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</p:sldMasterIdLst>
  <p:notesMasterIdLst>
    <p:notesMasterId r:id="rId27"/>
  </p:notesMasterIdLst>
  <p:sldIdLst>
    <p:sldId id="256" r:id="rId5"/>
    <p:sldId id="257" r:id="rId6"/>
    <p:sldId id="277" r:id="rId7"/>
    <p:sldId id="279" r:id="rId8"/>
    <p:sldId id="280" r:id="rId9"/>
    <p:sldId id="281" r:id="rId10"/>
    <p:sldId id="282" r:id="rId11"/>
    <p:sldId id="283" r:id="rId12"/>
    <p:sldId id="284" r:id="rId13"/>
    <p:sldId id="287" r:id="rId14"/>
    <p:sldId id="288" r:id="rId15"/>
    <p:sldId id="293" r:id="rId16"/>
    <p:sldId id="295" r:id="rId17"/>
    <p:sldId id="296" r:id="rId18"/>
    <p:sldId id="297" r:id="rId19"/>
    <p:sldId id="298" r:id="rId20"/>
    <p:sldId id="294" r:id="rId21"/>
    <p:sldId id="290" r:id="rId22"/>
    <p:sldId id="291" r:id="rId23"/>
    <p:sldId id="300" r:id="rId24"/>
    <p:sldId id="289" r:id="rId25"/>
    <p:sldId id="299" r:id="rId26"/>
  </p:sldIdLst>
  <p:sldSz cx="24384000" cy="13716000"/>
  <p:notesSz cx="6858000" cy="9144000"/>
  <p:embeddedFontLst>
    <p:embeddedFont>
      <p:font typeface="OCRB" panose="020B0609020202020204" pitchFamily="49" charset="0"/>
      <p:regular r:id="rId28"/>
    </p:embeddedFont>
    <p:embeddedFont>
      <p:font typeface="Open Sans" panose="020B0606030504020204" pitchFamily="34" charset="0"/>
      <p:regular r:id="rId29"/>
      <p:bold r:id="rId30"/>
      <p:italic r:id="rId31"/>
      <p:boldItalic r:id="rId32"/>
    </p:embeddedFont>
    <p:embeddedFont>
      <p:font typeface="Open Sans ExtraBold" panose="020B0906030804020204" pitchFamily="34" charset="0"/>
      <p:bold r:id="rId33"/>
      <p:italic r:id="rId34"/>
      <p:boldItalic r:id="rId35"/>
    </p:embeddedFont>
    <p:embeddedFont>
      <p:font typeface="Open Sans Light" panose="020B0306030504020204" pitchFamily="34" charset="0"/>
      <p:regular r:id="rId36"/>
      <p:italic r:id="rId37"/>
    </p:embeddedFont>
    <p:embeddedFont>
      <p:font typeface="Open Sans Semibold" panose="020B0706030804020204" pitchFamily="34" charset="0"/>
      <p:regular r:id="rId38"/>
      <p:bold r:id="rId39"/>
      <p:italic r:id="rId40"/>
      <p:boldItalic r:id="rId41"/>
    </p:embeddedFont>
  </p:embeddedFont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338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>
        <p15:guide id="1" orient="horz" pos="4320" userDrawn="1">
          <p15:clr>
            <a:srgbClr val="A4A3A4"/>
          </p15:clr>
        </p15:guide>
        <p15:guide id="2" pos="76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5AF36"/>
    <a:srgbClr val="314F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2B5DDA-072E-4B19-A19B-E0923AD7A294}" v="75" dt="2023-12-08T03:07:55.495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802" autoAdjust="0"/>
    <p:restoredTop sz="96197"/>
  </p:normalViewPr>
  <p:slideViewPr>
    <p:cSldViewPr snapToGrid="0" snapToObjects="1">
      <p:cViewPr varScale="1">
        <p:scale>
          <a:sx n="37" d="100"/>
          <a:sy n="37" d="100"/>
        </p:scale>
        <p:origin x="116" y="56"/>
      </p:cViewPr>
      <p:guideLst>
        <p:guide orient="horz" pos="4320"/>
        <p:guide pos="76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font" Target="fonts/font12.fntdata"/><Relationship Id="rId21" Type="http://schemas.openxmlformats.org/officeDocument/2006/relationships/slide" Target="slides/slide17.xml"/><Relationship Id="rId34" Type="http://schemas.openxmlformats.org/officeDocument/2006/relationships/font" Target="fonts/font7.fntdata"/><Relationship Id="rId42" Type="http://schemas.openxmlformats.org/officeDocument/2006/relationships/presProps" Target="presProps.xml"/><Relationship Id="rId47" Type="http://schemas.microsoft.com/office/2015/10/relationships/revisionInfo" Target="revisionInfo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font" Target="fonts/font2.fntdata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font" Target="fonts/font5.fntdata"/><Relationship Id="rId37" Type="http://schemas.openxmlformats.org/officeDocument/2006/relationships/font" Target="fonts/font10.fntdata"/><Relationship Id="rId40" Type="http://schemas.openxmlformats.org/officeDocument/2006/relationships/font" Target="fonts/font13.fntdata"/><Relationship Id="rId45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font" Target="fonts/font1.fntdata"/><Relationship Id="rId36" Type="http://schemas.openxmlformats.org/officeDocument/2006/relationships/font" Target="fonts/font9.fntdata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font" Target="fonts/font4.fntdata"/><Relationship Id="rId44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font" Target="fonts/font8.fntdata"/><Relationship Id="rId43" Type="http://schemas.openxmlformats.org/officeDocument/2006/relationships/viewProps" Target="viewProps.xml"/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font" Target="fonts/font6.fntdata"/><Relationship Id="rId38" Type="http://schemas.openxmlformats.org/officeDocument/2006/relationships/font" Target="fonts/font11.fntdata"/><Relationship Id="rId46" Type="http://schemas.microsoft.com/office/2016/11/relationships/changesInfo" Target="changesInfos/changesInfo1.xml"/><Relationship Id="rId20" Type="http://schemas.openxmlformats.org/officeDocument/2006/relationships/slide" Target="slides/slide16.xml"/><Relationship Id="rId41" Type="http://schemas.openxmlformats.org/officeDocument/2006/relationships/font" Target="fonts/font1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hammad Fikri Hasani" userId="ada500cb4dc7801b" providerId="LiveId" clId="{772B5DDA-072E-4B19-A19B-E0923AD7A294}"/>
    <pc:docChg chg="undo redo custSel addSld delSld modSld sldOrd">
      <pc:chgData name="Muhammad Fikri Hasani" userId="ada500cb4dc7801b" providerId="LiveId" clId="{772B5DDA-072E-4B19-A19B-E0923AD7A294}" dt="2023-12-19T01:39:40.339" v="8190" actId="20577"/>
      <pc:docMkLst>
        <pc:docMk/>
      </pc:docMkLst>
      <pc:sldChg chg="modSp mod">
        <pc:chgData name="Muhammad Fikri Hasani" userId="ada500cb4dc7801b" providerId="LiveId" clId="{772B5DDA-072E-4B19-A19B-E0923AD7A294}" dt="2023-12-19T01:39:40.339" v="8190" actId="20577"/>
        <pc:sldMkLst>
          <pc:docMk/>
          <pc:sldMk cId="3807564589" sldId="256"/>
        </pc:sldMkLst>
        <pc:spChg chg="mod">
          <ac:chgData name="Muhammad Fikri Hasani" userId="ada500cb4dc7801b" providerId="LiveId" clId="{772B5DDA-072E-4B19-A19B-E0923AD7A294}" dt="2023-12-17T13:37:00.235" v="8156" actId="20577"/>
          <ac:spMkLst>
            <pc:docMk/>
            <pc:sldMk cId="3807564589" sldId="256"/>
            <ac:spMk id="2" creationId="{50F9371B-F92F-AED8-457A-F4BAE6779B8C}"/>
          </ac:spMkLst>
        </pc:spChg>
        <pc:spChg chg="mod">
          <ac:chgData name="Muhammad Fikri Hasani" userId="ada500cb4dc7801b" providerId="LiveId" clId="{772B5DDA-072E-4B19-A19B-E0923AD7A294}" dt="2023-12-19T01:39:40.339" v="8190" actId="20577"/>
          <ac:spMkLst>
            <pc:docMk/>
            <pc:sldMk cId="3807564589" sldId="256"/>
            <ac:spMk id="3" creationId="{05C0E2BF-BBBC-BF27-4255-C5149D193112}"/>
          </ac:spMkLst>
        </pc:spChg>
      </pc:sldChg>
      <pc:sldChg chg="modSp mod">
        <pc:chgData name="Muhammad Fikri Hasani" userId="ada500cb4dc7801b" providerId="LiveId" clId="{772B5DDA-072E-4B19-A19B-E0923AD7A294}" dt="2023-12-02T07:16:31.165" v="270" actId="20577"/>
        <pc:sldMkLst>
          <pc:docMk/>
          <pc:sldMk cId="2766454393" sldId="257"/>
        </pc:sldMkLst>
        <pc:spChg chg="mod">
          <ac:chgData name="Muhammad Fikri Hasani" userId="ada500cb4dc7801b" providerId="LiveId" clId="{772B5DDA-072E-4B19-A19B-E0923AD7A294}" dt="2023-12-02T07:16:31.165" v="270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3394860097" sldId="258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3364548115" sldId="259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1790487730" sldId="260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1406669853" sldId="261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1658221687" sldId="262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3610995723" sldId="263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1752434085" sldId="264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727080427" sldId="265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3742849252" sldId="266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210008908" sldId="267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4106888810" sldId="268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3484259326" sldId="270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1821762966" sldId="271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2873969985" sldId="272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1117770923" sldId="273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2210744361" sldId="274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725306543" sldId="275"/>
        </pc:sldMkLst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4241519096" sldId="276"/>
        </pc:sldMkLst>
      </pc:sldChg>
      <pc:sldChg chg="addSp delSp modSp mod ord">
        <pc:chgData name="Muhammad Fikri Hasani" userId="ada500cb4dc7801b" providerId="LiveId" clId="{772B5DDA-072E-4B19-A19B-E0923AD7A294}" dt="2023-12-19T01:39:31.690" v="8187"/>
        <pc:sldMkLst>
          <pc:docMk/>
          <pc:sldMk cId="2384352061" sldId="277"/>
        </pc:sldMkLst>
        <pc:spChg chg="mod">
          <ac:chgData name="Muhammad Fikri Hasani" userId="ada500cb4dc7801b" providerId="LiveId" clId="{772B5DDA-072E-4B19-A19B-E0923AD7A294}" dt="2023-12-19T01:39:31.690" v="8187"/>
          <ac:spMkLst>
            <pc:docMk/>
            <pc:sldMk cId="2384352061" sldId="277"/>
            <ac:spMk id="2" creationId="{73C2FCB8-08B1-1061-B648-71B1FB85D2E9}"/>
          </ac:spMkLst>
        </pc:spChg>
        <pc:spChg chg="mod">
          <ac:chgData name="Muhammad Fikri Hasani" userId="ada500cb4dc7801b" providerId="LiveId" clId="{772B5DDA-072E-4B19-A19B-E0923AD7A294}" dt="2023-12-02T07:18:17.695" v="388" actId="1076"/>
          <ac:spMkLst>
            <pc:docMk/>
            <pc:sldMk cId="2384352061" sldId="277"/>
            <ac:spMk id="4" creationId="{DB514F26-319B-72E9-ED03-F51DF0225757}"/>
          </ac:spMkLst>
        </pc:spChg>
        <pc:spChg chg="add del">
          <ac:chgData name="Muhammad Fikri Hasani" userId="ada500cb4dc7801b" providerId="LiveId" clId="{772B5DDA-072E-4B19-A19B-E0923AD7A294}" dt="2023-12-02T07:22:49.720" v="399" actId="22"/>
          <ac:spMkLst>
            <pc:docMk/>
            <pc:sldMk cId="2384352061" sldId="277"/>
            <ac:spMk id="8" creationId="{5B614E7F-F6D7-CD70-F34C-E03E3906290A}"/>
          </ac:spMkLst>
        </pc:spChg>
        <pc:spChg chg="add mod">
          <ac:chgData name="Muhammad Fikri Hasani" userId="ada500cb4dc7801b" providerId="LiveId" clId="{772B5DDA-072E-4B19-A19B-E0923AD7A294}" dt="2023-12-02T07:23:45.051" v="407" actId="571"/>
          <ac:spMkLst>
            <pc:docMk/>
            <pc:sldMk cId="2384352061" sldId="277"/>
            <ac:spMk id="10" creationId="{72DE3D8B-1C86-8515-0FF1-7A1A3A3DCC7A}"/>
          </ac:spMkLst>
        </pc:spChg>
        <pc:picChg chg="add mod">
          <ac:chgData name="Muhammad Fikri Hasani" userId="ada500cb4dc7801b" providerId="LiveId" clId="{772B5DDA-072E-4B19-A19B-E0923AD7A294}" dt="2023-12-02T07:30:32.297" v="427" actId="1076"/>
          <ac:picMkLst>
            <pc:docMk/>
            <pc:sldMk cId="2384352061" sldId="277"/>
            <ac:picMk id="6" creationId="{A0FDBE0D-08C0-ADB8-A732-57DBBA7D73C1}"/>
          </ac:picMkLst>
        </pc:picChg>
        <pc:picChg chg="add mod">
          <ac:chgData name="Muhammad Fikri Hasani" userId="ada500cb4dc7801b" providerId="LiveId" clId="{772B5DDA-072E-4B19-A19B-E0923AD7A294}" dt="2023-12-02T07:30:11.109" v="419" actId="1076"/>
          <ac:picMkLst>
            <pc:docMk/>
            <pc:sldMk cId="2384352061" sldId="277"/>
            <ac:picMk id="9" creationId="{332A4510-752D-4B82-4E81-3B6FA79D3B74}"/>
          </ac:picMkLst>
        </pc:picChg>
        <pc:picChg chg="add mod">
          <ac:chgData name="Muhammad Fikri Hasani" userId="ada500cb4dc7801b" providerId="LiveId" clId="{772B5DDA-072E-4B19-A19B-E0923AD7A294}" dt="2023-12-02T07:23:45.051" v="407" actId="571"/>
          <ac:picMkLst>
            <pc:docMk/>
            <pc:sldMk cId="2384352061" sldId="277"/>
            <ac:picMk id="11" creationId="{0A8B593F-0AFC-3D5D-9945-54433761AAD9}"/>
          </ac:picMkLst>
        </pc:picChg>
        <pc:picChg chg="add mod">
          <ac:chgData name="Muhammad Fikri Hasani" userId="ada500cb4dc7801b" providerId="LiveId" clId="{772B5DDA-072E-4B19-A19B-E0923AD7A294}" dt="2023-12-02T07:30:22.278" v="423" actId="1076"/>
          <ac:picMkLst>
            <pc:docMk/>
            <pc:sldMk cId="2384352061" sldId="277"/>
            <ac:picMk id="1026" creationId="{A284624B-6134-FF68-3581-1AB58DD21085}"/>
          </ac:picMkLst>
        </pc:picChg>
        <pc:picChg chg="add del">
          <ac:chgData name="Muhammad Fikri Hasani" userId="ada500cb4dc7801b" providerId="LiveId" clId="{772B5DDA-072E-4B19-A19B-E0923AD7A294}" dt="2023-12-02T07:17:47.129" v="380"/>
          <ac:picMkLst>
            <pc:docMk/>
            <pc:sldMk cId="2384352061" sldId="277"/>
            <ac:picMk id="1028" creationId="{AB1A177D-E610-0619-FAEB-9827B217E591}"/>
          </ac:picMkLst>
        </pc:picChg>
        <pc:picChg chg="add mod">
          <ac:chgData name="Muhammad Fikri Hasani" userId="ada500cb4dc7801b" providerId="LiveId" clId="{772B5DDA-072E-4B19-A19B-E0923AD7A294}" dt="2023-12-02T07:30:20.608" v="422" actId="1076"/>
          <ac:picMkLst>
            <pc:docMk/>
            <pc:sldMk cId="2384352061" sldId="277"/>
            <ac:picMk id="1030" creationId="{2F17E646-82F1-1E23-EFBA-4A321B610586}"/>
          </ac:picMkLst>
        </pc:picChg>
        <pc:picChg chg="add mod">
          <ac:chgData name="Muhammad Fikri Hasani" userId="ada500cb4dc7801b" providerId="LiveId" clId="{772B5DDA-072E-4B19-A19B-E0923AD7A294}" dt="2023-12-02T07:30:25.753" v="424" actId="1076"/>
          <ac:picMkLst>
            <pc:docMk/>
            <pc:sldMk cId="2384352061" sldId="277"/>
            <ac:picMk id="1032" creationId="{D208D50F-89E7-9CB2-381C-D756546A7727}"/>
          </ac:picMkLst>
        </pc:picChg>
        <pc:picChg chg="add del">
          <ac:chgData name="Muhammad Fikri Hasani" userId="ada500cb4dc7801b" providerId="LiveId" clId="{772B5DDA-072E-4B19-A19B-E0923AD7A294}" dt="2023-12-02T07:23:45.270" v="408"/>
          <ac:picMkLst>
            <pc:docMk/>
            <pc:sldMk cId="2384352061" sldId="277"/>
            <ac:picMk id="1034" creationId="{DEFD19DC-34C0-44F1-C031-02D365DBE57F}"/>
          </ac:picMkLst>
        </pc:picChg>
        <pc:picChg chg="add mod">
          <ac:chgData name="Muhammad Fikri Hasani" userId="ada500cb4dc7801b" providerId="LiveId" clId="{772B5DDA-072E-4B19-A19B-E0923AD7A294}" dt="2023-12-02T07:30:09.781" v="418" actId="1076"/>
          <ac:picMkLst>
            <pc:docMk/>
            <pc:sldMk cId="2384352061" sldId="277"/>
            <ac:picMk id="1036" creationId="{9DE60EFC-3F84-6B37-0728-729A510B7813}"/>
          </ac:picMkLst>
        </pc:picChg>
        <pc:picChg chg="add mod">
          <ac:chgData name="Muhammad Fikri Hasani" userId="ada500cb4dc7801b" providerId="LiveId" clId="{772B5DDA-072E-4B19-A19B-E0923AD7A294}" dt="2023-12-02T07:30:30.440" v="426" actId="1076"/>
          <ac:picMkLst>
            <pc:docMk/>
            <pc:sldMk cId="2384352061" sldId="277"/>
            <ac:picMk id="1038" creationId="{CDC8648F-C1C5-37CB-B438-3FB741FF848F}"/>
          </ac:picMkLst>
        </pc:picChg>
      </pc:sldChg>
      <pc:sldChg chg="del">
        <pc:chgData name="Muhammad Fikri Hasani" userId="ada500cb4dc7801b" providerId="LiveId" clId="{772B5DDA-072E-4B19-A19B-E0923AD7A294}" dt="2023-12-02T07:31:04.629" v="428" actId="47"/>
        <pc:sldMkLst>
          <pc:docMk/>
          <pc:sldMk cId="1371242533" sldId="278"/>
        </pc:sldMkLst>
      </pc:sldChg>
      <pc:sldChg chg="addSp modSp new mod">
        <pc:chgData name="Muhammad Fikri Hasani" userId="ada500cb4dc7801b" providerId="LiveId" clId="{772B5DDA-072E-4B19-A19B-E0923AD7A294}" dt="2023-12-02T07:47:38.116" v="636" actId="1076"/>
        <pc:sldMkLst>
          <pc:docMk/>
          <pc:sldMk cId="3169643321" sldId="279"/>
        </pc:sldMkLst>
        <pc:spChg chg="mod">
          <ac:chgData name="Muhammad Fikri Hasani" userId="ada500cb4dc7801b" providerId="LiveId" clId="{772B5DDA-072E-4B19-A19B-E0923AD7A294}" dt="2023-12-02T07:04:41.967" v="193" actId="20577"/>
          <ac:spMkLst>
            <pc:docMk/>
            <pc:sldMk cId="3169643321" sldId="279"/>
            <ac:spMk id="2" creationId="{2ED24C6B-E6C4-DE17-002A-C835140CB185}"/>
          </ac:spMkLst>
        </pc:spChg>
        <pc:spChg chg="mod">
          <ac:chgData name="Muhammad Fikri Hasani" userId="ada500cb4dc7801b" providerId="LiveId" clId="{772B5DDA-072E-4B19-A19B-E0923AD7A294}" dt="2023-12-02T07:31:40.496" v="442" actId="20577"/>
          <ac:spMkLst>
            <pc:docMk/>
            <pc:sldMk cId="3169643321" sldId="279"/>
            <ac:spMk id="3" creationId="{8D1B748A-71C3-FF68-178F-77367D05DB20}"/>
          </ac:spMkLst>
        </pc:spChg>
        <pc:spChg chg="mod">
          <ac:chgData name="Muhammad Fikri Hasani" userId="ada500cb4dc7801b" providerId="LiveId" clId="{772B5DDA-072E-4B19-A19B-E0923AD7A294}" dt="2023-12-02T07:45:47.407" v="621" actId="123"/>
          <ac:spMkLst>
            <pc:docMk/>
            <pc:sldMk cId="3169643321" sldId="279"/>
            <ac:spMk id="4" creationId="{5DBC1864-6CFD-EF01-1276-F09EB2C0B6B0}"/>
          </ac:spMkLst>
        </pc:spChg>
        <pc:spChg chg="add mod">
          <ac:chgData name="Muhammad Fikri Hasani" userId="ada500cb4dc7801b" providerId="LiveId" clId="{772B5DDA-072E-4B19-A19B-E0923AD7A294}" dt="2023-12-02T07:45:39.230" v="619" actId="123"/>
          <ac:spMkLst>
            <pc:docMk/>
            <pc:sldMk cId="3169643321" sldId="279"/>
            <ac:spMk id="5" creationId="{C4310C6F-67F6-CE66-FB1C-D73CDED48B59}"/>
          </ac:spMkLst>
        </pc:spChg>
        <pc:picChg chg="add mod">
          <ac:chgData name="Muhammad Fikri Hasani" userId="ada500cb4dc7801b" providerId="LiveId" clId="{772B5DDA-072E-4B19-A19B-E0923AD7A294}" dt="2023-12-02T07:45:42.842" v="620" actId="1076"/>
          <ac:picMkLst>
            <pc:docMk/>
            <pc:sldMk cId="3169643321" sldId="279"/>
            <ac:picMk id="7" creationId="{786EA6FB-8B0B-3771-7490-EB6AF505CE7C}"/>
          </ac:picMkLst>
        </pc:picChg>
        <pc:picChg chg="add mod">
          <ac:chgData name="Muhammad Fikri Hasani" userId="ada500cb4dc7801b" providerId="LiveId" clId="{772B5DDA-072E-4B19-A19B-E0923AD7A294}" dt="2023-12-02T07:47:38.116" v="636" actId="1076"/>
          <ac:picMkLst>
            <pc:docMk/>
            <pc:sldMk cId="3169643321" sldId="279"/>
            <ac:picMk id="9" creationId="{9D8A70F9-E648-883B-52A7-7851A5FDEF1D}"/>
          </ac:picMkLst>
        </pc:picChg>
        <pc:picChg chg="add mod">
          <ac:chgData name="Muhammad Fikri Hasani" userId="ada500cb4dc7801b" providerId="LiveId" clId="{772B5DDA-072E-4B19-A19B-E0923AD7A294}" dt="2023-12-02T07:47:38.116" v="636" actId="1076"/>
          <ac:picMkLst>
            <pc:docMk/>
            <pc:sldMk cId="3169643321" sldId="279"/>
            <ac:picMk id="11" creationId="{EF6F919D-AD63-110A-8B5D-E12C5B1AB631}"/>
          </ac:picMkLst>
        </pc:picChg>
        <pc:cxnChg chg="add mod">
          <ac:chgData name="Muhammad Fikri Hasani" userId="ada500cb4dc7801b" providerId="LiveId" clId="{772B5DDA-072E-4B19-A19B-E0923AD7A294}" dt="2023-12-02T07:47:38.116" v="636" actId="1076"/>
          <ac:cxnSpMkLst>
            <pc:docMk/>
            <pc:sldMk cId="3169643321" sldId="279"/>
            <ac:cxnSpMk id="13" creationId="{93559F20-7B6A-6EA6-4EEC-FA93AA16492F}"/>
          </ac:cxnSpMkLst>
        </pc:cxnChg>
      </pc:sldChg>
      <pc:sldChg chg="addSp delSp modSp add mod">
        <pc:chgData name="Muhammad Fikri Hasani" userId="ada500cb4dc7801b" providerId="LiveId" clId="{772B5DDA-072E-4B19-A19B-E0923AD7A294}" dt="2023-12-19T01:39:28.129" v="8186"/>
        <pc:sldMkLst>
          <pc:docMk/>
          <pc:sldMk cId="570179620" sldId="280"/>
        </pc:sldMkLst>
        <pc:spChg chg="mod">
          <ac:chgData name="Muhammad Fikri Hasani" userId="ada500cb4dc7801b" providerId="LiveId" clId="{772B5DDA-072E-4B19-A19B-E0923AD7A294}" dt="2023-12-19T01:39:28.129" v="8186"/>
          <ac:spMkLst>
            <pc:docMk/>
            <pc:sldMk cId="570179620" sldId="280"/>
            <ac:spMk id="2" creationId="{2ED24C6B-E6C4-DE17-002A-C835140CB185}"/>
          </ac:spMkLst>
        </pc:spChg>
        <pc:spChg chg="mod">
          <ac:chgData name="Muhammad Fikri Hasani" userId="ada500cb4dc7801b" providerId="LiveId" clId="{772B5DDA-072E-4B19-A19B-E0923AD7A294}" dt="2023-12-02T07:50:12.622" v="790" actId="14100"/>
          <ac:spMkLst>
            <pc:docMk/>
            <pc:sldMk cId="570179620" sldId="280"/>
            <ac:spMk id="4" creationId="{5DBC1864-6CFD-EF01-1276-F09EB2C0B6B0}"/>
          </ac:spMkLst>
        </pc:spChg>
        <pc:spChg chg="add mod">
          <ac:chgData name="Muhammad Fikri Hasani" userId="ada500cb4dc7801b" providerId="LiveId" clId="{772B5DDA-072E-4B19-A19B-E0923AD7A294}" dt="2023-12-02T07:50:03.856" v="788" actId="20577"/>
          <ac:spMkLst>
            <pc:docMk/>
            <pc:sldMk cId="570179620" sldId="280"/>
            <ac:spMk id="5" creationId="{DDD8583A-1B62-7521-E22D-CD455EB48597}"/>
          </ac:spMkLst>
        </pc:spChg>
        <pc:spChg chg="add del mod">
          <ac:chgData name="Muhammad Fikri Hasani" userId="ada500cb4dc7801b" providerId="LiveId" clId="{772B5DDA-072E-4B19-A19B-E0923AD7A294}" dt="2023-12-02T07:35:19.032" v="492" actId="22"/>
          <ac:spMkLst>
            <pc:docMk/>
            <pc:sldMk cId="570179620" sldId="280"/>
            <ac:spMk id="7" creationId="{9175A2CD-2539-D3DC-33D3-66CFB8DE290D}"/>
          </ac:spMkLst>
        </pc:spChg>
        <pc:spChg chg="add mod">
          <ac:chgData name="Muhammad Fikri Hasani" userId="ada500cb4dc7801b" providerId="LiveId" clId="{772B5DDA-072E-4B19-A19B-E0923AD7A294}" dt="2023-12-02T07:50:17.221" v="791" actId="14100"/>
          <ac:spMkLst>
            <pc:docMk/>
            <pc:sldMk cId="570179620" sldId="280"/>
            <ac:spMk id="8" creationId="{727B16E0-D717-8CAE-F223-50C67E1ED681}"/>
          </ac:spMkLst>
        </pc:spChg>
        <pc:picChg chg="add del mod">
          <ac:chgData name="Muhammad Fikri Hasani" userId="ada500cb4dc7801b" providerId="LiveId" clId="{772B5DDA-072E-4B19-A19B-E0923AD7A294}" dt="2023-12-02T07:37:19.380" v="507" actId="478"/>
          <ac:picMkLst>
            <pc:docMk/>
            <pc:sldMk cId="570179620" sldId="280"/>
            <ac:picMk id="10" creationId="{2AB0F5F8-70A4-5AE8-061C-6E9D77A895BC}"/>
          </ac:picMkLst>
        </pc:picChg>
        <pc:picChg chg="add mod">
          <ac:chgData name="Muhammad Fikri Hasani" userId="ada500cb4dc7801b" providerId="LiveId" clId="{772B5DDA-072E-4B19-A19B-E0923AD7A294}" dt="2023-12-02T07:47:46.327" v="639" actId="1076"/>
          <ac:picMkLst>
            <pc:docMk/>
            <pc:sldMk cId="570179620" sldId="280"/>
            <ac:picMk id="12" creationId="{E62DC872-B773-7A43-AC6D-CEAFFA58762D}"/>
          </ac:picMkLst>
        </pc:picChg>
        <pc:picChg chg="add mod">
          <ac:chgData name="Muhammad Fikri Hasani" userId="ada500cb4dc7801b" providerId="LiveId" clId="{772B5DDA-072E-4B19-A19B-E0923AD7A294}" dt="2023-12-02T07:50:07.583" v="789" actId="14100"/>
          <ac:picMkLst>
            <pc:docMk/>
            <pc:sldMk cId="570179620" sldId="280"/>
            <ac:picMk id="14" creationId="{07F2A9C5-764E-3BD5-2016-4BC10096FAC1}"/>
          </ac:picMkLst>
        </pc:picChg>
        <pc:picChg chg="add mod">
          <ac:chgData name="Muhammad Fikri Hasani" userId="ada500cb4dc7801b" providerId="LiveId" clId="{772B5DDA-072E-4B19-A19B-E0923AD7A294}" dt="2023-12-02T07:52:27.591" v="799" actId="14100"/>
          <ac:picMkLst>
            <pc:docMk/>
            <pc:sldMk cId="570179620" sldId="280"/>
            <ac:picMk id="16" creationId="{F441A6E8-2687-8BCA-1989-06F5EF69A66E}"/>
          </ac:picMkLst>
        </pc:picChg>
      </pc:sldChg>
      <pc:sldChg chg="modSp new mod">
        <pc:chgData name="Muhammad Fikri Hasani" userId="ada500cb4dc7801b" providerId="LiveId" clId="{772B5DDA-072E-4B19-A19B-E0923AD7A294}" dt="2023-12-19T01:39:24.769" v="8185"/>
        <pc:sldMkLst>
          <pc:docMk/>
          <pc:sldMk cId="2657685066" sldId="281"/>
        </pc:sldMkLst>
        <pc:spChg chg="mod">
          <ac:chgData name="Muhammad Fikri Hasani" userId="ada500cb4dc7801b" providerId="LiveId" clId="{772B5DDA-072E-4B19-A19B-E0923AD7A294}" dt="2023-12-19T01:39:24.769" v="8185"/>
          <ac:spMkLst>
            <pc:docMk/>
            <pc:sldMk cId="2657685066" sldId="281"/>
            <ac:spMk id="2" creationId="{01C7D68F-7D5A-E274-C971-B3162AF112D9}"/>
          </ac:spMkLst>
        </pc:spChg>
        <pc:spChg chg="mod">
          <ac:chgData name="Muhammad Fikri Hasani" userId="ada500cb4dc7801b" providerId="LiveId" clId="{772B5DDA-072E-4B19-A19B-E0923AD7A294}" dt="2023-12-02T07:53:16.181" v="828" actId="20577"/>
          <ac:spMkLst>
            <pc:docMk/>
            <pc:sldMk cId="2657685066" sldId="281"/>
            <ac:spMk id="3" creationId="{5B296F90-AA6F-C7E9-C73C-EFB1F32A5D59}"/>
          </ac:spMkLst>
        </pc:spChg>
        <pc:spChg chg="mod">
          <ac:chgData name="Muhammad Fikri Hasani" userId="ada500cb4dc7801b" providerId="LiveId" clId="{772B5DDA-072E-4B19-A19B-E0923AD7A294}" dt="2023-12-02T07:54:09.980" v="844" actId="33524"/>
          <ac:spMkLst>
            <pc:docMk/>
            <pc:sldMk cId="2657685066" sldId="281"/>
            <ac:spMk id="4" creationId="{264399D5-B8E5-022D-A528-3270C3A68758}"/>
          </ac:spMkLst>
        </pc:spChg>
      </pc:sldChg>
      <pc:sldChg chg="modSp new mod">
        <pc:chgData name="Muhammad Fikri Hasani" userId="ada500cb4dc7801b" providerId="LiveId" clId="{772B5DDA-072E-4B19-A19B-E0923AD7A294}" dt="2023-12-19T01:39:21.639" v="8184"/>
        <pc:sldMkLst>
          <pc:docMk/>
          <pc:sldMk cId="2184732982" sldId="282"/>
        </pc:sldMkLst>
        <pc:spChg chg="mod">
          <ac:chgData name="Muhammad Fikri Hasani" userId="ada500cb4dc7801b" providerId="LiveId" clId="{772B5DDA-072E-4B19-A19B-E0923AD7A294}" dt="2023-12-19T01:39:21.639" v="8184"/>
          <ac:spMkLst>
            <pc:docMk/>
            <pc:sldMk cId="2184732982" sldId="282"/>
            <ac:spMk id="2" creationId="{C7F95799-C88A-C3E0-5DDF-656C7F26C95A}"/>
          </ac:spMkLst>
        </pc:spChg>
        <pc:spChg chg="mod">
          <ac:chgData name="Muhammad Fikri Hasani" userId="ada500cb4dc7801b" providerId="LiveId" clId="{772B5DDA-072E-4B19-A19B-E0923AD7A294}" dt="2023-12-02T07:55:09.854" v="872" actId="20577"/>
          <ac:spMkLst>
            <pc:docMk/>
            <pc:sldMk cId="2184732982" sldId="282"/>
            <ac:spMk id="3" creationId="{3A26C6F2-6E74-B794-ADAA-0A46A7C7B340}"/>
          </ac:spMkLst>
        </pc:spChg>
        <pc:spChg chg="mod">
          <ac:chgData name="Muhammad Fikri Hasani" userId="ada500cb4dc7801b" providerId="LiveId" clId="{772B5DDA-072E-4B19-A19B-E0923AD7A294}" dt="2023-12-02T07:55:23.014" v="878" actId="1076"/>
          <ac:spMkLst>
            <pc:docMk/>
            <pc:sldMk cId="2184732982" sldId="282"/>
            <ac:spMk id="4" creationId="{C21DB556-D35A-3683-9DDD-707EBD128DE8}"/>
          </ac:spMkLst>
        </pc:spChg>
      </pc:sldChg>
      <pc:sldChg chg="addSp modSp new mod">
        <pc:chgData name="Muhammad Fikri Hasani" userId="ada500cb4dc7801b" providerId="LiveId" clId="{772B5DDA-072E-4B19-A19B-E0923AD7A294}" dt="2023-12-19T01:39:16.187" v="8183"/>
        <pc:sldMkLst>
          <pc:docMk/>
          <pc:sldMk cId="3942114241" sldId="283"/>
        </pc:sldMkLst>
        <pc:spChg chg="mod">
          <ac:chgData name="Muhammad Fikri Hasani" userId="ada500cb4dc7801b" providerId="LiveId" clId="{772B5DDA-072E-4B19-A19B-E0923AD7A294}" dt="2023-12-19T01:39:16.187" v="8183"/>
          <ac:spMkLst>
            <pc:docMk/>
            <pc:sldMk cId="3942114241" sldId="283"/>
            <ac:spMk id="2" creationId="{55A3D7B7-1B04-FAB9-5F44-6177DE5896C7}"/>
          </ac:spMkLst>
        </pc:spChg>
        <pc:spChg chg="mod">
          <ac:chgData name="Muhammad Fikri Hasani" userId="ada500cb4dc7801b" providerId="LiveId" clId="{772B5DDA-072E-4B19-A19B-E0923AD7A294}" dt="2023-12-02T07:55:41.404" v="882"/>
          <ac:spMkLst>
            <pc:docMk/>
            <pc:sldMk cId="3942114241" sldId="283"/>
            <ac:spMk id="3" creationId="{76D57C01-CD0E-4353-DD07-00FC11F8DF54}"/>
          </ac:spMkLst>
        </pc:spChg>
        <pc:spChg chg="mod">
          <ac:chgData name="Muhammad Fikri Hasani" userId="ada500cb4dc7801b" providerId="LiveId" clId="{772B5DDA-072E-4B19-A19B-E0923AD7A294}" dt="2023-12-02T07:58:09.770" v="1002" actId="1076"/>
          <ac:spMkLst>
            <pc:docMk/>
            <pc:sldMk cId="3942114241" sldId="283"/>
            <ac:spMk id="4" creationId="{281E48F4-5769-1C09-E1A2-827502181790}"/>
          </ac:spMkLst>
        </pc:spChg>
        <pc:spChg chg="add mod">
          <ac:chgData name="Muhammad Fikri Hasani" userId="ada500cb4dc7801b" providerId="LiveId" clId="{772B5DDA-072E-4B19-A19B-E0923AD7A294}" dt="2023-12-02T07:58:12.666" v="1003" actId="1076"/>
          <ac:spMkLst>
            <pc:docMk/>
            <pc:sldMk cId="3942114241" sldId="283"/>
            <ac:spMk id="5" creationId="{4938794D-8B10-FC35-C597-B4633D06CB2D}"/>
          </ac:spMkLst>
        </pc:spChg>
      </pc:sldChg>
      <pc:sldChg chg="addSp delSp modSp new mod ord">
        <pc:chgData name="Muhammad Fikri Hasani" userId="ada500cb4dc7801b" providerId="LiveId" clId="{772B5DDA-072E-4B19-A19B-E0923AD7A294}" dt="2023-12-19T01:39:11.800" v="8182"/>
        <pc:sldMkLst>
          <pc:docMk/>
          <pc:sldMk cId="3883572305" sldId="284"/>
        </pc:sldMkLst>
        <pc:spChg chg="mod">
          <ac:chgData name="Muhammad Fikri Hasani" userId="ada500cb4dc7801b" providerId="LiveId" clId="{772B5DDA-072E-4B19-A19B-E0923AD7A294}" dt="2023-12-19T01:39:11.800" v="8182"/>
          <ac:spMkLst>
            <pc:docMk/>
            <pc:sldMk cId="3883572305" sldId="284"/>
            <ac:spMk id="2" creationId="{5FE1C770-A7A0-5DF4-8403-291ABEE14E71}"/>
          </ac:spMkLst>
        </pc:spChg>
        <pc:spChg chg="mod">
          <ac:chgData name="Muhammad Fikri Hasani" userId="ada500cb4dc7801b" providerId="LiveId" clId="{772B5DDA-072E-4B19-A19B-E0923AD7A294}" dt="2023-12-02T07:58:27.483" v="1008"/>
          <ac:spMkLst>
            <pc:docMk/>
            <pc:sldMk cId="3883572305" sldId="284"/>
            <ac:spMk id="3" creationId="{C2D6DEFF-D6FC-6552-0B15-6ED3B280DB27}"/>
          </ac:spMkLst>
        </pc:spChg>
        <pc:spChg chg="mod">
          <ac:chgData name="Muhammad Fikri Hasani" userId="ada500cb4dc7801b" providerId="LiveId" clId="{772B5DDA-072E-4B19-A19B-E0923AD7A294}" dt="2023-12-02T08:10:48.830" v="1571" actId="255"/>
          <ac:spMkLst>
            <pc:docMk/>
            <pc:sldMk cId="3883572305" sldId="284"/>
            <ac:spMk id="4" creationId="{CD36A718-C531-FC42-0DB3-5B055A1C9A87}"/>
          </ac:spMkLst>
        </pc:spChg>
        <pc:spChg chg="add del mod">
          <ac:chgData name="Muhammad Fikri Hasani" userId="ada500cb4dc7801b" providerId="LiveId" clId="{772B5DDA-072E-4B19-A19B-E0923AD7A294}" dt="2023-12-02T07:59:21.132" v="1026"/>
          <ac:spMkLst>
            <pc:docMk/>
            <pc:sldMk cId="3883572305" sldId="284"/>
            <ac:spMk id="5" creationId="{A5107B67-ABF8-67D4-E626-3F86F5A75CB5}"/>
          </ac:spMkLst>
        </pc:spChg>
        <pc:spChg chg="add mod">
          <ac:chgData name="Muhammad Fikri Hasani" userId="ada500cb4dc7801b" providerId="LiveId" clId="{772B5DDA-072E-4B19-A19B-E0923AD7A294}" dt="2023-12-02T08:09:02.503" v="1472" actId="1076"/>
          <ac:spMkLst>
            <pc:docMk/>
            <pc:sldMk cId="3883572305" sldId="284"/>
            <ac:spMk id="29" creationId="{50C9B44F-7911-FAC3-1A2E-74C472C6F1E2}"/>
          </ac:spMkLst>
        </pc:spChg>
        <pc:spChg chg="add mod">
          <ac:chgData name="Muhammad Fikri Hasani" userId="ada500cb4dc7801b" providerId="LiveId" clId="{772B5DDA-072E-4B19-A19B-E0923AD7A294}" dt="2023-12-02T08:09:13.872" v="1489" actId="20577"/>
          <ac:spMkLst>
            <pc:docMk/>
            <pc:sldMk cId="3883572305" sldId="284"/>
            <ac:spMk id="30" creationId="{988D661F-C98D-C506-D1C5-D4CC8962FC64}"/>
          </ac:spMkLst>
        </pc:spChg>
        <pc:spChg chg="add mod">
          <ac:chgData name="Muhammad Fikri Hasani" userId="ada500cb4dc7801b" providerId="LiveId" clId="{772B5DDA-072E-4B19-A19B-E0923AD7A294}" dt="2023-12-02T08:10:05.884" v="1559" actId="1076"/>
          <ac:spMkLst>
            <pc:docMk/>
            <pc:sldMk cId="3883572305" sldId="284"/>
            <ac:spMk id="31" creationId="{1028362A-91A7-3132-33AA-79361AFFF052}"/>
          </ac:spMkLst>
        </pc:spChg>
        <pc:spChg chg="add mod">
          <ac:chgData name="Muhammad Fikri Hasani" userId="ada500cb4dc7801b" providerId="LiveId" clId="{772B5DDA-072E-4B19-A19B-E0923AD7A294}" dt="2023-12-02T08:10:42.007" v="1570" actId="1076"/>
          <ac:spMkLst>
            <pc:docMk/>
            <pc:sldMk cId="3883572305" sldId="284"/>
            <ac:spMk id="35" creationId="{6ED877F0-8E6E-A529-251E-0A0C61610DAC}"/>
          </ac:spMkLst>
        </pc:spChg>
        <pc:grpChg chg="add del mod">
          <ac:chgData name="Muhammad Fikri Hasani" userId="ada500cb4dc7801b" providerId="LiveId" clId="{772B5DDA-072E-4B19-A19B-E0923AD7A294}" dt="2023-12-02T07:59:36.931" v="1036"/>
          <ac:grpSpMkLst>
            <pc:docMk/>
            <pc:sldMk cId="3883572305" sldId="284"/>
            <ac:grpSpMk id="9" creationId="{7A706875-7DD6-20F5-D714-B8C6F2E042A8}"/>
          </ac:grpSpMkLst>
        </pc:grpChg>
        <pc:grpChg chg="mod">
          <ac:chgData name="Muhammad Fikri Hasani" userId="ada500cb4dc7801b" providerId="LiveId" clId="{772B5DDA-072E-4B19-A19B-E0923AD7A294}" dt="2023-12-02T07:59:36.696" v="1034"/>
          <ac:grpSpMkLst>
            <pc:docMk/>
            <pc:sldMk cId="3883572305" sldId="284"/>
            <ac:grpSpMk id="11" creationId="{5F494E26-6D73-B1F8-635D-40C1CCBD1B16}"/>
          </ac:grpSpMkLst>
        </pc:grpChg>
        <pc:grpChg chg="add del mod">
          <ac:chgData name="Muhammad Fikri Hasani" userId="ada500cb4dc7801b" providerId="LiveId" clId="{772B5DDA-072E-4B19-A19B-E0923AD7A294}" dt="2023-12-02T08:08:35.463" v="1452"/>
          <ac:grpSpMkLst>
            <pc:docMk/>
            <pc:sldMk cId="3883572305" sldId="284"/>
            <ac:grpSpMk id="16" creationId="{070500A2-529A-7BE7-1920-196690982675}"/>
          </ac:grpSpMkLst>
        </pc:grpChg>
        <pc:grpChg chg="mod">
          <ac:chgData name="Muhammad Fikri Hasani" userId="ada500cb4dc7801b" providerId="LiveId" clId="{772B5DDA-072E-4B19-A19B-E0923AD7A294}" dt="2023-12-02T08:08:34.578" v="1450"/>
          <ac:grpSpMkLst>
            <pc:docMk/>
            <pc:sldMk cId="3883572305" sldId="284"/>
            <ac:grpSpMk id="18" creationId="{D306D22E-AE90-1F6F-0EA1-8715C442A156}"/>
          </ac:grpSpMkLst>
        </pc:grpChg>
        <pc:grpChg chg="add del mod">
          <ac:chgData name="Muhammad Fikri Hasani" userId="ada500cb4dc7801b" providerId="LiveId" clId="{772B5DDA-072E-4B19-A19B-E0923AD7A294}" dt="2023-12-02T08:08:46.761" v="1461"/>
          <ac:grpSpMkLst>
            <pc:docMk/>
            <pc:sldMk cId="3883572305" sldId="284"/>
            <ac:grpSpMk id="21" creationId="{D27B323E-572C-2C1E-D9AB-82111D505451}"/>
          </ac:grpSpMkLst>
        </pc:grpChg>
        <pc:grpChg chg="mod">
          <ac:chgData name="Muhammad Fikri Hasani" userId="ada500cb4dc7801b" providerId="LiveId" clId="{772B5DDA-072E-4B19-A19B-E0923AD7A294}" dt="2023-12-02T08:08:46.761" v="1461"/>
          <ac:grpSpMkLst>
            <pc:docMk/>
            <pc:sldMk cId="3883572305" sldId="284"/>
            <ac:grpSpMk id="24" creationId="{8EF55769-D1BC-131B-F87B-43D13062D7F1}"/>
          </ac:grpSpMkLst>
        </pc:grpChg>
        <pc:grpChg chg="mod">
          <ac:chgData name="Muhammad Fikri Hasani" userId="ada500cb4dc7801b" providerId="LiveId" clId="{772B5DDA-072E-4B19-A19B-E0923AD7A294}" dt="2023-12-02T08:08:55.121" v="1465"/>
          <ac:grpSpMkLst>
            <pc:docMk/>
            <pc:sldMk cId="3883572305" sldId="284"/>
            <ac:grpSpMk id="28" creationId="{342ACF5D-6049-C4F7-A7A8-A005AE93EB05}"/>
          </ac:grpSpMkLst>
        </pc:grpChg>
        <pc:inkChg chg="add del mod">
          <ac:chgData name="Muhammad Fikri Hasani" userId="ada500cb4dc7801b" providerId="LiveId" clId="{772B5DDA-072E-4B19-A19B-E0923AD7A294}" dt="2023-12-02T07:59:37.294" v="1038" actId="9405"/>
          <ac:inkMkLst>
            <pc:docMk/>
            <pc:sldMk cId="3883572305" sldId="284"/>
            <ac:inkMk id="6" creationId="{FD2EE705-2479-5846-7790-1159512A5FFC}"/>
          </ac:inkMkLst>
        </pc:inkChg>
        <pc:inkChg chg="add del mod">
          <ac:chgData name="Muhammad Fikri Hasani" userId="ada500cb4dc7801b" providerId="LiveId" clId="{772B5DDA-072E-4B19-A19B-E0923AD7A294}" dt="2023-12-02T07:59:37.122" v="1037" actId="9405"/>
          <ac:inkMkLst>
            <pc:docMk/>
            <pc:sldMk cId="3883572305" sldId="284"/>
            <ac:inkMk id="7" creationId="{21599CDC-35C2-47C0-529C-52EAC561C0B9}"/>
          </ac:inkMkLst>
        </pc:inkChg>
        <pc:inkChg chg="add del mod">
          <ac:chgData name="Muhammad Fikri Hasani" userId="ada500cb4dc7801b" providerId="LiveId" clId="{772B5DDA-072E-4B19-A19B-E0923AD7A294}" dt="2023-12-02T07:59:36.931" v="1036"/>
          <ac:inkMkLst>
            <pc:docMk/>
            <pc:sldMk cId="3883572305" sldId="284"/>
            <ac:inkMk id="8" creationId="{9814FFF7-DE45-87AF-F022-391B52018A0A}"/>
          </ac:inkMkLst>
        </pc:inkChg>
        <pc:inkChg chg="add del mod">
          <ac:chgData name="Muhammad Fikri Hasani" userId="ada500cb4dc7801b" providerId="LiveId" clId="{772B5DDA-072E-4B19-A19B-E0923AD7A294}" dt="2023-12-02T07:59:36.696" v="1034"/>
          <ac:inkMkLst>
            <pc:docMk/>
            <pc:sldMk cId="3883572305" sldId="284"/>
            <ac:inkMk id="10" creationId="{C1D7062F-EF2F-C88D-CFD5-8EB364BDC87B}"/>
          </ac:inkMkLst>
        </pc:inkChg>
        <pc:inkChg chg="add del">
          <ac:chgData name="Muhammad Fikri Hasani" userId="ada500cb4dc7801b" providerId="LiveId" clId="{772B5DDA-072E-4B19-A19B-E0923AD7A294}" dt="2023-12-02T08:08:24.689" v="1441" actId="9405"/>
          <ac:inkMkLst>
            <pc:docMk/>
            <pc:sldMk cId="3883572305" sldId="284"/>
            <ac:inkMk id="12" creationId="{227F1EDB-E7C5-7386-82E5-7992C010B71B}"/>
          </ac:inkMkLst>
        </pc:inkChg>
        <pc:inkChg chg="add del">
          <ac:chgData name="Muhammad Fikri Hasani" userId="ada500cb4dc7801b" providerId="LiveId" clId="{772B5DDA-072E-4B19-A19B-E0923AD7A294}" dt="2023-12-02T08:08:27.535" v="1443" actId="9405"/>
          <ac:inkMkLst>
            <pc:docMk/>
            <pc:sldMk cId="3883572305" sldId="284"/>
            <ac:inkMk id="13" creationId="{2B1ABF39-F5C9-F576-222D-3842ED89DDB7}"/>
          </ac:inkMkLst>
        </pc:inkChg>
        <pc:inkChg chg="add del mod">
          <ac:chgData name="Muhammad Fikri Hasani" userId="ada500cb4dc7801b" providerId="LiveId" clId="{772B5DDA-072E-4B19-A19B-E0923AD7A294}" dt="2023-12-02T08:08:35.918" v="1453" actId="9405"/>
          <ac:inkMkLst>
            <pc:docMk/>
            <pc:sldMk cId="3883572305" sldId="284"/>
            <ac:inkMk id="14" creationId="{D0D42FF5-5191-2BC2-0675-BAC84F10EB9F}"/>
          </ac:inkMkLst>
        </pc:inkChg>
        <pc:inkChg chg="add del mod">
          <ac:chgData name="Muhammad Fikri Hasani" userId="ada500cb4dc7801b" providerId="LiveId" clId="{772B5DDA-072E-4B19-A19B-E0923AD7A294}" dt="2023-12-02T08:08:35.463" v="1452"/>
          <ac:inkMkLst>
            <pc:docMk/>
            <pc:sldMk cId="3883572305" sldId="284"/>
            <ac:inkMk id="15" creationId="{292A78CE-2D57-CCB9-896C-32D791BBCD96}"/>
          </ac:inkMkLst>
        </pc:inkChg>
        <pc:inkChg chg="add del mod">
          <ac:chgData name="Muhammad Fikri Hasani" userId="ada500cb4dc7801b" providerId="LiveId" clId="{772B5DDA-072E-4B19-A19B-E0923AD7A294}" dt="2023-12-02T08:08:34.578" v="1450"/>
          <ac:inkMkLst>
            <pc:docMk/>
            <pc:sldMk cId="3883572305" sldId="284"/>
            <ac:inkMk id="17" creationId="{ABF7E741-6FF9-2556-22C5-5A7D0BB1263A}"/>
          </ac:inkMkLst>
        </pc:inkChg>
        <pc:inkChg chg="add mod">
          <ac:chgData name="Muhammad Fikri Hasani" userId="ada500cb4dc7801b" providerId="LiveId" clId="{772B5DDA-072E-4B19-A19B-E0923AD7A294}" dt="2023-12-02T08:08:46.761" v="1461"/>
          <ac:inkMkLst>
            <pc:docMk/>
            <pc:sldMk cId="3883572305" sldId="284"/>
            <ac:inkMk id="19" creationId="{75ED18DA-DB78-1300-4C52-223ABEDC847B}"/>
          </ac:inkMkLst>
        </pc:inkChg>
        <pc:inkChg chg="add mod">
          <ac:chgData name="Muhammad Fikri Hasani" userId="ada500cb4dc7801b" providerId="LiveId" clId="{772B5DDA-072E-4B19-A19B-E0923AD7A294}" dt="2023-12-02T08:08:46.761" v="1461"/>
          <ac:inkMkLst>
            <pc:docMk/>
            <pc:sldMk cId="3883572305" sldId="284"/>
            <ac:inkMk id="20" creationId="{3C61523F-55B8-DB33-3A8B-2CDF2CA2D9D4}"/>
          </ac:inkMkLst>
        </pc:inkChg>
        <pc:inkChg chg="add mod">
          <ac:chgData name="Muhammad Fikri Hasani" userId="ada500cb4dc7801b" providerId="LiveId" clId="{772B5DDA-072E-4B19-A19B-E0923AD7A294}" dt="2023-12-02T08:08:46.761" v="1461"/>
          <ac:inkMkLst>
            <pc:docMk/>
            <pc:sldMk cId="3883572305" sldId="284"/>
            <ac:inkMk id="22" creationId="{67B9B021-77F8-D90C-1BDD-AE1094D871BC}"/>
          </ac:inkMkLst>
        </pc:inkChg>
        <pc:inkChg chg="add del mod">
          <ac:chgData name="Muhammad Fikri Hasani" userId="ada500cb4dc7801b" providerId="LiveId" clId="{772B5DDA-072E-4B19-A19B-E0923AD7A294}" dt="2023-12-02T08:08:46.761" v="1461"/>
          <ac:inkMkLst>
            <pc:docMk/>
            <pc:sldMk cId="3883572305" sldId="284"/>
            <ac:inkMk id="23" creationId="{CE04C420-4720-34ED-90FB-22A7D2C7D98B}"/>
          </ac:inkMkLst>
        </pc:inkChg>
        <pc:inkChg chg="add">
          <ac:chgData name="Muhammad Fikri Hasani" userId="ada500cb4dc7801b" providerId="LiveId" clId="{772B5DDA-072E-4B19-A19B-E0923AD7A294}" dt="2023-12-02T08:08:48.514" v="1462" actId="9405"/>
          <ac:inkMkLst>
            <pc:docMk/>
            <pc:sldMk cId="3883572305" sldId="284"/>
            <ac:inkMk id="25" creationId="{E15C7993-E2EF-DBA8-D1B7-9BF225E45798}"/>
          </ac:inkMkLst>
        </pc:inkChg>
        <pc:inkChg chg="add mod">
          <ac:chgData name="Muhammad Fikri Hasani" userId="ada500cb4dc7801b" providerId="LiveId" clId="{772B5DDA-072E-4B19-A19B-E0923AD7A294}" dt="2023-12-02T08:08:55.121" v="1465"/>
          <ac:inkMkLst>
            <pc:docMk/>
            <pc:sldMk cId="3883572305" sldId="284"/>
            <ac:inkMk id="26" creationId="{AAE77257-75A3-D904-2730-6580855E4F5B}"/>
          </ac:inkMkLst>
        </pc:inkChg>
        <pc:inkChg chg="add mod">
          <ac:chgData name="Muhammad Fikri Hasani" userId="ada500cb4dc7801b" providerId="LiveId" clId="{772B5DDA-072E-4B19-A19B-E0923AD7A294}" dt="2023-12-02T08:08:55.121" v="1465"/>
          <ac:inkMkLst>
            <pc:docMk/>
            <pc:sldMk cId="3883572305" sldId="284"/>
            <ac:inkMk id="27" creationId="{F65ADD21-25BE-8B54-35F3-26BF9A73C4DF}"/>
          </ac:inkMkLst>
        </pc:inkChg>
        <pc:inkChg chg="add mod">
          <ac:chgData name="Muhammad Fikri Hasani" userId="ada500cb4dc7801b" providerId="LiveId" clId="{772B5DDA-072E-4B19-A19B-E0923AD7A294}" dt="2023-12-02T08:10:31.652" v="1567" actId="1076"/>
          <ac:inkMkLst>
            <pc:docMk/>
            <pc:sldMk cId="3883572305" sldId="284"/>
            <ac:inkMk id="32" creationId="{2F77D37C-8015-5B75-28A6-C5C90D222F5C}"/>
          </ac:inkMkLst>
        </pc:inkChg>
        <pc:inkChg chg="add del">
          <ac:chgData name="Muhammad Fikri Hasani" userId="ada500cb4dc7801b" providerId="LiveId" clId="{772B5DDA-072E-4B19-A19B-E0923AD7A294}" dt="2023-12-02T08:09:45.887" v="1538" actId="9405"/>
          <ac:inkMkLst>
            <pc:docMk/>
            <pc:sldMk cId="3883572305" sldId="284"/>
            <ac:inkMk id="33" creationId="{FDDA5CCF-B079-F060-11E6-511720925F55}"/>
          </ac:inkMkLst>
        </pc:inkChg>
        <pc:inkChg chg="add mod">
          <ac:chgData name="Muhammad Fikri Hasani" userId="ada500cb4dc7801b" providerId="LiveId" clId="{772B5DDA-072E-4B19-A19B-E0923AD7A294}" dt="2023-12-02T08:10:37.207" v="1569" actId="1076"/>
          <ac:inkMkLst>
            <pc:docMk/>
            <pc:sldMk cId="3883572305" sldId="284"/>
            <ac:inkMk id="34" creationId="{2D06AFFE-F31F-A1B9-2209-196AB26423B0}"/>
          </ac:inkMkLst>
        </pc:inkChg>
      </pc:sldChg>
      <pc:sldChg chg="addSp modSp new del mod">
        <pc:chgData name="Muhammad Fikri Hasani" userId="ada500cb4dc7801b" providerId="LiveId" clId="{772B5DDA-072E-4B19-A19B-E0923AD7A294}" dt="2023-12-08T04:48:20.189" v="7045" actId="47"/>
        <pc:sldMkLst>
          <pc:docMk/>
          <pc:sldMk cId="746937234" sldId="285"/>
        </pc:sldMkLst>
        <pc:spChg chg="mod">
          <ac:chgData name="Muhammad Fikri Hasani" userId="ada500cb4dc7801b" providerId="LiveId" clId="{772B5DDA-072E-4B19-A19B-E0923AD7A294}" dt="2023-12-02T08:11:07.577" v="1574" actId="27636"/>
          <ac:spMkLst>
            <pc:docMk/>
            <pc:sldMk cId="746937234" sldId="285"/>
            <ac:spMk id="2" creationId="{4670CB1A-FDC7-564E-516E-0C5BA766B1B2}"/>
          </ac:spMkLst>
        </pc:spChg>
        <pc:spChg chg="mod">
          <ac:chgData name="Muhammad Fikri Hasani" userId="ada500cb4dc7801b" providerId="LiveId" clId="{772B5DDA-072E-4B19-A19B-E0923AD7A294}" dt="2023-12-02T08:11:13.475" v="1587" actId="20577"/>
          <ac:spMkLst>
            <pc:docMk/>
            <pc:sldMk cId="746937234" sldId="285"/>
            <ac:spMk id="3" creationId="{0ECAF2D3-6893-D186-1875-902D58D560D6}"/>
          </ac:spMkLst>
        </pc:spChg>
        <pc:spChg chg="mod">
          <ac:chgData name="Muhammad Fikri Hasani" userId="ada500cb4dc7801b" providerId="LiveId" clId="{772B5DDA-072E-4B19-A19B-E0923AD7A294}" dt="2023-12-02T08:15:25.031" v="1717" actId="113"/>
          <ac:spMkLst>
            <pc:docMk/>
            <pc:sldMk cId="746937234" sldId="285"/>
            <ac:spMk id="4" creationId="{0AA6ED4B-97BE-C279-CE4B-1D0EDEB11A09}"/>
          </ac:spMkLst>
        </pc:spChg>
        <pc:spChg chg="add mod">
          <ac:chgData name="Muhammad Fikri Hasani" userId="ada500cb4dc7801b" providerId="LiveId" clId="{772B5DDA-072E-4B19-A19B-E0923AD7A294}" dt="2023-12-02T08:15:47.051" v="1720" actId="1076"/>
          <ac:spMkLst>
            <pc:docMk/>
            <pc:sldMk cId="746937234" sldId="285"/>
            <ac:spMk id="6" creationId="{2831BAFF-D1B3-8225-36D9-AC3EB9738535}"/>
          </ac:spMkLst>
        </pc:spChg>
        <pc:cxnChg chg="add mod">
          <ac:chgData name="Muhammad Fikri Hasani" userId="ada500cb4dc7801b" providerId="LiveId" clId="{772B5DDA-072E-4B19-A19B-E0923AD7A294}" dt="2023-12-02T08:15:41.821" v="1719" actId="1582"/>
          <ac:cxnSpMkLst>
            <pc:docMk/>
            <pc:sldMk cId="746937234" sldId="285"/>
            <ac:cxnSpMk id="8" creationId="{4554495C-B052-DF98-8522-7BFCF321EB57}"/>
          </ac:cxnSpMkLst>
        </pc:cxnChg>
      </pc:sldChg>
      <pc:sldChg chg="addSp delSp modSp new del mod">
        <pc:chgData name="Muhammad Fikri Hasani" userId="ada500cb4dc7801b" providerId="LiveId" clId="{772B5DDA-072E-4B19-A19B-E0923AD7A294}" dt="2023-12-08T04:48:20.920" v="7046" actId="47"/>
        <pc:sldMkLst>
          <pc:docMk/>
          <pc:sldMk cId="362410701" sldId="286"/>
        </pc:sldMkLst>
        <pc:spChg chg="mod">
          <ac:chgData name="Muhammad Fikri Hasani" userId="ada500cb4dc7801b" providerId="LiveId" clId="{772B5DDA-072E-4B19-A19B-E0923AD7A294}" dt="2023-12-02T08:15:54.873" v="1723" actId="27636"/>
          <ac:spMkLst>
            <pc:docMk/>
            <pc:sldMk cId="362410701" sldId="286"/>
            <ac:spMk id="2" creationId="{B9AB3630-5B4F-71B4-3946-90F3E151C49D}"/>
          </ac:spMkLst>
        </pc:spChg>
        <pc:spChg chg="mod">
          <ac:chgData name="Muhammad Fikri Hasani" userId="ada500cb4dc7801b" providerId="LiveId" clId="{772B5DDA-072E-4B19-A19B-E0923AD7A294}" dt="2023-12-02T08:15:58.584" v="1739" actId="20577"/>
          <ac:spMkLst>
            <pc:docMk/>
            <pc:sldMk cId="362410701" sldId="286"/>
            <ac:spMk id="3" creationId="{6A9F0D14-E798-A8C2-4B25-A0803A9F0965}"/>
          </ac:spMkLst>
        </pc:spChg>
        <pc:spChg chg="del">
          <ac:chgData name="Muhammad Fikri Hasani" userId="ada500cb4dc7801b" providerId="LiveId" clId="{772B5DDA-072E-4B19-A19B-E0923AD7A294}" dt="2023-12-02T08:16:09.080" v="1740"/>
          <ac:spMkLst>
            <pc:docMk/>
            <pc:sldMk cId="362410701" sldId="286"/>
            <ac:spMk id="4" creationId="{5DACD479-B2F7-5840-D4D0-4669467BECA0}"/>
          </ac:spMkLst>
        </pc:spChg>
        <pc:picChg chg="add mod">
          <ac:chgData name="Muhammad Fikri Hasani" userId="ada500cb4dc7801b" providerId="LiveId" clId="{772B5DDA-072E-4B19-A19B-E0923AD7A294}" dt="2023-12-02T08:16:12.599" v="1743" actId="14100"/>
          <ac:picMkLst>
            <pc:docMk/>
            <pc:sldMk cId="362410701" sldId="286"/>
            <ac:picMk id="5" creationId="{9149E2BF-C324-A0F2-FF1B-549AD1B5CE70}"/>
          </ac:picMkLst>
        </pc:picChg>
      </pc:sldChg>
      <pc:sldChg chg="modSp new mod">
        <pc:chgData name="Muhammad Fikri Hasani" userId="ada500cb4dc7801b" providerId="LiveId" clId="{772B5DDA-072E-4B19-A19B-E0923AD7A294}" dt="2023-12-19T01:39:08.453" v="8180"/>
        <pc:sldMkLst>
          <pc:docMk/>
          <pc:sldMk cId="118616448" sldId="287"/>
        </pc:sldMkLst>
        <pc:spChg chg="mod">
          <ac:chgData name="Muhammad Fikri Hasani" userId="ada500cb4dc7801b" providerId="LiveId" clId="{772B5DDA-072E-4B19-A19B-E0923AD7A294}" dt="2023-12-19T01:39:08.453" v="8180"/>
          <ac:spMkLst>
            <pc:docMk/>
            <pc:sldMk cId="118616448" sldId="287"/>
            <ac:spMk id="2" creationId="{8F7D7A73-9476-E839-9C9A-5D39EC0C9368}"/>
          </ac:spMkLst>
        </pc:spChg>
        <pc:spChg chg="mod">
          <ac:chgData name="Muhammad Fikri Hasani" userId="ada500cb4dc7801b" providerId="LiveId" clId="{772B5DDA-072E-4B19-A19B-E0923AD7A294}" dt="2023-12-02T08:38:18.845" v="1752" actId="20577"/>
          <ac:spMkLst>
            <pc:docMk/>
            <pc:sldMk cId="118616448" sldId="287"/>
            <ac:spMk id="3" creationId="{4652CD47-C031-A302-4337-D8A3D6072054}"/>
          </ac:spMkLst>
        </pc:spChg>
        <pc:spChg chg="mod">
          <ac:chgData name="Muhammad Fikri Hasani" userId="ada500cb4dc7801b" providerId="LiveId" clId="{772B5DDA-072E-4B19-A19B-E0923AD7A294}" dt="2023-12-02T08:38:42.871" v="1799" actId="20577"/>
          <ac:spMkLst>
            <pc:docMk/>
            <pc:sldMk cId="118616448" sldId="287"/>
            <ac:spMk id="4" creationId="{1460D16B-B554-0879-3424-BE80D11886CE}"/>
          </ac:spMkLst>
        </pc:spChg>
      </pc:sldChg>
      <pc:sldChg chg="addSp modSp mod">
        <pc:chgData name="Muhammad Fikri Hasani" userId="ada500cb4dc7801b" providerId="LiveId" clId="{772B5DDA-072E-4B19-A19B-E0923AD7A294}" dt="2023-12-19T01:39:05.671" v="8179" actId="27636"/>
        <pc:sldMkLst>
          <pc:docMk/>
          <pc:sldMk cId="640821483" sldId="288"/>
        </pc:sldMkLst>
        <pc:spChg chg="mod">
          <ac:chgData name="Muhammad Fikri Hasani" userId="ada500cb4dc7801b" providerId="LiveId" clId="{772B5DDA-072E-4B19-A19B-E0923AD7A294}" dt="2023-12-19T01:39:05.671" v="8179" actId="27636"/>
          <ac:spMkLst>
            <pc:docMk/>
            <pc:sldMk cId="640821483" sldId="288"/>
            <ac:spMk id="2" creationId="{234C3503-9E8B-A96A-8858-EC677B9E09C0}"/>
          </ac:spMkLst>
        </pc:spChg>
        <pc:spChg chg="mod">
          <ac:chgData name="Muhammad Fikri Hasani" userId="ada500cb4dc7801b" providerId="LiveId" clId="{772B5DDA-072E-4B19-A19B-E0923AD7A294}" dt="2023-12-08T01:28:47.964" v="2180" actId="20577"/>
          <ac:spMkLst>
            <pc:docMk/>
            <pc:sldMk cId="640821483" sldId="288"/>
            <ac:spMk id="3" creationId="{82CCEE04-59E6-38FF-996D-62DB9CC99864}"/>
          </ac:spMkLst>
        </pc:spChg>
        <pc:spChg chg="mod">
          <ac:chgData name="Muhammad Fikri Hasani" userId="ada500cb4dc7801b" providerId="LiveId" clId="{772B5DDA-072E-4B19-A19B-E0923AD7A294}" dt="2023-12-08T01:28:30.669" v="2139" actId="20577"/>
          <ac:spMkLst>
            <pc:docMk/>
            <pc:sldMk cId="640821483" sldId="288"/>
            <ac:spMk id="4" creationId="{6D36412F-3B8C-9D34-B320-6E2DB52BE5A3}"/>
          </ac:spMkLst>
        </pc:spChg>
        <pc:picChg chg="add mod">
          <ac:chgData name="Muhammad Fikri Hasani" userId="ada500cb4dc7801b" providerId="LiveId" clId="{772B5DDA-072E-4B19-A19B-E0923AD7A294}" dt="2023-12-08T01:25:17.935" v="2053" actId="1076"/>
          <ac:picMkLst>
            <pc:docMk/>
            <pc:sldMk cId="640821483" sldId="288"/>
            <ac:picMk id="6" creationId="{945A868F-B2B9-0921-6A80-705695094C51}"/>
          </ac:picMkLst>
        </pc:picChg>
      </pc:sldChg>
      <pc:sldChg chg="modSp mod">
        <pc:chgData name="Muhammad Fikri Hasani" userId="ada500cb4dc7801b" providerId="LiveId" clId="{772B5DDA-072E-4B19-A19B-E0923AD7A294}" dt="2023-12-19T01:38:36.859" v="8165" actId="20577"/>
        <pc:sldMkLst>
          <pc:docMk/>
          <pc:sldMk cId="1226350815" sldId="289"/>
        </pc:sldMkLst>
        <pc:spChg chg="mod">
          <ac:chgData name="Muhammad Fikri Hasani" userId="ada500cb4dc7801b" providerId="LiveId" clId="{772B5DDA-072E-4B19-A19B-E0923AD7A294}" dt="2023-12-19T01:38:36.859" v="8165" actId="20577"/>
          <ac:spMkLst>
            <pc:docMk/>
            <pc:sldMk cId="1226350815" sldId="289"/>
            <ac:spMk id="2" creationId="{FE424D2C-37AE-DC36-9E6E-7E41ABB46ABC}"/>
          </ac:spMkLst>
        </pc:spChg>
        <pc:spChg chg="mod">
          <ac:chgData name="Muhammad Fikri Hasani" userId="ada500cb4dc7801b" providerId="LiveId" clId="{772B5DDA-072E-4B19-A19B-E0923AD7A294}" dt="2023-12-08T05:20:16.182" v="8096" actId="20577"/>
          <ac:spMkLst>
            <pc:docMk/>
            <pc:sldMk cId="1226350815" sldId="289"/>
            <ac:spMk id="3" creationId="{F816ED68-8E5A-6959-A30B-83EBDD8E1BCC}"/>
          </ac:spMkLst>
        </pc:spChg>
        <pc:spChg chg="mod">
          <ac:chgData name="Muhammad Fikri Hasani" userId="ada500cb4dc7801b" providerId="LiveId" clId="{772B5DDA-072E-4B19-A19B-E0923AD7A294}" dt="2023-12-08T05:20:13.244" v="8095" actId="27636"/>
          <ac:spMkLst>
            <pc:docMk/>
            <pc:sldMk cId="1226350815" sldId="289"/>
            <ac:spMk id="4" creationId="{758222AE-6EB4-03B7-DD8E-F8B868B81017}"/>
          </ac:spMkLst>
        </pc:spChg>
      </pc:sldChg>
      <pc:sldChg chg="addSp modSp new mod">
        <pc:chgData name="Muhammad Fikri Hasani" userId="ada500cb4dc7801b" providerId="LiveId" clId="{772B5DDA-072E-4B19-A19B-E0923AD7A294}" dt="2023-12-19T01:38:40.512" v="8166"/>
        <pc:sldMkLst>
          <pc:docMk/>
          <pc:sldMk cId="1361522196" sldId="290"/>
        </pc:sldMkLst>
        <pc:spChg chg="mod">
          <ac:chgData name="Muhammad Fikri Hasani" userId="ada500cb4dc7801b" providerId="LiveId" clId="{772B5DDA-072E-4B19-A19B-E0923AD7A294}" dt="2023-12-19T01:38:40.512" v="8166"/>
          <ac:spMkLst>
            <pc:docMk/>
            <pc:sldMk cId="1361522196" sldId="290"/>
            <ac:spMk id="2" creationId="{A497B4EF-7FF1-7BF6-E0C1-AA9EBB5CE43D}"/>
          </ac:spMkLst>
        </pc:spChg>
        <pc:spChg chg="mod">
          <ac:chgData name="Muhammad Fikri Hasani" userId="ada500cb4dc7801b" providerId="LiveId" clId="{772B5DDA-072E-4B19-A19B-E0923AD7A294}" dt="2023-12-08T04:27:54.127" v="5998"/>
          <ac:spMkLst>
            <pc:docMk/>
            <pc:sldMk cId="1361522196" sldId="290"/>
            <ac:spMk id="3" creationId="{85856771-F058-0DC2-592D-B19E4792AB71}"/>
          </ac:spMkLst>
        </pc:spChg>
        <pc:spChg chg="mod">
          <ac:chgData name="Muhammad Fikri Hasani" userId="ada500cb4dc7801b" providerId="LiveId" clId="{772B5DDA-072E-4B19-A19B-E0923AD7A294}" dt="2023-12-08T04:29:13.736" v="6050" actId="20577"/>
          <ac:spMkLst>
            <pc:docMk/>
            <pc:sldMk cId="1361522196" sldId="290"/>
            <ac:spMk id="4" creationId="{80CE963A-BC85-17A0-B75A-AA4537DDE5D3}"/>
          </ac:spMkLst>
        </pc:spChg>
        <pc:picChg chg="add mod">
          <ac:chgData name="Muhammad Fikri Hasani" userId="ada500cb4dc7801b" providerId="LiveId" clId="{772B5DDA-072E-4B19-A19B-E0923AD7A294}" dt="2023-12-08T04:36:12.087" v="6052" actId="1076"/>
          <ac:picMkLst>
            <pc:docMk/>
            <pc:sldMk cId="1361522196" sldId="290"/>
            <ac:picMk id="6" creationId="{8DAA21B4-9B6E-D0A8-7B16-645E3AF772A9}"/>
          </ac:picMkLst>
        </pc:picChg>
        <pc:picChg chg="add mod">
          <ac:chgData name="Muhammad Fikri Hasani" userId="ada500cb4dc7801b" providerId="LiveId" clId="{772B5DDA-072E-4B19-A19B-E0923AD7A294}" dt="2023-12-08T04:36:10.443" v="6051" actId="1076"/>
          <ac:picMkLst>
            <pc:docMk/>
            <pc:sldMk cId="1361522196" sldId="290"/>
            <ac:picMk id="8" creationId="{A27D5571-231C-EBF5-50DD-79DDEA49CC2A}"/>
          </ac:picMkLst>
        </pc:picChg>
      </pc:sldChg>
      <pc:sldChg chg="addSp modSp new mod">
        <pc:chgData name="Muhammad Fikri Hasani" userId="ada500cb4dc7801b" providerId="LiveId" clId="{772B5DDA-072E-4B19-A19B-E0923AD7A294}" dt="2023-12-19T01:38:27.013" v="8162" actId="20577"/>
        <pc:sldMkLst>
          <pc:docMk/>
          <pc:sldMk cId="1061038209" sldId="291"/>
        </pc:sldMkLst>
        <pc:spChg chg="mod">
          <ac:chgData name="Muhammad Fikri Hasani" userId="ada500cb4dc7801b" providerId="LiveId" clId="{772B5DDA-072E-4B19-A19B-E0923AD7A294}" dt="2023-12-19T01:38:27.013" v="8162" actId="20577"/>
          <ac:spMkLst>
            <pc:docMk/>
            <pc:sldMk cId="1061038209" sldId="291"/>
            <ac:spMk id="2" creationId="{867915DA-9C50-EA19-E8F9-D08F21E3B9F2}"/>
          </ac:spMkLst>
        </pc:spChg>
        <pc:spChg chg="mod">
          <ac:chgData name="Muhammad Fikri Hasani" userId="ada500cb4dc7801b" providerId="LiveId" clId="{772B5DDA-072E-4B19-A19B-E0923AD7A294}" dt="2023-12-08T00:33:48.132" v="1915" actId="20577"/>
          <ac:spMkLst>
            <pc:docMk/>
            <pc:sldMk cId="1061038209" sldId="291"/>
            <ac:spMk id="3" creationId="{34F71E6F-42F9-3302-D831-431F71C63FDF}"/>
          </ac:spMkLst>
        </pc:spChg>
        <pc:spChg chg="mod">
          <ac:chgData name="Muhammad Fikri Hasani" userId="ada500cb4dc7801b" providerId="LiveId" clId="{772B5DDA-072E-4B19-A19B-E0923AD7A294}" dt="2023-12-08T04:45:20.668" v="7044" actId="14100"/>
          <ac:spMkLst>
            <pc:docMk/>
            <pc:sldMk cId="1061038209" sldId="291"/>
            <ac:spMk id="4" creationId="{6452AD62-1AFE-8265-4ABA-BF241819D5B8}"/>
          </ac:spMkLst>
        </pc:spChg>
        <pc:picChg chg="add mod">
          <ac:chgData name="Muhammad Fikri Hasani" userId="ada500cb4dc7801b" providerId="LiveId" clId="{772B5DDA-072E-4B19-A19B-E0923AD7A294}" dt="2023-12-08T04:43:21.188" v="6871" actId="14100"/>
          <ac:picMkLst>
            <pc:docMk/>
            <pc:sldMk cId="1061038209" sldId="291"/>
            <ac:picMk id="6" creationId="{5837F89D-4B72-B4F0-CB6B-A8BA5F0E6706}"/>
          </ac:picMkLst>
        </pc:picChg>
        <pc:picChg chg="add mod">
          <ac:chgData name="Muhammad Fikri Hasani" userId="ada500cb4dc7801b" providerId="LiveId" clId="{772B5DDA-072E-4B19-A19B-E0923AD7A294}" dt="2023-12-08T04:44:23.442" v="6874" actId="1076"/>
          <ac:picMkLst>
            <pc:docMk/>
            <pc:sldMk cId="1061038209" sldId="291"/>
            <ac:picMk id="8" creationId="{A867E7EC-25C7-1875-BADA-7ED1C84E328C}"/>
          </ac:picMkLst>
        </pc:picChg>
        <pc:picChg chg="add mod">
          <ac:chgData name="Muhammad Fikri Hasani" userId="ada500cb4dc7801b" providerId="LiveId" clId="{772B5DDA-072E-4B19-A19B-E0923AD7A294}" dt="2023-12-08T04:44:41.028" v="6877" actId="14100"/>
          <ac:picMkLst>
            <pc:docMk/>
            <pc:sldMk cId="1061038209" sldId="291"/>
            <ac:picMk id="10" creationId="{80391149-3E8F-A606-3E36-6727C8E4FB8B}"/>
          </ac:picMkLst>
        </pc:picChg>
      </pc:sldChg>
      <pc:sldChg chg="new del">
        <pc:chgData name="Muhammad Fikri Hasani" userId="ada500cb4dc7801b" providerId="LiveId" clId="{772B5DDA-072E-4B19-A19B-E0923AD7A294}" dt="2023-12-08T01:28:53.831" v="2182" actId="47"/>
        <pc:sldMkLst>
          <pc:docMk/>
          <pc:sldMk cId="247341091" sldId="292"/>
        </pc:sldMkLst>
      </pc:sldChg>
      <pc:sldChg chg="addSp delSp modSp add mod">
        <pc:chgData name="Muhammad Fikri Hasani" userId="ada500cb4dc7801b" providerId="LiveId" clId="{772B5DDA-072E-4B19-A19B-E0923AD7A294}" dt="2023-12-19T01:39:01.959" v="8177" actId="27636"/>
        <pc:sldMkLst>
          <pc:docMk/>
          <pc:sldMk cId="1025481253" sldId="293"/>
        </pc:sldMkLst>
        <pc:spChg chg="mod">
          <ac:chgData name="Muhammad Fikri Hasani" userId="ada500cb4dc7801b" providerId="LiveId" clId="{772B5DDA-072E-4B19-A19B-E0923AD7A294}" dt="2023-12-19T01:39:01.959" v="8177" actId="27636"/>
          <ac:spMkLst>
            <pc:docMk/>
            <pc:sldMk cId="1025481253" sldId="293"/>
            <ac:spMk id="2" creationId="{234C3503-9E8B-A96A-8858-EC677B9E09C0}"/>
          </ac:spMkLst>
        </pc:spChg>
        <pc:spChg chg="mod">
          <ac:chgData name="Muhammad Fikri Hasani" userId="ada500cb4dc7801b" providerId="LiveId" clId="{772B5DDA-072E-4B19-A19B-E0923AD7A294}" dt="2023-12-08T01:38:03.699" v="2906" actId="20577"/>
          <ac:spMkLst>
            <pc:docMk/>
            <pc:sldMk cId="1025481253" sldId="293"/>
            <ac:spMk id="4" creationId="{6D36412F-3B8C-9D34-B320-6E2DB52BE5A3}"/>
          </ac:spMkLst>
        </pc:spChg>
        <pc:picChg chg="del">
          <ac:chgData name="Muhammad Fikri Hasani" userId="ada500cb4dc7801b" providerId="LiveId" clId="{772B5DDA-072E-4B19-A19B-E0923AD7A294}" dt="2023-12-08T01:29:15.222" v="2212" actId="478"/>
          <ac:picMkLst>
            <pc:docMk/>
            <pc:sldMk cId="1025481253" sldId="293"/>
            <ac:picMk id="6" creationId="{945A868F-B2B9-0921-6A80-705695094C51}"/>
          </ac:picMkLst>
        </pc:picChg>
        <pc:picChg chg="add del mod">
          <ac:chgData name="Muhammad Fikri Hasani" userId="ada500cb4dc7801b" providerId="LiveId" clId="{772B5DDA-072E-4B19-A19B-E0923AD7A294}" dt="2023-12-08T01:32:43.879" v="2216" actId="478"/>
          <ac:picMkLst>
            <pc:docMk/>
            <pc:sldMk cId="1025481253" sldId="293"/>
            <ac:picMk id="7" creationId="{60716847-01E2-343A-3A0D-4B73F09D73BC}"/>
          </ac:picMkLst>
        </pc:picChg>
        <pc:picChg chg="add mod">
          <ac:chgData name="Muhammad Fikri Hasani" userId="ada500cb4dc7801b" providerId="LiveId" clId="{772B5DDA-072E-4B19-A19B-E0923AD7A294}" dt="2023-12-08T01:37:49.391" v="2897" actId="1076"/>
          <ac:picMkLst>
            <pc:docMk/>
            <pc:sldMk cId="1025481253" sldId="293"/>
            <ac:picMk id="9" creationId="{E94EAD36-873B-F6DB-6A39-F7AD53262656}"/>
          </ac:picMkLst>
        </pc:picChg>
        <pc:picChg chg="add mod">
          <ac:chgData name="Muhammad Fikri Hasani" userId="ada500cb4dc7801b" providerId="LiveId" clId="{772B5DDA-072E-4B19-A19B-E0923AD7A294}" dt="2023-12-08T01:37:54.872" v="2899" actId="1076"/>
          <ac:picMkLst>
            <pc:docMk/>
            <pc:sldMk cId="1025481253" sldId="293"/>
            <ac:picMk id="11" creationId="{D7C00592-978B-0DA0-88EB-3289D1177A29}"/>
          </ac:picMkLst>
        </pc:picChg>
      </pc:sldChg>
      <pc:sldChg chg="addSp delSp modSp new mod">
        <pc:chgData name="Muhammad Fikri Hasani" userId="ada500cb4dc7801b" providerId="LiveId" clId="{772B5DDA-072E-4B19-A19B-E0923AD7A294}" dt="2023-12-19T01:38:44.072" v="8167"/>
        <pc:sldMkLst>
          <pc:docMk/>
          <pc:sldMk cId="3951072876" sldId="294"/>
        </pc:sldMkLst>
        <pc:spChg chg="mod">
          <ac:chgData name="Muhammad Fikri Hasani" userId="ada500cb4dc7801b" providerId="LiveId" clId="{772B5DDA-072E-4B19-A19B-E0923AD7A294}" dt="2023-12-19T01:38:44.072" v="8167"/>
          <ac:spMkLst>
            <pc:docMk/>
            <pc:sldMk cId="3951072876" sldId="294"/>
            <ac:spMk id="2" creationId="{797250B2-EA48-2717-753D-EAB06EED0151}"/>
          </ac:spMkLst>
        </pc:spChg>
        <pc:spChg chg="mod">
          <ac:chgData name="Muhammad Fikri Hasani" userId="ada500cb4dc7801b" providerId="LiveId" clId="{772B5DDA-072E-4B19-A19B-E0923AD7A294}" dt="2023-12-08T01:38:28.425" v="2966" actId="20577"/>
          <ac:spMkLst>
            <pc:docMk/>
            <pc:sldMk cId="3951072876" sldId="294"/>
            <ac:spMk id="3" creationId="{C0CA36AD-AF62-C3CC-675F-477E8AFC4641}"/>
          </ac:spMkLst>
        </pc:spChg>
        <pc:spChg chg="mod">
          <ac:chgData name="Muhammad Fikri Hasani" userId="ada500cb4dc7801b" providerId="LiveId" clId="{772B5DDA-072E-4B19-A19B-E0923AD7A294}" dt="2023-12-08T04:26:43.839" v="5838" actId="20577"/>
          <ac:spMkLst>
            <pc:docMk/>
            <pc:sldMk cId="3951072876" sldId="294"/>
            <ac:spMk id="4" creationId="{93B95A24-FE80-EF91-4CF2-3D31E78B25AE}"/>
          </ac:spMkLst>
        </pc:spChg>
        <pc:picChg chg="add del mod">
          <ac:chgData name="Muhammad Fikri Hasani" userId="ada500cb4dc7801b" providerId="LiveId" clId="{772B5DDA-072E-4B19-A19B-E0923AD7A294}" dt="2023-12-08T04:20:41.845" v="5686" actId="478"/>
          <ac:picMkLst>
            <pc:docMk/>
            <pc:sldMk cId="3951072876" sldId="294"/>
            <ac:picMk id="6" creationId="{6837DB73-3FE1-2365-3A6F-3F628BDC1CAB}"/>
          </ac:picMkLst>
        </pc:picChg>
        <pc:picChg chg="add mod">
          <ac:chgData name="Muhammad Fikri Hasani" userId="ada500cb4dc7801b" providerId="LiveId" clId="{772B5DDA-072E-4B19-A19B-E0923AD7A294}" dt="2023-12-08T04:26:28.684" v="5758" actId="1076"/>
          <ac:picMkLst>
            <pc:docMk/>
            <pc:sldMk cId="3951072876" sldId="294"/>
            <ac:picMk id="8" creationId="{C65C4595-C1CC-72E0-E68B-FB4D48131248}"/>
          </ac:picMkLst>
        </pc:picChg>
        <pc:picChg chg="add del mod">
          <ac:chgData name="Muhammad Fikri Hasani" userId="ada500cb4dc7801b" providerId="LiveId" clId="{772B5DDA-072E-4B19-A19B-E0923AD7A294}" dt="2023-12-08T04:26:00.090" v="5698" actId="478"/>
          <ac:picMkLst>
            <pc:docMk/>
            <pc:sldMk cId="3951072876" sldId="294"/>
            <ac:picMk id="10" creationId="{341ABA09-98C9-A359-84E2-A34E1F0F629A}"/>
          </ac:picMkLst>
        </pc:picChg>
      </pc:sldChg>
      <pc:sldChg chg="addSp delSp modSp add mod">
        <pc:chgData name="Muhammad Fikri Hasani" userId="ada500cb4dc7801b" providerId="LiveId" clId="{772B5DDA-072E-4B19-A19B-E0923AD7A294}" dt="2023-12-19T01:38:58.248" v="8175" actId="27636"/>
        <pc:sldMkLst>
          <pc:docMk/>
          <pc:sldMk cId="2391249211" sldId="295"/>
        </pc:sldMkLst>
        <pc:spChg chg="mod">
          <ac:chgData name="Muhammad Fikri Hasani" userId="ada500cb4dc7801b" providerId="LiveId" clId="{772B5DDA-072E-4B19-A19B-E0923AD7A294}" dt="2023-12-19T01:38:58.248" v="8175" actId="27636"/>
          <ac:spMkLst>
            <pc:docMk/>
            <pc:sldMk cId="2391249211" sldId="295"/>
            <ac:spMk id="2" creationId="{234C3503-9E8B-A96A-8858-EC677B9E09C0}"/>
          </ac:spMkLst>
        </pc:spChg>
        <pc:spChg chg="mod">
          <ac:chgData name="Muhammad Fikri Hasani" userId="ada500cb4dc7801b" providerId="LiveId" clId="{772B5DDA-072E-4B19-A19B-E0923AD7A294}" dt="2023-12-08T01:59:59.583" v="3745" actId="20577"/>
          <ac:spMkLst>
            <pc:docMk/>
            <pc:sldMk cId="2391249211" sldId="295"/>
            <ac:spMk id="4" creationId="{6D36412F-3B8C-9D34-B320-6E2DB52BE5A3}"/>
          </ac:spMkLst>
        </pc:spChg>
        <pc:picChg chg="add mod">
          <ac:chgData name="Muhammad Fikri Hasani" userId="ada500cb4dc7801b" providerId="LiveId" clId="{772B5DDA-072E-4B19-A19B-E0923AD7A294}" dt="2023-12-08T02:00:28.737" v="3754" actId="1076"/>
          <ac:picMkLst>
            <pc:docMk/>
            <pc:sldMk cId="2391249211" sldId="295"/>
            <ac:picMk id="6" creationId="{53F8F40C-E924-AE43-AA10-72C67AF7F7DE}"/>
          </ac:picMkLst>
        </pc:picChg>
        <pc:picChg chg="add mod">
          <ac:chgData name="Muhammad Fikri Hasani" userId="ada500cb4dc7801b" providerId="LiveId" clId="{772B5DDA-072E-4B19-A19B-E0923AD7A294}" dt="2023-12-08T02:00:32.032" v="3756" actId="14100"/>
          <ac:picMkLst>
            <pc:docMk/>
            <pc:sldMk cId="2391249211" sldId="295"/>
            <ac:picMk id="8" creationId="{F1D63850-2B39-FE7D-DCE9-FD82ADE6F6D5}"/>
          </ac:picMkLst>
        </pc:picChg>
        <pc:picChg chg="del">
          <ac:chgData name="Muhammad Fikri Hasani" userId="ada500cb4dc7801b" providerId="LiveId" clId="{772B5DDA-072E-4B19-A19B-E0923AD7A294}" dt="2023-12-08T01:43:05.150" v="3241" actId="478"/>
          <ac:picMkLst>
            <pc:docMk/>
            <pc:sldMk cId="2391249211" sldId="295"/>
            <ac:picMk id="9" creationId="{E94EAD36-873B-F6DB-6A39-F7AD53262656}"/>
          </ac:picMkLst>
        </pc:picChg>
        <pc:picChg chg="del">
          <ac:chgData name="Muhammad Fikri Hasani" userId="ada500cb4dc7801b" providerId="LiveId" clId="{772B5DDA-072E-4B19-A19B-E0923AD7A294}" dt="2023-12-08T01:43:03.674" v="3240" actId="478"/>
          <ac:picMkLst>
            <pc:docMk/>
            <pc:sldMk cId="2391249211" sldId="295"/>
            <ac:picMk id="11" creationId="{D7C00592-978B-0DA0-88EB-3289D1177A29}"/>
          </ac:picMkLst>
        </pc:picChg>
      </pc:sldChg>
      <pc:sldChg chg="modSp add mod">
        <pc:chgData name="Muhammad Fikri Hasani" userId="ada500cb4dc7801b" providerId="LiveId" clId="{772B5DDA-072E-4B19-A19B-E0923AD7A294}" dt="2023-12-19T01:38:54.959" v="8173" actId="27636"/>
        <pc:sldMkLst>
          <pc:docMk/>
          <pc:sldMk cId="3074250461" sldId="296"/>
        </pc:sldMkLst>
        <pc:spChg chg="mod">
          <ac:chgData name="Muhammad Fikri Hasani" userId="ada500cb4dc7801b" providerId="LiveId" clId="{772B5DDA-072E-4B19-A19B-E0923AD7A294}" dt="2023-12-19T01:38:54.959" v="8173" actId="27636"/>
          <ac:spMkLst>
            <pc:docMk/>
            <pc:sldMk cId="3074250461" sldId="296"/>
            <ac:spMk id="2" creationId="{234C3503-9E8B-A96A-8858-EC677B9E09C0}"/>
          </ac:spMkLst>
        </pc:spChg>
      </pc:sldChg>
      <pc:sldChg chg="addSp delSp modSp add mod">
        <pc:chgData name="Muhammad Fikri Hasani" userId="ada500cb4dc7801b" providerId="LiveId" clId="{772B5DDA-072E-4B19-A19B-E0923AD7A294}" dt="2023-12-19T01:38:52.289" v="8171" actId="27636"/>
        <pc:sldMkLst>
          <pc:docMk/>
          <pc:sldMk cId="683026448" sldId="297"/>
        </pc:sldMkLst>
        <pc:spChg chg="mod">
          <ac:chgData name="Muhammad Fikri Hasani" userId="ada500cb4dc7801b" providerId="LiveId" clId="{772B5DDA-072E-4B19-A19B-E0923AD7A294}" dt="2023-12-19T01:38:52.289" v="8171" actId="27636"/>
          <ac:spMkLst>
            <pc:docMk/>
            <pc:sldMk cId="683026448" sldId="297"/>
            <ac:spMk id="2" creationId="{234C3503-9E8B-A96A-8858-EC677B9E09C0}"/>
          </ac:spMkLst>
        </pc:spChg>
        <pc:spChg chg="mod">
          <ac:chgData name="Muhammad Fikri Hasani" userId="ada500cb4dc7801b" providerId="LiveId" clId="{772B5DDA-072E-4B19-A19B-E0923AD7A294}" dt="2023-12-08T02:52:15.722" v="4725" actId="20577"/>
          <ac:spMkLst>
            <pc:docMk/>
            <pc:sldMk cId="683026448" sldId="297"/>
            <ac:spMk id="4" creationId="{6D36412F-3B8C-9D34-B320-6E2DB52BE5A3}"/>
          </ac:spMkLst>
        </pc:spChg>
        <pc:picChg chg="del">
          <ac:chgData name="Muhammad Fikri Hasani" userId="ada500cb4dc7801b" providerId="LiveId" clId="{772B5DDA-072E-4B19-A19B-E0923AD7A294}" dt="2023-12-08T02:38:44.681" v="3821" actId="478"/>
          <ac:picMkLst>
            <pc:docMk/>
            <pc:sldMk cId="683026448" sldId="297"/>
            <ac:picMk id="6" creationId="{53F8F40C-E924-AE43-AA10-72C67AF7F7DE}"/>
          </ac:picMkLst>
        </pc:picChg>
        <pc:picChg chg="add del mod">
          <ac:chgData name="Muhammad Fikri Hasani" userId="ada500cb4dc7801b" providerId="LiveId" clId="{772B5DDA-072E-4B19-A19B-E0923AD7A294}" dt="2023-12-08T02:54:03.710" v="4748" actId="478"/>
          <ac:picMkLst>
            <pc:docMk/>
            <pc:sldMk cId="683026448" sldId="297"/>
            <ac:picMk id="7" creationId="{FCFC1420-94AA-76FB-B084-F256566A5AA5}"/>
          </ac:picMkLst>
        </pc:picChg>
        <pc:picChg chg="del">
          <ac:chgData name="Muhammad Fikri Hasani" userId="ada500cb4dc7801b" providerId="LiveId" clId="{772B5DDA-072E-4B19-A19B-E0923AD7A294}" dt="2023-12-08T02:38:44.681" v="3821" actId="478"/>
          <ac:picMkLst>
            <pc:docMk/>
            <pc:sldMk cId="683026448" sldId="297"/>
            <ac:picMk id="8" creationId="{F1D63850-2B39-FE7D-DCE9-FD82ADE6F6D5}"/>
          </ac:picMkLst>
        </pc:picChg>
        <pc:picChg chg="add mod">
          <ac:chgData name="Muhammad Fikri Hasani" userId="ada500cb4dc7801b" providerId="LiveId" clId="{772B5DDA-072E-4B19-A19B-E0923AD7A294}" dt="2023-12-08T02:54:09.204" v="4751" actId="14100"/>
          <ac:picMkLst>
            <pc:docMk/>
            <pc:sldMk cId="683026448" sldId="297"/>
            <ac:picMk id="10" creationId="{8210060D-C8B3-2153-8A56-A040C70D2D6C}"/>
          </ac:picMkLst>
        </pc:picChg>
      </pc:sldChg>
      <pc:sldChg chg="addSp delSp modSp add mod">
        <pc:chgData name="Muhammad Fikri Hasani" userId="ada500cb4dc7801b" providerId="LiveId" clId="{772B5DDA-072E-4B19-A19B-E0923AD7A294}" dt="2023-12-19T01:38:47.373" v="8169" actId="27636"/>
        <pc:sldMkLst>
          <pc:docMk/>
          <pc:sldMk cId="3166940965" sldId="298"/>
        </pc:sldMkLst>
        <pc:spChg chg="mod">
          <ac:chgData name="Muhammad Fikri Hasani" userId="ada500cb4dc7801b" providerId="LiveId" clId="{772B5DDA-072E-4B19-A19B-E0923AD7A294}" dt="2023-12-19T01:38:47.373" v="8169" actId="27636"/>
          <ac:spMkLst>
            <pc:docMk/>
            <pc:sldMk cId="3166940965" sldId="298"/>
            <ac:spMk id="2" creationId="{234C3503-9E8B-A96A-8858-EC677B9E09C0}"/>
          </ac:spMkLst>
        </pc:spChg>
        <pc:spChg chg="mod">
          <ac:chgData name="Muhammad Fikri Hasani" userId="ada500cb4dc7801b" providerId="LiveId" clId="{772B5DDA-072E-4B19-A19B-E0923AD7A294}" dt="2023-12-08T03:27:49.389" v="5500" actId="20577"/>
          <ac:spMkLst>
            <pc:docMk/>
            <pc:sldMk cId="3166940965" sldId="298"/>
            <ac:spMk id="4" creationId="{6D36412F-3B8C-9D34-B320-6E2DB52BE5A3}"/>
          </ac:spMkLst>
        </pc:spChg>
        <pc:spChg chg="add mod">
          <ac:chgData name="Muhammad Fikri Hasani" userId="ada500cb4dc7801b" providerId="LiveId" clId="{772B5DDA-072E-4B19-A19B-E0923AD7A294}" dt="2023-12-08T03:07:54.505" v="4776" actId="1076"/>
          <ac:spMkLst>
            <pc:docMk/>
            <pc:sldMk cId="3166940965" sldId="298"/>
            <ac:spMk id="16" creationId="{88AE7AE4-9858-A48D-DAE9-4BA0B8B2325A}"/>
          </ac:spMkLst>
        </pc:spChg>
        <pc:spChg chg="add mod">
          <ac:chgData name="Muhammad Fikri Hasani" userId="ada500cb4dc7801b" providerId="LiveId" clId="{772B5DDA-072E-4B19-A19B-E0923AD7A294}" dt="2023-12-08T03:08:00.628" v="4783" actId="20577"/>
          <ac:spMkLst>
            <pc:docMk/>
            <pc:sldMk cId="3166940965" sldId="298"/>
            <ac:spMk id="17" creationId="{80F3C92D-EE0E-8F2E-9FC4-94A66B34A16E}"/>
          </ac:spMkLst>
        </pc:spChg>
        <pc:picChg chg="add mod">
          <ac:chgData name="Muhammad Fikri Hasani" userId="ada500cb4dc7801b" providerId="LiveId" clId="{772B5DDA-072E-4B19-A19B-E0923AD7A294}" dt="2023-12-08T02:54:53.277" v="4756" actId="1076"/>
          <ac:picMkLst>
            <pc:docMk/>
            <pc:sldMk cId="3166940965" sldId="298"/>
            <ac:picMk id="6" creationId="{E6227426-6E22-63BD-6361-5E508AE7C8EB}"/>
          </ac:picMkLst>
        </pc:picChg>
        <pc:picChg chg="del">
          <ac:chgData name="Muhammad Fikri Hasani" userId="ada500cb4dc7801b" providerId="LiveId" clId="{772B5DDA-072E-4B19-A19B-E0923AD7A294}" dt="2023-12-08T02:53:14.787" v="4747" actId="478"/>
          <ac:picMkLst>
            <pc:docMk/>
            <pc:sldMk cId="3166940965" sldId="298"/>
            <ac:picMk id="7" creationId="{FCFC1420-94AA-76FB-B084-F256566A5AA5}"/>
          </ac:picMkLst>
        </pc:picChg>
        <pc:inkChg chg="add">
          <ac:chgData name="Muhammad Fikri Hasani" userId="ada500cb4dc7801b" providerId="LiveId" clId="{772B5DDA-072E-4B19-A19B-E0923AD7A294}" dt="2023-12-08T03:07:13.306" v="4757" actId="9405"/>
          <ac:inkMkLst>
            <pc:docMk/>
            <pc:sldMk cId="3166940965" sldId="298"/>
            <ac:inkMk id="8" creationId="{66EDF783-60AF-AC59-BEE6-6774249DAE80}"/>
          </ac:inkMkLst>
        </pc:inkChg>
        <pc:inkChg chg="add del">
          <ac:chgData name="Muhammad Fikri Hasani" userId="ada500cb4dc7801b" providerId="LiveId" clId="{772B5DDA-072E-4B19-A19B-E0923AD7A294}" dt="2023-12-08T03:07:22.820" v="4761" actId="9405"/>
          <ac:inkMkLst>
            <pc:docMk/>
            <pc:sldMk cId="3166940965" sldId="298"/>
            <ac:inkMk id="9" creationId="{C1BD95DE-3A02-9AA9-324F-EE42013D05F2}"/>
          </ac:inkMkLst>
        </pc:inkChg>
        <pc:inkChg chg="add del">
          <ac:chgData name="Muhammad Fikri Hasani" userId="ada500cb4dc7801b" providerId="LiveId" clId="{772B5DDA-072E-4B19-A19B-E0923AD7A294}" dt="2023-12-08T03:07:22.092" v="4760" actId="9405"/>
          <ac:inkMkLst>
            <pc:docMk/>
            <pc:sldMk cId="3166940965" sldId="298"/>
            <ac:inkMk id="10" creationId="{9F6F2A8F-03FC-56B6-C5D7-8AF54259F5C2}"/>
          </ac:inkMkLst>
        </pc:inkChg>
        <pc:inkChg chg="add del">
          <ac:chgData name="Muhammad Fikri Hasani" userId="ada500cb4dc7801b" providerId="LiveId" clId="{772B5DDA-072E-4B19-A19B-E0923AD7A294}" dt="2023-12-08T03:07:31.283" v="4763" actId="9405"/>
          <ac:inkMkLst>
            <pc:docMk/>
            <pc:sldMk cId="3166940965" sldId="298"/>
            <ac:inkMk id="11" creationId="{4573DE56-96E1-F7A7-F415-0C41C3610796}"/>
          </ac:inkMkLst>
        </pc:inkChg>
        <pc:inkChg chg="add del">
          <ac:chgData name="Muhammad Fikri Hasani" userId="ada500cb4dc7801b" providerId="LiveId" clId="{772B5DDA-072E-4B19-A19B-E0923AD7A294}" dt="2023-12-08T03:07:32.624" v="4765" actId="9405"/>
          <ac:inkMkLst>
            <pc:docMk/>
            <pc:sldMk cId="3166940965" sldId="298"/>
            <ac:inkMk id="12" creationId="{73F0BFC4-4489-AD1F-22C0-A8BE4076E1B9}"/>
          </ac:inkMkLst>
        </pc:inkChg>
        <pc:inkChg chg="add">
          <ac:chgData name="Muhammad Fikri Hasani" userId="ada500cb4dc7801b" providerId="LiveId" clId="{772B5DDA-072E-4B19-A19B-E0923AD7A294}" dt="2023-12-08T03:07:40.765" v="4766" actId="9405"/>
          <ac:inkMkLst>
            <pc:docMk/>
            <pc:sldMk cId="3166940965" sldId="298"/>
            <ac:inkMk id="13" creationId="{7C8C9F2A-8E3E-3AAE-92BD-04B3636CEBBA}"/>
          </ac:inkMkLst>
        </pc:inkChg>
        <pc:inkChg chg="add">
          <ac:chgData name="Muhammad Fikri Hasani" userId="ada500cb4dc7801b" providerId="LiveId" clId="{772B5DDA-072E-4B19-A19B-E0923AD7A294}" dt="2023-12-08T03:07:43.626" v="4767" actId="9405"/>
          <ac:inkMkLst>
            <pc:docMk/>
            <pc:sldMk cId="3166940965" sldId="298"/>
            <ac:inkMk id="14" creationId="{2C838BB7-3611-7C5F-43BB-3F8407134CA2}"/>
          </ac:inkMkLst>
        </pc:inkChg>
        <pc:inkChg chg="add">
          <ac:chgData name="Muhammad Fikri Hasani" userId="ada500cb4dc7801b" providerId="LiveId" clId="{772B5DDA-072E-4B19-A19B-E0923AD7A294}" dt="2023-12-08T03:07:46.194" v="4768" actId="9405"/>
          <ac:inkMkLst>
            <pc:docMk/>
            <pc:sldMk cId="3166940965" sldId="298"/>
            <ac:inkMk id="15" creationId="{5A11FD3F-4123-000F-EF22-D64FC0BFA0F1}"/>
          </ac:inkMkLst>
        </pc:inkChg>
      </pc:sldChg>
      <pc:sldChg chg="addSp delSp modSp new mod">
        <pc:chgData name="Muhammad Fikri Hasani" userId="ada500cb4dc7801b" providerId="LiveId" clId="{772B5DDA-072E-4B19-A19B-E0923AD7A294}" dt="2023-12-19T01:38:19.406" v="8159" actId="20577"/>
        <pc:sldMkLst>
          <pc:docMk/>
          <pc:sldMk cId="964930529" sldId="299"/>
        </pc:sldMkLst>
        <pc:spChg chg="mod">
          <ac:chgData name="Muhammad Fikri Hasani" userId="ada500cb4dc7801b" providerId="LiveId" clId="{772B5DDA-072E-4B19-A19B-E0923AD7A294}" dt="2023-12-08T05:20:32.194" v="8112"/>
          <ac:spMkLst>
            <pc:docMk/>
            <pc:sldMk cId="964930529" sldId="299"/>
            <ac:spMk id="2" creationId="{BBD28AF8-3D33-AFA6-7D2D-3271FE96E06D}"/>
          </ac:spMkLst>
        </pc:spChg>
        <pc:spChg chg="mod">
          <ac:chgData name="Muhammad Fikri Hasani" userId="ada500cb4dc7801b" providerId="LiveId" clId="{772B5DDA-072E-4B19-A19B-E0923AD7A294}" dt="2023-12-08T05:20:35.243" v="8130" actId="20577"/>
          <ac:spMkLst>
            <pc:docMk/>
            <pc:sldMk cId="964930529" sldId="299"/>
            <ac:spMk id="3" creationId="{207B7DFA-0F82-8161-2E58-E3D47F1206F4}"/>
          </ac:spMkLst>
        </pc:spChg>
        <pc:spChg chg="mod">
          <ac:chgData name="Muhammad Fikri Hasani" userId="ada500cb4dc7801b" providerId="LiveId" clId="{772B5DDA-072E-4B19-A19B-E0923AD7A294}" dt="2023-12-19T01:38:19.406" v="8159" actId="20577"/>
          <ac:spMkLst>
            <pc:docMk/>
            <pc:sldMk cId="964930529" sldId="299"/>
            <ac:spMk id="4" creationId="{ACAE893F-16B8-CE2A-A328-0E4ED7190D76}"/>
          </ac:spMkLst>
        </pc:spChg>
        <pc:spChg chg="add del">
          <ac:chgData name="Muhammad Fikri Hasani" userId="ada500cb4dc7801b" providerId="LiveId" clId="{772B5DDA-072E-4B19-A19B-E0923AD7A294}" dt="2023-12-08T05:20:31.441" v="8111" actId="22"/>
          <ac:spMkLst>
            <pc:docMk/>
            <pc:sldMk cId="964930529" sldId="299"/>
            <ac:spMk id="6" creationId="{2FB35D11-0005-EA5A-5383-294A66EE8655}"/>
          </ac:spMkLst>
        </pc:spChg>
      </pc:sldChg>
    </pc:docChg>
  </pc:docChgLst>
  <pc:docChgLst>
    <pc:chgData name="Muhammad Fikri Hasani" userId="ada500cb4dc7801b" providerId="Windows Live" clId="Web-{BDE7F6C9-6967-443F-BF93-E56759E2C2C4}"/>
    <pc:docChg chg="addSld delSld modSld sldOrd">
      <pc:chgData name="Muhammad Fikri Hasani" userId="ada500cb4dc7801b" providerId="Windows Live" clId="Web-{BDE7F6C9-6967-443F-BF93-E56759E2C2C4}" dt="2023-12-06T10:12:09.109" v="782" actId="20577"/>
      <pc:docMkLst>
        <pc:docMk/>
      </pc:docMkLst>
      <pc:sldChg chg="modSp">
        <pc:chgData name="Muhammad Fikri Hasani" userId="ada500cb4dc7801b" providerId="Windows Live" clId="Web-{BDE7F6C9-6967-443F-BF93-E56759E2C2C4}" dt="2023-12-06T04:39:22.099" v="497" actId="20577"/>
        <pc:sldMkLst>
          <pc:docMk/>
          <pc:sldMk cId="2766454393" sldId="257"/>
        </pc:sldMkLst>
        <pc:spChg chg="mod">
          <ac:chgData name="Muhammad Fikri Hasani" userId="ada500cb4dc7801b" providerId="Windows Live" clId="Web-{BDE7F6C9-6967-443F-BF93-E56759E2C2C4}" dt="2023-12-06T04:39:22.099" v="497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modSp">
        <pc:chgData name="Muhammad Fikri Hasani" userId="ada500cb4dc7801b" providerId="Windows Live" clId="Web-{BDE7F6C9-6967-443F-BF93-E56759E2C2C4}" dt="2023-12-06T04:41:32.857" v="524" actId="14100"/>
        <pc:sldMkLst>
          <pc:docMk/>
          <pc:sldMk cId="3942114241" sldId="283"/>
        </pc:sldMkLst>
        <pc:spChg chg="mod">
          <ac:chgData name="Muhammad Fikri Hasani" userId="ada500cb4dc7801b" providerId="Windows Live" clId="Web-{BDE7F6C9-6967-443F-BF93-E56759E2C2C4}" dt="2023-12-06T04:41:32.857" v="524" actId="14100"/>
          <ac:spMkLst>
            <pc:docMk/>
            <pc:sldMk cId="3942114241" sldId="283"/>
            <ac:spMk id="4" creationId="{281E48F4-5769-1C09-E1A2-827502181790}"/>
          </ac:spMkLst>
        </pc:spChg>
      </pc:sldChg>
      <pc:sldChg chg="modSp ord">
        <pc:chgData name="Muhammad Fikri Hasani" userId="ada500cb4dc7801b" providerId="Windows Live" clId="Web-{BDE7F6C9-6967-443F-BF93-E56759E2C2C4}" dt="2023-12-06T04:41:42.514" v="526" actId="14100"/>
        <pc:sldMkLst>
          <pc:docMk/>
          <pc:sldMk cId="3883572305" sldId="284"/>
        </pc:sldMkLst>
        <pc:spChg chg="mod">
          <ac:chgData name="Muhammad Fikri Hasani" userId="ada500cb4dc7801b" providerId="Windows Live" clId="Web-{BDE7F6C9-6967-443F-BF93-E56759E2C2C4}" dt="2023-12-06T04:41:42.514" v="526" actId="14100"/>
          <ac:spMkLst>
            <pc:docMk/>
            <pc:sldMk cId="3883572305" sldId="284"/>
            <ac:spMk id="4" creationId="{CD36A718-C531-FC42-0DB3-5B055A1C9A87}"/>
          </ac:spMkLst>
        </pc:spChg>
      </pc:sldChg>
      <pc:sldChg chg="addSp delSp modSp ord">
        <pc:chgData name="Muhammad Fikri Hasani" userId="ada500cb4dc7801b" providerId="Windows Live" clId="Web-{BDE7F6C9-6967-443F-BF93-E56759E2C2C4}" dt="2023-12-06T04:38:50.784" v="479" actId="20577"/>
        <pc:sldMkLst>
          <pc:docMk/>
          <pc:sldMk cId="118616448" sldId="287"/>
        </pc:sldMkLst>
        <pc:spChg chg="mod">
          <ac:chgData name="Muhammad Fikri Hasani" userId="ada500cb4dc7801b" providerId="Windows Live" clId="Web-{BDE7F6C9-6967-443F-BF93-E56759E2C2C4}" dt="2023-12-06T04:38:50.784" v="479" actId="20577"/>
          <ac:spMkLst>
            <pc:docMk/>
            <pc:sldMk cId="118616448" sldId="287"/>
            <ac:spMk id="4" creationId="{1460D16B-B554-0879-3424-BE80D11886CE}"/>
          </ac:spMkLst>
        </pc:spChg>
        <pc:picChg chg="add del mod">
          <ac:chgData name="Muhammad Fikri Hasani" userId="ada500cb4dc7801b" providerId="Windows Live" clId="Web-{BDE7F6C9-6967-443F-BF93-E56759E2C2C4}" dt="2023-12-06T04:27:45.084" v="153"/>
          <ac:picMkLst>
            <pc:docMk/>
            <pc:sldMk cId="118616448" sldId="287"/>
            <ac:picMk id="5" creationId="{0CFFEF55-B25B-3914-F603-75912E5C4E1E}"/>
          </ac:picMkLst>
        </pc:picChg>
        <pc:picChg chg="add mod">
          <ac:chgData name="Muhammad Fikri Hasani" userId="ada500cb4dc7801b" providerId="Windows Live" clId="Web-{BDE7F6C9-6967-443F-BF93-E56759E2C2C4}" dt="2023-12-06T04:38:25.798" v="471" actId="1076"/>
          <ac:picMkLst>
            <pc:docMk/>
            <pc:sldMk cId="118616448" sldId="287"/>
            <ac:picMk id="7" creationId="{3452DAE8-7BDE-C81C-7CF7-6ED7B5E520FF}"/>
          </ac:picMkLst>
        </pc:picChg>
      </pc:sldChg>
      <pc:sldChg chg="modSp new ord">
        <pc:chgData name="Muhammad Fikri Hasani" userId="ada500cb4dc7801b" providerId="Windows Live" clId="Web-{BDE7F6C9-6967-443F-BF93-E56759E2C2C4}" dt="2023-12-06T10:12:09.109" v="782" actId="20577"/>
        <pc:sldMkLst>
          <pc:docMk/>
          <pc:sldMk cId="640821483" sldId="288"/>
        </pc:sldMkLst>
        <pc:spChg chg="mod">
          <ac:chgData name="Muhammad Fikri Hasani" userId="ada500cb4dc7801b" providerId="Windows Live" clId="Web-{BDE7F6C9-6967-443F-BF93-E56759E2C2C4}" dt="2023-12-06T04:42:21.892" v="529"/>
          <ac:spMkLst>
            <pc:docMk/>
            <pc:sldMk cId="640821483" sldId="288"/>
            <ac:spMk id="2" creationId="{234C3503-9E8B-A96A-8858-EC677B9E09C0}"/>
          </ac:spMkLst>
        </pc:spChg>
        <pc:spChg chg="mod">
          <ac:chgData name="Muhammad Fikri Hasani" userId="ada500cb4dc7801b" providerId="Windows Live" clId="Web-{BDE7F6C9-6967-443F-BF93-E56759E2C2C4}" dt="2023-12-06T04:42:33.190" v="531" actId="20577"/>
          <ac:spMkLst>
            <pc:docMk/>
            <pc:sldMk cId="640821483" sldId="288"/>
            <ac:spMk id="3" creationId="{82CCEE04-59E6-38FF-996D-62DB9CC99864}"/>
          </ac:spMkLst>
        </pc:spChg>
        <pc:spChg chg="mod">
          <ac:chgData name="Muhammad Fikri Hasani" userId="ada500cb4dc7801b" providerId="Windows Live" clId="Web-{BDE7F6C9-6967-443F-BF93-E56759E2C2C4}" dt="2023-12-06T10:12:09.109" v="782" actId="20577"/>
          <ac:spMkLst>
            <pc:docMk/>
            <pc:sldMk cId="640821483" sldId="288"/>
            <ac:spMk id="4" creationId="{6D36412F-3B8C-9D34-B320-6E2DB52BE5A3}"/>
          </ac:spMkLst>
        </pc:spChg>
      </pc:sldChg>
      <pc:sldChg chg="new del">
        <pc:chgData name="Muhammad Fikri Hasani" userId="ada500cb4dc7801b" providerId="Windows Live" clId="Web-{BDE7F6C9-6967-443F-BF93-E56759E2C2C4}" dt="2023-12-06T04:27:49.818" v="155"/>
        <pc:sldMkLst>
          <pc:docMk/>
          <pc:sldMk cId="2270166086" sldId="288"/>
        </pc:sldMkLst>
      </pc:sldChg>
      <pc:sldChg chg="addSp modSp new del ord">
        <pc:chgData name="Muhammad Fikri Hasani" userId="ada500cb4dc7801b" providerId="Windows Live" clId="Web-{BDE7F6C9-6967-443F-BF93-E56759E2C2C4}" dt="2023-12-06T04:38:21.267" v="470"/>
        <pc:sldMkLst>
          <pc:docMk/>
          <pc:sldMk cId="4073440380" sldId="288"/>
        </pc:sldMkLst>
        <pc:spChg chg="mod">
          <ac:chgData name="Muhammad Fikri Hasani" userId="ada500cb4dc7801b" providerId="Windows Live" clId="Web-{BDE7F6C9-6967-443F-BF93-E56759E2C2C4}" dt="2023-12-06T04:30:14.953" v="167" actId="20577"/>
          <ac:spMkLst>
            <pc:docMk/>
            <pc:sldMk cId="4073440380" sldId="288"/>
            <ac:spMk id="2" creationId="{F426873D-7D81-8102-43A2-3CAC572E6364}"/>
          </ac:spMkLst>
        </pc:spChg>
        <pc:spChg chg="mod">
          <ac:chgData name="Muhammad Fikri Hasani" userId="ada500cb4dc7801b" providerId="Windows Live" clId="Web-{BDE7F6C9-6967-443F-BF93-E56759E2C2C4}" dt="2023-12-06T04:33:10.949" v="282" actId="20577"/>
          <ac:spMkLst>
            <pc:docMk/>
            <pc:sldMk cId="4073440380" sldId="288"/>
            <ac:spMk id="3" creationId="{CF7A9F1B-3E53-2562-92FF-C3847500561B}"/>
          </ac:spMkLst>
        </pc:spChg>
        <pc:spChg chg="mod">
          <ac:chgData name="Muhammad Fikri Hasani" userId="ada500cb4dc7801b" providerId="Windows Live" clId="Web-{BDE7F6C9-6967-443F-BF93-E56759E2C2C4}" dt="2023-12-06T04:36:21.821" v="422" actId="14100"/>
          <ac:spMkLst>
            <pc:docMk/>
            <pc:sldMk cId="4073440380" sldId="288"/>
            <ac:spMk id="4" creationId="{0254E189-AF68-A995-6DDC-9AEA11CDA84F}"/>
          </ac:spMkLst>
        </pc:spChg>
        <pc:picChg chg="add mod">
          <ac:chgData name="Muhammad Fikri Hasani" userId="ada500cb4dc7801b" providerId="Windows Live" clId="Web-{BDE7F6C9-6967-443F-BF93-E56759E2C2C4}" dt="2023-12-06T04:33:45.936" v="347" actId="14100"/>
          <ac:picMkLst>
            <pc:docMk/>
            <pc:sldMk cId="4073440380" sldId="288"/>
            <ac:picMk id="5" creationId="{C0F429D7-9FA0-8604-9D73-F7A0286ECCCC}"/>
          </ac:picMkLst>
        </pc:picChg>
      </pc:sldChg>
      <pc:sldChg chg="modSp new">
        <pc:chgData name="Muhammad Fikri Hasani" userId="ada500cb4dc7801b" providerId="Windows Live" clId="Web-{BDE7F6C9-6967-443F-BF93-E56759E2C2C4}" dt="2023-12-06T10:10:56.090" v="737" actId="20577"/>
        <pc:sldMkLst>
          <pc:docMk/>
          <pc:sldMk cId="1226350815" sldId="289"/>
        </pc:sldMkLst>
        <pc:spChg chg="mod">
          <ac:chgData name="Muhammad Fikri Hasani" userId="ada500cb4dc7801b" providerId="Windows Live" clId="Web-{BDE7F6C9-6967-443F-BF93-E56759E2C2C4}" dt="2023-12-06T10:01:34.195" v="683" actId="20577"/>
          <ac:spMkLst>
            <pc:docMk/>
            <pc:sldMk cId="1226350815" sldId="289"/>
            <ac:spMk id="2" creationId="{FE424D2C-37AE-DC36-9E6E-7E41ABB46ABC}"/>
          </ac:spMkLst>
        </pc:spChg>
        <pc:spChg chg="mod">
          <ac:chgData name="Muhammad Fikri Hasani" userId="ada500cb4dc7801b" providerId="Windows Live" clId="Web-{BDE7F6C9-6967-443F-BF93-E56759E2C2C4}" dt="2023-12-06T10:01:43.242" v="694" actId="20577"/>
          <ac:spMkLst>
            <pc:docMk/>
            <pc:sldMk cId="1226350815" sldId="289"/>
            <ac:spMk id="3" creationId="{F816ED68-8E5A-6959-A30B-83EBDD8E1BCC}"/>
          </ac:spMkLst>
        </pc:spChg>
        <pc:spChg chg="mod">
          <ac:chgData name="Muhammad Fikri Hasani" userId="ada500cb4dc7801b" providerId="Windows Live" clId="Web-{BDE7F6C9-6967-443F-BF93-E56759E2C2C4}" dt="2023-12-06T10:10:56.090" v="737" actId="20577"/>
          <ac:spMkLst>
            <pc:docMk/>
            <pc:sldMk cId="1226350815" sldId="289"/>
            <ac:spMk id="4" creationId="{758222AE-6EB4-03B7-DD8E-F8B868B81017}"/>
          </ac:spMkLst>
        </pc:spChg>
      </pc:sldChg>
    </pc:docChg>
  </pc:docChgLst>
  <pc:docChgLst>
    <pc:chgData name="Muhammad Fikri Hasani" userId="ada500cb4dc7801b" providerId="LiveId" clId="{786255F7-9FE3-486C-982B-B25D274956AF}"/>
    <pc:docChg chg="undo custSel addSld delSld modSld sldOrd">
      <pc:chgData name="Muhammad Fikri Hasani" userId="ada500cb4dc7801b" providerId="LiveId" clId="{786255F7-9FE3-486C-982B-B25D274956AF}" dt="2023-11-29T14:50:46.588" v="5597" actId="20577"/>
      <pc:docMkLst>
        <pc:docMk/>
      </pc:docMkLst>
      <pc:sldChg chg="modSp mod">
        <pc:chgData name="Muhammad Fikri Hasani" userId="ada500cb4dc7801b" providerId="LiveId" clId="{786255F7-9FE3-486C-982B-B25D274956AF}" dt="2023-11-29T03:57:44.105" v="86" actId="20577"/>
        <pc:sldMkLst>
          <pc:docMk/>
          <pc:sldMk cId="2766454393" sldId="257"/>
        </pc:sldMkLst>
        <pc:spChg chg="mod">
          <ac:chgData name="Muhammad Fikri Hasani" userId="ada500cb4dc7801b" providerId="LiveId" clId="{786255F7-9FE3-486C-982B-B25D274956AF}" dt="2023-11-29T03:57:44.105" v="86" actId="20577"/>
          <ac:spMkLst>
            <pc:docMk/>
            <pc:sldMk cId="2766454393" sldId="257"/>
            <ac:spMk id="4" creationId="{72B426B6-A02E-F758-7A2B-554FFF354A1A}"/>
          </ac:spMkLst>
        </pc:spChg>
      </pc:sldChg>
      <pc:sldChg chg="addSp modSp new mod">
        <pc:chgData name="Muhammad Fikri Hasani" userId="ada500cb4dc7801b" providerId="LiveId" clId="{786255F7-9FE3-486C-982B-B25D274956AF}" dt="2023-11-29T04:09:19.376" v="431" actId="20577"/>
        <pc:sldMkLst>
          <pc:docMk/>
          <pc:sldMk cId="3394860097" sldId="258"/>
        </pc:sldMkLst>
        <pc:spChg chg="mod">
          <ac:chgData name="Muhammad Fikri Hasani" userId="ada500cb4dc7801b" providerId="LiveId" clId="{786255F7-9FE3-486C-982B-B25D274956AF}" dt="2023-11-29T04:09:19.376" v="431" actId="20577"/>
          <ac:spMkLst>
            <pc:docMk/>
            <pc:sldMk cId="3394860097" sldId="258"/>
            <ac:spMk id="2" creationId="{289FF438-5239-62F5-D304-1AC907B8B598}"/>
          </ac:spMkLst>
        </pc:spChg>
        <pc:spChg chg="mod">
          <ac:chgData name="Muhammad Fikri Hasani" userId="ada500cb4dc7801b" providerId="LiveId" clId="{786255F7-9FE3-486C-982B-B25D274956AF}" dt="2023-11-29T04:09:15.865" v="410" actId="20577"/>
          <ac:spMkLst>
            <pc:docMk/>
            <pc:sldMk cId="3394860097" sldId="258"/>
            <ac:spMk id="3" creationId="{0D357947-DB2B-F5E6-5B9F-CFBACC10C98B}"/>
          </ac:spMkLst>
        </pc:spChg>
        <pc:spChg chg="mod">
          <ac:chgData name="Muhammad Fikri Hasani" userId="ada500cb4dc7801b" providerId="LiveId" clId="{786255F7-9FE3-486C-982B-B25D274956AF}" dt="2023-11-28T09:38:29.759" v="54" actId="1076"/>
          <ac:spMkLst>
            <pc:docMk/>
            <pc:sldMk cId="3394860097" sldId="258"/>
            <ac:spMk id="4" creationId="{507C5612-C2F3-94A1-C4EB-34DD933B255C}"/>
          </ac:spMkLst>
        </pc:spChg>
        <pc:picChg chg="add mod">
          <ac:chgData name="Muhammad Fikri Hasani" userId="ada500cb4dc7801b" providerId="LiveId" clId="{786255F7-9FE3-486C-982B-B25D274956AF}" dt="2023-11-28T09:38:33.899" v="57" actId="1076"/>
          <ac:picMkLst>
            <pc:docMk/>
            <pc:sldMk cId="3394860097" sldId="258"/>
            <ac:picMk id="5" creationId="{3ABF013A-15C9-3B85-39E5-722BD286D3A3}"/>
          </ac:picMkLst>
        </pc:picChg>
      </pc:sldChg>
      <pc:sldChg chg="addSp modSp new mod">
        <pc:chgData name="Muhammad Fikri Hasani" userId="ada500cb4dc7801b" providerId="LiveId" clId="{786255F7-9FE3-486C-982B-B25D274956AF}" dt="2023-11-29T04:09:25.424" v="452" actId="20577"/>
        <pc:sldMkLst>
          <pc:docMk/>
          <pc:sldMk cId="3364548115" sldId="259"/>
        </pc:sldMkLst>
        <pc:spChg chg="mod">
          <ac:chgData name="Muhammad Fikri Hasani" userId="ada500cb4dc7801b" providerId="LiveId" clId="{786255F7-9FE3-486C-982B-B25D274956AF}" dt="2023-11-29T04:09:25.424" v="452" actId="20577"/>
          <ac:spMkLst>
            <pc:docMk/>
            <pc:sldMk cId="3364548115" sldId="259"/>
            <ac:spMk id="2" creationId="{F87BC525-56DE-8574-268C-46A8F55AA513}"/>
          </ac:spMkLst>
        </pc:spChg>
        <pc:spChg chg="mod">
          <ac:chgData name="Muhammad Fikri Hasani" userId="ada500cb4dc7801b" providerId="LiveId" clId="{786255F7-9FE3-486C-982B-B25D274956AF}" dt="2023-11-29T03:57:32.919" v="74"/>
          <ac:spMkLst>
            <pc:docMk/>
            <pc:sldMk cId="3364548115" sldId="259"/>
            <ac:spMk id="3" creationId="{047D157D-B444-D86E-53EA-8DF05EFA4657}"/>
          </ac:spMkLst>
        </pc:spChg>
        <pc:spChg chg="mod">
          <ac:chgData name="Muhammad Fikri Hasani" userId="ada500cb4dc7801b" providerId="LiveId" clId="{786255F7-9FE3-486C-982B-B25D274956AF}" dt="2023-11-29T04:08:17.629" v="350" actId="14100"/>
          <ac:spMkLst>
            <pc:docMk/>
            <pc:sldMk cId="3364548115" sldId="259"/>
            <ac:spMk id="4" creationId="{4352946C-99CA-1D9D-3B12-71BCA05CBB32}"/>
          </ac:spMkLst>
        </pc:spChg>
        <pc:picChg chg="add mod">
          <ac:chgData name="Muhammad Fikri Hasani" userId="ada500cb4dc7801b" providerId="LiveId" clId="{786255F7-9FE3-486C-982B-B25D274956AF}" dt="2023-11-29T04:08:13.022" v="348" actId="1076"/>
          <ac:picMkLst>
            <pc:docMk/>
            <pc:sldMk cId="3364548115" sldId="259"/>
            <ac:picMk id="6" creationId="{C5B14B0B-60FE-EE6B-5C9D-F7A70A8321C1}"/>
          </ac:picMkLst>
        </pc:picChg>
        <pc:picChg chg="add mod">
          <ac:chgData name="Muhammad Fikri Hasani" userId="ada500cb4dc7801b" providerId="LiveId" clId="{786255F7-9FE3-486C-982B-B25D274956AF}" dt="2023-11-29T04:08:15.449" v="349" actId="1076"/>
          <ac:picMkLst>
            <pc:docMk/>
            <pc:sldMk cId="3364548115" sldId="259"/>
            <ac:picMk id="8" creationId="{22E39FDE-DA9D-78B8-4C83-8918A3F01BE5}"/>
          </ac:picMkLst>
        </pc:picChg>
      </pc:sldChg>
      <pc:sldChg chg="addSp delSp modSp new mod">
        <pc:chgData name="Muhammad Fikri Hasani" userId="ada500cb4dc7801b" providerId="LiveId" clId="{786255F7-9FE3-486C-982B-B25D274956AF}" dt="2023-11-29T12:33:35.357" v="854" actId="20577"/>
        <pc:sldMkLst>
          <pc:docMk/>
          <pc:sldMk cId="1790487730" sldId="260"/>
        </pc:sldMkLst>
        <pc:spChg chg="mod">
          <ac:chgData name="Muhammad Fikri Hasani" userId="ada500cb4dc7801b" providerId="LiveId" clId="{786255F7-9FE3-486C-982B-B25D274956AF}" dt="2023-11-29T04:09:44.270" v="473" actId="20577"/>
          <ac:spMkLst>
            <pc:docMk/>
            <pc:sldMk cId="1790487730" sldId="260"/>
            <ac:spMk id="2" creationId="{AD6DBE22-EE1A-8B06-80F9-765F1C89626F}"/>
          </ac:spMkLst>
        </pc:spChg>
        <pc:spChg chg="mod">
          <ac:chgData name="Muhammad Fikri Hasani" userId="ada500cb4dc7801b" providerId="LiveId" clId="{786255F7-9FE3-486C-982B-B25D274956AF}" dt="2023-11-29T12:32:17.572" v="827" actId="20577"/>
          <ac:spMkLst>
            <pc:docMk/>
            <pc:sldMk cId="1790487730" sldId="260"/>
            <ac:spMk id="3" creationId="{9516FAD9-5740-9689-F91C-E25EDFD19601}"/>
          </ac:spMkLst>
        </pc:spChg>
        <pc:spChg chg="mod">
          <ac:chgData name="Muhammad Fikri Hasani" userId="ada500cb4dc7801b" providerId="LiveId" clId="{786255F7-9FE3-486C-982B-B25D274956AF}" dt="2023-11-29T12:33:35.357" v="854" actId="20577"/>
          <ac:spMkLst>
            <pc:docMk/>
            <pc:sldMk cId="1790487730" sldId="260"/>
            <ac:spMk id="4" creationId="{A6CF599A-4023-1175-16C7-A0923A1D8C73}"/>
          </ac:spMkLst>
        </pc:spChg>
        <pc:picChg chg="add mod">
          <ac:chgData name="Muhammad Fikri Hasani" userId="ada500cb4dc7801b" providerId="LiveId" clId="{786255F7-9FE3-486C-982B-B25D274956AF}" dt="2023-11-29T12:33:31.908" v="850" actId="1076"/>
          <ac:picMkLst>
            <pc:docMk/>
            <pc:sldMk cId="1790487730" sldId="260"/>
            <ac:picMk id="6" creationId="{D3C14F6C-EDC3-FC0B-7198-7557B20359CE}"/>
          </ac:picMkLst>
        </pc:picChg>
        <pc:picChg chg="add mod">
          <ac:chgData name="Muhammad Fikri Hasani" userId="ada500cb4dc7801b" providerId="LiveId" clId="{786255F7-9FE3-486C-982B-B25D274956AF}" dt="2023-11-29T12:33:30.352" v="849" actId="1076"/>
          <ac:picMkLst>
            <pc:docMk/>
            <pc:sldMk cId="1790487730" sldId="260"/>
            <ac:picMk id="8" creationId="{0CEA5E9A-96AB-7555-A530-3D0CFBD5AAEF}"/>
          </ac:picMkLst>
        </pc:picChg>
        <pc:picChg chg="add del mod">
          <ac:chgData name="Muhammad Fikri Hasani" userId="ada500cb4dc7801b" providerId="LiveId" clId="{786255F7-9FE3-486C-982B-B25D274956AF}" dt="2023-11-29T12:33:07.529" v="837"/>
          <ac:picMkLst>
            <pc:docMk/>
            <pc:sldMk cId="1790487730" sldId="260"/>
            <ac:picMk id="10" creationId="{89A343B3-8B02-719F-4369-9551FCD3CFBD}"/>
          </ac:picMkLst>
        </pc:picChg>
        <pc:picChg chg="add mod">
          <ac:chgData name="Muhammad Fikri Hasani" userId="ada500cb4dc7801b" providerId="LiveId" clId="{786255F7-9FE3-486C-982B-B25D274956AF}" dt="2023-11-29T12:33:33.498" v="851" actId="1076"/>
          <ac:picMkLst>
            <pc:docMk/>
            <pc:sldMk cId="1790487730" sldId="260"/>
            <ac:picMk id="12" creationId="{1E3BAF2F-AE4D-8592-E3B2-90F5A12BC5EB}"/>
          </ac:picMkLst>
        </pc:picChg>
      </pc:sldChg>
      <pc:sldChg chg="addSp delSp modSp new mod">
        <pc:chgData name="Muhammad Fikri Hasani" userId="ada500cb4dc7801b" providerId="LiveId" clId="{786255F7-9FE3-486C-982B-B25D274956AF}" dt="2023-11-29T12:48:56.081" v="1146" actId="1076"/>
        <pc:sldMkLst>
          <pc:docMk/>
          <pc:sldMk cId="1406669853" sldId="261"/>
        </pc:sldMkLst>
        <pc:spChg chg="mod">
          <ac:chgData name="Muhammad Fikri Hasani" userId="ada500cb4dc7801b" providerId="LiveId" clId="{786255F7-9FE3-486C-982B-B25D274956AF}" dt="2023-11-29T12:47:09.157" v="1027"/>
          <ac:spMkLst>
            <pc:docMk/>
            <pc:sldMk cId="1406669853" sldId="261"/>
            <ac:spMk id="2" creationId="{9AE2028E-64AB-B51A-2058-DF7F114A0CF0}"/>
          </ac:spMkLst>
        </pc:spChg>
        <pc:spChg chg="mod">
          <ac:chgData name="Muhammad Fikri Hasani" userId="ada500cb4dc7801b" providerId="LiveId" clId="{786255F7-9FE3-486C-982B-B25D274956AF}" dt="2023-11-29T12:47:14.225" v="1053" actId="20577"/>
          <ac:spMkLst>
            <pc:docMk/>
            <pc:sldMk cId="1406669853" sldId="261"/>
            <ac:spMk id="3" creationId="{EB54D8CC-49CC-75E6-CFE2-6DA6AB3B142F}"/>
          </ac:spMkLst>
        </pc:spChg>
        <pc:spChg chg="del">
          <ac:chgData name="Muhammad Fikri Hasani" userId="ada500cb4dc7801b" providerId="LiveId" clId="{786255F7-9FE3-486C-982B-B25D274956AF}" dt="2023-11-29T12:44:08.994" v="877" actId="22"/>
          <ac:spMkLst>
            <pc:docMk/>
            <pc:sldMk cId="1406669853" sldId="261"/>
            <ac:spMk id="4" creationId="{3723E49E-2796-2AD9-D3F7-3CE1A74EE1C0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0" creationId="{7E6382C3-7C3D-84FE-5B2C-296FC6D8C1F8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1" creationId="{6D87BB98-1B0E-D720-D1FF-AB162A0E8442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2" creationId="{BE1DA887-2AB5-15CD-7FC4-98F386121033}"/>
          </ac:spMkLst>
        </pc:spChg>
        <pc:spChg chg="add mod">
          <ac:chgData name="Muhammad Fikri Hasani" userId="ada500cb4dc7801b" providerId="LiveId" clId="{786255F7-9FE3-486C-982B-B25D274956AF}" dt="2023-11-29T12:48:07.575" v="1061" actId="1076"/>
          <ac:spMkLst>
            <pc:docMk/>
            <pc:sldMk cId="1406669853" sldId="261"/>
            <ac:spMk id="23" creationId="{455EA2BA-C02C-48F6-631A-73C3B91D1A15}"/>
          </ac:spMkLst>
        </pc:spChg>
        <pc:spChg chg="add mod">
          <ac:chgData name="Muhammad Fikri Hasani" userId="ada500cb4dc7801b" providerId="LiveId" clId="{786255F7-9FE3-486C-982B-B25D274956AF}" dt="2023-11-29T12:48:56.081" v="1146" actId="1076"/>
          <ac:spMkLst>
            <pc:docMk/>
            <pc:sldMk cId="1406669853" sldId="261"/>
            <ac:spMk id="27" creationId="{81F137D8-8719-704E-7B12-3614323EA85A}"/>
          </ac:spMkLst>
        </pc:spChg>
        <pc:grpChg chg="del mod">
          <ac:chgData name="Muhammad Fikri Hasani" userId="ada500cb4dc7801b" providerId="LiveId" clId="{786255F7-9FE3-486C-982B-B25D274956AF}" dt="2023-11-29T12:45:12.297" v="897"/>
          <ac:grpSpMkLst>
            <pc:docMk/>
            <pc:sldMk cId="1406669853" sldId="261"/>
            <ac:grpSpMk id="10" creationId="{9FCB7993-8776-6D50-F1CF-526FCCE209B1}"/>
          </ac:grpSpMkLst>
        </pc:grpChg>
        <pc:grpChg chg="del mod">
          <ac:chgData name="Muhammad Fikri Hasani" userId="ada500cb4dc7801b" providerId="LiveId" clId="{786255F7-9FE3-486C-982B-B25D274956AF}" dt="2023-11-29T12:45:12.297" v="897"/>
          <ac:grpSpMkLst>
            <pc:docMk/>
            <pc:sldMk cId="1406669853" sldId="261"/>
            <ac:grpSpMk id="14" creationId="{0D0927A6-7EBE-A76F-1D6B-FBB80979917A}"/>
          </ac:grpSpMkLst>
        </pc:grpChg>
        <pc:grpChg chg="mod">
          <ac:chgData name="Muhammad Fikri Hasani" userId="ada500cb4dc7801b" providerId="LiveId" clId="{786255F7-9FE3-486C-982B-B25D274956AF}" dt="2023-11-29T12:48:07.575" v="1061" actId="1076"/>
          <ac:grpSpMkLst>
            <pc:docMk/>
            <pc:sldMk cId="1406669853" sldId="261"/>
            <ac:grpSpMk id="19" creationId="{A6770818-17FE-B44C-4FB0-86F54739019B}"/>
          </ac:grpSpMkLst>
        </pc:grpChg>
        <pc:picChg chg="add mod ord">
          <ac:chgData name="Muhammad Fikri Hasani" userId="ada500cb4dc7801b" providerId="LiveId" clId="{786255F7-9FE3-486C-982B-B25D274956AF}" dt="2023-11-29T12:48:27.602" v="1066" actId="1076"/>
          <ac:picMkLst>
            <pc:docMk/>
            <pc:sldMk cId="1406669853" sldId="261"/>
            <ac:picMk id="6" creationId="{60FD3A51-962D-6DB6-A569-51D0D3A01799}"/>
          </ac:picMkLst>
        </pc:picChg>
        <pc:picChg chg="add mod">
          <ac:chgData name="Muhammad Fikri Hasani" userId="ada500cb4dc7801b" providerId="LiveId" clId="{786255F7-9FE3-486C-982B-B25D274956AF}" dt="2023-11-29T12:48:13.975" v="1064" actId="14100"/>
          <ac:picMkLst>
            <pc:docMk/>
            <pc:sldMk cId="1406669853" sldId="261"/>
            <ac:picMk id="25" creationId="{91FEDBD0-1E3A-A358-DB76-75C38BB50485}"/>
          </ac:picMkLst>
        </pc:picChg>
        <pc:inkChg chg="add del">
          <ac:chgData name="Muhammad Fikri Hasani" userId="ada500cb4dc7801b" providerId="LiveId" clId="{786255F7-9FE3-486C-982B-B25D274956AF}" dt="2023-11-29T12:44:37.859" v="883" actId="9405"/>
          <ac:inkMkLst>
            <pc:docMk/>
            <pc:sldMk cId="1406669853" sldId="261"/>
            <ac:inkMk id="7" creationId="{D9A45E55-71D4-33E2-0EBC-2D1B3AE77DC7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8" creationId="{8FA8AB39-17F1-9FC3-228D-45ED8D8EE9D3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9" creationId="{514355C6-962B-6C74-7629-707B99B2E6FE}"/>
          </ac:inkMkLst>
        </pc:inkChg>
        <pc:inkChg chg="add mod">
          <ac:chgData name="Muhammad Fikri Hasani" userId="ada500cb4dc7801b" providerId="LiveId" clId="{786255F7-9FE3-486C-982B-B25D274956AF}" dt="2023-11-29T12:48:07.575" v="1061" actId="1076"/>
          <ac:inkMkLst>
            <pc:docMk/>
            <pc:sldMk cId="1406669853" sldId="261"/>
            <ac:inkMk id="11" creationId="{CB918B7C-5566-C0F3-E820-75653DFA5EFF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12" creationId="{CA90B212-554D-D99A-39CD-CE8220EA8A1D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13" creationId="{1FE9CC50-95DB-D93E-F7A8-2722207DD5A7}"/>
          </ac:inkMkLst>
        </pc:inkChg>
        <pc:inkChg chg="add del">
          <ac:chgData name="Muhammad Fikri Hasani" userId="ada500cb4dc7801b" providerId="LiveId" clId="{786255F7-9FE3-486C-982B-B25D274956AF}" dt="2023-11-29T12:45:04.226" v="892" actId="9405"/>
          <ac:inkMkLst>
            <pc:docMk/>
            <pc:sldMk cId="1406669853" sldId="261"/>
            <ac:inkMk id="15" creationId="{E9967A4D-C79E-BA39-86C5-A954DB2F2150}"/>
          </ac:inkMkLst>
        </pc:inkChg>
        <pc:inkChg chg="add del">
          <ac:chgData name="Muhammad Fikri Hasani" userId="ada500cb4dc7801b" providerId="LiveId" clId="{786255F7-9FE3-486C-982B-B25D274956AF}" dt="2023-11-29T12:45:06.244" v="894" actId="9405"/>
          <ac:inkMkLst>
            <pc:docMk/>
            <pc:sldMk cId="1406669853" sldId="261"/>
            <ac:inkMk id="16" creationId="{7A4F3D9D-AAF8-DECC-33E6-1865281BA241}"/>
          </ac:inkMkLst>
        </pc:inkChg>
        <pc:inkChg chg="add mod">
          <ac:chgData name="Muhammad Fikri Hasani" userId="ada500cb4dc7801b" providerId="LiveId" clId="{786255F7-9FE3-486C-982B-B25D274956AF}" dt="2023-11-29T12:48:07.575" v="1061" actId="1076"/>
          <ac:inkMkLst>
            <pc:docMk/>
            <pc:sldMk cId="1406669853" sldId="261"/>
            <ac:inkMk id="17" creationId="{1D2E94EE-FE21-15F0-D7D7-4AC068EF3C6C}"/>
          </ac:inkMkLst>
        </pc:inkChg>
        <pc:inkChg chg="add mod">
          <ac:chgData name="Muhammad Fikri Hasani" userId="ada500cb4dc7801b" providerId="LiveId" clId="{786255F7-9FE3-486C-982B-B25D274956AF}" dt="2023-11-29T12:45:12.297" v="897"/>
          <ac:inkMkLst>
            <pc:docMk/>
            <pc:sldMk cId="1406669853" sldId="261"/>
            <ac:inkMk id="18" creationId="{0245F70D-EC8D-0D5A-126A-664F375F2F07}"/>
          </ac:inkMkLst>
        </pc:inkChg>
        <pc:inkChg chg="add">
          <ac:chgData name="Muhammad Fikri Hasani" userId="ada500cb4dc7801b" providerId="LiveId" clId="{786255F7-9FE3-486C-982B-B25D274956AF}" dt="2023-11-29T12:48:33.750" v="1067" actId="9405"/>
          <ac:inkMkLst>
            <pc:docMk/>
            <pc:sldMk cId="1406669853" sldId="261"/>
            <ac:inkMk id="26" creationId="{70E3F003-57D5-59A1-86AF-7280B10CA324}"/>
          </ac:inkMkLst>
        </pc:inkChg>
      </pc:sldChg>
      <pc:sldChg chg="addSp delSp modSp new mod">
        <pc:chgData name="Muhammad Fikri Hasani" userId="ada500cb4dc7801b" providerId="LiveId" clId="{786255F7-9FE3-486C-982B-B25D274956AF}" dt="2023-11-29T13:15:21.017" v="2158" actId="255"/>
        <pc:sldMkLst>
          <pc:docMk/>
          <pc:sldMk cId="1658221687" sldId="262"/>
        </pc:sldMkLst>
        <pc:spChg chg="mod">
          <ac:chgData name="Muhammad Fikri Hasani" userId="ada500cb4dc7801b" providerId="LiveId" clId="{786255F7-9FE3-486C-982B-B25D274956AF}" dt="2023-11-29T12:49:27.971" v="1193" actId="20577"/>
          <ac:spMkLst>
            <pc:docMk/>
            <pc:sldMk cId="1658221687" sldId="262"/>
            <ac:spMk id="2" creationId="{3F803C12-A20C-7606-2D82-A2C5CBC0BDC1}"/>
          </ac:spMkLst>
        </pc:spChg>
        <pc:spChg chg="mod">
          <ac:chgData name="Muhammad Fikri Hasani" userId="ada500cb4dc7801b" providerId="LiveId" clId="{786255F7-9FE3-486C-982B-B25D274956AF}" dt="2023-11-29T13:10:46.107" v="1886" actId="20577"/>
          <ac:spMkLst>
            <pc:docMk/>
            <pc:sldMk cId="1658221687" sldId="262"/>
            <ac:spMk id="3" creationId="{DC64D3E3-61E4-6825-2F54-EB3F8A5F3B64}"/>
          </ac:spMkLst>
        </pc:spChg>
        <pc:spChg chg="mod">
          <ac:chgData name="Muhammad Fikri Hasani" userId="ada500cb4dc7801b" providerId="LiveId" clId="{786255F7-9FE3-486C-982B-B25D274956AF}" dt="2023-11-29T13:15:14.986" v="2156" actId="255"/>
          <ac:spMkLst>
            <pc:docMk/>
            <pc:sldMk cId="1658221687" sldId="262"/>
            <ac:spMk id="4" creationId="{3008FC7B-3729-B312-E9C8-C97E1FB1E013}"/>
          </ac:spMkLst>
        </pc:spChg>
        <pc:spChg chg="add mod">
          <ac:chgData name="Muhammad Fikri Hasani" userId="ada500cb4dc7801b" providerId="LiveId" clId="{786255F7-9FE3-486C-982B-B25D274956AF}" dt="2023-11-29T13:15:21.017" v="2158" actId="255"/>
          <ac:spMkLst>
            <pc:docMk/>
            <pc:sldMk cId="1658221687" sldId="262"/>
            <ac:spMk id="9" creationId="{6D159B05-5B69-BCD0-C377-2963468E8707}"/>
          </ac:spMkLst>
        </pc:spChg>
        <pc:spChg chg="add mod">
          <ac:chgData name="Muhammad Fikri Hasani" userId="ada500cb4dc7801b" providerId="LiveId" clId="{786255F7-9FE3-486C-982B-B25D274956AF}" dt="2023-11-29T13:12:24.240" v="2038" actId="255"/>
          <ac:spMkLst>
            <pc:docMk/>
            <pc:sldMk cId="1658221687" sldId="262"/>
            <ac:spMk id="16" creationId="{B1C6874B-9CD0-FE84-EB58-A77712693BF3}"/>
          </ac:spMkLst>
        </pc:spChg>
        <pc:spChg chg="add mod">
          <ac:chgData name="Muhammad Fikri Hasani" userId="ada500cb4dc7801b" providerId="LiveId" clId="{786255F7-9FE3-486C-982B-B25D274956AF}" dt="2023-11-29T13:15:01.922" v="2155" actId="20577"/>
          <ac:spMkLst>
            <pc:docMk/>
            <pc:sldMk cId="1658221687" sldId="262"/>
            <ac:spMk id="26" creationId="{DD0DF8C9-7881-01C6-5E40-C63C389A4958}"/>
          </ac:spMkLst>
        </pc:spChg>
        <pc:grpChg chg="mod">
          <ac:chgData name="Muhammad Fikri Hasani" userId="ada500cb4dc7801b" providerId="LiveId" clId="{786255F7-9FE3-486C-982B-B25D274956AF}" dt="2023-11-29T13:14:37.908" v="2055"/>
          <ac:grpSpMkLst>
            <pc:docMk/>
            <pc:sldMk cId="1658221687" sldId="262"/>
            <ac:grpSpMk id="25" creationId="{A6850573-389F-7848-7BE8-59B85C1E80E2}"/>
          </ac:grpSpMkLst>
        </pc:grpChg>
        <pc:picChg chg="add del">
          <ac:chgData name="Muhammad Fikri Hasani" userId="ada500cb4dc7801b" providerId="LiveId" clId="{786255F7-9FE3-486C-982B-B25D274956AF}" dt="2023-11-29T12:49:22.204" v="1160" actId="22"/>
          <ac:picMkLst>
            <pc:docMk/>
            <pc:sldMk cId="1658221687" sldId="262"/>
            <ac:picMk id="6" creationId="{C8B97C88-A259-0063-5EB6-5F4554F90DC7}"/>
          </ac:picMkLst>
        </pc:picChg>
        <pc:picChg chg="add mod">
          <ac:chgData name="Muhammad Fikri Hasani" userId="ada500cb4dc7801b" providerId="LiveId" clId="{786255F7-9FE3-486C-982B-B25D274956AF}" dt="2023-11-29T13:15:17.520" v="2157" actId="1076"/>
          <ac:picMkLst>
            <pc:docMk/>
            <pc:sldMk cId="1658221687" sldId="262"/>
            <ac:picMk id="8" creationId="{8826D0E1-3CB3-E7E9-B231-0F539D640BFE}"/>
          </ac:picMkLst>
        </pc:picChg>
        <pc:picChg chg="add del">
          <ac:chgData name="Muhammad Fikri Hasani" userId="ada500cb4dc7801b" providerId="LiveId" clId="{786255F7-9FE3-486C-982B-B25D274956AF}" dt="2023-11-29T13:11:25.836" v="1889" actId="22"/>
          <ac:picMkLst>
            <pc:docMk/>
            <pc:sldMk cId="1658221687" sldId="262"/>
            <ac:picMk id="11" creationId="{DEE947BB-68B1-5690-E336-DB12EBD765CD}"/>
          </ac:picMkLst>
        </pc:picChg>
        <pc:picChg chg="add mod">
          <ac:chgData name="Muhammad Fikri Hasani" userId="ada500cb4dc7801b" providerId="LiveId" clId="{786255F7-9FE3-486C-982B-B25D274956AF}" dt="2023-11-29T13:11:34.446" v="1893" actId="1076"/>
          <ac:picMkLst>
            <pc:docMk/>
            <pc:sldMk cId="1658221687" sldId="262"/>
            <ac:picMk id="13" creationId="{DBB6735C-C29F-BA0F-21EB-BA1420384979}"/>
          </ac:picMkLst>
        </pc:picChg>
        <pc:picChg chg="add mod">
          <ac:chgData name="Muhammad Fikri Hasani" userId="ada500cb4dc7801b" providerId="LiveId" clId="{786255F7-9FE3-486C-982B-B25D274956AF}" dt="2023-11-29T13:11:47.301" v="1896" actId="1076"/>
          <ac:picMkLst>
            <pc:docMk/>
            <pc:sldMk cId="1658221687" sldId="262"/>
            <ac:picMk id="15" creationId="{B6E97298-5471-868E-8AE2-51DB4DAF8F47}"/>
          </ac:picMkLst>
        </pc:picChg>
        <pc:picChg chg="add del mod">
          <ac:chgData name="Muhammad Fikri Hasani" userId="ada500cb4dc7801b" providerId="LiveId" clId="{786255F7-9FE3-486C-982B-B25D274956AF}" dt="2023-11-29T13:14:17.849" v="2045" actId="478"/>
          <ac:picMkLst>
            <pc:docMk/>
            <pc:sldMk cId="1658221687" sldId="262"/>
            <ac:picMk id="18" creationId="{5CF362BE-2625-12B3-A8BB-721E3E699881}"/>
          </ac:picMkLst>
        </pc:picChg>
        <pc:picChg chg="add mod">
          <ac:chgData name="Muhammad Fikri Hasani" userId="ada500cb4dc7801b" providerId="LiveId" clId="{786255F7-9FE3-486C-982B-B25D274956AF}" dt="2023-11-29T13:14:21.844" v="2048" actId="1076"/>
          <ac:picMkLst>
            <pc:docMk/>
            <pc:sldMk cId="1658221687" sldId="262"/>
            <ac:picMk id="20" creationId="{49E8F3EE-133B-D63C-F301-B06654B01562}"/>
          </ac:picMkLst>
        </pc:picChg>
        <pc:inkChg chg="add del">
          <ac:chgData name="Muhammad Fikri Hasani" userId="ada500cb4dc7801b" providerId="LiveId" clId="{786255F7-9FE3-486C-982B-B25D274956AF}" dt="2023-11-29T13:14:29.449" v="2050" actId="9405"/>
          <ac:inkMkLst>
            <pc:docMk/>
            <pc:sldMk cId="1658221687" sldId="262"/>
            <ac:inkMk id="21" creationId="{57FD6B18-06AB-EB6C-5BF8-8EE65B3C3AEC}"/>
          </ac:inkMkLst>
        </pc:inkChg>
        <pc:inkChg chg="add del">
          <ac:chgData name="Muhammad Fikri Hasani" userId="ada500cb4dc7801b" providerId="LiveId" clId="{786255F7-9FE3-486C-982B-B25D274956AF}" dt="2023-11-29T13:14:31.860" v="2052" actId="9405"/>
          <ac:inkMkLst>
            <pc:docMk/>
            <pc:sldMk cId="1658221687" sldId="262"/>
            <ac:inkMk id="22" creationId="{CE99C40E-2A81-C427-1026-30CB06D5FBB8}"/>
          </ac:inkMkLst>
        </pc:inkChg>
        <pc:inkChg chg="add mod">
          <ac:chgData name="Muhammad Fikri Hasani" userId="ada500cb4dc7801b" providerId="LiveId" clId="{786255F7-9FE3-486C-982B-B25D274956AF}" dt="2023-11-29T13:14:37.908" v="2055"/>
          <ac:inkMkLst>
            <pc:docMk/>
            <pc:sldMk cId="1658221687" sldId="262"/>
            <ac:inkMk id="23" creationId="{A85D810D-CAF0-B05B-7C26-82BB2A42F49C}"/>
          </ac:inkMkLst>
        </pc:inkChg>
        <pc:inkChg chg="add mod">
          <ac:chgData name="Muhammad Fikri Hasani" userId="ada500cb4dc7801b" providerId="LiveId" clId="{786255F7-9FE3-486C-982B-B25D274956AF}" dt="2023-11-29T13:14:37.908" v="2055"/>
          <ac:inkMkLst>
            <pc:docMk/>
            <pc:sldMk cId="1658221687" sldId="262"/>
            <ac:inkMk id="24" creationId="{00A175A8-7852-E636-AF74-F8E3B2206E20}"/>
          </ac:inkMkLst>
        </pc:inkChg>
      </pc:sldChg>
      <pc:sldChg chg="addSp modSp new mod">
        <pc:chgData name="Muhammad Fikri Hasani" userId="ada500cb4dc7801b" providerId="LiveId" clId="{786255F7-9FE3-486C-982B-B25D274956AF}" dt="2023-11-29T12:47:06.677" v="1026"/>
        <pc:sldMkLst>
          <pc:docMk/>
          <pc:sldMk cId="3610995723" sldId="263"/>
        </pc:sldMkLst>
        <pc:spChg chg="mod">
          <ac:chgData name="Muhammad Fikri Hasani" userId="ada500cb4dc7801b" providerId="LiveId" clId="{786255F7-9FE3-486C-982B-B25D274956AF}" dt="2023-11-29T12:47:06.677" v="1026"/>
          <ac:spMkLst>
            <pc:docMk/>
            <pc:sldMk cId="3610995723" sldId="263"/>
            <ac:spMk id="2" creationId="{2E081CB8-50C4-23B2-29BA-83460CCA3F0A}"/>
          </ac:spMkLst>
        </pc:spChg>
        <pc:spChg chg="mod">
          <ac:chgData name="Muhammad Fikri Hasani" userId="ada500cb4dc7801b" providerId="LiveId" clId="{786255F7-9FE3-486C-982B-B25D274956AF}" dt="2023-11-29T12:46:48.758" v="1020" actId="20577"/>
          <ac:spMkLst>
            <pc:docMk/>
            <pc:sldMk cId="3610995723" sldId="263"/>
            <ac:spMk id="3" creationId="{39305AB3-471F-0DED-9DBE-1BB271448E68}"/>
          </ac:spMkLst>
        </pc:spChg>
        <pc:picChg chg="add mod">
          <ac:chgData name="Muhammad Fikri Hasani" userId="ada500cb4dc7801b" providerId="LiveId" clId="{786255F7-9FE3-486C-982B-B25D274956AF}" dt="2023-11-29T12:46:57.232" v="1025" actId="1076"/>
          <ac:picMkLst>
            <pc:docMk/>
            <pc:sldMk cId="3610995723" sldId="263"/>
            <ac:picMk id="6" creationId="{9DD8D1F2-A8C9-69C4-0543-35AED080CAF8}"/>
          </ac:picMkLst>
        </pc:picChg>
      </pc:sldChg>
      <pc:sldChg chg="addSp delSp modSp new mod">
        <pc:chgData name="Muhammad Fikri Hasani" userId="ada500cb4dc7801b" providerId="LiveId" clId="{786255F7-9FE3-486C-982B-B25D274956AF}" dt="2023-11-29T13:05:50.008" v="1683" actId="1076"/>
        <pc:sldMkLst>
          <pc:docMk/>
          <pc:sldMk cId="1752434085" sldId="264"/>
        </pc:sldMkLst>
        <pc:spChg chg="mod">
          <ac:chgData name="Muhammad Fikri Hasani" userId="ada500cb4dc7801b" providerId="LiveId" clId="{786255F7-9FE3-486C-982B-B25D274956AF}" dt="2023-11-29T12:56:59.183" v="1537" actId="20577"/>
          <ac:spMkLst>
            <pc:docMk/>
            <pc:sldMk cId="1752434085" sldId="264"/>
            <ac:spMk id="2" creationId="{111891C4-6F8B-93FA-E00C-15C3B72B7C57}"/>
          </ac:spMkLst>
        </pc:spChg>
        <pc:spChg chg="mod">
          <ac:chgData name="Muhammad Fikri Hasani" userId="ada500cb4dc7801b" providerId="LiveId" clId="{786255F7-9FE3-486C-982B-B25D274956AF}" dt="2023-11-29T12:57:03.076" v="1555" actId="20577"/>
          <ac:spMkLst>
            <pc:docMk/>
            <pc:sldMk cId="1752434085" sldId="264"/>
            <ac:spMk id="3" creationId="{DCA302A7-813D-FF04-4636-C7F55CA08FB9}"/>
          </ac:spMkLst>
        </pc:spChg>
        <pc:spChg chg="mod">
          <ac:chgData name="Muhammad Fikri Hasani" userId="ada500cb4dc7801b" providerId="LiveId" clId="{786255F7-9FE3-486C-982B-B25D274956AF}" dt="2023-11-29T13:04:34.047" v="1624"/>
          <ac:spMkLst>
            <pc:docMk/>
            <pc:sldMk cId="1752434085" sldId="264"/>
            <ac:spMk id="4" creationId="{A8761965-8160-5227-FBD0-1F721E169B23}"/>
          </ac:spMkLst>
        </pc:spChg>
        <pc:spChg chg="add del">
          <ac:chgData name="Muhammad Fikri Hasani" userId="ada500cb4dc7801b" providerId="LiveId" clId="{786255F7-9FE3-486C-982B-B25D274956AF}" dt="2023-11-29T13:04:52.501" v="1626" actId="11529"/>
          <ac:spMkLst>
            <pc:docMk/>
            <pc:sldMk cId="1752434085" sldId="264"/>
            <ac:spMk id="7" creationId="{8D0E3579-BE37-9847-80AD-67D48DBDC3E8}"/>
          </ac:spMkLst>
        </pc:spChg>
        <pc:spChg chg="add del mod">
          <ac:chgData name="Muhammad Fikri Hasani" userId="ada500cb4dc7801b" providerId="LiveId" clId="{786255F7-9FE3-486C-982B-B25D274956AF}" dt="2023-11-29T13:05:23.838" v="1641" actId="767"/>
          <ac:spMkLst>
            <pc:docMk/>
            <pc:sldMk cId="1752434085" sldId="264"/>
            <ac:spMk id="19" creationId="{4611D0C3-5FEE-A628-8FCF-A239472F84FB}"/>
          </ac:spMkLst>
        </pc:spChg>
        <pc:spChg chg="add mod">
          <ac:chgData name="Muhammad Fikri Hasani" userId="ada500cb4dc7801b" providerId="LiveId" clId="{786255F7-9FE3-486C-982B-B25D274956AF}" dt="2023-11-29T13:05:50.008" v="1683" actId="1076"/>
          <ac:spMkLst>
            <pc:docMk/>
            <pc:sldMk cId="1752434085" sldId="264"/>
            <ac:spMk id="21" creationId="{01251AB6-4F42-2142-E68C-C0824BD23C16}"/>
          </ac:spMkLst>
        </pc:spChg>
        <pc:grpChg chg="del mod">
          <ac:chgData name="Muhammad Fikri Hasani" userId="ada500cb4dc7801b" providerId="LiveId" clId="{786255F7-9FE3-486C-982B-B25D274956AF}" dt="2023-11-29T13:05:12.852" v="1636"/>
          <ac:grpSpMkLst>
            <pc:docMk/>
            <pc:sldMk cId="1752434085" sldId="264"/>
            <ac:grpSpMk id="13" creationId="{3BCE5709-7131-30A5-099F-6F5A2BDBAA85}"/>
          </ac:grpSpMkLst>
        </pc:grpChg>
        <pc:grpChg chg="del mod">
          <ac:chgData name="Muhammad Fikri Hasani" userId="ada500cb4dc7801b" providerId="LiveId" clId="{786255F7-9FE3-486C-982B-B25D274956AF}" dt="2023-11-29T13:05:14.709" v="1638"/>
          <ac:grpSpMkLst>
            <pc:docMk/>
            <pc:sldMk cId="1752434085" sldId="264"/>
            <ac:grpSpMk id="15" creationId="{31C182FD-911A-4E17-DDB6-BBD524491E85}"/>
          </ac:grpSpMkLst>
        </pc:grpChg>
        <pc:grpChg chg="mod">
          <ac:chgData name="Muhammad Fikri Hasani" userId="ada500cb4dc7801b" providerId="LiveId" clId="{786255F7-9FE3-486C-982B-B25D274956AF}" dt="2023-11-29T13:05:14.709" v="1638"/>
          <ac:grpSpMkLst>
            <pc:docMk/>
            <pc:sldMk cId="1752434085" sldId="264"/>
            <ac:grpSpMk id="17" creationId="{71BF1BEC-2299-41D7-5C9E-453121ACFA36}"/>
          </ac:grpSpMkLst>
        </pc:grpChg>
        <pc:picChg chg="add mod">
          <ac:chgData name="Muhammad Fikri Hasani" userId="ada500cb4dc7801b" providerId="LiveId" clId="{786255F7-9FE3-486C-982B-B25D274956AF}" dt="2023-11-29T12:59:48.033" v="1575" actId="14100"/>
          <ac:picMkLst>
            <pc:docMk/>
            <pc:sldMk cId="1752434085" sldId="264"/>
            <ac:picMk id="6" creationId="{D6889F89-87C5-F70B-3D6A-48333304389D}"/>
          </ac:picMkLst>
        </pc:picChg>
        <pc:inkChg chg="add">
          <ac:chgData name="Muhammad Fikri Hasani" userId="ada500cb4dc7801b" providerId="LiveId" clId="{786255F7-9FE3-486C-982B-B25D274956AF}" dt="2023-11-29T13:05:00.885" v="1627" actId="9405"/>
          <ac:inkMkLst>
            <pc:docMk/>
            <pc:sldMk cId="1752434085" sldId="264"/>
            <ac:inkMk id="8" creationId="{0CA4106B-EF93-EB6B-1277-A7C0C460851C}"/>
          </ac:inkMkLst>
        </pc:inkChg>
        <pc:inkChg chg="add del">
          <ac:chgData name="Muhammad Fikri Hasani" userId="ada500cb4dc7801b" providerId="LiveId" clId="{786255F7-9FE3-486C-982B-B25D274956AF}" dt="2023-11-29T13:05:03.334" v="1629" actId="9405"/>
          <ac:inkMkLst>
            <pc:docMk/>
            <pc:sldMk cId="1752434085" sldId="264"/>
            <ac:inkMk id="9" creationId="{57B66E97-ADD0-E2A6-8ECE-169FC1BC45F9}"/>
          </ac:inkMkLst>
        </pc:inkChg>
        <pc:inkChg chg="add del">
          <ac:chgData name="Muhammad Fikri Hasani" userId="ada500cb4dc7801b" providerId="LiveId" clId="{786255F7-9FE3-486C-982B-B25D274956AF}" dt="2023-11-29T13:05:05.321" v="1631" actId="9405"/>
          <ac:inkMkLst>
            <pc:docMk/>
            <pc:sldMk cId="1752434085" sldId="264"/>
            <ac:inkMk id="10" creationId="{2C560CBD-E366-033E-6ECF-81A9AF0CBF7E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1" creationId="{5C2FAC98-5779-37E5-468B-19846777226C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2" creationId="{ECB2CF73-8728-0F86-9848-B97FD7608FD2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4" creationId="{E3E0F1AF-3630-1130-A1F0-8483E12283D3}"/>
          </ac:inkMkLst>
        </pc:inkChg>
        <pc:inkChg chg="add mod">
          <ac:chgData name="Muhammad Fikri Hasani" userId="ada500cb4dc7801b" providerId="LiveId" clId="{786255F7-9FE3-486C-982B-B25D274956AF}" dt="2023-11-29T13:05:14.709" v="1638"/>
          <ac:inkMkLst>
            <pc:docMk/>
            <pc:sldMk cId="1752434085" sldId="264"/>
            <ac:inkMk id="16" creationId="{3B47D37D-AC35-8666-F9CF-8E542CB8DFFE}"/>
          </ac:inkMkLst>
        </pc:inkChg>
        <pc:inkChg chg="add del">
          <ac:chgData name="Muhammad Fikri Hasani" userId="ada500cb4dc7801b" providerId="LiveId" clId="{786255F7-9FE3-486C-982B-B25D274956AF}" dt="2023-11-29T13:05:24.195" v="1642" actId="9405"/>
          <ac:inkMkLst>
            <pc:docMk/>
            <pc:sldMk cId="1752434085" sldId="264"/>
            <ac:inkMk id="18" creationId="{918EEAD0-C791-3433-1CEF-0BF39DE51212}"/>
          </ac:inkMkLst>
        </pc:inkChg>
        <pc:inkChg chg="add">
          <ac:chgData name="Muhammad Fikri Hasani" userId="ada500cb4dc7801b" providerId="LiveId" clId="{786255F7-9FE3-486C-982B-B25D274956AF}" dt="2023-11-29T13:05:32.563" v="1643" actId="9405"/>
          <ac:inkMkLst>
            <pc:docMk/>
            <pc:sldMk cId="1752434085" sldId="264"/>
            <ac:inkMk id="20" creationId="{F5281FDD-0411-8A12-D22B-699F3CB20527}"/>
          </ac:inkMkLst>
        </pc:inkChg>
      </pc:sldChg>
      <pc:sldChg chg="addSp delSp modSp new mod">
        <pc:chgData name="Muhammad Fikri Hasani" userId="ada500cb4dc7801b" providerId="LiveId" clId="{786255F7-9FE3-486C-982B-B25D274956AF}" dt="2023-11-29T14:46:52.783" v="5349" actId="1076"/>
        <pc:sldMkLst>
          <pc:docMk/>
          <pc:sldMk cId="727080427" sldId="265"/>
        </pc:sldMkLst>
        <pc:spChg chg="mod">
          <ac:chgData name="Muhammad Fikri Hasani" userId="ada500cb4dc7801b" providerId="LiveId" clId="{786255F7-9FE3-486C-982B-B25D274956AF}" dt="2023-11-29T13:15:29.144" v="2161" actId="27636"/>
          <ac:spMkLst>
            <pc:docMk/>
            <pc:sldMk cId="727080427" sldId="265"/>
            <ac:spMk id="2" creationId="{C3843C9D-BC44-CF0A-DB33-90C11E38DB76}"/>
          </ac:spMkLst>
        </pc:spChg>
        <pc:spChg chg="mod">
          <ac:chgData name="Muhammad Fikri Hasani" userId="ada500cb4dc7801b" providerId="LiveId" clId="{786255F7-9FE3-486C-982B-B25D274956AF}" dt="2023-11-29T13:22:43.286" v="2290" actId="20577"/>
          <ac:spMkLst>
            <pc:docMk/>
            <pc:sldMk cId="727080427" sldId="265"/>
            <ac:spMk id="3" creationId="{B1CA18BA-6D77-9C5A-EB4B-E51979328936}"/>
          </ac:spMkLst>
        </pc:spChg>
        <pc:spChg chg="del">
          <ac:chgData name="Muhammad Fikri Hasani" userId="ada500cb4dc7801b" providerId="LiveId" clId="{786255F7-9FE3-486C-982B-B25D274956AF}" dt="2023-11-29T13:16:46.124" v="2182" actId="22"/>
          <ac:spMkLst>
            <pc:docMk/>
            <pc:sldMk cId="727080427" sldId="265"/>
            <ac:spMk id="4" creationId="{3600DBAA-796A-8A67-3AF3-5412ABBA6026}"/>
          </ac:spMkLst>
        </pc:spChg>
        <pc:spChg chg="add mod">
          <ac:chgData name="Muhammad Fikri Hasani" userId="ada500cb4dc7801b" providerId="LiveId" clId="{786255F7-9FE3-486C-982B-B25D274956AF}" dt="2023-11-29T14:46:49.672" v="5348" actId="20577"/>
          <ac:spMkLst>
            <pc:docMk/>
            <pc:sldMk cId="727080427" sldId="265"/>
            <ac:spMk id="7" creationId="{8FD0EA13-DB28-A175-348E-5E336CB441AF}"/>
          </ac:spMkLst>
        </pc:spChg>
        <pc:picChg chg="add mod ord">
          <ac:chgData name="Muhammad Fikri Hasani" userId="ada500cb4dc7801b" providerId="LiveId" clId="{786255F7-9FE3-486C-982B-B25D274956AF}" dt="2023-11-29T14:46:52.783" v="5349" actId="1076"/>
          <ac:picMkLst>
            <pc:docMk/>
            <pc:sldMk cId="727080427" sldId="265"/>
            <ac:picMk id="6" creationId="{A727E76C-D9F7-09DD-08C8-A5C91C078614}"/>
          </ac:picMkLst>
        </pc:picChg>
      </pc:sldChg>
      <pc:sldChg chg="addSp modSp new mod">
        <pc:chgData name="Muhammad Fikri Hasani" userId="ada500cb4dc7801b" providerId="LiveId" clId="{786255F7-9FE3-486C-982B-B25D274956AF}" dt="2023-11-29T13:20:43.131" v="2287" actId="14100"/>
        <pc:sldMkLst>
          <pc:docMk/>
          <pc:sldMk cId="3742849252" sldId="266"/>
        </pc:sldMkLst>
        <pc:spChg chg="mod">
          <ac:chgData name="Muhammad Fikri Hasani" userId="ada500cb4dc7801b" providerId="LiveId" clId="{786255F7-9FE3-486C-982B-B25D274956AF}" dt="2023-11-29T13:17:31.297" v="2230" actId="20577"/>
          <ac:spMkLst>
            <pc:docMk/>
            <pc:sldMk cId="3742849252" sldId="266"/>
            <ac:spMk id="2" creationId="{6CF8DE37-83AA-CE6A-9877-F82DA0EC1AEE}"/>
          </ac:spMkLst>
        </pc:spChg>
        <pc:spChg chg="mod">
          <ac:chgData name="Muhammad Fikri Hasani" userId="ada500cb4dc7801b" providerId="LiveId" clId="{786255F7-9FE3-486C-982B-B25D274956AF}" dt="2023-11-29T13:17:34.750" v="2249" actId="20577"/>
          <ac:spMkLst>
            <pc:docMk/>
            <pc:sldMk cId="3742849252" sldId="266"/>
            <ac:spMk id="3" creationId="{05DA87AA-0D66-10CD-923B-6A6CA531D634}"/>
          </ac:spMkLst>
        </pc:spChg>
        <pc:spChg chg="mod">
          <ac:chgData name="Muhammad Fikri Hasani" userId="ada500cb4dc7801b" providerId="LiveId" clId="{786255F7-9FE3-486C-982B-B25D274956AF}" dt="2023-11-29T13:20:25.908" v="2281" actId="20577"/>
          <ac:spMkLst>
            <pc:docMk/>
            <pc:sldMk cId="3742849252" sldId="266"/>
            <ac:spMk id="4" creationId="{521FF051-92D5-E28B-6E49-B3B16D07A5B5}"/>
          </ac:spMkLst>
        </pc:spChg>
        <pc:picChg chg="add mod">
          <ac:chgData name="Muhammad Fikri Hasani" userId="ada500cb4dc7801b" providerId="LiveId" clId="{786255F7-9FE3-486C-982B-B25D274956AF}" dt="2023-11-29T13:19:42.313" v="2263" actId="1076"/>
          <ac:picMkLst>
            <pc:docMk/>
            <pc:sldMk cId="3742849252" sldId="266"/>
            <ac:picMk id="6" creationId="{CCD4303F-D79C-939F-3142-6A4636EDFDD7}"/>
          </ac:picMkLst>
        </pc:picChg>
        <pc:picChg chg="add mod">
          <ac:chgData name="Muhammad Fikri Hasani" userId="ada500cb4dc7801b" providerId="LiveId" clId="{786255F7-9FE3-486C-982B-B25D274956AF}" dt="2023-11-29T13:20:43.131" v="2287" actId="14100"/>
          <ac:picMkLst>
            <pc:docMk/>
            <pc:sldMk cId="3742849252" sldId="266"/>
            <ac:picMk id="8" creationId="{49ADA655-C8E0-A16D-3BFF-A933672F68BF}"/>
          </ac:picMkLst>
        </pc:picChg>
      </pc:sldChg>
      <pc:sldChg chg="addSp modSp new mod">
        <pc:chgData name="Muhammad Fikri Hasani" userId="ada500cb4dc7801b" providerId="LiveId" clId="{786255F7-9FE3-486C-982B-B25D274956AF}" dt="2023-11-29T14:29:16.865" v="3932" actId="1076"/>
        <pc:sldMkLst>
          <pc:docMk/>
          <pc:sldMk cId="210008908" sldId="267"/>
        </pc:sldMkLst>
        <pc:spChg chg="mod">
          <ac:chgData name="Muhammad Fikri Hasani" userId="ada500cb4dc7801b" providerId="LiveId" clId="{786255F7-9FE3-486C-982B-B25D274956AF}" dt="2023-11-29T13:22:59.768" v="2341" actId="27636"/>
          <ac:spMkLst>
            <pc:docMk/>
            <pc:sldMk cId="210008908" sldId="267"/>
            <ac:spMk id="2" creationId="{E1C195F5-25F9-E3A8-E8B3-51356152509F}"/>
          </ac:spMkLst>
        </pc:spChg>
        <pc:spChg chg="mod">
          <ac:chgData name="Muhammad Fikri Hasani" userId="ada500cb4dc7801b" providerId="LiveId" clId="{786255F7-9FE3-486C-982B-B25D274956AF}" dt="2023-11-29T13:22:55.043" v="2339" actId="20577"/>
          <ac:spMkLst>
            <pc:docMk/>
            <pc:sldMk cId="210008908" sldId="267"/>
            <ac:spMk id="3" creationId="{5E3FE6E7-9888-9C6C-83E3-562C743AA2E4}"/>
          </ac:spMkLst>
        </pc:spChg>
        <pc:spChg chg="mod">
          <ac:chgData name="Muhammad Fikri Hasani" userId="ada500cb4dc7801b" providerId="LiveId" clId="{786255F7-9FE3-486C-982B-B25D274956AF}" dt="2023-11-29T14:28:15.552" v="3895" actId="1076"/>
          <ac:spMkLst>
            <pc:docMk/>
            <pc:sldMk cId="210008908" sldId="267"/>
            <ac:spMk id="4" creationId="{D7B01E9C-2DEF-9CC7-04D0-96E4F1ED64B9}"/>
          </ac:spMkLst>
        </pc:spChg>
        <pc:spChg chg="add mod">
          <ac:chgData name="Muhammad Fikri Hasani" userId="ada500cb4dc7801b" providerId="LiveId" clId="{786255F7-9FE3-486C-982B-B25D274956AF}" dt="2023-11-29T14:28:58.517" v="3919" actId="1076"/>
          <ac:spMkLst>
            <pc:docMk/>
            <pc:sldMk cId="210008908" sldId="267"/>
            <ac:spMk id="11" creationId="{B87BF09A-62C9-4BFD-44B5-6FEF0B15EFCF}"/>
          </ac:spMkLst>
        </pc:spChg>
        <pc:spChg chg="add mod">
          <ac:chgData name="Muhammad Fikri Hasani" userId="ada500cb4dc7801b" providerId="LiveId" clId="{786255F7-9FE3-486C-982B-B25D274956AF}" dt="2023-11-29T14:29:08.663" v="3931" actId="20577"/>
          <ac:spMkLst>
            <pc:docMk/>
            <pc:sldMk cId="210008908" sldId="267"/>
            <ac:spMk id="12" creationId="{3C08D34C-B2BF-DA56-E986-1F5A31696A73}"/>
          </ac:spMkLst>
        </pc:spChg>
        <pc:picChg chg="add mod">
          <ac:chgData name="Muhammad Fikri Hasani" userId="ada500cb4dc7801b" providerId="LiveId" clId="{786255F7-9FE3-486C-982B-B25D274956AF}" dt="2023-11-29T14:28:17.276" v="3896" actId="1076"/>
          <ac:picMkLst>
            <pc:docMk/>
            <pc:sldMk cId="210008908" sldId="267"/>
            <ac:picMk id="6" creationId="{6C130787-9024-AC28-5887-A9681F387B05}"/>
          </ac:picMkLst>
        </pc:picChg>
        <pc:picChg chg="add mod">
          <ac:chgData name="Muhammad Fikri Hasani" userId="ada500cb4dc7801b" providerId="LiveId" clId="{786255F7-9FE3-486C-982B-B25D274956AF}" dt="2023-11-29T14:29:16.865" v="3932" actId="1076"/>
          <ac:picMkLst>
            <pc:docMk/>
            <pc:sldMk cId="210008908" sldId="267"/>
            <ac:picMk id="8" creationId="{B46CE81A-961A-C8BD-BE0B-8B38C0B9638A}"/>
          </ac:picMkLst>
        </pc:picChg>
        <pc:picChg chg="add mod">
          <ac:chgData name="Muhammad Fikri Hasani" userId="ada500cb4dc7801b" providerId="LiveId" clId="{786255F7-9FE3-486C-982B-B25D274956AF}" dt="2023-11-29T14:28:43.944" v="3899" actId="1076"/>
          <ac:picMkLst>
            <pc:docMk/>
            <pc:sldMk cId="210008908" sldId="267"/>
            <ac:picMk id="10" creationId="{8E4FFAF3-AB5D-E523-345B-F19FCAA4FC79}"/>
          </ac:picMkLst>
        </pc:picChg>
      </pc:sldChg>
      <pc:sldChg chg="addSp modSp new mod">
        <pc:chgData name="Muhammad Fikri Hasani" userId="ada500cb4dc7801b" providerId="LiveId" clId="{786255F7-9FE3-486C-982B-B25D274956AF}" dt="2023-11-29T14:34:07.185" v="4050" actId="1076"/>
        <pc:sldMkLst>
          <pc:docMk/>
          <pc:sldMk cId="4106888810" sldId="268"/>
        </pc:sldMkLst>
        <pc:spChg chg="mod">
          <ac:chgData name="Muhammad Fikri Hasani" userId="ada500cb4dc7801b" providerId="LiveId" clId="{786255F7-9FE3-486C-982B-B25D274956AF}" dt="2023-11-29T13:50:04.559" v="2681" actId="20577"/>
          <ac:spMkLst>
            <pc:docMk/>
            <pc:sldMk cId="4106888810" sldId="268"/>
            <ac:spMk id="2" creationId="{6E9F672B-DCEC-09A5-49AB-52E82A7479D3}"/>
          </ac:spMkLst>
        </pc:spChg>
        <pc:spChg chg="mod">
          <ac:chgData name="Muhammad Fikri Hasani" userId="ada500cb4dc7801b" providerId="LiveId" clId="{786255F7-9FE3-486C-982B-B25D274956AF}" dt="2023-11-29T13:50:13.821" v="2720" actId="20577"/>
          <ac:spMkLst>
            <pc:docMk/>
            <pc:sldMk cId="4106888810" sldId="268"/>
            <ac:spMk id="3" creationId="{003F8A09-0499-0955-8832-5C315C7C3C62}"/>
          </ac:spMkLst>
        </pc:spChg>
        <pc:spChg chg="mod">
          <ac:chgData name="Muhammad Fikri Hasani" userId="ada500cb4dc7801b" providerId="LiveId" clId="{786255F7-9FE3-486C-982B-B25D274956AF}" dt="2023-11-29T14:34:04.219" v="4049" actId="27636"/>
          <ac:spMkLst>
            <pc:docMk/>
            <pc:sldMk cId="4106888810" sldId="268"/>
            <ac:spMk id="4" creationId="{833922DC-0FE2-ED89-AB17-D2E683C23E39}"/>
          </ac:spMkLst>
        </pc:spChg>
        <pc:picChg chg="add mod">
          <ac:chgData name="Muhammad Fikri Hasani" userId="ada500cb4dc7801b" providerId="LiveId" clId="{786255F7-9FE3-486C-982B-B25D274956AF}" dt="2023-11-29T14:34:07.185" v="4050" actId="1076"/>
          <ac:picMkLst>
            <pc:docMk/>
            <pc:sldMk cId="4106888810" sldId="268"/>
            <ac:picMk id="6" creationId="{802DA29E-25FA-EF51-9A2A-3DE86D524FF3}"/>
          </ac:picMkLst>
        </pc:picChg>
      </pc:sldChg>
      <pc:sldChg chg="modSp new del mod">
        <pc:chgData name="Muhammad Fikri Hasani" userId="ada500cb4dc7801b" providerId="LiveId" clId="{786255F7-9FE3-486C-982B-B25D274956AF}" dt="2023-11-29T14:45:42.140" v="5136" actId="47"/>
        <pc:sldMkLst>
          <pc:docMk/>
          <pc:sldMk cId="780295994" sldId="269"/>
        </pc:sldMkLst>
        <pc:spChg chg="mod">
          <ac:chgData name="Muhammad Fikri Hasani" userId="ada500cb4dc7801b" providerId="LiveId" clId="{786255F7-9FE3-486C-982B-B25D274956AF}" dt="2023-11-29T13:47:27.438" v="2526" actId="20577"/>
          <ac:spMkLst>
            <pc:docMk/>
            <pc:sldMk cId="780295994" sldId="269"/>
            <ac:spMk id="2" creationId="{0810282C-977E-2457-83E8-2CCA52C4237E}"/>
          </ac:spMkLst>
        </pc:spChg>
        <pc:spChg chg="mod">
          <ac:chgData name="Muhammad Fikri Hasani" userId="ada500cb4dc7801b" providerId="LiveId" clId="{786255F7-9FE3-486C-982B-B25D274956AF}" dt="2023-11-29T13:47:34.067" v="2562" actId="20577"/>
          <ac:spMkLst>
            <pc:docMk/>
            <pc:sldMk cId="780295994" sldId="269"/>
            <ac:spMk id="3" creationId="{7FB25C54-E260-16C7-CBC3-5736B7D8669E}"/>
          </ac:spMkLst>
        </pc:spChg>
      </pc:sldChg>
      <pc:sldChg chg="addSp delSp modSp new mod">
        <pc:chgData name="Muhammad Fikri Hasani" userId="ada500cb4dc7801b" providerId="LiveId" clId="{786255F7-9FE3-486C-982B-B25D274956AF}" dt="2023-11-29T14:34:27.443" v="4053" actId="20577"/>
        <pc:sldMkLst>
          <pc:docMk/>
          <pc:sldMk cId="3484259326" sldId="270"/>
        </pc:sldMkLst>
        <pc:spChg chg="mod">
          <ac:chgData name="Muhammad Fikri Hasani" userId="ada500cb4dc7801b" providerId="LiveId" clId="{786255F7-9FE3-486C-982B-B25D274956AF}" dt="2023-11-29T13:50:23.670" v="2755" actId="20577"/>
          <ac:spMkLst>
            <pc:docMk/>
            <pc:sldMk cId="3484259326" sldId="270"/>
            <ac:spMk id="2" creationId="{F082800A-FE45-B0BC-EC0B-B623A0393002}"/>
          </ac:spMkLst>
        </pc:spChg>
        <pc:spChg chg="mod">
          <ac:chgData name="Muhammad Fikri Hasani" userId="ada500cb4dc7801b" providerId="LiveId" clId="{786255F7-9FE3-486C-982B-B25D274956AF}" dt="2023-11-29T14:34:27.443" v="4053" actId="20577"/>
          <ac:spMkLst>
            <pc:docMk/>
            <pc:sldMk cId="3484259326" sldId="270"/>
            <ac:spMk id="3" creationId="{C63304B2-FCF8-5369-77FA-EE01FCFCE4B2}"/>
          </ac:spMkLst>
        </pc:spChg>
        <pc:spChg chg="add del mod">
          <ac:chgData name="Muhammad Fikri Hasani" userId="ada500cb4dc7801b" providerId="LiveId" clId="{786255F7-9FE3-486C-982B-B25D274956AF}" dt="2023-11-29T14:33:40.431" v="4044" actId="5793"/>
          <ac:spMkLst>
            <pc:docMk/>
            <pc:sldMk cId="3484259326" sldId="270"/>
            <ac:spMk id="4" creationId="{52A91B6E-9845-8AEF-8645-1E8AA5A8E40F}"/>
          </ac:spMkLst>
        </pc:spChg>
        <pc:picChg chg="add del mod ord">
          <ac:chgData name="Muhammad Fikri Hasani" userId="ada500cb4dc7801b" providerId="LiveId" clId="{786255F7-9FE3-486C-982B-B25D274956AF}" dt="2023-11-29T14:31:26.894" v="3955" actId="22"/>
          <ac:picMkLst>
            <pc:docMk/>
            <pc:sldMk cId="3484259326" sldId="270"/>
            <ac:picMk id="6" creationId="{C0B4374B-C273-B623-01B0-6A996BDC9349}"/>
          </ac:picMkLst>
        </pc:picChg>
        <pc:picChg chg="add del">
          <ac:chgData name="Muhammad Fikri Hasani" userId="ada500cb4dc7801b" providerId="LiveId" clId="{786255F7-9FE3-486C-982B-B25D274956AF}" dt="2023-11-29T14:31:36.078" v="3987" actId="22"/>
          <ac:picMkLst>
            <pc:docMk/>
            <pc:sldMk cId="3484259326" sldId="270"/>
            <ac:picMk id="8" creationId="{5CA8B493-078E-4204-ACFE-58EC0830081A}"/>
          </ac:picMkLst>
        </pc:picChg>
        <pc:picChg chg="add mod">
          <ac:chgData name="Muhammad Fikri Hasani" userId="ada500cb4dc7801b" providerId="LiveId" clId="{786255F7-9FE3-486C-982B-B25D274956AF}" dt="2023-11-29T14:31:48.217" v="3993" actId="1076"/>
          <ac:picMkLst>
            <pc:docMk/>
            <pc:sldMk cId="3484259326" sldId="270"/>
            <ac:picMk id="10" creationId="{9DC8B493-FAA5-1E5B-E3D9-76E1BC46C41F}"/>
          </ac:picMkLst>
        </pc:picChg>
        <pc:picChg chg="add mod">
          <ac:chgData name="Muhammad Fikri Hasani" userId="ada500cb4dc7801b" providerId="LiveId" clId="{786255F7-9FE3-486C-982B-B25D274956AF}" dt="2023-11-29T14:33:21.603" v="4029" actId="14100"/>
          <ac:picMkLst>
            <pc:docMk/>
            <pc:sldMk cId="3484259326" sldId="270"/>
            <ac:picMk id="12" creationId="{9CBA2D5B-C9B4-678F-5A32-D21363B90EE8}"/>
          </ac:picMkLst>
        </pc:picChg>
      </pc:sldChg>
      <pc:sldChg chg="addSp modSp new mod">
        <pc:chgData name="Muhammad Fikri Hasani" userId="ada500cb4dc7801b" providerId="LiveId" clId="{786255F7-9FE3-486C-982B-B25D274956AF}" dt="2023-11-29T14:50:46.588" v="5597" actId="20577"/>
        <pc:sldMkLst>
          <pc:docMk/>
          <pc:sldMk cId="1821762966" sldId="271"/>
        </pc:sldMkLst>
        <pc:spChg chg="mod">
          <ac:chgData name="Muhammad Fikri Hasani" userId="ada500cb4dc7801b" providerId="LiveId" clId="{786255F7-9FE3-486C-982B-B25D274956AF}" dt="2023-11-29T13:50:49.374" v="2840" actId="20577"/>
          <ac:spMkLst>
            <pc:docMk/>
            <pc:sldMk cId="1821762966" sldId="271"/>
            <ac:spMk id="2" creationId="{C5DF6C1F-5768-665F-7C49-ED656CE32E1C}"/>
          </ac:spMkLst>
        </pc:spChg>
        <pc:spChg chg="mod">
          <ac:chgData name="Muhammad Fikri Hasani" userId="ada500cb4dc7801b" providerId="LiveId" clId="{786255F7-9FE3-486C-982B-B25D274956AF}" dt="2023-11-29T13:50:53.348" v="2858" actId="20577"/>
          <ac:spMkLst>
            <pc:docMk/>
            <pc:sldMk cId="1821762966" sldId="271"/>
            <ac:spMk id="3" creationId="{4CAFF0D6-7C4A-15BF-F2FD-7A76DE893827}"/>
          </ac:spMkLst>
        </pc:spChg>
        <pc:spChg chg="mod">
          <ac:chgData name="Muhammad Fikri Hasani" userId="ada500cb4dc7801b" providerId="LiveId" clId="{786255F7-9FE3-486C-982B-B25D274956AF}" dt="2023-11-29T14:50:46.588" v="5597" actId="20577"/>
          <ac:spMkLst>
            <pc:docMk/>
            <pc:sldMk cId="1821762966" sldId="271"/>
            <ac:spMk id="4" creationId="{DF057DF2-690D-0F91-F661-AAB5867E5298}"/>
          </ac:spMkLst>
        </pc:spChg>
        <pc:spChg chg="add mod">
          <ac:chgData name="Muhammad Fikri Hasani" userId="ada500cb4dc7801b" providerId="LiveId" clId="{786255F7-9FE3-486C-982B-B25D274956AF}" dt="2023-11-29T14:26:38.565" v="3887" actId="1076"/>
          <ac:spMkLst>
            <pc:docMk/>
            <pc:sldMk cId="1821762966" sldId="271"/>
            <ac:spMk id="7" creationId="{1DEB121D-F371-F33D-6CED-A095D7CBC7B4}"/>
          </ac:spMkLst>
        </pc:spChg>
        <pc:spChg chg="add mod">
          <ac:chgData name="Muhammad Fikri Hasani" userId="ada500cb4dc7801b" providerId="LiveId" clId="{786255F7-9FE3-486C-982B-B25D274956AF}" dt="2023-11-29T14:26:45.788" v="3889" actId="1076"/>
          <ac:spMkLst>
            <pc:docMk/>
            <pc:sldMk cId="1821762966" sldId="271"/>
            <ac:spMk id="10" creationId="{04F61632-E646-FDFD-1819-2B45BBA36820}"/>
          </ac:spMkLst>
        </pc:spChg>
        <pc:spChg chg="add mod">
          <ac:chgData name="Muhammad Fikri Hasani" userId="ada500cb4dc7801b" providerId="LiveId" clId="{786255F7-9FE3-486C-982B-B25D274956AF}" dt="2023-11-29T14:26:51.177" v="3890" actId="1076"/>
          <ac:spMkLst>
            <pc:docMk/>
            <pc:sldMk cId="1821762966" sldId="271"/>
            <ac:spMk id="11" creationId="{43FCFE98-50C5-E33D-FCD3-128AAF6C5A80}"/>
          </ac:spMkLst>
        </pc:spChg>
        <pc:picChg chg="add mod">
          <ac:chgData name="Muhammad Fikri Hasani" userId="ada500cb4dc7801b" providerId="LiveId" clId="{786255F7-9FE3-486C-982B-B25D274956AF}" dt="2023-11-29T14:26:34.486" v="3886" actId="1076"/>
          <ac:picMkLst>
            <pc:docMk/>
            <pc:sldMk cId="1821762966" sldId="271"/>
            <ac:picMk id="6" creationId="{EFC21AA6-3F3A-2E1C-0E20-C18035B288DB}"/>
          </ac:picMkLst>
        </pc:picChg>
        <pc:picChg chg="add mod">
          <ac:chgData name="Muhammad Fikri Hasani" userId="ada500cb4dc7801b" providerId="LiveId" clId="{786255F7-9FE3-486C-982B-B25D274956AF}" dt="2023-11-29T14:26:40.841" v="3888" actId="1076"/>
          <ac:picMkLst>
            <pc:docMk/>
            <pc:sldMk cId="1821762966" sldId="271"/>
            <ac:picMk id="9" creationId="{A97AAF9E-2764-D122-AEFC-C4129AD476B3}"/>
          </ac:picMkLst>
        </pc:picChg>
        <pc:picChg chg="add mod">
          <ac:chgData name="Muhammad Fikri Hasani" userId="ada500cb4dc7801b" providerId="LiveId" clId="{786255F7-9FE3-486C-982B-B25D274956AF}" dt="2023-11-29T14:26:31.741" v="3885" actId="1076"/>
          <ac:picMkLst>
            <pc:docMk/>
            <pc:sldMk cId="1821762966" sldId="271"/>
            <ac:picMk id="13" creationId="{B7F7237C-C06B-BA5D-FE27-A964170D8521}"/>
          </ac:picMkLst>
        </pc:picChg>
      </pc:sldChg>
      <pc:sldChg chg="addSp modSp new mod ord">
        <pc:chgData name="Muhammad Fikri Hasani" userId="ada500cb4dc7801b" providerId="LiveId" clId="{786255F7-9FE3-486C-982B-B25D274956AF}" dt="2023-11-29T14:11:25.125" v="3209" actId="14100"/>
        <pc:sldMkLst>
          <pc:docMk/>
          <pc:sldMk cId="2873969985" sldId="272"/>
        </pc:sldMkLst>
        <pc:spChg chg="mod">
          <ac:chgData name="Muhammad Fikri Hasani" userId="ada500cb4dc7801b" providerId="LiveId" clId="{786255F7-9FE3-486C-982B-B25D274956AF}" dt="2023-11-29T13:53:22.290" v="2918" actId="20577"/>
          <ac:spMkLst>
            <pc:docMk/>
            <pc:sldMk cId="2873969985" sldId="272"/>
            <ac:spMk id="2" creationId="{C391A12E-705B-4339-AA28-73422D58E7B9}"/>
          </ac:spMkLst>
        </pc:spChg>
        <pc:spChg chg="mod">
          <ac:chgData name="Muhammad Fikri Hasani" userId="ada500cb4dc7801b" providerId="LiveId" clId="{786255F7-9FE3-486C-982B-B25D274956AF}" dt="2023-11-29T13:53:17.339" v="2884"/>
          <ac:spMkLst>
            <pc:docMk/>
            <pc:sldMk cId="2873969985" sldId="272"/>
            <ac:spMk id="3" creationId="{BDC6556D-8F85-99C1-BC3A-2E378DC8D7E7}"/>
          </ac:spMkLst>
        </pc:spChg>
        <pc:spChg chg="mod">
          <ac:chgData name="Muhammad Fikri Hasani" userId="ada500cb4dc7801b" providerId="LiveId" clId="{786255F7-9FE3-486C-982B-B25D274956AF}" dt="2023-11-29T14:09:28.484" v="3154" actId="1076"/>
          <ac:spMkLst>
            <pc:docMk/>
            <pc:sldMk cId="2873969985" sldId="272"/>
            <ac:spMk id="4" creationId="{A519C9E7-F2C5-9E36-A34C-D043026E2B7A}"/>
          </ac:spMkLst>
        </pc:spChg>
        <pc:spChg chg="add mod">
          <ac:chgData name="Muhammad Fikri Hasani" userId="ada500cb4dc7801b" providerId="LiveId" clId="{786255F7-9FE3-486C-982B-B25D274956AF}" dt="2023-11-29T14:11:14.883" v="3203" actId="1076"/>
          <ac:spMkLst>
            <pc:docMk/>
            <pc:sldMk cId="2873969985" sldId="272"/>
            <ac:spMk id="11" creationId="{D8004CD9-2B8C-654A-1862-34D9E6DD4BE2}"/>
          </ac:spMkLst>
        </pc:spChg>
        <pc:spChg chg="add mod">
          <ac:chgData name="Muhammad Fikri Hasani" userId="ada500cb4dc7801b" providerId="LiveId" clId="{786255F7-9FE3-486C-982B-B25D274956AF}" dt="2023-11-29T14:10:05.741" v="3197" actId="20577"/>
          <ac:spMkLst>
            <pc:docMk/>
            <pc:sldMk cId="2873969985" sldId="272"/>
            <ac:spMk id="12" creationId="{43998B5D-8BEF-978E-5F7A-61C9326225C8}"/>
          </ac:spMkLst>
        </pc:spChg>
        <pc:picChg chg="add mod">
          <ac:chgData name="Muhammad Fikri Hasani" userId="ada500cb4dc7801b" providerId="LiveId" clId="{786255F7-9FE3-486C-982B-B25D274956AF}" dt="2023-11-29T14:11:18.984" v="3205" actId="1076"/>
          <ac:picMkLst>
            <pc:docMk/>
            <pc:sldMk cId="2873969985" sldId="272"/>
            <ac:picMk id="6" creationId="{F58E104A-ACE1-AE75-704B-6E1676610C0F}"/>
          </ac:picMkLst>
        </pc:picChg>
        <pc:picChg chg="add mod">
          <ac:chgData name="Muhammad Fikri Hasani" userId="ada500cb4dc7801b" providerId="LiveId" clId="{786255F7-9FE3-486C-982B-B25D274956AF}" dt="2023-11-29T14:11:21.787" v="3207" actId="1076"/>
          <ac:picMkLst>
            <pc:docMk/>
            <pc:sldMk cId="2873969985" sldId="272"/>
            <ac:picMk id="8" creationId="{DD2719CF-CBC3-DE3E-5C83-CEB797C3A546}"/>
          </ac:picMkLst>
        </pc:picChg>
        <pc:picChg chg="add mod">
          <ac:chgData name="Muhammad Fikri Hasani" userId="ada500cb4dc7801b" providerId="LiveId" clId="{786255F7-9FE3-486C-982B-B25D274956AF}" dt="2023-11-29T14:11:25.125" v="3209" actId="14100"/>
          <ac:picMkLst>
            <pc:docMk/>
            <pc:sldMk cId="2873969985" sldId="272"/>
            <ac:picMk id="10" creationId="{E33D92D3-BBF6-6AF7-0EA6-91F629990808}"/>
          </ac:picMkLst>
        </pc:picChg>
        <pc:picChg chg="add mod">
          <ac:chgData name="Muhammad Fikri Hasani" userId="ada500cb4dc7801b" providerId="LiveId" clId="{786255F7-9FE3-486C-982B-B25D274956AF}" dt="2023-11-29T14:11:08.900" v="3202" actId="1076"/>
          <ac:picMkLst>
            <pc:docMk/>
            <pc:sldMk cId="2873969985" sldId="272"/>
            <ac:picMk id="14" creationId="{4CEE1E44-34F0-3286-1697-A002DD6BC3E4}"/>
          </ac:picMkLst>
        </pc:picChg>
      </pc:sldChg>
      <pc:sldChg chg="addSp delSp modSp new mod">
        <pc:chgData name="Muhammad Fikri Hasani" userId="ada500cb4dc7801b" providerId="LiveId" clId="{786255F7-9FE3-486C-982B-B25D274956AF}" dt="2023-11-29T14:15:26.211" v="3349" actId="14100"/>
        <pc:sldMkLst>
          <pc:docMk/>
          <pc:sldMk cId="1117770923" sldId="273"/>
        </pc:sldMkLst>
        <pc:spChg chg="mod">
          <ac:chgData name="Muhammad Fikri Hasani" userId="ada500cb4dc7801b" providerId="LiveId" clId="{786255F7-9FE3-486C-982B-B25D274956AF}" dt="2023-11-29T14:11:48.132" v="3257" actId="20577"/>
          <ac:spMkLst>
            <pc:docMk/>
            <pc:sldMk cId="1117770923" sldId="273"/>
            <ac:spMk id="2" creationId="{0C5A8963-7CCB-28A5-7299-37F723B88351}"/>
          </ac:spMkLst>
        </pc:spChg>
        <pc:spChg chg="mod">
          <ac:chgData name="Muhammad Fikri Hasani" userId="ada500cb4dc7801b" providerId="LiveId" clId="{786255F7-9FE3-486C-982B-B25D274956AF}" dt="2023-11-29T14:11:49.958" v="3264" actId="5793"/>
          <ac:spMkLst>
            <pc:docMk/>
            <pc:sldMk cId="1117770923" sldId="273"/>
            <ac:spMk id="3" creationId="{3C3F785D-75BA-57C2-D92D-7FA0FD9A90C0}"/>
          </ac:spMkLst>
        </pc:spChg>
        <pc:spChg chg="mod">
          <ac:chgData name="Muhammad Fikri Hasani" userId="ada500cb4dc7801b" providerId="LiveId" clId="{786255F7-9FE3-486C-982B-B25D274956AF}" dt="2023-11-29T14:15:19.061" v="3346" actId="1076"/>
          <ac:spMkLst>
            <pc:docMk/>
            <pc:sldMk cId="1117770923" sldId="273"/>
            <ac:spMk id="4" creationId="{0479128A-0B54-B933-959C-B01743403269}"/>
          </ac:spMkLst>
        </pc:spChg>
        <pc:graphicFrameChg chg="add del mod">
          <ac:chgData name="Muhammad Fikri Hasani" userId="ada500cb4dc7801b" providerId="LiveId" clId="{786255F7-9FE3-486C-982B-B25D274956AF}" dt="2023-11-29T14:15:02.776" v="3341"/>
          <ac:graphicFrameMkLst>
            <pc:docMk/>
            <pc:sldMk cId="1117770923" sldId="273"/>
            <ac:graphicFrameMk id="7" creationId="{AF5C3520-756A-8790-A29C-1ACF81DE36A7}"/>
          </ac:graphicFrameMkLst>
        </pc:graphicFrameChg>
        <pc:picChg chg="add mod">
          <ac:chgData name="Muhammad Fikri Hasani" userId="ada500cb4dc7801b" providerId="LiveId" clId="{786255F7-9FE3-486C-982B-B25D274956AF}" dt="2023-11-29T14:15:21.402" v="3347" actId="1076"/>
          <ac:picMkLst>
            <pc:docMk/>
            <pc:sldMk cId="1117770923" sldId="273"/>
            <ac:picMk id="6" creationId="{E12F311E-739E-F20E-52F5-7F4940FDC166}"/>
          </ac:picMkLst>
        </pc:picChg>
        <pc:picChg chg="add mod">
          <ac:chgData name="Muhammad Fikri Hasani" userId="ada500cb4dc7801b" providerId="LiveId" clId="{786255F7-9FE3-486C-982B-B25D274956AF}" dt="2023-11-29T14:15:26.211" v="3349" actId="14100"/>
          <ac:picMkLst>
            <pc:docMk/>
            <pc:sldMk cId="1117770923" sldId="273"/>
            <ac:picMk id="9" creationId="{13ACEF21-6100-6F0D-AEBF-520555E97D4F}"/>
          </ac:picMkLst>
        </pc:picChg>
      </pc:sldChg>
      <pc:sldChg chg="addSp delSp modSp new mod">
        <pc:chgData name="Muhammad Fikri Hasani" userId="ada500cb4dc7801b" providerId="LiveId" clId="{786255F7-9FE3-486C-982B-B25D274956AF}" dt="2023-11-29T14:18:33.936" v="3507" actId="20577"/>
        <pc:sldMkLst>
          <pc:docMk/>
          <pc:sldMk cId="2210744361" sldId="274"/>
        </pc:sldMkLst>
        <pc:spChg chg="mod">
          <ac:chgData name="Muhammad Fikri Hasani" userId="ada500cb4dc7801b" providerId="LiveId" clId="{786255F7-9FE3-486C-982B-B25D274956AF}" dt="2023-11-29T14:15:35.443" v="3352" actId="27636"/>
          <ac:spMkLst>
            <pc:docMk/>
            <pc:sldMk cId="2210744361" sldId="274"/>
            <ac:spMk id="2" creationId="{B019F606-EC18-A8D2-4361-9545A75F06D6}"/>
          </ac:spMkLst>
        </pc:spChg>
        <pc:spChg chg="mod">
          <ac:chgData name="Muhammad Fikri Hasani" userId="ada500cb4dc7801b" providerId="LiveId" clId="{786255F7-9FE3-486C-982B-B25D274956AF}" dt="2023-11-29T14:15:39.294" v="3366" actId="20577"/>
          <ac:spMkLst>
            <pc:docMk/>
            <pc:sldMk cId="2210744361" sldId="274"/>
            <ac:spMk id="3" creationId="{BE640E17-F814-A7F5-9B92-464037BA5B93}"/>
          </ac:spMkLst>
        </pc:spChg>
        <pc:spChg chg="add del mod">
          <ac:chgData name="Muhammad Fikri Hasani" userId="ada500cb4dc7801b" providerId="LiveId" clId="{786255F7-9FE3-486C-982B-B25D274956AF}" dt="2023-11-29T14:18:33.936" v="3507" actId="20577"/>
          <ac:spMkLst>
            <pc:docMk/>
            <pc:sldMk cId="2210744361" sldId="274"/>
            <ac:spMk id="4" creationId="{03513F55-BD25-D85A-7E29-B682564B672B}"/>
          </ac:spMkLst>
        </pc:spChg>
        <pc:spChg chg="add del mod">
          <ac:chgData name="Muhammad Fikri Hasani" userId="ada500cb4dc7801b" providerId="LiveId" clId="{786255F7-9FE3-486C-982B-B25D274956AF}" dt="2023-11-29T14:17:01.554" v="3370"/>
          <ac:spMkLst>
            <pc:docMk/>
            <pc:sldMk cId="2210744361" sldId="274"/>
            <ac:spMk id="5" creationId="{1F225E52-0790-C985-EDF8-D817963DDF50}"/>
          </ac:spMkLst>
        </pc:spChg>
      </pc:sldChg>
      <pc:sldChg chg="addSp delSp modSp new mod">
        <pc:chgData name="Muhammad Fikri Hasani" userId="ada500cb4dc7801b" providerId="LiveId" clId="{786255F7-9FE3-486C-982B-B25D274956AF}" dt="2023-11-29T14:40:13.765" v="4276" actId="1076"/>
        <pc:sldMkLst>
          <pc:docMk/>
          <pc:sldMk cId="725306543" sldId="275"/>
        </pc:sldMkLst>
        <pc:spChg chg="mod">
          <ac:chgData name="Muhammad Fikri Hasani" userId="ada500cb4dc7801b" providerId="LiveId" clId="{786255F7-9FE3-486C-982B-B25D274956AF}" dt="2023-11-29T14:38:44.379" v="4166" actId="20577"/>
          <ac:spMkLst>
            <pc:docMk/>
            <pc:sldMk cId="725306543" sldId="275"/>
            <ac:spMk id="2" creationId="{991BAAF6-D41B-ABD4-84B1-CD88CA779685}"/>
          </ac:spMkLst>
        </pc:spChg>
        <pc:spChg chg="mod">
          <ac:chgData name="Muhammad Fikri Hasani" userId="ada500cb4dc7801b" providerId="LiveId" clId="{786255F7-9FE3-486C-982B-B25D274956AF}" dt="2023-11-29T14:38:53.028" v="4182" actId="20577"/>
          <ac:spMkLst>
            <pc:docMk/>
            <pc:sldMk cId="725306543" sldId="275"/>
            <ac:spMk id="3" creationId="{ED62E96F-A3FD-9A45-DF43-F34BC8EA2676}"/>
          </ac:spMkLst>
        </pc:spChg>
        <pc:spChg chg="mod">
          <ac:chgData name="Muhammad Fikri Hasani" userId="ada500cb4dc7801b" providerId="LiveId" clId="{786255F7-9FE3-486C-982B-B25D274956AF}" dt="2023-11-29T14:39:36.709" v="4233" actId="20577"/>
          <ac:spMkLst>
            <pc:docMk/>
            <pc:sldMk cId="725306543" sldId="275"/>
            <ac:spMk id="4" creationId="{F9101605-EF62-F65F-7718-4F5C3805376F}"/>
          </ac:spMkLst>
        </pc:spChg>
        <pc:spChg chg="add del mod">
          <ac:chgData name="Muhammad Fikri Hasani" userId="ada500cb4dc7801b" providerId="LiveId" clId="{786255F7-9FE3-486C-982B-B25D274956AF}" dt="2023-11-29T14:39:42.778" v="4235"/>
          <ac:spMkLst>
            <pc:docMk/>
            <pc:sldMk cId="725306543" sldId="275"/>
            <ac:spMk id="7" creationId="{69482A4A-44F9-7DBD-5274-819264A47DA0}"/>
          </ac:spMkLst>
        </pc:spChg>
        <pc:spChg chg="add mod">
          <ac:chgData name="Muhammad Fikri Hasani" userId="ada500cb4dc7801b" providerId="LiveId" clId="{786255F7-9FE3-486C-982B-B25D274956AF}" dt="2023-11-29T14:40:00.380" v="4272" actId="20577"/>
          <ac:spMkLst>
            <pc:docMk/>
            <pc:sldMk cId="725306543" sldId="275"/>
            <ac:spMk id="8" creationId="{EF7C8BB4-E43D-51FC-8E19-70A9343E545B}"/>
          </ac:spMkLst>
        </pc:spChg>
        <pc:picChg chg="add mod">
          <ac:chgData name="Muhammad Fikri Hasani" userId="ada500cb4dc7801b" providerId="LiveId" clId="{786255F7-9FE3-486C-982B-B25D274956AF}" dt="2023-11-29T14:40:13.765" v="4276" actId="1076"/>
          <ac:picMkLst>
            <pc:docMk/>
            <pc:sldMk cId="725306543" sldId="275"/>
            <ac:picMk id="6" creationId="{ADB03979-8027-EA5C-B83E-7C7776BEE1E7}"/>
          </ac:picMkLst>
        </pc:picChg>
        <pc:picChg chg="add mod">
          <ac:chgData name="Muhammad Fikri Hasani" userId="ada500cb4dc7801b" providerId="LiveId" clId="{786255F7-9FE3-486C-982B-B25D274956AF}" dt="2023-11-29T14:40:09.790" v="4275" actId="14100"/>
          <ac:picMkLst>
            <pc:docMk/>
            <pc:sldMk cId="725306543" sldId="275"/>
            <ac:picMk id="10" creationId="{C9200D29-CB14-037E-3D69-EB444540DB7E}"/>
          </ac:picMkLst>
        </pc:picChg>
      </pc:sldChg>
      <pc:sldChg chg="addSp modSp new mod">
        <pc:chgData name="Muhammad Fikri Hasani" userId="ada500cb4dc7801b" providerId="LiveId" clId="{786255F7-9FE3-486C-982B-B25D274956AF}" dt="2023-11-29T14:37:37.323" v="4133" actId="1076"/>
        <pc:sldMkLst>
          <pc:docMk/>
          <pc:sldMk cId="4241519096" sldId="276"/>
        </pc:sldMkLst>
        <pc:spChg chg="mod">
          <ac:chgData name="Muhammad Fikri Hasani" userId="ada500cb4dc7801b" providerId="LiveId" clId="{786255F7-9FE3-486C-982B-B25D274956AF}" dt="2023-11-29T14:34:30.062" v="4055" actId="27636"/>
          <ac:spMkLst>
            <pc:docMk/>
            <pc:sldMk cId="4241519096" sldId="276"/>
            <ac:spMk id="2" creationId="{0DAAB851-F856-1157-09C2-E013941F38F3}"/>
          </ac:spMkLst>
        </pc:spChg>
        <pc:spChg chg="mod">
          <ac:chgData name="Muhammad Fikri Hasani" userId="ada500cb4dc7801b" providerId="LiveId" clId="{786255F7-9FE3-486C-982B-B25D274956AF}" dt="2023-11-29T14:34:32.824" v="4071" actId="20577"/>
          <ac:spMkLst>
            <pc:docMk/>
            <pc:sldMk cId="4241519096" sldId="276"/>
            <ac:spMk id="3" creationId="{4A09EAEF-69E4-297B-2D98-B32836FC512A}"/>
          </ac:spMkLst>
        </pc:spChg>
        <pc:spChg chg="mod">
          <ac:chgData name="Muhammad Fikri Hasani" userId="ada500cb4dc7801b" providerId="LiveId" clId="{786255F7-9FE3-486C-982B-B25D274956AF}" dt="2023-11-29T14:36:12.352" v="4119" actId="20577"/>
          <ac:spMkLst>
            <pc:docMk/>
            <pc:sldMk cId="4241519096" sldId="276"/>
            <ac:spMk id="4" creationId="{68A58EDF-C710-D596-E3D5-B235233FC085}"/>
          </ac:spMkLst>
        </pc:spChg>
        <pc:spChg chg="add mod">
          <ac:chgData name="Muhammad Fikri Hasani" userId="ada500cb4dc7801b" providerId="LiveId" clId="{786255F7-9FE3-486C-982B-B25D274956AF}" dt="2023-11-29T14:37:19.761" v="4130" actId="1076"/>
          <ac:spMkLst>
            <pc:docMk/>
            <pc:sldMk cId="4241519096" sldId="276"/>
            <ac:spMk id="7" creationId="{596E4C15-647E-7124-FC28-8A76466050DE}"/>
          </ac:spMkLst>
        </pc:spChg>
        <pc:picChg chg="add mod">
          <ac:chgData name="Muhammad Fikri Hasani" userId="ada500cb4dc7801b" providerId="LiveId" clId="{786255F7-9FE3-486C-982B-B25D274956AF}" dt="2023-11-29T14:37:37.323" v="4133" actId="1076"/>
          <ac:picMkLst>
            <pc:docMk/>
            <pc:sldMk cId="4241519096" sldId="276"/>
            <ac:picMk id="6" creationId="{9AC6E396-7D28-7B22-D16D-A61FBF2ABA9B}"/>
          </ac:picMkLst>
        </pc:picChg>
        <pc:picChg chg="add mod">
          <ac:chgData name="Muhammad Fikri Hasani" userId="ada500cb4dc7801b" providerId="LiveId" clId="{786255F7-9FE3-486C-982B-B25D274956AF}" dt="2023-11-29T14:37:35.032" v="4132" actId="1076"/>
          <ac:picMkLst>
            <pc:docMk/>
            <pc:sldMk cId="4241519096" sldId="276"/>
            <ac:picMk id="9" creationId="{0D2AAAFF-ECED-E2AF-EA5A-433FD42429B5}"/>
          </ac:picMkLst>
        </pc:picChg>
      </pc:sldChg>
      <pc:sldChg chg="modSp new mod">
        <pc:chgData name="Muhammad Fikri Hasani" userId="ada500cb4dc7801b" providerId="LiveId" clId="{786255F7-9FE3-486C-982B-B25D274956AF}" dt="2023-11-29T14:44:30.168" v="5135" actId="20577"/>
        <pc:sldMkLst>
          <pc:docMk/>
          <pc:sldMk cId="2384352061" sldId="277"/>
        </pc:sldMkLst>
        <pc:spChg chg="mod">
          <ac:chgData name="Muhammad Fikri Hasani" userId="ada500cb4dc7801b" providerId="LiveId" clId="{786255F7-9FE3-486C-982B-B25D274956AF}" dt="2023-11-29T14:40:56.485" v="4282" actId="27636"/>
          <ac:spMkLst>
            <pc:docMk/>
            <pc:sldMk cId="2384352061" sldId="277"/>
            <ac:spMk id="2" creationId="{73C2FCB8-08B1-1061-B648-71B1FB85D2E9}"/>
          </ac:spMkLst>
        </pc:spChg>
        <pc:spChg chg="mod">
          <ac:chgData name="Muhammad Fikri Hasani" userId="ada500cb4dc7801b" providerId="LiveId" clId="{786255F7-9FE3-486C-982B-B25D274956AF}" dt="2023-11-29T14:40:59.054" v="4294" actId="20577"/>
          <ac:spMkLst>
            <pc:docMk/>
            <pc:sldMk cId="2384352061" sldId="277"/>
            <ac:spMk id="3" creationId="{43C5AB45-631D-E54A-5C40-80510744A058}"/>
          </ac:spMkLst>
        </pc:spChg>
        <pc:spChg chg="mod">
          <ac:chgData name="Muhammad Fikri Hasani" userId="ada500cb4dc7801b" providerId="LiveId" clId="{786255F7-9FE3-486C-982B-B25D274956AF}" dt="2023-11-29T14:44:30.168" v="5135" actId="20577"/>
          <ac:spMkLst>
            <pc:docMk/>
            <pc:sldMk cId="2384352061" sldId="277"/>
            <ac:spMk id="4" creationId="{DB514F26-319B-72E9-ED03-F51DF0225757}"/>
          </ac:spMkLst>
        </pc:spChg>
      </pc:sldChg>
      <pc:sldChg chg="addSp delSp modSp new mod">
        <pc:chgData name="Muhammad Fikri Hasani" userId="ada500cb4dc7801b" providerId="LiveId" clId="{786255F7-9FE3-486C-982B-B25D274956AF}" dt="2023-11-29T14:48:54.314" v="5483" actId="1076"/>
        <pc:sldMkLst>
          <pc:docMk/>
          <pc:sldMk cId="1371242533" sldId="278"/>
        </pc:sldMkLst>
        <pc:spChg chg="mod">
          <ac:chgData name="Muhammad Fikri Hasani" userId="ada500cb4dc7801b" providerId="LiveId" clId="{786255F7-9FE3-486C-982B-B25D274956AF}" dt="2023-11-29T14:47:42.924" v="5384" actId="20577"/>
          <ac:spMkLst>
            <pc:docMk/>
            <pc:sldMk cId="1371242533" sldId="278"/>
            <ac:spMk id="2" creationId="{DCC5964E-8475-96A0-FBC1-23C802AA7211}"/>
          </ac:spMkLst>
        </pc:spChg>
        <pc:spChg chg="mod">
          <ac:chgData name="Muhammad Fikri Hasani" userId="ada500cb4dc7801b" providerId="LiveId" clId="{786255F7-9FE3-486C-982B-B25D274956AF}" dt="2023-11-29T14:47:51.522" v="5412" actId="20577"/>
          <ac:spMkLst>
            <pc:docMk/>
            <pc:sldMk cId="1371242533" sldId="278"/>
            <ac:spMk id="3" creationId="{DA1DB94B-1419-6380-ED02-AEA338D62848}"/>
          </ac:spMkLst>
        </pc:spChg>
        <pc:spChg chg="add del mod">
          <ac:chgData name="Muhammad Fikri Hasani" userId="ada500cb4dc7801b" providerId="LiveId" clId="{786255F7-9FE3-486C-982B-B25D274956AF}" dt="2023-11-29T14:48:32.160" v="5478" actId="14100"/>
          <ac:spMkLst>
            <pc:docMk/>
            <pc:sldMk cId="1371242533" sldId="278"/>
            <ac:spMk id="4" creationId="{544512AC-FFCD-4FF6-4032-F61E62E6EAE6}"/>
          </ac:spMkLst>
        </pc:spChg>
        <pc:picChg chg="add del mod ord">
          <ac:chgData name="Muhammad Fikri Hasani" userId="ada500cb4dc7801b" providerId="LiveId" clId="{786255F7-9FE3-486C-982B-B25D274956AF}" dt="2023-11-29T14:48:09.374" v="5420" actId="22"/>
          <ac:picMkLst>
            <pc:docMk/>
            <pc:sldMk cId="1371242533" sldId="278"/>
            <ac:picMk id="6" creationId="{050FF423-410C-5473-60FC-77BE849E4BCC}"/>
          </ac:picMkLst>
        </pc:picChg>
        <pc:picChg chg="add mod">
          <ac:chgData name="Muhammad Fikri Hasani" userId="ada500cb4dc7801b" providerId="LiveId" clId="{786255F7-9FE3-486C-982B-B25D274956AF}" dt="2023-11-29T14:48:36.279" v="5480" actId="14100"/>
          <ac:picMkLst>
            <pc:docMk/>
            <pc:sldMk cId="1371242533" sldId="278"/>
            <ac:picMk id="8" creationId="{65CFCCDF-B776-E2D0-5398-2996857F1B0B}"/>
          </ac:picMkLst>
        </pc:picChg>
        <pc:picChg chg="add mod">
          <ac:chgData name="Muhammad Fikri Hasani" userId="ada500cb4dc7801b" providerId="LiveId" clId="{786255F7-9FE3-486C-982B-B25D274956AF}" dt="2023-11-29T14:48:54.314" v="5483" actId="1076"/>
          <ac:picMkLst>
            <pc:docMk/>
            <pc:sldMk cId="1371242533" sldId="278"/>
            <ac:picMk id="10" creationId="{64187EB2-9335-F722-C5E3-40BDD278386C}"/>
          </ac:picMkLst>
        </pc:pic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2T08:08:39.80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2572 32 24575,'0'-1'0,"0"-1"0,0 1 0,0 0 0,0 0 0,-1 0 0,1 0 0,0 0 0,-1 0 0,1 0 0,-1 0 0,1 0 0,-1 1 0,1-1 0,-1 0 0,1 0 0,-1 0 0,0 0 0,0 1 0,1-1 0,-1 0 0,0 1 0,0-1 0,0 1 0,-1-2 0,-2 1 0,0-1 0,0 1 0,0 0 0,0 0 0,0 0 0,-5 0 0,-22 0 0,0 2 0,1 0 0,-46 10 0,62-9 0,-403 79-8,5 24-617,106-25 440,294-78 175,-547 127 247,413-103-624,-273 12 0,347-37-6439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2T08:08:41.64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9504 937 24575,'-1'5'0,"0"0"0,0 0 0,-1 0 0,0-1 0,0 1 0,0 0 0,0-1 0,-1 1 0,1-1 0,-1 0 0,0 0 0,-1 0 0,-4 5 0,-1 2 0,-60 65 0,-155 134 0,188-178 0,-359 307-532,314-274 509,-3-3 0,-2-5 1,-102 51-1,111-70-37,-2-3 1,-2-5-1,0-2 0,-98 18 0,-96-6-1072,-55-36 351,-70-45-1209,-407-112-606,665 124 1901,-1787-378 137,36-89-576,832 153 932,639 226 3702,252 73-1973,155 40-1201,1 0 1,-1-1-1,1-1 0,0-1 0,0 0 1,1 0-1,0-2 0,-13-10 0,22 16-255,1 0 0,-1 0-1,1 0 1,-1-1-1,1 0 1,1 1-1,-1-1 1,0 0 0,1-1-1,0 1 1,0 0-1,0-1 1,0 1 0,1-1-1,0 1 1,0-1-1,0 0 1,0 0-1,1 1 1,0-1 0,0 0-1,0 0 1,0 1-1,1-1 1,0 0 0,0 0-1,0 1 1,4-10-1,6-5-70,0 0 0,0 1 0,2 0 0,0 1 0,2 0 0,16-16 0,-10 12 0,-2-2 0,23-32 0,-39 51 0,-1 1 0,0-1 0,0 0 0,0 1 0,0-1 0,-1 0 0,0 0 0,1 0 0,-1 0 0,-1-1 0,1 1 0,-1 0 0,1 0 0,-2-8 0,1 10 0,-1 0 0,0-1 0,0 1 0,0 0 0,-1 0 0,1 0 0,0 0 0,-1 0 0,1 0 0,-1 0 0,0 0 0,0 0 0,1 1 0,-1-1 0,0 1 0,0 0 0,-1-1 0,1 1 0,0 0 0,0 0 0,-1 0 0,1 0 0,0 1 0,-1-1 0,-3 0 0,-9-1 0,1 0 0,-1 0 0,0 2 0,0-1 0,-23 4 0,-73 16 0,99-17 0,1 1 0,-1 1 0,1 0 0,0 0 0,0 1 0,1 0 0,-12 8 0,20-12 0,0 1 0,0-1 0,0 1 0,0-1 0,0 1 0,0 0 0,0 0 0,1 0 0,-1 0 0,1 0 0,-1 0 0,1 0 0,0 0 0,0 1 0,0-1 0,0 0 0,0 1 0,1-1 0,-1 1 0,1-1 0,-1 1 0,1-1 0,0 1 0,0-1 0,0 1 0,0 0 0,1-1 0,-1 1 0,1-1 0,-1 1 0,1-1 0,0 0 0,0 1 0,0-1 0,0 0 0,1 0 0,-1 1 0,0-1 0,3 2 0,6 8 0,0 0 0,0-1 0,1 0 0,20 14 0,57 35 0,-45-31 0,178 101 0,-207-123 0,-1 1 0,0 0 0,20 17 0,-28-20 0,-1-1 0,1 1 0,-1 0 0,0 1 0,-1-1 0,1 1 0,-1-1 0,0 1 0,-1 0 0,1 0 0,2 9 0,-2 4-341,0-1 0,0 1-1,-1 20 1,-2 6-6485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2T08:08:44.1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1 334 24575,'36'-2'0,"0"-1"0,1-1 0,-2-2 0,67-21 0,135-63 0,-58 19 0,-81 40 0,2 3 0,0 5 0,2 4 0,177-10 0,194 29-1365,-443 2-5461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2T08:08:48.51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5060 2530 24575,'-2'-46'0,"-2"0"0,-1 1 0,-3-1 0,-2 1 0,-2 1 0,-1 0 0,-37-78 0,13 47 0,-3 3 0,-4 1 0,-77-96 0,56 90 0,-101-93 0,-89-54 0,161 144 0,-5-4 0,-158-102 0,198 149 0,-3 3 0,0 3 0,-2 3 0,-99-30 0,72 34-323,0 5-1,-106-10 0,-193 5-1089,385 24 1400,-707-19-3649,50 3 2382,476 9 1344,-268-9-711,155 13 6264,287 3-5141,5 1-284,-1-1 1,1 0 0,-1-1 0,1 0-1,-10-2 1,15 3-176,1-1 0,-1 1 0,1-1 0,0 1 0,-1-1 0,1 0 0,0 1 0,0-1 0,-1 0 0,1 0 0,0 0 0,0 0 0,0 0 0,0 0 0,0-1 0,0 1 0,1 0 0,-1 0 0,0-1 0,1 1 0,-1 0 0,0-1 0,1 1 0,0-1 0,-1 1 0,1 0 0,0-1 0,0 1 0,0-1 0,0 1 0,0-1 0,0 1 0,0-2 0,4-13-3,0 0-1,1 0 0,0 1 1,2-1-1,0 1 0,11-18 0,-17 30-11,47-80-2,66-86 0,-103 154 0,20-29 0,-29 41 0,0 0 0,0 0 0,-1 0 0,1-1 0,-1 1 0,0-1 0,0 1 0,0-1 0,0 0 0,-1-3 0,0 6 0,0 1 0,0-1 0,0 0 0,0 0 0,0 1 0,0-1 0,-1 0 0,1 1 0,0-1 0,-1 0 0,1 1 0,0-1 0,-1 1 0,1-1 0,-1 1 0,1-1 0,-1 1 0,1-1 0,-1 1 0,1-1 0,-1 1 0,1-1 0,-1 1 0,0 0 0,1-1 0,-1 1 0,0 0 0,1 0 0,-1 0 0,0-1 0,1 1 0,-1 0 0,0 0 0,1 0 0,-1 0 0,0 0 0,1 0 0,-1 0 0,0 0 0,0 0 0,1 1 0,-2-1 0,-31 10 0,18-3 0,1 1 0,0 0 0,0 1 0,1 1 0,-13 11 0,-60 63 0,59-56 0,-7 6 0,2 2 0,1 1 0,-34 54 0,60-84 0,1 0 0,0 1 0,1-1 0,-1 1 0,2 0 0,-1 0 0,1 1 0,0-1 0,-1 17 0,3-20 0,1 1 0,-1-1 0,1 0 0,0 1 0,0-1 0,1 0 0,-1 0 0,1 0 0,0 0 0,1 0 0,-1 0 0,1-1 0,0 1 0,0-1 0,1 1 0,5 5 0,74 86 0,-58-64 0,1-1 0,47 42 0,-44-51 14,0-1 0,1-2 0,47 24 0,98 32-674,-124-55-101,138 55-6065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2T08:08:52.15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24575,'2350'0'-2654,"-2166"2"2652,358 50-1,-151 37-20,-193-39 19,-137-37 516,1-3 1,0-3 0,1-2 0,69-4 0,118-7-1756,-196 6-5583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2T08:08:54.47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24575,'11'10'0,"0"0"0,20 12 0,5 3 0,228 204 0,-72-60 0,-42-41-26,368 299-292,-350-301 201,219 126 1,-371-243 116,336 184-9,-258-147 2,183 61-1,-207-88-1,2-3 0,139 13-1,147-15-804,-334-14 700,53 1 22,295-1-19,-273-4 118,169-30-1,-226 25 30,-2-2 0,1-1 0,-2-2 0,41-21 0,-54 22 20,-1-1-1,0-2 0,-1-1 0,-1-1 0,0 0 0,33-37 0,-14 7 338,-1-3-1,48-79 0,-68 93-391,-1-1 0,-2-1 0,-2 0-1,19-70 1,-31 96-1,-1 0 0,-1-1 0,0 0 0,-1 0 0,0 1 0,-2-17 0,0 24 0,0 0 0,0 0 0,0 1 0,-1-1 0,0 0 0,0 1 0,0-1 0,-1 1 0,0 0 0,0 0 0,0 0 0,-1 0 0,1 1 0,-1-1 0,0 1 0,-9-7 0,0 2 0,-1 1 0,-27-13 0,36 19 0,-5-4 0,13 3 0,23 3 0,-19 1 0,129 1 0,104 7 0,-235-9 0,0 1 0,0-1 0,0 1 0,0 0 0,-1 1 0,1-1 0,0 1 0,-1 0 0,1 0 0,-1 1 0,1-1 0,-1 1 0,6 5 0,-7-5 0,0 1 0,0-1 0,0 1 0,-1 0 0,1 0 0,-1 0 0,0 1 0,0-1 0,-1 0 0,1 1 0,-1-1 0,0 1 0,0 0 0,0 6 0,0 30 0,-1 0 0,-3-1 0,-12 70 0,1-2 0,12-86-455,-1 1 0,-11 40 0,0-27-6371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2T08:09:44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90 24575,'3485'0'-4192,"-3454"0"4366,1-1-1,32-6 1,-52 5 127,0-1 0,0 0 0,0-1 0,0-1 1,-1 1-1,0-2 0,0 1 0,11-8 0,5-7-1331,-3 3-5170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2T08:09:48.29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1940 24575,'5'0'0,"0"1"0,0 0 0,0 0 0,0 0 0,0 0 0,0 1 0,0 0 0,0 0 0,0 1 0,6 3 0,43 36 0,-48-37 0,47 35 0,2-2 0,2-2 0,1-3 0,1-2 0,82 29 0,43 1-269,67-8-807,12-18-434,519 0 1,-612-41 1429,1-7 0,-2-7 0,307-79 0,-4-49-1412,-3-25 1052,-440 162 376,857-345-2042,-678 259 2251,-4-9-1,222-155 1,-234 119 1257,107-69 3035,-224 174-3369,-60 31-896,0 0-1,-1-2 0,1 0 1,-1 0-1,-1-1 0,0-1 1,13-11-1,-6-1-159,-2-1-1,-1-1 1,0 0-1,-2-1 1,-1 0 0,18-44-1,45-169-22,-69 211 15,10-22-4,-14 40 0,-1 1 0,1-1 0,-1 0 0,-1 0 0,0 0 0,0 0 0,-1 0 0,0 0 0,0-11 0,-1 18 0,-1 0 0,1 0 0,-1 0 0,0 0 0,0 0 0,0 0 0,0 0 0,0 1 0,0-1 0,0 0 0,0 0 0,-1 1 0,1-1 0,-1 1 0,1-1 0,-1 1 0,1 0 0,-1 0 0,0-1 0,0 1 0,0 0 0,0 1 0,0-1 0,0 0 0,0 1 0,-3-2 0,-4 0 0,-1 0 0,0 1 0,0 0 0,-14 1 0,0 1 0,-1 2 0,0 0 0,1 2 0,0 0 0,-33 13 0,14-2 0,-80 43 0,107-51 0,1 1 0,0 1 0,1 0 0,0 1 0,0 1 0,-23 24 0,36-34 0,-1 0 0,1 0 0,0 0 0,-1 0 0,1 0 0,0 0 0,0 0 0,0 0 0,1 1 0,-1-1 0,0 0 0,1 0 0,0 1 0,-1-1 0,1 5 0,0-5 0,1-1 0,-1 1 0,1-1 0,-1 1 0,1-1 0,0 0 0,0 1 0,-1-1 0,1 0 0,0 1 0,0-1 0,0 0 0,0 0 0,1 0 0,-1 0 0,0 0 0,0 0 0,2 1 0,5 2 0,-1-1 0,0 0 0,1-1 0,0 0 0,-1 0 0,1 0 0,16 0 0,41 1 0,123-9 0,63-26 0,-219 28 0,-15 1 0,1 1 0,-1 1 0,1 0 0,25 4 0,-35-2 0,-1 0 0,1 1 0,-1 0 0,0 1 0,1-1 0,-1 2 0,0-1 0,-1 1 0,1-1 0,-1 2 0,0-1 0,9 9 0,-2 0 0,-1 1 0,-1 0 0,0 1 0,-1 0 0,-1 1 0,0 0 0,-1 1 0,6 18 0,39 144 0,-47-156 0,70 289 0,-76-311 0,5 17 0,-1 1 0,-1 0 0,0 0 0,-1 0 0,-2 21 0,0-37 0,0 1 0,0-1 0,-1 1 0,1-1 0,-1 1 0,0-1 0,0 0 0,-1 1 0,1-1 0,0 0 0,-1 0 0,0 0 0,0 0 0,0 0 0,0-1 0,0 1 0,-1 0 0,1-1 0,-1 0 0,1 1 0,-1-1 0,0 0 0,0 0 0,0-1 0,0 1 0,0-1 0,-1 1 0,1-1 0,0 0 0,-1 0 0,1-1 0,0 1 0,-1-1 0,1 1 0,-5-1 0,6 0 3,1 0 0,0 0-1,0 0 1,-1 1 0,1-1 0,0 0-1,-1 0 1,1-1 0,0 1-1,-1 0 1,1 0 0,0-1 0,0 1-1,-1-1 1,1 1 0,0-1-1,0 1 1,0-1 0,0 0 0,-1 0-1,1 1 1,-1-3 0,2 2-65,0 0 0,0-1-1,0 1 1,1-1 0,-1 1 0,0-1 0,1 1 0,-1 0 0,1-1 0,-1 1 0,1 0 0,-1-1 0,1 1 0,0 0 0,0 0-1,0-1 1,0 1 0,0 0 0,0 0 0,0 0 0,0 0 0,2-1 0,44-37-6764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8T03:07:13.30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2054 11715 24575,'962'0'0,"-482"27"0,-87-2 0,441-21 0,-436-7 0,-28 30 0,-102-3 0,559-16 0,-491-10 0,1055 2 0,-985 28 0,1 32 0,-149-19 0,218 43 0,-374-64 0,18-1 0,175 6 0,123-22 0,-300-4 0,1721-3 0,-1015-46 0,-803 48 0,334-47 0,-88 10 0,556-77 0,-573 62 0,-152 30 0,370-101 0,-182 46 0,-111 30 0,236-97 0,-390 136 0,1-1 0,-2-1 0,1-1 0,-2 0 0,28-25 0,-38 29 0,-1 0 0,0-1 0,-1 1 0,0-1 0,-1-1 0,0 1 0,0-1 0,-1 0 0,3-13 0,6-18 0,8-51 0,-16 64 0,50-185 0,17-84 0,-19-178-1153,-42-8 0,-16 241 1153,-11 0 0,-10 1 0,-61-252 0,-79-130-855,-27 4-923,-96-345-29,78-43 2651,133 659 1944,59 279-2608,-145-421-180,57 192 0,-37-106 1056,-37 13 1,62 178-905,-175-361 517,222 352-669,29 80 0,7 36 0,-156-430 0,111 326 0,68 169 0,1 0 0,2 0 0,-4-52 0,8 45 0,-1 0 0,-3 1 0,-2 0 0,-31-83 0,33 104 0,-7-30 0,0-3 0,6 24 0,1 7 0,0 0 0,-26-53 0,31 74 0,-1 0 0,0 0 0,0 1 0,-1 0 0,0-1 0,-1 2 0,1-1 0,-1 1 0,0 0 0,-1 1 0,1-1 0,-1 1 0,0 1 0,-11-5 0,-8 1 0,1 1 0,-1 1 0,-1 2 0,-51-3 0,-87 0 0,-73 4-644,-93 6-1931,-101 14 1932,-77 8 643,428-21-318,-1612 72-3822,-1-30 3817,951-42 233,8-22-1880,-1067-141 53,925 104 3743,-192 58-2252,588 0 1235,-1-2 3319,350-3-1572,-169 5 623,268-1-3130,0 2 1,0 1 0,1 1 0,-1 2 0,2 1 0,-1 2 0,1 1 0,1 2-1,0 1 1,-40 26 0,63-35-50,-73 46 0,2 4 0,-87 79 0,-125 187 0,192-206 0,-288 378-862,306-373 575,6 3 0,-79 179-1,-164 598-1736,250-661 1922,11 3 1,11 2 0,-18 303 0,51 651-120,60-552-920,-21-455 1006,68 249 0,-70-364 312,3-1-1,4-1 1,3-2 0,3-1-1,54 79 1,214 378 27,-253-435-184,226 484 3977,-94-149-3555,-131-310-380,148 412-62,-198-522 0,83 289 0,-52-170 0,1 8 0,-6 1 0,-6 2 0,8 244 0,-31 358 0,-3-302 0,3 155 0,2-568 0,1 1 0,1-1 0,14 51 0,-10-48 0,-6-20 24,0 0 0,-1 0 0,1 0-1,-1 12 1,-1-18-130,-1 1 0,1-1 0,-1 1 0,1-1 0,-1 1 0,0-1 0,0 1 0,-1-1 0,1 1 0,-1-1 0,1 0 0,-1 0 0,-4 5 0,-15 12-6720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8T03:07:40.76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10325 331 24575,'-40'2'0,"0"2"0,-71 17 0,-27 3 0,-299-16 0,259-11 0,-263 3 0,411-1 0,1-2 0,0-2 0,-46-12 0,-44-7 0,37 17 0,44 5 0,0-2 0,-51-12 0,38 5 0,-1 2 0,0 3 0,-91 0 0,107 3 0,-1-1 0,-68-16 0,63 10 0,-72-6 0,31 12 0,36 3 0,0-2 0,-71-14 0,51 5 0,-92-6 0,95 12 0,-94-17 0,-38-4 0,68 25 0,75 3 0,0-3 0,0-2 0,-57-12 0,47 4 0,-127-8 0,-64 17 0,243 3 0,-44-2 0,0-3 0,-63-14 0,-65-5 0,-264 20 0,234 6 0,-780-2 0,957 2 0,0 2 0,0 1 0,-36 11 0,30-7 0,-71 8 0,52-14 0,-94 19 0,85-9 0,0-3 0,-124 1 0,171-10 0,0 1 0,0 1 0,-39 10 0,-64 28 0,102-33 0,-110 28 0,21-7 0,-78 23 0,146-42 0,-1-2 0,-59 3 0,30-4 0,47-2 0,0 1 0,0 2 0,1 1 0,1 0 0,-45 24 0,-49 12 0,-3-1 0,41-17 0,43-15 0,-41 8 0,-20 5 0,-81 26 0,54-16 0,69-20 0,34-10 0,1 1 0,-1 2 0,2 0 0,-1 1 0,1 1 0,-23 14 0,24-8 0,0 1 0,1 1 0,0 0 0,2 2 0,0 0 0,1 1 0,-25 43 0,18-23 0,3 1 0,2 2 0,-23 73 0,18-38 0,-170 646 0,156-542 0,-45 299 0,60-276 0,-17 303 0,40-442 0,3 1 0,3-1 0,3 0 0,3 0 0,30 99 0,73 113 0,-43-116 0,277 830 0,-75-62 0,-141-381 0,-117-450 0,5 163 0,-23 103 0,-1-181 0,2 975 0,-2-1100 0,-19 107 0,-1 5 0,12-82 0,-37 149 0,28-156 0,3 0 0,-6 102 0,21 226 0,5-202 0,-3 940 0,1-1114 0,2 0 0,1-1 0,2 0 0,16 55 0,-5-39 0,1-1 0,35 64 0,-37-87 0,1 0 0,1-1 0,25 26 0,-39-47 0,13 15 0,1-2 0,0 0 0,2-1 0,0-1 0,25 14 0,114 55 0,-159-84 0,146 69 0,3-6 0,197 55 0,-200-76 0,124 29 0,-2-11 0,269 46 0,-398-88 0,491 43 0,380-58 0,-517-6 0,424-32-761,-511-19 761,-7-29 0,-204 40 0,483-58-280,-5 51-266,154-17 151,54-54 805,-641 86-355,560-135 153,-386 80 1101,-341 76-1309,-9 3 0,0-3 0,83-29 0,70-26 0,-44 17 0,-131 37 0,-1-3 0,42-23 0,38-18 0,3-1 0,54-37 0,-60 35 0,113-79 0,-179 107 0,107-50 0,-149 79 0,8-3 0,-1-1 0,0-1 0,-1 0 0,0-1 0,-1-1 0,0-1 0,0 0 0,-2-1 0,24-29 0,-8 7 0,1 2 0,2 1 0,59-47 0,-9 8 0,-64 54 0,-1-1 0,-1 0 0,0-2 0,-2 0 0,-1-1 0,0 0 0,-1-1 0,14-41 0,0-17 0,20-108 0,-27 102 0,92-444 0,-93 414 0,4-170 0,-23-120 0,-2 201 0,2-560 0,-1 691 0,-14-91 0,-25-72 0,36 209 0,-36-217 0,-10-57 0,-91-422 0,80 484 0,11 48 0,-13-106 0,-5-22 0,-40-169 0,41 129 0,-6-22 0,56 318 0,-42-93 0,-12-41 0,54 116 0,4-1 0,-5-127 0,6 52 0,8 110 0,-26-317 0,27 320 0,-18-86 0,-25-44 0,7 26 0,-16-213 0,51 320 0,-33-163 0,33 183 0,-11-41 0,-3 2 0,-27-61 0,37 97 0,2 0 0,0 0 0,2-1 0,1 1 0,-1-29 0,0 2 0,2 31 0,-1 0 0,-1 1 0,-1 0 0,-1 0 0,-1 0 0,-1 1 0,-11-20 0,4 13 0,-1 1 0,-1 1 0,-1 1 0,-31-30 0,27 34 0,0 1 0,-1 1 0,-33-18 0,-25-17 0,70 45 0,0 0 0,0 1 0,-1 0 0,0 1 0,-1 1 0,-23-7 0,-86-10 0,38 8 0,11 2 0,-134-6 0,-77 18 0,128 3 0,-1937-3-1365,2046 0-5461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8T03:07:43.62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1778 154 24575,'-1240'0'0,"1237"0"0,-16 1 0,0-2 0,0 0 0,0-1 0,-28-7 0,42 8 0,1-1 0,-1 0 0,1 0 0,0 0 0,0 0 0,0 0 0,0-1 0,0 0 0,0 0 0,-4-5 0,5 6 0,1-1 0,1 0 0,-1 0 0,0 0 0,1 1 0,-1-2 0,1 1 0,0 0 0,0 0 0,0 0 0,1 0 0,-1-1 0,1 1 0,0 0 0,-1-1 0,2-4 0,1-4 0,2-20 0,-6 22 0,2 10 0,-1 0 0,1 0 0,0 0 0,0 0 0,0 0 0,-1-1 0,1 1 0,0 0 0,0 0 0,-1 0 0,1 0 0,0 0 0,0 0 0,-1 1 0,1-1 0,0 0 0,0 0 0,0 0 0,-1 0 0,1 0 0,0 0 0,0 0 0,0 0 0,-1 0 0,1 1 0,0-1 0,0 0 0,0 0 0,0 0 0,-1 0 0,1 1 0,0-1 0,0 0 0,0 0 0,0 0 0,0 1 0,-252 236 0,242-229 0,1-1 0,0 0 0,1 1 0,0 0 0,0 0 0,0 1 0,1 0 0,-9 15 0,15-21 0,0-1 0,0 0 0,0 0 0,1 1 0,-1-1 0,1 1 0,0-1 0,-1 1 0,1-1 0,0 1 0,0-1 0,1 0 0,-1 1 0,0-1 0,1 1 0,0-1 0,0 3 0,2 1 0,0 0 0,0-1 0,1 1 0,0-1 0,6 8 0,9 7 0,1-1 0,0 0 0,2-2 0,41 27 0,106 51 0,-136-78 0,466 222-1365,-433-213-5461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12-08T03:07:46.19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2744 1259 24575,'-35'-10'0,"0"1"0,-65-9 0,-70 6 0,141 11 0,-832-8 0,505 12 0,281-2 0,-97-4 0,165 3 0,1-1 0,-1 0 0,1-1 0,-1 1 0,1-1 0,0-1 0,0 1 0,-1-1 0,2 0 0,-1 0 0,0-1 0,1 0 0,-10-8 0,10 6 0,-1 0 0,1-1 0,0 0 0,0 0 0,1 0 0,0-1 0,0 1 0,1-1 0,-4-14 0,1-1 0,2 0 0,1-1 0,1 1 0,1-1 0,1 1 0,5-45 0,2 19 0,3 1 0,2 0 0,1 1 0,3 0 0,2 2 0,2 0 0,1 0 0,3 2 0,1 1 0,56-69 0,123-162 0,-198 264 0,3-5 0,-26 30 0,-585 567 0,193-195 0,353-329 0,23-26 0,-47 63 0,77-92 0,0 0 0,1 0 0,-1 1 0,1-1 0,-1 1 0,1 0 0,1 0 0,-1 0 0,1 0 0,0 0 0,0 0 0,0 0 0,1 0 0,0 9 0,1-7 0,0 0 0,1 0 0,0-1 0,1 1 0,-1-1 0,1 1 0,1-1 0,-1 0 0,1 0 0,7 8 0,31 39 0,3-2 0,57 51 0,112 82 0,-156-136 0,37 27 0,21 17 0,-93-72 0,0 2 0,31 39 0,-47-51 0,0 1 0,0 0 0,-1 0 0,-1 0 0,0 1 0,0 0 0,3 16 0,0 7 0,3 45 0,-1-1 0,9 7-1365,2-5-5461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Shape 170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71" name="Shape 171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 b="0" i="0">
        <a:latin typeface="Open Sans Light" pitchFamily="2" charset="0"/>
        <a:ea typeface="Open Sans Light" pitchFamily="2" charset="0"/>
        <a:cs typeface="Open Sans Light" pitchFamily="2" charset="0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9.svg"/><Relationship Id="rId7" Type="http://schemas.openxmlformats.org/officeDocument/2006/relationships/image" Target="../media/image5.pn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11.svg"/><Relationship Id="rId4" Type="http://schemas.openxmlformats.org/officeDocument/2006/relationships/image" Target="../media/image10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D6474C2C-5958-6F6B-1482-E67DED339DD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4" name="UNIVERSITAS BINA NUSANTARA">
            <a:extLst>
              <a:ext uri="{FF2B5EF4-FFF2-40B4-BE49-F238E27FC236}">
                <a16:creationId xmlns:a16="http://schemas.microsoft.com/office/drawing/2014/main" id="{5DC7F27E-9CB9-099F-4DA7-367C6ADB411B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2B8CD-2B60-168D-460C-3FFD38B69D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7" y="758208"/>
            <a:ext cx="2698754" cy="1143002"/>
          </a:xfrm>
          <a:prstGeom prst="rect">
            <a:avLst/>
          </a:prstGeom>
        </p:spPr>
      </p:pic>
      <p:pic>
        <p:nvPicPr>
          <p:cNvPr id="7" name="Image" descr="Image">
            <a:extLst>
              <a:ext uri="{FF2B5EF4-FFF2-40B4-BE49-F238E27FC236}">
                <a16:creationId xmlns:a16="http://schemas.microsoft.com/office/drawing/2014/main" id="{69A49E29-524D-6392-0485-9DF63C0D6D3D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9412486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CCD29839-25B4-3D48-8D8C-B1D859A74A9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B39841-01E8-3B46-1169-9D75B18B74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2" name="Group">
            <a:extLst>
              <a:ext uri="{FF2B5EF4-FFF2-40B4-BE49-F238E27FC236}">
                <a16:creationId xmlns:a16="http://schemas.microsoft.com/office/drawing/2014/main" id="{AC8C371E-C0F6-4081-3D3F-D6E3528C4285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4" name="Image" descr="Image">
              <a:extLst>
                <a:ext uri="{FF2B5EF4-FFF2-40B4-BE49-F238E27FC236}">
                  <a16:creationId xmlns:a16="http://schemas.microsoft.com/office/drawing/2014/main" id="{521B05C9-D576-5C9F-B6FD-5FB48D1A7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BAAB4BAE-E916-72F8-967D-ECE287538C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4B27BB17-04E8-65DD-1C87-6ECA478DD2A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902452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BG Slide-01.jpg" descr="BG Slide-01.jpg">
            <a:extLst>
              <a:ext uri="{FF2B5EF4-FFF2-40B4-BE49-F238E27FC236}">
                <a16:creationId xmlns:a16="http://schemas.microsoft.com/office/drawing/2014/main" id="{2AB02847-5A77-D04F-9022-6161AA94A36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F7BB76AE-A45C-1F43-9E7B-E96439A8D439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0" name="Rounded Rectangle">
            <a:extLst>
              <a:ext uri="{FF2B5EF4-FFF2-40B4-BE49-F238E27FC236}">
                <a16:creationId xmlns:a16="http://schemas.microsoft.com/office/drawing/2014/main" id="{2610CD5C-942F-BF48-875B-42FFCE146C9A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1060855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3" name="Body Level One…">
            <a:extLst>
              <a:ext uri="{FF2B5EF4-FFF2-40B4-BE49-F238E27FC236}">
                <a16:creationId xmlns:a16="http://schemas.microsoft.com/office/drawing/2014/main" id="{DC9E4D2B-1303-D647-ADF8-BD63A36C3CA0}"/>
              </a:ext>
            </a:extLst>
          </p:cNvPr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6754848"/>
            <a:ext cx="21971001" cy="1905001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Subtitle</a:t>
            </a:r>
          </a:p>
          <a:p>
            <a:pPr lvl="4"/>
            <a:endParaRPr dirty="0"/>
          </a:p>
        </p:txBody>
      </p:sp>
      <p:sp>
        <p:nvSpPr>
          <p:cNvPr id="24" name="Presentation Title">
            <a:extLst>
              <a:ext uri="{FF2B5EF4-FFF2-40B4-BE49-F238E27FC236}">
                <a16:creationId xmlns:a16="http://schemas.microsoft.com/office/drawing/2014/main" id="{1323A2FB-C06C-AA47-AA40-00FC9E490C61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3917819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Presentation</a:t>
            </a:r>
            <a:r>
              <a:rPr dirty="0"/>
              <a:t> </a:t>
            </a:r>
            <a:r>
              <a:rPr lang="en-ID" dirty="0"/>
              <a:t>Title</a:t>
            </a:r>
            <a:endParaRPr dirty="0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23DCB9E1-9FF7-C612-AB16-FF670787830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0058192" y="11538583"/>
            <a:ext cx="4212692" cy="74588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lang="en-US" dirty="0"/>
              <a:t>Type your name</a:t>
            </a:r>
          </a:p>
        </p:txBody>
      </p:sp>
      <p:sp>
        <p:nvSpPr>
          <p:cNvPr id="3" name="UNIVERSITAS BINA NUSANTARA">
            <a:extLst>
              <a:ext uri="{FF2B5EF4-FFF2-40B4-BE49-F238E27FC236}">
                <a16:creationId xmlns:a16="http://schemas.microsoft.com/office/drawing/2014/main" id="{76287026-42FF-418F-A536-8F52F4949E8D}"/>
              </a:ext>
            </a:extLst>
          </p:cNvPr>
          <p:cNvSpPr txBox="1"/>
          <p:nvPr userDrawn="1"/>
        </p:nvSpPr>
        <p:spPr>
          <a:xfrm>
            <a:off x="10058192" y="11100823"/>
            <a:ext cx="4212692" cy="351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lang="en-US" sz="2800" dirty="0"/>
              <a:t>SUBJECT MATTER EXPERT</a:t>
            </a:r>
            <a:endParaRPr sz="2800" b="1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412E04-E7E5-6907-9DD0-CE975EF383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1009028" y="758208"/>
            <a:ext cx="2698754" cy="1143002"/>
          </a:xfrm>
          <a:prstGeom prst="rect">
            <a:avLst/>
          </a:prstGeom>
        </p:spPr>
      </p:pic>
      <p:pic>
        <p:nvPicPr>
          <p:cNvPr id="5" name="Image" descr="Image">
            <a:extLst>
              <a:ext uri="{FF2B5EF4-FFF2-40B4-BE49-F238E27FC236}">
                <a16:creationId xmlns:a16="http://schemas.microsoft.com/office/drawing/2014/main" id="{926A66CA-CC36-3D53-1A6D-2BBE35B859D5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50031857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C493109-42AD-F678-F34A-9DA73287D1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01451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B64D7030-BF7A-6737-0471-B16F6A5E914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82620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039E3D91-9575-7645-A4DA-1857555C3973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t>Section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6F37568-0478-FF67-A2F0-B1647C1EC9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6" name="Image" descr="Image">
            <a:extLst>
              <a:ext uri="{FF2B5EF4-FFF2-40B4-BE49-F238E27FC236}">
                <a16:creationId xmlns:a16="http://schemas.microsoft.com/office/drawing/2014/main" id="{97B52BDB-6F34-5E38-95B5-002D2E4627E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8212086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9B58D5CA-1AEF-754B-9F74-AE29F8DD61D5}"/>
              </a:ext>
            </a:extLst>
          </p:cNvPr>
          <p:cNvSpPr/>
          <p:nvPr userDrawn="1"/>
        </p:nvSpPr>
        <p:spPr>
          <a:xfrm>
            <a:off x="-1" y="0"/>
            <a:ext cx="24384001" cy="13716000"/>
          </a:xfrm>
          <a:prstGeom prst="rect">
            <a:avLst/>
          </a:prstGeom>
          <a:gradFill>
            <a:gsLst>
              <a:gs pos="0">
                <a:srgbClr val="F89620"/>
              </a:gs>
              <a:gs pos="100000">
                <a:srgbClr val="FFB03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174CAF-8FC8-EDAE-768D-30BF901438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24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023E32AF-B055-2D80-60DC-AD951FFC6ECA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22" y="758207"/>
            <a:ext cx="1914972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402990515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D74DB4AE-0419-BC41-9D4A-DC2FB6ABAE92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E3F9842-C644-B204-B6FB-F1DB219470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3" name="Image" descr="Image">
            <a:extLst>
              <a:ext uri="{FF2B5EF4-FFF2-40B4-BE49-F238E27FC236}">
                <a16:creationId xmlns:a16="http://schemas.microsoft.com/office/drawing/2014/main" id="{171C5759-0A99-760B-64A0-C6156603CACB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48888290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5C668086-F712-8640-8B8D-2424E50E003F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FBCE66-A5E8-A158-9B31-BA9AFC1032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F25DF897-C0D1-81DA-05D2-9D6EC69E200F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20730222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Rectangle">
            <a:extLst>
              <a:ext uri="{FF2B5EF4-FFF2-40B4-BE49-F238E27FC236}">
                <a16:creationId xmlns:a16="http://schemas.microsoft.com/office/drawing/2014/main" id="{B6B9E9EC-92F4-2943-BCEE-A17DD1A638A8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315094"/>
              </a:gs>
              <a:gs pos="100000">
                <a:srgbClr val="293C6E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43DC583-F6CD-401E-7E06-373CCF9524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B18B5FE2-77F7-8983-B96D-E39C876C98D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268309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Section typ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BG Slide-01.jpg" descr="BG Slide-01.jpg">
            <a:extLst>
              <a:ext uri="{FF2B5EF4-FFF2-40B4-BE49-F238E27FC236}">
                <a16:creationId xmlns:a16="http://schemas.microsoft.com/office/drawing/2014/main" id="{4290823B-2698-F44F-82ED-3153CB051C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3B0134B8-92DD-5A47-83ED-ED2B1DC0A2FA}"/>
              </a:ext>
            </a:extLst>
          </p:cNvPr>
          <p:cNvSpPr/>
          <p:nvPr userDrawn="1"/>
        </p:nvSpPr>
        <p:spPr>
          <a:xfrm>
            <a:off x="-56844" y="-25400"/>
            <a:ext cx="24497688" cy="13766800"/>
          </a:xfrm>
          <a:prstGeom prst="rect">
            <a:avLst/>
          </a:prstGeom>
          <a:gradFill>
            <a:gsLst>
              <a:gs pos="0">
                <a:srgbClr val="797979"/>
              </a:gs>
              <a:gs pos="100000">
                <a:srgbClr val="A9A9A9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7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 algn="ctr">
              <a:defRPr kumimoji="0" sz="10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dirty="0"/>
              <a:t>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53EC82-39FF-16C4-642C-2070D4989D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79D2E17-CD2E-3750-65DE-315E0C44F51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57946358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">
            <a:extLst>
              <a:ext uri="{FF2B5EF4-FFF2-40B4-BE49-F238E27FC236}">
                <a16:creationId xmlns:a16="http://schemas.microsoft.com/office/drawing/2014/main" id="{0CE21BA8-841F-EE46-90AB-358900DBBA45}"/>
              </a:ext>
            </a:extLst>
          </p:cNvPr>
          <p:cNvSpPr/>
          <p:nvPr userDrawn="1"/>
        </p:nvSpPr>
        <p:spPr>
          <a:xfrm>
            <a:off x="0" y="2363008"/>
            <a:ext cx="24384000" cy="11436178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86AB40C6-E41E-9F54-5391-1B969D0CD911}"/>
              </a:ext>
            </a:extLst>
          </p:cNvPr>
          <p:cNvSpPr/>
          <p:nvPr userDrawn="1"/>
        </p:nvSpPr>
        <p:spPr>
          <a:xfrm>
            <a:off x="6181816" y="4686855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080221CE-1DAF-B881-9928-5F7152658A68}"/>
              </a:ext>
            </a:extLst>
          </p:cNvPr>
          <p:cNvSpPr/>
          <p:nvPr userDrawn="1"/>
        </p:nvSpPr>
        <p:spPr>
          <a:xfrm>
            <a:off x="2167377" y="4686855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769ADC5F-7856-93FC-73B6-D0FD6CF171F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051814" y="4995800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9" name="Text Placeholder 5">
            <a:extLst>
              <a:ext uri="{FF2B5EF4-FFF2-40B4-BE49-F238E27FC236}">
                <a16:creationId xmlns:a16="http://schemas.microsoft.com/office/drawing/2014/main" id="{00A99FD3-8026-DED8-6415-E6F86A722F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54063" y="4995800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247E1DC-6698-D91F-6E0F-EE6AA5A0EE44}"/>
              </a:ext>
            </a:extLst>
          </p:cNvPr>
          <p:cNvSpPr/>
          <p:nvPr userDrawn="1"/>
        </p:nvSpPr>
        <p:spPr>
          <a:xfrm>
            <a:off x="6181816" y="7440664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E4546BDD-E691-E2BA-47E5-B549A7229C89}"/>
              </a:ext>
            </a:extLst>
          </p:cNvPr>
          <p:cNvSpPr/>
          <p:nvPr userDrawn="1"/>
        </p:nvSpPr>
        <p:spPr>
          <a:xfrm>
            <a:off x="2167377" y="7440664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260AF2BE-EDAA-B7C2-8580-AB1ACF70EF3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051814" y="7749609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0EC36AFE-3A01-B3EC-7E28-B8F97B90036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2754063" y="7749609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E84B4FD-950C-7E7E-B32E-0106A01D53C4}"/>
              </a:ext>
            </a:extLst>
          </p:cNvPr>
          <p:cNvSpPr/>
          <p:nvPr userDrawn="1"/>
        </p:nvSpPr>
        <p:spPr>
          <a:xfrm>
            <a:off x="6181816" y="10194473"/>
            <a:ext cx="15362340" cy="1800000"/>
          </a:xfrm>
          <a:prstGeom prst="roundRect">
            <a:avLst/>
          </a:prstGeom>
          <a:solidFill>
            <a:schemeClr val="tx1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3B266147-1D67-88E4-9FE7-F833346E464A}"/>
              </a:ext>
            </a:extLst>
          </p:cNvPr>
          <p:cNvSpPr/>
          <p:nvPr userDrawn="1"/>
        </p:nvSpPr>
        <p:spPr>
          <a:xfrm>
            <a:off x="2167377" y="10194473"/>
            <a:ext cx="4545657" cy="1800000"/>
          </a:xfrm>
          <a:prstGeom prst="roundRect">
            <a:avLst/>
          </a:prstGeom>
          <a:solidFill>
            <a:schemeClr val="accent1">
              <a:lumMod val="7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6248EF39-489B-0AB6-1C39-97964F6585C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051814" y="10503418"/>
            <a:ext cx="13796177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4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E37917F2-61C0-8B23-0D87-2AA3EEB8377A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754063" y="10503418"/>
            <a:ext cx="3372284" cy="1204225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17" name="Title 2">
            <a:extLst>
              <a:ext uri="{FF2B5EF4-FFF2-40B4-BE49-F238E27FC236}">
                <a16:creationId xmlns:a16="http://schemas.microsoft.com/office/drawing/2014/main" id="{3F0C4EB7-81AE-6D10-33F3-83A99AC2F3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2058"/>
            <a:ext cx="14715569" cy="510281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43113C8-679B-440C-38CF-27CC1A6FF3A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rgbClr val="424242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947DDD-26C7-6643-F78E-7D846EE616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7ECEA5DF-6E18-3A6E-8D5B-83F815F6641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7091168A-CF21-90B0-E317-4D5837F6741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" name="Image" descr="Image">
              <a:extLst>
                <a:ext uri="{FF2B5EF4-FFF2-40B4-BE49-F238E27FC236}">
                  <a16:creationId xmlns:a16="http://schemas.microsoft.com/office/drawing/2014/main" id="{66F1D347-8887-50E1-404D-81CA8EA9545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9" name="Image" descr="Image">
              <a:extLst>
                <a:ext uri="{FF2B5EF4-FFF2-40B4-BE49-F238E27FC236}">
                  <a16:creationId xmlns:a16="http://schemas.microsoft.com/office/drawing/2014/main" id="{31815DE4-517D-1DFD-DEB0-EFAEBDA0E3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9981027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Rectangle">
            <a:extLst>
              <a:ext uri="{FF2B5EF4-FFF2-40B4-BE49-F238E27FC236}">
                <a16:creationId xmlns:a16="http://schemas.microsoft.com/office/drawing/2014/main" id="{5B500D99-BCA8-5A47-AC2D-7A5DFB585C9A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04" name="Content Placeholder 7">
            <a:extLst>
              <a:ext uri="{FF2B5EF4-FFF2-40B4-BE49-F238E27FC236}">
                <a16:creationId xmlns:a16="http://schemas.microsoft.com/office/drawing/2014/main" id="{A238D5AC-1068-5240-9AFA-91BA1250D94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86930" y="5334432"/>
            <a:ext cx="13714940" cy="4522264"/>
          </a:xfrm>
        </p:spPr>
        <p:txBody>
          <a:bodyPr>
            <a:normAutofit/>
          </a:bodyPr>
          <a:lstStyle>
            <a:lvl1pPr marL="266700" indent="-2667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indent="-280988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indent="-250825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indent="-309563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indent="-279400">
              <a:lnSpc>
                <a:spcPct val="100000"/>
              </a:lnSpc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DA99AE5-3E66-BB3F-4028-3D48CC999F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394FDA65-5E81-1098-0941-1FB18BED14DD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38BA09D8-F8B2-19A8-B70A-1A73ACE241C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C8189981-CA8D-3F41-4C71-452D07E5291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F2CA1978-1D7F-9FBC-1610-A6CA7FFAA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413405103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D2A636C9-947E-150D-EB07-22919761FA60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16737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05342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643307" y="9337350"/>
            <a:ext cx="4759266" cy="2315506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3A552A97-F867-374E-B40D-BD84D808047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9" name="Picture Placeholder 3">
            <a:extLst>
              <a:ext uri="{FF2B5EF4-FFF2-40B4-BE49-F238E27FC236}">
                <a16:creationId xmlns:a16="http://schemas.microsoft.com/office/drawing/2014/main" id="{DB283EA2-01A0-334D-8038-2E3190C1B2B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9405342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0" name="Picture Placeholder 3">
            <a:extLst>
              <a:ext uri="{FF2B5EF4-FFF2-40B4-BE49-F238E27FC236}">
                <a16:creationId xmlns:a16="http://schemas.microsoft.com/office/drawing/2014/main" id="{B5710E30-F50B-2E47-A284-AB9A73F6AB8F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6643307" y="4297293"/>
            <a:ext cx="4759266" cy="4172342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0B8984F-75C1-9D5B-FF38-2151D77141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4440FB6-864F-EC32-9C12-F5781DD839A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FD2AEEAF-7ADA-0233-2FB3-A724EEF032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27230D68-4A71-B42E-9C59-8EFE95EE53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6FA4D137-12D3-04A4-6F7D-A965125F654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50518920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">
            <a:extLst>
              <a:ext uri="{FF2B5EF4-FFF2-40B4-BE49-F238E27FC236}">
                <a16:creationId xmlns:a16="http://schemas.microsoft.com/office/drawing/2014/main" id="{3A325C97-8FC1-69A4-76A6-9BFCCE62D08F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ight Arrow 3">
            <a:extLst>
              <a:ext uri="{FF2B5EF4-FFF2-40B4-BE49-F238E27FC236}">
                <a16:creationId xmlns:a16="http://schemas.microsoft.com/office/drawing/2014/main" id="{8F28C692-0EE9-7D99-17B4-3313049F0A01}"/>
              </a:ext>
            </a:extLst>
          </p:cNvPr>
          <p:cNvSpPr/>
          <p:nvPr userDrawn="1"/>
        </p:nvSpPr>
        <p:spPr>
          <a:xfrm>
            <a:off x="7398337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1B89336-F494-2062-ED79-0A44623AD4C4}"/>
              </a:ext>
            </a:extLst>
          </p:cNvPr>
          <p:cNvSpPr/>
          <p:nvPr userDrawn="1"/>
        </p:nvSpPr>
        <p:spPr>
          <a:xfrm>
            <a:off x="2167377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594247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651AEE51-4476-0347-EE71-4727AC7D90CC}"/>
              </a:ext>
            </a:extLst>
          </p:cNvPr>
          <p:cNvSpPr/>
          <p:nvPr userDrawn="1"/>
        </p:nvSpPr>
        <p:spPr>
          <a:xfrm>
            <a:off x="9278138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C8DF8073-7CBE-78F8-385D-33EC70507F81}"/>
              </a:ext>
            </a:extLst>
          </p:cNvPr>
          <p:cNvSpPr/>
          <p:nvPr userDrawn="1"/>
        </p:nvSpPr>
        <p:spPr>
          <a:xfrm>
            <a:off x="16388899" y="5155107"/>
            <a:ext cx="4924799" cy="4320000"/>
          </a:xfrm>
          <a:prstGeom prst="roundRect">
            <a:avLst>
              <a:gd name="adj" fmla="val 7112"/>
            </a:avLst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3" name="Text Placeholder 5">
            <a:extLst>
              <a:ext uri="{FF2B5EF4-FFF2-40B4-BE49-F238E27FC236}">
                <a16:creationId xmlns:a16="http://schemas.microsoft.com/office/drawing/2014/main" id="{5D06E93C-E9EF-DAD7-BDE3-8DDAB05CDF9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719708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AB64C3FA-E7EC-73CE-DEC9-E0D1DACCC92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6882946" y="5701845"/>
            <a:ext cx="3895763" cy="3300760"/>
          </a:xfrm>
        </p:spPr>
        <p:txBody>
          <a:bodyPr>
            <a:noAutofit/>
          </a:bodyPr>
          <a:lstStyle>
            <a:lvl1pPr marL="0" indent="0">
              <a:buNone/>
              <a:defRPr kumimoji="0" lang="en-US" sz="3200" b="0" i="0" u="none" strike="noStrike" cap="none" spc="0" normalizeH="0" baseline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1" name="Text Placeholder 5">
            <a:extLst>
              <a:ext uri="{FF2B5EF4-FFF2-40B4-BE49-F238E27FC236}">
                <a16:creationId xmlns:a16="http://schemas.microsoft.com/office/drawing/2014/main" id="{1B745795-7EE3-42BF-EDBE-49D4FAD835F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349891" y="10445295"/>
            <a:ext cx="19038148" cy="1701954"/>
          </a:xfrm>
        </p:spPr>
        <p:txBody>
          <a:bodyPr>
            <a:noAutofit/>
          </a:bodyPr>
          <a:lstStyle>
            <a:lvl1pPr marL="0" indent="0">
              <a:buNone/>
              <a:defRPr kumimoji="0" lang="en-US" sz="2800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Right Arrow 32">
            <a:extLst>
              <a:ext uri="{FF2B5EF4-FFF2-40B4-BE49-F238E27FC236}">
                <a16:creationId xmlns:a16="http://schemas.microsoft.com/office/drawing/2014/main" id="{0AE76436-839B-BF36-E19E-893653562EA3}"/>
              </a:ext>
            </a:extLst>
          </p:cNvPr>
          <p:cNvSpPr/>
          <p:nvPr userDrawn="1"/>
        </p:nvSpPr>
        <p:spPr>
          <a:xfrm>
            <a:off x="14509098" y="6690612"/>
            <a:ext cx="1573640" cy="1182013"/>
          </a:xfrm>
          <a:prstGeom prst="rightArrow">
            <a:avLst/>
          </a:prstGeom>
          <a:solidFill>
            <a:schemeClr val="accent1">
              <a:lumMod val="5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CFF0438-821D-3C18-6D61-1BD73A4DC167}"/>
              </a:ext>
            </a:extLst>
          </p:cNvPr>
          <p:cNvSpPr/>
          <p:nvPr userDrawn="1"/>
        </p:nvSpPr>
        <p:spPr>
          <a:xfrm>
            <a:off x="4241849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1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1BC35716-81E4-A54F-3272-89DAA37CF79D}"/>
              </a:ext>
            </a:extLst>
          </p:cNvPr>
          <p:cNvSpPr/>
          <p:nvPr userDrawn="1"/>
        </p:nvSpPr>
        <p:spPr>
          <a:xfrm>
            <a:off x="11279661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2</a:t>
            </a: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D587B62-738C-1BE8-E775-FC6EC9D2556E}"/>
              </a:ext>
            </a:extLst>
          </p:cNvPr>
          <p:cNvSpPr/>
          <p:nvPr userDrawn="1"/>
        </p:nvSpPr>
        <p:spPr>
          <a:xfrm>
            <a:off x="18463370" y="4015089"/>
            <a:ext cx="775855" cy="836732"/>
          </a:xfrm>
          <a:prstGeom prst="ellipse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Open Sans Light" pitchFamily="2" charset="0"/>
                <a:ea typeface="Open Sans Light" pitchFamily="2" charset="0"/>
                <a:cs typeface="Open Sans Light" pitchFamily="2" charset="0"/>
                <a:sym typeface="Helvetica Neue Medium"/>
              </a:rPr>
              <a:t>3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EC48672-F1E2-A230-B095-57E67183FC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8D3FDAF8-012C-4D3A-C949-6317F6E219D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56EB9265-9B68-78E9-B5B8-F2C39D9134A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E445F39B-125D-DE62-15D6-B4FE5E3C4A7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" name="Image" descr="Image">
              <a:extLst>
                <a:ext uri="{FF2B5EF4-FFF2-40B4-BE49-F238E27FC236}">
                  <a16:creationId xmlns:a16="http://schemas.microsoft.com/office/drawing/2014/main" id="{CC8E73D5-72F6-77A3-C650-62976C8584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80928499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95F33489-AE64-A520-339D-37FA55DCDDCD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F4A212B9-DBD9-E746-BAFB-9234B89096E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167377" y="6556917"/>
            <a:ext cx="9768906" cy="557561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199BEEEC-0D44-544B-A30D-8F854BF4A1E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2339930" y="4210629"/>
            <a:ext cx="9099057" cy="7921898"/>
          </a:xfrm>
        </p:spPr>
        <p:txBody>
          <a:bodyPr/>
          <a:lstStyle>
            <a:lvl1pPr marL="0" indent="0">
              <a:buNone/>
              <a:defRPr b="0"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13C6146-DC72-7FB3-6375-B120A24C107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166938" y="4210049"/>
            <a:ext cx="9768874" cy="2039112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5CD14E8-DE1C-14FC-FEA7-30EAAA9BB9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E62B7B4A-4960-D224-2BB3-BD1A6C05E12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6F2D1DB1-7918-B846-534B-BCACC79082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A33628EC-398A-85C8-EA60-202449B367C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4EE2131F-630C-FF89-05AC-61DFC80718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0853298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28F252AD-5DE4-7070-6059-31CB6E8E15CC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Or 3">
            <a:extLst>
              <a:ext uri="{FF2B5EF4-FFF2-40B4-BE49-F238E27FC236}">
                <a16:creationId xmlns:a16="http://schemas.microsoft.com/office/drawing/2014/main" id="{E68A1B27-C10C-399D-6C52-E0B8F062FF6D}"/>
              </a:ext>
            </a:extLst>
          </p:cNvPr>
          <p:cNvSpPr/>
          <p:nvPr userDrawn="1"/>
        </p:nvSpPr>
        <p:spPr>
          <a:xfrm>
            <a:off x="7481303" y="3712458"/>
            <a:ext cx="9144000" cy="9144000"/>
          </a:xfrm>
          <a:prstGeom prst="flowChartOr">
            <a:avLst/>
          </a:prstGeom>
          <a:solidFill>
            <a:schemeClr val="bg1">
              <a:lumMod val="95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AE1FE12-D6E7-CC76-3FE4-BC8F0EC78DF0}"/>
              </a:ext>
            </a:extLst>
          </p:cNvPr>
          <p:cNvCxnSpPr>
            <a:cxnSpLocks/>
            <a:stCxn id="4" idx="0"/>
          </p:cNvCxnSpPr>
          <p:nvPr userDrawn="1"/>
        </p:nvCxnSpPr>
        <p:spPr>
          <a:xfrm>
            <a:off x="12053303" y="3712458"/>
            <a:ext cx="22098" cy="914400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945EE12-0322-D3C6-8589-1B9554503365}"/>
              </a:ext>
            </a:extLst>
          </p:cNvPr>
          <p:cNvCxnSpPr>
            <a:cxnSpLocks/>
            <a:endCxn id="4" idx="2"/>
          </p:cNvCxnSpPr>
          <p:nvPr userDrawn="1"/>
        </p:nvCxnSpPr>
        <p:spPr>
          <a:xfrm flipH="1">
            <a:off x="7481303" y="8284458"/>
            <a:ext cx="9144000" cy="0"/>
          </a:xfrm>
          <a:prstGeom prst="line">
            <a:avLst/>
          </a:prstGeom>
          <a:noFill/>
          <a:ln w="76200" cap="flat">
            <a:solidFill>
              <a:srgbClr val="314F93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9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FC4F9637-2BA1-E3F7-1599-2295EF076CC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56949" y="7294814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7270689-CD03-86EE-AD4E-701F61CD37A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56949" y="8617313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B5939A4B-8504-2C32-E90E-9DA4843EF0E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365741" y="7298299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44D6C0A8-7DC7-6F84-E472-8E0CA423C51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427997" y="8595891"/>
            <a:ext cx="3795402" cy="7512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002060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9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6ADBE3FB-D313-E2BC-715C-D8600CF8BD2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7255744" y="4018728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2" name="Text Placeholder 15">
            <a:extLst>
              <a:ext uri="{FF2B5EF4-FFF2-40B4-BE49-F238E27FC236}">
                <a16:creationId xmlns:a16="http://schemas.microsoft.com/office/drawing/2014/main" id="{A79FD328-17AF-2BB2-5730-3D5CA0EE97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7255744" y="8938684"/>
            <a:ext cx="4683924" cy="360000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20" name="Graphic 19" descr="Artificial Intelligence with solid fill">
            <a:extLst>
              <a:ext uri="{FF2B5EF4-FFF2-40B4-BE49-F238E27FC236}">
                <a16:creationId xmlns:a16="http://schemas.microsoft.com/office/drawing/2014/main" id="{717E632E-7C2D-8BE2-BA0D-FBA56ED592A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328162" y="4999921"/>
            <a:ext cx="1936946" cy="1936946"/>
          </a:xfrm>
          <a:prstGeom prst="rect">
            <a:avLst/>
          </a:prstGeom>
        </p:spPr>
      </p:pic>
      <p:pic>
        <p:nvPicPr>
          <p:cNvPr id="22" name="Graphic 21" descr="Atom with solid fill">
            <a:extLst>
              <a:ext uri="{FF2B5EF4-FFF2-40B4-BE49-F238E27FC236}">
                <a16:creationId xmlns:a16="http://schemas.microsoft.com/office/drawing/2014/main" id="{CCE4C43E-15B3-15EB-CF11-EB3378A3CEF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837038" y="4968699"/>
            <a:ext cx="1958731" cy="1958731"/>
          </a:xfrm>
          <a:prstGeom prst="rect">
            <a:avLst/>
          </a:prstGeom>
        </p:spPr>
      </p:pic>
      <p:pic>
        <p:nvPicPr>
          <p:cNvPr id="24" name="Graphic 23" descr="Bar chart with solid fill">
            <a:extLst>
              <a:ext uri="{FF2B5EF4-FFF2-40B4-BE49-F238E27FC236}">
                <a16:creationId xmlns:a16="http://schemas.microsoft.com/office/drawing/2014/main" id="{0445AAA4-0C9A-80AB-86CE-F91A16FFC29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4135" y="9715514"/>
            <a:ext cx="1696410" cy="1696410"/>
          </a:xfrm>
          <a:prstGeom prst="rect">
            <a:avLst/>
          </a:prstGeom>
        </p:spPr>
      </p:pic>
      <p:pic>
        <p:nvPicPr>
          <p:cNvPr id="35" name="Graphic 34" descr="Blockchain with solid fill">
            <a:extLst>
              <a:ext uri="{FF2B5EF4-FFF2-40B4-BE49-F238E27FC236}">
                <a16:creationId xmlns:a16="http://schemas.microsoft.com/office/drawing/2014/main" id="{CB7D00AA-1C33-1508-6057-E10BDF964F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837038" y="9711819"/>
            <a:ext cx="1700105" cy="170010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7FCB3B-92B7-9A04-09DB-5667129A35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805F1785-290C-1641-A96F-184692C72980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DE051A88-BFBF-58FB-0D20-AA66E50B943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FF606EC9-F598-701C-CF2B-AC339348BD1A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1DD6A07B-1CB5-B903-09DB-950559FCE4E0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07010292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55631E8-C878-10B3-37B6-B446CE8244F9}"/>
              </a:ext>
            </a:extLst>
          </p:cNvPr>
          <p:cNvSpPr/>
          <p:nvPr userDrawn="1"/>
        </p:nvSpPr>
        <p:spPr>
          <a:xfrm>
            <a:off x="-13856" y="2360348"/>
            <a:ext cx="24397856" cy="11436178"/>
          </a:xfrm>
          <a:prstGeom prst="rect">
            <a:avLst/>
          </a:prstGeom>
          <a:gradFill>
            <a:gsLst>
              <a:gs pos="0">
                <a:srgbClr val="2B7EC4"/>
              </a:gs>
              <a:gs pos="100000">
                <a:srgbClr val="57BFE8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b="0" i="0" dirty="0">
              <a:latin typeface="OCRB" panose="020F0502020204030204" pitchFamily="34" charset="0"/>
              <a:ea typeface="Open Sans Light" pitchFamily="2" charset="0"/>
              <a:cs typeface="OCRB" panose="020F0502020204030204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B267469-4390-8C92-5D06-4DA338A102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66938" y="4349750"/>
            <a:ext cx="12097701" cy="3462458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0" name="Text Placeholder 15">
            <a:extLst>
              <a:ext uri="{FF2B5EF4-FFF2-40B4-BE49-F238E27FC236}">
                <a16:creationId xmlns:a16="http://schemas.microsoft.com/office/drawing/2014/main" id="{F6BCDD7A-9667-FF15-DEDB-20C0D431E0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66938" y="8938684"/>
            <a:ext cx="19839621" cy="3676241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  <a:lvl5pPr marL="2438400" indent="0">
              <a:buNone/>
              <a:defRPr/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Graphic 4" descr="Checklist with solid fill">
            <a:extLst>
              <a:ext uri="{FF2B5EF4-FFF2-40B4-BE49-F238E27FC236}">
                <a16:creationId xmlns:a16="http://schemas.microsoft.com/office/drawing/2014/main" id="{EEEA3E7D-43D1-BB41-8C28-FEDBD7273D0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240000" y="4320116"/>
            <a:ext cx="3535680" cy="35356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1F61AE-0C1A-636C-687E-207E2A2A70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7" name="Group">
            <a:extLst>
              <a:ext uri="{FF2B5EF4-FFF2-40B4-BE49-F238E27FC236}">
                <a16:creationId xmlns:a16="http://schemas.microsoft.com/office/drawing/2014/main" id="{A734540B-EB64-130D-3523-93575103ED02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953221E-8F74-C3B9-7C70-CFB02A3B7E6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49A2096B-323B-F3EF-7CC9-DF562AC8C2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B7EE6C9-8BC7-CD09-089B-BA35D919D1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222704086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">
            <a:extLst>
              <a:ext uri="{FF2B5EF4-FFF2-40B4-BE49-F238E27FC236}">
                <a16:creationId xmlns:a16="http://schemas.microsoft.com/office/drawing/2014/main" id="{57D6C136-B186-B244-9E34-B1B3CC503956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0C2D7F5C-BD73-5445-9E3A-82A31E22F6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176751" y="10942822"/>
            <a:ext cx="8523218" cy="1444847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25FCA52D-C087-3347-A5F3-54D623B2115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2684029" y="10972442"/>
            <a:ext cx="8523218" cy="1444848"/>
          </a:xfrm>
        </p:spPr>
        <p:txBody>
          <a:bodyPr>
            <a:noAutofit/>
          </a:bodyPr>
          <a:lstStyle>
            <a:lvl1pPr marL="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3" name="Picture Placeholder 3">
            <a:extLst>
              <a:ext uri="{FF2B5EF4-FFF2-40B4-BE49-F238E27FC236}">
                <a16:creationId xmlns:a16="http://schemas.microsoft.com/office/drawing/2014/main" id="{3520A367-5826-4047-8F6E-214336795336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176751" y="4582010"/>
            <a:ext cx="8523218" cy="5555977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34" name="Picture Placeholder 3">
            <a:extLst>
              <a:ext uri="{FF2B5EF4-FFF2-40B4-BE49-F238E27FC236}">
                <a16:creationId xmlns:a16="http://schemas.microsoft.com/office/drawing/2014/main" id="{09A473F0-3B7E-704A-AA89-F4277FCB99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2684029" y="4582010"/>
            <a:ext cx="8523218" cy="5577461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10B6C-2009-3AB9-2B36-C9C111BD1F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5" name="Group">
            <a:extLst>
              <a:ext uri="{FF2B5EF4-FFF2-40B4-BE49-F238E27FC236}">
                <a16:creationId xmlns:a16="http://schemas.microsoft.com/office/drawing/2014/main" id="{6BFD5909-E19C-D820-5C51-280C15B09CBC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6" name="Image" descr="Image">
              <a:extLst>
                <a:ext uri="{FF2B5EF4-FFF2-40B4-BE49-F238E27FC236}">
                  <a16:creationId xmlns:a16="http://schemas.microsoft.com/office/drawing/2014/main" id="{8B08C927-B7A0-43BA-4100-83612BFB59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7" name="Image" descr="Image">
              <a:extLst>
                <a:ext uri="{FF2B5EF4-FFF2-40B4-BE49-F238E27FC236}">
                  <a16:creationId xmlns:a16="http://schemas.microsoft.com/office/drawing/2014/main" id="{6AFC5A1D-896A-4BE5-A25A-A0172137210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58C85CFC-A584-60C9-398C-FC5F3B10CF0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7792455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450F1BD6-0F15-C34E-9F74-50970B5378D2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Chart Placeholder 3">
            <a:extLst>
              <a:ext uri="{FF2B5EF4-FFF2-40B4-BE49-F238E27FC236}">
                <a16:creationId xmlns:a16="http://schemas.microsoft.com/office/drawing/2014/main" id="{64D80AC6-9CFD-09B5-1CEF-F695884CCD02}"/>
              </a:ext>
            </a:extLst>
          </p:cNvPr>
          <p:cNvSpPr>
            <a:spLocks noGrp="1"/>
          </p:cNvSpPr>
          <p:nvPr>
            <p:ph type="chart" sz="quarter" idx="11" hasCustomPrompt="1"/>
          </p:nvPr>
        </p:nvSpPr>
        <p:spPr>
          <a:xfrm>
            <a:off x="11460163" y="3962400"/>
            <a:ext cx="12118975" cy="9083675"/>
          </a:xfrm>
        </p:spPr>
        <p:txBody>
          <a:bodyPr>
            <a:normAutofit/>
          </a:bodyPr>
          <a:lstStyle>
            <a:lvl1pPr marL="0" indent="0">
              <a:buNone/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insert chart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EA6CC15-DCB9-9ABD-A03B-8B586BD05B1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902075" y="3962399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9" name="Graphic 8" descr="Blockchain with solid fill">
            <a:extLst>
              <a:ext uri="{FF2B5EF4-FFF2-40B4-BE49-F238E27FC236}">
                <a16:creationId xmlns:a16="http://schemas.microsoft.com/office/drawing/2014/main" id="{C6F9FEE2-3F55-6EBA-4F92-F43ABD638B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37047" y="3962400"/>
            <a:ext cx="1403522" cy="1403522"/>
          </a:xfrm>
          <a:prstGeom prst="rect">
            <a:avLst/>
          </a:prstGeom>
        </p:spPr>
      </p:pic>
      <p:sp>
        <p:nvSpPr>
          <p:cNvPr id="20" name="Text Placeholder 5">
            <a:extLst>
              <a:ext uri="{FF2B5EF4-FFF2-40B4-BE49-F238E27FC236}">
                <a16:creationId xmlns:a16="http://schemas.microsoft.com/office/drawing/2014/main" id="{8597BD3B-4478-8A1D-BD26-1D9EFAA7FCF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902075" y="8861383"/>
            <a:ext cx="7010400" cy="4058049"/>
          </a:xfrm>
        </p:spPr>
        <p:txBody>
          <a:bodyPr>
            <a:normAutofit/>
          </a:bodyPr>
          <a:lstStyle>
            <a:lvl1pPr marL="0" indent="0">
              <a:buNone/>
              <a:defRPr sz="36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11" name="Graphic 10" descr="Bullseye with solid fill">
            <a:extLst>
              <a:ext uri="{FF2B5EF4-FFF2-40B4-BE49-F238E27FC236}">
                <a16:creationId xmlns:a16="http://schemas.microsoft.com/office/drawing/2014/main" id="{D6B829BF-9E0D-0105-F75C-8DDD429EFC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287110" y="8648744"/>
            <a:ext cx="1403521" cy="140352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C22165-28E5-078B-D527-EB85E34E9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8" name="Group">
            <a:extLst>
              <a:ext uri="{FF2B5EF4-FFF2-40B4-BE49-F238E27FC236}">
                <a16:creationId xmlns:a16="http://schemas.microsoft.com/office/drawing/2014/main" id="{1AB01AB1-EADC-77A2-A940-2DE69B7ABE8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3B174F11-D671-E0EF-C5C9-332FF7B2255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B2D60E6B-CEFB-1201-1ABC-A47A5C6DEDA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4" name="Image" descr="Image">
              <a:extLst>
                <a:ext uri="{FF2B5EF4-FFF2-40B4-BE49-F238E27FC236}">
                  <a16:creationId xmlns:a16="http://schemas.microsoft.com/office/drawing/2014/main" id="{3ECE39F8-02C5-64A7-9AC5-4BDC8C44E36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381101224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 typ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6D051288-6E3E-A95D-1377-4372C7DC1C4F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23" name="Picture Placeholder 3">
            <a:extLst>
              <a:ext uri="{FF2B5EF4-FFF2-40B4-BE49-F238E27FC236}">
                <a16:creationId xmlns:a16="http://schemas.microsoft.com/office/drawing/2014/main" id="{4D652F67-94A0-0840-AE16-55B87BEAF32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2167377" y="4120517"/>
            <a:ext cx="9469197" cy="8568593"/>
          </a:xfrm>
        </p:spPr>
        <p:txBody>
          <a:bodyPr/>
          <a:lstStyle>
            <a:lvl1pPr marL="0" indent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6A7F952E-8DC5-6A79-9AE3-813B3AE4D1F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2747867" y="6462508"/>
            <a:ext cx="8024838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BA033C1D-E65C-08C9-F39B-80EFE57D65D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747428" y="4115640"/>
            <a:ext cx="8024812" cy="1968425"/>
          </a:xfrm>
        </p:spPr>
        <p:txBody>
          <a:bodyPr>
            <a:normAutofit/>
          </a:bodyPr>
          <a:lstStyle>
            <a:lvl1pPr marL="0" indent="0">
              <a:buNone/>
              <a:defRPr sz="4400">
                <a:solidFill>
                  <a:schemeClr val="bg1"/>
                </a:solidFill>
              </a:defRPr>
            </a:lvl1pPr>
            <a:lvl5pPr marL="2438400" indent="0" algn="l">
              <a:buFont typeface="Arial" panose="020B0604020202020204" pitchFamily="34" charset="0"/>
              <a:buNone/>
              <a:defRPr sz="4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text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79C9F5-AAFF-0002-246E-C6EBF2351B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6" name="Group">
            <a:extLst>
              <a:ext uri="{FF2B5EF4-FFF2-40B4-BE49-F238E27FC236}">
                <a16:creationId xmlns:a16="http://schemas.microsoft.com/office/drawing/2014/main" id="{19954499-52C9-37B8-CE68-E31F97D9B97E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8" name="Image" descr="Image">
              <a:extLst>
                <a:ext uri="{FF2B5EF4-FFF2-40B4-BE49-F238E27FC236}">
                  <a16:creationId xmlns:a16="http://schemas.microsoft.com/office/drawing/2014/main" id="{1827E7EE-F7D7-B912-1873-48F271C7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9" name="Image" descr="Image">
              <a:extLst>
                <a:ext uri="{FF2B5EF4-FFF2-40B4-BE49-F238E27FC236}">
                  <a16:creationId xmlns:a16="http://schemas.microsoft.com/office/drawing/2014/main" id="{97CC2254-DB2F-2222-3ACB-0F4D49DF246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1DEA3358-B0D8-2D88-2DDF-CD2824CEACE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3404523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iz layou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">
            <a:extLst>
              <a:ext uri="{FF2B5EF4-FFF2-40B4-BE49-F238E27FC236}">
                <a16:creationId xmlns:a16="http://schemas.microsoft.com/office/drawing/2014/main" id="{FABE8965-C5C7-9C39-4D77-41321DCB42C7}"/>
              </a:ext>
            </a:extLst>
          </p:cNvPr>
          <p:cNvSpPr/>
          <p:nvPr userDrawn="1"/>
        </p:nvSpPr>
        <p:spPr>
          <a:xfrm>
            <a:off x="0" y="2360348"/>
            <a:ext cx="24384000" cy="11436178"/>
          </a:xfrm>
          <a:prstGeom prst="rect">
            <a:avLst/>
          </a:prstGeom>
          <a:gradFill>
            <a:gsLst>
              <a:gs pos="0">
                <a:srgbClr val="F15A24"/>
              </a:gs>
              <a:gs pos="100000">
                <a:srgbClr val="F8A036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C90E15E-9DC3-D24F-8189-931487225A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167377" y="1871164"/>
            <a:ext cx="14715569" cy="511175"/>
          </a:xfrm>
        </p:spPr>
        <p:txBody>
          <a:bodyPr>
            <a:normAutofit/>
          </a:bodyPr>
          <a:lstStyle>
            <a:lvl1pPr>
              <a:defRPr kumimoji="0" lang="en-US" sz="3800" b="1" i="0" u="none" strike="noStrike" cap="all" spc="0" normalizeH="0" baseline="0">
                <a:ln>
                  <a:noFill/>
                </a:ln>
                <a:solidFill>
                  <a:srgbClr val="128CCD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r>
              <a:rPr lang="en-US" dirty="0"/>
              <a:t>SLIDE TITLE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F9A081F0-DCC0-4F43-B885-A177263AC1B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167377" y="2419728"/>
            <a:ext cx="9768875" cy="803546"/>
          </a:xfrm>
        </p:spPr>
        <p:txBody>
          <a:bodyPr/>
          <a:lstStyle>
            <a:lvl1pPr marL="0" indent="0">
              <a:buNone/>
              <a:defRPr kumimoji="0" lang="en-US" sz="3200" b="1" i="0" u="none" strike="noStrike" cap="all" spc="0" normalizeH="0" baseline="0">
                <a:ln>
                  <a:noFill/>
                </a:ln>
                <a:solidFill>
                  <a:schemeClr val="bg1"/>
                </a:solidFill>
                <a:effectLst/>
                <a:uFill>
                  <a:solidFill>
                    <a:srgbClr val="143E56"/>
                  </a:solidFill>
                </a:uFill>
                <a:latin typeface="Open Sans ExtraBold" pitchFamily="2" charset="0"/>
                <a:ea typeface="Open Sans ExtraBold" pitchFamily="2" charset="0"/>
                <a:cs typeface="Open Sans ExtraBold" pitchFamily="2" charset="0"/>
                <a:sym typeface="Helvetica Neue"/>
              </a:defRPr>
            </a:lvl1pPr>
          </a:lstStyle>
          <a:p>
            <a:pPr lvl="0"/>
            <a:r>
              <a:rPr lang="en-US" dirty="0"/>
              <a:t>SUB TITLE</a:t>
            </a:r>
          </a:p>
        </p:txBody>
      </p:sp>
      <p:sp>
        <p:nvSpPr>
          <p:cNvPr id="4" name="Round Same Side Corner Rectangle 3">
            <a:extLst>
              <a:ext uri="{FF2B5EF4-FFF2-40B4-BE49-F238E27FC236}">
                <a16:creationId xmlns:a16="http://schemas.microsoft.com/office/drawing/2014/main" id="{FA29A0C7-63A9-37AE-C36E-28D29DB1FC0C}"/>
              </a:ext>
            </a:extLst>
          </p:cNvPr>
          <p:cNvSpPr/>
          <p:nvPr userDrawn="1"/>
        </p:nvSpPr>
        <p:spPr>
          <a:xfrm>
            <a:off x="2124334" y="5228017"/>
            <a:ext cx="7712393" cy="8605898"/>
          </a:xfrm>
          <a:prstGeom prst="round2SameRect">
            <a:avLst>
              <a:gd name="adj1" fmla="val 7123"/>
              <a:gd name="adj2" fmla="val 0"/>
            </a:avLst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00BFA553-2EAA-7D5D-66A4-3CB0B3039A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594247" y="7248019"/>
            <a:ext cx="6817382" cy="6226602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6" name="Graphic 5" descr="Help with solid fill">
            <a:extLst>
              <a:ext uri="{FF2B5EF4-FFF2-40B4-BE49-F238E27FC236}">
                <a16:creationId xmlns:a16="http://schemas.microsoft.com/office/drawing/2014/main" id="{5BCC09F5-BEFD-455C-0F2F-F18D468EC7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594247" y="5468810"/>
            <a:ext cx="1427671" cy="1427671"/>
          </a:xfrm>
          <a:prstGeom prst="rect">
            <a:avLst/>
          </a:prstGeom>
        </p:spPr>
      </p:pic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A5EDB33-736C-0AA5-C7CD-BDFF535E7A9C}"/>
              </a:ext>
            </a:extLst>
          </p:cNvPr>
          <p:cNvSpPr/>
          <p:nvPr userDrawn="1"/>
        </p:nvSpPr>
        <p:spPr>
          <a:xfrm>
            <a:off x="11485756" y="5237573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9A29247D-C253-CBDD-13EE-F16B85217807}"/>
              </a:ext>
            </a:extLst>
          </p:cNvPr>
          <p:cNvSpPr/>
          <p:nvPr userDrawn="1"/>
        </p:nvSpPr>
        <p:spPr>
          <a:xfrm>
            <a:off x="11485756" y="6937152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640D50B7-0BFF-E456-7675-C96913EC6D02}"/>
              </a:ext>
            </a:extLst>
          </p:cNvPr>
          <p:cNvSpPr/>
          <p:nvPr userDrawn="1"/>
        </p:nvSpPr>
        <p:spPr>
          <a:xfrm>
            <a:off x="11485756" y="8615938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A4EB9AD0-97D9-EA55-1897-8E787ACA18AD}"/>
              </a:ext>
            </a:extLst>
          </p:cNvPr>
          <p:cNvSpPr/>
          <p:nvPr userDrawn="1"/>
        </p:nvSpPr>
        <p:spPr>
          <a:xfrm>
            <a:off x="11485756" y="10294724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1FE4A142-7345-2F27-77AC-6B8D7F3BB8F0}"/>
              </a:ext>
            </a:extLst>
          </p:cNvPr>
          <p:cNvSpPr/>
          <p:nvPr userDrawn="1"/>
        </p:nvSpPr>
        <p:spPr>
          <a:xfrm>
            <a:off x="11485756" y="11973510"/>
            <a:ext cx="11731083" cy="1080000"/>
          </a:xfrm>
          <a:prstGeom prst="roundRect">
            <a:avLst/>
          </a:prstGeom>
          <a:solidFill>
            <a:schemeClr val="bg1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Open Sans Light" pitchFamily="2" charset="0"/>
              <a:ea typeface="Open Sans Light" pitchFamily="2" charset="0"/>
              <a:cs typeface="Open Sans Light" pitchFamily="2" charset="0"/>
              <a:sym typeface="Helvetica Neue Medium"/>
            </a:endParaRPr>
          </a:p>
        </p:txBody>
      </p:sp>
      <p:sp>
        <p:nvSpPr>
          <p:cNvPr id="24" name="Text Placeholder 5">
            <a:extLst>
              <a:ext uri="{FF2B5EF4-FFF2-40B4-BE49-F238E27FC236}">
                <a16:creationId xmlns:a16="http://schemas.microsoft.com/office/drawing/2014/main" id="{8ED258EB-0A79-0CC4-9AC5-E5BB65095D9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11936252" y="5570897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5">
            <a:extLst>
              <a:ext uri="{FF2B5EF4-FFF2-40B4-BE49-F238E27FC236}">
                <a16:creationId xmlns:a16="http://schemas.microsoft.com/office/drawing/2014/main" id="{D7D34A3F-BE3B-171A-71BC-2F827D2C4C8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11936252" y="7270476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Text Placeholder 5">
            <a:extLst>
              <a:ext uri="{FF2B5EF4-FFF2-40B4-BE49-F238E27FC236}">
                <a16:creationId xmlns:a16="http://schemas.microsoft.com/office/drawing/2014/main" id="{3421587F-10AC-7EBE-6901-E1BA33DF8A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1936252" y="8949262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7" name="Text Placeholder 5">
            <a:extLst>
              <a:ext uri="{FF2B5EF4-FFF2-40B4-BE49-F238E27FC236}">
                <a16:creationId xmlns:a16="http://schemas.microsoft.com/office/drawing/2014/main" id="{B1FF3B0B-6113-DB9F-2F3C-96810CE901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1936252" y="10628048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8" name="Text Placeholder 5">
            <a:extLst>
              <a:ext uri="{FF2B5EF4-FFF2-40B4-BE49-F238E27FC236}">
                <a16:creationId xmlns:a16="http://schemas.microsoft.com/office/drawing/2014/main" id="{1B78CB5C-262B-068C-9251-A2C3C592CF45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1936252" y="12306834"/>
            <a:ext cx="10801828" cy="468000"/>
          </a:xfrm>
        </p:spPr>
        <p:txBody>
          <a:bodyPr>
            <a:noAutofit/>
          </a:bodyPr>
          <a:lstStyle>
            <a:lvl1pPr marL="0" indent="0">
              <a:buNone/>
              <a:defRPr kumimoji="0" lang="en-US" sz="2600" b="0" i="0" u="none" strike="noStrike" cap="none" spc="0" normalizeH="0" baseline="0">
                <a:ln>
                  <a:noFill/>
                </a:ln>
                <a:solidFill>
                  <a:schemeClr val="tx2">
                    <a:lumMod val="75000"/>
                  </a:schemeClr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6096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2192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18288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438400" indent="0">
              <a:buNone/>
              <a:defRPr kumimoji="0" lang="en-US" sz="22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F9AF533-B5F6-1F4C-DB2A-D5C619F697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166"/>
          <a:stretch/>
        </p:blipFill>
        <p:spPr>
          <a:xfrm>
            <a:off x="20815349" y="0"/>
            <a:ext cx="2811993" cy="1473200"/>
          </a:xfrm>
          <a:prstGeom prst="rect">
            <a:avLst/>
          </a:prstGeom>
        </p:spPr>
      </p:pic>
      <p:grpSp>
        <p:nvGrpSpPr>
          <p:cNvPr id="9" name="Group">
            <a:extLst>
              <a:ext uri="{FF2B5EF4-FFF2-40B4-BE49-F238E27FC236}">
                <a16:creationId xmlns:a16="http://schemas.microsoft.com/office/drawing/2014/main" id="{CACAE48A-1410-60E4-FCE8-EBA95AD9A7D1}"/>
              </a:ext>
            </a:extLst>
          </p:cNvPr>
          <p:cNvGrpSpPr/>
          <p:nvPr userDrawn="1"/>
        </p:nvGrpSpPr>
        <p:grpSpPr>
          <a:xfrm>
            <a:off x="756659" y="-3867"/>
            <a:ext cx="2783909" cy="2014172"/>
            <a:chOff x="-2864397" y="0"/>
            <a:chExt cx="2783907" cy="2014171"/>
          </a:xfrm>
        </p:grpSpPr>
        <p:pic>
          <p:nvPicPr>
            <p:cNvPr id="10" name="Image" descr="Image">
              <a:extLst>
                <a:ext uri="{FF2B5EF4-FFF2-40B4-BE49-F238E27FC236}">
                  <a16:creationId xmlns:a16="http://schemas.microsoft.com/office/drawing/2014/main" id="{835D3321-F5AB-7B39-240A-709C3EABC96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-2864398" y="-1"/>
              <a:ext cx="630382" cy="135967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" name="Image" descr="Image">
              <a:extLst>
                <a:ext uri="{FF2B5EF4-FFF2-40B4-BE49-F238E27FC236}">
                  <a16:creationId xmlns:a16="http://schemas.microsoft.com/office/drawing/2014/main" id="{9A5045C5-E6D9-0C02-A60D-808D1A46D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t="88153" r="78332"/>
            <a:stretch>
              <a:fillRect/>
            </a:stretch>
          </p:blipFill>
          <p:spPr>
            <a:xfrm>
              <a:off x="-2850027" y="1390294"/>
              <a:ext cx="601633" cy="62387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2" name="Image" descr="Image">
              <a:extLst>
                <a:ext uri="{FF2B5EF4-FFF2-40B4-BE49-F238E27FC236}">
                  <a16:creationId xmlns:a16="http://schemas.microsoft.com/office/drawing/2014/main" id="{5C378790-9194-7CF7-64F2-DCDC541DE74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rcRect l="31837" t="7689" b="68044"/>
            <a:stretch>
              <a:fillRect/>
            </a:stretch>
          </p:blipFill>
          <p:spPr>
            <a:xfrm>
              <a:off x="-1973131" y="245246"/>
              <a:ext cx="1892642" cy="127797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</p:spTree>
    <p:extLst>
      <p:ext uri="{BB962C8B-B14F-4D97-AF65-F5344CB8AC3E}">
        <p14:creationId xmlns:p14="http://schemas.microsoft.com/office/powerpoint/2010/main" val="115136152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UNIVERSITAS BINA NUSANTARA">
            <a:extLst>
              <a:ext uri="{FF2B5EF4-FFF2-40B4-BE49-F238E27FC236}">
                <a16:creationId xmlns:a16="http://schemas.microsoft.com/office/drawing/2014/main" id="{1D553A28-04FA-E944-90CB-BDB2AEBEA300}"/>
              </a:ext>
            </a:extLst>
          </p:cNvPr>
          <p:cNvSpPr txBox="1"/>
          <p:nvPr userDrawn="1"/>
        </p:nvSpPr>
        <p:spPr>
          <a:xfrm>
            <a:off x="9823213" y="8366096"/>
            <a:ext cx="4727256" cy="3010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l" defTabSz="821531">
              <a:lnSpc>
                <a:spcPct val="80000"/>
              </a:lnSpc>
              <a:defRPr sz="3600">
                <a:solidFill>
                  <a:srgbClr val="FFFFFF"/>
                </a:solidFill>
                <a:latin typeface="Open Sans Light"/>
                <a:ea typeface="Open Sans Light"/>
                <a:cs typeface="Open Sans Light"/>
                <a:sym typeface="Open Sans"/>
              </a:defRPr>
            </a:pPr>
            <a:r>
              <a:rPr sz="2400" dirty="0"/>
              <a:t>UNIVERSITAS</a:t>
            </a:r>
            <a:r>
              <a:rPr sz="2400" b="1" dirty="0"/>
              <a:t> BINA NUSANTARA</a:t>
            </a: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 dirty="0"/>
              <a:t>THANK YOU message</a:t>
            </a:r>
            <a:endParaRPr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EBE46FE-17DA-131C-25CA-513E1EB2D6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49D08008-1FC5-26A6-E9A3-347420006839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27320987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typ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BG Slide-01.jpg" descr="BG Slide-01.jpg">
            <a:extLst>
              <a:ext uri="{FF2B5EF4-FFF2-40B4-BE49-F238E27FC236}">
                <a16:creationId xmlns:a16="http://schemas.microsoft.com/office/drawing/2014/main" id="{EB456242-AA88-DF45-9244-298FA0B836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65" r="165"/>
          <a:stretch>
            <a:fillRect/>
          </a:stretch>
        </p:blipFill>
        <p:spPr>
          <a:xfrm>
            <a:off x="-86098" y="-57547"/>
            <a:ext cx="24507155" cy="13831095"/>
          </a:xfrm>
          <a:prstGeom prst="rect">
            <a:avLst/>
          </a:prstGeom>
          <a:ln w="12700">
            <a:miter lim="400000"/>
          </a:ln>
        </p:spPr>
      </p:pic>
      <p:sp>
        <p:nvSpPr>
          <p:cNvPr id="10" name="Rectangle">
            <a:extLst>
              <a:ext uri="{FF2B5EF4-FFF2-40B4-BE49-F238E27FC236}">
                <a16:creationId xmlns:a16="http://schemas.microsoft.com/office/drawing/2014/main" id="{BE73ECD8-9761-904C-83FC-7C21B825FC86}"/>
              </a:ext>
            </a:extLst>
          </p:cNvPr>
          <p:cNvSpPr/>
          <p:nvPr userDrawn="1"/>
        </p:nvSpPr>
        <p:spPr>
          <a:xfrm>
            <a:off x="0" y="0"/>
            <a:ext cx="24384000" cy="13716000"/>
          </a:xfrm>
          <a:prstGeom prst="rect">
            <a:avLst/>
          </a:prstGeom>
          <a:gradFill>
            <a:gsLst>
              <a:gs pos="0">
                <a:srgbClr val="2670B8"/>
              </a:gs>
              <a:gs pos="100000">
                <a:srgbClr val="2258A7"/>
              </a:gs>
            </a:gsLst>
          </a:gradFill>
          <a:ln w="12700">
            <a:miter lim="400000"/>
          </a:ln>
        </p:spPr>
        <p:txBody>
          <a:bodyPr lIns="71437" tIns="71437" rIns="71437" bIns="71437" anchor="ctr"/>
          <a:lstStyle/>
          <a:p>
            <a:pPr defTabSz="821531">
              <a:defRPr sz="30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9" name="Rounded Rectangle">
            <a:extLst>
              <a:ext uri="{FF2B5EF4-FFF2-40B4-BE49-F238E27FC236}">
                <a16:creationId xmlns:a16="http://schemas.microsoft.com/office/drawing/2014/main" id="{A398922F-A33B-3C44-AAA1-709DF0A7FE30}"/>
              </a:ext>
            </a:extLst>
          </p:cNvPr>
          <p:cNvSpPr/>
          <p:nvPr userDrawn="1"/>
        </p:nvSpPr>
        <p:spPr>
          <a:xfrm>
            <a:off x="11684000" y="9025087"/>
            <a:ext cx="1016000" cy="88901"/>
          </a:xfrm>
          <a:prstGeom prst="roundRect">
            <a:avLst>
              <a:gd name="adj" fmla="val 50000"/>
            </a:avLst>
          </a:prstGeom>
          <a:solidFill>
            <a:srgbClr val="F08700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pPr>
            <a:endParaRPr dirty="0">
              <a:latin typeface="Open Sans Light" pitchFamily="2" charset="0"/>
              <a:ea typeface="Open Sans Light" pitchFamily="2" charset="0"/>
              <a:cs typeface="Open Sans Light" pitchFamily="2" charset="0"/>
            </a:endParaRP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438335"/>
            <a:ext cx="21971001" cy="864672"/>
          </a:xfrm>
          <a:prstGeom prst="rect">
            <a:avLst/>
          </a:prstGeom>
        </p:spPr>
        <p:txBody>
          <a:bodyPr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kumimoji="0" sz="5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rPr dirty="0"/>
              <a:t>Presentation </a:t>
            </a:r>
            <a:r>
              <a:rPr lang="en-US" dirty="0"/>
              <a:t>TITLE</a:t>
            </a:r>
            <a:endParaRPr dirty="0"/>
          </a:p>
        </p:txBody>
      </p:sp>
      <p:sp>
        <p:nvSpPr>
          <p:cNvPr id="18" name="Presentation Title">
            <a:extLst>
              <a:ext uri="{FF2B5EF4-FFF2-40B4-BE49-F238E27FC236}">
                <a16:creationId xmlns:a16="http://schemas.microsoft.com/office/drawing/2014/main" id="{15CBFADB-E6B3-9B4E-8320-314E3790EC2E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06496" y="3058757"/>
            <a:ext cx="21971004" cy="3746281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kumimoji="0" sz="12000" b="0" i="0" u="none" strike="noStrike" cap="all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r>
              <a:rPr lang="en-US"/>
              <a:t>THANK YOU message</a:t>
            </a:r>
            <a:endParaRPr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9973D83C-1488-3E4C-B9DF-5608E0394C0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075574" y="9486762"/>
            <a:ext cx="6222535" cy="358278"/>
          </a:xfrm>
        </p:spPr>
        <p:txBody>
          <a:bodyPr>
            <a:normAutofit/>
          </a:bodyPr>
          <a:lstStyle>
            <a:lvl1pPr marL="0" indent="0" algn="ctr">
              <a:buNone/>
              <a:def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</a:lstStyle>
          <a:p>
            <a:pPr lvl="0"/>
            <a:r>
              <a:rPr kumimoji="0" lang="en-US" sz="2000" b="0" i="0" u="none" strike="noStrike" cap="none" spc="0" normalizeH="0" baseline="0">
                <a:ln>
                  <a:noFill/>
                </a:ln>
                <a:solidFill>
                  <a:srgbClr val="FFFFFF"/>
                </a:solidFill>
                <a:effectLst/>
                <a:uFillTx/>
                <a:latin typeface="Open Sans Semibold"/>
                <a:ea typeface="Open Sans Semibold"/>
                <a:cs typeface="Open Sans Semibold"/>
                <a:sym typeface="Open Sans Semibold"/>
              </a:rPr>
              <a:t>MONTH YEAR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851190-1E16-8731-05F7-9E415A2E7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0918512" y="758208"/>
            <a:ext cx="2698754" cy="1143002"/>
          </a:xfrm>
          <a:prstGeom prst="rect">
            <a:avLst/>
          </a:prstGeom>
        </p:spPr>
      </p:pic>
      <p:pic>
        <p:nvPicPr>
          <p:cNvPr id="4" name="Image" descr="Image">
            <a:extLst>
              <a:ext uri="{FF2B5EF4-FFF2-40B4-BE49-F238E27FC236}">
                <a16:creationId xmlns:a16="http://schemas.microsoft.com/office/drawing/2014/main" id="{16478055-4CD9-7AD2-1E0C-062019F0D61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66734" y="758207"/>
            <a:ext cx="1914949" cy="114300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09941728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4320" userDrawn="1">
          <p15:clr>
            <a:srgbClr val="FBAE40"/>
          </p15:clr>
        </p15:guide>
        <p15:guide id="2" pos="768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rPr dirty="0"/>
              <a:t>Slide bullet text</a:t>
            </a:r>
          </a:p>
          <a:p>
            <a:pPr lvl="1"/>
            <a:endParaRPr dirty="0"/>
          </a:p>
          <a:p>
            <a:pPr lvl="2"/>
            <a:endParaRPr dirty="0"/>
          </a:p>
          <a:p>
            <a:pPr lvl="3"/>
            <a:endParaRPr dirty="0"/>
          </a:p>
          <a:p>
            <a:pPr lvl="4"/>
            <a:endParaRPr dirty="0"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89384" y="13076008"/>
            <a:ext cx="392736" cy="37959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  <a:latin typeface="Open Sans Light" panose="020B0606030504020204" pitchFamily="34" charset="0"/>
                <a:ea typeface="Open Sans Light" panose="020B0606030504020204" pitchFamily="34" charset="0"/>
                <a:cs typeface="Open Sans Light" panose="020B0606030504020204" pitchFamily="34" charset="0"/>
              </a:defRPr>
            </a:lvl1pPr>
          </a:lstStyle>
          <a:p>
            <a:fld id="{86CB4B4D-7CA3-9044-876B-883B54F8677D}" type="slidenum">
              <a:rPr lang="en-ID"/>
              <a:pPr/>
              <a:t>‹#›</a:t>
            </a:fld>
            <a:endParaRPr lang="en-ID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6" r:id="rId2"/>
    <p:sldLayoutId id="214748368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4" r:id="rId11"/>
    <p:sldLayoutId id="2147483667" r:id="rId12"/>
    <p:sldLayoutId id="2147483668" r:id="rId13"/>
    <p:sldLayoutId id="2147483685" r:id="rId14"/>
    <p:sldLayoutId id="2147483669" r:id="rId15"/>
    <p:sldLayoutId id="2147483683" r:id="rId16"/>
    <p:sldLayoutId id="2147483688" r:id="rId17"/>
    <p:sldLayoutId id="2147483670" r:id="rId18"/>
    <p:sldLayoutId id="2147483687" r:id="rId19"/>
    <p:sldLayoutId id="2147483671" r:id="rId20"/>
    <p:sldLayoutId id="2147483686" r:id="rId21"/>
    <p:sldLayoutId id="2147483680" r:id="rId22"/>
    <p:sldLayoutId id="2147483681" r:id="rId23"/>
  </p:sldLayoutIdLst>
  <p:transition spd="med"/>
  <p:txStyles>
    <p:titleStyle>
      <a:lvl1pPr marL="0" marR="0" indent="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Open Sans ExtraBold" panose="020B0606030504020204" pitchFamily="34" charset="0"/>
          <a:ea typeface="Open Sans ExtraBold" panose="020B0606030504020204" pitchFamily="34" charset="0"/>
          <a:cs typeface="Open Sans ExtraBold" panose="020B0606030504020204" pitchFamily="34" charset="0"/>
          <a:sym typeface="Helvetica Neue"/>
        </a:defRPr>
      </a:lvl1pPr>
      <a:lvl2pPr marL="0" marR="0" indent="457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eaLnBrk="1" latinLnBrk="0" hangingPunct="1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1pPr>
      <a:lvl2pPr marL="1219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2pPr>
      <a:lvl3pPr marL="1828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3pPr>
      <a:lvl4pPr marL="2438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4pPr>
      <a:lvl5pPr marL="30480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Open Sans Light" panose="020B0606030504020204" pitchFamily="34" charset="0"/>
          <a:ea typeface="Open Sans Light" panose="020B0606030504020204" pitchFamily="34" charset="0"/>
          <a:cs typeface="Open Sans Light" panose="020B0606030504020204" pitchFamily="34" charset="0"/>
          <a:sym typeface="Helvetica Neue"/>
        </a:defRPr>
      </a:lvl5pPr>
      <a:lvl6pPr marL="36576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eaLnBrk="1" latinLnBrk="0" hangingPunct="1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1.png"/><Relationship Id="rId12" Type="http://schemas.openxmlformats.org/officeDocument/2006/relationships/customXml" Target="../ink/ink6.xml"/><Relationship Id="rId17" Type="http://schemas.openxmlformats.org/officeDocument/2006/relationships/image" Target="../media/image46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43.png"/><Relationship Id="rId5" Type="http://schemas.openxmlformats.org/officeDocument/2006/relationships/image" Target="../media/image40.png"/><Relationship Id="rId15" Type="http://schemas.openxmlformats.org/officeDocument/2006/relationships/image" Target="../media/image45.png"/><Relationship Id="rId10" Type="http://schemas.openxmlformats.org/officeDocument/2006/relationships/customXml" Target="../ink/ink5.xml"/><Relationship Id="rId4" Type="http://schemas.openxmlformats.org/officeDocument/2006/relationships/customXml" Target="../ink/ink2.xml"/><Relationship Id="rId9" Type="http://schemas.openxmlformats.org/officeDocument/2006/relationships/image" Target="../media/image42.png"/><Relationship Id="rId14" Type="http://schemas.openxmlformats.org/officeDocument/2006/relationships/customXml" Target="../ink/ink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3" Type="http://schemas.openxmlformats.org/officeDocument/2006/relationships/customXml" Target="../ink/ink9.xml"/><Relationship Id="rId7" Type="http://schemas.openxmlformats.org/officeDocument/2006/relationships/customXml" Target="../ink/ink11.xml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Relationship Id="rId5" Type="http://schemas.openxmlformats.org/officeDocument/2006/relationships/customXml" Target="../ink/ink10.xml"/><Relationship Id="rId10" Type="http://schemas.openxmlformats.org/officeDocument/2006/relationships/image" Target="../media/image58.png"/><Relationship Id="rId4" Type="http://schemas.openxmlformats.org/officeDocument/2006/relationships/image" Target="../media/image55.png"/><Relationship Id="rId9" Type="http://schemas.openxmlformats.org/officeDocument/2006/relationships/customXml" Target="../ink/ink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0F9371B-F92F-AED8-457A-F4BAE6779B8C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dirty="0"/>
              <a:t>Session 5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5C0E2BF-BBBC-BF27-4255-C5149D1931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9600" dirty="0">
                <a:solidFill>
                  <a:schemeClr val="bg1"/>
                </a:solidFill>
              </a:rPr>
              <a:t>Object oriented concept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9DA326-32BB-7EBF-F49C-D0308881B79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D6421 – Muhammad Fikri Hasani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A0B90A7-5454-EAB0-64AF-501192034FDA}"/>
              </a:ext>
            </a:extLst>
          </p:cNvPr>
          <p:cNvSpPr txBox="1"/>
          <p:nvPr/>
        </p:nvSpPr>
        <p:spPr>
          <a:xfrm>
            <a:off x="18133155" y="2817789"/>
            <a:ext cx="10265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ID" sz="2400" b="0" i="0" u="none" strike="noStrike" cap="none" spc="0" normalizeH="0" baseline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07564589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3EE913-EE39-C321-5882-05A506DB3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tx1"/>
                </a:solidFill>
              </a:rPr>
              <a:t>Outline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2D373-5BC5-C51D-92C2-C090C385786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Course outline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426B6-A02E-F758-7A2B-554FFF354A1A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695169" y="3698579"/>
            <a:ext cx="16422811" cy="8011427"/>
          </a:xfrm>
        </p:spPr>
        <p:txBody>
          <a:bodyPr lIns="50800" tIns="50800" rIns="50800" bIns="50800" anchor="t">
            <a:noAutofit/>
          </a:bodyPr>
          <a:lstStyle/>
          <a:p>
            <a:r>
              <a:rPr lang="en-US" sz="3000" dirty="0"/>
              <a:t>OOP Definition</a:t>
            </a:r>
          </a:p>
          <a:p>
            <a:r>
              <a:rPr lang="en-US" sz="3000" dirty="0"/>
              <a:t>Key Points of OOP</a:t>
            </a:r>
          </a:p>
          <a:p>
            <a:r>
              <a:rPr lang="en-US" sz="3000" dirty="0"/>
              <a:t>OOP Advantage</a:t>
            </a:r>
          </a:p>
          <a:p>
            <a:r>
              <a:rPr lang="en-US" sz="3000" dirty="0"/>
              <a:t>Defining class and object</a:t>
            </a:r>
          </a:p>
          <a:p>
            <a:r>
              <a:rPr lang="en-US" sz="3000" dirty="0"/>
              <a:t>Constructors</a:t>
            </a:r>
          </a:p>
          <a:p>
            <a:r>
              <a:rPr lang="en-US" sz="3000" dirty="0"/>
              <a:t>Method</a:t>
            </a:r>
          </a:p>
          <a:p>
            <a:r>
              <a:rPr lang="en-US" sz="3000" dirty="0"/>
              <a:t>Static Method</a:t>
            </a:r>
          </a:p>
          <a:p>
            <a:r>
              <a:rPr lang="en-US" sz="3000" dirty="0"/>
              <a:t>Record</a:t>
            </a:r>
          </a:p>
          <a:p>
            <a:endParaRPr lang="en-US" sz="3000" dirty="0"/>
          </a:p>
          <a:p>
            <a:endParaRPr lang="en-ID" sz="3000" dirty="0"/>
          </a:p>
        </p:txBody>
      </p:sp>
    </p:spTree>
    <p:extLst>
      <p:ext uri="{BB962C8B-B14F-4D97-AF65-F5344CB8AC3E}">
        <p14:creationId xmlns:p14="http://schemas.microsoft.com/office/powerpoint/2010/main" val="2766454393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C2FCB8-08B1-1061-B648-71B1FB85D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C5AB45-631D-E54A-5C40-80510744A05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514F26-319B-72E9-ED03-F51DF022575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893411" y="4599673"/>
            <a:ext cx="17355671" cy="6795990"/>
          </a:xfrm>
        </p:spPr>
        <p:txBody>
          <a:bodyPr>
            <a:normAutofit/>
          </a:bodyPr>
          <a:lstStyle/>
          <a:p>
            <a:r>
              <a:rPr lang="en-US" sz="3000" dirty="0"/>
              <a:t>Object-Oriented Programming (OOP) is a programming paradigm that structures software design around data, or objects, rather than functions and logic. </a:t>
            </a:r>
          </a:p>
          <a:p>
            <a:r>
              <a:rPr lang="en-US" sz="3000" dirty="0"/>
              <a:t>An object described by entities in the real world that can be clearly identified. Example: students, cars, desks and other things that can be viewed as objects.</a:t>
            </a:r>
          </a:p>
          <a:p>
            <a:r>
              <a:rPr lang="en-US" sz="3000" dirty="0"/>
              <a:t>An object can be defined as a data field that has unique attributes and behavior (method)</a:t>
            </a:r>
          </a:p>
          <a:p>
            <a:r>
              <a:rPr lang="en-US" sz="3000" dirty="0"/>
              <a:t>It’s a popular programming paradigm that adapted by many programming languages:</a:t>
            </a:r>
          </a:p>
          <a:p>
            <a:pPr marL="0" indent="0">
              <a:buNone/>
            </a:pPr>
            <a:endParaRPr lang="en-US" sz="3000" dirty="0"/>
          </a:p>
          <a:p>
            <a:endParaRPr lang="en-ID" sz="3000" dirty="0"/>
          </a:p>
        </p:txBody>
      </p:sp>
      <p:pic>
        <p:nvPicPr>
          <p:cNvPr id="1026" name="Picture 2" descr="Image result for javascript">
            <a:extLst>
              <a:ext uri="{FF2B5EF4-FFF2-40B4-BE49-F238E27FC236}">
                <a16:creationId xmlns:a16="http://schemas.microsoft.com/office/drawing/2014/main" id="{A284624B-6134-FF68-3581-1AB58DD210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7155" y="10132553"/>
            <a:ext cx="1652624" cy="193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Image result for C++ programming language logo">
            <a:extLst>
              <a:ext uri="{FF2B5EF4-FFF2-40B4-BE49-F238E27FC236}">
                <a16:creationId xmlns:a16="http://schemas.microsoft.com/office/drawing/2014/main" id="{2F17E646-82F1-1E23-EFBA-4A321B6105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9705" y="10132554"/>
            <a:ext cx="1931638" cy="19316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Image result for python logo">
            <a:extLst>
              <a:ext uri="{FF2B5EF4-FFF2-40B4-BE49-F238E27FC236}">
                <a16:creationId xmlns:a16="http://schemas.microsoft.com/office/drawing/2014/main" id="{D208D50F-89E7-9CB2-381C-D756546A77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160" y="10043149"/>
            <a:ext cx="1931639" cy="1918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 descr="A logo of a company&#10;&#10;Description automatically generated">
            <a:extLst>
              <a:ext uri="{FF2B5EF4-FFF2-40B4-BE49-F238E27FC236}">
                <a16:creationId xmlns:a16="http://schemas.microsoft.com/office/drawing/2014/main" id="{A0FDBE0D-08C0-ADB8-A732-57DBBA7D73C1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06479" y="9678476"/>
            <a:ext cx="2372139" cy="2372139"/>
          </a:xfrm>
          <a:prstGeom prst="rect">
            <a:avLst/>
          </a:prstGeom>
        </p:spPr>
      </p:pic>
      <p:pic>
        <p:nvPicPr>
          <p:cNvPr id="9" name="Picture 11" descr="http://cdn.osxdaily.com/wp-content/uploads/2013/11/java-os-x-mavericks.png">
            <a:extLst>
              <a:ext uri="{FF2B5EF4-FFF2-40B4-BE49-F238E27FC236}">
                <a16:creationId xmlns:a16="http://schemas.microsoft.com/office/drawing/2014/main" id="{332A4510-752D-4B82-4E81-3B6FA79D3B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16634640" y="9486094"/>
            <a:ext cx="1386281" cy="25780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2" descr="Image result for kotlin logo">
            <a:extLst>
              <a:ext uri="{FF2B5EF4-FFF2-40B4-BE49-F238E27FC236}">
                <a16:creationId xmlns:a16="http://schemas.microsoft.com/office/drawing/2014/main" id="{9DE60EFC-3F84-6B37-0728-729A510B78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57722" y="10270547"/>
            <a:ext cx="4229100" cy="100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 descr="Swift Logo PNG Transparent &amp; SVG Vector - Freebie Supply">
            <a:extLst>
              <a:ext uri="{FF2B5EF4-FFF2-40B4-BE49-F238E27FC236}">
                <a16:creationId xmlns:a16="http://schemas.microsoft.com/office/drawing/2014/main" id="{CDC8648F-C1C5-37CB-B438-3FB741FF84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2617" y="10030141"/>
            <a:ext cx="1931639" cy="19316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84352061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6B-E6C4-DE17-002A-C835140C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Object oriented concept and encapsulation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B748A-71C3-FF68-178F-77367D05DB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C1864-6CFD-EF01-1276-F09EB2C0B6B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79913" y="4353340"/>
            <a:ext cx="7036904" cy="8189843"/>
          </a:xfrm>
        </p:spPr>
        <p:txBody>
          <a:bodyPr>
            <a:normAutofit/>
          </a:bodyPr>
          <a:lstStyle/>
          <a:p>
            <a:pPr algn="just"/>
            <a:r>
              <a:rPr lang="en-US" sz="4000" dirty="0"/>
              <a:t>Classes &amp; Objects: OOP uses classes as blueprints for creating objects. A class defines the properties and behaviors for the objects that will be created from it.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4310C6F-67F6-CE66-FB1C-D73CDED48B59}"/>
              </a:ext>
            </a:extLst>
          </p:cNvPr>
          <p:cNvSpPr txBox="1">
            <a:spLocks/>
          </p:cNvSpPr>
          <p:nvPr/>
        </p:nvSpPr>
        <p:spPr>
          <a:xfrm>
            <a:off x="14067183" y="4386471"/>
            <a:ext cx="7036904" cy="81898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pPr algn="just"/>
            <a:r>
              <a:rPr lang="en-US" sz="3500" dirty="0"/>
              <a:t>Encapsulation: This principle of OOP involves bundling the data and the methods that operate on the data within one unit, e.g., a class, and provide access modifiers for </a:t>
            </a:r>
            <a:r>
              <a:rPr lang="en-US" sz="3500" dirty="0" err="1"/>
              <a:t>behaviours</a:t>
            </a:r>
            <a:endParaRPr lang="en-US" sz="3500" dirty="0"/>
          </a:p>
        </p:txBody>
      </p:sp>
      <p:pic>
        <p:nvPicPr>
          <p:cNvPr id="7" name="Picture 6" descr="A screenshot of a phone&#10;&#10;Description automatically generated">
            <a:extLst>
              <a:ext uri="{FF2B5EF4-FFF2-40B4-BE49-F238E27FC236}">
                <a16:creationId xmlns:a16="http://schemas.microsoft.com/office/drawing/2014/main" id="{786EA6FB-8B0B-3771-7490-EB6AF505CE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803" y="8225965"/>
            <a:ext cx="3421663" cy="4529253"/>
          </a:xfrm>
          <a:prstGeom prst="rect">
            <a:avLst/>
          </a:prstGeom>
        </p:spPr>
      </p:pic>
      <p:pic>
        <p:nvPicPr>
          <p:cNvPr id="9" name="Graphic 8" descr="Blueprint outline">
            <a:extLst>
              <a:ext uri="{FF2B5EF4-FFF2-40B4-BE49-F238E27FC236}">
                <a16:creationId xmlns:a16="http://schemas.microsoft.com/office/drawing/2014/main" id="{9D8A70F9-E648-883B-52A7-7851A5FDE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279913" y="8925339"/>
            <a:ext cx="2623930" cy="2623930"/>
          </a:xfrm>
          <a:prstGeom prst="rect">
            <a:avLst/>
          </a:prstGeom>
        </p:spPr>
      </p:pic>
      <p:pic>
        <p:nvPicPr>
          <p:cNvPr id="11" name="Graphic 10" descr="Cube with solid fill">
            <a:extLst>
              <a:ext uri="{FF2B5EF4-FFF2-40B4-BE49-F238E27FC236}">
                <a16:creationId xmlns:a16="http://schemas.microsoft.com/office/drawing/2014/main" id="{EF6F919D-AD63-110A-8B5D-E12C5B1AB63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74155" y="9474232"/>
            <a:ext cx="1595391" cy="1595391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3559F20-7B6A-6EA6-4EEC-FA93AA16492F}"/>
              </a:ext>
            </a:extLst>
          </p:cNvPr>
          <p:cNvCxnSpPr>
            <a:stCxn id="9" idx="3"/>
            <a:endCxn id="11" idx="1"/>
          </p:cNvCxnSpPr>
          <p:nvPr/>
        </p:nvCxnSpPr>
        <p:spPr>
          <a:xfrm>
            <a:off x="5903843" y="10237304"/>
            <a:ext cx="2670312" cy="34624"/>
          </a:xfrm>
          <a:prstGeom prst="straightConnector1">
            <a:avLst/>
          </a:prstGeom>
          <a:noFill/>
          <a:ln w="76200" cap="flat">
            <a:solidFill>
              <a:srgbClr val="000000"/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169643321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24C6B-E6C4-DE17-002A-C835140CB1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B748A-71C3-FF68-178F-77367D05DB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Key points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BC1864-6CFD-EF01-1276-F09EB2C0B6B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3279913" y="4353341"/>
            <a:ext cx="4220814" cy="2981738"/>
          </a:xfrm>
        </p:spPr>
        <p:txBody>
          <a:bodyPr>
            <a:normAutofit/>
          </a:bodyPr>
          <a:lstStyle/>
          <a:p>
            <a:r>
              <a:rPr lang="en-US" sz="3000" dirty="0"/>
              <a:t>Inheritance: OOP allows classes to inherit commonly used state and behavior from other classes.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DDD8583A-1B62-7521-E22D-CD455EB48597}"/>
              </a:ext>
            </a:extLst>
          </p:cNvPr>
          <p:cNvSpPr txBox="1">
            <a:spLocks/>
          </p:cNvSpPr>
          <p:nvPr/>
        </p:nvSpPr>
        <p:spPr>
          <a:xfrm>
            <a:off x="9024729" y="4353339"/>
            <a:ext cx="5506279" cy="38166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000" dirty="0"/>
              <a:t>Polymorphism: This concept enable </a:t>
            </a:r>
            <a:r>
              <a:rPr lang="en-US" sz="3200" dirty="0"/>
              <a:t>an object to has a variety of forms depending on the situation and provide flexibility for an application based on the needs</a:t>
            </a:r>
            <a:endParaRPr lang="en-US" sz="3000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727B16E0-D717-8CAE-F223-50C67E1ED681}"/>
              </a:ext>
            </a:extLst>
          </p:cNvPr>
          <p:cNvSpPr txBox="1">
            <a:spLocks/>
          </p:cNvSpPr>
          <p:nvPr/>
        </p:nvSpPr>
        <p:spPr>
          <a:xfrm>
            <a:off x="16055010" y="4353339"/>
            <a:ext cx="6745356" cy="1709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>
            <a:lvl1pPr marL="266700" marR="0" indent="-2667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1pPr>
            <a:lvl2pPr marL="890588" marR="0" indent="-280988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2pPr>
            <a:lvl3pPr marL="1470025" marR="0" indent="-250825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3pPr>
            <a:lvl4pPr marL="2138363" marR="0" indent="-309563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4pPr>
            <a:lvl5pPr marL="2717800" marR="0" indent="-279400" algn="l" defTabSz="2438338" rtl="0" eaLnBrk="1" latinLnBrk="0" hangingPunct="1">
              <a:lnSpc>
                <a:spcPct val="10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kumimoji="0" lang="en-US" sz="2600" b="0" i="0" u="none" strike="noStrike" cap="none" spc="0" normalizeH="0" baseline="0">
                <a:ln>
                  <a:noFill/>
                </a:ln>
                <a:solidFill>
                  <a:srgbClr val="212121"/>
                </a:solidFill>
                <a:effectLst/>
                <a:uFillTx/>
                <a:latin typeface="Open Sans Light"/>
                <a:ea typeface="Open Sans Light"/>
                <a:cs typeface="Open Sans Light"/>
                <a:sym typeface="Helvetica Neue"/>
              </a:defRPr>
            </a:lvl5pPr>
            <a:lvl6pPr marL="36576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6pPr>
            <a:lvl7pPr marL="42672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7pPr>
            <a:lvl8pPr marL="48768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8pPr>
            <a:lvl9pPr marL="5486400" marR="0" indent="-609600" algn="l" defTabSz="2438338" rtl="0" eaLnBrk="1" latinLnBrk="0" hangingPunct="1">
              <a:lnSpc>
                <a:spcPct val="90000"/>
              </a:lnSpc>
              <a:spcBef>
                <a:spcPts val="4500"/>
              </a:spcBef>
              <a:spcAft>
                <a:spcPts val="0"/>
              </a:spcAft>
              <a:buClrTx/>
              <a:buSzPct val="123000"/>
              <a:buFontTx/>
              <a:buChar char="•"/>
              <a:tabLst/>
              <a:defRPr sz="4800" b="0" i="0" u="none" strike="noStrike" cap="none" spc="0" baseline="0"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Helvetica Neue"/>
              </a:defRPr>
            </a:lvl9pPr>
          </a:lstStyle>
          <a:p>
            <a:r>
              <a:rPr lang="en-US" sz="3000" dirty="0"/>
              <a:t>Abstraction: OOP enables hiding the complex reality while exposing only the necessary parts.</a:t>
            </a:r>
          </a:p>
        </p:txBody>
      </p:sp>
      <p:pic>
        <p:nvPicPr>
          <p:cNvPr id="12" name="Picture 11" descr="A group of white dots on a black background&#10;&#10;Description automatically generated">
            <a:extLst>
              <a:ext uri="{FF2B5EF4-FFF2-40B4-BE49-F238E27FC236}">
                <a16:creationId xmlns:a16="http://schemas.microsoft.com/office/drawing/2014/main" id="{E62DC872-B773-7A43-AC6D-CEAFFA5876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7943" y="8514125"/>
            <a:ext cx="3871287" cy="3550018"/>
          </a:xfrm>
          <a:prstGeom prst="rect">
            <a:avLst/>
          </a:prstGeom>
        </p:spPr>
      </p:pic>
      <p:pic>
        <p:nvPicPr>
          <p:cNvPr id="14" name="Picture 13" descr="A group of white dots on a black background&#10;&#10;Description automatically generated">
            <a:extLst>
              <a:ext uri="{FF2B5EF4-FFF2-40B4-BE49-F238E27FC236}">
                <a16:creationId xmlns:a16="http://schemas.microsoft.com/office/drawing/2014/main" id="{07F2A9C5-764E-3BD5-2016-4BC10096FA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74115" y="8728877"/>
            <a:ext cx="4503708" cy="3115065"/>
          </a:xfrm>
          <a:prstGeom prst="rect">
            <a:avLst/>
          </a:prstGeom>
        </p:spPr>
      </p:pic>
      <p:pic>
        <p:nvPicPr>
          <p:cNvPr id="16" name="Picture 15" descr="A screen shot of a phone&#10;&#10;Description automatically generated">
            <a:extLst>
              <a:ext uri="{FF2B5EF4-FFF2-40B4-BE49-F238E27FC236}">
                <a16:creationId xmlns:a16="http://schemas.microsoft.com/office/drawing/2014/main" id="{F441A6E8-2687-8BCA-1989-06F5EF69A6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70557" y="6493046"/>
            <a:ext cx="3455500" cy="6591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017962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C7D68F-7D5A-E274-C971-B3162AF11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296F90-AA6F-C7E9-C73C-EFB1F32A5D5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Advantages of OOP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4399D5-B8E5-022D-A528-3270C3A68758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Allows the use of real-world modeling</a:t>
            </a:r>
          </a:p>
          <a:p>
            <a:r>
              <a:rPr lang="en-US" sz="4000" dirty="0"/>
              <a:t>Support the reuse of existing code</a:t>
            </a:r>
          </a:p>
          <a:p>
            <a:r>
              <a:rPr lang="en-US" sz="4000" dirty="0"/>
              <a:t>Provide flexibility in modifying existing applications</a:t>
            </a:r>
          </a:p>
          <a:p>
            <a:r>
              <a:rPr lang="en-US" sz="4000" dirty="0"/>
              <a:t>Assist with ease of maintenance of existing code</a:t>
            </a:r>
          </a:p>
          <a:p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265768506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95799-C88A-C3E0-5DDF-656C7F26C9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26C6F2-6E74-B794-ADAA-0A46A7C7B34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Defining class and object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21DB556-D35A-3683-9DDD-707EBD128DE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327903" y="4754461"/>
            <a:ext cx="14132913" cy="7089481"/>
          </a:xfrm>
        </p:spPr>
        <p:txBody>
          <a:bodyPr>
            <a:noAutofit/>
          </a:bodyPr>
          <a:lstStyle/>
          <a:p>
            <a:r>
              <a:rPr lang="en-US" sz="4000" dirty="0"/>
              <a:t>OOP involves programming using objects.</a:t>
            </a:r>
          </a:p>
          <a:p>
            <a:r>
              <a:rPr lang="en-US" sz="4000" dirty="0"/>
              <a:t>An Object represent an entity in the real world that can be distinctly identified.</a:t>
            </a:r>
          </a:p>
          <a:p>
            <a:pPr algn="just" eaLnBrk="1" hangingPunct="1"/>
            <a:r>
              <a:rPr lang="en-US" sz="4000" i="1" dirty="0"/>
              <a:t>Class </a:t>
            </a:r>
            <a:r>
              <a:rPr lang="en-US" sz="4000" dirty="0"/>
              <a:t>is a template of the object, which defines the properties of objects, and provides </a:t>
            </a:r>
            <a:r>
              <a:rPr lang="en-US" sz="4000" i="1" dirty="0"/>
              <a:t>constructors </a:t>
            </a:r>
            <a:r>
              <a:rPr lang="en-US" sz="4000" dirty="0"/>
              <a:t>to create </a:t>
            </a:r>
            <a:r>
              <a:rPr lang="en-US" sz="4000" i="1" dirty="0"/>
              <a:t>objects </a:t>
            </a:r>
            <a:r>
              <a:rPr lang="en-US" sz="4000" dirty="0"/>
              <a:t>and</a:t>
            </a:r>
            <a:r>
              <a:rPr lang="en-US" sz="4000" i="1" dirty="0"/>
              <a:t> methods </a:t>
            </a:r>
            <a:r>
              <a:rPr lang="en-US" sz="4000" dirty="0"/>
              <a:t>to</a:t>
            </a:r>
            <a:r>
              <a:rPr lang="en-US" sz="4000" i="1" dirty="0"/>
              <a:t> </a:t>
            </a:r>
            <a:r>
              <a:rPr lang="en-US" sz="4000" dirty="0"/>
              <a:t>manipulate objects.</a:t>
            </a:r>
          </a:p>
          <a:p>
            <a:pPr algn="just" eaLnBrk="1" hangingPunct="1"/>
            <a:r>
              <a:rPr lang="en-US" sz="4000" dirty="0"/>
              <a:t>A </a:t>
            </a:r>
            <a:r>
              <a:rPr lang="en-US" sz="4000" i="1" dirty="0"/>
              <a:t>class</a:t>
            </a:r>
            <a:r>
              <a:rPr lang="en-US" sz="4000" dirty="0"/>
              <a:t> is also a type of data, can be used to express the object referenced by the variables.</a:t>
            </a:r>
          </a:p>
          <a:p>
            <a:endParaRPr lang="en-ID" sz="4000" dirty="0"/>
          </a:p>
        </p:txBody>
      </p:sp>
    </p:spTree>
    <p:extLst>
      <p:ext uri="{BB962C8B-B14F-4D97-AF65-F5344CB8AC3E}">
        <p14:creationId xmlns:p14="http://schemas.microsoft.com/office/powerpoint/2010/main" val="2184732982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A3D7B7-1B04-FAB9-5F44-6177DE5896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D57C01-CD0E-4353-DD07-00FC11F8DF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Defining class and object</a:t>
            </a:r>
            <a:endParaRPr lang="en-ID" dirty="0"/>
          </a:p>
          <a:p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E48F4-5769-1C09-E1A2-827502181790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564824" y="3581708"/>
            <a:ext cx="14715569" cy="9604665"/>
          </a:xfrm>
        </p:spPr>
        <p:txBody>
          <a:bodyPr lIns="50800" tIns="50800" rIns="50800" bIns="50800" anchor="t">
            <a:noAutofit/>
          </a:bodyPr>
          <a:lstStyle/>
          <a:p>
            <a:r>
              <a:rPr lang="en-US" sz="3000" dirty="0"/>
              <a:t>An object of the class have:</a:t>
            </a:r>
          </a:p>
          <a:p>
            <a:pPr marL="890270" lvl="1" indent="-280670"/>
            <a:r>
              <a:rPr lang="en-US" sz="3000" dirty="0"/>
              <a:t>Unique identity</a:t>
            </a:r>
          </a:p>
          <a:p>
            <a:pPr marL="890270" lvl="1" indent="-280670"/>
            <a:r>
              <a:rPr lang="en-US" sz="3000" dirty="0"/>
              <a:t>State – data field, properties (variable that attached to each object). It also often called attributes of a class</a:t>
            </a:r>
          </a:p>
          <a:p>
            <a:pPr marL="890270" lvl="1" indent="-280670"/>
            <a:r>
              <a:rPr lang="en-US" sz="3000" dirty="0"/>
              <a:t>Behavior – one or a set of method or function</a:t>
            </a:r>
          </a:p>
          <a:p>
            <a:r>
              <a:rPr lang="en-US" sz="3000" dirty="0"/>
              <a:t>Example: A circle has a data field, the radius, which is a characteristic of the properties of the circle.</a:t>
            </a:r>
          </a:p>
          <a:p>
            <a:pPr eaLnBrk="1" hangingPunct="1"/>
            <a:r>
              <a:rPr lang="en-US" sz="3000" dirty="0"/>
              <a:t>Use the </a:t>
            </a:r>
            <a:r>
              <a:rPr lang="en-US" sz="3000" b="1" dirty="0">
                <a:solidFill>
                  <a:srgbClr val="FF0000"/>
                </a:solidFill>
              </a:rPr>
              <a:t>new</a:t>
            </a:r>
            <a:r>
              <a:rPr lang="en-US" sz="3000" dirty="0"/>
              <a:t> operator to create objects and operator dot (.) To access the member object:</a:t>
            </a:r>
          </a:p>
          <a:p>
            <a:pPr marL="0" indent="0" eaLnBrk="1" hangingPunct="1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Circle obj = </a:t>
            </a:r>
            <a:r>
              <a:rPr lang="en-US" sz="2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Circle();</a:t>
            </a:r>
          </a:p>
          <a:p>
            <a:pPr marL="0" indent="0" eaLnBrk="1" hangingPunct="1">
              <a:buNone/>
            </a:pPr>
            <a:r>
              <a:rPr lang="en-US" sz="2800" dirty="0" err="1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System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.out.println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(“</a:t>
            </a:r>
            <a:r>
              <a:rPr lang="en-US" sz="2800" dirty="0">
                <a:solidFill>
                  <a:schemeClr val="folHlink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area radius of the circle is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” + </a:t>
            </a:r>
            <a:r>
              <a:rPr lang="en-US" sz="2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obj.getArea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());</a:t>
            </a:r>
            <a:endParaRPr lang="en-ID" sz="2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938794D-8B10-FC35-C597-B4633D06C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572025" y="5107884"/>
            <a:ext cx="3890409" cy="495051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en-US" sz="3000" b="1" dirty="0">
                <a:solidFill>
                  <a:schemeClr val="bg2">
                    <a:lumMod val="10000"/>
                  </a:schemeClr>
                </a:solidFill>
              </a:rPr>
              <a:t>Class :</a:t>
            </a: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Circle</a:t>
            </a:r>
          </a:p>
          <a:p>
            <a:endParaRPr lang="en-US" sz="3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3000" b="1" dirty="0">
                <a:solidFill>
                  <a:schemeClr val="bg2">
                    <a:lumMod val="10000"/>
                  </a:schemeClr>
                </a:solidFill>
              </a:rPr>
              <a:t>Data Fields :</a:t>
            </a:r>
          </a:p>
          <a:p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   int Radius</a:t>
            </a:r>
          </a:p>
          <a:p>
            <a:endParaRPr lang="en-US" sz="3000" dirty="0">
              <a:solidFill>
                <a:schemeClr val="bg2">
                  <a:lumMod val="10000"/>
                </a:schemeClr>
              </a:solidFill>
            </a:endParaRPr>
          </a:p>
          <a:p>
            <a:r>
              <a:rPr lang="en-US" sz="3000" b="1" dirty="0">
                <a:solidFill>
                  <a:schemeClr val="bg2">
                    <a:lumMod val="10000"/>
                  </a:schemeClr>
                </a:solidFill>
              </a:rPr>
              <a:t>Methods :</a:t>
            </a:r>
          </a:p>
          <a:p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     </a:t>
            </a:r>
            <a:r>
              <a:rPr lang="en-US" sz="3000" dirty="0" err="1">
                <a:solidFill>
                  <a:schemeClr val="bg2">
                    <a:lumMod val="10000"/>
                  </a:schemeClr>
                </a:solidFill>
              </a:rPr>
              <a:t>getArea</a:t>
            </a:r>
            <a:r>
              <a:rPr lang="en-US" sz="3000" dirty="0">
                <a:solidFill>
                  <a:schemeClr val="bg2">
                    <a:lumMod val="10000"/>
                  </a:schemeClr>
                </a:solidFill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3942114241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1C770-A7A0-5DF4-8403-291ABEE14E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D6DEFF-D6FC-6552-0B15-6ED3B280DB2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Constructors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36A718-C531-FC42-0DB3-5B055A1C9A8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1280" y="3382585"/>
            <a:ext cx="20064940" cy="7085617"/>
          </a:xfrm>
        </p:spPr>
        <p:txBody>
          <a:bodyPr>
            <a:noAutofit/>
          </a:bodyPr>
          <a:lstStyle/>
          <a:p>
            <a:r>
              <a:rPr lang="en-US" sz="2500" dirty="0"/>
              <a:t>Constructors are a special kind of method. They have three peculiarities: </a:t>
            </a:r>
          </a:p>
          <a:p>
            <a:pPr lvl="1"/>
            <a:r>
              <a:rPr lang="en-US" sz="2500" dirty="0"/>
              <a:t>A constructor must have the same name as the class itself</a:t>
            </a:r>
          </a:p>
          <a:p>
            <a:pPr lvl="1"/>
            <a:r>
              <a:rPr lang="en-US" sz="2500" dirty="0"/>
              <a:t>Constructors do not have a return type – not even void</a:t>
            </a:r>
          </a:p>
          <a:p>
            <a:pPr lvl="1"/>
            <a:r>
              <a:rPr lang="en-US" sz="2500" dirty="0"/>
              <a:t>Constructors are invoked using the new operator</a:t>
            </a:r>
          </a:p>
          <a:p>
            <a:pPr lvl="1"/>
            <a:endParaRPr lang="en-US" sz="2500" dirty="0"/>
          </a:p>
          <a:p>
            <a:pPr marL="609600" lvl="1" indent="0" algn="ctr">
              <a:buNone/>
            </a:pP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Circle obj = </a:t>
            </a:r>
            <a:r>
              <a:rPr lang="en-US" sz="25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500" dirty="0">
                <a:latin typeface="Courier New" panose="02070309020205020404" pitchFamily="49" charset="0"/>
                <a:cs typeface="Courier New" panose="02070309020205020404" pitchFamily="49" charset="0"/>
              </a:rPr>
              <a:t> Circle();</a:t>
            </a:r>
          </a:p>
          <a:p>
            <a:pPr marL="609600" lvl="1" indent="0" algn="ctr">
              <a:buNone/>
            </a:pPr>
            <a:endParaRPr lang="en-US" sz="2500" dirty="0"/>
          </a:p>
          <a:p>
            <a:r>
              <a:rPr lang="en-ID" sz="2500" dirty="0"/>
              <a:t>Because constructor is a method/  function, therefore we also can pass value. For example, if we want to initiate an attribute of square side with value of 5:</a:t>
            </a:r>
          </a:p>
          <a:p>
            <a:pPr marL="0" indent="0" algn="ctr">
              <a:buNone/>
            </a:pP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Square sq = </a:t>
            </a:r>
            <a:r>
              <a:rPr lang="en-US" sz="2800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new</a:t>
            </a:r>
            <a:r>
              <a:rPr lang="en-US" sz="2800" dirty="0">
                <a:latin typeface="Courier New" panose="02070309020205020404" pitchFamily="49" charset="0"/>
                <a:cs typeface="Courier New" panose="02070309020205020404" pitchFamily="49" charset="0"/>
              </a:rPr>
              <a:t> Square(5);</a:t>
            </a:r>
          </a:p>
          <a:p>
            <a:pPr marL="0" indent="0" algn="ctr">
              <a:buNone/>
            </a:pPr>
            <a:endParaRPr lang="en-US" sz="2500" dirty="0"/>
          </a:p>
          <a:p>
            <a:endParaRPr lang="en-ID" sz="2500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27B323E-572C-2C1E-D9AB-82111D505451}"/>
              </a:ext>
            </a:extLst>
          </p:cNvPr>
          <p:cNvGrpSpPr/>
          <p:nvPr/>
        </p:nvGrpSpPr>
        <p:grpSpPr>
          <a:xfrm>
            <a:off x="7392412" y="8408849"/>
            <a:ext cx="3838680" cy="787320"/>
            <a:chOff x="7392412" y="8408849"/>
            <a:chExt cx="3838680" cy="78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5ED18DA-DB78-1300-4C52-223ABEDC847B}"/>
                    </a:ext>
                  </a:extLst>
                </p14:cNvPr>
                <p14:cNvContentPartPr/>
                <p14:nvPr/>
              </p14:nvContentPartPr>
              <p14:xfrm>
                <a:off x="10304812" y="8575889"/>
                <a:ext cx="926280" cy="17208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5ED18DA-DB78-1300-4C52-223ABEDC847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98692" y="8569769"/>
                  <a:ext cx="938520" cy="18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C61523F-55B8-DB33-3A8B-2CDF2CA2D9D4}"/>
                    </a:ext>
                  </a:extLst>
                </p14:cNvPr>
                <p14:cNvContentPartPr/>
                <p14:nvPr/>
              </p14:nvContentPartPr>
              <p14:xfrm>
                <a:off x="7392412" y="8408849"/>
                <a:ext cx="3421440" cy="7873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C61523F-55B8-DB33-3A8B-2CDF2CA2D9D4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7386292" y="8402729"/>
                  <a:ext cx="3433680" cy="799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7B9B021-77F8-D90C-1BDD-AE1094D871BC}"/>
                  </a:ext>
                </a:extLst>
              </p14:cNvPr>
              <p14:cNvContentPartPr/>
              <p14:nvPr/>
            </p14:nvContentPartPr>
            <p14:xfrm>
              <a:off x="11469412" y="8009609"/>
              <a:ext cx="664200" cy="12024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7B9B021-77F8-D90C-1BDD-AE1094D871B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1463292" y="8003489"/>
                <a:ext cx="676440" cy="13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E15C7993-E2EF-DBA8-D1B7-9BF225E45798}"/>
                  </a:ext>
                </a:extLst>
              </p14:cNvPr>
              <p14:cNvContentPartPr/>
              <p14:nvPr/>
            </p14:nvContentPartPr>
            <p14:xfrm>
              <a:off x="9926452" y="7059929"/>
              <a:ext cx="1821960" cy="9111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E15C7993-E2EF-DBA8-D1B7-9BF225E4579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920332" y="7053809"/>
                <a:ext cx="1834200" cy="92340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342ACF5D-6049-C4F7-A7A8-A005AE93EB05}"/>
              </a:ext>
            </a:extLst>
          </p:cNvPr>
          <p:cNvGrpSpPr/>
          <p:nvPr/>
        </p:nvGrpSpPr>
        <p:grpSpPr>
          <a:xfrm>
            <a:off x="13756132" y="8646809"/>
            <a:ext cx="2737800" cy="680400"/>
            <a:chOff x="13756132" y="8646809"/>
            <a:chExt cx="2737800" cy="680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AE77257-75A3-D904-2730-6580855E4F5B}"/>
                    </a:ext>
                  </a:extLst>
                </p14:cNvPr>
                <p14:cNvContentPartPr/>
                <p14:nvPr/>
              </p14:nvContentPartPr>
              <p14:xfrm>
                <a:off x="13756132" y="8646809"/>
                <a:ext cx="1566000" cy="824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AE77257-75A3-D904-2730-6580855E4F5B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750012" y="8640689"/>
                  <a:ext cx="157824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65ADD21-25BE-8B54-35F3-26BF9A73C4DF}"/>
                    </a:ext>
                  </a:extLst>
                </p14:cNvPr>
                <p14:cNvContentPartPr/>
                <p14:nvPr/>
              </p14:nvContentPartPr>
              <p14:xfrm>
                <a:off x="14630572" y="8666969"/>
                <a:ext cx="1863360" cy="66024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65ADD21-25BE-8B54-35F3-26BF9A73C4D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4624452" y="8660849"/>
                  <a:ext cx="1875600" cy="6724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50C9B44F-7911-FAC3-1A2E-74C472C6F1E2}"/>
              </a:ext>
            </a:extLst>
          </p:cNvPr>
          <p:cNvSpPr txBox="1"/>
          <p:nvPr/>
        </p:nvSpPr>
        <p:spPr>
          <a:xfrm>
            <a:off x="6203213" y="8298845"/>
            <a:ext cx="793487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class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88D661F-C98D-C506-D1C5-D4CC8962FC64}"/>
              </a:ext>
            </a:extLst>
          </p:cNvPr>
          <p:cNvSpPr txBox="1"/>
          <p:nvPr/>
        </p:nvSpPr>
        <p:spPr>
          <a:xfrm>
            <a:off x="8683627" y="6858000"/>
            <a:ext cx="984245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dirty="0"/>
              <a:t>object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028362A-91A7-3132-33AA-79361AFFF052}"/>
              </a:ext>
            </a:extLst>
          </p:cNvPr>
          <p:cNvSpPr txBox="1"/>
          <p:nvPr/>
        </p:nvSpPr>
        <p:spPr>
          <a:xfrm>
            <a:off x="15708793" y="8452412"/>
            <a:ext cx="5661806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Constructor with no parameter passed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F77D37C-8015-5B75-28A6-C5C90D222F5C}"/>
                  </a:ext>
                </a:extLst>
              </p14:cNvPr>
              <p14:cNvContentPartPr/>
              <p14:nvPr/>
            </p14:nvContentPartPr>
            <p14:xfrm>
              <a:off x="13178692" y="11869546"/>
              <a:ext cx="1360440" cy="3276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F77D37C-8015-5B75-28A6-C5C90D222F5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172572" y="11863426"/>
                <a:ext cx="1372680" cy="4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D06AFFE-F31F-A1B9-2209-196AB26423B0}"/>
                  </a:ext>
                </a:extLst>
              </p14:cNvPr>
              <p14:cNvContentPartPr/>
              <p14:nvPr/>
            </p14:nvContentPartPr>
            <p14:xfrm>
              <a:off x="13756132" y="11265562"/>
              <a:ext cx="2577960" cy="8744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D06AFFE-F31F-A1B9-2209-196AB26423B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3750012" y="11259442"/>
                <a:ext cx="2590200" cy="886680"/>
              </a:xfrm>
              <a:prstGeom prst="rect">
                <a:avLst/>
              </a:prstGeom>
            </p:spPr>
          </p:pic>
        </mc:Fallback>
      </mc:AlternateContent>
      <p:sp>
        <p:nvSpPr>
          <p:cNvPr id="35" name="TextBox 34">
            <a:extLst>
              <a:ext uri="{FF2B5EF4-FFF2-40B4-BE49-F238E27FC236}">
                <a16:creationId xmlns:a16="http://schemas.microsoft.com/office/drawing/2014/main" id="{6ED877F0-8E6E-A529-251E-0A0C61610DAC}"/>
              </a:ext>
            </a:extLst>
          </p:cNvPr>
          <p:cNvSpPr txBox="1"/>
          <p:nvPr/>
        </p:nvSpPr>
        <p:spPr>
          <a:xfrm>
            <a:off x="15906633" y="10768211"/>
            <a:ext cx="5834931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Constructor with one parameter passed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88357230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7D7A73-9476-E839-9C9A-5D39EC0C93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52CD47-C031-A302-4337-D8A3D607205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Method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0D16B-B554-0879-3424-BE80D11886C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876558" y="3698578"/>
            <a:ext cx="11365439" cy="8755598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US" dirty="0"/>
              <a:t>Ability of objects. In a programming language commonly known as a function / procedure. Typical syntax of method: </a:t>
            </a:r>
          </a:p>
          <a:p>
            <a:pPr marL="0" indent="0" algn="ctr">
              <a:buNone/>
            </a:pPr>
            <a:r>
              <a:rPr lang="en-US" sz="2500" dirty="0">
                <a:latin typeface="Courier New"/>
              </a:rPr>
              <a:t>[access modifier] [static keyword][abstract keyword] [return type] </a:t>
            </a:r>
            <a:r>
              <a:rPr lang="en-US" sz="2500" err="1">
                <a:latin typeface="Courier New"/>
              </a:rPr>
              <a:t>methodName</a:t>
            </a:r>
            <a:r>
              <a:rPr lang="en-US" sz="2500" dirty="0">
                <a:latin typeface="Courier New"/>
              </a:rPr>
              <a:t>([parameters])</a:t>
            </a:r>
          </a:p>
          <a:p>
            <a:r>
              <a:rPr lang="en-ID" dirty="0" err="1"/>
              <a:t>Exampleof</a:t>
            </a:r>
            <a:r>
              <a:rPr lang="en-ID" dirty="0"/>
              <a:t> method can be seen on the right (Vehicle Class)</a:t>
            </a:r>
          </a:p>
          <a:p>
            <a:r>
              <a:rPr lang="en-GB" dirty="0">
                <a:latin typeface="Arial"/>
                <a:cs typeface="Arial"/>
              </a:rPr>
              <a:t>On the right is a class named Vehicle, with 4 attributes: </a:t>
            </a:r>
            <a:r>
              <a:rPr lang="en-GB" dirty="0" err="1">
                <a:latin typeface="Arial"/>
                <a:cs typeface="Arial"/>
              </a:rPr>
              <a:t>numTire</a:t>
            </a:r>
            <a:r>
              <a:rPr lang="en-GB" dirty="0">
                <a:latin typeface="Arial"/>
                <a:cs typeface="Arial"/>
              </a:rPr>
              <a:t>, brand, </a:t>
            </a:r>
            <a:r>
              <a:rPr lang="en-GB" dirty="0" err="1">
                <a:latin typeface="Arial"/>
                <a:cs typeface="Arial"/>
              </a:rPr>
              <a:t>vType</a:t>
            </a:r>
            <a:r>
              <a:rPr lang="en-GB" dirty="0">
                <a:latin typeface="Arial"/>
                <a:cs typeface="Arial"/>
              </a:rPr>
              <a:t>, </a:t>
            </a:r>
            <a:r>
              <a:rPr lang="en-GB" dirty="0" err="1">
                <a:latin typeface="Arial"/>
                <a:cs typeface="Arial"/>
              </a:rPr>
              <a:t>isStarted</a:t>
            </a:r>
            <a:endParaRPr lang="en-GB" dirty="0"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It has constructor with 3 parameters passed. </a:t>
            </a:r>
            <a:endParaRPr lang="en-US" dirty="0">
              <a:latin typeface="Arial"/>
              <a:cs typeface="Arial"/>
            </a:endParaRPr>
          </a:p>
          <a:p>
            <a:r>
              <a:rPr lang="en-GB" b="1" dirty="0">
                <a:latin typeface="Arial"/>
                <a:cs typeface="Arial"/>
              </a:rPr>
              <a:t>Inside it, there are 2 void method, named </a:t>
            </a:r>
            <a:r>
              <a:rPr lang="en-GB" b="1" err="1">
                <a:latin typeface="Arial"/>
                <a:cs typeface="Arial"/>
              </a:rPr>
              <a:t>engineStart</a:t>
            </a:r>
            <a:r>
              <a:rPr lang="en-GB" b="1" dirty="0">
                <a:latin typeface="Arial"/>
                <a:cs typeface="Arial"/>
              </a:rPr>
              <a:t> and move</a:t>
            </a:r>
            <a:r>
              <a:rPr lang="en-GB" dirty="0">
                <a:latin typeface="Arial"/>
                <a:cs typeface="Arial"/>
              </a:rPr>
              <a:t>. </a:t>
            </a:r>
            <a:endParaRPr lang="en-US" dirty="0">
              <a:latin typeface="Arial"/>
              <a:cs typeface="Arial"/>
            </a:endParaRPr>
          </a:p>
          <a:p>
            <a:r>
              <a:rPr lang="en-GB" dirty="0">
                <a:latin typeface="Arial"/>
                <a:cs typeface="Arial"/>
              </a:rPr>
              <a:t>Void method is a method that doesn’t return any value.</a:t>
            </a:r>
            <a:endParaRPr lang="en-US" dirty="0">
              <a:latin typeface="Arial"/>
              <a:cs typeface="Arial"/>
            </a:endParaRPr>
          </a:p>
          <a:p>
            <a:endParaRPr lang="en-GB" dirty="0">
              <a:latin typeface="Arial"/>
              <a:cs typeface="Arial"/>
            </a:endParaRPr>
          </a:p>
          <a:p>
            <a:endParaRPr lang="en-ID" dirty="0"/>
          </a:p>
          <a:p>
            <a:pPr marL="0" indent="0" algn="ctr">
              <a:buNone/>
            </a:pPr>
            <a:endParaRPr lang="en-ID" dirty="0"/>
          </a:p>
          <a:p>
            <a:endParaRPr lang="en-ID"/>
          </a:p>
        </p:txBody>
      </p:sp>
      <p:pic>
        <p:nvPicPr>
          <p:cNvPr id="7" name="Picture 6" descr="A computer code with text&#10;&#10;Description automatically generated">
            <a:extLst>
              <a:ext uri="{FF2B5EF4-FFF2-40B4-BE49-F238E27FC236}">
                <a16:creationId xmlns:a16="http://schemas.microsoft.com/office/drawing/2014/main" id="{3452DAE8-7BDE-C81C-7CF7-6ED7B5E520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9687" y="3207559"/>
            <a:ext cx="9243414" cy="8915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616448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3503-9E8B-A96A-8858-EC677B9E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CEE04-59E6-38FF-996D-62DB9CC99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Changing object value from method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412F-3B8C-9D34-B320-6E2DB52BE5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5512" y="4055111"/>
            <a:ext cx="8444440" cy="7739597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GB" dirty="0"/>
              <a:t>Class is treated as data type in OOP supported programming language. </a:t>
            </a:r>
          </a:p>
          <a:p>
            <a:r>
              <a:rPr lang="en-GB" dirty="0"/>
              <a:t>Therefore, you can pass object as parameters or return object.</a:t>
            </a:r>
          </a:p>
          <a:p>
            <a:r>
              <a:rPr lang="en-GB" dirty="0"/>
              <a:t>When object is passed, you can change the value of its attributes/variables, same as pass by reference. </a:t>
            </a:r>
          </a:p>
          <a:p>
            <a:r>
              <a:rPr lang="en-GB" dirty="0"/>
              <a:t>Example, we have a square class. This square class have an attributes of side, area, and circumferences</a:t>
            </a:r>
          </a:p>
          <a:p>
            <a:r>
              <a:rPr lang="en-GB" dirty="0"/>
              <a:t>We will initiate this class from the main class.</a:t>
            </a:r>
          </a:p>
          <a:p>
            <a:pPr marL="0" indent="0">
              <a:buNone/>
            </a:pPr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45A868F-B2B9-0921-6A80-705695094C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3413" y="4055111"/>
            <a:ext cx="7057696" cy="64898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0821483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3503-9E8B-A96A-8858-EC677B9E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CEE04-59E6-38FF-996D-62DB9CC99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Changing object value from method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412F-3B8C-9D34-B320-6E2DB52BE5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5512" y="4055111"/>
            <a:ext cx="8444440" cy="7739597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GB" dirty="0"/>
              <a:t>This is the main class named Console1. Here, we will initiate the object from Square class. </a:t>
            </a:r>
          </a:p>
          <a:p>
            <a:r>
              <a:rPr lang="en-GB" dirty="0"/>
              <a:t>Initially square class will have a side of 4, therefore, the value of side, area and circumference will be 4, 16, and 16 respectively.</a:t>
            </a:r>
          </a:p>
          <a:p>
            <a:r>
              <a:rPr lang="en-GB" dirty="0"/>
              <a:t>However, we want to change the value of s, all of its (side, area, and circumference). You don’t need to create a function that return a new Square object. </a:t>
            </a:r>
          </a:p>
          <a:p>
            <a:r>
              <a:rPr lang="en-GB" dirty="0"/>
              <a:t>Instead, pass the square object to a method and change the value. Example output: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94EAD36-873B-F6DB-6A39-F7AD53262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2233" y="3246229"/>
            <a:ext cx="8444440" cy="878318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D7C00592-978B-0DA0-88EB-3289D1177A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821" y="9955574"/>
            <a:ext cx="5453740" cy="2687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81253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3503-9E8B-A96A-8858-EC677B9E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CEE04-59E6-38FF-996D-62DB9CC99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Changing object value from method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412F-3B8C-9D34-B320-6E2DB52BE5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5512" y="4055111"/>
            <a:ext cx="8444440" cy="7739597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GB" dirty="0"/>
              <a:t>Other case: </a:t>
            </a:r>
          </a:p>
          <a:p>
            <a:r>
              <a:rPr lang="en-GB" dirty="0"/>
              <a:t>Here, we have a house and an owner. </a:t>
            </a:r>
          </a:p>
          <a:p>
            <a:r>
              <a:rPr lang="en-GB" dirty="0"/>
              <a:t>One house will have one owner. One owner will also have one house. (we will limit to this restriction for convenience). </a:t>
            </a:r>
          </a:p>
          <a:p>
            <a:r>
              <a:rPr lang="en-GB" dirty="0"/>
              <a:t>House will have properties such as: </a:t>
            </a:r>
          </a:p>
          <a:p>
            <a:pPr lvl="1"/>
            <a:r>
              <a:rPr lang="en-GB" dirty="0"/>
              <a:t>House area, Land area, Number of floor, and its Owner</a:t>
            </a:r>
          </a:p>
          <a:p>
            <a:r>
              <a:rPr lang="en-GB" dirty="0"/>
              <a:t> Owner will have properties such as : </a:t>
            </a:r>
          </a:p>
          <a:p>
            <a:pPr lvl="1"/>
            <a:r>
              <a:rPr lang="en-GB" dirty="0"/>
              <a:t>Name, Domicile, and 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8F40C-E924-AE43-AA10-72C67AF7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237" y="2821501"/>
            <a:ext cx="7604145" cy="5185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D63850-2B39-FE7D-DCE9-FD82ADE6F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782" y="8286867"/>
            <a:ext cx="7789600" cy="467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124921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3503-9E8B-A96A-8858-EC677B9E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CEE04-59E6-38FF-996D-62DB9CC99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Changing object value from method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412F-3B8C-9D34-B320-6E2DB52BE5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5512" y="4055111"/>
            <a:ext cx="8444440" cy="7739597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GB" dirty="0"/>
              <a:t>Other case: </a:t>
            </a:r>
          </a:p>
          <a:p>
            <a:r>
              <a:rPr lang="en-GB" dirty="0"/>
              <a:t>Here, we have a house and an owner. </a:t>
            </a:r>
          </a:p>
          <a:p>
            <a:r>
              <a:rPr lang="en-GB" dirty="0"/>
              <a:t>One house will have one owner. One owner will also have one house. (we will limit to this restriction for convenience). </a:t>
            </a:r>
          </a:p>
          <a:p>
            <a:r>
              <a:rPr lang="en-GB" dirty="0"/>
              <a:t>House will have properties such as: </a:t>
            </a:r>
          </a:p>
          <a:p>
            <a:pPr lvl="1"/>
            <a:r>
              <a:rPr lang="en-GB" dirty="0"/>
              <a:t>House area, Land area, Number of floor, and its Owner</a:t>
            </a:r>
          </a:p>
          <a:p>
            <a:r>
              <a:rPr lang="en-GB" dirty="0"/>
              <a:t> Owner will have properties such as : </a:t>
            </a:r>
          </a:p>
          <a:p>
            <a:pPr lvl="1"/>
            <a:r>
              <a:rPr lang="en-GB" dirty="0"/>
              <a:t>Name, Domicile, and ID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3F8F40C-E924-AE43-AA10-72C67AF7F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5237" y="2821501"/>
            <a:ext cx="7604145" cy="518523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D63850-2B39-FE7D-DCE9-FD82ADE6F6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54782" y="8286867"/>
            <a:ext cx="7789600" cy="4673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250461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3503-9E8B-A96A-8858-EC677B9E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CEE04-59E6-38FF-996D-62DB9CC99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Changing object value from method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412F-3B8C-9D34-B320-6E2DB52BE5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5512" y="4055111"/>
            <a:ext cx="8444440" cy="7739597"/>
          </a:xfrm>
        </p:spPr>
        <p:txBody>
          <a:bodyPr lIns="50800" tIns="50800" rIns="50800" bIns="50800" anchor="t">
            <a:normAutofit lnSpcReduction="10000"/>
          </a:bodyPr>
          <a:lstStyle/>
          <a:p>
            <a:r>
              <a:rPr lang="en-GB" dirty="0"/>
              <a:t>Here is our main class named housing. The housing have 3 methods: </a:t>
            </a:r>
          </a:p>
          <a:p>
            <a:r>
              <a:rPr lang="en-GB" dirty="0" err="1"/>
              <a:t>showHouseDetail</a:t>
            </a:r>
            <a:r>
              <a:rPr lang="en-GB" dirty="0"/>
              <a:t> for showing information detail from house. The house object will be passed as parameters. This </a:t>
            </a:r>
            <a:r>
              <a:rPr lang="en-GB" dirty="0" err="1"/>
              <a:t>mehod</a:t>
            </a:r>
            <a:r>
              <a:rPr lang="en-GB" dirty="0"/>
              <a:t> also call </a:t>
            </a:r>
            <a:r>
              <a:rPr lang="en-GB" dirty="0" err="1"/>
              <a:t>showOwnerDetail</a:t>
            </a:r>
            <a:r>
              <a:rPr lang="en-GB" dirty="0"/>
              <a:t> to show detailed information from owner of the house.</a:t>
            </a:r>
          </a:p>
          <a:p>
            <a:r>
              <a:rPr lang="en-GB" dirty="0" err="1"/>
              <a:t>showOwnerDetail</a:t>
            </a:r>
            <a:r>
              <a:rPr lang="en-GB" dirty="0"/>
              <a:t> for showing detailed information from owner. </a:t>
            </a:r>
          </a:p>
          <a:p>
            <a:r>
              <a:rPr lang="en-GB" dirty="0" err="1"/>
              <a:t>changeOwnerInformation</a:t>
            </a:r>
            <a:r>
              <a:rPr lang="en-GB" dirty="0"/>
              <a:t>. This method accept object of owner. The method will change object attributes such as name and domicile. </a:t>
            </a:r>
          </a:p>
          <a:p>
            <a:r>
              <a:rPr lang="en-GB" dirty="0"/>
              <a:t>To show the attributes change, we will call the </a:t>
            </a:r>
            <a:r>
              <a:rPr lang="en-GB" dirty="0" err="1"/>
              <a:t>showHouseDetail</a:t>
            </a:r>
            <a:r>
              <a:rPr lang="en-GB" dirty="0"/>
              <a:t> again after changing the owner information</a:t>
            </a:r>
          </a:p>
          <a:p>
            <a:endParaRPr lang="en-GB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210060D-C8B3-2153-8A56-A040C70D2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9580" y="2463573"/>
            <a:ext cx="9235898" cy="10529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26448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C3503-9E8B-A96A-8858-EC677B9E09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CCEE04-59E6-38FF-996D-62DB9CC9986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US" dirty="0"/>
              <a:t>Changing object value from method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D36412F-3B8C-9D34-B320-6E2DB52BE5A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5512" y="4055111"/>
            <a:ext cx="8444440" cy="7739597"/>
          </a:xfrm>
        </p:spPr>
        <p:txBody>
          <a:bodyPr lIns="50800" tIns="50800" rIns="50800" bIns="50800" anchor="t">
            <a:normAutofit/>
          </a:bodyPr>
          <a:lstStyle/>
          <a:p>
            <a:r>
              <a:rPr lang="en-GB" dirty="0"/>
              <a:t>Notice how the owner information changed. </a:t>
            </a:r>
          </a:p>
          <a:p>
            <a:r>
              <a:rPr lang="en-GB" dirty="0"/>
              <a:t>Here, owner data was changed into “</a:t>
            </a:r>
            <a:r>
              <a:rPr lang="en-GB" dirty="0" err="1"/>
              <a:t>danang</a:t>
            </a:r>
            <a:r>
              <a:rPr lang="en-GB" dirty="0"/>
              <a:t>” and domicile “</a:t>
            </a:r>
            <a:r>
              <a:rPr lang="en-GB" dirty="0" err="1"/>
              <a:t>bali</a:t>
            </a:r>
            <a:r>
              <a:rPr lang="en-GB" dirty="0"/>
              <a:t>”</a:t>
            </a:r>
          </a:p>
          <a:p>
            <a:r>
              <a:rPr lang="en-GB" dirty="0"/>
              <a:t>Based on the previous code, we can see that the method doesn’t return anything. It is void. </a:t>
            </a:r>
          </a:p>
          <a:p>
            <a:r>
              <a:rPr lang="en-GB" dirty="0"/>
              <a:t>However, by changing the data from method, the owner that is being attached to house object also changed</a:t>
            </a:r>
          </a:p>
          <a:p>
            <a:r>
              <a:rPr lang="en-GB" dirty="0"/>
              <a:t>This is possible because owner in the </a:t>
            </a:r>
            <a:r>
              <a:rPr lang="en-GB" dirty="0" err="1"/>
              <a:t>changeOwnerInformation</a:t>
            </a:r>
            <a:r>
              <a:rPr lang="en-GB" dirty="0"/>
              <a:t>, owner in the h object, and also owner in the main program refer to the same memory address.</a:t>
            </a:r>
          </a:p>
          <a:p>
            <a:endParaRPr lang="en-GB" dirty="0"/>
          </a:p>
          <a:p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6227426-6E22-63BD-6361-5E508AE7C8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9659" y="2653375"/>
            <a:ext cx="5792776" cy="9925730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66EDF783-60AF-AC59-BEE6-6774249DAE80}"/>
                  </a:ext>
                </a:extLst>
              </p14:cNvPr>
              <p14:cNvContentPartPr/>
              <p14:nvPr/>
            </p14:nvContentPartPr>
            <p14:xfrm>
              <a:off x="15838732" y="2362649"/>
              <a:ext cx="6187680" cy="45518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66EDF783-60AF-AC59-BEE6-6774249DAE80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5832612" y="2356529"/>
                <a:ext cx="6199920" cy="45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7C8C9F2A-8E3E-3AAE-92BD-04B3636CEBBA}"/>
                  </a:ext>
                </a:extLst>
              </p14:cNvPr>
              <p14:cNvContentPartPr/>
              <p14:nvPr/>
            </p14:nvContentPartPr>
            <p14:xfrm>
              <a:off x="16300972" y="8567249"/>
              <a:ext cx="5288760" cy="4712760"/>
            </p14:xfrm>
          </p:contentPart>
        </mc:Choice>
        <mc:Fallback xmlns=""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7C8C9F2A-8E3E-3AAE-92BD-04B3636CEBBA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6294852" y="8561129"/>
                <a:ext cx="5301000" cy="47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C838BB7-3611-7C5F-43BB-3F8407134CA2}"/>
                  </a:ext>
                </a:extLst>
              </p14:cNvPr>
              <p14:cNvContentPartPr/>
              <p14:nvPr/>
            </p14:nvContentPartPr>
            <p14:xfrm>
              <a:off x="15103252" y="4019369"/>
              <a:ext cx="640080" cy="32868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C838BB7-3611-7C5F-43BB-3F8407134CA2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5097132" y="4013249"/>
                <a:ext cx="652320" cy="34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5A11FD3F-4123-000F-EF22-D64FC0BFA0F1}"/>
                  </a:ext>
                </a:extLst>
              </p14:cNvPr>
              <p14:cNvContentPartPr/>
              <p14:nvPr/>
            </p14:nvContentPartPr>
            <p14:xfrm>
              <a:off x="15610852" y="10360769"/>
              <a:ext cx="987840" cy="903600"/>
            </p14:xfrm>
          </p:contentPart>
        </mc:Choice>
        <mc:Fallback xmlns=""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5A11FD3F-4123-000F-EF22-D64FC0BFA0F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5604732" y="10354649"/>
                <a:ext cx="1000080" cy="915840"/>
              </a:xfrm>
              <a:prstGeom prst="rect">
                <a:avLst/>
              </a:prstGeom>
            </p:spPr>
          </p:pic>
        </mc:Fallback>
      </mc:AlternateContent>
      <p:sp>
        <p:nvSpPr>
          <p:cNvPr id="16" name="TextBox 15">
            <a:extLst>
              <a:ext uri="{FF2B5EF4-FFF2-40B4-BE49-F238E27FC236}">
                <a16:creationId xmlns:a16="http://schemas.microsoft.com/office/drawing/2014/main" id="{88AE7AE4-9858-A48D-DAE9-4BA0B8B2325A}"/>
              </a:ext>
            </a:extLst>
          </p:cNvPr>
          <p:cNvSpPr txBox="1"/>
          <p:nvPr/>
        </p:nvSpPr>
        <p:spPr>
          <a:xfrm>
            <a:off x="13571801" y="3940528"/>
            <a:ext cx="1234312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BEFORE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F3C92D-EE0E-8F2E-9FC4-94A66B34A16E}"/>
              </a:ext>
            </a:extLst>
          </p:cNvPr>
          <p:cNvSpPr txBox="1"/>
          <p:nvPr/>
        </p:nvSpPr>
        <p:spPr>
          <a:xfrm>
            <a:off x="13933509" y="10451705"/>
            <a:ext cx="989053" cy="4719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50800" tIns="50800" rIns="50800" bIns="50800" numCol="1" spcCol="38100" rtlCol="0" anchor="ctr">
            <a:spAutoFit/>
          </a:bodyPr>
          <a:lstStyle/>
          <a:p>
            <a:pPr marL="0" marR="0" indent="0" algn="ctr" defTabSz="2438338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spc="0" normalizeH="0" baseline="0" dirty="0">
                <a:ln>
                  <a:noFill/>
                </a:ln>
                <a:solidFill>
                  <a:srgbClr val="5E5E5E"/>
                </a:solidFill>
                <a:effectLst/>
                <a:uFillTx/>
                <a:latin typeface="+mn-lt"/>
                <a:ea typeface="+mn-ea"/>
                <a:cs typeface="+mn-cs"/>
                <a:sym typeface="Helvetica Neue"/>
              </a:rPr>
              <a:t>AFTER</a:t>
            </a:r>
            <a:endParaRPr kumimoji="0" lang="en-ID" sz="2400" b="0" i="0" u="none" strike="noStrike" cap="none" spc="0" normalizeH="0" baseline="0" dirty="0">
              <a:ln>
                <a:noFill/>
              </a:ln>
              <a:solidFill>
                <a:srgbClr val="5E5E5E"/>
              </a:solidFill>
              <a:effectLst/>
              <a:uFillTx/>
              <a:latin typeface="+mn-lt"/>
              <a:ea typeface="+mn-ea"/>
              <a:cs typeface="+mn-cs"/>
              <a:sym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166940965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250B2-EA48-2717-753D-EAB06EED0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A36AD-AF62-C3CC-675F-477E8AFC464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Method return value as object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B95A24-FE80-EF91-4CF2-3D31E78B25A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744170"/>
            <a:ext cx="19519806" cy="8719499"/>
          </a:xfrm>
        </p:spPr>
        <p:txBody>
          <a:bodyPr/>
          <a:lstStyle/>
          <a:p>
            <a:r>
              <a:rPr lang="en-US" dirty="0"/>
              <a:t>As previously mentioned, we are also able to return an object, a whole new object. </a:t>
            </a:r>
          </a:p>
          <a:p>
            <a:r>
              <a:rPr lang="en-US" dirty="0"/>
              <a:t>For example, we want to create a list of user. In an </a:t>
            </a:r>
            <a:r>
              <a:rPr lang="en-US" dirty="0" err="1"/>
              <a:t>arraylist</a:t>
            </a:r>
            <a:r>
              <a:rPr lang="en-US" dirty="0"/>
              <a:t>. For each user, it will have data such as Id, username, and name.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Next we will create a class main class. This main class will be able to insert and find user data. </a:t>
            </a:r>
          </a:p>
          <a:p>
            <a:endParaRPr lang="en-ID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65C4595-C1CC-72E0-E68B-FB4D481312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9104" y="6295988"/>
            <a:ext cx="6856352" cy="2987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072876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7B4EF-7FF1-7BF6-E0C1-AA9EBB5CE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56771-F058-0DC2-592D-B19E4792AB7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Method return value as object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CE963A-BC85-17A0-B75A-AA4537DDE5D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876846"/>
            <a:ext cx="6936866" cy="4522264"/>
          </a:xfrm>
        </p:spPr>
        <p:txBody>
          <a:bodyPr/>
          <a:lstStyle/>
          <a:p>
            <a:r>
              <a:rPr lang="en-US" dirty="0" err="1"/>
              <a:t>addUser</a:t>
            </a:r>
            <a:r>
              <a:rPr lang="en-US" dirty="0"/>
              <a:t> will be the method to insert user data to </a:t>
            </a:r>
            <a:r>
              <a:rPr lang="en-US" dirty="0" err="1"/>
              <a:t>arraylist</a:t>
            </a:r>
            <a:r>
              <a:rPr lang="en-US" dirty="0"/>
              <a:t> of user</a:t>
            </a:r>
          </a:p>
          <a:p>
            <a:r>
              <a:rPr lang="en-US" dirty="0" err="1"/>
              <a:t>findUser</a:t>
            </a:r>
            <a:r>
              <a:rPr lang="en-US" dirty="0"/>
              <a:t> will be the method to return </a:t>
            </a:r>
            <a:r>
              <a:rPr lang="en-US" b="1" dirty="0"/>
              <a:t>User object from </a:t>
            </a:r>
            <a:r>
              <a:rPr lang="en-US" b="1" dirty="0" err="1"/>
              <a:t>arraylist</a:t>
            </a:r>
            <a:r>
              <a:rPr lang="en-US" b="1" dirty="0"/>
              <a:t>. Program output:</a:t>
            </a:r>
          </a:p>
          <a:p>
            <a:endParaRPr lang="en-US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AA21B4-9B6E-D0A8-7B16-645E3AF77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8886" y="2821501"/>
            <a:ext cx="13188120" cy="1053451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7D5571-231C-EBF5-50DD-79DDEA49CC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9183" y="6413699"/>
            <a:ext cx="8133253" cy="6942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522196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915DA-9C50-EA19-E8F9-D08F21E3B9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all" baseline="0" dirty="0">
                <a:solidFill>
                  <a:srgbClr val="128CCD"/>
                </a:solidFill>
                <a:latin typeface="Open Sans ExtraBold"/>
              </a:rPr>
              <a:t>OBJECT ORIENTED </a:t>
            </a:r>
            <a:r>
              <a:rPr lang="en-US" sz="4000" b="1" cap="all" baseline="0" dirty="0" err="1">
                <a:solidFill>
                  <a:srgbClr val="128CCD"/>
                </a:solidFill>
                <a:latin typeface="Open Sans ExtraBold"/>
              </a:rPr>
              <a:t>CONCEPt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F71E6F-42F9-3302-D831-431F71C63FD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STATIC method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52AD62-1AFE-8265-4ABA-BF241819D5B8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508297"/>
            <a:ext cx="7772400" cy="8498173"/>
          </a:xfrm>
        </p:spPr>
        <p:txBody>
          <a:bodyPr>
            <a:normAutofit/>
          </a:bodyPr>
          <a:lstStyle/>
          <a:p>
            <a:r>
              <a:rPr lang="en-US" dirty="0"/>
              <a:t>You have seen in our previous example, there are several code that use “Static” keyword. </a:t>
            </a:r>
          </a:p>
          <a:p>
            <a:r>
              <a:rPr lang="en-US" dirty="0"/>
              <a:t>Static keyword is a keyword that state attribute or method to be </a:t>
            </a:r>
            <a:r>
              <a:rPr lang="en-US" b="1" dirty="0"/>
              <a:t>called from the class, </a:t>
            </a:r>
            <a:r>
              <a:rPr lang="en-US" dirty="0"/>
              <a:t>not </a:t>
            </a:r>
            <a:r>
              <a:rPr lang="en-US" b="1" dirty="0"/>
              <a:t>from the object. </a:t>
            </a:r>
          </a:p>
          <a:p>
            <a:r>
              <a:rPr lang="en-US" dirty="0"/>
              <a:t>Previously, if we want to call method or attribute, a class should be instantiated first as an object. </a:t>
            </a:r>
          </a:p>
          <a:p>
            <a:r>
              <a:rPr lang="en-US" b="1" dirty="0"/>
              <a:t>Other characteristics of static function is that a static function can only be called by other static function</a:t>
            </a:r>
          </a:p>
          <a:p>
            <a:r>
              <a:rPr lang="en-US" dirty="0"/>
              <a:t>Static method/ variable is a very useful feature if you want to create a utility type method that can be called directly from the class.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837F89D-4B72-B4F0-CB6B-A8BA5F0E67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20938" y="2890352"/>
            <a:ext cx="9616279" cy="319239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867E7EC-25C7-1875-BADA-7ED1C84E32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20938" y="6417858"/>
            <a:ext cx="10221357" cy="303878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80391149-3E8F-A606-3E36-6727C8E4F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737" y="10172134"/>
            <a:ext cx="3957221" cy="1834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038209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8F0D6-9274-A363-0733-745AC41B4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E0C57-A1AD-ADBA-C59E-4EEE8BE88E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cap="all" baseline="0" dirty="0">
                <a:solidFill>
                  <a:srgbClr val="128CCD"/>
                </a:solidFill>
                <a:latin typeface="Open Sans ExtraBold"/>
              </a:rPr>
              <a:t>OBJECT ORIENTED </a:t>
            </a:r>
            <a:r>
              <a:rPr lang="en-US" sz="4000" b="1" cap="all" baseline="0" dirty="0" err="1">
                <a:solidFill>
                  <a:srgbClr val="128CCD"/>
                </a:solidFill>
                <a:latin typeface="Open Sans ExtraBold"/>
              </a:rPr>
              <a:t>CONCEPt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FE855-FDD1-0E46-F9D2-5F22F9EFDE2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Record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0D6B23-C9BD-F7FE-D9CE-D3CD1CE5F695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6" y="3508297"/>
            <a:ext cx="12029887" cy="8498173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ID" sz="3200" dirty="0"/>
              <a:t>Java Records designed to simplify the creation of classes that are primarily used to store data. </a:t>
            </a:r>
          </a:p>
          <a:p>
            <a:pPr>
              <a:spcBef>
                <a:spcPts val="0"/>
              </a:spcBef>
            </a:pPr>
            <a:endParaRPr lang="en-ID" sz="3200" dirty="0"/>
          </a:p>
          <a:p>
            <a:pPr>
              <a:spcBef>
                <a:spcPts val="0"/>
              </a:spcBef>
            </a:pPr>
            <a:r>
              <a:rPr lang="en-ID" sz="3200" dirty="0"/>
              <a:t>A record is declared using the keyword </a:t>
            </a:r>
            <a:r>
              <a:rPr lang="en-ID" sz="3200" b="1" dirty="0"/>
              <a:t>record</a:t>
            </a:r>
            <a:r>
              <a:rPr lang="en-ID" sz="3200" dirty="0"/>
              <a:t> followed by a header that lists its components. Each component becomes a private, final field, and Java automatically provides:</a:t>
            </a:r>
          </a:p>
          <a:p>
            <a:pPr marL="966788" lvl="1" indent="-342900">
              <a:spcBef>
                <a:spcPts val="0"/>
              </a:spcBef>
              <a:buFont typeface="Wingdings" pitchFamily="2" charset="2"/>
              <a:buChar char="ü"/>
            </a:pPr>
            <a:r>
              <a:rPr lang="en-ID" sz="3200" dirty="0"/>
              <a:t>A canonical constructor that assigns values to the fields</a:t>
            </a:r>
          </a:p>
          <a:p>
            <a:pPr marL="966788" lvl="1" indent="-342900">
              <a:spcBef>
                <a:spcPts val="0"/>
              </a:spcBef>
              <a:buFont typeface="Wingdings" pitchFamily="2" charset="2"/>
              <a:buChar char="ü"/>
            </a:pPr>
            <a:r>
              <a:rPr lang="en-ID" sz="3200" dirty="0"/>
              <a:t>Accessor methods</a:t>
            </a:r>
          </a:p>
          <a:p>
            <a:pPr marL="966788" lvl="1" indent="-342900">
              <a:spcBef>
                <a:spcPts val="0"/>
              </a:spcBef>
              <a:buFont typeface="Wingdings" pitchFamily="2" charset="2"/>
              <a:buChar char="ü"/>
            </a:pPr>
            <a:r>
              <a:rPr lang="en-ID" sz="3200" dirty="0"/>
              <a:t>Implementations of equals, </a:t>
            </a:r>
            <a:r>
              <a:rPr lang="en-ID" sz="3200" dirty="0" err="1"/>
              <a:t>hashCode</a:t>
            </a:r>
            <a:r>
              <a:rPr lang="en-ID" sz="3200" dirty="0"/>
              <a:t>, and </a:t>
            </a:r>
            <a:r>
              <a:rPr lang="en-ID" sz="3200" dirty="0" err="1"/>
              <a:t>toString</a:t>
            </a:r>
            <a:r>
              <a:rPr lang="en-ID" sz="3200" dirty="0"/>
              <a:t> based on all components</a:t>
            </a:r>
          </a:p>
          <a:p>
            <a:pPr marL="966788" lvl="1" indent="-342900">
              <a:spcBef>
                <a:spcPts val="0"/>
              </a:spcBef>
              <a:buFont typeface="Wingdings" pitchFamily="2" charset="2"/>
              <a:buChar char="ü"/>
            </a:pPr>
            <a:endParaRPr lang="en-ID" sz="3200" dirty="0"/>
          </a:p>
          <a:p>
            <a:pPr>
              <a:spcBef>
                <a:spcPts val="0"/>
              </a:spcBef>
            </a:pPr>
            <a:r>
              <a:rPr lang="en-ID" sz="3200" dirty="0"/>
              <a:t>Records are immutable: once a record object is created, its state cannot change.</a:t>
            </a:r>
          </a:p>
          <a:p>
            <a:pPr>
              <a:spcBef>
                <a:spcPts val="0"/>
              </a:spcBef>
            </a:pPr>
            <a:r>
              <a:rPr lang="en-ID" sz="3200" dirty="0"/>
              <a:t>Records are final and cannot be subclassed. They also cannot extend other classes, but they can implement interfaces.</a:t>
            </a:r>
          </a:p>
          <a:p>
            <a:pPr>
              <a:spcBef>
                <a:spcPts val="0"/>
              </a:spcBef>
            </a:pPr>
            <a:r>
              <a:rPr lang="en-ID" sz="3200" dirty="0"/>
              <a:t>You can add additional methods to a record, and you can define a compact constructor for validation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2A7B1D-14D0-CB55-F580-E10BC8ADD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57768" y="3508297"/>
            <a:ext cx="8215127" cy="47316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74E34F-1B7E-B14B-3766-129F18FA8D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57767" y="8578536"/>
            <a:ext cx="7962517" cy="2683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8689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24D2C-37AE-DC36-9E6E-7E41ABB46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50800" tIns="50800" rIns="50800" bIns="50800" anchor="t">
            <a:normAutofit fontScale="90000"/>
          </a:bodyPr>
          <a:lstStyle/>
          <a:p>
            <a:r>
              <a:rPr lang="en-US" sz="3600" b="1" cap="all" baseline="0" dirty="0">
                <a:solidFill>
                  <a:srgbClr val="128CCD"/>
                </a:solidFill>
                <a:latin typeface="Open Sans ExtraBold"/>
              </a:rPr>
              <a:t>OBJECT ORIENTED CONCEPT</a:t>
            </a:r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16ED68-8E5A-6959-A30B-83EBDD8E1B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 lIns="50800" tIns="50800" rIns="50800" bIns="50800" anchor="t">
            <a:normAutofit/>
          </a:bodyPr>
          <a:lstStyle/>
          <a:p>
            <a:r>
              <a:rPr lang="en-GB" dirty="0">
                <a:latin typeface="Open Sans ExtraBold"/>
                <a:ea typeface="Open Sans ExtraBold"/>
                <a:cs typeface="Open Sans ExtraBold"/>
              </a:rPr>
              <a:t>Exercise  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8222AE-6EB4-03B7-DD8E-F8B868B81017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2167377" y="3829510"/>
            <a:ext cx="20593232" cy="8305584"/>
          </a:xfrm>
        </p:spPr>
        <p:txBody>
          <a:bodyPr lIns="50800" tIns="50800" rIns="50800" bIns="50800" anchor="t">
            <a:normAutofit/>
          </a:bodyPr>
          <a:lstStyle/>
          <a:p>
            <a:pPr>
              <a:spcBef>
                <a:spcPts val="0"/>
              </a:spcBef>
            </a:pPr>
            <a:r>
              <a:rPr lang="en-US" sz="4000" dirty="0"/>
              <a:t>Create a new grocery stores management application.</a:t>
            </a:r>
          </a:p>
          <a:p>
            <a:pPr>
              <a:spcBef>
                <a:spcPts val="0"/>
              </a:spcBef>
            </a:pPr>
            <a:r>
              <a:rPr lang="en-US" sz="4000" dirty="0"/>
              <a:t>This application will handle management of item in a grocery stores in a town. </a:t>
            </a:r>
          </a:p>
          <a:p>
            <a:pPr>
              <a:spcBef>
                <a:spcPts val="0"/>
              </a:spcBef>
            </a:pPr>
            <a:r>
              <a:rPr lang="en-US" sz="4000" dirty="0"/>
              <a:t>Each store will have a string id (unique), store name (non unique), and max number of items in store. </a:t>
            </a:r>
          </a:p>
          <a:p>
            <a:pPr>
              <a:spcBef>
                <a:spcPts val="0"/>
              </a:spcBef>
            </a:pPr>
            <a:r>
              <a:rPr lang="en-US" sz="4000" dirty="0"/>
              <a:t>Each item in the store should have an id (unique for each item), name (non unique), brand name (non unique), price, quantity. </a:t>
            </a:r>
          </a:p>
          <a:p>
            <a:pPr>
              <a:spcBef>
                <a:spcPts val="0"/>
              </a:spcBef>
            </a:pPr>
            <a:r>
              <a:rPr lang="en-US" sz="4000" dirty="0"/>
              <a:t>Application should be able to: </a:t>
            </a:r>
          </a:p>
          <a:p>
            <a:pPr lvl="1">
              <a:spcBef>
                <a:spcPts val="0"/>
              </a:spcBef>
            </a:pPr>
            <a:r>
              <a:rPr lang="en-US" sz="4000" dirty="0"/>
              <a:t>Insert new Grocery</a:t>
            </a:r>
          </a:p>
          <a:p>
            <a:pPr lvl="1">
              <a:spcBef>
                <a:spcPts val="0"/>
              </a:spcBef>
            </a:pPr>
            <a:r>
              <a:rPr lang="en-US" sz="4000" dirty="0"/>
              <a:t>Update grocery name. </a:t>
            </a:r>
          </a:p>
          <a:p>
            <a:pPr lvl="1">
              <a:spcBef>
                <a:spcPts val="0"/>
              </a:spcBef>
            </a:pPr>
            <a:r>
              <a:rPr lang="en-US" sz="4000" dirty="0"/>
              <a:t>Close Grocery</a:t>
            </a:r>
          </a:p>
          <a:p>
            <a:pPr lvl="1">
              <a:spcBef>
                <a:spcPts val="0"/>
              </a:spcBef>
            </a:pPr>
            <a:r>
              <a:rPr lang="en-US" sz="4000" dirty="0"/>
              <a:t>Insert new Item to grocery</a:t>
            </a:r>
          </a:p>
          <a:p>
            <a:pPr lvl="1">
              <a:spcBef>
                <a:spcPts val="0"/>
              </a:spcBef>
            </a:pPr>
            <a:r>
              <a:rPr lang="en-US" sz="4000" dirty="0"/>
              <a:t>Update item information (except ID).</a:t>
            </a:r>
          </a:p>
          <a:p>
            <a:pPr lvl="1">
              <a:spcBef>
                <a:spcPts val="0"/>
              </a:spcBef>
            </a:pPr>
            <a:r>
              <a:rPr lang="en-US" sz="4000" dirty="0"/>
              <a:t>Remove Item </a:t>
            </a:r>
            <a:r>
              <a:rPr lang="en-US" sz="4000"/>
              <a:t>from grocery.</a:t>
            </a:r>
            <a:endParaRPr lang="en-US" sz="4000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350815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28AF8-3D33-AFA6-7D2D-3271FE96E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600" b="1" cap="all" baseline="0" dirty="0">
                <a:solidFill>
                  <a:srgbClr val="128CCD"/>
                </a:solidFill>
                <a:latin typeface="Open Sans ExtraBold"/>
              </a:rPr>
              <a:t>OBJECT ORIENTED CONCEPT AND ENCAPSULATION</a:t>
            </a:r>
            <a:r>
              <a:rPr lang="en-US" sz="3600" dirty="0">
                <a:solidFill>
                  <a:srgbClr val="128CCD"/>
                </a:solidFill>
                <a:latin typeface="Open Sans ExtraBold"/>
                <a:ea typeface="Open Sans ExtraBold"/>
                <a:cs typeface="Open Sans ExtraBold"/>
              </a:rPr>
              <a:t>​</a:t>
            </a:r>
            <a:endParaRPr lang="en-ID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7B7DFA-0F82-8161-2E58-E3D47F1206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references</a:t>
            </a:r>
            <a:endParaRPr lang="en-ID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AE893F-16B8-CE2A-A328-0E4ED7190D76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dirty="0"/>
              <a:t>Daniel Liang, Introduction to Java Programming and Data Structure, 13</a:t>
            </a:r>
            <a:r>
              <a:rPr lang="en-US" baseline="30000" dirty="0"/>
              <a:t>th</a:t>
            </a:r>
            <a:r>
              <a:rPr lang="en-US" dirty="0"/>
              <a:t> edition. </a:t>
            </a:r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96493052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5E5E5E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Custom 1">
      <a:majorFont>
        <a:latin typeface="Open Sans"/>
        <a:ea typeface=""/>
        <a:cs typeface=""/>
      </a:majorFont>
      <a:minorFont>
        <a:latin typeface="Open Sans"/>
        <a:ea typeface=""/>
        <a:cs typeface="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BINUS Learning Object Slide Template 2023  -  Read-Only" id="{0B9ADDDE-C7FD-42D8-83B7-6621693F3C5D}" vid="{472DF894-1FEC-4319-A5F3-1F8BDBEC1F3D}"/>
    </a:ext>
  </a:extLst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2438338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c2d5289-3ec1-4d76-80c1-a1cd17baf85c" xsi:nil="true"/>
    <lcf76f155ced4ddcb4097134ff3c332f xmlns="02437cf3-862c-4aa8-bd7e-caeecb8e11d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4CA077843E12C45ABBF89EA0D3E6ECB" ma:contentTypeVersion="12" ma:contentTypeDescription="Create a new document." ma:contentTypeScope="" ma:versionID="f220297e283031e9eab2ed307e5e4cdc">
  <xsd:schema xmlns:xsd="http://www.w3.org/2001/XMLSchema" xmlns:xs="http://www.w3.org/2001/XMLSchema" xmlns:p="http://schemas.microsoft.com/office/2006/metadata/properties" xmlns:ns2="02437cf3-862c-4aa8-bd7e-caeecb8e11df" xmlns:ns3="fc2d5289-3ec1-4d76-80c1-a1cd17baf85c" targetNamespace="http://schemas.microsoft.com/office/2006/metadata/properties" ma:root="true" ma:fieldsID="1da8f879ae0b13e42b7077458e0d2470" ns2:_="" ns3:_="">
    <xsd:import namespace="02437cf3-862c-4aa8-bd7e-caeecb8e11df"/>
    <xsd:import namespace="fc2d5289-3ec1-4d76-80c1-a1cd17baf8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2437cf3-862c-4aa8-bd7e-caeecb8e11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12802744-7fd5-42e0-b4ac-2f85b671ef9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2d5289-3ec1-4d76-80c1-a1cd17baf85c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ed2725a-0247-41b8-b239-ecd86c77a8ad}" ma:internalName="TaxCatchAll" ma:showField="CatchAllData" ma:web="fc2d5289-3ec1-4d76-80c1-a1cd17baf8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2CC4D58-E03C-4DCC-A912-797A42BEF134}">
  <ds:schemaRefs>
    <ds:schemaRef ds:uri="http://schemas.microsoft.com/office/2006/metadata/properties"/>
    <ds:schemaRef ds:uri="http://schemas.microsoft.com/office/infopath/2007/PartnerControls"/>
    <ds:schemaRef ds:uri="6456c2c6-d044-4477-96fa-bf2a90b8f8d0"/>
    <ds:schemaRef ds:uri="aa01e5cc-3673-4952-8508-9ae9704a600f"/>
    <ds:schemaRef ds:uri="http://schemas.microsoft.com/sharepoint/v4"/>
    <ds:schemaRef ds:uri="fc2d5289-3ec1-4d76-80c1-a1cd17baf85c"/>
    <ds:schemaRef ds:uri="02437cf3-862c-4aa8-bd7e-caeecb8e11df"/>
  </ds:schemaRefs>
</ds:datastoreItem>
</file>

<file path=customXml/itemProps2.xml><?xml version="1.0" encoding="utf-8"?>
<ds:datastoreItem xmlns:ds="http://schemas.openxmlformats.org/officeDocument/2006/customXml" ds:itemID="{7CC73E4F-F656-4BB3-81B6-27F1C66A3B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2437cf3-862c-4aa8-bd7e-caeecb8e11df"/>
    <ds:schemaRef ds:uri="fc2d5289-3ec1-4d76-80c1-a1cd17baf8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96520B-AF79-4B77-90F4-43EB679D434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Week 1 - Intro to Java Programming</Template>
  <TotalTime>8058</TotalTime>
  <Words>1753</Words>
  <Application>Microsoft Office PowerPoint</Application>
  <PresentationFormat>Custom</PresentationFormat>
  <Paragraphs>178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31" baseType="lpstr">
      <vt:lpstr>Courier New</vt:lpstr>
      <vt:lpstr>Open Sans</vt:lpstr>
      <vt:lpstr>Arial</vt:lpstr>
      <vt:lpstr>Open Sans Semibold</vt:lpstr>
      <vt:lpstr>Open Sans Light</vt:lpstr>
      <vt:lpstr>Wingdings</vt:lpstr>
      <vt:lpstr>Open Sans ExtraBold</vt:lpstr>
      <vt:lpstr>OCRB</vt:lpstr>
      <vt:lpstr>21_BasicWhite</vt:lpstr>
      <vt:lpstr>Object oriented concept</vt:lpstr>
      <vt:lpstr>Outline</vt:lpstr>
      <vt:lpstr>OBJECT ORIENTED CONCEPT</vt:lpstr>
      <vt:lpstr>Object oriented concept and encapsulation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</vt:lpstr>
      <vt:lpstr>OBJECT ORIENTED CONCEPT AND ENCAPSULATION​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Java Algorithm</dc:title>
  <dc:creator>Muhammad Fikri Hasani</dc:creator>
  <cp:lastModifiedBy>Eva Aprianti</cp:lastModifiedBy>
  <cp:revision>133</cp:revision>
  <dcterms:created xsi:type="dcterms:W3CDTF">2023-11-28T09:27:32Z</dcterms:created>
  <dcterms:modified xsi:type="dcterms:W3CDTF">2026-09-10T11:53:08Z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0x010100B4CA077843E12C45ABBF89EA0D3E6ECB</vt:lpwstr>
  </property>
  <property fmtid="{D5CDD505-2E9C-101B-9397-08002B2CF9AE}" pid="3" name="_dlc_DocIdItemGuid">
    <vt:lpwstr>2f8f95f2-de36-4faa-b3b4-6f5ab66d1cf7</vt:lpwstr>
  </property>
</Properties>
</file>