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6"/>
  </p:notesMasterIdLst>
  <p:sldIdLst>
    <p:sldId id="256" r:id="rId5"/>
    <p:sldId id="257" r:id="rId6"/>
    <p:sldId id="299" r:id="rId7"/>
    <p:sldId id="300" r:id="rId8"/>
    <p:sldId id="301" r:id="rId9"/>
    <p:sldId id="302" r:id="rId10"/>
    <p:sldId id="305" r:id="rId11"/>
    <p:sldId id="303" r:id="rId12"/>
    <p:sldId id="304" r:id="rId13"/>
    <p:sldId id="306" r:id="rId14"/>
    <p:sldId id="307" r:id="rId15"/>
    <p:sldId id="308" r:id="rId16"/>
    <p:sldId id="309" r:id="rId17"/>
    <p:sldId id="310" r:id="rId18"/>
    <p:sldId id="311" r:id="rId19"/>
    <p:sldId id="285" r:id="rId20"/>
    <p:sldId id="286" r:id="rId21"/>
    <p:sldId id="314" r:id="rId22"/>
    <p:sldId id="315" r:id="rId23"/>
    <p:sldId id="313" r:id="rId24"/>
    <p:sldId id="312" r:id="rId25"/>
  </p:sldIdLst>
  <p:sldSz cx="24384000" cy="13716000"/>
  <p:notesSz cx="6858000" cy="9144000"/>
  <p:embeddedFontLst>
    <p:embeddedFont>
      <p:font typeface="Consolas" panose="020B0609020204030204" pitchFamily="49" charset="0"/>
      <p:regular r:id="rId27"/>
      <p:bold r:id="rId28"/>
      <p:italic r:id="rId29"/>
      <p:boldItalic r:id="rId30"/>
    </p:embeddedFont>
    <p:embeddedFont>
      <p:font typeface="OCRB" panose="020B0609020202020204" pitchFamily="49" charset="0"/>
      <p:regular r:id="rId31"/>
    </p:embeddedFont>
    <p:embeddedFont>
      <p:font typeface="Open Sans" panose="020B0606030504020204" pitchFamily="34" charset="0"/>
      <p:regular r:id="rId32"/>
      <p:boldItalic r:id="rId33"/>
    </p:embeddedFont>
    <p:embeddedFont>
      <p:font typeface="Open Sans ExtraBold" panose="020B0906030804020204" pitchFamily="34" charset="0"/>
      <p:bold r:id="rId34"/>
      <p:italic r:id="rId35"/>
      <p:boldItalic r:id="rId36"/>
    </p:embeddedFont>
    <p:embeddedFont>
      <p:font typeface="Open Sans Light" panose="020B0306030504020204" pitchFamily="34" charset="0"/>
      <p:regular r:id="rId37"/>
      <p:italic r:id="rId38"/>
    </p:embeddedFont>
    <p:embeddedFont>
      <p:font typeface="Open Sans Semibold" panose="020B0706030804020204" pitchFamily="34" charset="0"/>
      <p:regular r:id="rId39"/>
      <p:bold r:id="rId40"/>
      <p:italic r:id="rId41"/>
      <p:boldItalic r:id="rId4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909078-E2A4-4FB8-85E1-B1F4F0F5462C}" v="16" dt="2023-12-19T01:44:15.56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6197"/>
  </p:normalViewPr>
  <p:slideViewPr>
    <p:cSldViewPr snapToGrid="0" snapToObjects="1">
      <p:cViewPr varScale="1">
        <p:scale>
          <a:sx n="37" d="100"/>
          <a:sy n="37" d="100"/>
        </p:scale>
        <p:origin x="300" y="5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7.xml"/><Relationship Id="rId34" Type="http://schemas.openxmlformats.org/officeDocument/2006/relationships/font" Target="fonts/font8.fntdata"/><Relationship Id="rId42" Type="http://schemas.openxmlformats.org/officeDocument/2006/relationships/font" Target="fonts/font16.fntdata"/><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font" Target="fonts/font1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Fikri Hasani" userId="ada500cb4dc7801b" providerId="LiveId" clId="{772B5DDA-072E-4B19-A19B-E0923AD7A294}"/>
    <pc:docChg chg="undo redo custSel addSld delSld modSld sldOrd">
      <pc:chgData name="Muhammad Fikri Hasani" userId="ada500cb4dc7801b" providerId="LiveId" clId="{772B5DDA-072E-4B19-A19B-E0923AD7A294}" dt="2023-12-08T04:45:20.668" v="7044" actId="14100"/>
      <pc:docMkLst>
        <pc:docMk/>
      </pc:docMkLst>
      <pc:sldChg chg="modSp mod">
        <pc:chgData name="Muhammad Fikri Hasani" userId="ada500cb4dc7801b" providerId="LiveId" clId="{772B5DDA-072E-4B19-A19B-E0923AD7A294}" dt="2023-12-02T06:54:04.607" v="100" actId="20577"/>
        <pc:sldMkLst>
          <pc:docMk/>
          <pc:sldMk cId="3807564589" sldId="256"/>
        </pc:sldMkLst>
        <pc:spChg chg="mod">
          <ac:chgData name="Muhammad Fikri Hasani" userId="ada500cb4dc7801b" providerId="LiveId" clId="{772B5DDA-072E-4B19-A19B-E0923AD7A294}" dt="2023-12-02T06:54:04.607" v="100" actId="20577"/>
          <ac:spMkLst>
            <pc:docMk/>
            <pc:sldMk cId="3807564589" sldId="256"/>
            <ac:spMk id="2" creationId="{50F9371B-F92F-AED8-457A-F4BAE6779B8C}"/>
          </ac:spMkLst>
        </pc:spChg>
        <pc:spChg chg="mod">
          <ac:chgData name="Muhammad Fikri Hasani" userId="ada500cb4dc7801b" providerId="LiveId" clId="{772B5DDA-072E-4B19-A19B-E0923AD7A294}" dt="2023-12-02T06:53:55.276" v="47" actId="20577"/>
          <ac:spMkLst>
            <pc:docMk/>
            <pc:sldMk cId="3807564589" sldId="256"/>
            <ac:spMk id="3" creationId="{05C0E2BF-BBBC-BF27-4255-C5149D193112}"/>
          </ac:spMkLst>
        </pc:spChg>
      </pc:sldChg>
      <pc:sldChg chg="modSp mod">
        <pc:chgData name="Muhammad Fikri Hasani" userId="ada500cb4dc7801b" providerId="LiveId" clId="{772B5DDA-072E-4B19-A19B-E0923AD7A294}" dt="2023-12-02T07:16:31.165" v="270" actId="20577"/>
        <pc:sldMkLst>
          <pc:docMk/>
          <pc:sldMk cId="2766454393" sldId="257"/>
        </pc:sldMkLst>
        <pc:spChg chg="mod">
          <ac:chgData name="Muhammad Fikri Hasani" userId="ada500cb4dc7801b" providerId="LiveId" clId="{772B5DDA-072E-4B19-A19B-E0923AD7A294}" dt="2023-12-02T07:16:31.165" v="270" actId="20577"/>
          <ac:spMkLst>
            <pc:docMk/>
            <pc:sldMk cId="2766454393" sldId="257"/>
            <ac:spMk id="4" creationId="{72B426B6-A02E-F758-7A2B-554FFF354A1A}"/>
          </ac:spMkLst>
        </pc:spChg>
      </pc:sldChg>
      <pc:sldChg chg="del">
        <pc:chgData name="Muhammad Fikri Hasani" userId="ada500cb4dc7801b" providerId="LiveId" clId="{772B5DDA-072E-4B19-A19B-E0923AD7A294}" dt="2023-12-02T07:31:04.629" v="428" actId="47"/>
        <pc:sldMkLst>
          <pc:docMk/>
          <pc:sldMk cId="3394860097" sldId="258"/>
        </pc:sldMkLst>
      </pc:sldChg>
      <pc:sldChg chg="del">
        <pc:chgData name="Muhammad Fikri Hasani" userId="ada500cb4dc7801b" providerId="LiveId" clId="{772B5DDA-072E-4B19-A19B-E0923AD7A294}" dt="2023-12-02T07:31:04.629" v="428" actId="47"/>
        <pc:sldMkLst>
          <pc:docMk/>
          <pc:sldMk cId="3364548115" sldId="259"/>
        </pc:sldMkLst>
      </pc:sldChg>
      <pc:sldChg chg="del">
        <pc:chgData name="Muhammad Fikri Hasani" userId="ada500cb4dc7801b" providerId="LiveId" clId="{772B5DDA-072E-4B19-A19B-E0923AD7A294}" dt="2023-12-02T07:31:04.629" v="428" actId="47"/>
        <pc:sldMkLst>
          <pc:docMk/>
          <pc:sldMk cId="1790487730" sldId="260"/>
        </pc:sldMkLst>
      </pc:sldChg>
      <pc:sldChg chg="del">
        <pc:chgData name="Muhammad Fikri Hasani" userId="ada500cb4dc7801b" providerId="LiveId" clId="{772B5DDA-072E-4B19-A19B-E0923AD7A294}" dt="2023-12-02T07:31:04.629" v="428" actId="47"/>
        <pc:sldMkLst>
          <pc:docMk/>
          <pc:sldMk cId="1406669853" sldId="261"/>
        </pc:sldMkLst>
      </pc:sldChg>
      <pc:sldChg chg="del">
        <pc:chgData name="Muhammad Fikri Hasani" userId="ada500cb4dc7801b" providerId="LiveId" clId="{772B5DDA-072E-4B19-A19B-E0923AD7A294}" dt="2023-12-02T07:31:04.629" v="428" actId="47"/>
        <pc:sldMkLst>
          <pc:docMk/>
          <pc:sldMk cId="1658221687" sldId="262"/>
        </pc:sldMkLst>
      </pc:sldChg>
      <pc:sldChg chg="del">
        <pc:chgData name="Muhammad Fikri Hasani" userId="ada500cb4dc7801b" providerId="LiveId" clId="{772B5DDA-072E-4B19-A19B-E0923AD7A294}" dt="2023-12-02T07:31:04.629" v="428" actId="47"/>
        <pc:sldMkLst>
          <pc:docMk/>
          <pc:sldMk cId="3610995723" sldId="263"/>
        </pc:sldMkLst>
      </pc:sldChg>
      <pc:sldChg chg="del">
        <pc:chgData name="Muhammad Fikri Hasani" userId="ada500cb4dc7801b" providerId="LiveId" clId="{772B5DDA-072E-4B19-A19B-E0923AD7A294}" dt="2023-12-02T07:31:04.629" v="428" actId="47"/>
        <pc:sldMkLst>
          <pc:docMk/>
          <pc:sldMk cId="1752434085" sldId="264"/>
        </pc:sldMkLst>
      </pc:sldChg>
      <pc:sldChg chg="del">
        <pc:chgData name="Muhammad Fikri Hasani" userId="ada500cb4dc7801b" providerId="LiveId" clId="{772B5DDA-072E-4B19-A19B-E0923AD7A294}" dt="2023-12-02T07:31:04.629" v="428" actId="47"/>
        <pc:sldMkLst>
          <pc:docMk/>
          <pc:sldMk cId="727080427" sldId="265"/>
        </pc:sldMkLst>
      </pc:sldChg>
      <pc:sldChg chg="del">
        <pc:chgData name="Muhammad Fikri Hasani" userId="ada500cb4dc7801b" providerId="LiveId" clId="{772B5DDA-072E-4B19-A19B-E0923AD7A294}" dt="2023-12-02T07:31:04.629" v="428" actId="47"/>
        <pc:sldMkLst>
          <pc:docMk/>
          <pc:sldMk cId="3742849252" sldId="266"/>
        </pc:sldMkLst>
      </pc:sldChg>
      <pc:sldChg chg="del">
        <pc:chgData name="Muhammad Fikri Hasani" userId="ada500cb4dc7801b" providerId="LiveId" clId="{772B5DDA-072E-4B19-A19B-E0923AD7A294}" dt="2023-12-02T07:31:04.629" v="428" actId="47"/>
        <pc:sldMkLst>
          <pc:docMk/>
          <pc:sldMk cId="210008908" sldId="267"/>
        </pc:sldMkLst>
      </pc:sldChg>
      <pc:sldChg chg="del">
        <pc:chgData name="Muhammad Fikri Hasani" userId="ada500cb4dc7801b" providerId="LiveId" clId="{772B5DDA-072E-4B19-A19B-E0923AD7A294}" dt="2023-12-02T07:31:04.629" v="428" actId="47"/>
        <pc:sldMkLst>
          <pc:docMk/>
          <pc:sldMk cId="4106888810" sldId="268"/>
        </pc:sldMkLst>
      </pc:sldChg>
      <pc:sldChg chg="del">
        <pc:chgData name="Muhammad Fikri Hasani" userId="ada500cb4dc7801b" providerId="LiveId" clId="{772B5DDA-072E-4B19-A19B-E0923AD7A294}" dt="2023-12-02T07:31:04.629" v="428" actId="47"/>
        <pc:sldMkLst>
          <pc:docMk/>
          <pc:sldMk cId="3484259326" sldId="270"/>
        </pc:sldMkLst>
      </pc:sldChg>
      <pc:sldChg chg="del">
        <pc:chgData name="Muhammad Fikri Hasani" userId="ada500cb4dc7801b" providerId="LiveId" clId="{772B5DDA-072E-4B19-A19B-E0923AD7A294}" dt="2023-12-02T07:31:04.629" v="428" actId="47"/>
        <pc:sldMkLst>
          <pc:docMk/>
          <pc:sldMk cId="1821762966" sldId="271"/>
        </pc:sldMkLst>
      </pc:sldChg>
      <pc:sldChg chg="del">
        <pc:chgData name="Muhammad Fikri Hasani" userId="ada500cb4dc7801b" providerId="LiveId" clId="{772B5DDA-072E-4B19-A19B-E0923AD7A294}" dt="2023-12-02T07:31:04.629" v="428" actId="47"/>
        <pc:sldMkLst>
          <pc:docMk/>
          <pc:sldMk cId="2873969985" sldId="272"/>
        </pc:sldMkLst>
      </pc:sldChg>
      <pc:sldChg chg="del">
        <pc:chgData name="Muhammad Fikri Hasani" userId="ada500cb4dc7801b" providerId="LiveId" clId="{772B5DDA-072E-4B19-A19B-E0923AD7A294}" dt="2023-12-02T07:31:04.629" v="428" actId="47"/>
        <pc:sldMkLst>
          <pc:docMk/>
          <pc:sldMk cId="1117770923" sldId="273"/>
        </pc:sldMkLst>
      </pc:sldChg>
      <pc:sldChg chg="del">
        <pc:chgData name="Muhammad Fikri Hasani" userId="ada500cb4dc7801b" providerId="LiveId" clId="{772B5DDA-072E-4B19-A19B-E0923AD7A294}" dt="2023-12-02T07:31:04.629" v="428" actId="47"/>
        <pc:sldMkLst>
          <pc:docMk/>
          <pc:sldMk cId="2210744361" sldId="274"/>
        </pc:sldMkLst>
      </pc:sldChg>
      <pc:sldChg chg="del">
        <pc:chgData name="Muhammad Fikri Hasani" userId="ada500cb4dc7801b" providerId="LiveId" clId="{772B5DDA-072E-4B19-A19B-E0923AD7A294}" dt="2023-12-02T07:31:04.629" v="428" actId="47"/>
        <pc:sldMkLst>
          <pc:docMk/>
          <pc:sldMk cId="725306543" sldId="275"/>
        </pc:sldMkLst>
      </pc:sldChg>
      <pc:sldChg chg="del">
        <pc:chgData name="Muhammad Fikri Hasani" userId="ada500cb4dc7801b" providerId="LiveId" clId="{772B5DDA-072E-4B19-A19B-E0923AD7A294}" dt="2023-12-02T07:31:04.629" v="428" actId="47"/>
        <pc:sldMkLst>
          <pc:docMk/>
          <pc:sldMk cId="4241519096" sldId="276"/>
        </pc:sldMkLst>
      </pc:sldChg>
      <pc:sldChg chg="addSp delSp modSp mod ord">
        <pc:chgData name="Muhammad Fikri Hasani" userId="ada500cb4dc7801b" providerId="LiveId" clId="{772B5DDA-072E-4B19-A19B-E0923AD7A294}" dt="2023-12-02T07:30:32.297" v="427" actId="1076"/>
        <pc:sldMkLst>
          <pc:docMk/>
          <pc:sldMk cId="2384352061" sldId="277"/>
        </pc:sldMkLst>
        <pc:spChg chg="mod">
          <ac:chgData name="Muhammad Fikri Hasani" userId="ada500cb4dc7801b" providerId="LiveId" clId="{772B5DDA-072E-4B19-A19B-E0923AD7A294}" dt="2023-12-02T07:02:34.881" v="119" actId="20577"/>
          <ac:spMkLst>
            <pc:docMk/>
            <pc:sldMk cId="2384352061" sldId="277"/>
            <ac:spMk id="2" creationId="{73C2FCB8-08B1-1061-B648-71B1FB85D2E9}"/>
          </ac:spMkLst>
        </pc:spChg>
        <pc:spChg chg="mod">
          <ac:chgData name="Muhammad Fikri Hasani" userId="ada500cb4dc7801b" providerId="LiveId" clId="{772B5DDA-072E-4B19-A19B-E0923AD7A294}" dt="2023-12-02T07:18:17.695" v="388" actId="1076"/>
          <ac:spMkLst>
            <pc:docMk/>
            <pc:sldMk cId="2384352061" sldId="277"/>
            <ac:spMk id="4" creationId="{DB514F26-319B-72E9-ED03-F51DF0225757}"/>
          </ac:spMkLst>
        </pc:spChg>
        <pc:spChg chg="add del">
          <ac:chgData name="Muhammad Fikri Hasani" userId="ada500cb4dc7801b" providerId="LiveId" clId="{772B5DDA-072E-4B19-A19B-E0923AD7A294}" dt="2023-12-02T07:22:49.720" v="399" actId="22"/>
          <ac:spMkLst>
            <pc:docMk/>
            <pc:sldMk cId="2384352061" sldId="277"/>
            <ac:spMk id="8" creationId="{5B614E7F-F6D7-CD70-F34C-E03E3906290A}"/>
          </ac:spMkLst>
        </pc:spChg>
        <pc:spChg chg="add mod">
          <ac:chgData name="Muhammad Fikri Hasani" userId="ada500cb4dc7801b" providerId="LiveId" clId="{772B5DDA-072E-4B19-A19B-E0923AD7A294}" dt="2023-12-02T07:23:45.051" v="407" actId="571"/>
          <ac:spMkLst>
            <pc:docMk/>
            <pc:sldMk cId="2384352061" sldId="277"/>
            <ac:spMk id="10" creationId="{72DE3D8B-1C86-8515-0FF1-7A1A3A3DCC7A}"/>
          </ac:spMkLst>
        </pc:spChg>
        <pc:picChg chg="add mod">
          <ac:chgData name="Muhammad Fikri Hasani" userId="ada500cb4dc7801b" providerId="LiveId" clId="{772B5DDA-072E-4B19-A19B-E0923AD7A294}" dt="2023-12-02T07:30:32.297" v="427" actId="1076"/>
          <ac:picMkLst>
            <pc:docMk/>
            <pc:sldMk cId="2384352061" sldId="277"/>
            <ac:picMk id="6" creationId="{A0FDBE0D-08C0-ADB8-A732-57DBBA7D73C1}"/>
          </ac:picMkLst>
        </pc:picChg>
        <pc:picChg chg="add mod">
          <ac:chgData name="Muhammad Fikri Hasani" userId="ada500cb4dc7801b" providerId="LiveId" clId="{772B5DDA-072E-4B19-A19B-E0923AD7A294}" dt="2023-12-02T07:30:11.109" v="419" actId="1076"/>
          <ac:picMkLst>
            <pc:docMk/>
            <pc:sldMk cId="2384352061" sldId="277"/>
            <ac:picMk id="9" creationId="{332A4510-752D-4B82-4E81-3B6FA79D3B74}"/>
          </ac:picMkLst>
        </pc:picChg>
        <pc:picChg chg="add mod">
          <ac:chgData name="Muhammad Fikri Hasani" userId="ada500cb4dc7801b" providerId="LiveId" clId="{772B5DDA-072E-4B19-A19B-E0923AD7A294}" dt="2023-12-02T07:23:45.051" v="407" actId="571"/>
          <ac:picMkLst>
            <pc:docMk/>
            <pc:sldMk cId="2384352061" sldId="277"/>
            <ac:picMk id="11" creationId="{0A8B593F-0AFC-3D5D-9945-54433761AAD9}"/>
          </ac:picMkLst>
        </pc:picChg>
        <pc:picChg chg="add mod">
          <ac:chgData name="Muhammad Fikri Hasani" userId="ada500cb4dc7801b" providerId="LiveId" clId="{772B5DDA-072E-4B19-A19B-E0923AD7A294}" dt="2023-12-02T07:30:22.278" v="423" actId="1076"/>
          <ac:picMkLst>
            <pc:docMk/>
            <pc:sldMk cId="2384352061" sldId="277"/>
            <ac:picMk id="1026" creationId="{A284624B-6134-FF68-3581-1AB58DD21085}"/>
          </ac:picMkLst>
        </pc:picChg>
        <pc:picChg chg="add del">
          <ac:chgData name="Muhammad Fikri Hasani" userId="ada500cb4dc7801b" providerId="LiveId" clId="{772B5DDA-072E-4B19-A19B-E0923AD7A294}" dt="2023-12-02T07:17:47.129" v="380"/>
          <ac:picMkLst>
            <pc:docMk/>
            <pc:sldMk cId="2384352061" sldId="277"/>
            <ac:picMk id="1028" creationId="{AB1A177D-E610-0619-FAEB-9827B217E591}"/>
          </ac:picMkLst>
        </pc:picChg>
        <pc:picChg chg="add mod">
          <ac:chgData name="Muhammad Fikri Hasani" userId="ada500cb4dc7801b" providerId="LiveId" clId="{772B5DDA-072E-4B19-A19B-E0923AD7A294}" dt="2023-12-02T07:30:20.608" v="422" actId="1076"/>
          <ac:picMkLst>
            <pc:docMk/>
            <pc:sldMk cId="2384352061" sldId="277"/>
            <ac:picMk id="1030" creationId="{2F17E646-82F1-1E23-EFBA-4A321B610586}"/>
          </ac:picMkLst>
        </pc:picChg>
        <pc:picChg chg="add mod">
          <ac:chgData name="Muhammad Fikri Hasani" userId="ada500cb4dc7801b" providerId="LiveId" clId="{772B5DDA-072E-4B19-A19B-E0923AD7A294}" dt="2023-12-02T07:30:25.753" v="424" actId="1076"/>
          <ac:picMkLst>
            <pc:docMk/>
            <pc:sldMk cId="2384352061" sldId="277"/>
            <ac:picMk id="1032" creationId="{D208D50F-89E7-9CB2-381C-D756546A7727}"/>
          </ac:picMkLst>
        </pc:picChg>
        <pc:picChg chg="add del">
          <ac:chgData name="Muhammad Fikri Hasani" userId="ada500cb4dc7801b" providerId="LiveId" clId="{772B5DDA-072E-4B19-A19B-E0923AD7A294}" dt="2023-12-02T07:23:45.270" v="408"/>
          <ac:picMkLst>
            <pc:docMk/>
            <pc:sldMk cId="2384352061" sldId="277"/>
            <ac:picMk id="1034" creationId="{DEFD19DC-34C0-44F1-C031-02D365DBE57F}"/>
          </ac:picMkLst>
        </pc:picChg>
        <pc:picChg chg="add mod">
          <ac:chgData name="Muhammad Fikri Hasani" userId="ada500cb4dc7801b" providerId="LiveId" clId="{772B5DDA-072E-4B19-A19B-E0923AD7A294}" dt="2023-12-02T07:30:09.781" v="418" actId="1076"/>
          <ac:picMkLst>
            <pc:docMk/>
            <pc:sldMk cId="2384352061" sldId="277"/>
            <ac:picMk id="1036" creationId="{9DE60EFC-3F84-6B37-0728-729A510B7813}"/>
          </ac:picMkLst>
        </pc:picChg>
        <pc:picChg chg="add mod">
          <ac:chgData name="Muhammad Fikri Hasani" userId="ada500cb4dc7801b" providerId="LiveId" clId="{772B5DDA-072E-4B19-A19B-E0923AD7A294}" dt="2023-12-02T07:30:30.440" v="426" actId="1076"/>
          <ac:picMkLst>
            <pc:docMk/>
            <pc:sldMk cId="2384352061" sldId="277"/>
            <ac:picMk id="1038" creationId="{CDC8648F-C1C5-37CB-B438-3FB741FF848F}"/>
          </ac:picMkLst>
        </pc:picChg>
      </pc:sldChg>
      <pc:sldChg chg="del">
        <pc:chgData name="Muhammad Fikri Hasani" userId="ada500cb4dc7801b" providerId="LiveId" clId="{772B5DDA-072E-4B19-A19B-E0923AD7A294}" dt="2023-12-02T07:31:04.629" v="428" actId="47"/>
        <pc:sldMkLst>
          <pc:docMk/>
          <pc:sldMk cId="1371242533" sldId="278"/>
        </pc:sldMkLst>
      </pc:sldChg>
      <pc:sldChg chg="addSp modSp new mod">
        <pc:chgData name="Muhammad Fikri Hasani" userId="ada500cb4dc7801b" providerId="LiveId" clId="{772B5DDA-072E-4B19-A19B-E0923AD7A294}" dt="2023-12-02T07:47:38.116" v="636" actId="1076"/>
        <pc:sldMkLst>
          <pc:docMk/>
          <pc:sldMk cId="3169643321" sldId="279"/>
        </pc:sldMkLst>
        <pc:spChg chg="mod">
          <ac:chgData name="Muhammad Fikri Hasani" userId="ada500cb4dc7801b" providerId="LiveId" clId="{772B5DDA-072E-4B19-A19B-E0923AD7A294}" dt="2023-12-02T07:04:41.967" v="193" actId="20577"/>
          <ac:spMkLst>
            <pc:docMk/>
            <pc:sldMk cId="3169643321" sldId="279"/>
            <ac:spMk id="2" creationId="{2ED24C6B-E6C4-DE17-002A-C835140CB185}"/>
          </ac:spMkLst>
        </pc:spChg>
        <pc:spChg chg="mod">
          <ac:chgData name="Muhammad Fikri Hasani" userId="ada500cb4dc7801b" providerId="LiveId" clId="{772B5DDA-072E-4B19-A19B-E0923AD7A294}" dt="2023-12-02T07:31:40.496" v="442" actId="20577"/>
          <ac:spMkLst>
            <pc:docMk/>
            <pc:sldMk cId="3169643321" sldId="279"/>
            <ac:spMk id="3" creationId="{8D1B748A-71C3-FF68-178F-77367D05DB20}"/>
          </ac:spMkLst>
        </pc:spChg>
        <pc:spChg chg="mod">
          <ac:chgData name="Muhammad Fikri Hasani" userId="ada500cb4dc7801b" providerId="LiveId" clId="{772B5DDA-072E-4B19-A19B-E0923AD7A294}" dt="2023-12-02T07:45:47.407" v="621" actId="123"/>
          <ac:spMkLst>
            <pc:docMk/>
            <pc:sldMk cId="3169643321" sldId="279"/>
            <ac:spMk id="4" creationId="{5DBC1864-6CFD-EF01-1276-F09EB2C0B6B0}"/>
          </ac:spMkLst>
        </pc:spChg>
        <pc:spChg chg="add mod">
          <ac:chgData name="Muhammad Fikri Hasani" userId="ada500cb4dc7801b" providerId="LiveId" clId="{772B5DDA-072E-4B19-A19B-E0923AD7A294}" dt="2023-12-02T07:45:39.230" v="619" actId="123"/>
          <ac:spMkLst>
            <pc:docMk/>
            <pc:sldMk cId="3169643321" sldId="279"/>
            <ac:spMk id="5" creationId="{C4310C6F-67F6-CE66-FB1C-D73CDED48B59}"/>
          </ac:spMkLst>
        </pc:spChg>
        <pc:picChg chg="add mod">
          <ac:chgData name="Muhammad Fikri Hasani" userId="ada500cb4dc7801b" providerId="LiveId" clId="{772B5DDA-072E-4B19-A19B-E0923AD7A294}" dt="2023-12-02T07:45:42.842" v="620" actId="1076"/>
          <ac:picMkLst>
            <pc:docMk/>
            <pc:sldMk cId="3169643321" sldId="279"/>
            <ac:picMk id="7" creationId="{786EA6FB-8B0B-3771-7490-EB6AF505CE7C}"/>
          </ac:picMkLst>
        </pc:picChg>
        <pc:picChg chg="add mod">
          <ac:chgData name="Muhammad Fikri Hasani" userId="ada500cb4dc7801b" providerId="LiveId" clId="{772B5DDA-072E-4B19-A19B-E0923AD7A294}" dt="2023-12-02T07:47:38.116" v="636" actId="1076"/>
          <ac:picMkLst>
            <pc:docMk/>
            <pc:sldMk cId="3169643321" sldId="279"/>
            <ac:picMk id="9" creationId="{9D8A70F9-E648-883B-52A7-7851A5FDEF1D}"/>
          </ac:picMkLst>
        </pc:picChg>
        <pc:picChg chg="add mod">
          <ac:chgData name="Muhammad Fikri Hasani" userId="ada500cb4dc7801b" providerId="LiveId" clId="{772B5DDA-072E-4B19-A19B-E0923AD7A294}" dt="2023-12-02T07:47:38.116" v="636" actId="1076"/>
          <ac:picMkLst>
            <pc:docMk/>
            <pc:sldMk cId="3169643321" sldId="279"/>
            <ac:picMk id="11" creationId="{EF6F919D-AD63-110A-8B5D-E12C5B1AB631}"/>
          </ac:picMkLst>
        </pc:picChg>
        <pc:cxnChg chg="add mod">
          <ac:chgData name="Muhammad Fikri Hasani" userId="ada500cb4dc7801b" providerId="LiveId" clId="{772B5DDA-072E-4B19-A19B-E0923AD7A294}" dt="2023-12-02T07:47:38.116" v="636" actId="1076"/>
          <ac:cxnSpMkLst>
            <pc:docMk/>
            <pc:sldMk cId="3169643321" sldId="279"/>
            <ac:cxnSpMk id="13" creationId="{93559F20-7B6A-6EA6-4EEC-FA93AA16492F}"/>
          </ac:cxnSpMkLst>
        </pc:cxnChg>
      </pc:sldChg>
      <pc:sldChg chg="addSp delSp modSp add mod">
        <pc:chgData name="Muhammad Fikri Hasani" userId="ada500cb4dc7801b" providerId="LiveId" clId="{772B5DDA-072E-4B19-A19B-E0923AD7A294}" dt="2023-12-02T07:52:27.591" v="799" actId="14100"/>
        <pc:sldMkLst>
          <pc:docMk/>
          <pc:sldMk cId="570179620" sldId="280"/>
        </pc:sldMkLst>
        <pc:spChg chg="mod">
          <ac:chgData name="Muhammad Fikri Hasani" userId="ada500cb4dc7801b" providerId="LiveId" clId="{772B5DDA-072E-4B19-A19B-E0923AD7A294}" dt="2023-12-02T07:50:12.622" v="790" actId="14100"/>
          <ac:spMkLst>
            <pc:docMk/>
            <pc:sldMk cId="570179620" sldId="280"/>
            <ac:spMk id="4" creationId="{5DBC1864-6CFD-EF01-1276-F09EB2C0B6B0}"/>
          </ac:spMkLst>
        </pc:spChg>
        <pc:spChg chg="add mod">
          <ac:chgData name="Muhammad Fikri Hasani" userId="ada500cb4dc7801b" providerId="LiveId" clId="{772B5DDA-072E-4B19-A19B-E0923AD7A294}" dt="2023-12-02T07:50:03.856" v="788" actId="20577"/>
          <ac:spMkLst>
            <pc:docMk/>
            <pc:sldMk cId="570179620" sldId="280"/>
            <ac:spMk id="5" creationId="{DDD8583A-1B62-7521-E22D-CD455EB48597}"/>
          </ac:spMkLst>
        </pc:spChg>
        <pc:spChg chg="add del mod">
          <ac:chgData name="Muhammad Fikri Hasani" userId="ada500cb4dc7801b" providerId="LiveId" clId="{772B5DDA-072E-4B19-A19B-E0923AD7A294}" dt="2023-12-02T07:35:19.032" v="492" actId="22"/>
          <ac:spMkLst>
            <pc:docMk/>
            <pc:sldMk cId="570179620" sldId="280"/>
            <ac:spMk id="7" creationId="{9175A2CD-2539-D3DC-33D3-66CFB8DE290D}"/>
          </ac:spMkLst>
        </pc:spChg>
        <pc:spChg chg="add mod">
          <ac:chgData name="Muhammad Fikri Hasani" userId="ada500cb4dc7801b" providerId="LiveId" clId="{772B5DDA-072E-4B19-A19B-E0923AD7A294}" dt="2023-12-02T07:50:17.221" v="791" actId="14100"/>
          <ac:spMkLst>
            <pc:docMk/>
            <pc:sldMk cId="570179620" sldId="280"/>
            <ac:spMk id="8" creationId="{727B16E0-D717-8CAE-F223-50C67E1ED681}"/>
          </ac:spMkLst>
        </pc:spChg>
        <pc:picChg chg="add del mod">
          <ac:chgData name="Muhammad Fikri Hasani" userId="ada500cb4dc7801b" providerId="LiveId" clId="{772B5DDA-072E-4B19-A19B-E0923AD7A294}" dt="2023-12-02T07:37:19.380" v="507" actId="478"/>
          <ac:picMkLst>
            <pc:docMk/>
            <pc:sldMk cId="570179620" sldId="280"/>
            <ac:picMk id="10" creationId="{2AB0F5F8-70A4-5AE8-061C-6E9D77A895BC}"/>
          </ac:picMkLst>
        </pc:picChg>
        <pc:picChg chg="add mod">
          <ac:chgData name="Muhammad Fikri Hasani" userId="ada500cb4dc7801b" providerId="LiveId" clId="{772B5DDA-072E-4B19-A19B-E0923AD7A294}" dt="2023-12-02T07:47:46.327" v="639" actId="1076"/>
          <ac:picMkLst>
            <pc:docMk/>
            <pc:sldMk cId="570179620" sldId="280"/>
            <ac:picMk id="12" creationId="{E62DC872-B773-7A43-AC6D-CEAFFA58762D}"/>
          </ac:picMkLst>
        </pc:picChg>
        <pc:picChg chg="add mod">
          <ac:chgData name="Muhammad Fikri Hasani" userId="ada500cb4dc7801b" providerId="LiveId" clId="{772B5DDA-072E-4B19-A19B-E0923AD7A294}" dt="2023-12-02T07:50:07.583" v="789" actId="14100"/>
          <ac:picMkLst>
            <pc:docMk/>
            <pc:sldMk cId="570179620" sldId="280"/>
            <ac:picMk id="14" creationId="{07F2A9C5-764E-3BD5-2016-4BC10096FAC1}"/>
          </ac:picMkLst>
        </pc:picChg>
        <pc:picChg chg="add mod">
          <ac:chgData name="Muhammad Fikri Hasani" userId="ada500cb4dc7801b" providerId="LiveId" clId="{772B5DDA-072E-4B19-A19B-E0923AD7A294}" dt="2023-12-02T07:52:27.591" v="799" actId="14100"/>
          <ac:picMkLst>
            <pc:docMk/>
            <pc:sldMk cId="570179620" sldId="280"/>
            <ac:picMk id="16" creationId="{F441A6E8-2687-8BCA-1989-06F5EF69A66E}"/>
          </ac:picMkLst>
        </pc:picChg>
      </pc:sldChg>
      <pc:sldChg chg="modSp new mod">
        <pc:chgData name="Muhammad Fikri Hasani" userId="ada500cb4dc7801b" providerId="LiveId" clId="{772B5DDA-072E-4B19-A19B-E0923AD7A294}" dt="2023-12-02T07:54:09.980" v="844" actId="33524"/>
        <pc:sldMkLst>
          <pc:docMk/>
          <pc:sldMk cId="2657685066" sldId="281"/>
        </pc:sldMkLst>
        <pc:spChg chg="mod">
          <ac:chgData name="Muhammad Fikri Hasani" userId="ada500cb4dc7801b" providerId="LiveId" clId="{772B5DDA-072E-4B19-A19B-E0923AD7A294}" dt="2023-12-02T07:53:05.833" v="802" actId="27636"/>
          <ac:spMkLst>
            <pc:docMk/>
            <pc:sldMk cId="2657685066" sldId="281"/>
            <ac:spMk id="2" creationId="{01C7D68F-7D5A-E274-C971-B3162AF112D9}"/>
          </ac:spMkLst>
        </pc:spChg>
        <pc:spChg chg="mod">
          <ac:chgData name="Muhammad Fikri Hasani" userId="ada500cb4dc7801b" providerId="LiveId" clId="{772B5DDA-072E-4B19-A19B-E0923AD7A294}" dt="2023-12-02T07:53:16.181" v="828" actId="20577"/>
          <ac:spMkLst>
            <pc:docMk/>
            <pc:sldMk cId="2657685066" sldId="281"/>
            <ac:spMk id="3" creationId="{5B296F90-AA6F-C7E9-C73C-EFB1F32A5D59}"/>
          </ac:spMkLst>
        </pc:spChg>
        <pc:spChg chg="mod">
          <ac:chgData name="Muhammad Fikri Hasani" userId="ada500cb4dc7801b" providerId="LiveId" clId="{772B5DDA-072E-4B19-A19B-E0923AD7A294}" dt="2023-12-02T07:54:09.980" v="844" actId="33524"/>
          <ac:spMkLst>
            <pc:docMk/>
            <pc:sldMk cId="2657685066" sldId="281"/>
            <ac:spMk id="4" creationId="{264399D5-B8E5-022D-A528-3270C3A68758}"/>
          </ac:spMkLst>
        </pc:spChg>
      </pc:sldChg>
      <pc:sldChg chg="modSp new mod">
        <pc:chgData name="Muhammad Fikri Hasani" userId="ada500cb4dc7801b" providerId="LiveId" clId="{772B5DDA-072E-4B19-A19B-E0923AD7A294}" dt="2023-12-02T07:55:23.014" v="878" actId="1076"/>
        <pc:sldMkLst>
          <pc:docMk/>
          <pc:sldMk cId="2184732982" sldId="282"/>
        </pc:sldMkLst>
        <pc:spChg chg="mod">
          <ac:chgData name="Muhammad Fikri Hasani" userId="ada500cb4dc7801b" providerId="LiveId" clId="{772B5DDA-072E-4B19-A19B-E0923AD7A294}" dt="2023-12-02T07:54:28.858" v="847" actId="27636"/>
          <ac:spMkLst>
            <pc:docMk/>
            <pc:sldMk cId="2184732982" sldId="282"/>
            <ac:spMk id="2" creationId="{C7F95799-C88A-C3E0-5DDF-656C7F26C95A}"/>
          </ac:spMkLst>
        </pc:spChg>
        <pc:spChg chg="mod">
          <ac:chgData name="Muhammad Fikri Hasani" userId="ada500cb4dc7801b" providerId="LiveId" clId="{772B5DDA-072E-4B19-A19B-E0923AD7A294}" dt="2023-12-02T07:55:09.854" v="872" actId="20577"/>
          <ac:spMkLst>
            <pc:docMk/>
            <pc:sldMk cId="2184732982" sldId="282"/>
            <ac:spMk id="3" creationId="{3A26C6F2-6E74-B794-ADAA-0A46A7C7B340}"/>
          </ac:spMkLst>
        </pc:spChg>
        <pc:spChg chg="mod">
          <ac:chgData name="Muhammad Fikri Hasani" userId="ada500cb4dc7801b" providerId="LiveId" clId="{772B5DDA-072E-4B19-A19B-E0923AD7A294}" dt="2023-12-02T07:55:23.014" v="878" actId="1076"/>
          <ac:spMkLst>
            <pc:docMk/>
            <pc:sldMk cId="2184732982" sldId="282"/>
            <ac:spMk id="4" creationId="{C21DB556-D35A-3683-9DDD-707EBD128DE8}"/>
          </ac:spMkLst>
        </pc:spChg>
      </pc:sldChg>
      <pc:sldChg chg="addSp modSp new mod">
        <pc:chgData name="Muhammad Fikri Hasani" userId="ada500cb4dc7801b" providerId="LiveId" clId="{772B5DDA-072E-4B19-A19B-E0923AD7A294}" dt="2023-12-02T07:58:12.666" v="1003" actId="1076"/>
        <pc:sldMkLst>
          <pc:docMk/>
          <pc:sldMk cId="3942114241" sldId="283"/>
        </pc:sldMkLst>
        <pc:spChg chg="mod">
          <ac:chgData name="Muhammad Fikri Hasani" userId="ada500cb4dc7801b" providerId="LiveId" clId="{772B5DDA-072E-4B19-A19B-E0923AD7A294}" dt="2023-12-02T07:55:37.241" v="881" actId="27636"/>
          <ac:spMkLst>
            <pc:docMk/>
            <pc:sldMk cId="3942114241" sldId="283"/>
            <ac:spMk id="2" creationId="{55A3D7B7-1B04-FAB9-5F44-6177DE5896C7}"/>
          </ac:spMkLst>
        </pc:spChg>
        <pc:spChg chg="mod">
          <ac:chgData name="Muhammad Fikri Hasani" userId="ada500cb4dc7801b" providerId="LiveId" clId="{772B5DDA-072E-4B19-A19B-E0923AD7A294}" dt="2023-12-02T07:55:41.404" v="882"/>
          <ac:spMkLst>
            <pc:docMk/>
            <pc:sldMk cId="3942114241" sldId="283"/>
            <ac:spMk id="3" creationId="{76D57C01-CD0E-4353-DD07-00FC11F8DF54}"/>
          </ac:spMkLst>
        </pc:spChg>
        <pc:spChg chg="mod">
          <ac:chgData name="Muhammad Fikri Hasani" userId="ada500cb4dc7801b" providerId="LiveId" clId="{772B5DDA-072E-4B19-A19B-E0923AD7A294}" dt="2023-12-02T07:58:09.770" v="1002" actId="1076"/>
          <ac:spMkLst>
            <pc:docMk/>
            <pc:sldMk cId="3942114241" sldId="283"/>
            <ac:spMk id="4" creationId="{281E48F4-5769-1C09-E1A2-827502181790}"/>
          </ac:spMkLst>
        </pc:spChg>
        <pc:spChg chg="add mod">
          <ac:chgData name="Muhammad Fikri Hasani" userId="ada500cb4dc7801b" providerId="LiveId" clId="{772B5DDA-072E-4B19-A19B-E0923AD7A294}" dt="2023-12-02T07:58:12.666" v="1003" actId="1076"/>
          <ac:spMkLst>
            <pc:docMk/>
            <pc:sldMk cId="3942114241" sldId="283"/>
            <ac:spMk id="5" creationId="{4938794D-8B10-FC35-C597-B4633D06CB2D}"/>
          </ac:spMkLst>
        </pc:spChg>
      </pc:sldChg>
      <pc:sldChg chg="addSp delSp modSp new mod ord">
        <pc:chgData name="Muhammad Fikri Hasani" userId="ada500cb4dc7801b" providerId="LiveId" clId="{772B5DDA-072E-4B19-A19B-E0923AD7A294}" dt="2023-12-08T01:25:21.496" v="2056" actId="20578"/>
        <pc:sldMkLst>
          <pc:docMk/>
          <pc:sldMk cId="3883572305" sldId="284"/>
        </pc:sldMkLst>
        <pc:spChg chg="mod">
          <ac:chgData name="Muhammad Fikri Hasani" userId="ada500cb4dc7801b" providerId="LiveId" clId="{772B5DDA-072E-4B19-A19B-E0923AD7A294}" dt="2023-12-02T07:58:31.018" v="1010" actId="27636"/>
          <ac:spMkLst>
            <pc:docMk/>
            <pc:sldMk cId="3883572305" sldId="284"/>
            <ac:spMk id="2" creationId="{5FE1C770-A7A0-5DF4-8403-291ABEE14E71}"/>
          </ac:spMkLst>
        </pc:spChg>
        <pc:spChg chg="mod">
          <ac:chgData name="Muhammad Fikri Hasani" userId="ada500cb4dc7801b" providerId="LiveId" clId="{772B5DDA-072E-4B19-A19B-E0923AD7A294}" dt="2023-12-02T07:58:27.483" v="1008"/>
          <ac:spMkLst>
            <pc:docMk/>
            <pc:sldMk cId="3883572305" sldId="284"/>
            <ac:spMk id="3" creationId="{C2D6DEFF-D6FC-6552-0B15-6ED3B280DB27}"/>
          </ac:spMkLst>
        </pc:spChg>
        <pc:spChg chg="mod">
          <ac:chgData name="Muhammad Fikri Hasani" userId="ada500cb4dc7801b" providerId="LiveId" clId="{772B5DDA-072E-4B19-A19B-E0923AD7A294}" dt="2023-12-02T08:10:48.830" v="1571" actId="255"/>
          <ac:spMkLst>
            <pc:docMk/>
            <pc:sldMk cId="3883572305" sldId="284"/>
            <ac:spMk id="4" creationId="{CD36A718-C531-FC42-0DB3-5B055A1C9A87}"/>
          </ac:spMkLst>
        </pc:spChg>
        <pc:spChg chg="add del mod">
          <ac:chgData name="Muhammad Fikri Hasani" userId="ada500cb4dc7801b" providerId="LiveId" clId="{772B5DDA-072E-4B19-A19B-E0923AD7A294}" dt="2023-12-02T07:59:21.132" v="1026"/>
          <ac:spMkLst>
            <pc:docMk/>
            <pc:sldMk cId="3883572305" sldId="284"/>
            <ac:spMk id="5" creationId="{A5107B67-ABF8-67D4-E626-3F86F5A75CB5}"/>
          </ac:spMkLst>
        </pc:spChg>
        <pc:spChg chg="add mod">
          <ac:chgData name="Muhammad Fikri Hasani" userId="ada500cb4dc7801b" providerId="LiveId" clId="{772B5DDA-072E-4B19-A19B-E0923AD7A294}" dt="2023-12-02T08:09:02.503" v="1472" actId="1076"/>
          <ac:spMkLst>
            <pc:docMk/>
            <pc:sldMk cId="3883572305" sldId="284"/>
            <ac:spMk id="29" creationId="{50C9B44F-7911-FAC3-1A2E-74C472C6F1E2}"/>
          </ac:spMkLst>
        </pc:spChg>
        <pc:spChg chg="add mod">
          <ac:chgData name="Muhammad Fikri Hasani" userId="ada500cb4dc7801b" providerId="LiveId" clId="{772B5DDA-072E-4B19-A19B-E0923AD7A294}" dt="2023-12-02T08:09:13.872" v="1489" actId="20577"/>
          <ac:spMkLst>
            <pc:docMk/>
            <pc:sldMk cId="3883572305" sldId="284"/>
            <ac:spMk id="30" creationId="{988D661F-C98D-C506-D1C5-D4CC8962FC64}"/>
          </ac:spMkLst>
        </pc:spChg>
        <pc:spChg chg="add mod">
          <ac:chgData name="Muhammad Fikri Hasani" userId="ada500cb4dc7801b" providerId="LiveId" clId="{772B5DDA-072E-4B19-A19B-E0923AD7A294}" dt="2023-12-02T08:10:05.884" v="1559" actId="1076"/>
          <ac:spMkLst>
            <pc:docMk/>
            <pc:sldMk cId="3883572305" sldId="284"/>
            <ac:spMk id="31" creationId="{1028362A-91A7-3132-33AA-79361AFFF052}"/>
          </ac:spMkLst>
        </pc:spChg>
        <pc:spChg chg="add mod">
          <ac:chgData name="Muhammad Fikri Hasani" userId="ada500cb4dc7801b" providerId="LiveId" clId="{772B5DDA-072E-4B19-A19B-E0923AD7A294}" dt="2023-12-02T08:10:42.007" v="1570" actId="1076"/>
          <ac:spMkLst>
            <pc:docMk/>
            <pc:sldMk cId="3883572305" sldId="284"/>
            <ac:spMk id="35" creationId="{6ED877F0-8E6E-A529-251E-0A0C61610DAC}"/>
          </ac:spMkLst>
        </pc:spChg>
        <pc:grpChg chg="add del mod">
          <ac:chgData name="Muhammad Fikri Hasani" userId="ada500cb4dc7801b" providerId="LiveId" clId="{772B5DDA-072E-4B19-A19B-E0923AD7A294}" dt="2023-12-02T07:59:36.931" v="1036"/>
          <ac:grpSpMkLst>
            <pc:docMk/>
            <pc:sldMk cId="3883572305" sldId="284"/>
            <ac:grpSpMk id="9" creationId="{7A706875-7DD6-20F5-D714-B8C6F2E042A8}"/>
          </ac:grpSpMkLst>
        </pc:grpChg>
        <pc:grpChg chg="mod">
          <ac:chgData name="Muhammad Fikri Hasani" userId="ada500cb4dc7801b" providerId="LiveId" clId="{772B5DDA-072E-4B19-A19B-E0923AD7A294}" dt="2023-12-02T07:59:36.696" v="1034"/>
          <ac:grpSpMkLst>
            <pc:docMk/>
            <pc:sldMk cId="3883572305" sldId="284"/>
            <ac:grpSpMk id="11" creationId="{5F494E26-6D73-B1F8-635D-40C1CCBD1B16}"/>
          </ac:grpSpMkLst>
        </pc:grpChg>
        <pc:grpChg chg="add del mod">
          <ac:chgData name="Muhammad Fikri Hasani" userId="ada500cb4dc7801b" providerId="LiveId" clId="{772B5DDA-072E-4B19-A19B-E0923AD7A294}" dt="2023-12-02T08:08:35.463" v="1452"/>
          <ac:grpSpMkLst>
            <pc:docMk/>
            <pc:sldMk cId="3883572305" sldId="284"/>
            <ac:grpSpMk id="16" creationId="{070500A2-529A-7BE7-1920-196690982675}"/>
          </ac:grpSpMkLst>
        </pc:grpChg>
        <pc:grpChg chg="mod">
          <ac:chgData name="Muhammad Fikri Hasani" userId="ada500cb4dc7801b" providerId="LiveId" clId="{772B5DDA-072E-4B19-A19B-E0923AD7A294}" dt="2023-12-02T08:08:34.578" v="1450"/>
          <ac:grpSpMkLst>
            <pc:docMk/>
            <pc:sldMk cId="3883572305" sldId="284"/>
            <ac:grpSpMk id="18" creationId="{D306D22E-AE90-1F6F-0EA1-8715C442A156}"/>
          </ac:grpSpMkLst>
        </pc:grpChg>
        <pc:grpChg chg="add del mod">
          <ac:chgData name="Muhammad Fikri Hasani" userId="ada500cb4dc7801b" providerId="LiveId" clId="{772B5DDA-072E-4B19-A19B-E0923AD7A294}" dt="2023-12-02T08:08:46.761" v="1461"/>
          <ac:grpSpMkLst>
            <pc:docMk/>
            <pc:sldMk cId="3883572305" sldId="284"/>
            <ac:grpSpMk id="21" creationId="{D27B323E-572C-2C1E-D9AB-82111D505451}"/>
          </ac:grpSpMkLst>
        </pc:grpChg>
        <pc:grpChg chg="mod">
          <ac:chgData name="Muhammad Fikri Hasani" userId="ada500cb4dc7801b" providerId="LiveId" clId="{772B5DDA-072E-4B19-A19B-E0923AD7A294}" dt="2023-12-02T08:08:46.761" v="1461"/>
          <ac:grpSpMkLst>
            <pc:docMk/>
            <pc:sldMk cId="3883572305" sldId="284"/>
            <ac:grpSpMk id="24" creationId="{8EF55769-D1BC-131B-F87B-43D13062D7F1}"/>
          </ac:grpSpMkLst>
        </pc:grpChg>
        <pc:grpChg chg="mod">
          <ac:chgData name="Muhammad Fikri Hasani" userId="ada500cb4dc7801b" providerId="LiveId" clId="{772B5DDA-072E-4B19-A19B-E0923AD7A294}" dt="2023-12-02T08:08:55.121" v="1465"/>
          <ac:grpSpMkLst>
            <pc:docMk/>
            <pc:sldMk cId="3883572305" sldId="284"/>
            <ac:grpSpMk id="28" creationId="{342ACF5D-6049-C4F7-A7A8-A005AE93EB05}"/>
          </ac:grpSpMkLst>
        </pc:grpChg>
        <pc:inkChg chg="add del mod">
          <ac:chgData name="Muhammad Fikri Hasani" userId="ada500cb4dc7801b" providerId="LiveId" clId="{772B5DDA-072E-4B19-A19B-E0923AD7A294}" dt="2023-12-02T07:59:37.294" v="1038" actId="9405"/>
          <ac:inkMkLst>
            <pc:docMk/>
            <pc:sldMk cId="3883572305" sldId="284"/>
            <ac:inkMk id="6" creationId="{FD2EE705-2479-5846-7790-1159512A5FFC}"/>
          </ac:inkMkLst>
        </pc:inkChg>
        <pc:inkChg chg="add del mod">
          <ac:chgData name="Muhammad Fikri Hasani" userId="ada500cb4dc7801b" providerId="LiveId" clId="{772B5DDA-072E-4B19-A19B-E0923AD7A294}" dt="2023-12-02T07:59:37.122" v="1037" actId="9405"/>
          <ac:inkMkLst>
            <pc:docMk/>
            <pc:sldMk cId="3883572305" sldId="284"/>
            <ac:inkMk id="7" creationId="{21599CDC-35C2-47C0-529C-52EAC561C0B9}"/>
          </ac:inkMkLst>
        </pc:inkChg>
        <pc:inkChg chg="add del mod">
          <ac:chgData name="Muhammad Fikri Hasani" userId="ada500cb4dc7801b" providerId="LiveId" clId="{772B5DDA-072E-4B19-A19B-E0923AD7A294}" dt="2023-12-02T07:59:36.931" v="1036"/>
          <ac:inkMkLst>
            <pc:docMk/>
            <pc:sldMk cId="3883572305" sldId="284"/>
            <ac:inkMk id="8" creationId="{9814FFF7-DE45-87AF-F022-391B52018A0A}"/>
          </ac:inkMkLst>
        </pc:inkChg>
        <pc:inkChg chg="add del mod">
          <ac:chgData name="Muhammad Fikri Hasani" userId="ada500cb4dc7801b" providerId="LiveId" clId="{772B5DDA-072E-4B19-A19B-E0923AD7A294}" dt="2023-12-02T07:59:36.696" v="1034"/>
          <ac:inkMkLst>
            <pc:docMk/>
            <pc:sldMk cId="3883572305" sldId="284"/>
            <ac:inkMk id="10" creationId="{C1D7062F-EF2F-C88D-CFD5-8EB364BDC87B}"/>
          </ac:inkMkLst>
        </pc:inkChg>
        <pc:inkChg chg="add del">
          <ac:chgData name="Muhammad Fikri Hasani" userId="ada500cb4dc7801b" providerId="LiveId" clId="{772B5DDA-072E-4B19-A19B-E0923AD7A294}" dt="2023-12-02T08:08:24.689" v="1441" actId="9405"/>
          <ac:inkMkLst>
            <pc:docMk/>
            <pc:sldMk cId="3883572305" sldId="284"/>
            <ac:inkMk id="12" creationId="{227F1EDB-E7C5-7386-82E5-7992C010B71B}"/>
          </ac:inkMkLst>
        </pc:inkChg>
        <pc:inkChg chg="add del">
          <ac:chgData name="Muhammad Fikri Hasani" userId="ada500cb4dc7801b" providerId="LiveId" clId="{772B5DDA-072E-4B19-A19B-E0923AD7A294}" dt="2023-12-02T08:08:27.535" v="1443" actId="9405"/>
          <ac:inkMkLst>
            <pc:docMk/>
            <pc:sldMk cId="3883572305" sldId="284"/>
            <ac:inkMk id="13" creationId="{2B1ABF39-F5C9-F576-222D-3842ED89DDB7}"/>
          </ac:inkMkLst>
        </pc:inkChg>
        <pc:inkChg chg="add del mod">
          <ac:chgData name="Muhammad Fikri Hasani" userId="ada500cb4dc7801b" providerId="LiveId" clId="{772B5DDA-072E-4B19-A19B-E0923AD7A294}" dt="2023-12-02T08:08:35.918" v="1453" actId="9405"/>
          <ac:inkMkLst>
            <pc:docMk/>
            <pc:sldMk cId="3883572305" sldId="284"/>
            <ac:inkMk id="14" creationId="{D0D42FF5-5191-2BC2-0675-BAC84F10EB9F}"/>
          </ac:inkMkLst>
        </pc:inkChg>
        <pc:inkChg chg="add del mod">
          <ac:chgData name="Muhammad Fikri Hasani" userId="ada500cb4dc7801b" providerId="LiveId" clId="{772B5DDA-072E-4B19-A19B-E0923AD7A294}" dt="2023-12-02T08:08:35.463" v="1452"/>
          <ac:inkMkLst>
            <pc:docMk/>
            <pc:sldMk cId="3883572305" sldId="284"/>
            <ac:inkMk id="15" creationId="{292A78CE-2D57-CCB9-896C-32D791BBCD96}"/>
          </ac:inkMkLst>
        </pc:inkChg>
        <pc:inkChg chg="add del mod">
          <ac:chgData name="Muhammad Fikri Hasani" userId="ada500cb4dc7801b" providerId="LiveId" clId="{772B5DDA-072E-4B19-A19B-E0923AD7A294}" dt="2023-12-02T08:08:34.578" v="1450"/>
          <ac:inkMkLst>
            <pc:docMk/>
            <pc:sldMk cId="3883572305" sldId="284"/>
            <ac:inkMk id="17" creationId="{ABF7E741-6FF9-2556-22C5-5A7D0BB1263A}"/>
          </ac:inkMkLst>
        </pc:inkChg>
        <pc:inkChg chg="add mod">
          <ac:chgData name="Muhammad Fikri Hasani" userId="ada500cb4dc7801b" providerId="LiveId" clId="{772B5DDA-072E-4B19-A19B-E0923AD7A294}" dt="2023-12-02T08:08:46.761" v="1461"/>
          <ac:inkMkLst>
            <pc:docMk/>
            <pc:sldMk cId="3883572305" sldId="284"/>
            <ac:inkMk id="19" creationId="{75ED18DA-DB78-1300-4C52-223ABEDC847B}"/>
          </ac:inkMkLst>
        </pc:inkChg>
        <pc:inkChg chg="add mod">
          <ac:chgData name="Muhammad Fikri Hasani" userId="ada500cb4dc7801b" providerId="LiveId" clId="{772B5DDA-072E-4B19-A19B-E0923AD7A294}" dt="2023-12-02T08:08:46.761" v="1461"/>
          <ac:inkMkLst>
            <pc:docMk/>
            <pc:sldMk cId="3883572305" sldId="284"/>
            <ac:inkMk id="20" creationId="{3C61523F-55B8-DB33-3A8B-2CDF2CA2D9D4}"/>
          </ac:inkMkLst>
        </pc:inkChg>
        <pc:inkChg chg="add mod">
          <ac:chgData name="Muhammad Fikri Hasani" userId="ada500cb4dc7801b" providerId="LiveId" clId="{772B5DDA-072E-4B19-A19B-E0923AD7A294}" dt="2023-12-02T08:08:46.761" v="1461"/>
          <ac:inkMkLst>
            <pc:docMk/>
            <pc:sldMk cId="3883572305" sldId="284"/>
            <ac:inkMk id="22" creationId="{67B9B021-77F8-D90C-1BDD-AE1094D871BC}"/>
          </ac:inkMkLst>
        </pc:inkChg>
        <pc:inkChg chg="add del mod">
          <ac:chgData name="Muhammad Fikri Hasani" userId="ada500cb4dc7801b" providerId="LiveId" clId="{772B5DDA-072E-4B19-A19B-E0923AD7A294}" dt="2023-12-02T08:08:46.761" v="1461"/>
          <ac:inkMkLst>
            <pc:docMk/>
            <pc:sldMk cId="3883572305" sldId="284"/>
            <ac:inkMk id="23" creationId="{CE04C420-4720-34ED-90FB-22A7D2C7D98B}"/>
          </ac:inkMkLst>
        </pc:inkChg>
        <pc:inkChg chg="add">
          <ac:chgData name="Muhammad Fikri Hasani" userId="ada500cb4dc7801b" providerId="LiveId" clId="{772B5DDA-072E-4B19-A19B-E0923AD7A294}" dt="2023-12-02T08:08:48.514" v="1462" actId="9405"/>
          <ac:inkMkLst>
            <pc:docMk/>
            <pc:sldMk cId="3883572305" sldId="284"/>
            <ac:inkMk id="25" creationId="{E15C7993-E2EF-DBA8-D1B7-9BF225E45798}"/>
          </ac:inkMkLst>
        </pc:inkChg>
        <pc:inkChg chg="add mod">
          <ac:chgData name="Muhammad Fikri Hasani" userId="ada500cb4dc7801b" providerId="LiveId" clId="{772B5DDA-072E-4B19-A19B-E0923AD7A294}" dt="2023-12-02T08:08:55.121" v="1465"/>
          <ac:inkMkLst>
            <pc:docMk/>
            <pc:sldMk cId="3883572305" sldId="284"/>
            <ac:inkMk id="26" creationId="{AAE77257-75A3-D904-2730-6580855E4F5B}"/>
          </ac:inkMkLst>
        </pc:inkChg>
        <pc:inkChg chg="add mod">
          <ac:chgData name="Muhammad Fikri Hasani" userId="ada500cb4dc7801b" providerId="LiveId" clId="{772B5DDA-072E-4B19-A19B-E0923AD7A294}" dt="2023-12-02T08:08:55.121" v="1465"/>
          <ac:inkMkLst>
            <pc:docMk/>
            <pc:sldMk cId="3883572305" sldId="284"/>
            <ac:inkMk id="27" creationId="{F65ADD21-25BE-8B54-35F3-26BF9A73C4DF}"/>
          </ac:inkMkLst>
        </pc:inkChg>
        <pc:inkChg chg="add mod">
          <ac:chgData name="Muhammad Fikri Hasani" userId="ada500cb4dc7801b" providerId="LiveId" clId="{772B5DDA-072E-4B19-A19B-E0923AD7A294}" dt="2023-12-02T08:10:31.652" v="1567" actId="1076"/>
          <ac:inkMkLst>
            <pc:docMk/>
            <pc:sldMk cId="3883572305" sldId="284"/>
            <ac:inkMk id="32" creationId="{2F77D37C-8015-5B75-28A6-C5C90D222F5C}"/>
          </ac:inkMkLst>
        </pc:inkChg>
        <pc:inkChg chg="add del">
          <ac:chgData name="Muhammad Fikri Hasani" userId="ada500cb4dc7801b" providerId="LiveId" clId="{772B5DDA-072E-4B19-A19B-E0923AD7A294}" dt="2023-12-02T08:09:45.887" v="1538" actId="9405"/>
          <ac:inkMkLst>
            <pc:docMk/>
            <pc:sldMk cId="3883572305" sldId="284"/>
            <ac:inkMk id="33" creationId="{FDDA5CCF-B079-F060-11E6-511720925F55}"/>
          </ac:inkMkLst>
        </pc:inkChg>
        <pc:inkChg chg="add mod">
          <ac:chgData name="Muhammad Fikri Hasani" userId="ada500cb4dc7801b" providerId="LiveId" clId="{772B5DDA-072E-4B19-A19B-E0923AD7A294}" dt="2023-12-02T08:10:37.207" v="1569" actId="1076"/>
          <ac:inkMkLst>
            <pc:docMk/>
            <pc:sldMk cId="3883572305" sldId="284"/>
            <ac:inkMk id="34" creationId="{2D06AFFE-F31F-A1B9-2209-196AB26423B0}"/>
          </ac:inkMkLst>
        </pc:inkChg>
      </pc:sldChg>
      <pc:sldChg chg="addSp modSp new mod">
        <pc:chgData name="Muhammad Fikri Hasani" userId="ada500cb4dc7801b" providerId="LiveId" clId="{772B5DDA-072E-4B19-A19B-E0923AD7A294}" dt="2023-12-02T08:15:47.051" v="1720" actId="1076"/>
        <pc:sldMkLst>
          <pc:docMk/>
          <pc:sldMk cId="746937234" sldId="285"/>
        </pc:sldMkLst>
        <pc:spChg chg="mod">
          <ac:chgData name="Muhammad Fikri Hasani" userId="ada500cb4dc7801b" providerId="LiveId" clId="{772B5DDA-072E-4B19-A19B-E0923AD7A294}" dt="2023-12-02T08:11:07.577" v="1574" actId="27636"/>
          <ac:spMkLst>
            <pc:docMk/>
            <pc:sldMk cId="746937234" sldId="285"/>
            <ac:spMk id="2" creationId="{4670CB1A-FDC7-564E-516E-0C5BA766B1B2}"/>
          </ac:spMkLst>
        </pc:spChg>
        <pc:spChg chg="mod">
          <ac:chgData name="Muhammad Fikri Hasani" userId="ada500cb4dc7801b" providerId="LiveId" clId="{772B5DDA-072E-4B19-A19B-E0923AD7A294}" dt="2023-12-02T08:11:13.475" v="1587" actId="20577"/>
          <ac:spMkLst>
            <pc:docMk/>
            <pc:sldMk cId="746937234" sldId="285"/>
            <ac:spMk id="3" creationId="{0ECAF2D3-6893-D186-1875-902D58D560D6}"/>
          </ac:spMkLst>
        </pc:spChg>
        <pc:spChg chg="mod">
          <ac:chgData name="Muhammad Fikri Hasani" userId="ada500cb4dc7801b" providerId="LiveId" clId="{772B5DDA-072E-4B19-A19B-E0923AD7A294}" dt="2023-12-02T08:15:25.031" v="1717" actId="113"/>
          <ac:spMkLst>
            <pc:docMk/>
            <pc:sldMk cId="746937234" sldId="285"/>
            <ac:spMk id="4" creationId="{0AA6ED4B-97BE-C279-CE4B-1D0EDEB11A09}"/>
          </ac:spMkLst>
        </pc:spChg>
        <pc:spChg chg="add mod">
          <ac:chgData name="Muhammad Fikri Hasani" userId="ada500cb4dc7801b" providerId="LiveId" clId="{772B5DDA-072E-4B19-A19B-E0923AD7A294}" dt="2023-12-02T08:15:47.051" v="1720" actId="1076"/>
          <ac:spMkLst>
            <pc:docMk/>
            <pc:sldMk cId="746937234" sldId="285"/>
            <ac:spMk id="6" creationId="{2831BAFF-D1B3-8225-36D9-AC3EB9738535}"/>
          </ac:spMkLst>
        </pc:spChg>
        <pc:cxnChg chg="add mod">
          <ac:chgData name="Muhammad Fikri Hasani" userId="ada500cb4dc7801b" providerId="LiveId" clId="{772B5DDA-072E-4B19-A19B-E0923AD7A294}" dt="2023-12-02T08:15:41.821" v="1719" actId="1582"/>
          <ac:cxnSpMkLst>
            <pc:docMk/>
            <pc:sldMk cId="746937234" sldId="285"/>
            <ac:cxnSpMk id="8" creationId="{4554495C-B052-DF98-8522-7BFCF321EB57}"/>
          </ac:cxnSpMkLst>
        </pc:cxnChg>
      </pc:sldChg>
      <pc:sldChg chg="addSp delSp modSp new mod">
        <pc:chgData name="Muhammad Fikri Hasani" userId="ada500cb4dc7801b" providerId="LiveId" clId="{772B5DDA-072E-4B19-A19B-E0923AD7A294}" dt="2023-12-02T08:16:12.599" v="1743" actId="14100"/>
        <pc:sldMkLst>
          <pc:docMk/>
          <pc:sldMk cId="362410701" sldId="286"/>
        </pc:sldMkLst>
        <pc:spChg chg="mod">
          <ac:chgData name="Muhammad Fikri Hasani" userId="ada500cb4dc7801b" providerId="LiveId" clId="{772B5DDA-072E-4B19-A19B-E0923AD7A294}" dt="2023-12-02T08:15:54.873" v="1723" actId="27636"/>
          <ac:spMkLst>
            <pc:docMk/>
            <pc:sldMk cId="362410701" sldId="286"/>
            <ac:spMk id="2" creationId="{B9AB3630-5B4F-71B4-3946-90F3E151C49D}"/>
          </ac:spMkLst>
        </pc:spChg>
        <pc:spChg chg="mod">
          <ac:chgData name="Muhammad Fikri Hasani" userId="ada500cb4dc7801b" providerId="LiveId" clId="{772B5DDA-072E-4B19-A19B-E0923AD7A294}" dt="2023-12-02T08:15:58.584" v="1739" actId="20577"/>
          <ac:spMkLst>
            <pc:docMk/>
            <pc:sldMk cId="362410701" sldId="286"/>
            <ac:spMk id="3" creationId="{6A9F0D14-E798-A8C2-4B25-A0803A9F0965}"/>
          </ac:spMkLst>
        </pc:spChg>
        <pc:spChg chg="del">
          <ac:chgData name="Muhammad Fikri Hasani" userId="ada500cb4dc7801b" providerId="LiveId" clId="{772B5DDA-072E-4B19-A19B-E0923AD7A294}" dt="2023-12-02T08:16:09.080" v="1740"/>
          <ac:spMkLst>
            <pc:docMk/>
            <pc:sldMk cId="362410701" sldId="286"/>
            <ac:spMk id="4" creationId="{5DACD479-B2F7-5840-D4D0-4669467BECA0}"/>
          </ac:spMkLst>
        </pc:spChg>
        <pc:picChg chg="add mod">
          <ac:chgData name="Muhammad Fikri Hasani" userId="ada500cb4dc7801b" providerId="LiveId" clId="{772B5DDA-072E-4B19-A19B-E0923AD7A294}" dt="2023-12-02T08:16:12.599" v="1743" actId="14100"/>
          <ac:picMkLst>
            <pc:docMk/>
            <pc:sldMk cId="362410701" sldId="286"/>
            <ac:picMk id="5" creationId="{9149E2BF-C324-A0F2-FF1B-549AD1B5CE70}"/>
          </ac:picMkLst>
        </pc:picChg>
      </pc:sldChg>
      <pc:sldChg chg="modSp new mod">
        <pc:chgData name="Muhammad Fikri Hasani" userId="ada500cb4dc7801b" providerId="LiveId" clId="{772B5DDA-072E-4B19-A19B-E0923AD7A294}" dt="2023-12-02T08:38:42.871" v="1799" actId="20577"/>
        <pc:sldMkLst>
          <pc:docMk/>
          <pc:sldMk cId="118616448" sldId="287"/>
        </pc:sldMkLst>
        <pc:spChg chg="mod">
          <ac:chgData name="Muhammad Fikri Hasani" userId="ada500cb4dc7801b" providerId="LiveId" clId="{772B5DDA-072E-4B19-A19B-E0923AD7A294}" dt="2023-12-02T08:38:14.852" v="1746" actId="27636"/>
          <ac:spMkLst>
            <pc:docMk/>
            <pc:sldMk cId="118616448" sldId="287"/>
            <ac:spMk id="2" creationId="{8F7D7A73-9476-E839-9C9A-5D39EC0C9368}"/>
          </ac:spMkLst>
        </pc:spChg>
        <pc:spChg chg="mod">
          <ac:chgData name="Muhammad Fikri Hasani" userId="ada500cb4dc7801b" providerId="LiveId" clId="{772B5DDA-072E-4B19-A19B-E0923AD7A294}" dt="2023-12-02T08:38:18.845" v="1752" actId="20577"/>
          <ac:spMkLst>
            <pc:docMk/>
            <pc:sldMk cId="118616448" sldId="287"/>
            <ac:spMk id="3" creationId="{4652CD47-C031-A302-4337-D8A3D6072054}"/>
          </ac:spMkLst>
        </pc:spChg>
        <pc:spChg chg="mod">
          <ac:chgData name="Muhammad Fikri Hasani" userId="ada500cb4dc7801b" providerId="LiveId" clId="{772B5DDA-072E-4B19-A19B-E0923AD7A294}" dt="2023-12-02T08:38:42.871" v="1799" actId="20577"/>
          <ac:spMkLst>
            <pc:docMk/>
            <pc:sldMk cId="118616448" sldId="287"/>
            <ac:spMk id="4" creationId="{1460D16B-B554-0879-3424-BE80D11886CE}"/>
          </ac:spMkLst>
        </pc:spChg>
      </pc:sldChg>
      <pc:sldChg chg="addSp modSp mod">
        <pc:chgData name="Muhammad Fikri Hasani" userId="ada500cb4dc7801b" providerId="LiveId" clId="{772B5DDA-072E-4B19-A19B-E0923AD7A294}" dt="2023-12-08T01:28:47.964" v="2180" actId="20577"/>
        <pc:sldMkLst>
          <pc:docMk/>
          <pc:sldMk cId="640821483" sldId="288"/>
        </pc:sldMkLst>
        <pc:spChg chg="mod">
          <ac:chgData name="Muhammad Fikri Hasani" userId="ada500cb4dc7801b" providerId="LiveId" clId="{772B5DDA-072E-4B19-A19B-E0923AD7A294}" dt="2023-12-08T01:28:47.964" v="2180" actId="20577"/>
          <ac:spMkLst>
            <pc:docMk/>
            <pc:sldMk cId="640821483" sldId="288"/>
            <ac:spMk id="3" creationId="{82CCEE04-59E6-38FF-996D-62DB9CC99864}"/>
          </ac:spMkLst>
        </pc:spChg>
        <pc:spChg chg="mod">
          <ac:chgData name="Muhammad Fikri Hasani" userId="ada500cb4dc7801b" providerId="LiveId" clId="{772B5DDA-072E-4B19-A19B-E0923AD7A294}" dt="2023-12-08T01:28:30.669" v="2139" actId="20577"/>
          <ac:spMkLst>
            <pc:docMk/>
            <pc:sldMk cId="640821483" sldId="288"/>
            <ac:spMk id="4" creationId="{6D36412F-3B8C-9D34-B320-6E2DB52BE5A3}"/>
          </ac:spMkLst>
        </pc:spChg>
        <pc:picChg chg="add mod">
          <ac:chgData name="Muhammad Fikri Hasani" userId="ada500cb4dc7801b" providerId="LiveId" clId="{772B5DDA-072E-4B19-A19B-E0923AD7A294}" dt="2023-12-08T01:25:17.935" v="2053" actId="1076"/>
          <ac:picMkLst>
            <pc:docMk/>
            <pc:sldMk cId="640821483" sldId="288"/>
            <ac:picMk id="6" creationId="{945A868F-B2B9-0921-6A80-705695094C51}"/>
          </ac:picMkLst>
        </pc:picChg>
      </pc:sldChg>
      <pc:sldChg chg="addSp modSp new mod">
        <pc:chgData name="Muhammad Fikri Hasani" userId="ada500cb4dc7801b" providerId="LiveId" clId="{772B5DDA-072E-4B19-A19B-E0923AD7A294}" dt="2023-12-08T04:36:12.087" v="6052" actId="1076"/>
        <pc:sldMkLst>
          <pc:docMk/>
          <pc:sldMk cId="1361522196" sldId="290"/>
        </pc:sldMkLst>
        <pc:spChg chg="mod">
          <ac:chgData name="Muhammad Fikri Hasani" userId="ada500cb4dc7801b" providerId="LiveId" clId="{772B5DDA-072E-4B19-A19B-E0923AD7A294}" dt="2023-12-08T00:30:55.875" v="1883" actId="27636"/>
          <ac:spMkLst>
            <pc:docMk/>
            <pc:sldMk cId="1361522196" sldId="290"/>
            <ac:spMk id="2" creationId="{A497B4EF-7FF1-7BF6-E0C1-AA9EBB5CE43D}"/>
          </ac:spMkLst>
        </pc:spChg>
        <pc:spChg chg="mod">
          <ac:chgData name="Muhammad Fikri Hasani" userId="ada500cb4dc7801b" providerId="LiveId" clId="{772B5DDA-072E-4B19-A19B-E0923AD7A294}" dt="2023-12-08T04:27:54.127" v="5998"/>
          <ac:spMkLst>
            <pc:docMk/>
            <pc:sldMk cId="1361522196" sldId="290"/>
            <ac:spMk id="3" creationId="{85856771-F058-0DC2-592D-B19E4792AB71}"/>
          </ac:spMkLst>
        </pc:spChg>
        <pc:spChg chg="mod">
          <ac:chgData name="Muhammad Fikri Hasani" userId="ada500cb4dc7801b" providerId="LiveId" clId="{772B5DDA-072E-4B19-A19B-E0923AD7A294}" dt="2023-12-08T04:29:13.736" v="6050" actId="20577"/>
          <ac:spMkLst>
            <pc:docMk/>
            <pc:sldMk cId="1361522196" sldId="290"/>
            <ac:spMk id="4" creationId="{80CE963A-BC85-17A0-B75A-AA4537DDE5D3}"/>
          </ac:spMkLst>
        </pc:spChg>
        <pc:picChg chg="add mod">
          <ac:chgData name="Muhammad Fikri Hasani" userId="ada500cb4dc7801b" providerId="LiveId" clId="{772B5DDA-072E-4B19-A19B-E0923AD7A294}" dt="2023-12-08T04:36:12.087" v="6052" actId="1076"/>
          <ac:picMkLst>
            <pc:docMk/>
            <pc:sldMk cId="1361522196" sldId="290"/>
            <ac:picMk id="6" creationId="{8DAA21B4-9B6E-D0A8-7B16-645E3AF772A9}"/>
          </ac:picMkLst>
        </pc:picChg>
        <pc:picChg chg="add mod">
          <ac:chgData name="Muhammad Fikri Hasani" userId="ada500cb4dc7801b" providerId="LiveId" clId="{772B5DDA-072E-4B19-A19B-E0923AD7A294}" dt="2023-12-08T04:36:10.443" v="6051" actId="1076"/>
          <ac:picMkLst>
            <pc:docMk/>
            <pc:sldMk cId="1361522196" sldId="290"/>
            <ac:picMk id="8" creationId="{A27D5571-231C-EBF5-50DD-79DDEA49CC2A}"/>
          </ac:picMkLst>
        </pc:picChg>
      </pc:sldChg>
      <pc:sldChg chg="addSp modSp new mod">
        <pc:chgData name="Muhammad Fikri Hasani" userId="ada500cb4dc7801b" providerId="LiveId" clId="{772B5DDA-072E-4B19-A19B-E0923AD7A294}" dt="2023-12-08T04:45:20.668" v="7044" actId="14100"/>
        <pc:sldMkLst>
          <pc:docMk/>
          <pc:sldMk cId="1061038209" sldId="291"/>
        </pc:sldMkLst>
        <pc:spChg chg="mod">
          <ac:chgData name="Muhammad Fikri Hasani" userId="ada500cb4dc7801b" providerId="LiveId" clId="{772B5DDA-072E-4B19-A19B-E0923AD7A294}" dt="2023-12-08T00:33:44.159" v="1902" actId="27636"/>
          <ac:spMkLst>
            <pc:docMk/>
            <pc:sldMk cId="1061038209" sldId="291"/>
            <ac:spMk id="2" creationId="{867915DA-9C50-EA19-E8F9-D08F21E3B9F2}"/>
          </ac:spMkLst>
        </pc:spChg>
        <pc:spChg chg="mod">
          <ac:chgData name="Muhammad Fikri Hasani" userId="ada500cb4dc7801b" providerId="LiveId" clId="{772B5DDA-072E-4B19-A19B-E0923AD7A294}" dt="2023-12-08T00:33:48.132" v="1915" actId="20577"/>
          <ac:spMkLst>
            <pc:docMk/>
            <pc:sldMk cId="1061038209" sldId="291"/>
            <ac:spMk id="3" creationId="{34F71E6F-42F9-3302-D831-431F71C63FDF}"/>
          </ac:spMkLst>
        </pc:spChg>
        <pc:spChg chg="mod">
          <ac:chgData name="Muhammad Fikri Hasani" userId="ada500cb4dc7801b" providerId="LiveId" clId="{772B5DDA-072E-4B19-A19B-E0923AD7A294}" dt="2023-12-08T04:45:20.668" v="7044" actId="14100"/>
          <ac:spMkLst>
            <pc:docMk/>
            <pc:sldMk cId="1061038209" sldId="291"/>
            <ac:spMk id="4" creationId="{6452AD62-1AFE-8265-4ABA-BF241819D5B8}"/>
          </ac:spMkLst>
        </pc:spChg>
        <pc:picChg chg="add mod">
          <ac:chgData name="Muhammad Fikri Hasani" userId="ada500cb4dc7801b" providerId="LiveId" clId="{772B5DDA-072E-4B19-A19B-E0923AD7A294}" dt="2023-12-08T04:43:21.188" v="6871" actId="14100"/>
          <ac:picMkLst>
            <pc:docMk/>
            <pc:sldMk cId="1061038209" sldId="291"/>
            <ac:picMk id="6" creationId="{5837F89D-4B72-B4F0-CB6B-A8BA5F0E6706}"/>
          </ac:picMkLst>
        </pc:picChg>
        <pc:picChg chg="add mod">
          <ac:chgData name="Muhammad Fikri Hasani" userId="ada500cb4dc7801b" providerId="LiveId" clId="{772B5DDA-072E-4B19-A19B-E0923AD7A294}" dt="2023-12-08T04:44:23.442" v="6874" actId="1076"/>
          <ac:picMkLst>
            <pc:docMk/>
            <pc:sldMk cId="1061038209" sldId="291"/>
            <ac:picMk id="8" creationId="{A867E7EC-25C7-1875-BADA-7ED1C84E328C}"/>
          </ac:picMkLst>
        </pc:picChg>
        <pc:picChg chg="add mod">
          <ac:chgData name="Muhammad Fikri Hasani" userId="ada500cb4dc7801b" providerId="LiveId" clId="{772B5DDA-072E-4B19-A19B-E0923AD7A294}" dt="2023-12-08T04:44:41.028" v="6877" actId="14100"/>
          <ac:picMkLst>
            <pc:docMk/>
            <pc:sldMk cId="1061038209" sldId="291"/>
            <ac:picMk id="10" creationId="{80391149-3E8F-A606-3E36-6727C8E4FB8B}"/>
          </ac:picMkLst>
        </pc:picChg>
      </pc:sldChg>
      <pc:sldChg chg="new del">
        <pc:chgData name="Muhammad Fikri Hasani" userId="ada500cb4dc7801b" providerId="LiveId" clId="{772B5DDA-072E-4B19-A19B-E0923AD7A294}" dt="2023-12-08T01:28:53.831" v="2182" actId="47"/>
        <pc:sldMkLst>
          <pc:docMk/>
          <pc:sldMk cId="247341091" sldId="292"/>
        </pc:sldMkLst>
      </pc:sldChg>
      <pc:sldChg chg="addSp delSp modSp add mod">
        <pc:chgData name="Muhammad Fikri Hasani" userId="ada500cb4dc7801b" providerId="LiveId" clId="{772B5DDA-072E-4B19-A19B-E0923AD7A294}" dt="2023-12-08T01:38:03.699" v="2906" actId="20577"/>
        <pc:sldMkLst>
          <pc:docMk/>
          <pc:sldMk cId="1025481253" sldId="293"/>
        </pc:sldMkLst>
        <pc:spChg chg="mod">
          <ac:chgData name="Muhammad Fikri Hasani" userId="ada500cb4dc7801b" providerId="LiveId" clId="{772B5DDA-072E-4B19-A19B-E0923AD7A294}" dt="2023-12-08T01:38:03.699" v="2906" actId="20577"/>
          <ac:spMkLst>
            <pc:docMk/>
            <pc:sldMk cId="1025481253" sldId="293"/>
            <ac:spMk id="4" creationId="{6D36412F-3B8C-9D34-B320-6E2DB52BE5A3}"/>
          </ac:spMkLst>
        </pc:spChg>
        <pc:picChg chg="del">
          <ac:chgData name="Muhammad Fikri Hasani" userId="ada500cb4dc7801b" providerId="LiveId" clId="{772B5DDA-072E-4B19-A19B-E0923AD7A294}" dt="2023-12-08T01:29:15.222" v="2212" actId="478"/>
          <ac:picMkLst>
            <pc:docMk/>
            <pc:sldMk cId="1025481253" sldId="293"/>
            <ac:picMk id="6" creationId="{945A868F-B2B9-0921-6A80-705695094C51}"/>
          </ac:picMkLst>
        </pc:picChg>
        <pc:picChg chg="add del mod">
          <ac:chgData name="Muhammad Fikri Hasani" userId="ada500cb4dc7801b" providerId="LiveId" clId="{772B5DDA-072E-4B19-A19B-E0923AD7A294}" dt="2023-12-08T01:32:43.879" v="2216" actId="478"/>
          <ac:picMkLst>
            <pc:docMk/>
            <pc:sldMk cId="1025481253" sldId="293"/>
            <ac:picMk id="7" creationId="{60716847-01E2-343A-3A0D-4B73F09D73BC}"/>
          </ac:picMkLst>
        </pc:picChg>
        <pc:picChg chg="add mod">
          <ac:chgData name="Muhammad Fikri Hasani" userId="ada500cb4dc7801b" providerId="LiveId" clId="{772B5DDA-072E-4B19-A19B-E0923AD7A294}" dt="2023-12-08T01:37:49.391" v="2897" actId="1076"/>
          <ac:picMkLst>
            <pc:docMk/>
            <pc:sldMk cId="1025481253" sldId="293"/>
            <ac:picMk id="9" creationId="{E94EAD36-873B-F6DB-6A39-F7AD53262656}"/>
          </ac:picMkLst>
        </pc:picChg>
        <pc:picChg chg="add mod">
          <ac:chgData name="Muhammad Fikri Hasani" userId="ada500cb4dc7801b" providerId="LiveId" clId="{772B5DDA-072E-4B19-A19B-E0923AD7A294}" dt="2023-12-08T01:37:54.872" v="2899" actId="1076"/>
          <ac:picMkLst>
            <pc:docMk/>
            <pc:sldMk cId="1025481253" sldId="293"/>
            <ac:picMk id="11" creationId="{D7C00592-978B-0DA0-88EB-3289D1177A29}"/>
          </ac:picMkLst>
        </pc:picChg>
      </pc:sldChg>
      <pc:sldChg chg="addSp delSp modSp new mod">
        <pc:chgData name="Muhammad Fikri Hasani" userId="ada500cb4dc7801b" providerId="LiveId" clId="{772B5DDA-072E-4B19-A19B-E0923AD7A294}" dt="2023-12-08T04:26:43.839" v="5838" actId="20577"/>
        <pc:sldMkLst>
          <pc:docMk/>
          <pc:sldMk cId="3951072876" sldId="294"/>
        </pc:sldMkLst>
        <pc:spChg chg="mod">
          <ac:chgData name="Muhammad Fikri Hasani" userId="ada500cb4dc7801b" providerId="LiveId" clId="{772B5DDA-072E-4B19-A19B-E0923AD7A294}" dt="2023-12-08T01:38:17.862" v="2910" actId="27636"/>
          <ac:spMkLst>
            <pc:docMk/>
            <pc:sldMk cId="3951072876" sldId="294"/>
            <ac:spMk id="2" creationId="{797250B2-EA48-2717-753D-EAB06EED0151}"/>
          </ac:spMkLst>
        </pc:spChg>
        <pc:spChg chg="mod">
          <ac:chgData name="Muhammad Fikri Hasani" userId="ada500cb4dc7801b" providerId="LiveId" clId="{772B5DDA-072E-4B19-A19B-E0923AD7A294}" dt="2023-12-08T01:38:28.425" v="2966" actId="20577"/>
          <ac:spMkLst>
            <pc:docMk/>
            <pc:sldMk cId="3951072876" sldId="294"/>
            <ac:spMk id="3" creationId="{C0CA36AD-AF62-C3CC-675F-477E8AFC4641}"/>
          </ac:spMkLst>
        </pc:spChg>
        <pc:spChg chg="mod">
          <ac:chgData name="Muhammad Fikri Hasani" userId="ada500cb4dc7801b" providerId="LiveId" clId="{772B5DDA-072E-4B19-A19B-E0923AD7A294}" dt="2023-12-08T04:26:43.839" v="5838" actId="20577"/>
          <ac:spMkLst>
            <pc:docMk/>
            <pc:sldMk cId="3951072876" sldId="294"/>
            <ac:spMk id="4" creationId="{93B95A24-FE80-EF91-4CF2-3D31E78B25AE}"/>
          </ac:spMkLst>
        </pc:spChg>
        <pc:picChg chg="add del mod">
          <ac:chgData name="Muhammad Fikri Hasani" userId="ada500cb4dc7801b" providerId="LiveId" clId="{772B5DDA-072E-4B19-A19B-E0923AD7A294}" dt="2023-12-08T04:20:41.845" v="5686" actId="478"/>
          <ac:picMkLst>
            <pc:docMk/>
            <pc:sldMk cId="3951072876" sldId="294"/>
            <ac:picMk id="6" creationId="{6837DB73-3FE1-2365-3A6F-3F628BDC1CAB}"/>
          </ac:picMkLst>
        </pc:picChg>
        <pc:picChg chg="add mod">
          <ac:chgData name="Muhammad Fikri Hasani" userId="ada500cb4dc7801b" providerId="LiveId" clId="{772B5DDA-072E-4B19-A19B-E0923AD7A294}" dt="2023-12-08T04:26:28.684" v="5758" actId="1076"/>
          <ac:picMkLst>
            <pc:docMk/>
            <pc:sldMk cId="3951072876" sldId="294"/>
            <ac:picMk id="8" creationId="{C65C4595-C1CC-72E0-E68B-FB4D48131248}"/>
          </ac:picMkLst>
        </pc:picChg>
        <pc:picChg chg="add del mod">
          <ac:chgData name="Muhammad Fikri Hasani" userId="ada500cb4dc7801b" providerId="LiveId" clId="{772B5DDA-072E-4B19-A19B-E0923AD7A294}" dt="2023-12-08T04:26:00.090" v="5698" actId="478"/>
          <ac:picMkLst>
            <pc:docMk/>
            <pc:sldMk cId="3951072876" sldId="294"/>
            <ac:picMk id="10" creationId="{341ABA09-98C9-A359-84E2-A34E1F0F629A}"/>
          </ac:picMkLst>
        </pc:picChg>
      </pc:sldChg>
      <pc:sldChg chg="addSp delSp modSp add mod">
        <pc:chgData name="Muhammad Fikri Hasani" userId="ada500cb4dc7801b" providerId="LiveId" clId="{772B5DDA-072E-4B19-A19B-E0923AD7A294}" dt="2023-12-08T02:00:32.032" v="3756" actId="14100"/>
        <pc:sldMkLst>
          <pc:docMk/>
          <pc:sldMk cId="2391249211" sldId="295"/>
        </pc:sldMkLst>
        <pc:spChg chg="mod">
          <ac:chgData name="Muhammad Fikri Hasani" userId="ada500cb4dc7801b" providerId="LiveId" clId="{772B5DDA-072E-4B19-A19B-E0923AD7A294}" dt="2023-12-08T01:59:59.583" v="3745" actId="20577"/>
          <ac:spMkLst>
            <pc:docMk/>
            <pc:sldMk cId="2391249211" sldId="295"/>
            <ac:spMk id="4" creationId="{6D36412F-3B8C-9D34-B320-6E2DB52BE5A3}"/>
          </ac:spMkLst>
        </pc:spChg>
        <pc:picChg chg="add mod">
          <ac:chgData name="Muhammad Fikri Hasani" userId="ada500cb4dc7801b" providerId="LiveId" clId="{772B5DDA-072E-4B19-A19B-E0923AD7A294}" dt="2023-12-08T02:00:28.737" v="3754" actId="1076"/>
          <ac:picMkLst>
            <pc:docMk/>
            <pc:sldMk cId="2391249211" sldId="295"/>
            <ac:picMk id="6" creationId="{53F8F40C-E924-AE43-AA10-72C67AF7F7DE}"/>
          </ac:picMkLst>
        </pc:picChg>
        <pc:picChg chg="add mod">
          <ac:chgData name="Muhammad Fikri Hasani" userId="ada500cb4dc7801b" providerId="LiveId" clId="{772B5DDA-072E-4B19-A19B-E0923AD7A294}" dt="2023-12-08T02:00:32.032" v="3756" actId="14100"/>
          <ac:picMkLst>
            <pc:docMk/>
            <pc:sldMk cId="2391249211" sldId="295"/>
            <ac:picMk id="8" creationId="{F1D63850-2B39-FE7D-DCE9-FD82ADE6F6D5}"/>
          </ac:picMkLst>
        </pc:picChg>
        <pc:picChg chg="del">
          <ac:chgData name="Muhammad Fikri Hasani" userId="ada500cb4dc7801b" providerId="LiveId" clId="{772B5DDA-072E-4B19-A19B-E0923AD7A294}" dt="2023-12-08T01:43:05.150" v="3241" actId="478"/>
          <ac:picMkLst>
            <pc:docMk/>
            <pc:sldMk cId="2391249211" sldId="295"/>
            <ac:picMk id="9" creationId="{E94EAD36-873B-F6DB-6A39-F7AD53262656}"/>
          </ac:picMkLst>
        </pc:picChg>
        <pc:picChg chg="del">
          <ac:chgData name="Muhammad Fikri Hasani" userId="ada500cb4dc7801b" providerId="LiveId" clId="{772B5DDA-072E-4B19-A19B-E0923AD7A294}" dt="2023-12-08T01:43:03.674" v="3240" actId="478"/>
          <ac:picMkLst>
            <pc:docMk/>
            <pc:sldMk cId="2391249211" sldId="295"/>
            <ac:picMk id="11" creationId="{D7C00592-978B-0DA0-88EB-3289D1177A29}"/>
          </ac:picMkLst>
        </pc:picChg>
      </pc:sldChg>
      <pc:sldChg chg="add">
        <pc:chgData name="Muhammad Fikri Hasani" userId="ada500cb4dc7801b" providerId="LiveId" clId="{772B5DDA-072E-4B19-A19B-E0923AD7A294}" dt="2023-12-08T02:12:40.771" v="3757" actId="2890"/>
        <pc:sldMkLst>
          <pc:docMk/>
          <pc:sldMk cId="3074250461" sldId="296"/>
        </pc:sldMkLst>
      </pc:sldChg>
      <pc:sldChg chg="addSp delSp modSp add mod">
        <pc:chgData name="Muhammad Fikri Hasani" userId="ada500cb4dc7801b" providerId="LiveId" clId="{772B5DDA-072E-4B19-A19B-E0923AD7A294}" dt="2023-12-08T02:54:09.204" v="4751" actId="14100"/>
        <pc:sldMkLst>
          <pc:docMk/>
          <pc:sldMk cId="683026448" sldId="297"/>
        </pc:sldMkLst>
        <pc:spChg chg="mod">
          <ac:chgData name="Muhammad Fikri Hasani" userId="ada500cb4dc7801b" providerId="LiveId" clId="{772B5DDA-072E-4B19-A19B-E0923AD7A294}" dt="2023-12-08T02:52:15.722" v="4725" actId="20577"/>
          <ac:spMkLst>
            <pc:docMk/>
            <pc:sldMk cId="683026448" sldId="297"/>
            <ac:spMk id="4" creationId="{6D36412F-3B8C-9D34-B320-6E2DB52BE5A3}"/>
          </ac:spMkLst>
        </pc:spChg>
        <pc:picChg chg="del">
          <ac:chgData name="Muhammad Fikri Hasani" userId="ada500cb4dc7801b" providerId="LiveId" clId="{772B5DDA-072E-4B19-A19B-E0923AD7A294}" dt="2023-12-08T02:38:44.681" v="3821" actId="478"/>
          <ac:picMkLst>
            <pc:docMk/>
            <pc:sldMk cId="683026448" sldId="297"/>
            <ac:picMk id="6" creationId="{53F8F40C-E924-AE43-AA10-72C67AF7F7DE}"/>
          </ac:picMkLst>
        </pc:picChg>
        <pc:picChg chg="add del mod">
          <ac:chgData name="Muhammad Fikri Hasani" userId="ada500cb4dc7801b" providerId="LiveId" clId="{772B5DDA-072E-4B19-A19B-E0923AD7A294}" dt="2023-12-08T02:54:03.710" v="4748" actId="478"/>
          <ac:picMkLst>
            <pc:docMk/>
            <pc:sldMk cId="683026448" sldId="297"/>
            <ac:picMk id="7" creationId="{FCFC1420-94AA-76FB-B084-F256566A5AA5}"/>
          </ac:picMkLst>
        </pc:picChg>
        <pc:picChg chg="del">
          <ac:chgData name="Muhammad Fikri Hasani" userId="ada500cb4dc7801b" providerId="LiveId" clId="{772B5DDA-072E-4B19-A19B-E0923AD7A294}" dt="2023-12-08T02:38:44.681" v="3821" actId="478"/>
          <ac:picMkLst>
            <pc:docMk/>
            <pc:sldMk cId="683026448" sldId="297"/>
            <ac:picMk id="8" creationId="{F1D63850-2B39-FE7D-DCE9-FD82ADE6F6D5}"/>
          </ac:picMkLst>
        </pc:picChg>
        <pc:picChg chg="add mod">
          <ac:chgData name="Muhammad Fikri Hasani" userId="ada500cb4dc7801b" providerId="LiveId" clId="{772B5DDA-072E-4B19-A19B-E0923AD7A294}" dt="2023-12-08T02:54:09.204" v="4751" actId="14100"/>
          <ac:picMkLst>
            <pc:docMk/>
            <pc:sldMk cId="683026448" sldId="297"/>
            <ac:picMk id="10" creationId="{8210060D-C8B3-2153-8A56-A040C70D2D6C}"/>
          </ac:picMkLst>
        </pc:picChg>
      </pc:sldChg>
      <pc:sldChg chg="addSp delSp modSp add mod">
        <pc:chgData name="Muhammad Fikri Hasani" userId="ada500cb4dc7801b" providerId="LiveId" clId="{772B5DDA-072E-4B19-A19B-E0923AD7A294}" dt="2023-12-08T03:27:49.389" v="5500" actId="20577"/>
        <pc:sldMkLst>
          <pc:docMk/>
          <pc:sldMk cId="3166940965" sldId="298"/>
        </pc:sldMkLst>
        <pc:spChg chg="mod">
          <ac:chgData name="Muhammad Fikri Hasani" userId="ada500cb4dc7801b" providerId="LiveId" clId="{772B5DDA-072E-4B19-A19B-E0923AD7A294}" dt="2023-12-08T03:27:49.389" v="5500" actId="20577"/>
          <ac:spMkLst>
            <pc:docMk/>
            <pc:sldMk cId="3166940965" sldId="298"/>
            <ac:spMk id="4" creationId="{6D36412F-3B8C-9D34-B320-6E2DB52BE5A3}"/>
          </ac:spMkLst>
        </pc:spChg>
        <pc:spChg chg="add mod">
          <ac:chgData name="Muhammad Fikri Hasani" userId="ada500cb4dc7801b" providerId="LiveId" clId="{772B5DDA-072E-4B19-A19B-E0923AD7A294}" dt="2023-12-08T03:07:54.505" v="4776" actId="1076"/>
          <ac:spMkLst>
            <pc:docMk/>
            <pc:sldMk cId="3166940965" sldId="298"/>
            <ac:spMk id="16" creationId="{88AE7AE4-9858-A48D-DAE9-4BA0B8B2325A}"/>
          </ac:spMkLst>
        </pc:spChg>
        <pc:spChg chg="add mod">
          <ac:chgData name="Muhammad Fikri Hasani" userId="ada500cb4dc7801b" providerId="LiveId" clId="{772B5DDA-072E-4B19-A19B-E0923AD7A294}" dt="2023-12-08T03:08:00.628" v="4783" actId="20577"/>
          <ac:spMkLst>
            <pc:docMk/>
            <pc:sldMk cId="3166940965" sldId="298"/>
            <ac:spMk id="17" creationId="{80F3C92D-EE0E-8F2E-9FC4-94A66B34A16E}"/>
          </ac:spMkLst>
        </pc:spChg>
        <pc:picChg chg="add mod">
          <ac:chgData name="Muhammad Fikri Hasani" userId="ada500cb4dc7801b" providerId="LiveId" clId="{772B5DDA-072E-4B19-A19B-E0923AD7A294}" dt="2023-12-08T02:54:53.277" v="4756" actId="1076"/>
          <ac:picMkLst>
            <pc:docMk/>
            <pc:sldMk cId="3166940965" sldId="298"/>
            <ac:picMk id="6" creationId="{E6227426-6E22-63BD-6361-5E508AE7C8EB}"/>
          </ac:picMkLst>
        </pc:picChg>
        <pc:picChg chg="del">
          <ac:chgData name="Muhammad Fikri Hasani" userId="ada500cb4dc7801b" providerId="LiveId" clId="{772B5DDA-072E-4B19-A19B-E0923AD7A294}" dt="2023-12-08T02:53:14.787" v="4747" actId="478"/>
          <ac:picMkLst>
            <pc:docMk/>
            <pc:sldMk cId="3166940965" sldId="298"/>
            <ac:picMk id="7" creationId="{FCFC1420-94AA-76FB-B084-F256566A5AA5}"/>
          </ac:picMkLst>
        </pc:picChg>
        <pc:inkChg chg="add">
          <ac:chgData name="Muhammad Fikri Hasani" userId="ada500cb4dc7801b" providerId="LiveId" clId="{772B5DDA-072E-4B19-A19B-E0923AD7A294}" dt="2023-12-08T03:07:13.306" v="4757" actId="9405"/>
          <ac:inkMkLst>
            <pc:docMk/>
            <pc:sldMk cId="3166940965" sldId="298"/>
            <ac:inkMk id="8" creationId="{66EDF783-60AF-AC59-BEE6-6774249DAE80}"/>
          </ac:inkMkLst>
        </pc:inkChg>
        <pc:inkChg chg="add del">
          <ac:chgData name="Muhammad Fikri Hasani" userId="ada500cb4dc7801b" providerId="LiveId" clId="{772B5DDA-072E-4B19-A19B-E0923AD7A294}" dt="2023-12-08T03:07:22.820" v="4761" actId="9405"/>
          <ac:inkMkLst>
            <pc:docMk/>
            <pc:sldMk cId="3166940965" sldId="298"/>
            <ac:inkMk id="9" creationId="{C1BD95DE-3A02-9AA9-324F-EE42013D05F2}"/>
          </ac:inkMkLst>
        </pc:inkChg>
        <pc:inkChg chg="add del">
          <ac:chgData name="Muhammad Fikri Hasani" userId="ada500cb4dc7801b" providerId="LiveId" clId="{772B5DDA-072E-4B19-A19B-E0923AD7A294}" dt="2023-12-08T03:07:22.092" v="4760" actId="9405"/>
          <ac:inkMkLst>
            <pc:docMk/>
            <pc:sldMk cId="3166940965" sldId="298"/>
            <ac:inkMk id="10" creationId="{9F6F2A8F-03FC-56B6-C5D7-8AF54259F5C2}"/>
          </ac:inkMkLst>
        </pc:inkChg>
        <pc:inkChg chg="add del">
          <ac:chgData name="Muhammad Fikri Hasani" userId="ada500cb4dc7801b" providerId="LiveId" clId="{772B5DDA-072E-4B19-A19B-E0923AD7A294}" dt="2023-12-08T03:07:31.283" v="4763" actId="9405"/>
          <ac:inkMkLst>
            <pc:docMk/>
            <pc:sldMk cId="3166940965" sldId="298"/>
            <ac:inkMk id="11" creationId="{4573DE56-96E1-F7A7-F415-0C41C3610796}"/>
          </ac:inkMkLst>
        </pc:inkChg>
        <pc:inkChg chg="add del">
          <ac:chgData name="Muhammad Fikri Hasani" userId="ada500cb4dc7801b" providerId="LiveId" clId="{772B5DDA-072E-4B19-A19B-E0923AD7A294}" dt="2023-12-08T03:07:32.624" v="4765" actId="9405"/>
          <ac:inkMkLst>
            <pc:docMk/>
            <pc:sldMk cId="3166940965" sldId="298"/>
            <ac:inkMk id="12" creationId="{73F0BFC4-4489-AD1F-22C0-A8BE4076E1B9}"/>
          </ac:inkMkLst>
        </pc:inkChg>
        <pc:inkChg chg="add">
          <ac:chgData name="Muhammad Fikri Hasani" userId="ada500cb4dc7801b" providerId="LiveId" clId="{772B5DDA-072E-4B19-A19B-E0923AD7A294}" dt="2023-12-08T03:07:40.765" v="4766" actId="9405"/>
          <ac:inkMkLst>
            <pc:docMk/>
            <pc:sldMk cId="3166940965" sldId="298"/>
            <ac:inkMk id="13" creationId="{7C8C9F2A-8E3E-3AAE-92BD-04B3636CEBBA}"/>
          </ac:inkMkLst>
        </pc:inkChg>
        <pc:inkChg chg="add">
          <ac:chgData name="Muhammad Fikri Hasani" userId="ada500cb4dc7801b" providerId="LiveId" clId="{772B5DDA-072E-4B19-A19B-E0923AD7A294}" dt="2023-12-08T03:07:43.626" v="4767" actId="9405"/>
          <ac:inkMkLst>
            <pc:docMk/>
            <pc:sldMk cId="3166940965" sldId="298"/>
            <ac:inkMk id="14" creationId="{2C838BB7-3611-7C5F-43BB-3F8407134CA2}"/>
          </ac:inkMkLst>
        </pc:inkChg>
        <pc:inkChg chg="add">
          <ac:chgData name="Muhammad Fikri Hasani" userId="ada500cb4dc7801b" providerId="LiveId" clId="{772B5DDA-072E-4B19-A19B-E0923AD7A294}" dt="2023-12-08T03:07:46.194" v="4768" actId="9405"/>
          <ac:inkMkLst>
            <pc:docMk/>
            <pc:sldMk cId="3166940965" sldId="298"/>
            <ac:inkMk id="15" creationId="{5A11FD3F-4123-000F-EF22-D64FC0BFA0F1}"/>
          </ac:inkMkLst>
        </pc:inkChg>
      </pc:sldChg>
    </pc:docChg>
  </pc:docChgLst>
  <pc:docChgLst>
    <pc:chgData name="Muhammad Fikri Hasani" userId="ada500cb4dc7801b" providerId="Windows Live" clId="Web-{BDE7F6C9-6967-443F-BF93-E56759E2C2C4}"/>
    <pc:docChg chg="addSld delSld modSld sldOrd">
      <pc:chgData name="Muhammad Fikri Hasani" userId="ada500cb4dc7801b" providerId="Windows Live" clId="Web-{BDE7F6C9-6967-443F-BF93-E56759E2C2C4}" dt="2023-12-06T10:12:09.109" v="782" actId="20577"/>
      <pc:docMkLst>
        <pc:docMk/>
      </pc:docMkLst>
      <pc:sldChg chg="modSp">
        <pc:chgData name="Muhammad Fikri Hasani" userId="ada500cb4dc7801b" providerId="Windows Live" clId="Web-{BDE7F6C9-6967-443F-BF93-E56759E2C2C4}" dt="2023-12-06T04:39:22.099" v="497" actId="20577"/>
        <pc:sldMkLst>
          <pc:docMk/>
          <pc:sldMk cId="2766454393" sldId="257"/>
        </pc:sldMkLst>
        <pc:spChg chg="mod">
          <ac:chgData name="Muhammad Fikri Hasani" userId="ada500cb4dc7801b" providerId="Windows Live" clId="Web-{BDE7F6C9-6967-443F-BF93-E56759E2C2C4}" dt="2023-12-06T04:39:22.099" v="497" actId="20577"/>
          <ac:spMkLst>
            <pc:docMk/>
            <pc:sldMk cId="2766454393" sldId="257"/>
            <ac:spMk id="4" creationId="{72B426B6-A02E-F758-7A2B-554FFF354A1A}"/>
          </ac:spMkLst>
        </pc:spChg>
      </pc:sldChg>
      <pc:sldChg chg="modSp">
        <pc:chgData name="Muhammad Fikri Hasani" userId="ada500cb4dc7801b" providerId="Windows Live" clId="Web-{BDE7F6C9-6967-443F-BF93-E56759E2C2C4}" dt="2023-12-06T04:41:32.857" v="524" actId="14100"/>
        <pc:sldMkLst>
          <pc:docMk/>
          <pc:sldMk cId="3942114241" sldId="283"/>
        </pc:sldMkLst>
        <pc:spChg chg="mod">
          <ac:chgData name="Muhammad Fikri Hasani" userId="ada500cb4dc7801b" providerId="Windows Live" clId="Web-{BDE7F6C9-6967-443F-BF93-E56759E2C2C4}" dt="2023-12-06T04:41:32.857" v="524" actId="14100"/>
          <ac:spMkLst>
            <pc:docMk/>
            <pc:sldMk cId="3942114241" sldId="283"/>
            <ac:spMk id="4" creationId="{281E48F4-5769-1C09-E1A2-827502181790}"/>
          </ac:spMkLst>
        </pc:spChg>
      </pc:sldChg>
      <pc:sldChg chg="modSp ord">
        <pc:chgData name="Muhammad Fikri Hasani" userId="ada500cb4dc7801b" providerId="Windows Live" clId="Web-{BDE7F6C9-6967-443F-BF93-E56759E2C2C4}" dt="2023-12-06T04:41:42.514" v="526" actId="14100"/>
        <pc:sldMkLst>
          <pc:docMk/>
          <pc:sldMk cId="3883572305" sldId="284"/>
        </pc:sldMkLst>
        <pc:spChg chg="mod">
          <ac:chgData name="Muhammad Fikri Hasani" userId="ada500cb4dc7801b" providerId="Windows Live" clId="Web-{BDE7F6C9-6967-443F-BF93-E56759E2C2C4}" dt="2023-12-06T04:41:42.514" v="526" actId="14100"/>
          <ac:spMkLst>
            <pc:docMk/>
            <pc:sldMk cId="3883572305" sldId="284"/>
            <ac:spMk id="4" creationId="{CD36A718-C531-FC42-0DB3-5B055A1C9A87}"/>
          </ac:spMkLst>
        </pc:spChg>
      </pc:sldChg>
      <pc:sldChg chg="addSp delSp modSp ord">
        <pc:chgData name="Muhammad Fikri Hasani" userId="ada500cb4dc7801b" providerId="Windows Live" clId="Web-{BDE7F6C9-6967-443F-BF93-E56759E2C2C4}" dt="2023-12-06T04:38:50.784" v="479" actId="20577"/>
        <pc:sldMkLst>
          <pc:docMk/>
          <pc:sldMk cId="118616448" sldId="287"/>
        </pc:sldMkLst>
        <pc:spChg chg="mod">
          <ac:chgData name="Muhammad Fikri Hasani" userId="ada500cb4dc7801b" providerId="Windows Live" clId="Web-{BDE7F6C9-6967-443F-BF93-E56759E2C2C4}" dt="2023-12-06T04:38:50.784" v="479" actId="20577"/>
          <ac:spMkLst>
            <pc:docMk/>
            <pc:sldMk cId="118616448" sldId="287"/>
            <ac:spMk id="4" creationId="{1460D16B-B554-0879-3424-BE80D11886CE}"/>
          </ac:spMkLst>
        </pc:spChg>
        <pc:picChg chg="add del mod">
          <ac:chgData name="Muhammad Fikri Hasani" userId="ada500cb4dc7801b" providerId="Windows Live" clId="Web-{BDE7F6C9-6967-443F-BF93-E56759E2C2C4}" dt="2023-12-06T04:27:45.084" v="153"/>
          <ac:picMkLst>
            <pc:docMk/>
            <pc:sldMk cId="118616448" sldId="287"/>
            <ac:picMk id="5" creationId="{0CFFEF55-B25B-3914-F603-75912E5C4E1E}"/>
          </ac:picMkLst>
        </pc:picChg>
        <pc:picChg chg="add mod">
          <ac:chgData name="Muhammad Fikri Hasani" userId="ada500cb4dc7801b" providerId="Windows Live" clId="Web-{BDE7F6C9-6967-443F-BF93-E56759E2C2C4}" dt="2023-12-06T04:38:25.798" v="471" actId="1076"/>
          <ac:picMkLst>
            <pc:docMk/>
            <pc:sldMk cId="118616448" sldId="287"/>
            <ac:picMk id="7" creationId="{3452DAE8-7BDE-C81C-7CF7-6ED7B5E520FF}"/>
          </ac:picMkLst>
        </pc:picChg>
      </pc:sldChg>
      <pc:sldChg chg="modSp new ord">
        <pc:chgData name="Muhammad Fikri Hasani" userId="ada500cb4dc7801b" providerId="Windows Live" clId="Web-{BDE7F6C9-6967-443F-BF93-E56759E2C2C4}" dt="2023-12-06T10:12:09.109" v="782" actId="20577"/>
        <pc:sldMkLst>
          <pc:docMk/>
          <pc:sldMk cId="640821483" sldId="288"/>
        </pc:sldMkLst>
        <pc:spChg chg="mod">
          <ac:chgData name="Muhammad Fikri Hasani" userId="ada500cb4dc7801b" providerId="Windows Live" clId="Web-{BDE7F6C9-6967-443F-BF93-E56759E2C2C4}" dt="2023-12-06T04:42:21.892" v="529"/>
          <ac:spMkLst>
            <pc:docMk/>
            <pc:sldMk cId="640821483" sldId="288"/>
            <ac:spMk id="2" creationId="{234C3503-9E8B-A96A-8858-EC677B9E09C0}"/>
          </ac:spMkLst>
        </pc:spChg>
        <pc:spChg chg="mod">
          <ac:chgData name="Muhammad Fikri Hasani" userId="ada500cb4dc7801b" providerId="Windows Live" clId="Web-{BDE7F6C9-6967-443F-BF93-E56759E2C2C4}" dt="2023-12-06T04:42:33.190" v="531" actId="20577"/>
          <ac:spMkLst>
            <pc:docMk/>
            <pc:sldMk cId="640821483" sldId="288"/>
            <ac:spMk id="3" creationId="{82CCEE04-59E6-38FF-996D-62DB9CC99864}"/>
          </ac:spMkLst>
        </pc:spChg>
        <pc:spChg chg="mod">
          <ac:chgData name="Muhammad Fikri Hasani" userId="ada500cb4dc7801b" providerId="Windows Live" clId="Web-{BDE7F6C9-6967-443F-BF93-E56759E2C2C4}" dt="2023-12-06T10:12:09.109" v="782" actId="20577"/>
          <ac:spMkLst>
            <pc:docMk/>
            <pc:sldMk cId="640821483" sldId="288"/>
            <ac:spMk id="4" creationId="{6D36412F-3B8C-9D34-B320-6E2DB52BE5A3}"/>
          </ac:spMkLst>
        </pc:spChg>
      </pc:sldChg>
      <pc:sldChg chg="new del">
        <pc:chgData name="Muhammad Fikri Hasani" userId="ada500cb4dc7801b" providerId="Windows Live" clId="Web-{BDE7F6C9-6967-443F-BF93-E56759E2C2C4}" dt="2023-12-06T04:27:49.818" v="155"/>
        <pc:sldMkLst>
          <pc:docMk/>
          <pc:sldMk cId="2270166086" sldId="288"/>
        </pc:sldMkLst>
      </pc:sldChg>
      <pc:sldChg chg="addSp modSp new del ord">
        <pc:chgData name="Muhammad Fikri Hasani" userId="ada500cb4dc7801b" providerId="Windows Live" clId="Web-{BDE7F6C9-6967-443F-BF93-E56759E2C2C4}" dt="2023-12-06T04:38:21.267" v="470"/>
        <pc:sldMkLst>
          <pc:docMk/>
          <pc:sldMk cId="4073440380" sldId="288"/>
        </pc:sldMkLst>
        <pc:spChg chg="mod">
          <ac:chgData name="Muhammad Fikri Hasani" userId="ada500cb4dc7801b" providerId="Windows Live" clId="Web-{BDE7F6C9-6967-443F-BF93-E56759E2C2C4}" dt="2023-12-06T04:30:14.953" v="167" actId="20577"/>
          <ac:spMkLst>
            <pc:docMk/>
            <pc:sldMk cId="4073440380" sldId="288"/>
            <ac:spMk id="2" creationId="{F426873D-7D81-8102-43A2-3CAC572E6364}"/>
          </ac:spMkLst>
        </pc:spChg>
        <pc:spChg chg="mod">
          <ac:chgData name="Muhammad Fikri Hasani" userId="ada500cb4dc7801b" providerId="Windows Live" clId="Web-{BDE7F6C9-6967-443F-BF93-E56759E2C2C4}" dt="2023-12-06T04:33:10.949" v="282" actId="20577"/>
          <ac:spMkLst>
            <pc:docMk/>
            <pc:sldMk cId="4073440380" sldId="288"/>
            <ac:spMk id="3" creationId="{CF7A9F1B-3E53-2562-92FF-C3847500561B}"/>
          </ac:spMkLst>
        </pc:spChg>
        <pc:spChg chg="mod">
          <ac:chgData name="Muhammad Fikri Hasani" userId="ada500cb4dc7801b" providerId="Windows Live" clId="Web-{BDE7F6C9-6967-443F-BF93-E56759E2C2C4}" dt="2023-12-06T04:36:21.821" v="422" actId="14100"/>
          <ac:spMkLst>
            <pc:docMk/>
            <pc:sldMk cId="4073440380" sldId="288"/>
            <ac:spMk id="4" creationId="{0254E189-AF68-A995-6DDC-9AEA11CDA84F}"/>
          </ac:spMkLst>
        </pc:spChg>
        <pc:picChg chg="add mod">
          <ac:chgData name="Muhammad Fikri Hasani" userId="ada500cb4dc7801b" providerId="Windows Live" clId="Web-{BDE7F6C9-6967-443F-BF93-E56759E2C2C4}" dt="2023-12-06T04:33:45.936" v="347" actId="14100"/>
          <ac:picMkLst>
            <pc:docMk/>
            <pc:sldMk cId="4073440380" sldId="288"/>
            <ac:picMk id="5" creationId="{C0F429D7-9FA0-8604-9D73-F7A0286ECCCC}"/>
          </ac:picMkLst>
        </pc:picChg>
      </pc:sldChg>
      <pc:sldChg chg="modSp new">
        <pc:chgData name="Muhammad Fikri Hasani" userId="ada500cb4dc7801b" providerId="Windows Live" clId="Web-{BDE7F6C9-6967-443F-BF93-E56759E2C2C4}" dt="2023-12-06T10:10:56.090" v="737" actId="20577"/>
        <pc:sldMkLst>
          <pc:docMk/>
          <pc:sldMk cId="1226350815" sldId="289"/>
        </pc:sldMkLst>
        <pc:spChg chg="mod">
          <ac:chgData name="Muhammad Fikri Hasani" userId="ada500cb4dc7801b" providerId="Windows Live" clId="Web-{BDE7F6C9-6967-443F-BF93-E56759E2C2C4}" dt="2023-12-06T10:01:34.195" v="683" actId="20577"/>
          <ac:spMkLst>
            <pc:docMk/>
            <pc:sldMk cId="1226350815" sldId="289"/>
            <ac:spMk id="2" creationId="{FE424D2C-37AE-DC36-9E6E-7E41ABB46ABC}"/>
          </ac:spMkLst>
        </pc:spChg>
        <pc:spChg chg="mod">
          <ac:chgData name="Muhammad Fikri Hasani" userId="ada500cb4dc7801b" providerId="Windows Live" clId="Web-{BDE7F6C9-6967-443F-BF93-E56759E2C2C4}" dt="2023-12-06T10:01:43.242" v="694" actId="20577"/>
          <ac:spMkLst>
            <pc:docMk/>
            <pc:sldMk cId="1226350815" sldId="289"/>
            <ac:spMk id="3" creationId="{F816ED68-8E5A-6959-A30B-83EBDD8E1BCC}"/>
          </ac:spMkLst>
        </pc:spChg>
        <pc:spChg chg="mod">
          <ac:chgData name="Muhammad Fikri Hasani" userId="ada500cb4dc7801b" providerId="Windows Live" clId="Web-{BDE7F6C9-6967-443F-BF93-E56759E2C2C4}" dt="2023-12-06T10:10:56.090" v="737" actId="20577"/>
          <ac:spMkLst>
            <pc:docMk/>
            <pc:sldMk cId="1226350815" sldId="289"/>
            <ac:spMk id="4" creationId="{758222AE-6EB4-03B7-DD8E-F8B868B81017}"/>
          </ac:spMkLst>
        </pc:spChg>
      </pc:sldChg>
    </pc:docChg>
  </pc:docChgLst>
  <pc:docChgLst>
    <pc:chgData name="Muhammad Fikri Hasani" userId="ada500cb4dc7801b" providerId="LiveId" clId="{786255F7-9FE3-486C-982B-B25D274956AF}"/>
    <pc:docChg chg="undo custSel addSld delSld modSld sldOrd">
      <pc:chgData name="Muhammad Fikri Hasani" userId="ada500cb4dc7801b" providerId="LiveId" clId="{786255F7-9FE3-486C-982B-B25D274956AF}" dt="2023-11-29T14:50:46.588" v="5597" actId="20577"/>
      <pc:docMkLst>
        <pc:docMk/>
      </pc:docMkLst>
      <pc:sldChg chg="modSp mod">
        <pc:chgData name="Muhammad Fikri Hasani" userId="ada500cb4dc7801b" providerId="LiveId" clId="{786255F7-9FE3-486C-982B-B25D274956AF}" dt="2023-11-29T03:57:44.105" v="86" actId="20577"/>
        <pc:sldMkLst>
          <pc:docMk/>
          <pc:sldMk cId="2766454393" sldId="257"/>
        </pc:sldMkLst>
        <pc:spChg chg="mod">
          <ac:chgData name="Muhammad Fikri Hasani" userId="ada500cb4dc7801b" providerId="LiveId" clId="{786255F7-9FE3-486C-982B-B25D274956AF}" dt="2023-11-29T03:57:44.105" v="86" actId="20577"/>
          <ac:spMkLst>
            <pc:docMk/>
            <pc:sldMk cId="2766454393" sldId="257"/>
            <ac:spMk id="4" creationId="{72B426B6-A02E-F758-7A2B-554FFF354A1A}"/>
          </ac:spMkLst>
        </pc:spChg>
      </pc:sldChg>
      <pc:sldChg chg="addSp modSp new mod">
        <pc:chgData name="Muhammad Fikri Hasani" userId="ada500cb4dc7801b" providerId="LiveId" clId="{786255F7-9FE3-486C-982B-B25D274956AF}" dt="2023-11-29T04:09:19.376" v="431" actId="20577"/>
        <pc:sldMkLst>
          <pc:docMk/>
          <pc:sldMk cId="3394860097" sldId="258"/>
        </pc:sldMkLst>
        <pc:spChg chg="mod">
          <ac:chgData name="Muhammad Fikri Hasani" userId="ada500cb4dc7801b" providerId="LiveId" clId="{786255F7-9FE3-486C-982B-B25D274956AF}" dt="2023-11-29T04:09:19.376" v="431" actId="20577"/>
          <ac:spMkLst>
            <pc:docMk/>
            <pc:sldMk cId="3394860097" sldId="258"/>
            <ac:spMk id="2" creationId="{289FF438-5239-62F5-D304-1AC907B8B598}"/>
          </ac:spMkLst>
        </pc:spChg>
        <pc:spChg chg="mod">
          <ac:chgData name="Muhammad Fikri Hasani" userId="ada500cb4dc7801b" providerId="LiveId" clId="{786255F7-9FE3-486C-982B-B25D274956AF}" dt="2023-11-29T04:09:15.865" v="410" actId="20577"/>
          <ac:spMkLst>
            <pc:docMk/>
            <pc:sldMk cId="3394860097" sldId="258"/>
            <ac:spMk id="3" creationId="{0D357947-DB2B-F5E6-5B9F-CFBACC10C98B}"/>
          </ac:spMkLst>
        </pc:spChg>
        <pc:spChg chg="mod">
          <ac:chgData name="Muhammad Fikri Hasani" userId="ada500cb4dc7801b" providerId="LiveId" clId="{786255F7-9FE3-486C-982B-B25D274956AF}" dt="2023-11-28T09:38:29.759" v="54" actId="1076"/>
          <ac:spMkLst>
            <pc:docMk/>
            <pc:sldMk cId="3394860097" sldId="258"/>
            <ac:spMk id="4" creationId="{507C5612-C2F3-94A1-C4EB-34DD933B255C}"/>
          </ac:spMkLst>
        </pc:spChg>
        <pc:picChg chg="add mod">
          <ac:chgData name="Muhammad Fikri Hasani" userId="ada500cb4dc7801b" providerId="LiveId" clId="{786255F7-9FE3-486C-982B-B25D274956AF}" dt="2023-11-28T09:38:33.899" v="57" actId="1076"/>
          <ac:picMkLst>
            <pc:docMk/>
            <pc:sldMk cId="3394860097" sldId="258"/>
            <ac:picMk id="5" creationId="{3ABF013A-15C9-3B85-39E5-722BD286D3A3}"/>
          </ac:picMkLst>
        </pc:picChg>
      </pc:sldChg>
      <pc:sldChg chg="addSp modSp new mod">
        <pc:chgData name="Muhammad Fikri Hasani" userId="ada500cb4dc7801b" providerId="LiveId" clId="{786255F7-9FE3-486C-982B-B25D274956AF}" dt="2023-11-29T04:09:25.424" v="452" actId="20577"/>
        <pc:sldMkLst>
          <pc:docMk/>
          <pc:sldMk cId="3364548115" sldId="259"/>
        </pc:sldMkLst>
        <pc:spChg chg="mod">
          <ac:chgData name="Muhammad Fikri Hasani" userId="ada500cb4dc7801b" providerId="LiveId" clId="{786255F7-9FE3-486C-982B-B25D274956AF}" dt="2023-11-29T04:09:25.424" v="452" actId="20577"/>
          <ac:spMkLst>
            <pc:docMk/>
            <pc:sldMk cId="3364548115" sldId="259"/>
            <ac:spMk id="2" creationId="{F87BC525-56DE-8574-268C-46A8F55AA513}"/>
          </ac:spMkLst>
        </pc:spChg>
        <pc:spChg chg="mod">
          <ac:chgData name="Muhammad Fikri Hasani" userId="ada500cb4dc7801b" providerId="LiveId" clId="{786255F7-9FE3-486C-982B-B25D274956AF}" dt="2023-11-29T03:57:32.919" v="74"/>
          <ac:spMkLst>
            <pc:docMk/>
            <pc:sldMk cId="3364548115" sldId="259"/>
            <ac:spMk id="3" creationId="{047D157D-B444-D86E-53EA-8DF05EFA4657}"/>
          </ac:spMkLst>
        </pc:spChg>
        <pc:spChg chg="mod">
          <ac:chgData name="Muhammad Fikri Hasani" userId="ada500cb4dc7801b" providerId="LiveId" clId="{786255F7-9FE3-486C-982B-B25D274956AF}" dt="2023-11-29T04:08:17.629" v="350" actId="14100"/>
          <ac:spMkLst>
            <pc:docMk/>
            <pc:sldMk cId="3364548115" sldId="259"/>
            <ac:spMk id="4" creationId="{4352946C-99CA-1D9D-3B12-71BCA05CBB32}"/>
          </ac:spMkLst>
        </pc:spChg>
        <pc:picChg chg="add mod">
          <ac:chgData name="Muhammad Fikri Hasani" userId="ada500cb4dc7801b" providerId="LiveId" clId="{786255F7-9FE3-486C-982B-B25D274956AF}" dt="2023-11-29T04:08:13.022" v="348" actId="1076"/>
          <ac:picMkLst>
            <pc:docMk/>
            <pc:sldMk cId="3364548115" sldId="259"/>
            <ac:picMk id="6" creationId="{C5B14B0B-60FE-EE6B-5C9D-F7A70A8321C1}"/>
          </ac:picMkLst>
        </pc:picChg>
        <pc:picChg chg="add mod">
          <ac:chgData name="Muhammad Fikri Hasani" userId="ada500cb4dc7801b" providerId="LiveId" clId="{786255F7-9FE3-486C-982B-B25D274956AF}" dt="2023-11-29T04:08:15.449" v="349" actId="1076"/>
          <ac:picMkLst>
            <pc:docMk/>
            <pc:sldMk cId="3364548115" sldId="259"/>
            <ac:picMk id="8" creationId="{22E39FDE-DA9D-78B8-4C83-8918A3F01BE5}"/>
          </ac:picMkLst>
        </pc:picChg>
      </pc:sldChg>
      <pc:sldChg chg="addSp delSp modSp new mod">
        <pc:chgData name="Muhammad Fikri Hasani" userId="ada500cb4dc7801b" providerId="LiveId" clId="{786255F7-9FE3-486C-982B-B25D274956AF}" dt="2023-11-29T12:33:35.357" v="854" actId="20577"/>
        <pc:sldMkLst>
          <pc:docMk/>
          <pc:sldMk cId="1790487730" sldId="260"/>
        </pc:sldMkLst>
        <pc:spChg chg="mod">
          <ac:chgData name="Muhammad Fikri Hasani" userId="ada500cb4dc7801b" providerId="LiveId" clId="{786255F7-9FE3-486C-982B-B25D274956AF}" dt="2023-11-29T04:09:44.270" v="473" actId="20577"/>
          <ac:spMkLst>
            <pc:docMk/>
            <pc:sldMk cId="1790487730" sldId="260"/>
            <ac:spMk id="2" creationId="{AD6DBE22-EE1A-8B06-80F9-765F1C89626F}"/>
          </ac:spMkLst>
        </pc:spChg>
        <pc:spChg chg="mod">
          <ac:chgData name="Muhammad Fikri Hasani" userId="ada500cb4dc7801b" providerId="LiveId" clId="{786255F7-9FE3-486C-982B-B25D274956AF}" dt="2023-11-29T12:32:17.572" v="827" actId="20577"/>
          <ac:spMkLst>
            <pc:docMk/>
            <pc:sldMk cId="1790487730" sldId="260"/>
            <ac:spMk id="3" creationId="{9516FAD9-5740-9689-F91C-E25EDFD19601}"/>
          </ac:spMkLst>
        </pc:spChg>
        <pc:spChg chg="mod">
          <ac:chgData name="Muhammad Fikri Hasani" userId="ada500cb4dc7801b" providerId="LiveId" clId="{786255F7-9FE3-486C-982B-B25D274956AF}" dt="2023-11-29T12:33:35.357" v="854" actId="20577"/>
          <ac:spMkLst>
            <pc:docMk/>
            <pc:sldMk cId="1790487730" sldId="260"/>
            <ac:spMk id="4" creationId="{A6CF599A-4023-1175-16C7-A0923A1D8C73}"/>
          </ac:spMkLst>
        </pc:spChg>
        <pc:picChg chg="add mod">
          <ac:chgData name="Muhammad Fikri Hasani" userId="ada500cb4dc7801b" providerId="LiveId" clId="{786255F7-9FE3-486C-982B-B25D274956AF}" dt="2023-11-29T12:33:31.908" v="850" actId="1076"/>
          <ac:picMkLst>
            <pc:docMk/>
            <pc:sldMk cId="1790487730" sldId="260"/>
            <ac:picMk id="6" creationId="{D3C14F6C-EDC3-FC0B-7198-7557B20359CE}"/>
          </ac:picMkLst>
        </pc:picChg>
        <pc:picChg chg="add mod">
          <ac:chgData name="Muhammad Fikri Hasani" userId="ada500cb4dc7801b" providerId="LiveId" clId="{786255F7-9FE3-486C-982B-B25D274956AF}" dt="2023-11-29T12:33:30.352" v="849" actId="1076"/>
          <ac:picMkLst>
            <pc:docMk/>
            <pc:sldMk cId="1790487730" sldId="260"/>
            <ac:picMk id="8" creationId="{0CEA5E9A-96AB-7555-A530-3D0CFBD5AAEF}"/>
          </ac:picMkLst>
        </pc:picChg>
        <pc:picChg chg="add del mod">
          <ac:chgData name="Muhammad Fikri Hasani" userId="ada500cb4dc7801b" providerId="LiveId" clId="{786255F7-9FE3-486C-982B-B25D274956AF}" dt="2023-11-29T12:33:07.529" v="837"/>
          <ac:picMkLst>
            <pc:docMk/>
            <pc:sldMk cId="1790487730" sldId="260"/>
            <ac:picMk id="10" creationId="{89A343B3-8B02-719F-4369-9551FCD3CFBD}"/>
          </ac:picMkLst>
        </pc:picChg>
        <pc:picChg chg="add mod">
          <ac:chgData name="Muhammad Fikri Hasani" userId="ada500cb4dc7801b" providerId="LiveId" clId="{786255F7-9FE3-486C-982B-B25D274956AF}" dt="2023-11-29T12:33:33.498" v="851" actId="1076"/>
          <ac:picMkLst>
            <pc:docMk/>
            <pc:sldMk cId="1790487730" sldId="260"/>
            <ac:picMk id="12" creationId="{1E3BAF2F-AE4D-8592-E3B2-90F5A12BC5EB}"/>
          </ac:picMkLst>
        </pc:picChg>
      </pc:sldChg>
      <pc:sldChg chg="addSp delSp modSp new mod">
        <pc:chgData name="Muhammad Fikri Hasani" userId="ada500cb4dc7801b" providerId="LiveId" clId="{786255F7-9FE3-486C-982B-B25D274956AF}" dt="2023-11-29T12:48:56.081" v="1146" actId="1076"/>
        <pc:sldMkLst>
          <pc:docMk/>
          <pc:sldMk cId="1406669853" sldId="261"/>
        </pc:sldMkLst>
        <pc:spChg chg="mod">
          <ac:chgData name="Muhammad Fikri Hasani" userId="ada500cb4dc7801b" providerId="LiveId" clId="{786255F7-9FE3-486C-982B-B25D274956AF}" dt="2023-11-29T12:47:09.157" v="1027"/>
          <ac:spMkLst>
            <pc:docMk/>
            <pc:sldMk cId="1406669853" sldId="261"/>
            <ac:spMk id="2" creationId="{9AE2028E-64AB-B51A-2058-DF7F114A0CF0}"/>
          </ac:spMkLst>
        </pc:spChg>
        <pc:spChg chg="mod">
          <ac:chgData name="Muhammad Fikri Hasani" userId="ada500cb4dc7801b" providerId="LiveId" clId="{786255F7-9FE3-486C-982B-B25D274956AF}" dt="2023-11-29T12:47:14.225" v="1053" actId="20577"/>
          <ac:spMkLst>
            <pc:docMk/>
            <pc:sldMk cId="1406669853" sldId="261"/>
            <ac:spMk id="3" creationId="{EB54D8CC-49CC-75E6-CFE2-6DA6AB3B142F}"/>
          </ac:spMkLst>
        </pc:spChg>
        <pc:spChg chg="del">
          <ac:chgData name="Muhammad Fikri Hasani" userId="ada500cb4dc7801b" providerId="LiveId" clId="{786255F7-9FE3-486C-982B-B25D274956AF}" dt="2023-11-29T12:44:08.994" v="877" actId="22"/>
          <ac:spMkLst>
            <pc:docMk/>
            <pc:sldMk cId="1406669853" sldId="261"/>
            <ac:spMk id="4" creationId="{3723E49E-2796-2AD9-D3F7-3CE1A74EE1C0}"/>
          </ac:spMkLst>
        </pc:spChg>
        <pc:spChg chg="add mod">
          <ac:chgData name="Muhammad Fikri Hasani" userId="ada500cb4dc7801b" providerId="LiveId" clId="{786255F7-9FE3-486C-982B-B25D274956AF}" dt="2023-11-29T12:48:07.575" v="1061" actId="1076"/>
          <ac:spMkLst>
            <pc:docMk/>
            <pc:sldMk cId="1406669853" sldId="261"/>
            <ac:spMk id="20" creationId="{7E6382C3-7C3D-84FE-5B2C-296FC6D8C1F8}"/>
          </ac:spMkLst>
        </pc:spChg>
        <pc:spChg chg="add mod">
          <ac:chgData name="Muhammad Fikri Hasani" userId="ada500cb4dc7801b" providerId="LiveId" clId="{786255F7-9FE3-486C-982B-B25D274956AF}" dt="2023-11-29T12:48:07.575" v="1061" actId="1076"/>
          <ac:spMkLst>
            <pc:docMk/>
            <pc:sldMk cId="1406669853" sldId="261"/>
            <ac:spMk id="21" creationId="{6D87BB98-1B0E-D720-D1FF-AB162A0E8442}"/>
          </ac:spMkLst>
        </pc:spChg>
        <pc:spChg chg="add mod">
          <ac:chgData name="Muhammad Fikri Hasani" userId="ada500cb4dc7801b" providerId="LiveId" clId="{786255F7-9FE3-486C-982B-B25D274956AF}" dt="2023-11-29T12:48:07.575" v="1061" actId="1076"/>
          <ac:spMkLst>
            <pc:docMk/>
            <pc:sldMk cId="1406669853" sldId="261"/>
            <ac:spMk id="22" creationId="{BE1DA887-2AB5-15CD-7FC4-98F386121033}"/>
          </ac:spMkLst>
        </pc:spChg>
        <pc:spChg chg="add mod">
          <ac:chgData name="Muhammad Fikri Hasani" userId="ada500cb4dc7801b" providerId="LiveId" clId="{786255F7-9FE3-486C-982B-B25D274956AF}" dt="2023-11-29T12:48:07.575" v="1061" actId="1076"/>
          <ac:spMkLst>
            <pc:docMk/>
            <pc:sldMk cId="1406669853" sldId="261"/>
            <ac:spMk id="23" creationId="{455EA2BA-C02C-48F6-631A-73C3B91D1A15}"/>
          </ac:spMkLst>
        </pc:spChg>
        <pc:spChg chg="add mod">
          <ac:chgData name="Muhammad Fikri Hasani" userId="ada500cb4dc7801b" providerId="LiveId" clId="{786255F7-9FE3-486C-982B-B25D274956AF}" dt="2023-11-29T12:48:56.081" v="1146" actId="1076"/>
          <ac:spMkLst>
            <pc:docMk/>
            <pc:sldMk cId="1406669853" sldId="261"/>
            <ac:spMk id="27" creationId="{81F137D8-8719-704E-7B12-3614323EA85A}"/>
          </ac:spMkLst>
        </pc:spChg>
        <pc:grpChg chg="del mod">
          <ac:chgData name="Muhammad Fikri Hasani" userId="ada500cb4dc7801b" providerId="LiveId" clId="{786255F7-9FE3-486C-982B-B25D274956AF}" dt="2023-11-29T12:45:12.297" v="897"/>
          <ac:grpSpMkLst>
            <pc:docMk/>
            <pc:sldMk cId="1406669853" sldId="261"/>
            <ac:grpSpMk id="10" creationId="{9FCB7993-8776-6D50-F1CF-526FCCE209B1}"/>
          </ac:grpSpMkLst>
        </pc:grpChg>
        <pc:grpChg chg="del mod">
          <ac:chgData name="Muhammad Fikri Hasani" userId="ada500cb4dc7801b" providerId="LiveId" clId="{786255F7-9FE3-486C-982B-B25D274956AF}" dt="2023-11-29T12:45:12.297" v="897"/>
          <ac:grpSpMkLst>
            <pc:docMk/>
            <pc:sldMk cId="1406669853" sldId="261"/>
            <ac:grpSpMk id="14" creationId="{0D0927A6-7EBE-A76F-1D6B-FBB80979917A}"/>
          </ac:grpSpMkLst>
        </pc:grpChg>
        <pc:grpChg chg="mod">
          <ac:chgData name="Muhammad Fikri Hasani" userId="ada500cb4dc7801b" providerId="LiveId" clId="{786255F7-9FE3-486C-982B-B25D274956AF}" dt="2023-11-29T12:48:07.575" v="1061" actId="1076"/>
          <ac:grpSpMkLst>
            <pc:docMk/>
            <pc:sldMk cId="1406669853" sldId="261"/>
            <ac:grpSpMk id="19" creationId="{A6770818-17FE-B44C-4FB0-86F54739019B}"/>
          </ac:grpSpMkLst>
        </pc:grpChg>
        <pc:picChg chg="add mod ord">
          <ac:chgData name="Muhammad Fikri Hasani" userId="ada500cb4dc7801b" providerId="LiveId" clId="{786255F7-9FE3-486C-982B-B25D274956AF}" dt="2023-11-29T12:48:27.602" v="1066" actId="1076"/>
          <ac:picMkLst>
            <pc:docMk/>
            <pc:sldMk cId="1406669853" sldId="261"/>
            <ac:picMk id="6" creationId="{60FD3A51-962D-6DB6-A569-51D0D3A01799}"/>
          </ac:picMkLst>
        </pc:picChg>
        <pc:picChg chg="add mod">
          <ac:chgData name="Muhammad Fikri Hasani" userId="ada500cb4dc7801b" providerId="LiveId" clId="{786255F7-9FE3-486C-982B-B25D274956AF}" dt="2023-11-29T12:48:13.975" v="1064" actId="14100"/>
          <ac:picMkLst>
            <pc:docMk/>
            <pc:sldMk cId="1406669853" sldId="261"/>
            <ac:picMk id="25" creationId="{91FEDBD0-1E3A-A358-DB76-75C38BB50485}"/>
          </ac:picMkLst>
        </pc:picChg>
        <pc:inkChg chg="add del">
          <ac:chgData name="Muhammad Fikri Hasani" userId="ada500cb4dc7801b" providerId="LiveId" clId="{786255F7-9FE3-486C-982B-B25D274956AF}" dt="2023-11-29T12:44:37.859" v="883" actId="9405"/>
          <ac:inkMkLst>
            <pc:docMk/>
            <pc:sldMk cId="1406669853" sldId="261"/>
            <ac:inkMk id="7" creationId="{D9A45E55-71D4-33E2-0EBC-2D1B3AE77DC7}"/>
          </ac:inkMkLst>
        </pc:inkChg>
        <pc:inkChg chg="add mod">
          <ac:chgData name="Muhammad Fikri Hasani" userId="ada500cb4dc7801b" providerId="LiveId" clId="{786255F7-9FE3-486C-982B-B25D274956AF}" dt="2023-11-29T12:45:12.297" v="897"/>
          <ac:inkMkLst>
            <pc:docMk/>
            <pc:sldMk cId="1406669853" sldId="261"/>
            <ac:inkMk id="8" creationId="{8FA8AB39-17F1-9FC3-228D-45ED8D8EE9D3}"/>
          </ac:inkMkLst>
        </pc:inkChg>
        <pc:inkChg chg="add mod">
          <ac:chgData name="Muhammad Fikri Hasani" userId="ada500cb4dc7801b" providerId="LiveId" clId="{786255F7-9FE3-486C-982B-B25D274956AF}" dt="2023-11-29T12:45:12.297" v="897"/>
          <ac:inkMkLst>
            <pc:docMk/>
            <pc:sldMk cId="1406669853" sldId="261"/>
            <ac:inkMk id="9" creationId="{514355C6-962B-6C74-7629-707B99B2E6FE}"/>
          </ac:inkMkLst>
        </pc:inkChg>
        <pc:inkChg chg="add mod">
          <ac:chgData name="Muhammad Fikri Hasani" userId="ada500cb4dc7801b" providerId="LiveId" clId="{786255F7-9FE3-486C-982B-B25D274956AF}" dt="2023-11-29T12:48:07.575" v="1061" actId="1076"/>
          <ac:inkMkLst>
            <pc:docMk/>
            <pc:sldMk cId="1406669853" sldId="261"/>
            <ac:inkMk id="11" creationId="{CB918B7C-5566-C0F3-E820-75653DFA5EFF}"/>
          </ac:inkMkLst>
        </pc:inkChg>
        <pc:inkChg chg="add mod">
          <ac:chgData name="Muhammad Fikri Hasani" userId="ada500cb4dc7801b" providerId="LiveId" clId="{786255F7-9FE3-486C-982B-B25D274956AF}" dt="2023-11-29T12:45:12.297" v="897"/>
          <ac:inkMkLst>
            <pc:docMk/>
            <pc:sldMk cId="1406669853" sldId="261"/>
            <ac:inkMk id="12" creationId="{CA90B212-554D-D99A-39CD-CE8220EA8A1D}"/>
          </ac:inkMkLst>
        </pc:inkChg>
        <pc:inkChg chg="add mod">
          <ac:chgData name="Muhammad Fikri Hasani" userId="ada500cb4dc7801b" providerId="LiveId" clId="{786255F7-9FE3-486C-982B-B25D274956AF}" dt="2023-11-29T12:45:12.297" v="897"/>
          <ac:inkMkLst>
            <pc:docMk/>
            <pc:sldMk cId="1406669853" sldId="261"/>
            <ac:inkMk id="13" creationId="{1FE9CC50-95DB-D93E-F7A8-2722207DD5A7}"/>
          </ac:inkMkLst>
        </pc:inkChg>
        <pc:inkChg chg="add del">
          <ac:chgData name="Muhammad Fikri Hasani" userId="ada500cb4dc7801b" providerId="LiveId" clId="{786255F7-9FE3-486C-982B-B25D274956AF}" dt="2023-11-29T12:45:04.226" v="892" actId="9405"/>
          <ac:inkMkLst>
            <pc:docMk/>
            <pc:sldMk cId="1406669853" sldId="261"/>
            <ac:inkMk id="15" creationId="{E9967A4D-C79E-BA39-86C5-A954DB2F2150}"/>
          </ac:inkMkLst>
        </pc:inkChg>
        <pc:inkChg chg="add del">
          <ac:chgData name="Muhammad Fikri Hasani" userId="ada500cb4dc7801b" providerId="LiveId" clId="{786255F7-9FE3-486C-982B-B25D274956AF}" dt="2023-11-29T12:45:06.244" v="894" actId="9405"/>
          <ac:inkMkLst>
            <pc:docMk/>
            <pc:sldMk cId="1406669853" sldId="261"/>
            <ac:inkMk id="16" creationId="{7A4F3D9D-AAF8-DECC-33E6-1865281BA241}"/>
          </ac:inkMkLst>
        </pc:inkChg>
        <pc:inkChg chg="add mod">
          <ac:chgData name="Muhammad Fikri Hasani" userId="ada500cb4dc7801b" providerId="LiveId" clId="{786255F7-9FE3-486C-982B-B25D274956AF}" dt="2023-11-29T12:48:07.575" v="1061" actId="1076"/>
          <ac:inkMkLst>
            <pc:docMk/>
            <pc:sldMk cId="1406669853" sldId="261"/>
            <ac:inkMk id="17" creationId="{1D2E94EE-FE21-15F0-D7D7-4AC068EF3C6C}"/>
          </ac:inkMkLst>
        </pc:inkChg>
        <pc:inkChg chg="add mod">
          <ac:chgData name="Muhammad Fikri Hasani" userId="ada500cb4dc7801b" providerId="LiveId" clId="{786255F7-9FE3-486C-982B-B25D274956AF}" dt="2023-11-29T12:45:12.297" v="897"/>
          <ac:inkMkLst>
            <pc:docMk/>
            <pc:sldMk cId="1406669853" sldId="261"/>
            <ac:inkMk id="18" creationId="{0245F70D-EC8D-0D5A-126A-664F375F2F07}"/>
          </ac:inkMkLst>
        </pc:inkChg>
        <pc:inkChg chg="add">
          <ac:chgData name="Muhammad Fikri Hasani" userId="ada500cb4dc7801b" providerId="LiveId" clId="{786255F7-9FE3-486C-982B-B25D274956AF}" dt="2023-11-29T12:48:33.750" v="1067" actId="9405"/>
          <ac:inkMkLst>
            <pc:docMk/>
            <pc:sldMk cId="1406669853" sldId="261"/>
            <ac:inkMk id="26" creationId="{70E3F003-57D5-59A1-86AF-7280B10CA324}"/>
          </ac:inkMkLst>
        </pc:inkChg>
      </pc:sldChg>
      <pc:sldChg chg="addSp delSp modSp new mod">
        <pc:chgData name="Muhammad Fikri Hasani" userId="ada500cb4dc7801b" providerId="LiveId" clId="{786255F7-9FE3-486C-982B-B25D274956AF}" dt="2023-11-29T13:15:21.017" v="2158" actId="255"/>
        <pc:sldMkLst>
          <pc:docMk/>
          <pc:sldMk cId="1658221687" sldId="262"/>
        </pc:sldMkLst>
        <pc:spChg chg="mod">
          <ac:chgData name="Muhammad Fikri Hasani" userId="ada500cb4dc7801b" providerId="LiveId" clId="{786255F7-9FE3-486C-982B-B25D274956AF}" dt="2023-11-29T12:49:27.971" v="1193" actId="20577"/>
          <ac:spMkLst>
            <pc:docMk/>
            <pc:sldMk cId="1658221687" sldId="262"/>
            <ac:spMk id="2" creationId="{3F803C12-A20C-7606-2D82-A2C5CBC0BDC1}"/>
          </ac:spMkLst>
        </pc:spChg>
        <pc:spChg chg="mod">
          <ac:chgData name="Muhammad Fikri Hasani" userId="ada500cb4dc7801b" providerId="LiveId" clId="{786255F7-9FE3-486C-982B-B25D274956AF}" dt="2023-11-29T13:10:46.107" v="1886" actId="20577"/>
          <ac:spMkLst>
            <pc:docMk/>
            <pc:sldMk cId="1658221687" sldId="262"/>
            <ac:spMk id="3" creationId="{DC64D3E3-61E4-6825-2F54-EB3F8A5F3B64}"/>
          </ac:spMkLst>
        </pc:spChg>
        <pc:spChg chg="mod">
          <ac:chgData name="Muhammad Fikri Hasani" userId="ada500cb4dc7801b" providerId="LiveId" clId="{786255F7-9FE3-486C-982B-B25D274956AF}" dt="2023-11-29T13:15:14.986" v="2156" actId="255"/>
          <ac:spMkLst>
            <pc:docMk/>
            <pc:sldMk cId="1658221687" sldId="262"/>
            <ac:spMk id="4" creationId="{3008FC7B-3729-B312-E9C8-C97E1FB1E013}"/>
          </ac:spMkLst>
        </pc:spChg>
        <pc:spChg chg="add mod">
          <ac:chgData name="Muhammad Fikri Hasani" userId="ada500cb4dc7801b" providerId="LiveId" clId="{786255F7-9FE3-486C-982B-B25D274956AF}" dt="2023-11-29T13:15:21.017" v="2158" actId="255"/>
          <ac:spMkLst>
            <pc:docMk/>
            <pc:sldMk cId="1658221687" sldId="262"/>
            <ac:spMk id="9" creationId="{6D159B05-5B69-BCD0-C377-2963468E8707}"/>
          </ac:spMkLst>
        </pc:spChg>
        <pc:spChg chg="add mod">
          <ac:chgData name="Muhammad Fikri Hasani" userId="ada500cb4dc7801b" providerId="LiveId" clId="{786255F7-9FE3-486C-982B-B25D274956AF}" dt="2023-11-29T13:12:24.240" v="2038" actId="255"/>
          <ac:spMkLst>
            <pc:docMk/>
            <pc:sldMk cId="1658221687" sldId="262"/>
            <ac:spMk id="16" creationId="{B1C6874B-9CD0-FE84-EB58-A77712693BF3}"/>
          </ac:spMkLst>
        </pc:spChg>
        <pc:spChg chg="add mod">
          <ac:chgData name="Muhammad Fikri Hasani" userId="ada500cb4dc7801b" providerId="LiveId" clId="{786255F7-9FE3-486C-982B-B25D274956AF}" dt="2023-11-29T13:15:01.922" v="2155" actId="20577"/>
          <ac:spMkLst>
            <pc:docMk/>
            <pc:sldMk cId="1658221687" sldId="262"/>
            <ac:spMk id="26" creationId="{DD0DF8C9-7881-01C6-5E40-C63C389A4958}"/>
          </ac:spMkLst>
        </pc:spChg>
        <pc:grpChg chg="mod">
          <ac:chgData name="Muhammad Fikri Hasani" userId="ada500cb4dc7801b" providerId="LiveId" clId="{786255F7-9FE3-486C-982B-B25D274956AF}" dt="2023-11-29T13:14:37.908" v="2055"/>
          <ac:grpSpMkLst>
            <pc:docMk/>
            <pc:sldMk cId="1658221687" sldId="262"/>
            <ac:grpSpMk id="25" creationId="{A6850573-389F-7848-7BE8-59B85C1E80E2}"/>
          </ac:grpSpMkLst>
        </pc:grpChg>
        <pc:picChg chg="add del">
          <ac:chgData name="Muhammad Fikri Hasani" userId="ada500cb4dc7801b" providerId="LiveId" clId="{786255F7-9FE3-486C-982B-B25D274956AF}" dt="2023-11-29T12:49:22.204" v="1160" actId="22"/>
          <ac:picMkLst>
            <pc:docMk/>
            <pc:sldMk cId="1658221687" sldId="262"/>
            <ac:picMk id="6" creationId="{C8B97C88-A259-0063-5EB6-5F4554F90DC7}"/>
          </ac:picMkLst>
        </pc:picChg>
        <pc:picChg chg="add mod">
          <ac:chgData name="Muhammad Fikri Hasani" userId="ada500cb4dc7801b" providerId="LiveId" clId="{786255F7-9FE3-486C-982B-B25D274956AF}" dt="2023-11-29T13:15:17.520" v="2157" actId="1076"/>
          <ac:picMkLst>
            <pc:docMk/>
            <pc:sldMk cId="1658221687" sldId="262"/>
            <ac:picMk id="8" creationId="{8826D0E1-3CB3-E7E9-B231-0F539D640BFE}"/>
          </ac:picMkLst>
        </pc:picChg>
        <pc:picChg chg="add del">
          <ac:chgData name="Muhammad Fikri Hasani" userId="ada500cb4dc7801b" providerId="LiveId" clId="{786255F7-9FE3-486C-982B-B25D274956AF}" dt="2023-11-29T13:11:25.836" v="1889" actId="22"/>
          <ac:picMkLst>
            <pc:docMk/>
            <pc:sldMk cId="1658221687" sldId="262"/>
            <ac:picMk id="11" creationId="{DEE947BB-68B1-5690-E336-DB12EBD765CD}"/>
          </ac:picMkLst>
        </pc:picChg>
        <pc:picChg chg="add mod">
          <ac:chgData name="Muhammad Fikri Hasani" userId="ada500cb4dc7801b" providerId="LiveId" clId="{786255F7-9FE3-486C-982B-B25D274956AF}" dt="2023-11-29T13:11:34.446" v="1893" actId="1076"/>
          <ac:picMkLst>
            <pc:docMk/>
            <pc:sldMk cId="1658221687" sldId="262"/>
            <ac:picMk id="13" creationId="{DBB6735C-C29F-BA0F-21EB-BA1420384979}"/>
          </ac:picMkLst>
        </pc:picChg>
        <pc:picChg chg="add mod">
          <ac:chgData name="Muhammad Fikri Hasani" userId="ada500cb4dc7801b" providerId="LiveId" clId="{786255F7-9FE3-486C-982B-B25D274956AF}" dt="2023-11-29T13:11:47.301" v="1896" actId="1076"/>
          <ac:picMkLst>
            <pc:docMk/>
            <pc:sldMk cId="1658221687" sldId="262"/>
            <ac:picMk id="15" creationId="{B6E97298-5471-868E-8AE2-51DB4DAF8F47}"/>
          </ac:picMkLst>
        </pc:picChg>
        <pc:picChg chg="add del mod">
          <ac:chgData name="Muhammad Fikri Hasani" userId="ada500cb4dc7801b" providerId="LiveId" clId="{786255F7-9FE3-486C-982B-B25D274956AF}" dt="2023-11-29T13:14:17.849" v="2045" actId="478"/>
          <ac:picMkLst>
            <pc:docMk/>
            <pc:sldMk cId="1658221687" sldId="262"/>
            <ac:picMk id="18" creationId="{5CF362BE-2625-12B3-A8BB-721E3E699881}"/>
          </ac:picMkLst>
        </pc:picChg>
        <pc:picChg chg="add mod">
          <ac:chgData name="Muhammad Fikri Hasani" userId="ada500cb4dc7801b" providerId="LiveId" clId="{786255F7-9FE3-486C-982B-B25D274956AF}" dt="2023-11-29T13:14:21.844" v="2048" actId="1076"/>
          <ac:picMkLst>
            <pc:docMk/>
            <pc:sldMk cId="1658221687" sldId="262"/>
            <ac:picMk id="20" creationId="{49E8F3EE-133B-D63C-F301-B06654B01562}"/>
          </ac:picMkLst>
        </pc:picChg>
        <pc:inkChg chg="add del">
          <ac:chgData name="Muhammad Fikri Hasani" userId="ada500cb4dc7801b" providerId="LiveId" clId="{786255F7-9FE3-486C-982B-B25D274956AF}" dt="2023-11-29T13:14:29.449" v="2050" actId="9405"/>
          <ac:inkMkLst>
            <pc:docMk/>
            <pc:sldMk cId="1658221687" sldId="262"/>
            <ac:inkMk id="21" creationId="{57FD6B18-06AB-EB6C-5BF8-8EE65B3C3AEC}"/>
          </ac:inkMkLst>
        </pc:inkChg>
        <pc:inkChg chg="add del">
          <ac:chgData name="Muhammad Fikri Hasani" userId="ada500cb4dc7801b" providerId="LiveId" clId="{786255F7-9FE3-486C-982B-B25D274956AF}" dt="2023-11-29T13:14:31.860" v="2052" actId="9405"/>
          <ac:inkMkLst>
            <pc:docMk/>
            <pc:sldMk cId="1658221687" sldId="262"/>
            <ac:inkMk id="22" creationId="{CE99C40E-2A81-C427-1026-30CB06D5FBB8}"/>
          </ac:inkMkLst>
        </pc:inkChg>
        <pc:inkChg chg="add mod">
          <ac:chgData name="Muhammad Fikri Hasani" userId="ada500cb4dc7801b" providerId="LiveId" clId="{786255F7-9FE3-486C-982B-B25D274956AF}" dt="2023-11-29T13:14:37.908" v="2055"/>
          <ac:inkMkLst>
            <pc:docMk/>
            <pc:sldMk cId="1658221687" sldId="262"/>
            <ac:inkMk id="23" creationId="{A85D810D-CAF0-B05B-7C26-82BB2A42F49C}"/>
          </ac:inkMkLst>
        </pc:inkChg>
        <pc:inkChg chg="add mod">
          <ac:chgData name="Muhammad Fikri Hasani" userId="ada500cb4dc7801b" providerId="LiveId" clId="{786255F7-9FE3-486C-982B-B25D274956AF}" dt="2023-11-29T13:14:37.908" v="2055"/>
          <ac:inkMkLst>
            <pc:docMk/>
            <pc:sldMk cId="1658221687" sldId="262"/>
            <ac:inkMk id="24" creationId="{00A175A8-7852-E636-AF74-F8E3B2206E20}"/>
          </ac:inkMkLst>
        </pc:inkChg>
      </pc:sldChg>
      <pc:sldChg chg="addSp modSp new mod">
        <pc:chgData name="Muhammad Fikri Hasani" userId="ada500cb4dc7801b" providerId="LiveId" clId="{786255F7-9FE3-486C-982B-B25D274956AF}" dt="2023-11-29T12:47:06.677" v="1026"/>
        <pc:sldMkLst>
          <pc:docMk/>
          <pc:sldMk cId="3610995723" sldId="263"/>
        </pc:sldMkLst>
        <pc:spChg chg="mod">
          <ac:chgData name="Muhammad Fikri Hasani" userId="ada500cb4dc7801b" providerId="LiveId" clId="{786255F7-9FE3-486C-982B-B25D274956AF}" dt="2023-11-29T12:47:06.677" v="1026"/>
          <ac:spMkLst>
            <pc:docMk/>
            <pc:sldMk cId="3610995723" sldId="263"/>
            <ac:spMk id="2" creationId="{2E081CB8-50C4-23B2-29BA-83460CCA3F0A}"/>
          </ac:spMkLst>
        </pc:spChg>
        <pc:spChg chg="mod">
          <ac:chgData name="Muhammad Fikri Hasani" userId="ada500cb4dc7801b" providerId="LiveId" clId="{786255F7-9FE3-486C-982B-B25D274956AF}" dt="2023-11-29T12:46:48.758" v="1020" actId="20577"/>
          <ac:spMkLst>
            <pc:docMk/>
            <pc:sldMk cId="3610995723" sldId="263"/>
            <ac:spMk id="3" creationId="{39305AB3-471F-0DED-9DBE-1BB271448E68}"/>
          </ac:spMkLst>
        </pc:spChg>
        <pc:picChg chg="add mod">
          <ac:chgData name="Muhammad Fikri Hasani" userId="ada500cb4dc7801b" providerId="LiveId" clId="{786255F7-9FE3-486C-982B-B25D274956AF}" dt="2023-11-29T12:46:57.232" v="1025" actId="1076"/>
          <ac:picMkLst>
            <pc:docMk/>
            <pc:sldMk cId="3610995723" sldId="263"/>
            <ac:picMk id="6" creationId="{9DD8D1F2-A8C9-69C4-0543-35AED080CAF8}"/>
          </ac:picMkLst>
        </pc:picChg>
      </pc:sldChg>
      <pc:sldChg chg="addSp delSp modSp new mod">
        <pc:chgData name="Muhammad Fikri Hasani" userId="ada500cb4dc7801b" providerId="LiveId" clId="{786255F7-9FE3-486C-982B-B25D274956AF}" dt="2023-11-29T13:05:50.008" v="1683" actId="1076"/>
        <pc:sldMkLst>
          <pc:docMk/>
          <pc:sldMk cId="1752434085" sldId="264"/>
        </pc:sldMkLst>
        <pc:spChg chg="mod">
          <ac:chgData name="Muhammad Fikri Hasani" userId="ada500cb4dc7801b" providerId="LiveId" clId="{786255F7-9FE3-486C-982B-B25D274956AF}" dt="2023-11-29T12:56:59.183" v="1537" actId="20577"/>
          <ac:spMkLst>
            <pc:docMk/>
            <pc:sldMk cId="1752434085" sldId="264"/>
            <ac:spMk id="2" creationId="{111891C4-6F8B-93FA-E00C-15C3B72B7C57}"/>
          </ac:spMkLst>
        </pc:spChg>
        <pc:spChg chg="mod">
          <ac:chgData name="Muhammad Fikri Hasani" userId="ada500cb4dc7801b" providerId="LiveId" clId="{786255F7-9FE3-486C-982B-B25D274956AF}" dt="2023-11-29T12:57:03.076" v="1555" actId="20577"/>
          <ac:spMkLst>
            <pc:docMk/>
            <pc:sldMk cId="1752434085" sldId="264"/>
            <ac:spMk id="3" creationId="{DCA302A7-813D-FF04-4636-C7F55CA08FB9}"/>
          </ac:spMkLst>
        </pc:spChg>
        <pc:spChg chg="mod">
          <ac:chgData name="Muhammad Fikri Hasani" userId="ada500cb4dc7801b" providerId="LiveId" clId="{786255F7-9FE3-486C-982B-B25D274956AF}" dt="2023-11-29T13:04:34.047" v="1624"/>
          <ac:spMkLst>
            <pc:docMk/>
            <pc:sldMk cId="1752434085" sldId="264"/>
            <ac:spMk id="4" creationId="{A8761965-8160-5227-FBD0-1F721E169B23}"/>
          </ac:spMkLst>
        </pc:spChg>
        <pc:spChg chg="add del">
          <ac:chgData name="Muhammad Fikri Hasani" userId="ada500cb4dc7801b" providerId="LiveId" clId="{786255F7-9FE3-486C-982B-B25D274956AF}" dt="2023-11-29T13:04:52.501" v="1626" actId="11529"/>
          <ac:spMkLst>
            <pc:docMk/>
            <pc:sldMk cId="1752434085" sldId="264"/>
            <ac:spMk id="7" creationId="{8D0E3579-BE37-9847-80AD-67D48DBDC3E8}"/>
          </ac:spMkLst>
        </pc:spChg>
        <pc:spChg chg="add del mod">
          <ac:chgData name="Muhammad Fikri Hasani" userId="ada500cb4dc7801b" providerId="LiveId" clId="{786255F7-9FE3-486C-982B-B25D274956AF}" dt="2023-11-29T13:05:23.838" v="1641" actId="767"/>
          <ac:spMkLst>
            <pc:docMk/>
            <pc:sldMk cId="1752434085" sldId="264"/>
            <ac:spMk id="19" creationId="{4611D0C3-5FEE-A628-8FCF-A239472F84FB}"/>
          </ac:spMkLst>
        </pc:spChg>
        <pc:spChg chg="add mod">
          <ac:chgData name="Muhammad Fikri Hasani" userId="ada500cb4dc7801b" providerId="LiveId" clId="{786255F7-9FE3-486C-982B-B25D274956AF}" dt="2023-11-29T13:05:50.008" v="1683" actId="1076"/>
          <ac:spMkLst>
            <pc:docMk/>
            <pc:sldMk cId="1752434085" sldId="264"/>
            <ac:spMk id="21" creationId="{01251AB6-4F42-2142-E68C-C0824BD23C16}"/>
          </ac:spMkLst>
        </pc:spChg>
        <pc:grpChg chg="del mod">
          <ac:chgData name="Muhammad Fikri Hasani" userId="ada500cb4dc7801b" providerId="LiveId" clId="{786255F7-9FE3-486C-982B-B25D274956AF}" dt="2023-11-29T13:05:12.852" v="1636"/>
          <ac:grpSpMkLst>
            <pc:docMk/>
            <pc:sldMk cId="1752434085" sldId="264"/>
            <ac:grpSpMk id="13" creationId="{3BCE5709-7131-30A5-099F-6F5A2BDBAA85}"/>
          </ac:grpSpMkLst>
        </pc:grpChg>
        <pc:grpChg chg="del mod">
          <ac:chgData name="Muhammad Fikri Hasani" userId="ada500cb4dc7801b" providerId="LiveId" clId="{786255F7-9FE3-486C-982B-B25D274956AF}" dt="2023-11-29T13:05:14.709" v="1638"/>
          <ac:grpSpMkLst>
            <pc:docMk/>
            <pc:sldMk cId="1752434085" sldId="264"/>
            <ac:grpSpMk id="15" creationId="{31C182FD-911A-4E17-DDB6-BBD524491E85}"/>
          </ac:grpSpMkLst>
        </pc:grpChg>
        <pc:grpChg chg="mod">
          <ac:chgData name="Muhammad Fikri Hasani" userId="ada500cb4dc7801b" providerId="LiveId" clId="{786255F7-9FE3-486C-982B-B25D274956AF}" dt="2023-11-29T13:05:14.709" v="1638"/>
          <ac:grpSpMkLst>
            <pc:docMk/>
            <pc:sldMk cId="1752434085" sldId="264"/>
            <ac:grpSpMk id="17" creationId="{71BF1BEC-2299-41D7-5C9E-453121ACFA36}"/>
          </ac:grpSpMkLst>
        </pc:grpChg>
        <pc:picChg chg="add mod">
          <ac:chgData name="Muhammad Fikri Hasani" userId="ada500cb4dc7801b" providerId="LiveId" clId="{786255F7-9FE3-486C-982B-B25D274956AF}" dt="2023-11-29T12:59:48.033" v="1575" actId="14100"/>
          <ac:picMkLst>
            <pc:docMk/>
            <pc:sldMk cId="1752434085" sldId="264"/>
            <ac:picMk id="6" creationId="{D6889F89-87C5-F70B-3D6A-48333304389D}"/>
          </ac:picMkLst>
        </pc:picChg>
        <pc:inkChg chg="add">
          <ac:chgData name="Muhammad Fikri Hasani" userId="ada500cb4dc7801b" providerId="LiveId" clId="{786255F7-9FE3-486C-982B-B25D274956AF}" dt="2023-11-29T13:05:00.885" v="1627" actId="9405"/>
          <ac:inkMkLst>
            <pc:docMk/>
            <pc:sldMk cId="1752434085" sldId="264"/>
            <ac:inkMk id="8" creationId="{0CA4106B-EF93-EB6B-1277-A7C0C460851C}"/>
          </ac:inkMkLst>
        </pc:inkChg>
        <pc:inkChg chg="add del">
          <ac:chgData name="Muhammad Fikri Hasani" userId="ada500cb4dc7801b" providerId="LiveId" clId="{786255F7-9FE3-486C-982B-B25D274956AF}" dt="2023-11-29T13:05:03.334" v="1629" actId="9405"/>
          <ac:inkMkLst>
            <pc:docMk/>
            <pc:sldMk cId="1752434085" sldId="264"/>
            <ac:inkMk id="9" creationId="{57B66E97-ADD0-E2A6-8ECE-169FC1BC45F9}"/>
          </ac:inkMkLst>
        </pc:inkChg>
        <pc:inkChg chg="add del">
          <ac:chgData name="Muhammad Fikri Hasani" userId="ada500cb4dc7801b" providerId="LiveId" clId="{786255F7-9FE3-486C-982B-B25D274956AF}" dt="2023-11-29T13:05:05.321" v="1631" actId="9405"/>
          <ac:inkMkLst>
            <pc:docMk/>
            <pc:sldMk cId="1752434085" sldId="264"/>
            <ac:inkMk id="10" creationId="{2C560CBD-E366-033E-6ECF-81A9AF0CBF7E}"/>
          </ac:inkMkLst>
        </pc:inkChg>
        <pc:inkChg chg="add mod">
          <ac:chgData name="Muhammad Fikri Hasani" userId="ada500cb4dc7801b" providerId="LiveId" clId="{786255F7-9FE3-486C-982B-B25D274956AF}" dt="2023-11-29T13:05:14.709" v="1638"/>
          <ac:inkMkLst>
            <pc:docMk/>
            <pc:sldMk cId="1752434085" sldId="264"/>
            <ac:inkMk id="11" creationId="{5C2FAC98-5779-37E5-468B-19846777226C}"/>
          </ac:inkMkLst>
        </pc:inkChg>
        <pc:inkChg chg="add mod">
          <ac:chgData name="Muhammad Fikri Hasani" userId="ada500cb4dc7801b" providerId="LiveId" clId="{786255F7-9FE3-486C-982B-B25D274956AF}" dt="2023-11-29T13:05:14.709" v="1638"/>
          <ac:inkMkLst>
            <pc:docMk/>
            <pc:sldMk cId="1752434085" sldId="264"/>
            <ac:inkMk id="12" creationId="{ECB2CF73-8728-0F86-9848-B97FD7608FD2}"/>
          </ac:inkMkLst>
        </pc:inkChg>
        <pc:inkChg chg="add mod">
          <ac:chgData name="Muhammad Fikri Hasani" userId="ada500cb4dc7801b" providerId="LiveId" clId="{786255F7-9FE3-486C-982B-B25D274956AF}" dt="2023-11-29T13:05:14.709" v="1638"/>
          <ac:inkMkLst>
            <pc:docMk/>
            <pc:sldMk cId="1752434085" sldId="264"/>
            <ac:inkMk id="14" creationId="{E3E0F1AF-3630-1130-A1F0-8483E12283D3}"/>
          </ac:inkMkLst>
        </pc:inkChg>
        <pc:inkChg chg="add mod">
          <ac:chgData name="Muhammad Fikri Hasani" userId="ada500cb4dc7801b" providerId="LiveId" clId="{786255F7-9FE3-486C-982B-B25D274956AF}" dt="2023-11-29T13:05:14.709" v="1638"/>
          <ac:inkMkLst>
            <pc:docMk/>
            <pc:sldMk cId="1752434085" sldId="264"/>
            <ac:inkMk id="16" creationId="{3B47D37D-AC35-8666-F9CF-8E542CB8DFFE}"/>
          </ac:inkMkLst>
        </pc:inkChg>
        <pc:inkChg chg="add del">
          <ac:chgData name="Muhammad Fikri Hasani" userId="ada500cb4dc7801b" providerId="LiveId" clId="{786255F7-9FE3-486C-982B-B25D274956AF}" dt="2023-11-29T13:05:24.195" v="1642" actId="9405"/>
          <ac:inkMkLst>
            <pc:docMk/>
            <pc:sldMk cId="1752434085" sldId="264"/>
            <ac:inkMk id="18" creationId="{918EEAD0-C791-3433-1CEF-0BF39DE51212}"/>
          </ac:inkMkLst>
        </pc:inkChg>
        <pc:inkChg chg="add">
          <ac:chgData name="Muhammad Fikri Hasani" userId="ada500cb4dc7801b" providerId="LiveId" clId="{786255F7-9FE3-486C-982B-B25D274956AF}" dt="2023-11-29T13:05:32.563" v="1643" actId="9405"/>
          <ac:inkMkLst>
            <pc:docMk/>
            <pc:sldMk cId="1752434085" sldId="264"/>
            <ac:inkMk id="20" creationId="{F5281FDD-0411-8A12-D22B-699F3CB20527}"/>
          </ac:inkMkLst>
        </pc:inkChg>
      </pc:sldChg>
      <pc:sldChg chg="addSp delSp modSp new mod">
        <pc:chgData name="Muhammad Fikri Hasani" userId="ada500cb4dc7801b" providerId="LiveId" clId="{786255F7-9FE3-486C-982B-B25D274956AF}" dt="2023-11-29T14:46:52.783" v="5349" actId="1076"/>
        <pc:sldMkLst>
          <pc:docMk/>
          <pc:sldMk cId="727080427" sldId="265"/>
        </pc:sldMkLst>
        <pc:spChg chg="mod">
          <ac:chgData name="Muhammad Fikri Hasani" userId="ada500cb4dc7801b" providerId="LiveId" clId="{786255F7-9FE3-486C-982B-B25D274956AF}" dt="2023-11-29T13:15:29.144" v="2161" actId="27636"/>
          <ac:spMkLst>
            <pc:docMk/>
            <pc:sldMk cId="727080427" sldId="265"/>
            <ac:spMk id="2" creationId="{C3843C9D-BC44-CF0A-DB33-90C11E38DB76}"/>
          </ac:spMkLst>
        </pc:spChg>
        <pc:spChg chg="mod">
          <ac:chgData name="Muhammad Fikri Hasani" userId="ada500cb4dc7801b" providerId="LiveId" clId="{786255F7-9FE3-486C-982B-B25D274956AF}" dt="2023-11-29T13:22:43.286" v="2290" actId="20577"/>
          <ac:spMkLst>
            <pc:docMk/>
            <pc:sldMk cId="727080427" sldId="265"/>
            <ac:spMk id="3" creationId="{B1CA18BA-6D77-9C5A-EB4B-E51979328936}"/>
          </ac:spMkLst>
        </pc:spChg>
        <pc:spChg chg="del">
          <ac:chgData name="Muhammad Fikri Hasani" userId="ada500cb4dc7801b" providerId="LiveId" clId="{786255F7-9FE3-486C-982B-B25D274956AF}" dt="2023-11-29T13:16:46.124" v="2182" actId="22"/>
          <ac:spMkLst>
            <pc:docMk/>
            <pc:sldMk cId="727080427" sldId="265"/>
            <ac:spMk id="4" creationId="{3600DBAA-796A-8A67-3AF3-5412ABBA6026}"/>
          </ac:spMkLst>
        </pc:spChg>
        <pc:spChg chg="add mod">
          <ac:chgData name="Muhammad Fikri Hasani" userId="ada500cb4dc7801b" providerId="LiveId" clId="{786255F7-9FE3-486C-982B-B25D274956AF}" dt="2023-11-29T14:46:49.672" v="5348" actId="20577"/>
          <ac:spMkLst>
            <pc:docMk/>
            <pc:sldMk cId="727080427" sldId="265"/>
            <ac:spMk id="7" creationId="{8FD0EA13-DB28-A175-348E-5E336CB441AF}"/>
          </ac:spMkLst>
        </pc:spChg>
        <pc:picChg chg="add mod ord">
          <ac:chgData name="Muhammad Fikri Hasani" userId="ada500cb4dc7801b" providerId="LiveId" clId="{786255F7-9FE3-486C-982B-B25D274956AF}" dt="2023-11-29T14:46:52.783" v="5349" actId="1076"/>
          <ac:picMkLst>
            <pc:docMk/>
            <pc:sldMk cId="727080427" sldId="265"/>
            <ac:picMk id="6" creationId="{A727E76C-D9F7-09DD-08C8-A5C91C078614}"/>
          </ac:picMkLst>
        </pc:picChg>
      </pc:sldChg>
      <pc:sldChg chg="addSp modSp new mod">
        <pc:chgData name="Muhammad Fikri Hasani" userId="ada500cb4dc7801b" providerId="LiveId" clId="{786255F7-9FE3-486C-982B-B25D274956AF}" dt="2023-11-29T13:20:43.131" v="2287" actId="14100"/>
        <pc:sldMkLst>
          <pc:docMk/>
          <pc:sldMk cId="3742849252" sldId="266"/>
        </pc:sldMkLst>
        <pc:spChg chg="mod">
          <ac:chgData name="Muhammad Fikri Hasani" userId="ada500cb4dc7801b" providerId="LiveId" clId="{786255F7-9FE3-486C-982B-B25D274956AF}" dt="2023-11-29T13:17:31.297" v="2230" actId="20577"/>
          <ac:spMkLst>
            <pc:docMk/>
            <pc:sldMk cId="3742849252" sldId="266"/>
            <ac:spMk id="2" creationId="{6CF8DE37-83AA-CE6A-9877-F82DA0EC1AEE}"/>
          </ac:spMkLst>
        </pc:spChg>
        <pc:spChg chg="mod">
          <ac:chgData name="Muhammad Fikri Hasani" userId="ada500cb4dc7801b" providerId="LiveId" clId="{786255F7-9FE3-486C-982B-B25D274956AF}" dt="2023-11-29T13:17:34.750" v="2249" actId="20577"/>
          <ac:spMkLst>
            <pc:docMk/>
            <pc:sldMk cId="3742849252" sldId="266"/>
            <ac:spMk id="3" creationId="{05DA87AA-0D66-10CD-923B-6A6CA531D634}"/>
          </ac:spMkLst>
        </pc:spChg>
        <pc:spChg chg="mod">
          <ac:chgData name="Muhammad Fikri Hasani" userId="ada500cb4dc7801b" providerId="LiveId" clId="{786255F7-9FE3-486C-982B-B25D274956AF}" dt="2023-11-29T13:20:25.908" v="2281" actId="20577"/>
          <ac:spMkLst>
            <pc:docMk/>
            <pc:sldMk cId="3742849252" sldId="266"/>
            <ac:spMk id="4" creationId="{521FF051-92D5-E28B-6E49-B3B16D07A5B5}"/>
          </ac:spMkLst>
        </pc:spChg>
        <pc:picChg chg="add mod">
          <ac:chgData name="Muhammad Fikri Hasani" userId="ada500cb4dc7801b" providerId="LiveId" clId="{786255F7-9FE3-486C-982B-B25D274956AF}" dt="2023-11-29T13:19:42.313" v="2263" actId="1076"/>
          <ac:picMkLst>
            <pc:docMk/>
            <pc:sldMk cId="3742849252" sldId="266"/>
            <ac:picMk id="6" creationId="{CCD4303F-D79C-939F-3142-6A4636EDFDD7}"/>
          </ac:picMkLst>
        </pc:picChg>
        <pc:picChg chg="add mod">
          <ac:chgData name="Muhammad Fikri Hasani" userId="ada500cb4dc7801b" providerId="LiveId" clId="{786255F7-9FE3-486C-982B-B25D274956AF}" dt="2023-11-29T13:20:43.131" v="2287" actId="14100"/>
          <ac:picMkLst>
            <pc:docMk/>
            <pc:sldMk cId="3742849252" sldId="266"/>
            <ac:picMk id="8" creationId="{49ADA655-C8E0-A16D-3BFF-A933672F68BF}"/>
          </ac:picMkLst>
        </pc:picChg>
      </pc:sldChg>
      <pc:sldChg chg="addSp modSp new mod">
        <pc:chgData name="Muhammad Fikri Hasani" userId="ada500cb4dc7801b" providerId="LiveId" clId="{786255F7-9FE3-486C-982B-B25D274956AF}" dt="2023-11-29T14:29:16.865" v="3932" actId="1076"/>
        <pc:sldMkLst>
          <pc:docMk/>
          <pc:sldMk cId="210008908" sldId="267"/>
        </pc:sldMkLst>
        <pc:spChg chg="mod">
          <ac:chgData name="Muhammad Fikri Hasani" userId="ada500cb4dc7801b" providerId="LiveId" clId="{786255F7-9FE3-486C-982B-B25D274956AF}" dt="2023-11-29T13:22:59.768" v="2341" actId="27636"/>
          <ac:spMkLst>
            <pc:docMk/>
            <pc:sldMk cId="210008908" sldId="267"/>
            <ac:spMk id="2" creationId="{E1C195F5-25F9-E3A8-E8B3-51356152509F}"/>
          </ac:spMkLst>
        </pc:spChg>
        <pc:spChg chg="mod">
          <ac:chgData name="Muhammad Fikri Hasani" userId="ada500cb4dc7801b" providerId="LiveId" clId="{786255F7-9FE3-486C-982B-B25D274956AF}" dt="2023-11-29T13:22:55.043" v="2339" actId="20577"/>
          <ac:spMkLst>
            <pc:docMk/>
            <pc:sldMk cId="210008908" sldId="267"/>
            <ac:spMk id="3" creationId="{5E3FE6E7-9888-9C6C-83E3-562C743AA2E4}"/>
          </ac:spMkLst>
        </pc:spChg>
        <pc:spChg chg="mod">
          <ac:chgData name="Muhammad Fikri Hasani" userId="ada500cb4dc7801b" providerId="LiveId" clId="{786255F7-9FE3-486C-982B-B25D274956AF}" dt="2023-11-29T14:28:15.552" v="3895" actId="1076"/>
          <ac:spMkLst>
            <pc:docMk/>
            <pc:sldMk cId="210008908" sldId="267"/>
            <ac:spMk id="4" creationId="{D7B01E9C-2DEF-9CC7-04D0-96E4F1ED64B9}"/>
          </ac:spMkLst>
        </pc:spChg>
        <pc:spChg chg="add mod">
          <ac:chgData name="Muhammad Fikri Hasani" userId="ada500cb4dc7801b" providerId="LiveId" clId="{786255F7-9FE3-486C-982B-B25D274956AF}" dt="2023-11-29T14:28:58.517" v="3919" actId="1076"/>
          <ac:spMkLst>
            <pc:docMk/>
            <pc:sldMk cId="210008908" sldId="267"/>
            <ac:spMk id="11" creationId="{B87BF09A-62C9-4BFD-44B5-6FEF0B15EFCF}"/>
          </ac:spMkLst>
        </pc:spChg>
        <pc:spChg chg="add mod">
          <ac:chgData name="Muhammad Fikri Hasani" userId="ada500cb4dc7801b" providerId="LiveId" clId="{786255F7-9FE3-486C-982B-B25D274956AF}" dt="2023-11-29T14:29:08.663" v="3931" actId="20577"/>
          <ac:spMkLst>
            <pc:docMk/>
            <pc:sldMk cId="210008908" sldId="267"/>
            <ac:spMk id="12" creationId="{3C08D34C-B2BF-DA56-E986-1F5A31696A73}"/>
          </ac:spMkLst>
        </pc:spChg>
        <pc:picChg chg="add mod">
          <ac:chgData name="Muhammad Fikri Hasani" userId="ada500cb4dc7801b" providerId="LiveId" clId="{786255F7-9FE3-486C-982B-B25D274956AF}" dt="2023-11-29T14:28:17.276" v="3896" actId="1076"/>
          <ac:picMkLst>
            <pc:docMk/>
            <pc:sldMk cId="210008908" sldId="267"/>
            <ac:picMk id="6" creationId="{6C130787-9024-AC28-5887-A9681F387B05}"/>
          </ac:picMkLst>
        </pc:picChg>
        <pc:picChg chg="add mod">
          <ac:chgData name="Muhammad Fikri Hasani" userId="ada500cb4dc7801b" providerId="LiveId" clId="{786255F7-9FE3-486C-982B-B25D274956AF}" dt="2023-11-29T14:29:16.865" v="3932" actId="1076"/>
          <ac:picMkLst>
            <pc:docMk/>
            <pc:sldMk cId="210008908" sldId="267"/>
            <ac:picMk id="8" creationId="{B46CE81A-961A-C8BD-BE0B-8B38C0B9638A}"/>
          </ac:picMkLst>
        </pc:picChg>
        <pc:picChg chg="add mod">
          <ac:chgData name="Muhammad Fikri Hasani" userId="ada500cb4dc7801b" providerId="LiveId" clId="{786255F7-9FE3-486C-982B-B25D274956AF}" dt="2023-11-29T14:28:43.944" v="3899" actId="1076"/>
          <ac:picMkLst>
            <pc:docMk/>
            <pc:sldMk cId="210008908" sldId="267"/>
            <ac:picMk id="10" creationId="{8E4FFAF3-AB5D-E523-345B-F19FCAA4FC79}"/>
          </ac:picMkLst>
        </pc:picChg>
      </pc:sldChg>
      <pc:sldChg chg="addSp modSp new mod">
        <pc:chgData name="Muhammad Fikri Hasani" userId="ada500cb4dc7801b" providerId="LiveId" clId="{786255F7-9FE3-486C-982B-B25D274956AF}" dt="2023-11-29T14:34:07.185" v="4050" actId="1076"/>
        <pc:sldMkLst>
          <pc:docMk/>
          <pc:sldMk cId="4106888810" sldId="268"/>
        </pc:sldMkLst>
        <pc:spChg chg="mod">
          <ac:chgData name="Muhammad Fikri Hasani" userId="ada500cb4dc7801b" providerId="LiveId" clId="{786255F7-9FE3-486C-982B-B25D274956AF}" dt="2023-11-29T13:50:04.559" v="2681" actId="20577"/>
          <ac:spMkLst>
            <pc:docMk/>
            <pc:sldMk cId="4106888810" sldId="268"/>
            <ac:spMk id="2" creationId="{6E9F672B-DCEC-09A5-49AB-52E82A7479D3}"/>
          </ac:spMkLst>
        </pc:spChg>
        <pc:spChg chg="mod">
          <ac:chgData name="Muhammad Fikri Hasani" userId="ada500cb4dc7801b" providerId="LiveId" clId="{786255F7-9FE3-486C-982B-B25D274956AF}" dt="2023-11-29T13:50:13.821" v="2720" actId="20577"/>
          <ac:spMkLst>
            <pc:docMk/>
            <pc:sldMk cId="4106888810" sldId="268"/>
            <ac:spMk id="3" creationId="{003F8A09-0499-0955-8832-5C315C7C3C62}"/>
          </ac:spMkLst>
        </pc:spChg>
        <pc:spChg chg="mod">
          <ac:chgData name="Muhammad Fikri Hasani" userId="ada500cb4dc7801b" providerId="LiveId" clId="{786255F7-9FE3-486C-982B-B25D274956AF}" dt="2023-11-29T14:34:04.219" v="4049" actId="27636"/>
          <ac:spMkLst>
            <pc:docMk/>
            <pc:sldMk cId="4106888810" sldId="268"/>
            <ac:spMk id="4" creationId="{833922DC-0FE2-ED89-AB17-D2E683C23E39}"/>
          </ac:spMkLst>
        </pc:spChg>
        <pc:picChg chg="add mod">
          <ac:chgData name="Muhammad Fikri Hasani" userId="ada500cb4dc7801b" providerId="LiveId" clId="{786255F7-9FE3-486C-982B-B25D274956AF}" dt="2023-11-29T14:34:07.185" v="4050" actId="1076"/>
          <ac:picMkLst>
            <pc:docMk/>
            <pc:sldMk cId="4106888810" sldId="268"/>
            <ac:picMk id="6" creationId="{802DA29E-25FA-EF51-9A2A-3DE86D524FF3}"/>
          </ac:picMkLst>
        </pc:picChg>
      </pc:sldChg>
      <pc:sldChg chg="modSp new del mod">
        <pc:chgData name="Muhammad Fikri Hasani" userId="ada500cb4dc7801b" providerId="LiveId" clId="{786255F7-9FE3-486C-982B-B25D274956AF}" dt="2023-11-29T14:45:42.140" v="5136" actId="47"/>
        <pc:sldMkLst>
          <pc:docMk/>
          <pc:sldMk cId="780295994" sldId="269"/>
        </pc:sldMkLst>
        <pc:spChg chg="mod">
          <ac:chgData name="Muhammad Fikri Hasani" userId="ada500cb4dc7801b" providerId="LiveId" clId="{786255F7-9FE3-486C-982B-B25D274956AF}" dt="2023-11-29T13:47:27.438" v="2526" actId="20577"/>
          <ac:spMkLst>
            <pc:docMk/>
            <pc:sldMk cId="780295994" sldId="269"/>
            <ac:spMk id="2" creationId="{0810282C-977E-2457-83E8-2CCA52C4237E}"/>
          </ac:spMkLst>
        </pc:spChg>
        <pc:spChg chg="mod">
          <ac:chgData name="Muhammad Fikri Hasani" userId="ada500cb4dc7801b" providerId="LiveId" clId="{786255F7-9FE3-486C-982B-B25D274956AF}" dt="2023-11-29T13:47:34.067" v="2562" actId="20577"/>
          <ac:spMkLst>
            <pc:docMk/>
            <pc:sldMk cId="780295994" sldId="269"/>
            <ac:spMk id="3" creationId="{7FB25C54-E260-16C7-CBC3-5736B7D8669E}"/>
          </ac:spMkLst>
        </pc:spChg>
      </pc:sldChg>
      <pc:sldChg chg="addSp delSp modSp new mod">
        <pc:chgData name="Muhammad Fikri Hasani" userId="ada500cb4dc7801b" providerId="LiveId" clId="{786255F7-9FE3-486C-982B-B25D274956AF}" dt="2023-11-29T14:34:27.443" v="4053" actId="20577"/>
        <pc:sldMkLst>
          <pc:docMk/>
          <pc:sldMk cId="3484259326" sldId="270"/>
        </pc:sldMkLst>
        <pc:spChg chg="mod">
          <ac:chgData name="Muhammad Fikri Hasani" userId="ada500cb4dc7801b" providerId="LiveId" clId="{786255F7-9FE3-486C-982B-B25D274956AF}" dt="2023-11-29T13:50:23.670" v="2755" actId="20577"/>
          <ac:spMkLst>
            <pc:docMk/>
            <pc:sldMk cId="3484259326" sldId="270"/>
            <ac:spMk id="2" creationId="{F082800A-FE45-B0BC-EC0B-B623A0393002}"/>
          </ac:spMkLst>
        </pc:spChg>
        <pc:spChg chg="mod">
          <ac:chgData name="Muhammad Fikri Hasani" userId="ada500cb4dc7801b" providerId="LiveId" clId="{786255F7-9FE3-486C-982B-B25D274956AF}" dt="2023-11-29T14:34:27.443" v="4053" actId="20577"/>
          <ac:spMkLst>
            <pc:docMk/>
            <pc:sldMk cId="3484259326" sldId="270"/>
            <ac:spMk id="3" creationId="{C63304B2-FCF8-5369-77FA-EE01FCFCE4B2}"/>
          </ac:spMkLst>
        </pc:spChg>
        <pc:spChg chg="add del mod">
          <ac:chgData name="Muhammad Fikri Hasani" userId="ada500cb4dc7801b" providerId="LiveId" clId="{786255F7-9FE3-486C-982B-B25D274956AF}" dt="2023-11-29T14:33:40.431" v="4044" actId="5793"/>
          <ac:spMkLst>
            <pc:docMk/>
            <pc:sldMk cId="3484259326" sldId="270"/>
            <ac:spMk id="4" creationId="{52A91B6E-9845-8AEF-8645-1E8AA5A8E40F}"/>
          </ac:spMkLst>
        </pc:spChg>
        <pc:picChg chg="add del mod ord">
          <ac:chgData name="Muhammad Fikri Hasani" userId="ada500cb4dc7801b" providerId="LiveId" clId="{786255F7-9FE3-486C-982B-B25D274956AF}" dt="2023-11-29T14:31:26.894" v="3955" actId="22"/>
          <ac:picMkLst>
            <pc:docMk/>
            <pc:sldMk cId="3484259326" sldId="270"/>
            <ac:picMk id="6" creationId="{C0B4374B-C273-B623-01B0-6A996BDC9349}"/>
          </ac:picMkLst>
        </pc:picChg>
        <pc:picChg chg="add del">
          <ac:chgData name="Muhammad Fikri Hasani" userId="ada500cb4dc7801b" providerId="LiveId" clId="{786255F7-9FE3-486C-982B-B25D274956AF}" dt="2023-11-29T14:31:36.078" v="3987" actId="22"/>
          <ac:picMkLst>
            <pc:docMk/>
            <pc:sldMk cId="3484259326" sldId="270"/>
            <ac:picMk id="8" creationId="{5CA8B493-078E-4204-ACFE-58EC0830081A}"/>
          </ac:picMkLst>
        </pc:picChg>
        <pc:picChg chg="add mod">
          <ac:chgData name="Muhammad Fikri Hasani" userId="ada500cb4dc7801b" providerId="LiveId" clId="{786255F7-9FE3-486C-982B-B25D274956AF}" dt="2023-11-29T14:31:48.217" v="3993" actId="1076"/>
          <ac:picMkLst>
            <pc:docMk/>
            <pc:sldMk cId="3484259326" sldId="270"/>
            <ac:picMk id="10" creationId="{9DC8B493-FAA5-1E5B-E3D9-76E1BC46C41F}"/>
          </ac:picMkLst>
        </pc:picChg>
        <pc:picChg chg="add mod">
          <ac:chgData name="Muhammad Fikri Hasani" userId="ada500cb4dc7801b" providerId="LiveId" clId="{786255F7-9FE3-486C-982B-B25D274956AF}" dt="2023-11-29T14:33:21.603" v="4029" actId="14100"/>
          <ac:picMkLst>
            <pc:docMk/>
            <pc:sldMk cId="3484259326" sldId="270"/>
            <ac:picMk id="12" creationId="{9CBA2D5B-C9B4-678F-5A32-D21363B90EE8}"/>
          </ac:picMkLst>
        </pc:picChg>
      </pc:sldChg>
      <pc:sldChg chg="addSp modSp new mod">
        <pc:chgData name="Muhammad Fikri Hasani" userId="ada500cb4dc7801b" providerId="LiveId" clId="{786255F7-9FE3-486C-982B-B25D274956AF}" dt="2023-11-29T14:50:46.588" v="5597" actId="20577"/>
        <pc:sldMkLst>
          <pc:docMk/>
          <pc:sldMk cId="1821762966" sldId="271"/>
        </pc:sldMkLst>
        <pc:spChg chg="mod">
          <ac:chgData name="Muhammad Fikri Hasani" userId="ada500cb4dc7801b" providerId="LiveId" clId="{786255F7-9FE3-486C-982B-B25D274956AF}" dt="2023-11-29T13:50:49.374" v="2840" actId="20577"/>
          <ac:spMkLst>
            <pc:docMk/>
            <pc:sldMk cId="1821762966" sldId="271"/>
            <ac:spMk id="2" creationId="{C5DF6C1F-5768-665F-7C49-ED656CE32E1C}"/>
          </ac:spMkLst>
        </pc:spChg>
        <pc:spChg chg="mod">
          <ac:chgData name="Muhammad Fikri Hasani" userId="ada500cb4dc7801b" providerId="LiveId" clId="{786255F7-9FE3-486C-982B-B25D274956AF}" dt="2023-11-29T13:50:53.348" v="2858" actId="20577"/>
          <ac:spMkLst>
            <pc:docMk/>
            <pc:sldMk cId="1821762966" sldId="271"/>
            <ac:spMk id="3" creationId="{4CAFF0D6-7C4A-15BF-F2FD-7A76DE893827}"/>
          </ac:spMkLst>
        </pc:spChg>
        <pc:spChg chg="mod">
          <ac:chgData name="Muhammad Fikri Hasani" userId="ada500cb4dc7801b" providerId="LiveId" clId="{786255F7-9FE3-486C-982B-B25D274956AF}" dt="2023-11-29T14:50:46.588" v="5597" actId="20577"/>
          <ac:spMkLst>
            <pc:docMk/>
            <pc:sldMk cId="1821762966" sldId="271"/>
            <ac:spMk id="4" creationId="{DF057DF2-690D-0F91-F661-AAB5867E5298}"/>
          </ac:spMkLst>
        </pc:spChg>
        <pc:spChg chg="add mod">
          <ac:chgData name="Muhammad Fikri Hasani" userId="ada500cb4dc7801b" providerId="LiveId" clId="{786255F7-9FE3-486C-982B-B25D274956AF}" dt="2023-11-29T14:26:38.565" v="3887" actId="1076"/>
          <ac:spMkLst>
            <pc:docMk/>
            <pc:sldMk cId="1821762966" sldId="271"/>
            <ac:spMk id="7" creationId="{1DEB121D-F371-F33D-6CED-A095D7CBC7B4}"/>
          </ac:spMkLst>
        </pc:spChg>
        <pc:spChg chg="add mod">
          <ac:chgData name="Muhammad Fikri Hasani" userId="ada500cb4dc7801b" providerId="LiveId" clId="{786255F7-9FE3-486C-982B-B25D274956AF}" dt="2023-11-29T14:26:45.788" v="3889" actId="1076"/>
          <ac:spMkLst>
            <pc:docMk/>
            <pc:sldMk cId="1821762966" sldId="271"/>
            <ac:spMk id="10" creationId="{04F61632-E646-FDFD-1819-2B45BBA36820}"/>
          </ac:spMkLst>
        </pc:spChg>
        <pc:spChg chg="add mod">
          <ac:chgData name="Muhammad Fikri Hasani" userId="ada500cb4dc7801b" providerId="LiveId" clId="{786255F7-9FE3-486C-982B-B25D274956AF}" dt="2023-11-29T14:26:51.177" v="3890" actId="1076"/>
          <ac:spMkLst>
            <pc:docMk/>
            <pc:sldMk cId="1821762966" sldId="271"/>
            <ac:spMk id="11" creationId="{43FCFE98-50C5-E33D-FCD3-128AAF6C5A80}"/>
          </ac:spMkLst>
        </pc:spChg>
        <pc:picChg chg="add mod">
          <ac:chgData name="Muhammad Fikri Hasani" userId="ada500cb4dc7801b" providerId="LiveId" clId="{786255F7-9FE3-486C-982B-B25D274956AF}" dt="2023-11-29T14:26:34.486" v="3886" actId="1076"/>
          <ac:picMkLst>
            <pc:docMk/>
            <pc:sldMk cId="1821762966" sldId="271"/>
            <ac:picMk id="6" creationId="{EFC21AA6-3F3A-2E1C-0E20-C18035B288DB}"/>
          </ac:picMkLst>
        </pc:picChg>
        <pc:picChg chg="add mod">
          <ac:chgData name="Muhammad Fikri Hasani" userId="ada500cb4dc7801b" providerId="LiveId" clId="{786255F7-9FE3-486C-982B-B25D274956AF}" dt="2023-11-29T14:26:40.841" v="3888" actId="1076"/>
          <ac:picMkLst>
            <pc:docMk/>
            <pc:sldMk cId="1821762966" sldId="271"/>
            <ac:picMk id="9" creationId="{A97AAF9E-2764-D122-AEFC-C4129AD476B3}"/>
          </ac:picMkLst>
        </pc:picChg>
        <pc:picChg chg="add mod">
          <ac:chgData name="Muhammad Fikri Hasani" userId="ada500cb4dc7801b" providerId="LiveId" clId="{786255F7-9FE3-486C-982B-B25D274956AF}" dt="2023-11-29T14:26:31.741" v="3885" actId="1076"/>
          <ac:picMkLst>
            <pc:docMk/>
            <pc:sldMk cId="1821762966" sldId="271"/>
            <ac:picMk id="13" creationId="{B7F7237C-C06B-BA5D-FE27-A964170D8521}"/>
          </ac:picMkLst>
        </pc:picChg>
      </pc:sldChg>
      <pc:sldChg chg="addSp modSp new mod ord">
        <pc:chgData name="Muhammad Fikri Hasani" userId="ada500cb4dc7801b" providerId="LiveId" clId="{786255F7-9FE3-486C-982B-B25D274956AF}" dt="2023-11-29T14:11:25.125" v="3209" actId="14100"/>
        <pc:sldMkLst>
          <pc:docMk/>
          <pc:sldMk cId="2873969985" sldId="272"/>
        </pc:sldMkLst>
        <pc:spChg chg="mod">
          <ac:chgData name="Muhammad Fikri Hasani" userId="ada500cb4dc7801b" providerId="LiveId" clId="{786255F7-9FE3-486C-982B-B25D274956AF}" dt="2023-11-29T13:53:22.290" v="2918" actId="20577"/>
          <ac:spMkLst>
            <pc:docMk/>
            <pc:sldMk cId="2873969985" sldId="272"/>
            <ac:spMk id="2" creationId="{C391A12E-705B-4339-AA28-73422D58E7B9}"/>
          </ac:spMkLst>
        </pc:spChg>
        <pc:spChg chg="mod">
          <ac:chgData name="Muhammad Fikri Hasani" userId="ada500cb4dc7801b" providerId="LiveId" clId="{786255F7-9FE3-486C-982B-B25D274956AF}" dt="2023-11-29T13:53:17.339" v="2884"/>
          <ac:spMkLst>
            <pc:docMk/>
            <pc:sldMk cId="2873969985" sldId="272"/>
            <ac:spMk id="3" creationId="{BDC6556D-8F85-99C1-BC3A-2E378DC8D7E7}"/>
          </ac:spMkLst>
        </pc:spChg>
        <pc:spChg chg="mod">
          <ac:chgData name="Muhammad Fikri Hasani" userId="ada500cb4dc7801b" providerId="LiveId" clId="{786255F7-9FE3-486C-982B-B25D274956AF}" dt="2023-11-29T14:09:28.484" v="3154" actId="1076"/>
          <ac:spMkLst>
            <pc:docMk/>
            <pc:sldMk cId="2873969985" sldId="272"/>
            <ac:spMk id="4" creationId="{A519C9E7-F2C5-9E36-A34C-D043026E2B7A}"/>
          </ac:spMkLst>
        </pc:spChg>
        <pc:spChg chg="add mod">
          <ac:chgData name="Muhammad Fikri Hasani" userId="ada500cb4dc7801b" providerId="LiveId" clId="{786255F7-9FE3-486C-982B-B25D274956AF}" dt="2023-11-29T14:11:14.883" v="3203" actId="1076"/>
          <ac:spMkLst>
            <pc:docMk/>
            <pc:sldMk cId="2873969985" sldId="272"/>
            <ac:spMk id="11" creationId="{D8004CD9-2B8C-654A-1862-34D9E6DD4BE2}"/>
          </ac:spMkLst>
        </pc:spChg>
        <pc:spChg chg="add mod">
          <ac:chgData name="Muhammad Fikri Hasani" userId="ada500cb4dc7801b" providerId="LiveId" clId="{786255F7-9FE3-486C-982B-B25D274956AF}" dt="2023-11-29T14:10:05.741" v="3197" actId="20577"/>
          <ac:spMkLst>
            <pc:docMk/>
            <pc:sldMk cId="2873969985" sldId="272"/>
            <ac:spMk id="12" creationId="{43998B5D-8BEF-978E-5F7A-61C9326225C8}"/>
          </ac:spMkLst>
        </pc:spChg>
        <pc:picChg chg="add mod">
          <ac:chgData name="Muhammad Fikri Hasani" userId="ada500cb4dc7801b" providerId="LiveId" clId="{786255F7-9FE3-486C-982B-B25D274956AF}" dt="2023-11-29T14:11:18.984" v="3205" actId="1076"/>
          <ac:picMkLst>
            <pc:docMk/>
            <pc:sldMk cId="2873969985" sldId="272"/>
            <ac:picMk id="6" creationId="{F58E104A-ACE1-AE75-704B-6E1676610C0F}"/>
          </ac:picMkLst>
        </pc:picChg>
        <pc:picChg chg="add mod">
          <ac:chgData name="Muhammad Fikri Hasani" userId="ada500cb4dc7801b" providerId="LiveId" clId="{786255F7-9FE3-486C-982B-B25D274956AF}" dt="2023-11-29T14:11:21.787" v="3207" actId="1076"/>
          <ac:picMkLst>
            <pc:docMk/>
            <pc:sldMk cId="2873969985" sldId="272"/>
            <ac:picMk id="8" creationId="{DD2719CF-CBC3-DE3E-5C83-CEB797C3A546}"/>
          </ac:picMkLst>
        </pc:picChg>
        <pc:picChg chg="add mod">
          <ac:chgData name="Muhammad Fikri Hasani" userId="ada500cb4dc7801b" providerId="LiveId" clId="{786255F7-9FE3-486C-982B-B25D274956AF}" dt="2023-11-29T14:11:25.125" v="3209" actId="14100"/>
          <ac:picMkLst>
            <pc:docMk/>
            <pc:sldMk cId="2873969985" sldId="272"/>
            <ac:picMk id="10" creationId="{E33D92D3-BBF6-6AF7-0EA6-91F629990808}"/>
          </ac:picMkLst>
        </pc:picChg>
        <pc:picChg chg="add mod">
          <ac:chgData name="Muhammad Fikri Hasani" userId="ada500cb4dc7801b" providerId="LiveId" clId="{786255F7-9FE3-486C-982B-B25D274956AF}" dt="2023-11-29T14:11:08.900" v="3202" actId="1076"/>
          <ac:picMkLst>
            <pc:docMk/>
            <pc:sldMk cId="2873969985" sldId="272"/>
            <ac:picMk id="14" creationId="{4CEE1E44-34F0-3286-1697-A002DD6BC3E4}"/>
          </ac:picMkLst>
        </pc:picChg>
      </pc:sldChg>
      <pc:sldChg chg="addSp delSp modSp new mod">
        <pc:chgData name="Muhammad Fikri Hasani" userId="ada500cb4dc7801b" providerId="LiveId" clId="{786255F7-9FE3-486C-982B-B25D274956AF}" dt="2023-11-29T14:15:26.211" v="3349" actId="14100"/>
        <pc:sldMkLst>
          <pc:docMk/>
          <pc:sldMk cId="1117770923" sldId="273"/>
        </pc:sldMkLst>
        <pc:spChg chg="mod">
          <ac:chgData name="Muhammad Fikri Hasani" userId="ada500cb4dc7801b" providerId="LiveId" clId="{786255F7-9FE3-486C-982B-B25D274956AF}" dt="2023-11-29T14:11:48.132" v="3257" actId="20577"/>
          <ac:spMkLst>
            <pc:docMk/>
            <pc:sldMk cId="1117770923" sldId="273"/>
            <ac:spMk id="2" creationId="{0C5A8963-7CCB-28A5-7299-37F723B88351}"/>
          </ac:spMkLst>
        </pc:spChg>
        <pc:spChg chg="mod">
          <ac:chgData name="Muhammad Fikri Hasani" userId="ada500cb4dc7801b" providerId="LiveId" clId="{786255F7-9FE3-486C-982B-B25D274956AF}" dt="2023-11-29T14:11:49.958" v="3264" actId="5793"/>
          <ac:spMkLst>
            <pc:docMk/>
            <pc:sldMk cId="1117770923" sldId="273"/>
            <ac:spMk id="3" creationId="{3C3F785D-75BA-57C2-D92D-7FA0FD9A90C0}"/>
          </ac:spMkLst>
        </pc:spChg>
        <pc:spChg chg="mod">
          <ac:chgData name="Muhammad Fikri Hasani" userId="ada500cb4dc7801b" providerId="LiveId" clId="{786255F7-9FE3-486C-982B-B25D274956AF}" dt="2023-11-29T14:15:19.061" v="3346" actId="1076"/>
          <ac:spMkLst>
            <pc:docMk/>
            <pc:sldMk cId="1117770923" sldId="273"/>
            <ac:spMk id="4" creationId="{0479128A-0B54-B933-959C-B01743403269}"/>
          </ac:spMkLst>
        </pc:spChg>
        <pc:graphicFrameChg chg="add del mod">
          <ac:chgData name="Muhammad Fikri Hasani" userId="ada500cb4dc7801b" providerId="LiveId" clId="{786255F7-9FE3-486C-982B-B25D274956AF}" dt="2023-11-29T14:15:02.776" v="3341"/>
          <ac:graphicFrameMkLst>
            <pc:docMk/>
            <pc:sldMk cId="1117770923" sldId="273"/>
            <ac:graphicFrameMk id="7" creationId="{AF5C3520-756A-8790-A29C-1ACF81DE36A7}"/>
          </ac:graphicFrameMkLst>
        </pc:graphicFrameChg>
        <pc:picChg chg="add mod">
          <ac:chgData name="Muhammad Fikri Hasani" userId="ada500cb4dc7801b" providerId="LiveId" clId="{786255F7-9FE3-486C-982B-B25D274956AF}" dt="2023-11-29T14:15:21.402" v="3347" actId="1076"/>
          <ac:picMkLst>
            <pc:docMk/>
            <pc:sldMk cId="1117770923" sldId="273"/>
            <ac:picMk id="6" creationId="{E12F311E-739E-F20E-52F5-7F4940FDC166}"/>
          </ac:picMkLst>
        </pc:picChg>
        <pc:picChg chg="add mod">
          <ac:chgData name="Muhammad Fikri Hasani" userId="ada500cb4dc7801b" providerId="LiveId" clId="{786255F7-9FE3-486C-982B-B25D274956AF}" dt="2023-11-29T14:15:26.211" v="3349" actId="14100"/>
          <ac:picMkLst>
            <pc:docMk/>
            <pc:sldMk cId="1117770923" sldId="273"/>
            <ac:picMk id="9" creationId="{13ACEF21-6100-6F0D-AEBF-520555E97D4F}"/>
          </ac:picMkLst>
        </pc:picChg>
      </pc:sldChg>
      <pc:sldChg chg="addSp delSp modSp new mod">
        <pc:chgData name="Muhammad Fikri Hasani" userId="ada500cb4dc7801b" providerId="LiveId" clId="{786255F7-9FE3-486C-982B-B25D274956AF}" dt="2023-11-29T14:18:33.936" v="3507" actId="20577"/>
        <pc:sldMkLst>
          <pc:docMk/>
          <pc:sldMk cId="2210744361" sldId="274"/>
        </pc:sldMkLst>
        <pc:spChg chg="mod">
          <ac:chgData name="Muhammad Fikri Hasani" userId="ada500cb4dc7801b" providerId="LiveId" clId="{786255F7-9FE3-486C-982B-B25D274956AF}" dt="2023-11-29T14:15:35.443" v="3352" actId="27636"/>
          <ac:spMkLst>
            <pc:docMk/>
            <pc:sldMk cId="2210744361" sldId="274"/>
            <ac:spMk id="2" creationId="{B019F606-EC18-A8D2-4361-9545A75F06D6}"/>
          </ac:spMkLst>
        </pc:spChg>
        <pc:spChg chg="mod">
          <ac:chgData name="Muhammad Fikri Hasani" userId="ada500cb4dc7801b" providerId="LiveId" clId="{786255F7-9FE3-486C-982B-B25D274956AF}" dt="2023-11-29T14:15:39.294" v="3366" actId="20577"/>
          <ac:spMkLst>
            <pc:docMk/>
            <pc:sldMk cId="2210744361" sldId="274"/>
            <ac:spMk id="3" creationId="{BE640E17-F814-A7F5-9B92-464037BA5B93}"/>
          </ac:spMkLst>
        </pc:spChg>
        <pc:spChg chg="add del mod">
          <ac:chgData name="Muhammad Fikri Hasani" userId="ada500cb4dc7801b" providerId="LiveId" clId="{786255F7-9FE3-486C-982B-B25D274956AF}" dt="2023-11-29T14:18:33.936" v="3507" actId="20577"/>
          <ac:spMkLst>
            <pc:docMk/>
            <pc:sldMk cId="2210744361" sldId="274"/>
            <ac:spMk id="4" creationId="{03513F55-BD25-D85A-7E29-B682564B672B}"/>
          </ac:spMkLst>
        </pc:spChg>
        <pc:spChg chg="add del mod">
          <ac:chgData name="Muhammad Fikri Hasani" userId="ada500cb4dc7801b" providerId="LiveId" clId="{786255F7-9FE3-486C-982B-B25D274956AF}" dt="2023-11-29T14:17:01.554" v="3370"/>
          <ac:spMkLst>
            <pc:docMk/>
            <pc:sldMk cId="2210744361" sldId="274"/>
            <ac:spMk id="5" creationId="{1F225E52-0790-C985-EDF8-D817963DDF50}"/>
          </ac:spMkLst>
        </pc:spChg>
      </pc:sldChg>
      <pc:sldChg chg="addSp delSp modSp new mod">
        <pc:chgData name="Muhammad Fikri Hasani" userId="ada500cb4dc7801b" providerId="LiveId" clId="{786255F7-9FE3-486C-982B-B25D274956AF}" dt="2023-11-29T14:40:13.765" v="4276" actId="1076"/>
        <pc:sldMkLst>
          <pc:docMk/>
          <pc:sldMk cId="725306543" sldId="275"/>
        </pc:sldMkLst>
        <pc:spChg chg="mod">
          <ac:chgData name="Muhammad Fikri Hasani" userId="ada500cb4dc7801b" providerId="LiveId" clId="{786255F7-9FE3-486C-982B-B25D274956AF}" dt="2023-11-29T14:38:44.379" v="4166" actId="20577"/>
          <ac:spMkLst>
            <pc:docMk/>
            <pc:sldMk cId="725306543" sldId="275"/>
            <ac:spMk id="2" creationId="{991BAAF6-D41B-ABD4-84B1-CD88CA779685}"/>
          </ac:spMkLst>
        </pc:spChg>
        <pc:spChg chg="mod">
          <ac:chgData name="Muhammad Fikri Hasani" userId="ada500cb4dc7801b" providerId="LiveId" clId="{786255F7-9FE3-486C-982B-B25D274956AF}" dt="2023-11-29T14:38:53.028" v="4182" actId="20577"/>
          <ac:spMkLst>
            <pc:docMk/>
            <pc:sldMk cId="725306543" sldId="275"/>
            <ac:spMk id="3" creationId="{ED62E96F-A3FD-9A45-DF43-F34BC8EA2676}"/>
          </ac:spMkLst>
        </pc:spChg>
        <pc:spChg chg="mod">
          <ac:chgData name="Muhammad Fikri Hasani" userId="ada500cb4dc7801b" providerId="LiveId" clId="{786255F7-9FE3-486C-982B-B25D274956AF}" dt="2023-11-29T14:39:36.709" v="4233" actId="20577"/>
          <ac:spMkLst>
            <pc:docMk/>
            <pc:sldMk cId="725306543" sldId="275"/>
            <ac:spMk id="4" creationId="{F9101605-EF62-F65F-7718-4F5C3805376F}"/>
          </ac:spMkLst>
        </pc:spChg>
        <pc:spChg chg="add del mod">
          <ac:chgData name="Muhammad Fikri Hasani" userId="ada500cb4dc7801b" providerId="LiveId" clId="{786255F7-9FE3-486C-982B-B25D274956AF}" dt="2023-11-29T14:39:42.778" v="4235"/>
          <ac:spMkLst>
            <pc:docMk/>
            <pc:sldMk cId="725306543" sldId="275"/>
            <ac:spMk id="7" creationId="{69482A4A-44F9-7DBD-5274-819264A47DA0}"/>
          </ac:spMkLst>
        </pc:spChg>
        <pc:spChg chg="add mod">
          <ac:chgData name="Muhammad Fikri Hasani" userId="ada500cb4dc7801b" providerId="LiveId" clId="{786255F7-9FE3-486C-982B-B25D274956AF}" dt="2023-11-29T14:40:00.380" v="4272" actId="20577"/>
          <ac:spMkLst>
            <pc:docMk/>
            <pc:sldMk cId="725306543" sldId="275"/>
            <ac:spMk id="8" creationId="{EF7C8BB4-E43D-51FC-8E19-70A9343E545B}"/>
          </ac:spMkLst>
        </pc:spChg>
        <pc:picChg chg="add mod">
          <ac:chgData name="Muhammad Fikri Hasani" userId="ada500cb4dc7801b" providerId="LiveId" clId="{786255F7-9FE3-486C-982B-B25D274956AF}" dt="2023-11-29T14:40:13.765" v="4276" actId="1076"/>
          <ac:picMkLst>
            <pc:docMk/>
            <pc:sldMk cId="725306543" sldId="275"/>
            <ac:picMk id="6" creationId="{ADB03979-8027-EA5C-B83E-7C7776BEE1E7}"/>
          </ac:picMkLst>
        </pc:picChg>
        <pc:picChg chg="add mod">
          <ac:chgData name="Muhammad Fikri Hasani" userId="ada500cb4dc7801b" providerId="LiveId" clId="{786255F7-9FE3-486C-982B-B25D274956AF}" dt="2023-11-29T14:40:09.790" v="4275" actId="14100"/>
          <ac:picMkLst>
            <pc:docMk/>
            <pc:sldMk cId="725306543" sldId="275"/>
            <ac:picMk id="10" creationId="{C9200D29-CB14-037E-3D69-EB444540DB7E}"/>
          </ac:picMkLst>
        </pc:picChg>
      </pc:sldChg>
      <pc:sldChg chg="addSp modSp new mod">
        <pc:chgData name="Muhammad Fikri Hasani" userId="ada500cb4dc7801b" providerId="LiveId" clId="{786255F7-9FE3-486C-982B-B25D274956AF}" dt="2023-11-29T14:37:37.323" v="4133" actId="1076"/>
        <pc:sldMkLst>
          <pc:docMk/>
          <pc:sldMk cId="4241519096" sldId="276"/>
        </pc:sldMkLst>
        <pc:spChg chg="mod">
          <ac:chgData name="Muhammad Fikri Hasani" userId="ada500cb4dc7801b" providerId="LiveId" clId="{786255F7-9FE3-486C-982B-B25D274956AF}" dt="2023-11-29T14:34:30.062" v="4055" actId="27636"/>
          <ac:spMkLst>
            <pc:docMk/>
            <pc:sldMk cId="4241519096" sldId="276"/>
            <ac:spMk id="2" creationId="{0DAAB851-F856-1157-09C2-E013941F38F3}"/>
          </ac:spMkLst>
        </pc:spChg>
        <pc:spChg chg="mod">
          <ac:chgData name="Muhammad Fikri Hasani" userId="ada500cb4dc7801b" providerId="LiveId" clId="{786255F7-9FE3-486C-982B-B25D274956AF}" dt="2023-11-29T14:34:32.824" v="4071" actId="20577"/>
          <ac:spMkLst>
            <pc:docMk/>
            <pc:sldMk cId="4241519096" sldId="276"/>
            <ac:spMk id="3" creationId="{4A09EAEF-69E4-297B-2D98-B32836FC512A}"/>
          </ac:spMkLst>
        </pc:spChg>
        <pc:spChg chg="mod">
          <ac:chgData name="Muhammad Fikri Hasani" userId="ada500cb4dc7801b" providerId="LiveId" clId="{786255F7-9FE3-486C-982B-B25D274956AF}" dt="2023-11-29T14:36:12.352" v="4119" actId="20577"/>
          <ac:spMkLst>
            <pc:docMk/>
            <pc:sldMk cId="4241519096" sldId="276"/>
            <ac:spMk id="4" creationId="{68A58EDF-C710-D596-E3D5-B235233FC085}"/>
          </ac:spMkLst>
        </pc:spChg>
        <pc:spChg chg="add mod">
          <ac:chgData name="Muhammad Fikri Hasani" userId="ada500cb4dc7801b" providerId="LiveId" clId="{786255F7-9FE3-486C-982B-B25D274956AF}" dt="2023-11-29T14:37:19.761" v="4130" actId="1076"/>
          <ac:spMkLst>
            <pc:docMk/>
            <pc:sldMk cId="4241519096" sldId="276"/>
            <ac:spMk id="7" creationId="{596E4C15-647E-7124-FC28-8A76466050DE}"/>
          </ac:spMkLst>
        </pc:spChg>
        <pc:picChg chg="add mod">
          <ac:chgData name="Muhammad Fikri Hasani" userId="ada500cb4dc7801b" providerId="LiveId" clId="{786255F7-9FE3-486C-982B-B25D274956AF}" dt="2023-11-29T14:37:37.323" v="4133" actId="1076"/>
          <ac:picMkLst>
            <pc:docMk/>
            <pc:sldMk cId="4241519096" sldId="276"/>
            <ac:picMk id="6" creationId="{9AC6E396-7D28-7B22-D16D-A61FBF2ABA9B}"/>
          </ac:picMkLst>
        </pc:picChg>
        <pc:picChg chg="add mod">
          <ac:chgData name="Muhammad Fikri Hasani" userId="ada500cb4dc7801b" providerId="LiveId" clId="{786255F7-9FE3-486C-982B-B25D274956AF}" dt="2023-11-29T14:37:35.032" v="4132" actId="1076"/>
          <ac:picMkLst>
            <pc:docMk/>
            <pc:sldMk cId="4241519096" sldId="276"/>
            <ac:picMk id="9" creationId="{0D2AAAFF-ECED-E2AF-EA5A-433FD42429B5}"/>
          </ac:picMkLst>
        </pc:picChg>
      </pc:sldChg>
      <pc:sldChg chg="modSp new mod">
        <pc:chgData name="Muhammad Fikri Hasani" userId="ada500cb4dc7801b" providerId="LiveId" clId="{786255F7-9FE3-486C-982B-B25D274956AF}" dt="2023-11-29T14:44:30.168" v="5135" actId="20577"/>
        <pc:sldMkLst>
          <pc:docMk/>
          <pc:sldMk cId="2384352061" sldId="277"/>
        </pc:sldMkLst>
        <pc:spChg chg="mod">
          <ac:chgData name="Muhammad Fikri Hasani" userId="ada500cb4dc7801b" providerId="LiveId" clId="{786255F7-9FE3-486C-982B-B25D274956AF}" dt="2023-11-29T14:40:56.485" v="4282" actId="27636"/>
          <ac:spMkLst>
            <pc:docMk/>
            <pc:sldMk cId="2384352061" sldId="277"/>
            <ac:spMk id="2" creationId="{73C2FCB8-08B1-1061-B648-71B1FB85D2E9}"/>
          </ac:spMkLst>
        </pc:spChg>
        <pc:spChg chg="mod">
          <ac:chgData name="Muhammad Fikri Hasani" userId="ada500cb4dc7801b" providerId="LiveId" clId="{786255F7-9FE3-486C-982B-B25D274956AF}" dt="2023-11-29T14:40:59.054" v="4294" actId="20577"/>
          <ac:spMkLst>
            <pc:docMk/>
            <pc:sldMk cId="2384352061" sldId="277"/>
            <ac:spMk id="3" creationId="{43C5AB45-631D-E54A-5C40-80510744A058}"/>
          </ac:spMkLst>
        </pc:spChg>
        <pc:spChg chg="mod">
          <ac:chgData name="Muhammad Fikri Hasani" userId="ada500cb4dc7801b" providerId="LiveId" clId="{786255F7-9FE3-486C-982B-B25D274956AF}" dt="2023-11-29T14:44:30.168" v="5135" actId="20577"/>
          <ac:spMkLst>
            <pc:docMk/>
            <pc:sldMk cId="2384352061" sldId="277"/>
            <ac:spMk id="4" creationId="{DB514F26-319B-72E9-ED03-F51DF0225757}"/>
          </ac:spMkLst>
        </pc:spChg>
      </pc:sldChg>
      <pc:sldChg chg="addSp delSp modSp new mod">
        <pc:chgData name="Muhammad Fikri Hasani" userId="ada500cb4dc7801b" providerId="LiveId" clId="{786255F7-9FE3-486C-982B-B25D274956AF}" dt="2023-11-29T14:48:54.314" v="5483" actId="1076"/>
        <pc:sldMkLst>
          <pc:docMk/>
          <pc:sldMk cId="1371242533" sldId="278"/>
        </pc:sldMkLst>
        <pc:spChg chg="mod">
          <ac:chgData name="Muhammad Fikri Hasani" userId="ada500cb4dc7801b" providerId="LiveId" clId="{786255F7-9FE3-486C-982B-B25D274956AF}" dt="2023-11-29T14:47:42.924" v="5384" actId="20577"/>
          <ac:spMkLst>
            <pc:docMk/>
            <pc:sldMk cId="1371242533" sldId="278"/>
            <ac:spMk id="2" creationId="{DCC5964E-8475-96A0-FBC1-23C802AA7211}"/>
          </ac:spMkLst>
        </pc:spChg>
        <pc:spChg chg="mod">
          <ac:chgData name="Muhammad Fikri Hasani" userId="ada500cb4dc7801b" providerId="LiveId" clId="{786255F7-9FE3-486C-982B-B25D274956AF}" dt="2023-11-29T14:47:51.522" v="5412" actId="20577"/>
          <ac:spMkLst>
            <pc:docMk/>
            <pc:sldMk cId="1371242533" sldId="278"/>
            <ac:spMk id="3" creationId="{DA1DB94B-1419-6380-ED02-AEA338D62848}"/>
          </ac:spMkLst>
        </pc:spChg>
        <pc:spChg chg="add del mod">
          <ac:chgData name="Muhammad Fikri Hasani" userId="ada500cb4dc7801b" providerId="LiveId" clId="{786255F7-9FE3-486C-982B-B25D274956AF}" dt="2023-11-29T14:48:32.160" v="5478" actId="14100"/>
          <ac:spMkLst>
            <pc:docMk/>
            <pc:sldMk cId="1371242533" sldId="278"/>
            <ac:spMk id="4" creationId="{544512AC-FFCD-4FF6-4032-F61E62E6EAE6}"/>
          </ac:spMkLst>
        </pc:spChg>
        <pc:picChg chg="add del mod ord">
          <ac:chgData name="Muhammad Fikri Hasani" userId="ada500cb4dc7801b" providerId="LiveId" clId="{786255F7-9FE3-486C-982B-B25D274956AF}" dt="2023-11-29T14:48:09.374" v="5420" actId="22"/>
          <ac:picMkLst>
            <pc:docMk/>
            <pc:sldMk cId="1371242533" sldId="278"/>
            <ac:picMk id="6" creationId="{050FF423-410C-5473-60FC-77BE849E4BCC}"/>
          </ac:picMkLst>
        </pc:picChg>
        <pc:picChg chg="add mod">
          <ac:chgData name="Muhammad Fikri Hasani" userId="ada500cb4dc7801b" providerId="LiveId" clId="{786255F7-9FE3-486C-982B-B25D274956AF}" dt="2023-11-29T14:48:36.279" v="5480" actId="14100"/>
          <ac:picMkLst>
            <pc:docMk/>
            <pc:sldMk cId="1371242533" sldId="278"/>
            <ac:picMk id="8" creationId="{65CFCCDF-B776-E2D0-5398-2996857F1B0B}"/>
          </ac:picMkLst>
        </pc:picChg>
        <pc:picChg chg="add mod">
          <ac:chgData name="Muhammad Fikri Hasani" userId="ada500cb4dc7801b" providerId="LiveId" clId="{786255F7-9FE3-486C-982B-B25D274956AF}" dt="2023-11-29T14:48:54.314" v="5483" actId="1076"/>
          <ac:picMkLst>
            <pc:docMk/>
            <pc:sldMk cId="1371242533" sldId="278"/>
            <ac:picMk id="10" creationId="{64187EB2-9335-F722-C5E3-40BDD278386C}"/>
          </ac:picMkLst>
        </pc:picChg>
      </pc:sldChg>
    </pc:docChg>
  </pc:docChgLst>
  <pc:docChgLst>
    <pc:chgData name="Muhammad Fikri Hasani" userId="ada500cb4dc7801b" providerId="LiveId" clId="{BD909078-E2A4-4FB8-85E1-B1F4F0F5462C}"/>
    <pc:docChg chg="undo redo custSel addSld delSld modSld">
      <pc:chgData name="Muhammad Fikri Hasani" userId="ada500cb4dc7801b" providerId="LiveId" clId="{BD909078-E2A4-4FB8-85E1-B1F4F0F5462C}" dt="2023-12-19T01:48:35.796" v="8528" actId="20577"/>
      <pc:docMkLst>
        <pc:docMk/>
      </pc:docMkLst>
      <pc:sldChg chg="modSp mod">
        <pc:chgData name="Muhammad Fikri Hasani" userId="ada500cb4dc7801b" providerId="LiveId" clId="{BD909078-E2A4-4FB8-85E1-B1F4F0F5462C}" dt="2023-12-17T13:37:19.160" v="7784" actId="20577"/>
        <pc:sldMkLst>
          <pc:docMk/>
          <pc:sldMk cId="3807564589" sldId="256"/>
        </pc:sldMkLst>
        <pc:spChg chg="mod">
          <ac:chgData name="Muhammad Fikri Hasani" userId="ada500cb4dc7801b" providerId="LiveId" clId="{BD909078-E2A4-4FB8-85E1-B1F4F0F5462C}" dt="2023-12-17T13:37:19.160" v="7784" actId="20577"/>
          <ac:spMkLst>
            <pc:docMk/>
            <pc:sldMk cId="3807564589" sldId="256"/>
            <ac:spMk id="2" creationId="{50F9371B-F92F-AED8-457A-F4BAE6779B8C}"/>
          </ac:spMkLst>
        </pc:spChg>
        <pc:spChg chg="mod">
          <ac:chgData name="Muhammad Fikri Hasani" userId="ada500cb4dc7801b" providerId="LiveId" clId="{BD909078-E2A4-4FB8-85E1-B1F4F0F5462C}" dt="2023-12-08T09:18:34.785" v="23" actId="20577"/>
          <ac:spMkLst>
            <pc:docMk/>
            <pc:sldMk cId="3807564589" sldId="256"/>
            <ac:spMk id="3" creationId="{05C0E2BF-BBBC-BF27-4255-C5149D193112}"/>
          </ac:spMkLst>
        </pc:spChg>
      </pc:sldChg>
      <pc:sldChg chg="modSp mod">
        <pc:chgData name="Muhammad Fikri Hasani" userId="ada500cb4dc7801b" providerId="LiveId" clId="{BD909078-E2A4-4FB8-85E1-B1F4F0F5462C}" dt="2023-12-17T13:38:06.419" v="7801" actId="20577"/>
        <pc:sldMkLst>
          <pc:docMk/>
          <pc:sldMk cId="2766454393" sldId="257"/>
        </pc:sldMkLst>
        <pc:spChg chg="mod">
          <ac:chgData name="Muhammad Fikri Hasani" userId="ada500cb4dc7801b" providerId="LiveId" clId="{BD909078-E2A4-4FB8-85E1-B1F4F0F5462C}" dt="2023-12-17T13:38:06.419" v="7801" actId="20577"/>
          <ac:spMkLst>
            <pc:docMk/>
            <pc:sldMk cId="2766454393" sldId="257"/>
            <ac:spMk id="4" creationId="{72B426B6-A02E-F758-7A2B-554FFF354A1A}"/>
          </ac:spMkLst>
        </pc:spChg>
      </pc:sldChg>
      <pc:sldChg chg="del">
        <pc:chgData name="Muhammad Fikri Hasani" userId="ada500cb4dc7801b" providerId="LiveId" clId="{BD909078-E2A4-4FB8-85E1-B1F4F0F5462C}" dt="2023-12-10T00:17:16.996" v="6105" actId="47"/>
        <pc:sldMkLst>
          <pc:docMk/>
          <pc:sldMk cId="2384352061" sldId="277"/>
        </pc:sldMkLst>
      </pc:sldChg>
      <pc:sldChg chg="del">
        <pc:chgData name="Muhammad Fikri Hasani" userId="ada500cb4dc7801b" providerId="LiveId" clId="{BD909078-E2A4-4FB8-85E1-B1F4F0F5462C}" dt="2023-12-10T00:17:16.996" v="6105" actId="47"/>
        <pc:sldMkLst>
          <pc:docMk/>
          <pc:sldMk cId="3169643321" sldId="279"/>
        </pc:sldMkLst>
      </pc:sldChg>
      <pc:sldChg chg="del">
        <pc:chgData name="Muhammad Fikri Hasani" userId="ada500cb4dc7801b" providerId="LiveId" clId="{BD909078-E2A4-4FB8-85E1-B1F4F0F5462C}" dt="2023-12-10T00:17:16.996" v="6105" actId="47"/>
        <pc:sldMkLst>
          <pc:docMk/>
          <pc:sldMk cId="570179620" sldId="280"/>
        </pc:sldMkLst>
      </pc:sldChg>
      <pc:sldChg chg="del">
        <pc:chgData name="Muhammad Fikri Hasani" userId="ada500cb4dc7801b" providerId="LiveId" clId="{BD909078-E2A4-4FB8-85E1-B1F4F0F5462C}" dt="2023-12-10T00:17:16.996" v="6105" actId="47"/>
        <pc:sldMkLst>
          <pc:docMk/>
          <pc:sldMk cId="2657685066" sldId="281"/>
        </pc:sldMkLst>
      </pc:sldChg>
      <pc:sldChg chg="del">
        <pc:chgData name="Muhammad Fikri Hasani" userId="ada500cb4dc7801b" providerId="LiveId" clId="{BD909078-E2A4-4FB8-85E1-B1F4F0F5462C}" dt="2023-12-10T00:17:16.996" v="6105" actId="47"/>
        <pc:sldMkLst>
          <pc:docMk/>
          <pc:sldMk cId="2184732982" sldId="282"/>
        </pc:sldMkLst>
      </pc:sldChg>
      <pc:sldChg chg="del">
        <pc:chgData name="Muhammad Fikri Hasani" userId="ada500cb4dc7801b" providerId="LiveId" clId="{BD909078-E2A4-4FB8-85E1-B1F4F0F5462C}" dt="2023-12-10T00:17:16.996" v="6105" actId="47"/>
        <pc:sldMkLst>
          <pc:docMk/>
          <pc:sldMk cId="3942114241" sldId="283"/>
        </pc:sldMkLst>
      </pc:sldChg>
      <pc:sldChg chg="del">
        <pc:chgData name="Muhammad Fikri Hasani" userId="ada500cb4dc7801b" providerId="LiveId" clId="{BD909078-E2A4-4FB8-85E1-B1F4F0F5462C}" dt="2023-12-10T00:17:16.996" v="6105" actId="47"/>
        <pc:sldMkLst>
          <pc:docMk/>
          <pc:sldMk cId="3883572305" sldId="284"/>
        </pc:sldMkLst>
      </pc:sldChg>
      <pc:sldChg chg="modSp mod">
        <pc:chgData name="Muhammad Fikri Hasani" userId="ada500cb4dc7801b" providerId="LiveId" clId="{BD909078-E2A4-4FB8-85E1-B1F4F0F5462C}" dt="2023-12-19T01:41:26.230" v="7955" actId="20577"/>
        <pc:sldMkLst>
          <pc:docMk/>
          <pc:sldMk cId="362410701" sldId="286"/>
        </pc:sldMkLst>
        <pc:spChg chg="mod">
          <ac:chgData name="Muhammad Fikri Hasani" userId="ada500cb4dc7801b" providerId="LiveId" clId="{BD909078-E2A4-4FB8-85E1-B1F4F0F5462C}" dt="2023-12-19T01:41:26.230" v="7955" actId="20577"/>
          <ac:spMkLst>
            <pc:docMk/>
            <pc:sldMk cId="362410701" sldId="286"/>
            <ac:spMk id="2" creationId="{B9AB3630-5B4F-71B4-3946-90F3E151C49D}"/>
          </ac:spMkLst>
        </pc:spChg>
      </pc:sldChg>
      <pc:sldChg chg="del">
        <pc:chgData name="Muhammad Fikri Hasani" userId="ada500cb4dc7801b" providerId="LiveId" clId="{BD909078-E2A4-4FB8-85E1-B1F4F0F5462C}" dt="2023-12-10T00:17:16.996" v="6105" actId="47"/>
        <pc:sldMkLst>
          <pc:docMk/>
          <pc:sldMk cId="118616448" sldId="287"/>
        </pc:sldMkLst>
      </pc:sldChg>
      <pc:sldChg chg="del">
        <pc:chgData name="Muhammad Fikri Hasani" userId="ada500cb4dc7801b" providerId="LiveId" clId="{BD909078-E2A4-4FB8-85E1-B1F4F0F5462C}" dt="2023-12-10T00:17:16.996" v="6105" actId="47"/>
        <pc:sldMkLst>
          <pc:docMk/>
          <pc:sldMk cId="640821483" sldId="288"/>
        </pc:sldMkLst>
      </pc:sldChg>
      <pc:sldChg chg="del">
        <pc:chgData name="Muhammad Fikri Hasani" userId="ada500cb4dc7801b" providerId="LiveId" clId="{BD909078-E2A4-4FB8-85E1-B1F4F0F5462C}" dt="2023-12-10T00:17:16.996" v="6105" actId="47"/>
        <pc:sldMkLst>
          <pc:docMk/>
          <pc:sldMk cId="1226350815" sldId="289"/>
        </pc:sldMkLst>
      </pc:sldChg>
      <pc:sldChg chg="del">
        <pc:chgData name="Muhammad Fikri Hasani" userId="ada500cb4dc7801b" providerId="LiveId" clId="{BD909078-E2A4-4FB8-85E1-B1F4F0F5462C}" dt="2023-12-10T00:17:16.996" v="6105" actId="47"/>
        <pc:sldMkLst>
          <pc:docMk/>
          <pc:sldMk cId="1361522196" sldId="290"/>
        </pc:sldMkLst>
      </pc:sldChg>
      <pc:sldChg chg="del">
        <pc:chgData name="Muhammad Fikri Hasani" userId="ada500cb4dc7801b" providerId="LiveId" clId="{BD909078-E2A4-4FB8-85E1-B1F4F0F5462C}" dt="2023-12-10T00:17:16.996" v="6105" actId="47"/>
        <pc:sldMkLst>
          <pc:docMk/>
          <pc:sldMk cId="1061038209" sldId="291"/>
        </pc:sldMkLst>
      </pc:sldChg>
      <pc:sldChg chg="del">
        <pc:chgData name="Muhammad Fikri Hasani" userId="ada500cb4dc7801b" providerId="LiveId" clId="{BD909078-E2A4-4FB8-85E1-B1F4F0F5462C}" dt="2023-12-10T00:17:16.996" v="6105" actId="47"/>
        <pc:sldMkLst>
          <pc:docMk/>
          <pc:sldMk cId="1025481253" sldId="293"/>
        </pc:sldMkLst>
      </pc:sldChg>
      <pc:sldChg chg="del">
        <pc:chgData name="Muhammad Fikri Hasani" userId="ada500cb4dc7801b" providerId="LiveId" clId="{BD909078-E2A4-4FB8-85E1-B1F4F0F5462C}" dt="2023-12-10T00:17:16.996" v="6105" actId="47"/>
        <pc:sldMkLst>
          <pc:docMk/>
          <pc:sldMk cId="3951072876" sldId="294"/>
        </pc:sldMkLst>
      </pc:sldChg>
      <pc:sldChg chg="del">
        <pc:chgData name="Muhammad Fikri Hasani" userId="ada500cb4dc7801b" providerId="LiveId" clId="{BD909078-E2A4-4FB8-85E1-B1F4F0F5462C}" dt="2023-12-10T00:17:16.996" v="6105" actId="47"/>
        <pc:sldMkLst>
          <pc:docMk/>
          <pc:sldMk cId="2391249211" sldId="295"/>
        </pc:sldMkLst>
      </pc:sldChg>
      <pc:sldChg chg="del">
        <pc:chgData name="Muhammad Fikri Hasani" userId="ada500cb4dc7801b" providerId="LiveId" clId="{BD909078-E2A4-4FB8-85E1-B1F4F0F5462C}" dt="2023-12-10T00:17:16.996" v="6105" actId="47"/>
        <pc:sldMkLst>
          <pc:docMk/>
          <pc:sldMk cId="3074250461" sldId="296"/>
        </pc:sldMkLst>
      </pc:sldChg>
      <pc:sldChg chg="del">
        <pc:chgData name="Muhammad Fikri Hasani" userId="ada500cb4dc7801b" providerId="LiveId" clId="{BD909078-E2A4-4FB8-85E1-B1F4F0F5462C}" dt="2023-12-10T00:17:16.996" v="6105" actId="47"/>
        <pc:sldMkLst>
          <pc:docMk/>
          <pc:sldMk cId="683026448" sldId="297"/>
        </pc:sldMkLst>
      </pc:sldChg>
      <pc:sldChg chg="del">
        <pc:chgData name="Muhammad Fikri Hasani" userId="ada500cb4dc7801b" providerId="LiveId" clId="{BD909078-E2A4-4FB8-85E1-B1F4F0F5462C}" dt="2023-12-10T00:17:16.996" v="6105" actId="47"/>
        <pc:sldMkLst>
          <pc:docMk/>
          <pc:sldMk cId="3166940965" sldId="298"/>
        </pc:sldMkLst>
      </pc:sldChg>
      <pc:sldChg chg="modSp new mod">
        <pc:chgData name="Muhammad Fikri Hasani" userId="ada500cb4dc7801b" providerId="LiveId" clId="{BD909078-E2A4-4FB8-85E1-B1F4F0F5462C}" dt="2023-12-19T01:40:03.339" v="7802"/>
        <pc:sldMkLst>
          <pc:docMk/>
          <pc:sldMk cId="460447581" sldId="299"/>
        </pc:sldMkLst>
        <pc:spChg chg="mod">
          <ac:chgData name="Muhammad Fikri Hasani" userId="ada500cb4dc7801b" providerId="LiveId" clId="{BD909078-E2A4-4FB8-85E1-B1F4F0F5462C}" dt="2023-12-19T01:40:03.339" v="7802"/>
          <ac:spMkLst>
            <pc:docMk/>
            <pc:sldMk cId="460447581" sldId="299"/>
            <ac:spMk id="2" creationId="{739606F2-E6F2-DFFC-D037-73DBA31FC1C2}"/>
          </ac:spMkLst>
        </pc:spChg>
        <pc:spChg chg="mod">
          <ac:chgData name="Muhammad Fikri Hasani" userId="ada500cb4dc7801b" providerId="LiveId" clId="{BD909078-E2A4-4FB8-85E1-B1F4F0F5462C}" dt="2023-12-08T10:22:35.473" v="373" actId="20577"/>
          <ac:spMkLst>
            <pc:docMk/>
            <pc:sldMk cId="460447581" sldId="299"/>
            <ac:spMk id="3" creationId="{8E7FAFB0-78DD-182F-8EE0-2EF343EC267A}"/>
          </ac:spMkLst>
        </pc:spChg>
        <pc:spChg chg="mod">
          <ac:chgData name="Muhammad Fikri Hasani" userId="ada500cb4dc7801b" providerId="LiveId" clId="{BD909078-E2A4-4FB8-85E1-B1F4F0F5462C}" dt="2023-12-09T06:53:44.439" v="1201" actId="113"/>
          <ac:spMkLst>
            <pc:docMk/>
            <pc:sldMk cId="460447581" sldId="299"/>
            <ac:spMk id="4" creationId="{B6BDA718-2D10-5B9F-CE18-C39D6B3C6773}"/>
          </ac:spMkLst>
        </pc:spChg>
      </pc:sldChg>
      <pc:sldChg chg="addSp delSp modSp new mod">
        <pc:chgData name="Muhammad Fikri Hasani" userId="ada500cb4dc7801b" providerId="LiveId" clId="{BD909078-E2A4-4FB8-85E1-B1F4F0F5462C}" dt="2023-12-09T06:52:33.488" v="1072" actId="14100"/>
        <pc:sldMkLst>
          <pc:docMk/>
          <pc:sldMk cId="2975450648" sldId="300"/>
        </pc:sldMkLst>
        <pc:spChg chg="mod">
          <ac:chgData name="Muhammad Fikri Hasani" userId="ada500cb4dc7801b" providerId="LiveId" clId="{BD909078-E2A4-4FB8-85E1-B1F4F0F5462C}" dt="2023-12-08T12:55:03.964" v="709" actId="20577"/>
          <ac:spMkLst>
            <pc:docMk/>
            <pc:sldMk cId="2975450648" sldId="300"/>
            <ac:spMk id="2" creationId="{D7D91A38-8945-9E9A-50A7-F63C52E5731F}"/>
          </ac:spMkLst>
        </pc:spChg>
        <pc:spChg chg="mod">
          <ac:chgData name="Muhammad Fikri Hasani" userId="ada500cb4dc7801b" providerId="LiveId" clId="{BD909078-E2A4-4FB8-85E1-B1F4F0F5462C}" dt="2023-12-09T06:47:36.024" v="846" actId="20577"/>
          <ac:spMkLst>
            <pc:docMk/>
            <pc:sldMk cId="2975450648" sldId="300"/>
            <ac:spMk id="3" creationId="{9DEB8EE7-73B3-59A1-2A90-B9924ACF34E5}"/>
          </ac:spMkLst>
        </pc:spChg>
        <pc:spChg chg="mod">
          <ac:chgData name="Muhammad Fikri Hasani" userId="ada500cb4dc7801b" providerId="LiveId" clId="{BD909078-E2A4-4FB8-85E1-B1F4F0F5462C}" dt="2023-12-09T06:52:33.488" v="1072" actId="14100"/>
          <ac:spMkLst>
            <pc:docMk/>
            <pc:sldMk cId="2975450648" sldId="300"/>
            <ac:spMk id="4" creationId="{CC7B710B-2E3E-0062-456A-1AAAA807095A}"/>
          </ac:spMkLst>
        </pc:spChg>
        <pc:spChg chg="add del">
          <ac:chgData name="Muhammad Fikri Hasani" userId="ada500cb4dc7801b" providerId="LiveId" clId="{BD909078-E2A4-4FB8-85E1-B1F4F0F5462C}" dt="2023-12-09T06:49:56.585" v="933"/>
          <ac:spMkLst>
            <pc:docMk/>
            <pc:sldMk cId="2975450648" sldId="300"/>
            <ac:spMk id="5" creationId="{CD002816-4AB6-BE5C-E884-3B57B1551916}"/>
          </ac:spMkLst>
        </pc:spChg>
        <pc:spChg chg="add del mod">
          <ac:chgData name="Muhammad Fikri Hasani" userId="ada500cb4dc7801b" providerId="LiveId" clId="{BD909078-E2A4-4FB8-85E1-B1F4F0F5462C}" dt="2023-12-09T06:49:55.786" v="932"/>
          <ac:spMkLst>
            <pc:docMk/>
            <pc:sldMk cId="2975450648" sldId="300"/>
            <ac:spMk id="6" creationId="{4627E956-780F-F96F-B2A1-FC0548AFCCE0}"/>
          </ac:spMkLst>
        </pc:spChg>
        <pc:spChg chg="add del">
          <ac:chgData name="Muhammad Fikri Hasani" userId="ada500cb4dc7801b" providerId="LiveId" clId="{BD909078-E2A4-4FB8-85E1-B1F4F0F5462C}" dt="2023-12-09T06:50:38.043" v="956"/>
          <ac:spMkLst>
            <pc:docMk/>
            <pc:sldMk cId="2975450648" sldId="300"/>
            <ac:spMk id="7" creationId="{D8D728D2-7A63-FED2-315C-3BC9184407E2}"/>
          </ac:spMkLst>
        </pc:spChg>
      </pc:sldChg>
      <pc:sldChg chg="modSp new mod">
        <pc:chgData name="Muhammad Fikri Hasani" userId="ada500cb4dc7801b" providerId="LiveId" clId="{BD909078-E2A4-4FB8-85E1-B1F4F0F5462C}" dt="2023-12-09T07:45:30.886" v="1589" actId="113"/>
        <pc:sldMkLst>
          <pc:docMk/>
          <pc:sldMk cId="2524846340" sldId="301"/>
        </pc:sldMkLst>
        <pc:spChg chg="mod">
          <ac:chgData name="Muhammad Fikri Hasani" userId="ada500cb4dc7801b" providerId="LiveId" clId="{BD909078-E2A4-4FB8-85E1-B1F4F0F5462C}" dt="2023-12-09T06:52:56.840" v="1075" actId="27636"/>
          <ac:spMkLst>
            <pc:docMk/>
            <pc:sldMk cId="2524846340" sldId="301"/>
            <ac:spMk id="2" creationId="{5E717403-F4BF-8E2E-6D50-553164E92E87}"/>
          </ac:spMkLst>
        </pc:spChg>
        <pc:spChg chg="mod">
          <ac:chgData name="Muhammad Fikri Hasani" userId="ada500cb4dc7801b" providerId="LiveId" clId="{BD909078-E2A4-4FB8-85E1-B1F4F0F5462C}" dt="2023-12-09T07:43:30.790" v="1491" actId="20577"/>
          <ac:spMkLst>
            <pc:docMk/>
            <pc:sldMk cId="2524846340" sldId="301"/>
            <ac:spMk id="3" creationId="{9CA0D940-B346-C1CA-BDA7-805F45ABA533}"/>
          </ac:spMkLst>
        </pc:spChg>
        <pc:spChg chg="mod">
          <ac:chgData name="Muhammad Fikri Hasani" userId="ada500cb4dc7801b" providerId="LiveId" clId="{BD909078-E2A4-4FB8-85E1-B1F4F0F5462C}" dt="2023-12-09T07:45:30.886" v="1589" actId="113"/>
          <ac:spMkLst>
            <pc:docMk/>
            <pc:sldMk cId="2524846340" sldId="301"/>
            <ac:spMk id="4" creationId="{BC3CE0A8-512D-FF37-8756-E1C908370D75}"/>
          </ac:spMkLst>
        </pc:spChg>
      </pc:sldChg>
      <pc:sldChg chg="addSp delSp modSp add mod">
        <pc:chgData name="Muhammad Fikri Hasani" userId="ada500cb4dc7801b" providerId="LiveId" clId="{BD909078-E2A4-4FB8-85E1-B1F4F0F5462C}" dt="2023-12-10T00:10:24.847" v="5379" actId="1076"/>
        <pc:sldMkLst>
          <pc:docMk/>
          <pc:sldMk cId="1559537945" sldId="302"/>
        </pc:sldMkLst>
        <pc:spChg chg="mod">
          <ac:chgData name="Muhammad Fikri Hasani" userId="ada500cb4dc7801b" providerId="LiveId" clId="{BD909078-E2A4-4FB8-85E1-B1F4F0F5462C}" dt="2023-12-09T07:45:45.953" v="1616" actId="20577"/>
          <ac:spMkLst>
            <pc:docMk/>
            <pc:sldMk cId="1559537945" sldId="302"/>
            <ac:spMk id="3" creationId="{9CA0D940-B346-C1CA-BDA7-805F45ABA533}"/>
          </ac:spMkLst>
        </pc:spChg>
        <pc:spChg chg="mod">
          <ac:chgData name="Muhammad Fikri Hasani" userId="ada500cb4dc7801b" providerId="LiveId" clId="{BD909078-E2A4-4FB8-85E1-B1F4F0F5462C}" dt="2023-12-09T07:52:46.504" v="2300" actId="20577"/>
          <ac:spMkLst>
            <pc:docMk/>
            <pc:sldMk cId="1559537945" sldId="302"/>
            <ac:spMk id="4" creationId="{BC3CE0A8-512D-FF37-8756-E1C908370D75}"/>
          </ac:spMkLst>
        </pc:spChg>
        <pc:picChg chg="add mod">
          <ac:chgData name="Muhammad Fikri Hasani" userId="ada500cb4dc7801b" providerId="LiveId" clId="{BD909078-E2A4-4FB8-85E1-B1F4F0F5462C}" dt="2023-12-09T07:49:41.615" v="1785" actId="1076"/>
          <ac:picMkLst>
            <pc:docMk/>
            <pc:sldMk cId="1559537945" sldId="302"/>
            <ac:picMk id="6" creationId="{9FFC7BF5-BA5D-A1AC-DCDC-D65123E9A13B}"/>
          </ac:picMkLst>
        </pc:picChg>
        <pc:picChg chg="add mod">
          <ac:chgData name="Muhammad Fikri Hasani" userId="ada500cb4dc7801b" providerId="LiveId" clId="{BD909078-E2A4-4FB8-85E1-B1F4F0F5462C}" dt="2023-12-09T07:50:20.161" v="1874" actId="1076"/>
          <ac:picMkLst>
            <pc:docMk/>
            <pc:sldMk cId="1559537945" sldId="302"/>
            <ac:picMk id="8" creationId="{5DF598AC-316D-978C-CA7D-998B4129045B}"/>
          </ac:picMkLst>
        </pc:picChg>
        <pc:picChg chg="add del mod">
          <ac:chgData name="Muhammad Fikri Hasani" userId="ada500cb4dc7801b" providerId="LiveId" clId="{BD909078-E2A4-4FB8-85E1-B1F4F0F5462C}" dt="2023-12-09T07:52:02.208" v="2190" actId="22"/>
          <ac:picMkLst>
            <pc:docMk/>
            <pc:sldMk cId="1559537945" sldId="302"/>
            <ac:picMk id="10" creationId="{788FCA15-0FAA-48FB-EA1A-22FB9F079BD4}"/>
          </ac:picMkLst>
        </pc:picChg>
        <pc:picChg chg="add mod">
          <ac:chgData name="Muhammad Fikri Hasani" userId="ada500cb4dc7801b" providerId="LiveId" clId="{BD909078-E2A4-4FB8-85E1-B1F4F0F5462C}" dt="2023-12-10T00:10:24.847" v="5379" actId="1076"/>
          <ac:picMkLst>
            <pc:docMk/>
            <pc:sldMk cId="1559537945" sldId="302"/>
            <ac:picMk id="12" creationId="{27484EDE-765F-D4BE-6878-99481794533F}"/>
          </ac:picMkLst>
        </pc:picChg>
      </pc:sldChg>
      <pc:sldChg chg="addSp delSp modSp add mod">
        <pc:chgData name="Muhammad Fikri Hasani" userId="ada500cb4dc7801b" providerId="LiveId" clId="{BD909078-E2A4-4FB8-85E1-B1F4F0F5462C}" dt="2023-12-09T10:04:13.051" v="4912" actId="9405"/>
        <pc:sldMkLst>
          <pc:docMk/>
          <pc:sldMk cId="568807568" sldId="303"/>
        </pc:sldMkLst>
        <pc:spChg chg="mod">
          <ac:chgData name="Muhammad Fikri Hasani" userId="ada500cb4dc7801b" providerId="LiveId" clId="{BD909078-E2A4-4FB8-85E1-B1F4F0F5462C}" dt="2023-12-09T09:52:28.613" v="4016" actId="20577"/>
          <ac:spMkLst>
            <pc:docMk/>
            <pc:sldMk cId="568807568" sldId="303"/>
            <ac:spMk id="3" creationId="{9CA0D940-B346-C1CA-BDA7-805F45ABA533}"/>
          </ac:spMkLst>
        </pc:spChg>
        <pc:spChg chg="mod">
          <ac:chgData name="Muhammad Fikri Hasani" userId="ada500cb4dc7801b" providerId="LiveId" clId="{BD909078-E2A4-4FB8-85E1-B1F4F0F5462C}" dt="2023-12-09T10:01:43.280" v="4843" actId="1076"/>
          <ac:spMkLst>
            <pc:docMk/>
            <pc:sldMk cId="568807568" sldId="303"/>
            <ac:spMk id="4" creationId="{BC3CE0A8-512D-FF37-8756-E1C908370D75}"/>
          </ac:spMkLst>
        </pc:spChg>
        <pc:spChg chg="add mod">
          <ac:chgData name="Muhammad Fikri Hasani" userId="ada500cb4dc7801b" providerId="LiveId" clId="{BD909078-E2A4-4FB8-85E1-B1F4F0F5462C}" dt="2023-12-09T10:03:05.451" v="4878" actId="1076"/>
          <ac:spMkLst>
            <pc:docMk/>
            <pc:sldMk cId="568807568" sldId="303"/>
            <ac:spMk id="19" creationId="{9C09210A-EFC7-32B4-481B-C6EAECC8684D}"/>
          </ac:spMkLst>
        </pc:spChg>
        <pc:spChg chg="add mod">
          <ac:chgData name="Muhammad Fikri Hasani" userId="ada500cb4dc7801b" providerId="LiveId" clId="{BD909078-E2A4-4FB8-85E1-B1F4F0F5462C}" dt="2023-12-09T10:03:31.999" v="4891" actId="20577"/>
          <ac:spMkLst>
            <pc:docMk/>
            <pc:sldMk cId="568807568" sldId="303"/>
            <ac:spMk id="26" creationId="{C834C35B-CF7A-4343-A34E-2DEAD7EAA421}"/>
          </ac:spMkLst>
        </pc:spChg>
        <pc:spChg chg="add mod">
          <ac:chgData name="Muhammad Fikri Hasani" userId="ada500cb4dc7801b" providerId="LiveId" clId="{BD909078-E2A4-4FB8-85E1-B1F4F0F5462C}" dt="2023-12-09T10:03:39.486" v="4898" actId="20577"/>
          <ac:spMkLst>
            <pc:docMk/>
            <pc:sldMk cId="568807568" sldId="303"/>
            <ac:spMk id="27" creationId="{62B6392A-6305-FCE6-91E2-146FE2CB56BB}"/>
          </ac:spMkLst>
        </pc:spChg>
        <pc:picChg chg="del">
          <ac:chgData name="Muhammad Fikri Hasani" userId="ada500cb4dc7801b" providerId="LiveId" clId="{BD909078-E2A4-4FB8-85E1-B1F4F0F5462C}" dt="2023-12-09T07:52:53.318" v="2302" actId="478"/>
          <ac:picMkLst>
            <pc:docMk/>
            <pc:sldMk cId="568807568" sldId="303"/>
            <ac:picMk id="6" creationId="{9FFC7BF5-BA5D-A1AC-DCDC-D65123E9A13B}"/>
          </ac:picMkLst>
        </pc:picChg>
        <pc:picChg chg="add del mod">
          <ac:chgData name="Muhammad Fikri Hasani" userId="ada500cb4dc7801b" providerId="LiveId" clId="{BD909078-E2A4-4FB8-85E1-B1F4F0F5462C}" dt="2023-12-09T09:58:15.387" v="4750" actId="478"/>
          <ac:picMkLst>
            <pc:docMk/>
            <pc:sldMk cId="568807568" sldId="303"/>
            <ac:picMk id="7" creationId="{ED76C1A7-8493-F681-E6D1-A0DE71795BD2}"/>
          </ac:picMkLst>
        </pc:picChg>
        <pc:picChg chg="del">
          <ac:chgData name="Muhammad Fikri Hasani" userId="ada500cb4dc7801b" providerId="LiveId" clId="{BD909078-E2A4-4FB8-85E1-B1F4F0F5462C}" dt="2023-12-09T07:52:53.318" v="2302" actId="478"/>
          <ac:picMkLst>
            <pc:docMk/>
            <pc:sldMk cId="568807568" sldId="303"/>
            <ac:picMk id="8" creationId="{5DF598AC-316D-978C-CA7D-998B4129045B}"/>
          </ac:picMkLst>
        </pc:picChg>
        <pc:picChg chg="add del mod">
          <ac:chgData name="Muhammad Fikri Hasani" userId="ada500cb4dc7801b" providerId="LiveId" clId="{BD909078-E2A4-4FB8-85E1-B1F4F0F5462C}" dt="2023-12-09T09:58:15.387" v="4750" actId="478"/>
          <ac:picMkLst>
            <pc:docMk/>
            <pc:sldMk cId="568807568" sldId="303"/>
            <ac:picMk id="10" creationId="{B617E247-A7D1-387F-DAAD-FB6D3B32E101}"/>
          </ac:picMkLst>
        </pc:picChg>
        <pc:picChg chg="del">
          <ac:chgData name="Muhammad Fikri Hasani" userId="ada500cb4dc7801b" providerId="LiveId" clId="{BD909078-E2A4-4FB8-85E1-B1F4F0F5462C}" dt="2023-12-09T07:52:53.318" v="2302" actId="478"/>
          <ac:picMkLst>
            <pc:docMk/>
            <pc:sldMk cId="568807568" sldId="303"/>
            <ac:picMk id="12" creationId="{27484EDE-765F-D4BE-6878-99481794533F}"/>
          </ac:picMkLst>
        </pc:picChg>
        <pc:picChg chg="add del mod">
          <ac:chgData name="Muhammad Fikri Hasani" userId="ada500cb4dc7801b" providerId="LiveId" clId="{BD909078-E2A4-4FB8-85E1-B1F4F0F5462C}" dt="2023-12-09T10:02:43.806" v="4866" actId="478"/>
          <ac:picMkLst>
            <pc:docMk/>
            <pc:sldMk cId="568807568" sldId="303"/>
            <ac:picMk id="13" creationId="{E0AADE9C-0680-B084-DB96-78ACEB88FEC5}"/>
          </ac:picMkLst>
        </pc:picChg>
        <pc:picChg chg="add mod">
          <ac:chgData name="Muhammad Fikri Hasani" userId="ada500cb4dc7801b" providerId="LiveId" clId="{BD909078-E2A4-4FB8-85E1-B1F4F0F5462C}" dt="2023-12-09T10:02:12.738" v="4859" actId="14100"/>
          <ac:picMkLst>
            <pc:docMk/>
            <pc:sldMk cId="568807568" sldId="303"/>
            <ac:picMk id="16" creationId="{17FBFCE5-EC95-BA8B-DBA2-EB17ACE88A86}"/>
          </ac:picMkLst>
        </pc:picChg>
        <pc:picChg chg="add mod">
          <ac:chgData name="Muhammad Fikri Hasani" userId="ada500cb4dc7801b" providerId="LiveId" clId="{BD909078-E2A4-4FB8-85E1-B1F4F0F5462C}" dt="2023-12-09T10:02:50.008" v="4871" actId="1076"/>
          <ac:picMkLst>
            <pc:docMk/>
            <pc:sldMk cId="568807568" sldId="303"/>
            <ac:picMk id="18" creationId="{3B98D929-228B-3594-0FA3-C2C404015B86}"/>
          </ac:picMkLst>
        </pc:picChg>
        <pc:picChg chg="add mod">
          <ac:chgData name="Muhammad Fikri Hasani" userId="ada500cb4dc7801b" providerId="LiveId" clId="{BD909078-E2A4-4FB8-85E1-B1F4F0F5462C}" dt="2023-12-09T10:03:03.541" v="4877" actId="1076"/>
          <ac:picMkLst>
            <pc:docMk/>
            <pc:sldMk cId="568807568" sldId="303"/>
            <ac:picMk id="21" creationId="{36E8ECCD-AE94-05B4-5EA0-04A8A1259529}"/>
          </ac:picMkLst>
        </pc:picChg>
        <pc:inkChg chg="add">
          <ac:chgData name="Muhammad Fikri Hasani" userId="ada500cb4dc7801b" providerId="LiveId" clId="{BD909078-E2A4-4FB8-85E1-B1F4F0F5462C}" dt="2023-12-09T09:58:08.907" v="4748" actId="9405"/>
          <ac:inkMkLst>
            <pc:docMk/>
            <pc:sldMk cId="568807568" sldId="303"/>
            <ac:inkMk id="14" creationId="{417E29A5-8CB8-E938-0739-D1C705924F81}"/>
          </ac:inkMkLst>
        </pc:inkChg>
        <pc:inkChg chg="add del">
          <ac:chgData name="Muhammad Fikri Hasani" userId="ada500cb4dc7801b" providerId="LiveId" clId="{BD909078-E2A4-4FB8-85E1-B1F4F0F5462C}" dt="2023-12-09T10:03:43.136" v="4899" actId="478"/>
          <ac:inkMkLst>
            <pc:docMk/>
            <pc:sldMk cId="568807568" sldId="303"/>
            <ac:inkMk id="22" creationId="{124132A9-6933-BDE0-E58F-093A52EFDEE3}"/>
          </ac:inkMkLst>
        </pc:inkChg>
        <pc:inkChg chg="add del">
          <ac:chgData name="Muhammad Fikri Hasani" userId="ada500cb4dc7801b" providerId="LiveId" clId="{BD909078-E2A4-4FB8-85E1-B1F4F0F5462C}" dt="2023-12-09T10:03:15.650" v="4881" actId="9405"/>
          <ac:inkMkLst>
            <pc:docMk/>
            <pc:sldMk cId="568807568" sldId="303"/>
            <ac:inkMk id="23" creationId="{E4D05198-C2F3-CCDA-D97A-84C3324B0D50}"/>
          </ac:inkMkLst>
        </pc:inkChg>
        <pc:inkChg chg="add del">
          <ac:chgData name="Muhammad Fikri Hasani" userId="ada500cb4dc7801b" providerId="LiveId" clId="{BD909078-E2A4-4FB8-85E1-B1F4F0F5462C}" dt="2023-12-09T10:04:02.050" v="4907"/>
          <ac:inkMkLst>
            <pc:docMk/>
            <pc:sldMk cId="568807568" sldId="303"/>
            <ac:inkMk id="24" creationId="{EC660748-2D2D-3DEC-AAEE-AC3C031EB569}"/>
          </ac:inkMkLst>
        </pc:inkChg>
        <pc:inkChg chg="add">
          <ac:chgData name="Muhammad Fikri Hasani" userId="ada500cb4dc7801b" providerId="LiveId" clId="{BD909078-E2A4-4FB8-85E1-B1F4F0F5462C}" dt="2023-12-09T10:03:21.340" v="4883" actId="9405"/>
          <ac:inkMkLst>
            <pc:docMk/>
            <pc:sldMk cId="568807568" sldId="303"/>
            <ac:inkMk id="25" creationId="{19BD6897-12C8-CD75-B2D2-691DBCD1C76E}"/>
          </ac:inkMkLst>
        </pc:inkChg>
        <pc:inkChg chg="add del">
          <ac:chgData name="Muhammad Fikri Hasani" userId="ada500cb4dc7801b" providerId="LiveId" clId="{BD909078-E2A4-4FB8-85E1-B1F4F0F5462C}" dt="2023-12-09T10:03:50.510" v="4901" actId="9405"/>
          <ac:inkMkLst>
            <pc:docMk/>
            <pc:sldMk cId="568807568" sldId="303"/>
            <ac:inkMk id="28" creationId="{0E218FD0-1475-0B85-17C5-AC9F30AC7F73}"/>
          </ac:inkMkLst>
        </pc:inkChg>
        <pc:inkChg chg="add del">
          <ac:chgData name="Muhammad Fikri Hasani" userId="ada500cb4dc7801b" providerId="LiveId" clId="{BD909078-E2A4-4FB8-85E1-B1F4F0F5462C}" dt="2023-12-09T10:03:53.023" v="4903" actId="9405"/>
          <ac:inkMkLst>
            <pc:docMk/>
            <pc:sldMk cId="568807568" sldId="303"/>
            <ac:inkMk id="29" creationId="{83AA8983-83C2-BA8D-48EC-6A66026237C9}"/>
          </ac:inkMkLst>
        </pc:inkChg>
        <pc:inkChg chg="add">
          <ac:chgData name="Muhammad Fikri Hasani" userId="ada500cb4dc7801b" providerId="LiveId" clId="{BD909078-E2A4-4FB8-85E1-B1F4F0F5462C}" dt="2023-12-09T10:03:55.363" v="4904" actId="9405"/>
          <ac:inkMkLst>
            <pc:docMk/>
            <pc:sldMk cId="568807568" sldId="303"/>
            <ac:inkMk id="30" creationId="{98BB9F99-A36A-519A-5C29-9FDEC82450DB}"/>
          </ac:inkMkLst>
        </pc:inkChg>
        <pc:inkChg chg="add del">
          <ac:chgData name="Muhammad Fikri Hasani" userId="ada500cb4dc7801b" providerId="LiveId" clId="{BD909078-E2A4-4FB8-85E1-B1F4F0F5462C}" dt="2023-12-09T10:03:58.857" v="4906" actId="9405"/>
          <ac:inkMkLst>
            <pc:docMk/>
            <pc:sldMk cId="568807568" sldId="303"/>
            <ac:inkMk id="31" creationId="{C79BAD3D-EBF5-BF0E-AF97-5D0FAC2E6E6B}"/>
          </ac:inkMkLst>
        </pc:inkChg>
        <pc:inkChg chg="add del">
          <ac:chgData name="Muhammad Fikri Hasani" userId="ada500cb4dc7801b" providerId="LiveId" clId="{BD909078-E2A4-4FB8-85E1-B1F4F0F5462C}" dt="2023-12-09T10:04:08.323" v="4909" actId="9405"/>
          <ac:inkMkLst>
            <pc:docMk/>
            <pc:sldMk cId="568807568" sldId="303"/>
            <ac:inkMk id="32" creationId="{72B43673-C37D-3F2E-CAD8-2FAB1A471F1A}"/>
          </ac:inkMkLst>
        </pc:inkChg>
        <pc:inkChg chg="add del">
          <ac:chgData name="Muhammad Fikri Hasani" userId="ada500cb4dc7801b" providerId="LiveId" clId="{BD909078-E2A4-4FB8-85E1-B1F4F0F5462C}" dt="2023-12-09T10:04:10.828" v="4911" actId="9405"/>
          <ac:inkMkLst>
            <pc:docMk/>
            <pc:sldMk cId="568807568" sldId="303"/>
            <ac:inkMk id="33" creationId="{C4F52DD6-5972-4120-1457-51B4CD35CB04}"/>
          </ac:inkMkLst>
        </pc:inkChg>
        <pc:inkChg chg="add">
          <ac:chgData name="Muhammad Fikri Hasani" userId="ada500cb4dc7801b" providerId="LiveId" clId="{BD909078-E2A4-4FB8-85E1-B1F4F0F5462C}" dt="2023-12-09T10:04:13.051" v="4912" actId="9405"/>
          <ac:inkMkLst>
            <pc:docMk/>
            <pc:sldMk cId="568807568" sldId="303"/>
            <ac:inkMk id="34" creationId="{BE61383E-B013-F73E-F0F4-5E095A95E9E2}"/>
          </ac:inkMkLst>
        </pc:inkChg>
      </pc:sldChg>
      <pc:sldChg chg="addSp delSp modSp add mod">
        <pc:chgData name="Muhammad Fikri Hasani" userId="ada500cb4dc7801b" providerId="LiveId" clId="{BD909078-E2A4-4FB8-85E1-B1F4F0F5462C}" dt="2023-12-10T00:11:56.987" v="5445" actId="20577"/>
        <pc:sldMkLst>
          <pc:docMk/>
          <pc:sldMk cId="1327788927" sldId="304"/>
        </pc:sldMkLst>
        <pc:spChg chg="mod">
          <ac:chgData name="Muhammad Fikri Hasani" userId="ada500cb4dc7801b" providerId="LiveId" clId="{BD909078-E2A4-4FB8-85E1-B1F4F0F5462C}" dt="2023-12-09T09:12:57.913" v="3042" actId="20577"/>
          <ac:spMkLst>
            <pc:docMk/>
            <pc:sldMk cId="1327788927" sldId="304"/>
            <ac:spMk id="3" creationId="{9CA0D940-B346-C1CA-BDA7-805F45ABA533}"/>
          </ac:spMkLst>
        </pc:spChg>
        <pc:spChg chg="mod">
          <ac:chgData name="Muhammad Fikri Hasani" userId="ada500cb4dc7801b" providerId="LiveId" clId="{BD909078-E2A4-4FB8-85E1-B1F4F0F5462C}" dt="2023-12-10T00:11:56.987" v="5445" actId="20577"/>
          <ac:spMkLst>
            <pc:docMk/>
            <pc:sldMk cId="1327788927" sldId="304"/>
            <ac:spMk id="4" creationId="{BC3CE0A8-512D-FF37-8756-E1C908370D75}"/>
          </ac:spMkLst>
        </pc:spChg>
        <pc:picChg chg="add del mod">
          <ac:chgData name="Muhammad Fikri Hasani" userId="ada500cb4dc7801b" providerId="LiveId" clId="{BD909078-E2A4-4FB8-85E1-B1F4F0F5462C}" dt="2023-12-09T09:50:22.971" v="3854" actId="478"/>
          <ac:picMkLst>
            <pc:docMk/>
            <pc:sldMk cId="1327788927" sldId="304"/>
            <ac:picMk id="6" creationId="{EA7145E0-C713-5CED-9188-DEE0C96E5AEB}"/>
          </ac:picMkLst>
        </pc:picChg>
        <pc:picChg chg="del">
          <ac:chgData name="Muhammad Fikri Hasani" userId="ada500cb4dc7801b" providerId="LiveId" clId="{BD909078-E2A4-4FB8-85E1-B1F4F0F5462C}" dt="2023-12-09T09:12:50.143" v="3020" actId="478"/>
          <ac:picMkLst>
            <pc:docMk/>
            <pc:sldMk cId="1327788927" sldId="304"/>
            <ac:picMk id="7" creationId="{ED76C1A7-8493-F681-E6D1-A0DE71795BD2}"/>
          </ac:picMkLst>
        </pc:picChg>
        <pc:picChg chg="add mod">
          <ac:chgData name="Muhammad Fikri Hasani" userId="ada500cb4dc7801b" providerId="LiveId" clId="{BD909078-E2A4-4FB8-85E1-B1F4F0F5462C}" dt="2023-12-09T09:50:28.106" v="3857" actId="1076"/>
          <ac:picMkLst>
            <pc:docMk/>
            <pc:sldMk cId="1327788927" sldId="304"/>
            <ac:picMk id="9" creationId="{252065C8-49BF-2251-32FB-27F21816F236}"/>
          </ac:picMkLst>
        </pc:picChg>
        <pc:picChg chg="del">
          <ac:chgData name="Muhammad Fikri Hasani" userId="ada500cb4dc7801b" providerId="LiveId" clId="{BD909078-E2A4-4FB8-85E1-B1F4F0F5462C}" dt="2023-12-09T09:12:50.143" v="3020" actId="478"/>
          <ac:picMkLst>
            <pc:docMk/>
            <pc:sldMk cId="1327788927" sldId="304"/>
            <ac:picMk id="10" creationId="{B617E247-A7D1-387F-DAAD-FB6D3B32E101}"/>
          </ac:picMkLst>
        </pc:picChg>
        <pc:picChg chg="del">
          <ac:chgData name="Muhammad Fikri Hasani" userId="ada500cb4dc7801b" providerId="LiveId" clId="{BD909078-E2A4-4FB8-85E1-B1F4F0F5462C}" dt="2023-12-09T09:12:50.143" v="3020" actId="478"/>
          <ac:picMkLst>
            <pc:docMk/>
            <pc:sldMk cId="1327788927" sldId="304"/>
            <ac:picMk id="13" creationId="{E0AADE9C-0680-B084-DB96-78ACEB88FEC5}"/>
          </ac:picMkLst>
        </pc:picChg>
      </pc:sldChg>
      <pc:sldChg chg="addSp delSp modSp new mod">
        <pc:chgData name="Muhammad Fikri Hasani" userId="ada500cb4dc7801b" providerId="LiveId" clId="{BD909078-E2A4-4FB8-85E1-B1F4F0F5462C}" dt="2023-12-10T00:11:13.869" v="5402" actId="20577"/>
        <pc:sldMkLst>
          <pc:docMk/>
          <pc:sldMk cId="392812596" sldId="305"/>
        </pc:sldMkLst>
        <pc:spChg chg="mod">
          <ac:chgData name="Muhammad Fikri Hasani" userId="ada500cb4dc7801b" providerId="LiveId" clId="{BD909078-E2A4-4FB8-85E1-B1F4F0F5462C}" dt="2023-12-09T09:52:47.219" v="4019" actId="27636"/>
          <ac:spMkLst>
            <pc:docMk/>
            <pc:sldMk cId="392812596" sldId="305"/>
            <ac:spMk id="2" creationId="{8B8AB376-02B2-4D55-2849-00DCB443355E}"/>
          </ac:spMkLst>
        </pc:spChg>
        <pc:spChg chg="mod">
          <ac:chgData name="Muhammad Fikri Hasani" userId="ada500cb4dc7801b" providerId="LiveId" clId="{BD909078-E2A4-4FB8-85E1-B1F4F0F5462C}" dt="2023-12-09T09:52:57.038" v="4021"/>
          <ac:spMkLst>
            <pc:docMk/>
            <pc:sldMk cId="392812596" sldId="305"/>
            <ac:spMk id="3" creationId="{30078921-49A5-0624-CE31-609439F274C1}"/>
          </ac:spMkLst>
        </pc:spChg>
        <pc:spChg chg="mod">
          <ac:chgData name="Muhammad Fikri Hasani" userId="ada500cb4dc7801b" providerId="LiveId" clId="{BD909078-E2A4-4FB8-85E1-B1F4F0F5462C}" dt="2023-12-10T00:11:13.869" v="5402" actId="20577"/>
          <ac:spMkLst>
            <pc:docMk/>
            <pc:sldMk cId="392812596" sldId="305"/>
            <ac:spMk id="4" creationId="{393A8F42-4013-6C24-643E-DEB132BFDFC5}"/>
          </ac:spMkLst>
        </pc:spChg>
        <pc:picChg chg="add mod">
          <ac:chgData name="Muhammad Fikri Hasani" userId="ada500cb4dc7801b" providerId="LiveId" clId="{BD909078-E2A4-4FB8-85E1-B1F4F0F5462C}" dt="2023-12-09T09:57:21.802" v="4743" actId="1076"/>
          <ac:picMkLst>
            <pc:docMk/>
            <pc:sldMk cId="392812596" sldId="305"/>
            <ac:picMk id="5" creationId="{6CBFDCE7-303C-CAF4-1ECC-F7D669A3CDBC}"/>
          </ac:picMkLst>
        </pc:picChg>
        <pc:picChg chg="add mod">
          <ac:chgData name="Muhammad Fikri Hasani" userId="ada500cb4dc7801b" providerId="LiveId" clId="{BD909078-E2A4-4FB8-85E1-B1F4F0F5462C}" dt="2023-12-09T09:57:18.880" v="4742" actId="1076"/>
          <ac:picMkLst>
            <pc:docMk/>
            <pc:sldMk cId="392812596" sldId="305"/>
            <ac:picMk id="6" creationId="{2C54193A-3CD3-5E76-7300-625F2E083EDE}"/>
          </ac:picMkLst>
        </pc:picChg>
        <pc:inkChg chg="add">
          <ac:chgData name="Muhammad Fikri Hasani" userId="ada500cb4dc7801b" providerId="LiveId" clId="{BD909078-E2A4-4FB8-85E1-B1F4F0F5462C}" dt="2023-12-09T09:57:36.307" v="4744" actId="9405"/>
          <ac:inkMkLst>
            <pc:docMk/>
            <pc:sldMk cId="392812596" sldId="305"/>
            <ac:inkMk id="7" creationId="{AEC6A87D-41ED-24B5-A471-3F727000E59E}"/>
          </ac:inkMkLst>
        </pc:inkChg>
        <pc:inkChg chg="add del">
          <ac:chgData name="Muhammad Fikri Hasani" userId="ada500cb4dc7801b" providerId="LiveId" clId="{BD909078-E2A4-4FB8-85E1-B1F4F0F5462C}" dt="2023-12-09T09:57:41.253" v="4746" actId="9405"/>
          <ac:inkMkLst>
            <pc:docMk/>
            <pc:sldMk cId="392812596" sldId="305"/>
            <ac:inkMk id="8" creationId="{841FC953-A625-E80C-EAE8-BCD579F7E6FB}"/>
          </ac:inkMkLst>
        </pc:inkChg>
        <pc:inkChg chg="add">
          <ac:chgData name="Muhammad Fikri Hasani" userId="ada500cb4dc7801b" providerId="LiveId" clId="{BD909078-E2A4-4FB8-85E1-B1F4F0F5462C}" dt="2023-12-09T09:57:43.696" v="4747" actId="9405"/>
          <ac:inkMkLst>
            <pc:docMk/>
            <pc:sldMk cId="392812596" sldId="305"/>
            <ac:inkMk id="9" creationId="{A78D8DF7-AF32-B167-99E5-7881D52DE05D}"/>
          </ac:inkMkLst>
        </pc:inkChg>
      </pc:sldChg>
      <pc:sldChg chg="addSp modSp new mod">
        <pc:chgData name="Muhammad Fikri Hasani" userId="ada500cb4dc7801b" providerId="LiveId" clId="{BD909078-E2A4-4FB8-85E1-B1F4F0F5462C}" dt="2023-12-10T00:14:24.371" v="5753" actId="1076"/>
        <pc:sldMkLst>
          <pc:docMk/>
          <pc:sldMk cId="227803705" sldId="306"/>
        </pc:sldMkLst>
        <pc:spChg chg="mod">
          <ac:chgData name="Muhammad Fikri Hasani" userId="ada500cb4dc7801b" providerId="LiveId" clId="{BD909078-E2A4-4FB8-85E1-B1F4F0F5462C}" dt="2023-12-10T00:02:36.230" v="4994" actId="27636"/>
          <ac:spMkLst>
            <pc:docMk/>
            <pc:sldMk cId="227803705" sldId="306"/>
            <ac:spMk id="2" creationId="{FAB8AE78-3D7D-5B8F-09E1-9F7EE2499FC9}"/>
          </ac:spMkLst>
        </pc:spChg>
        <pc:spChg chg="mod">
          <ac:chgData name="Muhammad Fikri Hasani" userId="ada500cb4dc7801b" providerId="LiveId" clId="{BD909078-E2A4-4FB8-85E1-B1F4F0F5462C}" dt="2023-12-10T00:02:40.927" v="4995"/>
          <ac:spMkLst>
            <pc:docMk/>
            <pc:sldMk cId="227803705" sldId="306"/>
            <ac:spMk id="3" creationId="{9F4C0D20-85C5-8696-64F1-A05C86ABC3CF}"/>
          </ac:spMkLst>
        </pc:spChg>
        <pc:spChg chg="mod">
          <ac:chgData name="Muhammad Fikri Hasani" userId="ada500cb4dc7801b" providerId="LiveId" clId="{BD909078-E2A4-4FB8-85E1-B1F4F0F5462C}" dt="2023-12-10T00:14:17.172" v="5749" actId="1076"/>
          <ac:spMkLst>
            <pc:docMk/>
            <pc:sldMk cId="227803705" sldId="306"/>
            <ac:spMk id="4" creationId="{933D883B-36B9-0AF0-0DE6-31C45D15EF02}"/>
          </ac:spMkLst>
        </pc:spChg>
        <pc:picChg chg="add mod">
          <ac:chgData name="Muhammad Fikri Hasani" userId="ada500cb4dc7801b" providerId="LiveId" clId="{BD909078-E2A4-4FB8-85E1-B1F4F0F5462C}" dt="2023-12-10T00:14:18.318" v="5750" actId="1076"/>
          <ac:picMkLst>
            <pc:docMk/>
            <pc:sldMk cId="227803705" sldId="306"/>
            <ac:picMk id="6" creationId="{BCDBE24B-0A02-9402-65A9-9A122886C2B0}"/>
          </ac:picMkLst>
        </pc:picChg>
        <pc:picChg chg="add mod">
          <ac:chgData name="Muhammad Fikri Hasani" userId="ada500cb4dc7801b" providerId="LiveId" clId="{BD909078-E2A4-4FB8-85E1-B1F4F0F5462C}" dt="2023-12-10T00:14:24.371" v="5753" actId="1076"/>
          <ac:picMkLst>
            <pc:docMk/>
            <pc:sldMk cId="227803705" sldId="306"/>
            <ac:picMk id="8" creationId="{7A9D85DD-FEF4-AE92-A9E5-FFFA0F4C1711}"/>
          </ac:picMkLst>
        </pc:picChg>
      </pc:sldChg>
      <pc:sldChg chg="addSp delSp modSp add mod">
        <pc:chgData name="Muhammad Fikri Hasani" userId="ada500cb4dc7801b" providerId="LiveId" clId="{BD909078-E2A4-4FB8-85E1-B1F4F0F5462C}" dt="2023-12-10T00:17:04.662" v="6104" actId="1076"/>
        <pc:sldMkLst>
          <pc:docMk/>
          <pc:sldMk cId="4001124710" sldId="307"/>
        </pc:sldMkLst>
        <pc:spChg chg="mod">
          <ac:chgData name="Muhammad Fikri Hasani" userId="ada500cb4dc7801b" providerId="LiveId" clId="{BD909078-E2A4-4FB8-85E1-B1F4F0F5462C}" dt="2023-12-10T00:16:10.681" v="6021" actId="20577"/>
          <ac:spMkLst>
            <pc:docMk/>
            <pc:sldMk cId="4001124710" sldId="307"/>
            <ac:spMk id="4" creationId="{933D883B-36B9-0AF0-0DE6-31C45D15EF02}"/>
          </ac:spMkLst>
        </pc:spChg>
        <pc:spChg chg="add mod">
          <ac:chgData name="Muhammad Fikri Hasani" userId="ada500cb4dc7801b" providerId="LiveId" clId="{BD909078-E2A4-4FB8-85E1-B1F4F0F5462C}" dt="2023-12-10T00:17:04.662" v="6104" actId="1076"/>
          <ac:spMkLst>
            <pc:docMk/>
            <pc:sldMk cId="4001124710" sldId="307"/>
            <ac:spMk id="13" creationId="{7F530A47-63C4-CC64-AD65-D81892B83DB4}"/>
          </ac:spMkLst>
        </pc:spChg>
        <pc:grpChg chg="mod">
          <ac:chgData name="Muhammad Fikri Hasani" userId="ada500cb4dc7801b" providerId="LiveId" clId="{BD909078-E2A4-4FB8-85E1-B1F4F0F5462C}" dt="2023-12-10T00:16:35.685" v="6031"/>
          <ac:grpSpMkLst>
            <pc:docMk/>
            <pc:sldMk cId="4001124710" sldId="307"/>
            <ac:grpSpMk id="12" creationId="{94A7A718-ABC6-5B3E-58B5-C1B65A44D687}"/>
          </ac:grpSpMkLst>
        </pc:grpChg>
        <pc:picChg chg="del">
          <ac:chgData name="Muhammad Fikri Hasani" userId="ada500cb4dc7801b" providerId="LiveId" clId="{BD909078-E2A4-4FB8-85E1-B1F4F0F5462C}" dt="2023-12-10T00:15:24.627" v="5963" actId="478"/>
          <ac:picMkLst>
            <pc:docMk/>
            <pc:sldMk cId="4001124710" sldId="307"/>
            <ac:picMk id="6" creationId="{BCDBE24B-0A02-9402-65A9-9A122886C2B0}"/>
          </ac:picMkLst>
        </pc:picChg>
        <pc:picChg chg="add mod">
          <ac:chgData name="Muhammad Fikri Hasani" userId="ada500cb4dc7801b" providerId="LiveId" clId="{BD909078-E2A4-4FB8-85E1-B1F4F0F5462C}" dt="2023-12-10T00:16:18.742" v="6026" actId="1076"/>
          <ac:picMkLst>
            <pc:docMk/>
            <pc:sldMk cId="4001124710" sldId="307"/>
            <ac:picMk id="7" creationId="{EDB29EAE-916B-6336-FF43-17BB9F4A351A}"/>
          </ac:picMkLst>
        </pc:picChg>
        <pc:picChg chg="del">
          <ac:chgData name="Muhammad Fikri Hasani" userId="ada500cb4dc7801b" providerId="LiveId" clId="{BD909078-E2A4-4FB8-85E1-B1F4F0F5462C}" dt="2023-12-10T00:15:57.301" v="5964" actId="478"/>
          <ac:picMkLst>
            <pc:docMk/>
            <pc:sldMk cId="4001124710" sldId="307"/>
            <ac:picMk id="8" creationId="{7A9D85DD-FEF4-AE92-A9E5-FFFA0F4C1711}"/>
          </ac:picMkLst>
        </pc:picChg>
        <pc:inkChg chg="add del">
          <ac:chgData name="Muhammad Fikri Hasani" userId="ada500cb4dc7801b" providerId="LiveId" clId="{BD909078-E2A4-4FB8-85E1-B1F4F0F5462C}" dt="2023-12-10T00:16:27.909" v="6028" actId="9405"/>
          <ac:inkMkLst>
            <pc:docMk/>
            <pc:sldMk cId="4001124710" sldId="307"/>
            <ac:inkMk id="9" creationId="{8E9325B7-097A-5850-ECA4-6FDE8C65E13A}"/>
          </ac:inkMkLst>
        </pc:inkChg>
        <pc:inkChg chg="add mod">
          <ac:chgData name="Muhammad Fikri Hasani" userId="ada500cb4dc7801b" providerId="LiveId" clId="{BD909078-E2A4-4FB8-85E1-B1F4F0F5462C}" dt="2023-12-10T00:16:35.685" v="6031"/>
          <ac:inkMkLst>
            <pc:docMk/>
            <pc:sldMk cId="4001124710" sldId="307"/>
            <ac:inkMk id="10" creationId="{7B0595A8-D55C-63A8-151C-A0D0AD09CDB7}"/>
          </ac:inkMkLst>
        </pc:inkChg>
        <pc:inkChg chg="add mod">
          <ac:chgData name="Muhammad Fikri Hasani" userId="ada500cb4dc7801b" providerId="LiveId" clId="{BD909078-E2A4-4FB8-85E1-B1F4F0F5462C}" dt="2023-12-10T00:16:35.685" v="6031"/>
          <ac:inkMkLst>
            <pc:docMk/>
            <pc:sldMk cId="4001124710" sldId="307"/>
            <ac:inkMk id="11" creationId="{222E72EC-FABA-8491-ABA9-AA91CFEE2F48}"/>
          </ac:inkMkLst>
        </pc:inkChg>
      </pc:sldChg>
      <pc:sldChg chg="addSp modSp new mod">
        <pc:chgData name="Muhammad Fikri Hasani" userId="ada500cb4dc7801b" providerId="LiveId" clId="{BD909078-E2A4-4FB8-85E1-B1F4F0F5462C}" dt="2023-12-10T05:14:31.966" v="6454" actId="113"/>
        <pc:sldMkLst>
          <pc:docMk/>
          <pc:sldMk cId="483944997" sldId="308"/>
        </pc:sldMkLst>
        <pc:spChg chg="mod">
          <ac:chgData name="Muhammad Fikri Hasani" userId="ada500cb4dc7801b" providerId="LiveId" clId="{BD909078-E2A4-4FB8-85E1-B1F4F0F5462C}" dt="2023-12-10T00:17:29.622" v="6108" actId="27636"/>
          <ac:spMkLst>
            <pc:docMk/>
            <pc:sldMk cId="483944997" sldId="308"/>
            <ac:spMk id="2" creationId="{6002B423-0656-1318-DC1D-4C62E8C0D347}"/>
          </ac:spMkLst>
        </pc:spChg>
        <pc:spChg chg="mod">
          <ac:chgData name="Muhammad Fikri Hasani" userId="ada500cb4dc7801b" providerId="LiveId" clId="{BD909078-E2A4-4FB8-85E1-B1F4F0F5462C}" dt="2023-12-10T00:17:32.623" v="6109"/>
          <ac:spMkLst>
            <pc:docMk/>
            <pc:sldMk cId="483944997" sldId="308"/>
            <ac:spMk id="3" creationId="{C6F00FBB-6724-95E3-54C5-99482E5FDD1D}"/>
          </ac:spMkLst>
        </pc:spChg>
        <pc:spChg chg="mod">
          <ac:chgData name="Muhammad Fikri Hasani" userId="ada500cb4dc7801b" providerId="LiveId" clId="{BD909078-E2A4-4FB8-85E1-B1F4F0F5462C}" dt="2023-12-10T05:14:31.966" v="6454" actId="113"/>
          <ac:spMkLst>
            <pc:docMk/>
            <pc:sldMk cId="483944997" sldId="308"/>
            <ac:spMk id="4" creationId="{36CEEC29-C0C9-CBC7-5B91-057552372CC2}"/>
          </ac:spMkLst>
        </pc:spChg>
        <pc:picChg chg="add mod">
          <ac:chgData name="Muhammad Fikri Hasani" userId="ada500cb4dc7801b" providerId="LiveId" clId="{BD909078-E2A4-4FB8-85E1-B1F4F0F5462C}" dt="2023-12-10T00:21:16.425" v="6438" actId="14100"/>
          <ac:picMkLst>
            <pc:docMk/>
            <pc:sldMk cId="483944997" sldId="308"/>
            <ac:picMk id="6" creationId="{0672AAC9-22D0-846C-F5E7-95DA7C4B87BD}"/>
          </ac:picMkLst>
        </pc:picChg>
      </pc:sldChg>
      <pc:sldChg chg="addSp delSp modSp new mod">
        <pc:chgData name="Muhammad Fikri Hasani" userId="ada500cb4dc7801b" providerId="LiveId" clId="{BD909078-E2A4-4FB8-85E1-B1F4F0F5462C}" dt="2023-12-10T05:32:01.566" v="6729" actId="20577"/>
        <pc:sldMkLst>
          <pc:docMk/>
          <pc:sldMk cId="2057813923" sldId="309"/>
        </pc:sldMkLst>
        <pc:spChg chg="mod">
          <ac:chgData name="Muhammad Fikri Hasani" userId="ada500cb4dc7801b" providerId="LiveId" clId="{BD909078-E2A4-4FB8-85E1-B1F4F0F5462C}" dt="2023-12-10T05:14:40.210" v="6457" actId="27636"/>
          <ac:spMkLst>
            <pc:docMk/>
            <pc:sldMk cId="2057813923" sldId="309"/>
            <ac:spMk id="2" creationId="{A402F7BE-A815-D82B-2EB4-6AF08D7E003C}"/>
          </ac:spMkLst>
        </pc:spChg>
        <pc:spChg chg="mod">
          <ac:chgData name="Muhammad Fikri Hasani" userId="ada500cb4dc7801b" providerId="LiveId" clId="{BD909078-E2A4-4FB8-85E1-B1F4F0F5462C}" dt="2023-12-10T05:27:58.226" v="6627" actId="20577"/>
          <ac:spMkLst>
            <pc:docMk/>
            <pc:sldMk cId="2057813923" sldId="309"/>
            <ac:spMk id="3" creationId="{0E702AD6-F8BC-EC40-1C1C-09A64B0C2C77}"/>
          </ac:spMkLst>
        </pc:spChg>
        <pc:spChg chg="mod">
          <ac:chgData name="Muhammad Fikri Hasani" userId="ada500cb4dc7801b" providerId="LiveId" clId="{BD909078-E2A4-4FB8-85E1-B1F4F0F5462C}" dt="2023-12-10T05:32:01.566" v="6729" actId="20577"/>
          <ac:spMkLst>
            <pc:docMk/>
            <pc:sldMk cId="2057813923" sldId="309"/>
            <ac:spMk id="4" creationId="{AD3EFDBE-1717-5DCB-0969-B8A65EC99997}"/>
          </ac:spMkLst>
        </pc:spChg>
        <pc:picChg chg="add del mod">
          <ac:chgData name="Muhammad Fikri Hasani" userId="ada500cb4dc7801b" providerId="LiveId" clId="{BD909078-E2A4-4FB8-85E1-B1F4F0F5462C}" dt="2023-12-10T05:31:46.860" v="6716" actId="478"/>
          <ac:picMkLst>
            <pc:docMk/>
            <pc:sldMk cId="2057813923" sldId="309"/>
            <ac:picMk id="6" creationId="{1E6E5F2E-A07D-9B7F-01B2-8BCBB10CFB89}"/>
          </ac:picMkLst>
        </pc:picChg>
        <pc:picChg chg="add del mod">
          <ac:chgData name="Muhammad Fikri Hasani" userId="ada500cb4dc7801b" providerId="LiveId" clId="{BD909078-E2A4-4FB8-85E1-B1F4F0F5462C}" dt="2023-12-10T05:31:17.483" v="6710" actId="21"/>
          <ac:picMkLst>
            <pc:docMk/>
            <pc:sldMk cId="2057813923" sldId="309"/>
            <ac:picMk id="8" creationId="{8EA9A16D-070B-E84A-C1DC-4A659A783843}"/>
          </ac:picMkLst>
        </pc:picChg>
        <pc:picChg chg="add mod">
          <ac:chgData name="Muhammad Fikri Hasani" userId="ada500cb4dc7801b" providerId="LiveId" clId="{BD909078-E2A4-4FB8-85E1-B1F4F0F5462C}" dt="2023-12-10T05:31:50.151" v="6719" actId="14100"/>
          <ac:picMkLst>
            <pc:docMk/>
            <pc:sldMk cId="2057813923" sldId="309"/>
            <ac:picMk id="10" creationId="{416D68DF-FCF0-346E-E18F-96A532CEAD18}"/>
          </ac:picMkLst>
        </pc:picChg>
      </pc:sldChg>
      <pc:sldChg chg="addSp delSp modSp new mod">
        <pc:chgData name="Muhammad Fikri Hasani" userId="ada500cb4dc7801b" providerId="LiveId" clId="{BD909078-E2A4-4FB8-85E1-B1F4F0F5462C}" dt="2023-12-10T05:32:54.636" v="6796" actId="14100"/>
        <pc:sldMkLst>
          <pc:docMk/>
          <pc:sldMk cId="722667087" sldId="310"/>
        </pc:sldMkLst>
        <pc:spChg chg="mod">
          <ac:chgData name="Muhammad Fikri Hasani" userId="ada500cb4dc7801b" providerId="LiveId" clId="{BD909078-E2A4-4FB8-85E1-B1F4F0F5462C}" dt="2023-12-10T05:32:10.221" v="6732" actId="27636"/>
          <ac:spMkLst>
            <pc:docMk/>
            <pc:sldMk cId="722667087" sldId="310"/>
            <ac:spMk id="2" creationId="{EBADE061-437B-0749-3A8F-A9A66A4516FE}"/>
          </ac:spMkLst>
        </pc:spChg>
        <pc:spChg chg="mod">
          <ac:chgData name="Muhammad Fikri Hasani" userId="ada500cb4dc7801b" providerId="LiveId" clId="{BD909078-E2A4-4FB8-85E1-B1F4F0F5462C}" dt="2023-12-10T05:32:14.637" v="6734" actId="20577"/>
          <ac:spMkLst>
            <pc:docMk/>
            <pc:sldMk cId="722667087" sldId="310"/>
            <ac:spMk id="3" creationId="{18A0865F-2256-C4F1-F5B4-613B0A75C78F}"/>
          </ac:spMkLst>
        </pc:spChg>
        <pc:spChg chg="add del mod">
          <ac:chgData name="Muhammad Fikri Hasani" userId="ada500cb4dc7801b" providerId="LiveId" clId="{BD909078-E2A4-4FB8-85E1-B1F4F0F5462C}" dt="2023-12-10T05:32:50.931" v="6794" actId="20577"/>
          <ac:spMkLst>
            <pc:docMk/>
            <pc:sldMk cId="722667087" sldId="310"/>
            <ac:spMk id="4" creationId="{E190CDB4-DFC7-A1BF-68C0-5EFBC74A0B08}"/>
          </ac:spMkLst>
        </pc:spChg>
        <pc:picChg chg="add del mod ord">
          <ac:chgData name="Muhammad Fikri Hasani" userId="ada500cb4dc7801b" providerId="LiveId" clId="{BD909078-E2A4-4FB8-85E1-B1F4F0F5462C}" dt="2023-12-10T05:32:30.036" v="6738" actId="22"/>
          <ac:picMkLst>
            <pc:docMk/>
            <pc:sldMk cId="722667087" sldId="310"/>
            <ac:picMk id="6" creationId="{1F386035-9789-5E3C-679A-4BA62EED2877}"/>
          </ac:picMkLst>
        </pc:picChg>
        <pc:picChg chg="add mod">
          <ac:chgData name="Muhammad Fikri Hasani" userId="ada500cb4dc7801b" providerId="LiveId" clId="{BD909078-E2A4-4FB8-85E1-B1F4F0F5462C}" dt="2023-12-10T05:32:54.636" v="6796" actId="14100"/>
          <ac:picMkLst>
            <pc:docMk/>
            <pc:sldMk cId="722667087" sldId="310"/>
            <ac:picMk id="8" creationId="{EC7EE591-30C3-3DAC-F8D7-4A85FAF451F7}"/>
          </ac:picMkLst>
        </pc:picChg>
      </pc:sldChg>
      <pc:sldChg chg="modSp new mod">
        <pc:chgData name="Muhammad Fikri Hasani" userId="ada500cb4dc7801b" providerId="LiveId" clId="{BD909078-E2A4-4FB8-85E1-B1F4F0F5462C}" dt="2023-12-10T05:39:01.195" v="7774" actId="14100"/>
        <pc:sldMkLst>
          <pc:docMk/>
          <pc:sldMk cId="4090454546" sldId="311"/>
        </pc:sldMkLst>
        <pc:spChg chg="mod">
          <ac:chgData name="Muhammad Fikri Hasani" userId="ada500cb4dc7801b" providerId="LiveId" clId="{BD909078-E2A4-4FB8-85E1-B1F4F0F5462C}" dt="2023-12-10T05:33:00.572" v="6799" actId="27636"/>
          <ac:spMkLst>
            <pc:docMk/>
            <pc:sldMk cId="4090454546" sldId="311"/>
            <ac:spMk id="2" creationId="{BC7CC414-E34F-8E69-F38E-250F7078204F}"/>
          </ac:spMkLst>
        </pc:spChg>
        <pc:spChg chg="mod">
          <ac:chgData name="Muhammad Fikri Hasani" userId="ada500cb4dc7801b" providerId="LiveId" clId="{BD909078-E2A4-4FB8-85E1-B1F4F0F5462C}" dt="2023-12-10T05:33:05.501" v="6802" actId="20577"/>
          <ac:spMkLst>
            <pc:docMk/>
            <pc:sldMk cId="4090454546" sldId="311"/>
            <ac:spMk id="3" creationId="{6E910C7A-2337-8ECB-9AC7-70967D6A5E0F}"/>
          </ac:spMkLst>
        </pc:spChg>
        <pc:spChg chg="mod">
          <ac:chgData name="Muhammad Fikri Hasani" userId="ada500cb4dc7801b" providerId="LiveId" clId="{BD909078-E2A4-4FB8-85E1-B1F4F0F5462C}" dt="2023-12-10T05:39:01.195" v="7774" actId="14100"/>
          <ac:spMkLst>
            <pc:docMk/>
            <pc:sldMk cId="4090454546" sldId="311"/>
            <ac:spMk id="4" creationId="{C1FBC5D6-D212-7141-1B0E-8F2D2EDF8245}"/>
          </ac:spMkLst>
        </pc:spChg>
      </pc:sldChg>
      <pc:sldChg chg="modSp new mod">
        <pc:chgData name="Muhammad Fikri Hasani" userId="ada500cb4dc7801b" providerId="LiveId" clId="{BD909078-E2A4-4FB8-85E1-B1F4F0F5462C}" dt="2023-12-19T01:48:35.796" v="8528" actId="20577"/>
        <pc:sldMkLst>
          <pc:docMk/>
          <pc:sldMk cId="1913278937" sldId="312"/>
        </pc:sldMkLst>
        <pc:spChg chg="mod">
          <ac:chgData name="Muhammad Fikri Hasani" userId="ada500cb4dc7801b" providerId="LiveId" clId="{BD909078-E2A4-4FB8-85E1-B1F4F0F5462C}" dt="2023-12-17T13:37:50.121" v="7798" actId="27636"/>
          <ac:spMkLst>
            <pc:docMk/>
            <pc:sldMk cId="1913278937" sldId="312"/>
            <ac:spMk id="2" creationId="{87FD5893-A4CF-FF2C-D204-3B28A128C563}"/>
          </ac:spMkLst>
        </pc:spChg>
        <pc:spChg chg="mod">
          <ac:chgData name="Muhammad Fikri Hasani" userId="ada500cb4dc7801b" providerId="LiveId" clId="{BD909078-E2A4-4FB8-85E1-B1F4F0F5462C}" dt="2023-12-17T13:37:44.842" v="7796" actId="20577"/>
          <ac:spMkLst>
            <pc:docMk/>
            <pc:sldMk cId="1913278937" sldId="312"/>
            <ac:spMk id="3" creationId="{0C524B1E-80F4-4BE1-EA2F-C93B5A188104}"/>
          </ac:spMkLst>
        </pc:spChg>
        <pc:spChg chg="mod">
          <ac:chgData name="Muhammad Fikri Hasani" userId="ada500cb4dc7801b" providerId="LiveId" clId="{BD909078-E2A4-4FB8-85E1-B1F4F0F5462C}" dt="2023-12-19T01:48:35.796" v="8528" actId="20577"/>
          <ac:spMkLst>
            <pc:docMk/>
            <pc:sldMk cId="1913278937" sldId="312"/>
            <ac:spMk id="4" creationId="{DD870B70-2B05-4799-30BD-E57CB8F15E11}"/>
          </ac:spMkLst>
        </pc:spChg>
      </pc:sldChg>
      <pc:sldChg chg="modSp new mod">
        <pc:chgData name="Muhammad Fikri Hasani" userId="ada500cb4dc7801b" providerId="LiveId" clId="{BD909078-E2A4-4FB8-85E1-B1F4F0F5462C}" dt="2023-12-19T01:48:12.611" v="8525" actId="20577"/>
        <pc:sldMkLst>
          <pc:docMk/>
          <pc:sldMk cId="566229848" sldId="313"/>
        </pc:sldMkLst>
        <pc:spChg chg="mod">
          <ac:chgData name="Muhammad Fikri Hasani" userId="ada500cb4dc7801b" providerId="LiveId" clId="{BD909078-E2A4-4FB8-85E1-B1F4F0F5462C}" dt="2023-12-19T01:40:19.784" v="7817"/>
          <ac:spMkLst>
            <pc:docMk/>
            <pc:sldMk cId="566229848" sldId="313"/>
            <ac:spMk id="2" creationId="{479A95F9-C544-7124-80EE-7C0477090405}"/>
          </ac:spMkLst>
        </pc:spChg>
        <pc:spChg chg="mod">
          <ac:chgData name="Muhammad Fikri Hasani" userId="ada500cb4dc7801b" providerId="LiveId" clId="{BD909078-E2A4-4FB8-85E1-B1F4F0F5462C}" dt="2023-12-19T01:40:22.172" v="7828" actId="20577"/>
          <ac:spMkLst>
            <pc:docMk/>
            <pc:sldMk cId="566229848" sldId="313"/>
            <ac:spMk id="3" creationId="{F183273B-C62D-5C25-DFA0-740296E77C32}"/>
          </ac:spMkLst>
        </pc:spChg>
        <pc:spChg chg="mod">
          <ac:chgData name="Muhammad Fikri Hasani" userId="ada500cb4dc7801b" providerId="LiveId" clId="{BD909078-E2A4-4FB8-85E1-B1F4F0F5462C}" dt="2023-12-19T01:48:12.611" v="8525" actId="20577"/>
          <ac:spMkLst>
            <pc:docMk/>
            <pc:sldMk cId="566229848" sldId="313"/>
            <ac:spMk id="4" creationId="{F3DEAFFD-6005-8E25-913C-187B0B4516DF}"/>
          </ac:spMkLst>
        </pc:spChg>
      </pc:sldChg>
      <pc:sldChg chg="addSp delSp modSp new mod">
        <pc:chgData name="Muhammad Fikri Hasani" userId="ada500cb4dc7801b" providerId="LiveId" clId="{BD909078-E2A4-4FB8-85E1-B1F4F0F5462C}" dt="2023-12-19T01:46:20.445" v="8239" actId="20577"/>
        <pc:sldMkLst>
          <pc:docMk/>
          <pc:sldMk cId="1734682888" sldId="314"/>
        </pc:sldMkLst>
        <pc:spChg chg="mod">
          <ac:chgData name="Muhammad Fikri Hasani" userId="ada500cb4dc7801b" providerId="LiveId" clId="{BD909078-E2A4-4FB8-85E1-B1F4F0F5462C}" dt="2023-12-19T01:42:10.397" v="7957" actId="27636"/>
          <ac:spMkLst>
            <pc:docMk/>
            <pc:sldMk cId="1734682888" sldId="314"/>
            <ac:spMk id="2" creationId="{BB4595C1-F186-3BF2-8B5C-CC6061CBA8C8}"/>
          </ac:spMkLst>
        </pc:spChg>
        <pc:spChg chg="mod">
          <ac:chgData name="Muhammad Fikri Hasani" userId="ada500cb4dc7801b" providerId="LiveId" clId="{BD909078-E2A4-4FB8-85E1-B1F4F0F5462C}" dt="2023-12-19T01:42:16.080" v="7988" actId="20577"/>
          <ac:spMkLst>
            <pc:docMk/>
            <pc:sldMk cId="1734682888" sldId="314"/>
            <ac:spMk id="3" creationId="{0FDA5A99-ADAA-FC44-52B9-B864678CCD83}"/>
          </ac:spMkLst>
        </pc:spChg>
        <pc:spChg chg="mod">
          <ac:chgData name="Muhammad Fikri Hasani" userId="ada500cb4dc7801b" providerId="LiveId" clId="{BD909078-E2A4-4FB8-85E1-B1F4F0F5462C}" dt="2023-12-19T01:46:20.445" v="8239" actId="20577"/>
          <ac:spMkLst>
            <pc:docMk/>
            <pc:sldMk cId="1734682888" sldId="314"/>
            <ac:spMk id="4" creationId="{FD03AA34-FCDA-D9F8-5FF1-BDBC95EE3B97}"/>
          </ac:spMkLst>
        </pc:spChg>
        <pc:spChg chg="add del">
          <ac:chgData name="Muhammad Fikri Hasani" userId="ada500cb4dc7801b" providerId="LiveId" clId="{BD909078-E2A4-4FB8-85E1-B1F4F0F5462C}" dt="2023-12-19T01:44:15.562" v="8194"/>
          <ac:spMkLst>
            <pc:docMk/>
            <pc:sldMk cId="1734682888" sldId="314"/>
            <ac:spMk id="5" creationId="{6910BB50-9C18-6D33-1EE6-579C672D7096}"/>
          </ac:spMkLst>
        </pc:spChg>
      </pc:sldChg>
      <pc:sldChg chg="modSp add mod">
        <pc:chgData name="Muhammad Fikri Hasani" userId="ada500cb4dc7801b" providerId="LiveId" clId="{BD909078-E2A4-4FB8-85E1-B1F4F0F5462C}" dt="2023-12-19T01:47:38.753" v="8410" actId="255"/>
        <pc:sldMkLst>
          <pc:docMk/>
          <pc:sldMk cId="540710900" sldId="315"/>
        </pc:sldMkLst>
        <pc:spChg chg="mod">
          <ac:chgData name="Muhammad Fikri Hasani" userId="ada500cb4dc7801b" providerId="LiveId" clId="{BD909078-E2A4-4FB8-85E1-B1F4F0F5462C}" dt="2023-12-19T01:47:38.753" v="8410" actId="255"/>
          <ac:spMkLst>
            <pc:docMk/>
            <pc:sldMk cId="540710900" sldId="315"/>
            <ac:spMk id="4" creationId="{FD03AA34-FCDA-D9F8-5FF1-BDBC95EE3B97}"/>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9:57:36.302"/>
    </inkml:context>
    <inkml:brush xml:id="br0">
      <inkml:brushProperty name="width" value="0.035" units="cm"/>
      <inkml:brushProperty name="height" value="0.035" units="cm"/>
      <inkml:brushProperty name="color" value="#E71224"/>
    </inkml:brush>
  </inkml:definitions>
  <inkml:trace contextRef="#ctx0" brushRef="#br0">4161 2298 24575,'-8'-17'0,"2"0"0,0-1 0,1 0 0,-6-36 0,0-74 0,10 97 0,-7-674 0,10 421 0,-1 220 0,-2-84 0,-1 122 0,0-1 0,-2 1 0,-11-38 0,12 56 0,-1-1 0,1 1 0,-1 0 0,-1 1 0,1-1 0,-1 1 0,-1-1 0,1 1 0,-12-10 0,-4-1 0,-41-28 0,30 23 0,-7-2 0,0 2 0,-55-25 0,70 39 0,-1 1 0,0 0 0,0 2 0,-28-3 0,4 1 0,-68-11 0,-177-6 0,-122 23 0,272 3 0,53 1 0,0 4 0,1 3 0,0 5 0,-118 33 0,70-12 0,-152 18 0,154-30 0,59-8 0,-125 7 0,43-20 0,35-1 0,-128 17 0,56 10 0,181-24 0,23-2 0,24-2 0,-7-5 0,0-1 0,-1-1 0,1-1 0,37-19 0,-5 3 0,-48 20 0,-1 2 0,0-2 0,0 1 0,11-7 0,-18 9 0,1 0 0,-1 0 0,0 0 0,1 0 0,-1 0 0,0 0 0,0 0 0,0-1 0,0 1 0,0 0 0,0 0 0,0-1 0,0 1 0,-1-1 0,1 1 0,0-1 0,-1 1 0,1-1 0,-1 1 0,0-1 0,0 0 0,1 1 0,-1-1 0,0-2 0,-2-5 0,0-1 0,-1 0 0,0 1 0,-5-10 0,-6-21 0,6 2 0,1-1 0,-1-67 0,2 26 0,6 75 0,-1-1 0,0 1 0,0 0 0,0-1 0,-1 1 0,1 0 0,-1 0 0,-4-7 0,5 10 0,-1 0 0,1 1 0,0-1 0,-1 1 0,1 0 0,0 0 0,-1-1 0,0 1 0,1 0 0,-1 0 0,0 0 0,1 0 0,-1 1 0,0-1 0,0 0 0,0 1 0,0-1 0,0 1 0,0 0 0,0 0 0,1 0 0,-1 0 0,0 0 0,0 0 0,0 0 0,-3 1 0,-4 1 0,1 0 0,-1 1 0,1 0 0,-1 1 0,1 0 0,0 0 0,1 0 0,-1 1 0,-12 11 0,-7 8 0,-28 31 0,18-17 0,-216 238 0,241-262 0,-1 4 0,-1-1 0,-1 0 0,0-1 0,-23 17 0,34-30 0,0 0 0,0 1 0,0-1 0,1 1 0,-1-1 0,1 1 0,0 0 0,-4 6 0,6-7 0,0-1 0,1 0 0,-1 1 0,0-1 0,1 1 0,-1-1 0,1 1 0,0-1 0,0 1 0,0 0 0,0-1 0,0 1 0,1-1 0,-1 1 0,1-1 0,0 1 0,0-1 0,-1 0 0,4 5 0,3 7 0,1 0 0,1 0 0,0-1 0,1 0 0,13 13 0,64 57 0,-64-64 0,96 80 0,159 99 0,-250-180 0,-16-11 0,0 1 0,-1 0 0,15 15 0,-38-29 0,-51-33 0,3-3 0,1-3 0,-66-64 0,101 85 0,2-1 0,0-1 0,2 0 0,1-2 0,1 0 0,1-1 0,2-1 0,1 0 0,-18-56 0,21 41-136,2-1-1,2-1 1,2 1-1,2-1 1,2 0-1,2 0 1,2 1-1,3-1 0,20-87 1,3 36-6690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9:57:43.695"/>
    </inkml:context>
    <inkml:brush xml:id="br0">
      <inkml:brushProperty name="width" value="0.035" units="cm"/>
      <inkml:brushProperty name="height" value="0.035" units="cm"/>
      <inkml:brushProperty name="color" value="#E71224"/>
    </inkml:brush>
  </inkml:definitions>
  <inkml:trace contextRef="#ctx0" brushRef="#br0">1 48 24575,'24'-2'0,"1"0"0,-1-2 0,33-8 0,7-2 0,-32 8 0,47-1 0,-65 6 0,1 2 0,-1 0 0,0 1 0,1 0 0,24 8 0,-7 2 0,1 1 0,44 26 0,59 44 0,-115-70 0,270 174 0,-255-162 0,-1 1 0,-1 1 0,-1 2 0,-2 2 0,-1 0 0,-1 2 0,-2 1 0,23 38 0,-31-39 0,0 0 0,-3 2 0,-1 0 0,-1 0 0,-2 1 0,-2 1 0,-1 0 0,-2 0 0,4 54 0,-12 196 0,-4-143 0,5-137 0,0 11 0,0 0 0,-2 0 0,-5 28 0,6-41 0,0-1 0,-1 1 0,0 0 0,0-1 0,0 1 0,0-1 0,-1 0 0,1 1 0,-1-1 0,0-1 0,-1 1 0,1 0 0,0-1 0,-1 0 0,0 1 0,0-1 0,0-1 0,-5 4 0,-2-2 0,0 0 0,0 0 0,0-1 0,0 0 0,0-1 0,0 0 0,-1-1 0,1-1 0,-1 0 0,-19-2 0,11 0 0,0-2 0,0 0 0,1-1 0,-1-1 0,-21-10 0,-37-22 0,-102-68 0,169 99 0,0-1 0,1 0 0,0 0 0,0-1 0,1-1 0,-11-12 0,19 20 0,0 0 0,-1 0 0,1 1 0,0-1 0,0 0 0,0-1 0,0 1 0,1 0 0,-2-3 0,2 5 0,0-1 0,0 1 0,0-1 0,0 1 0,0-1 0,0 1 0,0-1 0,0 1 0,1-1 0,-1 1 0,0-1 0,0 1 0,0-1 0,1 1 0,-1-1 0,0 1 0,0 0 0,1-1 0,-1 1 0,0-1 0,1 1 0,-1 0 0,0-1 0,1 1 0,-1 0 0,1-1 0,3 0 0,-1 0 0,0 1 0,0-1 0,1 1 0,-1 0 0,0-1 0,1 1 0,-1 1 0,0-1 0,7 2 0,28 5 0,-1 2 0,0 2 0,0 1 0,62 31 0,136 89 0,-153-84 0,-79-46 0,147 78 0,-128-70 0,-1-2 0,1 0 0,1-2 0,-1 0 0,32 3 0,-46-8 0,-1 0 0,1-1 0,0 0 0,-1-1 0,1 0 0,-1 0 0,1 0 0,-1-1 0,12-4 0,-9 1 0,-1 0 0,0 0 0,0-1 0,-1 0 0,1 0 0,13-14 0,133-153 0,-92 99 0,27-30 0,213-239 0,-254 288-1365,-14 13-5461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09:58:08.905"/>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10:03:21.338"/>
    </inkml:context>
    <inkml:brush xml:id="br0">
      <inkml:brushProperty name="width" value="0.035" units="cm"/>
      <inkml:brushProperty name="height" value="0.035" units="cm"/>
      <inkml:brushProperty name="color" value="#E71224"/>
    </inkml:brush>
  </inkml:definitions>
  <inkml:trace contextRef="#ctx0" brushRef="#br0">0 0 24575,'2'1'0,"0"-1"0,0 1 0,0-1 0,0 1 0,0 0 0,0-1 0,0 1 0,-1 0 0,1 0 0,0 0 0,0 1 0,-1-1 0,1 0 0,-1 1 0,1-1 0,0 2 0,25 31 0,-18-21 0,12 18 0,-1 1 0,-1 0 0,-2 2 0,-1 0 0,14 44 0,42 187 0,-65-235 0,45 263 0,-28-142 0,-23-147 0,-1-1 0,1 1 0,0 0 0,-1 0 0,0 0 0,0-1 0,0 1 0,-1 0 0,1 0 0,-1 0 0,-1 4 0,1-7 0,0 1 0,0-1 0,0 0 0,0 0 0,-1 0 0,1 0 0,0 0 0,0 0 0,-1 0 0,1 0 0,0-1 0,-1 1 0,1 0 0,-1-1 0,1 1 0,-1-1 0,1 1 0,-1-1 0,0 0 0,1 0 0,-1 0 0,1 0 0,-1 0 0,0 0 0,1 0 0,-1 0 0,-2-2 0,-11 0 0,1 0 0,-1-2 0,1 1 0,-20-9 0,27 9 0,-1-1 0,1 1 0,0-1 0,0-1 0,0 1 0,1-1 0,-1 0 0,1-1 0,-8-8 0,12 9 0,6 8 0,14 11 0,2 4 0,135 116 0,-120-108 0,0-1 0,69 36 0,-93-55 0,0-2 0,0 1 0,0-1 0,0-1 0,1 0 0,-1-1 0,1 0 0,0-1 0,20 0 0,-24-1 0,1-1 0,-1-1 0,0 1 0,0-1 0,0-1 0,0 0 0,0 0 0,0 0 0,-1-1 0,0 0 0,0-1 0,0 1 0,0-1 0,11-11 0,4-8 0,0-1 0,-2-1 0,-1-1 0,26-46 0,-38 59 0,-3 6 0,0 0 0,0 1 0,1-1 0,0 1 0,0 1 0,0-1 0,7-6 0,-9 11 0,0 0 0,0 1 0,0-1 0,0 1 0,0 0 0,0-1 0,0 1 0,0 1 0,0-1 0,0 0 0,0 1 0,1 0 0,-1 0 0,0 0 0,0 0 0,1 0 0,-1 1 0,0-1 0,0 1 0,0 0 0,0 0 0,0 0 0,4 2 0,10 4-455,0 1 0,28 18 0,35 31-6371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10:03:55.363"/>
    </inkml:context>
    <inkml:brush xml:id="br0">
      <inkml:brushProperty name="width" value="0.035" units="cm"/>
      <inkml:brushProperty name="height" value="0.035" units="cm"/>
      <inkml:brushProperty name="color" value="#E71224"/>
    </inkml:brush>
  </inkml:definitions>
  <inkml:trace contextRef="#ctx0" brushRef="#br0">1 0 24575,'0'30'0,"-1"77"0,21 161 0,-16-236 0,3 1 0,0-1 0,2 0 0,2-1 0,0 0 0,2-1 0,2 0 0,0-1 0,27 36 0,-28-47 0,1-1 0,1-1 0,1 0 0,23 17 0,81 47 0,-84-61 0,0-1 0,2-2 0,76 21 0,-67-26 0,0-2 0,0-2 0,50 1 0,149-6 0,-166-4 0,1008-1 0,-971 3 0,-113 0 0,-1 0 0,1 0 0,0 0 0,-1-1 0,1 1 0,-1-1 0,1-1 0,7-2 0,-12 4 0,1 0 0,-1-1 0,1 1 0,-1 0 0,1-1 0,-1 1 0,1-1 0,-1 1 0,0-1 0,1 1 0,-1-1 0,1 1 0,-1-1 0,0 1 0,0-1 0,1 1 0,-1-1 0,0 0 0,0 1 0,0-1 0,0 1 0,0-1 0,0 0 0,1 0 0,-2-1 0,1 0 0,-1 0 0,1 1 0,-1-1 0,0 0 0,1 0 0,-1 1 0,0-1 0,0 1 0,0-1 0,-3-2 0,-9-11 0,0 2 0,-1-1 0,-1 2 0,0 0 0,-1 1 0,-17-10 0,24 16 0,1-1 0,-1 0 0,2-1 0,-1 1 0,-7-9 0,13 12 0,0 1 0,1 0 0,-1-1 0,0 1 0,1-1 0,0 0 0,-1 1 0,1-1 0,-1-5 0,2 6 0,0 1 0,0-1 0,0 1 0,0-1 0,0 1 0,0-1 0,0 1 0,0-1 0,1 1 0,-1-1 0,1 1 0,-1 0 0,1-1 0,0 1 0,-1 0 0,1-1 0,0 1 0,0 0 0,0 0 0,1-2 0,0 1 0,-1 1 0,1-1 0,0 1 0,-1-1 0,1 1 0,0 0 0,0-1 0,0 1 0,0 0 0,0 0 0,1 1 0,-1-1 0,0 0 0,0 1 0,0-1 0,1 1 0,-1 0 0,0 0 0,1-1 0,2 2 0,-1 0 0,1 0 0,-1 0 0,0 0 0,0 1 0,0-1 0,0 1 0,0 0 0,0 0 0,-1 1 0,6 3 0,-2 1 0,1 0 0,-1 0 0,0 1 0,0 0 0,-1 0 0,0 1 0,0-1 0,8 19 0,-9-14 0,-1 1 0,0 0 0,0 0 0,-2 0 0,0 1 0,0-1 0,-1 1 0,-1-1 0,-1 1 0,0-1 0,0 1 0,-2-1 0,0 0 0,0 0 0,-2 0 0,1 0 0,-2-1 0,0 0 0,0 0 0,-1 0 0,-11 14 0,-15 19 0,10-15 0,1 1 0,2 1 0,-22 46 0,27-43 0,8-26 0,3-17 0,4-23 0,0 26 0,5-150-1365,-4 103-5461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9T10:04:13.048"/>
    </inkml:context>
    <inkml:brush xml:id="br0">
      <inkml:brushProperty name="width" value="0.035" units="cm"/>
      <inkml:brushProperty name="height" value="0.035" units="cm"/>
      <inkml:brushProperty name="color" value="#E71224"/>
    </inkml:brush>
  </inkml:definitions>
  <inkml:trace contextRef="#ctx0" brushRef="#br0">101 1 24575,'0'34'-35,"22"949"-1014,13 158 1314,-36-821 554,1-329-819,-1 1 0,-1 0 0,1-1 0,-1 1 0,-7-16 0,-19-42 0,8 22 0,13 26 0,-1 0 0,-1 1 0,-10-17 0,17 32 0,1 1 0,0-1 0,0 1 0,0-1 0,-1 1 0,1-1 0,-1 1 0,1 0 0,-1 0 0,0 0 0,1 0 0,-1 0 0,0 0 0,0 0 0,0 0 0,-2 0 0,3 1 0,0 0 0,0 0 0,0 0 0,0 1 0,1-1 0,-1 0 0,0 1 0,0-1 0,0 0 0,0 1 0,1-1 0,-1 1 0,0-1 0,0 1 0,1-1 0,-1 1 0,0 0 0,1-1 0,-1 1 0,1 0 0,-1-1 0,1 1 0,-1 0 0,1 0 0,-1 0 0,1-1 0,0 1 0,0 0 0,-1 0 0,1 0 0,0 0 0,0 0 0,0 0 0,0 1 0,-1 3 0,1 1 0,0-1 0,0 1 0,0-1 0,1 1 0,0-1 0,0 0 0,0 1 0,1-1 0,0 0 0,0 0 0,4 8 0,5 8 0,23 31 0,-15-25 0,25 55 0,-36-63 0,0-2 0,2 1 0,0-1 0,1-1 0,22 27 0,-30-40 0,0 0 0,0 0 0,0-1 0,0 0 0,0 1 0,1-1 0,-1 0 0,1 0 0,0-1 0,-1 1 0,1-1 0,0 0 0,0 0 0,0 0 0,-1 0 0,1-1 0,0 0 0,0 0 0,0 0 0,0 0 0,0 0 0,0-1 0,0 0 0,0 1 0,0-2 0,0 1 0,-1 0 0,1-1 0,-1 0 0,1 1 0,-1-1 0,1-1 0,4-3 0,11-11 0,24-27 0,7-6 0,-24 25 0,-1 0 0,-1-2 0,21-30 0,23-24 0,-53 65 0,0-1 0,-1 0 0,-1-1 0,-1-1 0,18-33 0,-29 49 0,1-1 0,-1 0 0,0 1 0,0-1 0,0 0 0,-1 0 0,1 1 0,-1-1 0,0 0 0,0 0 0,0 0 0,-2-5 0,2 6 0,-1 1 0,0-1 0,0 1 0,-1 0 0,1 0 0,0-1 0,-1 1 0,1 0 0,-1 0 0,1 0 0,-1 0 0,0 1 0,0-1 0,0 0 0,0 1 0,0-1 0,-1 1 0,1 0 0,-3-1 0,-6-2-227,0 0-1,0 1 1,0 1-1,-1 0 1,-21-1-1,-14 1-6598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0:16:32.233"/>
    </inkml:context>
    <inkml:brush xml:id="br0">
      <inkml:brushProperty name="width" value="0.035" units="cm"/>
      <inkml:brushProperty name="height" value="0.035" units="cm"/>
      <inkml:brushProperty name="color" value="#E71224"/>
    </inkml:brush>
  </inkml:definitions>
  <inkml:trace contextRef="#ctx0" brushRef="#br0">7183 664 24575,'-3330'0'0,"2990"-24"0,146 6 0,-247-42 0,68 6 0,-212 41 0,370 16 0,-1104-3 0,1303 0 0,0 0 0,0 2 0,1 0 0,-1 1 0,0 0 0,1 1 0,-23 10 0,30-11 0,-1 2 0,1-1 0,1 1 0,-1 0 0,1 1 0,-1-1 0,2 2 0,-1-1 0,1 1 0,0 0 0,0 0 0,1 0 0,0 1 0,-8 15 0,1 7 0,0 1 0,-12 56 0,-6 70 0,14-64 0,1 4 0,-4 152 0,20 103 0,2-140 0,-4 229 0,4-405 0,1 0 0,2 0 0,1-1 0,19 53 0,-23-79 0,1 0 0,-1 0 0,2 0 0,0 0 0,0-1 0,0 0 0,1 0 0,9 9 0,6 4 0,33 26 0,5 3 0,75 82 0,104 99 0,-195-192 0,77 52 0,-91-72 0,1-2 0,0-1 0,1-1 0,36 11 0,9-4 0,0-3 0,2-3 0,0-3 0,88 1 0,321-13 0,-262-5 0,951 3 0,-1129 0 0,0-3 0,62-12 0,90-31 0,-185 43 0,57-11 0,78-6 0,-53 8 0,500-34 0,7 46 0,-268 4 0,718-3 0,-669 27 0,-108-3 0,553-16 0,-494-10 0,-144 3 0,219-4 0,-295-7 0,157-35 0,62-7 0,-225 43 0,0-5 0,-1-5 0,171-52 0,-226 54 0,-24 9 0,50-22 0,-71 27 0,-1-1 0,1-1 0,-1 0 0,0 1 0,0-2 0,0 1 0,-1-1 0,0 0 0,0-1 0,9-12 0,-3-3 0,0-2 0,-1 1 0,12-44 0,2-3 0,-13 41 0,163-435 0,-130 327 0,39-205 0,-74 272 0,3-114 0,-16-72 0,-1 75 0,5 113 0,0 23 0,-2-1 0,-6-46 0,5 77 0,-1 1 0,0 0 0,-1 0 0,-1 1 0,0-1 0,-1 1 0,0 0 0,-1 0 0,-1 1 0,-14-19 0,3 11 0,0 2 0,0 0 0,-32-21 0,-26-22 0,45 31 0,-2 0 0,-1 2 0,-1 2 0,-2 1 0,-41-20 0,-26 1 0,-150-41 0,196 67 0,-93-28 0,-259-42 0,381 84 0,-416-47 0,139 43 0,-172-14 0,466 21 0,-268-26 0,190 22 0,-97 8 0,152 1 0,0 1 0,0 2 0,1 1 0,-54 21 0,-130 68 0,139-60 0,54-23 0,1 2 0,0 0 0,-33 29 0,25-19 0,-34 22 0,22-19-60,-65 59 0,65-50-1185,16-15-5581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00:16:35.174"/>
    </inkml:context>
    <inkml:brush xml:id="br0">
      <inkml:brushProperty name="width" value="0.035" units="cm"/>
      <inkml:brushProperty name="height" value="0.035" units="cm"/>
      <inkml:brushProperty name="color" value="#E71224"/>
    </inkml:brush>
  </inkml:definitions>
  <inkml:trace contextRef="#ctx0" brushRef="#br0">0 4342 24575,'1'2'0,"-1"-1"0,0 0 0,1 0 0,-1 0 0,1 1 0,-1-1 0,1 0 0,-1 0 0,1 0 0,0 0 0,0 0 0,-1 0 0,1 0 0,0 0 0,0 0 0,0-1 0,0 1 0,0 0 0,0 0 0,0-1 0,1 1 0,-1-1 0,0 1 0,0-1 0,0 1 0,2-1 0,42 10 0,-43-10 0,99 12-50,146-3-1,-164-8-203,172 1-1168,1340-2-3861,-910-1 3955,609-41 1328,-1165 31 0,988-74 0,216-24-2035,-896 62 1627,-51 7 341,-73 11-202,-79 10 202,40 2 2293,-140-2 219,-59 7-1335,14-5 482,157-50-1,82-52 679,-92 23-2270,-114 57-265,216-41 0,138 9-610,-280 44 664,401-81-452,-7-31-1123,-211 41 878,60-23-1256,-90 22 2054,1393-370-2923,-760 253 3033,154-36 0,-135 1 37,-6-22-1820,-748 201 1509,950-257 199,323 48 75,21 122 0,-439 74-120,-15-31-103,-748 70 331,-62 7 596,108-25 1843,-380 63-2516,94-23 867,-88 21-536,-1-1 0,0 0 0,0 0 0,0-1 0,-1-1 0,13-8 0,-20 12-281,0 1 0,0-1 1,0 0-1,-1 1 0,1-1 0,0 0 0,-1 0 0,1 0 0,-1 0 1,0 0-1,0-1 0,0 1 0,0 0 0,0-1 0,0 1 1,0 0-1,-1-1 0,1 1 0,-1-1 0,0 1 0,0-1 0,0 1 1,0-1-1,0 1 0,0-1 0,-1 1 0,1-1 0,-1 1 0,0-1 1,0 1-1,0 0 0,0 0 0,0-1 0,0 1 0,0 0 0,-1 0 1,-3-4-1,-2-2 178,0 0 0,-1 0 0,0 0 0,0 1 0,-1 0 0,0 1 0,-10-6 0,13 9-187,0 0 0,0 0 0,1 1 1,-13-3-1,16 4-53,0 1 0,-1-1 0,1 1 1,0 0-1,0 0 0,-1 0 0,1 0 1,0 0-1,-1 0 0,1 1 0,0-1 1,0 1-1,0 0 0,-1-1 0,-2 3 1,4-3-17,1 1 0,-1 0 0,0-1 0,1 1 0,-1 0 0,0-1 0,1 1 0,-1 0 0,1 0 0,-1 0 1,1-1-1,-1 1 0,1 0 0,0 0 0,-1 0 0,1 0 0,0 0 0,0 0 0,-1 0 0,1 0 0,0 0 0,0 0 0,0-1 1,0 1-1,1 0 0,-1 0 0,0 0 0,0 1 0,12 28-20,-10-27 16,10 16 1,1 0 0,1 0 0,1-1 0,1-1 0,22 20 0,-16-16 0,-1 1 0,33 42 0,-49-56 0,0 0 0,0 0 0,-1 1 0,0-1 0,-1 1 0,0 0 0,0 0 0,-1 0 0,0 0 0,0 1 0,-1-1 0,-1 0 0,1 12 0,-3 0 0,-1-1 0,-1 0 0,-1 0 0,-7 22 0,-35 77 0,42-109 0,-12 25 0,-1 0 0,-2-1 0,-2-1 0,-1-1 0,-52 55 0,70-80-151,-2 0-1,1-1 0,-1 0 0,0 0 1,0-1-1,0 0 0,-1 0 1,-12 6-1,-6-5-6674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GB"/>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GB"/>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GB"/>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GB"/>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GB"/>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GB"/>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GB"/>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GB"/>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GB"/>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GB"/>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9.png"/><Relationship Id="rId4" Type="http://schemas.openxmlformats.org/officeDocument/2006/relationships/customXml" Target="../ink/ink1.xml"/></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customXml" Target="../ink/ink4.xml"/><Relationship Id="rId12" Type="http://schemas.openxmlformats.org/officeDocument/2006/relationships/image" Target="../media/image37.png"/><Relationship Id="rId2" Type="http://schemas.openxmlformats.org/officeDocument/2006/relationships/customXml" Target="../ink/ink3.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customXml" Target="../ink/ink6.xml"/><Relationship Id="rId5" Type="http://schemas.openxmlformats.org/officeDocument/2006/relationships/image" Target="../media/image22.png"/><Relationship Id="rId10"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customXml" Target="../ink/ink5.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8.xml"/><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t>Session 6</a:t>
            </a:r>
            <a:endParaRPr lang="en-US" dirty="0"/>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AU" sz="9600" dirty="0">
                <a:solidFill>
                  <a:schemeClr val="bg1"/>
                </a:solidFill>
              </a:rPr>
              <a:t>Encapsulation and package</a:t>
            </a:r>
            <a:endParaRPr lang="en-US"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D6421 – Muhammad Fikri Hasani</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solidFill>
                  <a:schemeClr val="tx1"/>
                </a:solidFill>
              </a:rPr>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US" dirty="0"/>
              <a:t>Course outline</a:t>
            </a:r>
            <a:endParaRPr lang="en-ID" dirty="0"/>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695169" y="3698579"/>
            <a:ext cx="17560779" cy="8011427"/>
          </a:xfrm>
        </p:spPr>
        <p:txBody>
          <a:bodyPr lIns="50800" tIns="50800" rIns="50800" bIns="50800" anchor="t">
            <a:noAutofit/>
          </a:bodyPr>
          <a:lstStyle/>
          <a:p>
            <a:r>
              <a:rPr lang="en-US" sz="3000" dirty="0"/>
              <a:t>Package Definition</a:t>
            </a:r>
          </a:p>
          <a:p>
            <a:r>
              <a:rPr lang="en-US" sz="3000" dirty="0"/>
              <a:t>Creating Package</a:t>
            </a:r>
          </a:p>
          <a:p>
            <a:r>
              <a:rPr lang="en-US" sz="3000" dirty="0"/>
              <a:t>Creating Class inside Package</a:t>
            </a:r>
          </a:p>
          <a:p>
            <a:r>
              <a:rPr lang="en-US" sz="3000" dirty="0"/>
              <a:t>Accessing Class from Package</a:t>
            </a:r>
          </a:p>
          <a:p>
            <a:r>
              <a:rPr lang="en-US" sz="3000" dirty="0"/>
              <a:t>Multilevel Package</a:t>
            </a:r>
          </a:p>
          <a:p>
            <a:r>
              <a:rPr lang="en-US" sz="3000" dirty="0"/>
              <a:t>Encapsulation definition</a:t>
            </a:r>
          </a:p>
          <a:p>
            <a:r>
              <a:rPr lang="en-US" sz="3000"/>
              <a:t>Access modifier</a:t>
            </a:r>
            <a:endParaRPr lang="en-US" sz="3000" dirty="0"/>
          </a:p>
          <a:p>
            <a:endParaRPr lang="en-US" sz="3000" dirty="0"/>
          </a:p>
          <a:p>
            <a:endParaRPr lang="en-US" sz="3000" dirty="0"/>
          </a:p>
          <a:p>
            <a:endParaRPr lang="en-US" sz="3000" dirty="0"/>
          </a:p>
          <a:p>
            <a:endParaRPr lang="en-ID" sz="3000"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606F2-E6F2-DFFC-D037-73DBA31FC1C2}"/>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8E7FAFB0-78DD-182F-8EE0-2EF343EC267A}"/>
              </a:ext>
            </a:extLst>
          </p:cNvPr>
          <p:cNvSpPr>
            <a:spLocks noGrp="1"/>
          </p:cNvSpPr>
          <p:nvPr>
            <p:ph type="body" sz="quarter" idx="10"/>
          </p:nvPr>
        </p:nvSpPr>
        <p:spPr/>
        <p:txBody>
          <a:bodyPr/>
          <a:lstStyle/>
          <a:p>
            <a:r>
              <a:rPr lang="en-US" dirty="0"/>
              <a:t>Package definition</a:t>
            </a:r>
            <a:endParaRPr lang="en-ID" dirty="0"/>
          </a:p>
        </p:txBody>
      </p:sp>
      <p:sp>
        <p:nvSpPr>
          <p:cNvPr id="4" name="Content Placeholder 3">
            <a:extLst>
              <a:ext uri="{FF2B5EF4-FFF2-40B4-BE49-F238E27FC236}">
                <a16:creationId xmlns:a16="http://schemas.microsoft.com/office/drawing/2014/main" id="{B6BDA718-2D10-5B9F-CE18-C39D6B3C6773}"/>
              </a:ext>
            </a:extLst>
          </p:cNvPr>
          <p:cNvSpPr>
            <a:spLocks noGrp="1"/>
          </p:cNvSpPr>
          <p:nvPr>
            <p:ph sz="quarter" idx="11"/>
          </p:nvPr>
        </p:nvSpPr>
        <p:spPr>
          <a:xfrm>
            <a:off x="2167376" y="4062222"/>
            <a:ext cx="19499927" cy="7234049"/>
          </a:xfrm>
        </p:spPr>
        <p:txBody>
          <a:bodyPr>
            <a:normAutofit lnSpcReduction="10000"/>
          </a:bodyPr>
          <a:lstStyle/>
          <a:p>
            <a:r>
              <a:rPr lang="en-US" dirty="0"/>
              <a:t>We have learnt how to create a class, how to use such class as an object. </a:t>
            </a:r>
          </a:p>
          <a:p>
            <a:r>
              <a:rPr lang="en-US" dirty="0"/>
              <a:t>Now, we will learn how to structure project using </a:t>
            </a:r>
            <a:r>
              <a:rPr lang="en-US" b="1" dirty="0"/>
              <a:t>package concept</a:t>
            </a:r>
            <a:r>
              <a:rPr lang="en-US" dirty="0"/>
              <a:t>. </a:t>
            </a:r>
          </a:p>
          <a:p>
            <a:r>
              <a:rPr lang="en-US" dirty="0"/>
              <a:t>A package in Java is used to group related classes. Think of it as a folder in a file directory. </a:t>
            </a:r>
          </a:p>
          <a:p>
            <a:r>
              <a:rPr lang="en-US" dirty="0"/>
              <a:t>We use packages to avoid name conflicts, and to write a better maintainable code. </a:t>
            </a:r>
          </a:p>
          <a:p>
            <a:r>
              <a:rPr lang="en-US" dirty="0"/>
              <a:t>Package also help to encapsulate classes and its </a:t>
            </a:r>
            <a:r>
              <a:rPr lang="en-US" dirty="0" err="1"/>
              <a:t>behaviour</a:t>
            </a:r>
            <a:r>
              <a:rPr lang="en-US" dirty="0"/>
              <a:t> or </a:t>
            </a:r>
            <a:r>
              <a:rPr lang="en-US" dirty="0" err="1"/>
              <a:t>atrributes</a:t>
            </a:r>
            <a:endParaRPr lang="en-US" dirty="0"/>
          </a:p>
          <a:p>
            <a:r>
              <a:rPr lang="en-US" dirty="0"/>
              <a:t>There are two kinds of package: </a:t>
            </a:r>
          </a:p>
          <a:p>
            <a:pPr lvl="1"/>
            <a:r>
              <a:rPr lang="en-US" b="1" dirty="0"/>
              <a:t>Built-in Packages (packages from the Java API)</a:t>
            </a:r>
          </a:p>
          <a:p>
            <a:pPr lvl="1"/>
            <a:r>
              <a:rPr lang="en-US" b="1" dirty="0"/>
              <a:t>User-defined Packages (create your own packages)</a:t>
            </a:r>
          </a:p>
          <a:p>
            <a:endParaRPr lang="en-ID" dirty="0"/>
          </a:p>
        </p:txBody>
      </p:sp>
    </p:spTree>
    <p:extLst>
      <p:ext uri="{BB962C8B-B14F-4D97-AF65-F5344CB8AC3E}">
        <p14:creationId xmlns:p14="http://schemas.microsoft.com/office/powerpoint/2010/main" val="46044758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91A38-8945-9E9A-50A7-F63C52E5731F}"/>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9DEB8EE7-73B3-59A1-2A90-B9924ACF34E5}"/>
              </a:ext>
            </a:extLst>
          </p:cNvPr>
          <p:cNvSpPr>
            <a:spLocks noGrp="1"/>
          </p:cNvSpPr>
          <p:nvPr>
            <p:ph type="body" sz="quarter" idx="10"/>
          </p:nvPr>
        </p:nvSpPr>
        <p:spPr/>
        <p:txBody>
          <a:bodyPr/>
          <a:lstStyle/>
          <a:p>
            <a:r>
              <a:rPr lang="en-US" dirty="0"/>
              <a:t>Built in packages</a:t>
            </a:r>
            <a:endParaRPr lang="en-ID" dirty="0"/>
          </a:p>
        </p:txBody>
      </p:sp>
      <p:sp>
        <p:nvSpPr>
          <p:cNvPr id="4" name="Content Placeholder 3">
            <a:extLst>
              <a:ext uri="{FF2B5EF4-FFF2-40B4-BE49-F238E27FC236}">
                <a16:creationId xmlns:a16="http://schemas.microsoft.com/office/drawing/2014/main" id="{CC7B710B-2E3E-0062-456A-1AAAA807095A}"/>
              </a:ext>
            </a:extLst>
          </p:cNvPr>
          <p:cNvSpPr>
            <a:spLocks noGrp="1"/>
          </p:cNvSpPr>
          <p:nvPr>
            <p:ph sz="quarter" idx="11"/>
          </p:nvPr>
        </p:nvSpPr>
        <p:spPr>
          <a:xfrm>
            <a:off x="2425147" y="3637722"/>
            <a:ext cx="20951687" cy="8547652"/>
          </a:xfrm>
        </p:spPr>
        <p:txBody>
          <a:bodyPr>
            <a:normAutofit/>
          </a:bodyPr>
          <a:lstStyle/>
          <a:p>
            <a:r>
              <a:rPr lang="en-US" dirty="0"/>
              <a:t>In Java, built-in packages are pre-defined packages that come with the Java Development Kit (JDK) or Java Runtime Environment (JRE). </a:t>
            </a:r>
          </a:p>
          <a:p>
            <a:r>
              <a:rPr lang="en-US" dirty="0"/>
              <a:t>These packages contain a large number of classes and interfaces that are fundamental to the Java programming language</a:t>
            </a:r>
          </a:p>
          <a:p>
            <a:r>
              <a:rPr lang="en-US" dirty="0"/>
              <a:t>Examples of built in java packages: </a:t>
            </a:r>
          </a:p>
          <a:p>
            <a:pPr lvl="1"/>
            <a:r>
              <a:rPr lang="en-ID" b="1" dirty="0" err="1"/>
              <a:t>java.util</a:t>
            </a:r>
            <a:r>
              <a:rPr lang="en-ID" dirty="0"/>
              <a:t> </a:t>
            </a:r>
            <a:r>
              <a:rPr lang="en-ID" dirty="0">
                <a:sym typeface="Wingdings" panose="05000000000000000000" pitchFamily="2" charset="2"/>
              </a:rPr>
              <a:t> </a:t>
            </a:r>
            <a:r>
              <a:rPr lang="en-US" dirty="0">
                <a:sym typeface="Wingdings" panose="05000000000000000000" pitchFamily="2" charset="2"/>
              </a:rPr>
              <a:t>Contains the collections framework, some internationalization support classes, properties, random number generation classes. Classes like </a:t>
            </a:r>
            <a:r>
              <a:rPr lang="en-US" i="1" dirty="0" err="1">
                <a:sym typeface="Wingdings" panose="05000000000000000000" pitchFamily="2" charset="2"/>
              </a:rPr>
              <a:t>ArrayList</a:t>
            </a:r>
            <a:r>
              <a:rPr lang="en-US" dirty="0">
                <a:sym typeface="Wingdings" panose="05000000000000000000" pitchFamily="2" charset="2"/>
              </a:rPr>
              <a:t>, </a:t>
            </a:r>
            <a:r>
              <a:rPr lang="en-US" i="1" dirty="0">
                <a:sym typeface="Wingdings" panose="05000000000000000000" pitchFamily="2" charset="2"/>
              </a:rPr>
              <a:t>LinkedList</a:t>
            </a:r>
            <a:r>
              <a:rPr lang="en-US" dirty="0">
                <a:sym typeface="Wingdings" panose="05000000000000000000" pitchFamily="2" charset="2"/>
              </a:rPr>
              <a:t>, </a:t>
            </a:r>
            <a:r>
              <a:rPr lang="en-US" i="1" dirty="0">
                <a:sym typeface="Wingdings" panose="05000000000000000000" pitchFamily="2" charset="2"/>
              </a:rPr>
              <a:t>HashMap</a:t>
            </a:r>
            <a:r>
              <a:rPr lang="en-US" dirty="0">
                <a:sym typeface="Wingdings" panose="05000000000000000000" pitchFamily="2" charset="2"/>
              </a:rPr>
              <a:t>, </a:t>
            </a:r>
            <a:r>
              <a:rPr lang="en-US" i="1" dirty="0">
                <a:sym typeface="Wingdings" panose="05000000000000000000" pitchFamily="2" charset="2"/>
              </a:rPr>
              <a:t>Calendar</a:t>
            </a:r>
            <a:r>
              <a:rPr lang="en-US" dirty="0">
                <a:sym typeface="Wingdings" panose="05000000000000000000" pitchFamily="2" charset="2"/>
              </a:rPr>
              <a:t>, </a:t>
            </a:r>
            <a:r>
              <a:rPr lang="en-US" i="1" dirty="0">
                <a:sym typeface="Wingdings" panose="05000000000000000000" pitchFamily="2" charset="2"/>
              </a:rPr>
              <a:t>Date</a:t>
            </a:r>
            <a:r>
              <a:rPr lang="en-US" dirty="0">
                <a:sym typeface="Wingdings" panose="05000000000000000000" pitchFamily="2" charset="2"/>
              </a:rPr>
              <a:t>, </a:t>
            </a:r>
            <a:r>
              <a:rPr lang="en-US" i="1" dirty="0" err="1">
                <a:sym typeface="Wingdings" panose="05000000000000000000" pitchFamily="2" charset="2"/>
              </a:rPr>
              <a:t>TimeZone</a:t>
            </a:r>
            <a:r>
              <a:rPr lang="en-US" i="1" dirty="0">
                <a:sym typeface="Wingdings" panose="05000000000000000000" pitchFamily="2" charset="2"/>
              </a:rPr>
              <a:t>, Scanner,</a:t>
            </a:r>
            <a:r>
              <a:rPr lang="en-US" dirty="0">
                <a:sym typeface="Wingdings" panose="05000000000000000000" pitchFamily="2" charset="2"/>
              </a:rPr>
              <a:t> </a:t>
            </a:r>
            <a:r>
              <a:rPr lang="en-US" dirty="0" err="1">
                <a:sym typeface="Wingdings" panose="05000000000000000000" pitchFamily="2" charset="2"/>
              </a:rPr>
              <a:t>etc</a:t>
            </a:r>
            <a:r>
              <a:rPr lang="en-US" dirty="0">
                <a:sym typeface="Wingdings" panose="05000000000000000000" pitchFamily="2" charset="2"/>
              </a:rPr>
              <a:t> are part of this package. </a:t>
            </a:r>
            <a:endParaRPr lang="en-ID" b="1" dirty="0"/>
          </a:p>
          <a:p>
            <a:pPr lvl="1"/>
            <a:r>
              <a:rPr lang="en-ID" b="1" dirty="0" err="1"/>
              <a:t>java.sql</a:t>
            </a:r>
            <a:r>
              <a:rPr lang="en-ID" b="1" dirty="0"/>
              <a:t> </a:t>
            </a:r>
            <a:r>
              <a:rPr lang="en-ID" b="1" dirty="0">
                <a:sym typeface="Wingdings" panose="05000000000000000000" pitchFamily="2" charset="2"/>
              </a:rPr>
              <a:t> </a:t>
            </a:r>
            <a:r>
              <a:rPr lang="en-US" dirty="0">
                <a:sym typeface="Wingdings" panose="05000000000000000000" pitchFamily="2" charset="2"/>
              </a:rPr>
              <a:t>Provides the classes for accessing and processing data stored in a database. Classes like </a:t>
            </a:r>
            <a:r>
              <a:rPr lang="en-US" i="1" dirty="0">
                <a:sym typeface="Wingdings" panose="05000000000000000000" pitchFamily="2" charset="2"/>
              </a:rPr>
              <a:t>Connection</a:t>
            </a:r>
            <a:r>
              <a:rPr lang="en-US" dirty="0">
                <a:sym typeface="Wingdings" panose="05000000000000000000" pitchFamily="2" charset="2"/>
              </a:rPr>
              <a:t>, </a:t>
            </a:r>
            <a:r>
              <a:rPr lang="en-US" i="1" dirty="0" err="1">
                <a:sym typeface="Wingdings" panose="05000000000000000000" pitchFamily="2" charset="2"/>
              </a:rPr>
              <a:t>DriverManager</a:t>
            </a:r>
            <a:r>
              <a:rPr lang="en-US" dirty="0">
                <a:sym typeface="Wingdings" panose="05000000000000000000" pitchFamily="2" charset="2"/>
              </a:rPr>
              <a:t>, </a:t>
            </a:r>
            <a:r>
              <a:rPr lang="en-US" i="1" dirty="0" err="1">
                <a:sym typeface="Wingdings" panose="05000000000000000000" pitchFamily="2" charset="2"/>
              </a:rPr>
              <a:t>PreparedStatement</a:t>
            </a:r>
            <a:r>
              <a:rPr lang="en-US" dirty="0">
                <a:sym typeface="Wingdings" panose="05000000000000000000" pitchFamily="2" charset="2"/>
              </a:rPr>
              <a:t>, </a:t>
            </a:r>
            <a:r>
              <a:rPr lang="en-US" i="1" dirty="0" err="1">
                <a:sym typeface="Wingdings" panose="05000000000000000000" pitchFamily="2" charset="2"/>
              </a:rPr>
              <a:t>ResultSet</a:t>
            </a:r>
            <a:r>
              <a:rPr lang="en-US" dirty="0">
                <a:sym typeface="Wingdings" panose="05000000000000000000" pitchFamily="2" charset="2"/>
              </a:rPr>
              <a:t>, </a:t>
            </a:r>
            <a:r>
              <a:rPr lang="en-US" i="1" dirty="0">
                <a:sym typeface="Wingdings" panose="05000000000000000000" pitchFamily="2" charset="2"/>
              </a:rPr>
              <a:t>Statement</a:t>
            </a:r>
            <a:r>
              <a:rPr lang="en-US" dirty="0">
                <a:sym typeface="Wingdings" panose="05000000000000000000" pitchFamily="2" charset="2"/>
              </a:rPr>
              <a:t> </a:t>
            </a:r>
            <a:r>
              <a:rPr lang="en-US" dirty="0" err="1">
                <a:sym typeface="Wingdings" panose="05000000000000000000" pitchFamily="2" charset="2"/>
              </a:rPr>
              <a:t>etc</a:t>
            </a:r>
            <a:r>
              <a:rPr lang="en-US" dirty="0">
                <a:sym typeface="Wingdings" panose="05000000000000000000" pitchFamily="2" charset="2"/>
              </a:rPr>
              <a:t> are part of this package</a:t>
            </a:r>
            <a:endParaRPr lang="en-ID" dirty="0">
              <a:sym typeface="Wingdings" panose="05000000000000000000" pitchFamily="2" charset="2"/>
            </a:endParaRPr>
          </a:p>
          <a:p>
            <a:pPr lvl="1"/>
            <a:r>
              <a:rPr lang="en-ID" b="1" dirty="0" err="1"/>
              <a:t>java.lang</a:t>
            </a:r>
            <a:r>
              <a:rPr lang="en-ID" b="1" dirty="0"/>
              <a:t> </a:t>
            </a:r>
            <a:r>
              <a:rPr lang="en-ID" b="1" dirty="0">
                <a:sym typeface="Wingdings" panose="05000000000000000000" pitchFamily="2" charset="2"/>
              </a:rPr>
              <a:t>  </a:t>
            </a:r>
            <a:r>
              <a:rPr lang="en-US" dirty="0">
                <a:sym typeface="Wingdings" panose="05000000000000000000" pitchFamily="2" charset="2"/>
              </a:rPr>
              <a:t>Contains classes and interfaces that are fundamental to the design of Java programming language. Classes like </a:t>
            </a:r>
            <a:r>
              <a:rPr lang="en-US" i="1" dirty="0">
                <a:sym typeface="Wingdings" panose="05000000000000000000" pitchFamily="2" charset="2"/>
              </a:rPr>
              <a:t>String</a:t>
            </a:r>
            <a:r>
              <a:rPr lang="en-US" dirty="0">
                <a:sym typeface="Wingdings" panose="05000000000000000000" pitchFamily="2" charset="2"/>
              </a:rPr>
              <a:t>, </a:t>
            </a:r>
            <a:r>
              <a:rPr lang="en-US" i="1" dirty="0" err="1">
                <a:sym typeface="Wingdings" panose="05000000000000000000" pitchFamily="2" charset="2"/>
              </a:rPr>
              <a:t>StringBuffer</a:t>
            </a:r>
            <a:r>
              <a:rPr lang="en-US" dirty="0">
                <a:sym typeface="Wingdings" panose="05000000000000000000" pitchFamily="2" charset="2"/>
              </a:rPr>
              <a:t>, </a:t>
            </a:r>
            <a:r>
              <a:rPr lang="en-US" i="1" dirty="0">
                <a:sym typeface="Wingdings" panose="05000000000000000000" pitchFamily="2" charset="2"/>
              </a:rPr>
              <a:t>System</a:t>
            </a:r>
            <a:r>
              <a:rPr lang="en-US" dirty="0">
                <a:sym typeface="Wingdings" panose="05000000000000000000" pitchFamily="2" charset="2"/>
              </a:rPr>
              <a:t>, </a:t>
            </a:r>
            <a:r>
              <a:rPr lang="en-US" i="1" dirty="0">
                <a:sym typeface="Wingdings" panose="05000000000000000000" pitchFamily="2" charset="2"/>
              </a:rPr>
              <a:t>Math</a:t>
            </a:r>
            <a:r>
              <a:rPr lang="en-US" dirty="0">
                <a:sym typeface="Wingdings" panose="05000000000000000000" pitchFamily="2" charset="2"/>
              </a:rPr>
              <a:t>, </a:t>
            </a:r>
            <a:r>
              <a:rPr lang="en-US" i="1" dirty="0">
                <a:sym typeface="Wingdings" panose="05000000000000000000" pitchFamily="2" charset="2"/>
              </a:rPr>
              <a:t>Integer, Boolean, Character, </a:t>
            </a:r>
            <a:r>
              <a:rPr lang="en-US" dirty="0" err="1">
                <a:sym typeface="Wingdings" panose="05000000000000000000" pitchFamily="2" charset="2"/>
              </a:rPr>
              <a:t>etc</a:t>
            </a:r>
            <a:r>
              <a:rPr lang="en-US" dirty="0">
                <a:sym typeface="Wingdings" panose="05000000000000000000" pitchFamily="2" charset="2"/>
              </a:rPr>
              <a:t> are part of this package.</a:t>
            </a:r>
            <a:endParaRPr lang="en-ID" b="1" dirty="0"/>
          </a:p>
          <a:p>
            <a:pPr lvl="1"/>
            <a:r>
              <a:rPr lang="en-ID" b="1" dirty="0"/>
              <a:t>java.io </a:t>
            </a:r>
            <a:r>
              <a:rPr lang="en-ID" b="1" dirty="0">
                <a:sym typeface="Wingdings" panose="05000000000000000000" pitchFamily="2" charset="2"/>
              </a:rPr>
              <a:t> </a:t>
            </a:r>
            <a:r>
              <a:rPr lang="en-US" dirty="0"/>
              <a:t>Provides classes for system input/output operations. Classes like </a:t>
            </a:r>
            <a:r>
              <a:rPr lang="en-US" i="1" dirty="0" err="1"/>
              <a:t>BufferedReader</a:t>
            </a:r>
            <a:r>
              <a:rPr lang="en-US" dirty="0"/>
              <a:t>, </a:t>
            </a:r>
            <a:r>
              <a:rPr lang="en-US" i="1" dirty="0" err="1"/>
              <a:t>BufferedWriter</a:t>
            </a:r>
            <a:r>
              <a:rPr lang="en-US" dirty="0"/>
              <a:t>, </a:t>
            </a:r>
            <a:r>
              <a:rPr lang="en-US" i="1" dirty="0"/>
              <a:t>File</a:t>
            </a:r>
            <a:r>
              <a:rPr lang="en-US" dirty="0"/>
              <a:t>, </a:t>
            </a:r>
            <a:r>
              <a:rPr lang="en-US" i="1" dirty="0" err="1"/>
              <a:t>InputStream</a:t>
            </a:r>
            <a:r>
              <a:rPr lang="en-US" dirty="0"/>
              <a:t>, </a:t>
            </a:r>
            <a:r>
              <a:rPr lang="en-US" i="1" dirty="0" err="1"/>
              <a:t>OutputStream</a:t>
            </a:r>
            <a:r>
              <a:rPr lang="en-US" dirty="0"/>
              <a:t>, </a:t>
            </a:r>
            <a:r>
              <a:rPr lang="en-US" i="1" dirty="0" err="1"/>
              <a:t>PrintStream</a:t>
            </a:r>
            <a:r>
              <a:rPr lang="en-US" dirty="0"/>
              <a:t>, </a:t>
            </a:r>
            <a:r>
              <a:rPr lang="en-US" i="1" dirty="0"/>
              <a:t>Serializable </a:t>
            </a:r>
            <a:r>
              <a:rPr lang="en-US" dirty="0" err="1"/>
              <a:t>etc</a:t>
            </a:r>
            <a:r>
              <a:rPr lang="en-US" dirty="0"/>
              <a:t> are part of this package.</a:t>
            </a:r>
            <a:endParaRPr lang="en-ID" dirty="0"/>
          </a:p>
        </p:txBody>
      </p:sp>
    </p:spTree>
    <p:extLst>
      <p:ext uri="{BB962C8B-B14F-4D97-AF65-F5344CB8AC3E}">
        <p14:creationId xmlns:p14="http://schemas.microsoft.com/office/powerpoint/2010/main" val="297545064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7403-F4BF-8E2E-6D50-553164E92E87}"/>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9CA0D940-B346-C1CA-BDA7-805F45ABA533}"/>
              </a:ext>
            </a:extLst>
          </p:cNvPr>
          <p:cNvSpPr>
            <a:spLocks noGrp="1"/>
          </p:cNvSpPr>
          <p:nvPr>
            <p:ph type="body" sz="quarter" idx="10"/>
          </p:nvPr>
        </p:nvSpPr>
        <p:spPr/>
        <p:txBody>
          <a:bodyPr/>
          <a:lstStyle/>
          <a:p>
            <a:r>
              <a:rPr lang="en-US" dirty="0"/>
              <a:t>User defined package and its advantages</a:t>
            </a:r>
            <a:endParaRPr lang="en-ID" dirty="0"/>
          </a:p>
        </p:txBody>
      </p:sp>
      <p:sp>
        <p:nvSpPr>
          <p:cNvPr id="4" name="Content Placeholder 3">
            <a:extLst>
              <a:ext uri="{FF2B5EF4-FFF2-40B4-BE49-F238E27FC236}">
                <a16:creationId xmlns:a16="http://schemas.microsoft.com/office/drawing/2014/main" id="{BC3CE0A8-512D-FF37-8756-E1C908370D75}"/>
              </a:ext>
            </a:extLst>
          </p:cNvPr>
          <p:cNvSpPr>
            <a:spLocks noGrp="1"/>
          </p:cNvSpPr>
          <p:nvPr>
            <p:ph sz="quarter" idx="11"/>
          </p:nvPr>
        </p:nvSpPr>
        <p:spPr>
          <a:xfrm>
            <a:off x="2167377" y="3617843"/>
            <a:ext cx="21328727" cy="8428383"/>
          </a:xfrm>
        </p:spPr>
        <p:txBody>
          <a:bodyPr>
            <a:normAutofit/>
          </a:bodyPr>
          <a:lstStyle/>
          <a:p>
            <a:r>
              <a:rPr lang="en-US" dirty="0"/>
              <a:t>User defined package is a package that is package that is being custom made by developer</a:t>
            </a:r>
          </a:p>
          <a:p>
            <a:r>
              <a:rPr lang="en-US" dirty="0"/>
              <a:t>It often used to help categorizing classes that perform similar tasks</a:t>
            </a:r>
          </a:p>
          <a:p>
            <a:r>
              <a:rPr lang="en-US" b="1" dirty="0"/>
              <a:t>User defined Packages in Java can help in coupling and cohesion of project components. </a:t>
            </a:r>
          </a:p>
          <a:p>
            <a:r>
              <a:rPr lang="en-US" b="1" dirty="0"/>
              <a:t>Coupling</a:t>
            </a:r>
            <a:r>
              <a:rPr lang="en-US" dirty="0"/>
              <a:t> </a:t>
            </a:r>
            <a:r>
              <a:rPr lang="en-US" dirty="0">
                <a:sym typeface="Wingdings" panose="05000000000000000000" pitchFamily="2" charset="2"/>
              </a:rPr>
              <a:t> </a:t>
            </a:r>
            <a:r>
              <a:rPr lang="en-US" dirty="0"/>
              <a:t> degree of interdependence between software modules. </a:t>
            </a:r>
          </a:p>
          <a:p>
            <a:r>
              <a:rPr lang="en-US" b="1" dirty="0"/>
              <a:t>Cohesion</a:t>
            </a:r>
            <a:r>
              <a:rPr lang="en-US" dirty="0"/>
              <a:t> </a:t>
            </a:r>
            <a:r>
              <a:rPr lang="en-US" dirty="0">
                <a:sym typeface="Wingdings" panose="05000000000000000000" pitchFamily="2" charset="2"/>
              </a:rPr>
              <a:t></a:t>
            </a:r>
            <a:r>
              <a:rPr lang="en-US" dirty="0"/>
              <a:t> degree to which the elements within a module are related to each other and united in their purpose. </a:t>
            </a:r>
          </a:p>
          <a:p>
            <a:r>
              <a:rPr lang="en-US" dirty="0"/>
              <a:t>Packages can help in achieving </a:t>
            </a:r>
            <a:r>
              <a:rPr lang="en-US" b="1" dirty="0"/>
              <a:t>loose coupling</a:t>
            </a:r>
            <a:r>
              <a:rPr lang="en-US" dirty="0"/>
              <a:t> and </a:t>
            </a:r>
            <a:r>
              <a:rPr lang="en-US" b="1" dirty="0"/>
              <a:t>high cohesion</a:t>
            </a:r>
            <a:r>
              <a:rPr lang="en-US" dirty="0"/>
              <a:t> by organizing related classes and interfaces into a single unit. </a:t>
            </a:r>
          </a:p>
          <a:p>
            <a:r>
              <a:rPr lang="en-US" dirty="0"/>
              <a:t>By grouping related classes and interfaces into a package, we can </a:t>
            </a:r>
            <a:r>
              <a:rPr lang="en-US" b="1" dirty="0"/>
              <a:t>reduce the interdependence between modules</a:t>
            </a:r>
            <a:r>
              <a:rPr lang="en-US" dirty="0"/>
              <a:t> and </a:t>
            </a:r>
            <a:r>
              <a:rPr lang="en-US" b="1" dirty="0"/>
              <a:t>increase the independence of each module. </a:t>
            </a:r>
          </a:p>
          <a:p>
            <a:r>
              <a:rPr lang="en-US" b="1" dirty="0"/>
              <a:t>This can lead to better software design and easier maintenance</a:t>
            </a:r>
            <a:endParaRPr lang="en-ID" b="1" dirty="0"/>
          </a:p>
        </p:txBody>
      </p:sp>
    </p:spTree>
    <p:extLst>
      <p:ext uri="{BB962C8B-B14F-4D97-AF65-F5344CB8AC3E}">
        <p14:creationId xmlns:p14="http://schemas.microsoft.com/office/powerpoint/2010/main" val="252484634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7403-F4BF-8E2E-6D50-553164E92E87}"/>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9CA0D940-B346-C1CA-BDA7-805F45ABA533}"/>
              </a:ext>
            </a:extLst>
          </p:cNvPr>
          <p:cNvSpPr>
            <a:spLocks noGrp="1"/>
          </p:cNvSpPr>
          <p:nvPr>
            <p:ph type="body" sz="quarter" idx="10"/>
          </p:nvPr>
        </p:nvSpPr>
        <p:spPr/>
        <p:txBody>
          <a:bodyPr/>
          <a:lstStyle/>
          <a:p>
            <a:r>
              <a:rPr lang="en-US" dirty="0"/>
              <a:t>Creating package</a:t>
            </a:r>
            <a:endParaRPr lang="en-ID" dirty="0"/>
          </a:p>
        </p:txBody>
      </p:sp>
      <p:sp>
        <p:nvSpPr>
          <p:cNvPr id="4" name="Content Placeholder 3">
            <a:extLst>
              <a:ext uri="{FF2B5EF4-FFF2-40B4-BE49-F238E27FC236}">
                <a16:creationId xmlns:a16="http://schemas.microsoft.com/office/drawing/2014/main" id="{BC3CE0A8-512D-FF37-8756-E1C908370D75}"/>
              </a:ext>
            </a:extLst>
          </p:cNvPr>
          <p:cNvSpPr>
            <a:spLocks noGrp="1"/>
          </p:cNvSpPr>
          <p:nvPr>
            <p:ph sz="quarter" idx="11"/>
          </p:nvPr>
        </p:nvSpPr>
        <p:spPr>
          <a:xfrm>
            <a:off x="2167377" y="3617843"/>
            <a:ext cx="21328727" cy="8428383"/>
          </a:xfrm>
        </p:spPr>
        <p:txBody>
          <a:bodyPr>
            <a:normAutofit/>
          </a:bodyPr>
          <a:lstStyle/>
          <a:p>
            <a:r>
              <a:rPr lang="en-US" dirty="0"/>
              <a:t>Lets see an example of a project structure. Left is </a:t>
            </a:r>
            <a:r>
              <a:rPr lang="en-US" dirty="0" err="1"/>
              <a:t>netbeans</a:t>
            </a:r>
            <a:r>
              <a:rPr lang="en-US" dirty="0"/>
              <a:t>, right is eclipse (it may differ again if you are using IntelliJ or VS Code: </a:t>
            </a:r>
          </a:p>
          <a:p>
            <a:endParaRPr lang="en-US" dirty="0"/>
          </a:p>
          <a:p>
            <a:endParaRPr lang="en-US" dirty="0"/>
          </a:p>
          <a:p>
            <a:endParaRPr lang="en-US" dirty="0"/>
          </a:p>
          <a:p>
            <a:endParaRPr lang="en-US" dirty="0"/>
          </a:p>
          <a:p>
            <a:r>
              <a:rPr lang="en-ID" dirty="0"/>
              <a:t>All the code sources file are placed inside the source packages (</a:t>
            </a:r>
            <a:r>
              <a:rPr lang="en-ID" dirty="0" err="1"/>
              <a:t>netbeans</a:t>
            </a:r>
            <a:r>
              <a:rPr lang="en-ID" dirty="0"/>
              <a:t>) or </a:t>
            </a:r>
            <a:r>
              <a:rPr lang="en-ID" dirty="0" err="1"/>
              <a:t>src</a:t>
            </a:r>
            <a:r>
              <a:rPr lang="en-ID" dirty="0"/>
              <a:t> folder (eclipse). The main java program by default are actually inside a package. For this topics the example will be delivered using </a:t>
            </a:r>
            <a:r>
              <a:rPr lang="en-ID" dirty="0" err="1"/>
              <a:t>netbeans</a:t>
            </a:r>
            <a:r>
              <a:rPr lang="en-ID" dirty="0"/>
              <a:t>.</a:t>
            </a:r>
          </a:p>
          <a:p>
            <a:r>
              <a:rPr lang="en-ID" dirty="0"/>
              <a:t>To create a package, simply right click and choose a new java package:</a:t>
            </a:r>
          </a:p>
          <a:p>
            <a:endParaRPr lang="en-ID" dirty="0"/>
          </a:p>
        </p:txBody>
      </p:sp>
      <p:pic>
        <p:nvPicPr>
          <p:cNvPr id="6" name="Picture 5">
            <a:extLst>
              <a:ext uri="{FF2B5EF4-FFF2-40B4-BE49-F238E27FC236}">
                <a16:creationId xmlns:a16="http://schemas.microsoft.com/office/drawing/2014/main" id="{9FFC7BF5-BA5D-A1AC-DCDC-D65123E9A13B}"/>
              </a:ext>
            </a:extLst>
          </p:cNvPr>
          <p:cNvPicPr>
            <a:picLocks noChangeAspect="1"/>
          </p:cNvPicPr>
          <p:nvPr/>
        </p:nvPicPr>
        <p:blipFill>
          <a:blip r:embed="rId2"/>
          <a:stretch>
            <a:fillRect/>
          </a:stretch>
        </p:blipFill>
        <p:spPr>
          <a:xfrm>
            <a:off x="4381218" y="4458778"/>
            <a:ext cx="5341191" cy="3178938"/>
          </a:xfrm>
          <a:prstGeom prst="rect">
            <a:avLst/>
          </a:prstGeom>
        </p:spPr>
      </p:pic>
      <p:pic>
        <p:nvPicPr>
          <p:cNvPr id="8" name="Picture 7">
            <a:extLst>
              <a:ext uri="{FF2B5EF4-FFF2-40B4-BE49-F238E27FC236}">
                <a16:creationId xmlns:a16="http://schemas.microsoft.com/office/drawing/2014/main" id="{5DF598AC-316D-978C-CA7D-998B4129045B}"/>
              </a:ext>
            </a:extLst>
          </p:cNvPr>
          <p:cNvPicPr>
            <a:picLocks noChangeAspect="1"/>
          </p:cNvPicPr>
          <p:nvPr/>
        </p:nvPicPr>
        <p:blipFill>
          <a:blip r:embed="rId3"/>
          <a:stretch>
            <a:fillRect/>
          </a:stretch>
        </p:blipFill>
        <p:spPr>
          <a:xfrm>
            <a:off x="13201519" y="4416065"/>
            <a:ext cx="6801263" cy="3221651"/>
          </a:xfrm>
          <a:prstGeom prst="rect">
            <a:avLst/>
          </a:prstGeom>
        </p:spPr>
      </p:pic>
      <p:pic>
        <p:nvPicPr>
          <p:cNvPr id="12" name="Picture 11">
            <a:extLst>
              <a:ext uri="{FF2B5EF4-FFF2-40B4-BE49-F238E27FC236}">
                <a16:creationId xmlns:a16="http://schemas.microsoft.com/office/drawing/2014/main" id="{27484EDE-765F-D4BE-6878-99481794533F}"/>
              </a:ext>
            </a:extLst>
          </p:cNvPr>
          <p:cNvPicPr>
            <a:picLocks noChangeAspect="1"/>
          </p:cNvPicPr>
          <p:nvPr/>
        </p:nvPicPr>
        <p:blipFill>
          <a:blip r:embed="rId4"/>
          <a:stretch>
            <a:fillRect/>
          </a:stretch>
        </p:blipFill>
        <p:spPr>
          <a:xfrm>
            <a:off x="13881652" y="9823543"/>
            <a:ext cx="8043600" cy="2617252"/>
          </a:xfrm>
          <a:prstGeom prst="rect">
            <a:avLst/>
          </a:prstGeom>
        </p:spPr>
      </p:pic>
    </p:spTree>
    <p:extLst>
      <p:ext uri="{BB962C8B-B14F-4D97-AF65-F5344CB8AC3E}">
        <p14:creationId xmlns:p14="http://schemas.microsoft.com/office/powerpoint/2010/main" val="155953794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B376-02B2-4D55-2849-00DCB443355E}"/>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30078921-49A5-0624-CE31-609439F274C1}"/>
              </a:ext>
            </a:extLst>
          </p:cNvPr>
          <p:cNvSpPr>
            <a:spLocks noGrp="1"/>
          </p:cNvSpPr>
          <p:nvPr>
            <p:ph type="body" sz="quarter" idx="10"/>
          </p:nvPr>
        </p:nvSpPr>
        <p:spPr/>
        <p:txBody>
          <a:bodyPr/>
          <a:lstStyle/>
          <a:p>
            <a:r>
              <a:rPr lang="en-US" dirty="0"/>
              <a:t>Creating package with case study</a:t>
            </a:r>
            <a:endParaRPr lang="en-ID" dirty="0"/>
          </a:p>
        </p:txBody>
      </p:sp>
      <p:sp>
        <p:nvSpPr>
          <p:cNvPr id="4" name="Content Placeholder 3">
            <a:extLst>
              <a:ext uri="{FF2B5EF4-FFF2-40B4-BE49-F238E27FC236}">
                <a16:creationId xmlns:a16="http://schemas.microsoft.com/office/drawing/2014/main" id="{393A8F42-4013-6C24-643E-DEB132BFDFC5}"/>
              </a:ext>
            </a:extLst>
          </p:cNvPr>
          <p:cNvSpPr>
            <a:spLocks noGrp="1"/>
          </p:cNvSpPr>
          <p:nvPr>
            <p:ph sz="quarter" idx="11"/>
          </p:nvPr>
        </p:nvSpPr>
        <p:spPr>
          <a:xfrm>
            <a:off x="2167377" y="3578087"/>
            <a:ext cx="17034493" cy="6278609"/>
          </a:xfrm>
        </p:spPr>
        <p:txBody>
          <a:bodyPr/>
          <a:lstStyle/>
          <a:p>
            <a:r>
              <a:rPr lang="en-US" dirty="0"/>
              <a:t>To get a more thorough understanding of package, lets create a mini console java project.</a:t>
            </a:r>
          </a:p>
          <a:p>
            <a:r>
              <a:rPr lang="en-US" dirty="0"/>
              <a:t>This project is about Library management, that can handle users (or customers) who able to order a book or more from this library book collection. </a:t>
            </a:r>
          </a:p>
          <a:p>
            <a:r>
              <a:rPr lang="en-US" dirty="0"/>
              <a:t>Therefore, we will create several classes to store data, named Book, User, and Order.</a:t>
            </a:r>
          </a:p>
          <a:p>
            <a:r>
              <a:rPr lang="en-US" dirty="0"/>
              <a:t>First, we will create a new package named </a:t>
            </a:r>
            <a:r>
              <a:rPr lang="en-US" b="1" dirty="0"/>
              <a:t>model</a:t>
            </a:r>
            <a:r>
              <a:rPr lang="en-US" dirty="0"/>
              <a:t> that hold multiple classes that served to store data. </a:t>
            </a:r>
          </a:p>
          <a:p>
            <a:r>
              <a:rPr lang="en-US" dirty="0"/>
              <a:t>After that, create each class by creating new java class inside it. </a:t>
            </a:r>
          </a:p>
          <a:p>
            <a:r>
              <a:rPr lang="en-US" dirty="0"/>
              <a:t>The package structure will be like this: </a:t>
            </a:r>
          </a:p>
          <a:p>
            <a:endParaRPr lang="en-US" dirty="0"/>
          </a:p>
          <a:p>
            <a:endParaRPr lang="en-ID" dirty="0"/>
          </a:p>
        </p:txBody>
      </p:sp>
      <p:pic>
        <p:nvPicPr>
          <p:cNvPr id="5" name="Picture 4">
            <a:extLst>
              <a:ext uri="{FF2B5EF4-FFF2-40B4-BE49-F238E27FC236}">
                <a16:creationId xmlns:a16="http://schemas.microsoft.com/office/drawing/2014/main" id="{6CBFDCE7-303C-CAF4-1ECC-F7D669A3CDBC}"/>
              </a:ext>
            </a:extLst>
          </p:cNvPr>
          <p:cNvPicPr>
            <a:picLocks noChangeAspect="1"/>
          </p:cNvPicPr>
          <p:nvPr/>
        </p:nvPicPr>
        <p:blipFill>
          <a:blip r:embed="rId2"/>
          <a:stretch>
            <a:fillRect/>
          </a:stretch>
        </p:blipFill>
        <p:spPr>
          <a:xfrm>
            <a:off x="14116459" y="8018244"/>
            <a:ext cx="8079756" cy="2729978"/>
          </a:xfrm>
          <a:prstGeom prst="rect">
            <a:avLst/>
          </a:prstGeom>
        </p:spPr>
      </p:pic>
      <p:pic>
        <p:nvPicPr>
          <p:cNvPr id="6" name="Picture 5">
            <a:extLst>
              <a:ext uri="{FF2B5EF4-FFF2-40B4-BE49-F238E27FC236}">
                <a16:creationId xmlns:a16="http://schemas.microsoft.com/office/drawing/2014/main" id="{2C54193A-3CD3-5E76-7300-625F2E083EDE}"/>
              </a:ext>
            </a:extLst>
          </p:cNvPr>
          <p:cNvPicPr>
            <a:picLocks noChangeAspect="1"/>
          </p:cNvPicPr>
          <p:nvPr/>
        </p:nvPicPr>
        <p:blipFill>
          <a:blip r:embed="rId3"/>
          <a:stretch>
            <a:fillRect/>
          </a:stretch>
        </p:blipFill>
        <p:spPr>
          <a:xfrm>
            <a:off x="5934499" y="9856696"/>
            <a:ext cx="4382139" cy="2181243"/>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AEC6A87D-41ED-24B5-A471-3F727000E59E}"/>
                  </a:ext>
                </a:extLst>
              </p14:cNvPr>
              <p14:cNvContentPartPr/>
              <p14:nvPr/>
            </p14:nvContentPartPr>
            <p14:xfrm>
              <a:off x="18201052" y="6924929"/>
              <a:ext cx="1497960" cy="827280"/>
            </p14:xfrm>
          </p:contentPart>
        </mc:Choice>
        <mc:Fallback xmlns="">
          <p:pic>
            <p:nvPicPr>
              <p:cNvPr id="7" name="Ink 6">
                <a:extLst>
                  <a:ext uri="{FF2B5EF4-FFF2-40B4-BE49-F238E27FC236}">
                    <a16:creationId xmlns:a16="http://schemas.microsoft.com/office/drawing/2014/main" id="{AEC6A87D-41ED-24B5-A471-3F727000E59E}"/>
                  </a:ext>
                </a:extLst>
              </p:cNvPr>
              <p:cNvPicPr/>
              <p:nvPr/>
            </p:nvPicPr>
            <p:blipFill>
              <a:blip r:embed="rId5"/>
              <a:stretch>
                <a:fillRect/>
              </a:stretch>
            </p:blipFill>
            <p:spPr>
              <a:xfrm>
                <a:off x="18194932" y="6918809"/>
                <a:ext cx="1510200" cy="839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78D8DF7-AF32-B167-99E5-7881D52DE05D}"/>
                  </a:ext>
                </a:extLst>
              </p14:cNvPr>
              <p14:cNvContentPartPr/>
              <p14:nvPr/>
            </p14:nvContentPartPr>
            <p14:xfrm>
              <a:off x="8646292" y="8908169"/>
              <a:ext cx="909720" cy="655200"/>
            </p14:xfrm>
          </p:contentPart>
        </mc:Choice>
        <mc:Fallback xmlns="">
          <p:pic>
            <p:nvPicPr>
              <p:cNvPr id="9" name="Ink 8">
                <a:extLst>
                  <a:ext uri="{FF2B5EF4-FFF2-40B4-BE49-F238E27FC236}">
                    <a16:creationId xmlns:a16="http://schemas.microsoft.com/office/drawing/2014/main" id="{A78D8DF7-AF32-B167-99E5-7881D52DE05D}"/>
                  </a:ext>
                </a:extLst>
              </p:cNvPr>
              <p:cNvPicPr/>
              <p:nvPr/>
            </p:nvPicPr>
            <p:blipFill>
              <a:blip r:embed="rId7"/>
              <a:stretch>
                <a:fillRect/>
              </a:stretch>
            </p:blipFill>
            <p:spPr>
              <a:xfrm>
                <a:off x="8640172" y="8902049"/>
                <a:ext cx="921960" cy="667440"/>
              </a:xfrm>
              <a:prstGeom prst="rect">
                <a:avLst/>
              </a:prstGeom>
            </p:spPr>
          </p:pic>
        </mc:Fallback>
      </mc:AlternateContent>
    </p:spTree>
    <p:extLst>
      <p:ext uri="{BB962C8B-B14F-4D97-AF65-F5344CB8AC3E}">
        <p14:creationId xmlns:p14="http://schemas.microsoft.com/office/powerpoint/2010/main" val="39281259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7403-F4BF-8E2E-6D50-553164E92E87}"/>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9CA0D940-B346-C1CA-BDA7-805F45ABA533}"/>
              </a:ext>
            </a:extLst>
          </p:cNvPr>
          <p:cNvSpPr>
            <a:spLocks noGrp="1"/>
          </p:cNvSpPr>
          <p:nvPr>
            <p:ph type="body" sz="quarter" idx="10"/>
          </p:nvPr>
        </p:nvSpPr>
        <p:spPr/>
        <p:txBody>
          <a:bodyPr/>
          <a:lstStyle/>
          <a:p>
            <a:r>
              <a:rPr lang="en-US" dirty="0"/>
              <a:t>Creating package with case study</a:t>
            </a:r>
            <a:endParaRPr lang="en-ID" dirty="0"/>
          </a:p>
        </p:txBody>
      </p:sp>
      <p:sp>
        <p:nvSpPr>
          <p:cNvPr id="4" name="Content Placeholder 3">
            <a:extLst>
              <a:ext uri="{FF2B5EF4-FFF2-40B4-BE49-F238E27FC236}">
                <a16:creationId xmlns:a16="http://schemas.microsoft.com/office/drawing/2014/main" id="{BC3CE0A8-512D-FF37-8756-E1C908370D75}"/>
              </a:ext>
            </a:extLst>
          </p:cNvPr>
          <p:cNvSpPr>
            <a:spLocks noGrp="1"/>
          </p:cNvSpPr>
          <p:nvPr>
            <p:ph sz="quarter" idx="11"/>
          </p:nvPr>
        </p:nvSpPr>
        <p:spPr>
          <a:xfrm>
            <a:off x="2177963" y="3260663"/>
            <a:ext cx="21328727" cy="8428383"/>
          </a:xfrm>
        </p:spPr>
        <p:txBody>
          <a:bodyPr>
            <a:normAutofit/>
          </a:bodyPr>
          <a:lstStyle/>
          <a:p>
            <a:r>
              <a:rPr lang="en-ID" dirty="0"/>
              <a:t>When a class is created inside of a package, there will be a new line on top of the code with syntax  “package x”. Here are three classes inside models package: </a:t>
            </a:r>
          </a:p>
          <a:p>
            <a:endParaRPr lang="en-ID" dirty="0"/>
          </a:p>
          <a:p>
            <a:pPr marL="0" indent="0">
              <a:buNone/>
            </a:pPr>
            <a:endParaRPr lang="en-ID" dirty="0"/>
          </a:p>
          <a:p>
            <a:endParaRPr lang="en-ID" dirty="0"/>
          </a:p>
          <a:p>
            <a:endParaRPr lang="en-ID" dirty="0"/>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417E29A5-8CB8-E938-0739-D1C705924F81}"/>
                  </a:ext>
                </a:extLst>
              </p14:cNvPr>
              <p14:cNvContentPartPr/>
              <p14:nvPr/>
            </p14:nvContentPartPr>
            <p14:xfrm>
              <a:off x="7016932" y="6917009"/>
              <a:ext cx="360" cy="360"/>
            </p14:xfrm>
          </p:contentPart>
        </mc:Choice>
        <mc:Fallback xmlns="">
          <p:pic>
            <p:nvPicPr>
              <p:cNvPr id="14" name="Ink 13">
                <a:extLst>
                  <a:ext uri="{FF2B5EF4-FFF2-40B4-BE49-F238E27FC236}">
                    <a16:creationId xmlns:a16="http://schemas.microsoft.com/office/drawing/2014/main" id="{417E29A5-8CB8-E938-0739-D1C705924F81}"/>
                  </a:ext>
                </a:extLst>
              </p:cNvPr>
              <p:cNvPicPr/>
              <p:nvPr/>
            </p:nvPicPr>
            <p:blipFill>
              <a:blip r:embed="rId3"/>
              <a:stretch>
                <a:fillRect/>
              </a:stretch>
            </p:blipFill>
            <p:spPr>
              <a:xfrm>
                <a:off x="7010812" y="6910889"/>
                <a:ext cx="12600" cy="12600"/>
              </a:xfrm>
              <a:prstGeom prst="rect">
                <a:avLst/>
              </a:prstGeom>
            </p:spPr>
          </p:pic>
        </mc:Fallback>
      </mc:AlternateContent>
      <p:pic>
        <p:nvPicPr>
          <p:cNvPr id="16" name="Picture 15">
            <a:extLst>
              <a:ext uri="{FF2B5EF4-FFF2-40B4-BE49-F238E27FC236}">
                <a16:creationId xmlns:a16="http://schemas.microsoft.com/office/drawing/2014/main" id="{17FBFCE5-EC95-BA8B-DBA2-EB17ACE88A86}"/>
              </a:ext>
            </a:extLst>
          </p:cNvPr>
          <p:cNvPicPr>
            <a:picLocks noChangeAspect="1"/>
          </p:cNvPicPr>
          <p:nvPr/>
        </p:nvPicPr>
        <p:blipFill>
          <a:blip r:embed="rId4"/>
          <a:stretch>
            <a:fillRect/>
          </a:stretch>
        </p:blipFill>
        <p:spPr>
          <a:xfrm>
            <a:off x="16028927" y="6050118"/>
            <a:ext cx="7099013" cy="5385958"/>
          </a:xfrm>
          <a:prstGeom prst="rect">
            <a:avLst/>
          </a:prstGeom>
        </p:spPr>
      </p:pic>
      <p:pic>
        <p:nvPicPr>
          <p:cNvPr id="18" name="Picture 17">
            <a:extLst>
              <a:ext uri="{FF2B5EF4-FFF2-40B4-BE49-F238E27FC236}">
                <a16:creationId xmlns:a16="http://schemas.microsoft.com/office/drawing/2014/main" id="{3B98D929-228B-3594-0FA3-C2C404015B86}"/>
              </a:ext>
            </a:extLst>
          </p:cNvPr>
          <p:cNvPicPr>
            <a:picLocks noChangeAspect="1"/>
          </p:cNvPicPr>
          <p:nvPr/>
        </p:nvPicPr>
        <p:blipFill>
          <a:blip r:embed="rId5"/>
          <a:stretch>
            <a:fillRect/>
          </a:stretch>
        </p:blipFill>
        <p:spPr>
          <a:xfrm>
            <a:off x="1192486" y="8511530"/>
            <a:ext cx="10451170" cy="4664849"/>
          </a:xfrm>
          <a:prstGeom prst="rect">
            <a:avLst/>
          </a:prstGeom>
        </p:spPr>
      </p:pic>
      <p:sp>
        <p:nvSpPr>
          <p:cNvPr id="19" name="TextBox 18">
            <a:extLst>
              <a:ext uri="{FF2B5EF4-FFF2-40B4-BE49-F238E27FC236}">
                <a16:creationId xmlns:a16="http://schemas.microsoft.com/office/drawing/2014/main" id="{9C09210A-EFC7-32B4-481B-C6EAECC8684D}"/>
              </a:ext>
            </a:extLst>
          </p:cNvPr>
          <p:cNvSpPr txBox="1"/>
          <p:nvPr/>
        </p:nvSpPr>
        <p:spPr>
          <a:xfrm>
            <a:off x="5955601" y="4790239"/>
            <a:ext cx="73738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user</a:t>
            </a:r>
            <a:endParaRPr kumimoji="0" lang="en-ID" sz="2400" b="0" i="0" u="none" strike="noStrike" cap="none" spc="0" normalizeH="0" baseline="0" dirty="0">
              <a:ln>
                <a:noFill/>
              </a:ln>
              <a:solidFill>
                <a:srgbClr val="5E5E5E"/>
              </a:solidFill>
              <a:effectLst/>
              <a:uFillTx/>
              <a:latin typeface="+mn-lt"/>
              <a:ea typeface="+mn-ea"/>
              <a:cs typeface="+mn-cs"/>
              <a:sym typeface="Helvetica Neue"/>
            </a:endParaRPr>
          </a:p>
        </p:txBody>
      </p:sp>
      <p:pic>
        <p:nvPicPr>
          <p:cNvPr id="21" name="Picture 20">
            <a:extLst>
              <a:ext uri="{FF2B5EF4-FFF2-40B4-BE49-F238E27FC236}">
                <a16:creationId xmlns:a16="http://schemas.microsoft.com/office/drawing/2014/main" id="{36E8ECCD-AE94-05B4-5EA0-04A8A1259529}"/>
              </a:ext>
            </a:extLst>
          </p:cNvPr>
          <p:cNvPicPr>
            <a:picLocks noChangeAspect="1"/>
          </p:cNvPicPr>
          <p:nvPr/>
        </p:nvPicPr>
        <p:blipFill>
          <a:blip r:embed="rId6"/>
          <a:stretch>
            <a:fillRect/>
          </a:stretch>
        </p:blipFill>
        <p:spPr>
          <a:xfrm>
            <a:off x="7554412" y="3950926"/>
            <a:ext cx="7696301" cy="4620193"/>
          </a:xfrm>
          <a:prstGeom prst="rect">
            <a:avLst/>
          </a:prstGeom>
        </p:spPr>
      </p:pic>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19BD6897-12C8-CD75-B2D2-691DBCD1C76E}"/>
                  </a:ext>
                </a:extLst>
              </p14:cNvPr>
              <p14:cNvContentPartPr/>
              <p14:nvPr/>
            </p14:nvContentPartPr>
            <p14:xfrm>
              <a:off x="19659412" y="5009009"/>
              <a:ext cx="424800" cy="482760"/>
            </p14:xfrm>
          </p:contentPart>
        </mc:Choice>
        <mc:Fallback xmlns="">
          <p:pic>
            <p:nvPicPr>
              <p:cNvPr id="25" name="Ink 24">
                <a:extLst>
                  <a:ext uri="{FF2B5EF4-FFF2-40B4-BE49-F238E27FC236}">
                    <a16:creationId xmlns:a16="http://schemas.microsoft.com/office/drawing/2014/main" id="{19BD6897-12C8-CD75-B2D2-691DBCD1C76E}"/>
                  </a:ext>
                </a:extLst>
              </p:cNvPr>
              <p:cNvPicPr/>
              <p:nvPr/>
            </p:nvPicPr>
            <p:blipFill>
              <a:blip r:embed="rId8"/>
              <a:stretch>
                <a:fillRect/>
              </a:stretch>
            </p:blipFill>
            <p:spPr>
              <a:xfrm>
                <a:off x="19653292" y="5002889"/>
                <a:ext cx="437040" cy="495000"/>
              </a:xfrm>
              <a:prstGeom prst="rect">
                <a:avLst/>
              </a:prstGeom>
            </p:spPr>
          </p:pic>
        </mc:Fallback>
      </mc:AlternateContent>
      <p:sp>
        <p:nvSpPr>
          <p:cNvPr id="26" name="TextBox 25">
            <a:extLst>
              <a:ext uri="{FF2B5EF4-FFF2-40B4-BE49-F238E27FC236}">
                <a16:creationId xmlns:a16="http://schemas.microsoft.com/office/drawing/2014/main" id="{C834C35B-CF7A-4343-A34E-2DEAD7EAA421}"/>
              </a:ext>
            </a:extLst>
          </p:cNvPr>
          <p:cNvSpPr txBox="1"/>
          <p:nvPr/>
        </p:nvSpPr>
        <p:spPr>
          <a:xfrm>
            <a:off x="3542435" y="6916894"/>
            <a:ext cx="83516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Book</a:t>
            </a:r>
            <a:endParaRPr kumimoji="0" lang="en-ID"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27" name="TextBox 26">
            <a:extLst>
              <a:ext uri="{FF2B5EF4-FFF2-40B4-BE49-F238E27FC236}">
                <a16:creationId xmlns:a16="http://schemas.microsoft.com/office/drawing/2014/main" id="{62B6392A-6305-FCE6-91E2-146FE2CB56BB}"/>
              </a:ext>
            </a:extLst>
          </p:cNvPr>
          <p:cNvSpPr txBox="1"/>
          <p:nvPr/>
        </p:nvSpPr>
        <p:spPr>
          <a:xfrm>
            <a:off x="19100738" y="4490535"/>
            <a:ext cx="95539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Order</a:t>
            </a:r>
            <a:endParaRPr kumimoji="0" lang="en-ID" sz="2400" b="0" i="0" u="none" strike="noStrike" cap="none" spc="0" normalizeH="0" baseline="0" dirty="0">
              <a:ln>
                <a:noFill/>
              </a:ln>
              <a:solidFill>
                <a:srgbClr val="5E5E5E"/>
              </a:solidFill>
              <a:effectLst/>
              <a:uFillTx/>
              <a:latin typeface="+mn-lt"/>
              <a:ea typeface="+mn-ea"/>
              <a:cs typeface="+mn-cs"/>
              <a:sym typeface="Helvetica Neue"/>
            </a:endParaRPr>
          </a:p>
        </p:txBody>
      </p:sp>
      <mc:AlternateContent xmlns:mc="http://schemas.openxmlformats.org/markup-compatibility/2006" xmlns:p14="http://schemas.microsoft.com/office/powerpoint/2010/main">
        <mc:Choice Requires="p14">
          <p:contentPart p14:bwMode="auto" r:id="rId9">
            <p14:nvContentPartPr>
              <p14:cNvPr id="30" name="Ink 29">
                <a:extLst>
                  <a:ext uri="{FF2B5EF4-FFF2-40B4-BE49-F238E27FC236}">
                    <a16:creationId xmlns:a16="http://schemas.microsoft.com/office/drawing/2014/main" id="{98BB9F99-A36A-519A-5C29-9FDEC82450DB}"/>
                  </a:ext>
                </a:extLst>
              </p14:cNvPr>
              <p14:cNvContentPartPr/>
              <p14:nvPr/>
            </p14:nvContentPartPr>
            <p14:xfrm>
              <a:off x="6340492" y="5326889"/>
              <a:ext cx="878040" cy="534240"/>
            </p14:xfrm>
          </p:contentPart>
        </mc:Choice>
        <mc:Fallback xmlns="">
          <p:pic>
            <p:nvPicPr>
              <p:cNvPr id="30" name="Ink 29">
                <a:extLst>
                  <a:ext uri="{FF2B5EF4-FFF2-40B4-BE49-F238E27FC236}">
                    <a16:creationId xmlns:a16="http://schemas.microsoft.com/office/drawing/2014/main" id="{98BB9F99-A36A-519A-5C29-9FDEC82450DB}"/>
                  </a:ext>
                </a:extLst>
              </p:cNvPr>
              <p:cNvPicPr/>
              <p:nvPr/>
            </p:nvPicPr>
            <p:blipFill>
              <a:blip r:embed="rId10"/>
              <a:stretch>
                <a:fillRect/>
              </a:stretch>
            </p:blipFill>
            <p:spPr>
              <a:xfrm>
                <a:off x="6334372" y="5320769"/>
                <a:ext cx="89028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4" name="Ink 33">
                <a:extLst>
                  <a:ext uri="{FF2B5EF4-FFF2-40B4-BE49-F238E27FC236}">
                    <a16:creationId xmlns:a16="http://schemas.microsoft.com/office/drawing/2014/main" id="{BE61383E-B013-F73E-F0F4-5E095A95E9E2}"/>
                  </a:ext>
                </a:extLst>
              </p14:cNvPr>
              <p14:cNvContentPartPr/>
              <p14:nvPr/>
            </p14:nvContentPartPr>
            <p14:xfrm>
              <a:off x="3998692" y="7553489"/>
              <a:ext cx="266400" cy="948960"/>
            </p14:xfrm>
          </p:contentPart>
        </mc:Choice>
        <mc:Fallback xmlns="">
          <p:pic>
            <p:nvPicPr>
              <p:cNvPr id="34" name="Ink 33">
                <a:extLst>
                  <a:ext uri="{FF2B5EF4-FFF2-40B4-BE49-F238E27FC236}">
                    <a16:creationId xmlns:a16="http://schemas.microsoft.com/office/drawing/2014/main" id="{BE61383E-B013-F73E-F0F4-5E095A95E9E2}"/>
                  </a:ext>
                </a:extLst>
              </p:cNvPr>
              <p:cNvPicPr/>
              <p:nvPr/>
            </p:nvPicPr>
            <p:blipFill>
              <a:blip r:embed="rId12"/>
              <a:stretch>
                <a:fillRect/>
              </a:stretch>
            </p:blipFill>
            <p:spPr>
              <a:xfrm>
                <a:off x="3992572" y="7547369"/>
                <a:ext cx="278640" cy="961200"/>
              </a:xfrm>
              <a:prstGeom prst="rect">
                <a:avLst/>
              </a:prstGeom>
            </p:spPr>
          </p:pic>
        </mc:Fallback>
      </mc:AlternateContent>
    </p:spTree>
    <p:extLst>
      <p:ext uri="{BB962C8B-B14F-4D97-AF65-F5344CB8AC3E}">
        <p14:creationId xmlns:p14="http://schemas.microsoft.com/office/powerpoint/2010/main" val="56880756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7403-F4BF-8E2E-6D50-553164E92E87}"/>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9CA0D940-B346-C1CA-BDA7-805F45ABA533}"/>
              </a:ext>
            </a:extLst>
          </p:cNvPr>
          <p:cNvSpPr>
            <a:spLocks noGrp="1"/>
          </p:cNvSpPr>
          <p:nvPr>
            <p:ph type="body" sz="quarter" idx="10"/>
          </p:nvPr>
        </p:nvSpPr>
        <p:spPr/>
        <p:txBody>
          <a:bodyPr/>
          <a:lstStyle/>
          <a:p>
            <a:r>
              <a:rPr lang="en-US" dirty="0"/>
              <a:t>Accessing Class from package</a:t>
            </a:r>
            <a:endParaRPr lang="en-ID" dirty="0"/>
          </a:p>
        </p:txBody>
      </p:sp>
      <p:sp>
        <p:nvSpPr>
          <p:cNvPr id="4" name="Content Placeholder 3">
            <a:extLst>
              <a:ext uri="{FF2B5EF4-FFF2-40B4-BE49-F238E27FC236}">
                <a16:creationId xmlns:a16="http://schemas.microsoft.com/office/drawing/2014/main" id="{BC3CE0A8-512D-FF37-8756-E1C908370D75}"/>
              </a:ext>
            </a:extLst>
          </p:cNvPr>
          <p:cNvSpPr>
            <a:spLocks noGrp="1"/>
          </p:cNvSpPr>
          <p:nvPr>
            <p:ph sz="quarter" idx="11"/>
          </p:nvPr>
        </p:nvSpPr>
        <p:spPr>
          <a:xfrm>
            <a:off x="2167377" y="3617843"/>
            <a:ext cx="21328727" cy="8428383"/>
          </a:xfrm>
        </p:spPr>
        <p:txBody>
          <a:bodyPr>
            <a:normAutofit/>
          </a:bodyPr>
          <a:lstStyle/>
          <a:p>
            <a:r>
              <a:rPr lang="en-US" dirty="0"/>
              <a:t>There are two ways of accessing class in package:</a:t>
            </a:r>
          </a:p>
          <a:p>
            <a:pPr lvl="1"/>
            <a:r>
              <a:rPr lang="en-US" b="1" dirty="0"/>
              <a:t>Classes in the same package. Here, we can directly call the Class. </a:t>
            </a:r>
          </a:p>
          <a:p>
            <a:pPr lvl="1"/>
            <a:r>
              <a:rPr lang="en-ID" b="1" dirty="0"/>
              <a:t>Classes in different package. Here, we need to import the class</a:t>
            </a:r>
            <a:r>
              <a:rPr lang="en-ID" dirty="0"/>
              <a:t>. </a:t>
            </a:r>
          </a:p>
          <a:p>
            <a:r>
              <a:rPr lang="en-ID" dirty="0"/>
              <a:t>Example: still in the same project, we will create a utility package named “Utils”, that contains a class named </a:t>
            </a:r>
            <a:r>
              <a:rPr lang="en-ID" dirty="0" err="1"/>
              <a:t>DisplayData</a:t>
            </a:r>
            <a:r>
              <a:rPr lang="en-ID" dirty="0"/>
              <a:t>, </a:t>
            </a:r>
            <a:r>
              <a:rPr lang="en-ID" dirty="0" err="1"/>
              <a:t>OrderManagement</a:t>
            </a:r>
            <a:r>
              <a:rPr lang="en-ID" dirty="0"/>
              <a:t>, </a:t>
            </a:r>
            <a:r>
              <a:rPr lang="en-ID" dirty="0" err="1"/>
              <a:t>BookManagement</a:t>
            </a:r>
            <a:r>
              <a:rPr lang="en-ID" dirty="0"/>
              <a:t>, and </a:t>
            </a:r>
            <a:r>
              <a:rPr lang="en-ID" dirty="0" err="1"/>
              <a:t>UserManagement</a:t>
            </a:r>
            <a:r>
              <a:rPr lang="en-ID" dirty="0"/>
              <a:t>:</a:t>
            </a:r>
          </a:p>
          <a:p>
            <a:endParaRPr lang="en-ID" dirty="0"/>
          </a:p>
          <a:p>
            <a:endParaRPr lang="en-ID" dirty="0"/>
          </a:p>
          <a:p>
            <a:r>
              <a:rPr lang="en-ID" dirty="0"/>
              <a:t>Both will need the model class to perform. </a:t>
            </a:r>
            <a:r>
              <a:rPr lang="en-ID" dirty="0" err="1"/>
              <a:t>UserManagement</a:t>
            </a:r>
            <a:r>
              <a:rPr lang="en-ID" dirty="0"/>
              <a:t> will handle User such as creating user, and insert into our collection of users in the main program. Therefore, we will do the process of </a:t>
            </a:r>
            <a:r>
              <a:rPr lang="en-ID" b="1" dirty="0"/>
              <a:t>“importing”</a:t>
            </a:r>
            <a:r>
              <a:rPr lang="en-ID" dirty="0"/>
              <a:t> class</a:t>
            </a:r>
          </a:p>
          <a:p>
            <a:endParaRPr lang="en-ID" dirty="0"/>
          </a:p>
          <a:p>
            <a:endParaRPr lang="en-ID" dirty="0"/>
          </a:p>
        </p:txBody>
      </p:sp>
      <p:pic>
        <p:nvPicPr>
          <p:cNvPr id="9" name="Picture 8">
            <a:extLst>
              <a:ext uri="{FF2B5EF4-FFF2-40B4-BE49-F238E27FC236}">
                <a16:creationId xmlns:a16="http://schemas.microsoft.com/office/drawing/2014/main" id="{252065C8-49BF-2251-32FB-27F21816F236}"/>
              </a:ext>
            </a:extLst>
          </p:cNvPr>
          <p:cNvPicPr>
            <a:picLocks noChangeAspect="1"/>
          </p:cNvPicPr>
          <p:nvPr/>
        </p:nvPicPr>
        <p:blipFill>
          <a:blip r:embed="rId2"/>
          <a:stretch>
            <a:fillRect/>
          </a:stretch>
        </p:blipFill>
        <p:spPr>
          <a:xfrm>
            <a:off x="9171434" y="7254714"/>
            <a:ext cx="5529635" cy="2485634"/>
          </a:xfrm>
          <a:prstGeom prst="rect">
            <a:avLst/>
          </a:prstGeom>
        </p:spPr>
      </p:pic>
    </p:spTree>
    <p:extLst>
      <p:ext uri="{BB962C8B-B14F-4D97-AF65-F5344CB8AC3E}">
        <p14:creationId xmlns:p14="http://schemas.microsoft.com/office/powerpoint/2010/main" val="132778892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8AE78-3D7D-5B8F-09E1-9F7EE2499FC9}"/>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9F4C0D20-85C5-8696-64F1-A05C86ABC3CF}"/>
              </a:ext>
            </a:extLst>
          </p:cNvPr>
          <p:cNvSpPr>
            <a:spLocks noGrp="1"/>
          </p:cNvSpPr>
          <p:nvPr>
            <p:ph type="body" sz="quarter" idx="10"/>
          </p:nvPr>
        </p:nvSpPr>
        <p:spPr/>
        <p:txBody>
          <a:bodyPr/>
          <a:lstStyle/>
          <a:p>
            <a:r>
              <a:rPr lang="en-US" dirty="0"/>
              <a:t>Accessing Class from package</a:t>
            </a:r>
            <a:endParaRPr lang="en-ID" dirty="0"/>
          </a:p>
          <a:p>
            <a:endParaRPr lang="en-ID" dirty="0"/>
          </a:p>
        </p:txBody>
      </p:sp>
      <p:sp>
        <p:nvSpPr>
          <p:cNvPr id="4" name="Content Placeholder 3">
            <a:extLst>
              <a:ext uri="{FF2B5EF4-FFF2-40B4-BE49-F238E27FC236}">
                <a16:creationId xmlns:a16="http://schemas.microsoft.com/office/drawing/2014/main" id="{933D883B-36B9-0AF0-0DE6-31C45D15EF02}"/>
              </a:ext>
            </a:extLst>
          </p:cNvPr>
          <p:cNvSpPr>
            <a:spLocks noGrp="1"/>
          </p:cNvSpPr>
          <p:nvPr>
            <p:ph sz="quarter" idx="11"/>
          </p:nvPr>
        </p:nvSpPr>
        <p:spPr>
          <a:xfrm>
            <a:off x="2167377" y="3267721"/>
            <a:ext cx="20931162" cy="4522264"/>
          </a:xfrm>
        </p:spPr>
        <p:txBody>
          <a:bodyPr/>
          <a:lstStyle/>
          <a:p>
            <a:r>
              <a:rPr lang="en-US" dirty="0"/>
              <a:t>Importing class is a way of accessing class from another package. </a:t>
            </a:r>
          </a:p>
          <a:p>
            <a:r>
              <a:rPr lang="en-US" dirty="0"/>
              <a:t>The syntax is: </a:t>
            </a:r>
            <a:r>
              <a:rPr lang="en-US" dirty="0">
                <a:latin typeface="Courier New" panose="02070309020205020404" pitchFamily="49" charset="0"/>
                <a:cs typeface="Courier New" panose="02070309020205020404" pitchFamily="49" charset="0"/>
              </a:rPr>
              <a:t>import Package.[subpackages.]Class. </a:t>
            </a:r>
            <a:r>
              <a:rPr lang="en-US" dirty="0"/>
              <a:t>If there are multilevel package, we also need to add the subpackage(s). Example here is one of the </a:t>
            </a:r>
            <a:r>
              <a:rPr lang="en-US" dirty="0" err="1"/>
              <a:t>the</a:t>
            </a:r>
            <a:r>
              <a:rPr lang="en-US" dirty="0"/>
              <a:t> imports in </a:t>
            </a:r>
            <a:r>
              <a:rPr lang="en-US" dirty="0" err="1"/>
              <a:t>BookManagement</a:t>
            </a:r>
            <a:r>
              <a:rPr lang="en-US" dirty="0"/>
              <a:t> class: </a:t>
            </a:r>
          </a:p>
          <a:p>
            <a:endParaRPr lang="en-US" dirty="0"/>
          </a:p>
          <a:p>
            <a:r>
              <a:rPr lang="en-US" dirty="0"/>
              <a:t>Lets continue our project. The book class are able to handle tasks related to Book, such as input new book to library, remove book from library, and get book from library, therefore the Book Management will be: </a:t>
            </a:r>
          </a:p>
          <a:p>
            <a:endParaRPr lang="en-US" dirty="0"/>
          </a:p>
          <a:p>
            <a:endParaRPr lang="en-ID" dirty="0"/>
          </a:p>
        </p:txBody>
      </p:sp>
      <p:pic>
        <p:nvPicPr>
          <p:cNvPr id="6" name="Picture 5">
            <a:extLst>
              <a:ext uri="{FF2B5EF4-FFF2-40B4-BE49-F238E27FC236}">
                <a16:creationId xmlns:a16="http://schemas.microsoft.com/office/drawing/2014/main" id="{BCDBE24B-0A02-9402-65A9-9A122886C2B0}"/>
              </a:ext>
            </a:extLst>
          </p:cNvPr>
          <p:cNvPicPr>
            <a:picLocks noChangeAspect="1"/>
          </p:cNvPicPr>
          <p:nvPr/>
        </p:nvPicPr>
        <p:blipFill>
          <a:blip r:embed="rId2"/>
          <a:stretch>
            <a:fillRect/>
          </a:stretch>
        </p:blipFill>
        <p:spPr>
          <a:xfrm>
            <a:off x="13240939" y="4798041"/>
            <a:ext cx="4120265" cy="1461623"/>
          </a:xfrm>
          <a:prstGeom prst="rect">
            <a:avLst/>
          </a:prstGeom>
        </p:spPr>
      </p:pic>
      <p:pic>
        <p:nvPicPr>
          <p:cNvPr id="8" name="Picture 7">
            <a:extLst>
              <a:ext uri="{FF2B5EF4-FFF2-40B4-BE49-F238E27FC236}">
                <a16:creationId xmlns:a16="http://schemas.microsoft.com/office/drawing/2014/main" id="{7A9D85DD-FEF4-AE92-A9E5-FFFA0F4C1711}"/>
              </a:ext>
            </a:extLst>
          </p:cNvPr>
          <p:cNvPicPr>
            <a:picLocks noChangeAspect="1"/>
          </p:cNvPicPr>
          <p:nvPr/>
        </p:nvPicPr>
        <p:blipFill>
          <a:blip r:embed="rId3"/>
          <a:stretch>
            <a:fillRect/>
          </a:stretch>
        </p:blipFill>
        <p:spPr>
          <a:xfrm>
            <a:off x="5482540" y="7590574"/>
            <a:ext cx="13418919" cy="5655646"/>
          </a:xfrm>
          <a:prstGeom prst="rect">
            <a:avLst/>
          </a:prstGeom>
        </p:spPr>
      </p:pic>
    </p:spTree>
    <p:extLst>
      <p:ext uri="{BB962C8B-B14F-4D97-AF65-F5344CB8AC3E}">
        <p14:creationId xmlns:p14="http://schemas.microsoft.com/office/powerpoint/2010/main" val="22780370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8AE78-3D7D-5B8F-09E1-9F7EE2499FC9}"/>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9F4C0D20-85C5-8696-64F1-A05C86ABC3CF}"/>
              </a:ext>
            </a:extLst>
          </p:cNvPr>
          <p:cNvSpPr>
            <a:spLocks noGrp="1"/>
          </p:cNvSpPr>
          <p:nvPr>
            <p:ph type="body" sz="quarter" idx="10"/>
          </p:nvPr>
        </p:nvSpPr>
        <p:spPr/>
        <p:txBody>
          <a:bodyPr/>
          <a:lstStyle/>
          <a:p>
            <a:r>
              <a:rPr lang="en-US" dirty="0"/>
              <a:t>Accessing Class from package</a:t>
            </a:r>
            <a:endParaRPr lang="en-ID" dirty="0"/>
          </a:p>
          <a:p>
            <a:endParaRPr lang="en-ID" dirty="0"/>
          </a:p>
        </p:txBody>
      </p:sp>
      <p:sp>
        <p:nvSpPr>
          <p:cNvPr id="4" name="Content Placeholder 3">
            <a:extLst>
              <a:ext uri="{FF2B5EF4-FFF2-40B4-BE49-F238E27FC236}">
                <a16:creationId xmlns:a16="http://schemas.microsoft.com/office/drawing/2014/main" id="{933D883B-36B9-0AF0-0DE6-31C45D15EF02}"/>
              </a:ext>
            </a:extLst>
          </p:cNvPr>
          <p:cNvSpPr>
            <a:spLocks noGrp="1"/>
          </p:cNvSpPr>
          <p:nvPr>
            <p:ph sz="quarter" idx="11"/>
          </p:nvPr>
        </p:nvSpPr>
        <p:spPr>
          <a:xfrm>
            <a:off x="2167377" y="3267721"/>
            <a:ext cx="20931162" cy="4522264"/>
          </a:xfrm>
        </p:spPr>
        <p:txBody>
          <a:bodyPr/>
          <a:lstStyle/>
          <a:p>
            <a:r>
              <a:rPr lang="en-US" dirty="0"/>
              <a:t>For the </a:t>
            </a:r>
            <a:r>
              <a:rPr lang="en-US" dirty="0" err="1"/>
              <a:t>UserManagement</a:t>
            </a:r>
            <a:r>
              <a:rPr lang="en-US" dirty="0"/>
              <a:t> class, the logic doesn’t differ much from </a:t>
            </a:r>
            <a:r>
              <a:rPr lang="en-US" dirty="0" err="1"/>
              <a:t>BookManagement</a:t>
            </a:r>
            <a:r>
              <a:rPr lang="en-US" dirty="0"/>
              <a:t>. </a:t>
            </a:r>
          </a:p>
          <a:p>
            <a:r>
              <a:rPr lang="en-US" dirty="0"/>
              <a:t>This class will handle Management data of User. Hence, the code for </a:t>
            </a:r>
            <a:r>
              <a:rPr lang="en-US" dirty="0" err="1"/>
              <a:t>UserManagement</a:t>
            </a:r>
            <a:r>
              <a:rPr lang="en-US" dirty="0"/>
              <a:t> will be: </a:t>
            </a:r>
          </a:p>
          <a:p>
            <a:endParaRPr lang="en-ID" dirty="0"/>
          </a:p>
        </p:txBody>
      </p:sp>
      <p:pic>
        <p:nvPicPr>
          <p:cNvPr id="7" name="Picture 6">
            <a:extLst>
              <a:ext uri="{FF2B5EF4-FFF2-40B4-BE49-F238E27FC236}">
                <a16:creationId xmlns:a16="http://schemas.microsoft.com/office/drawing/2014/main" id="{EDB29EAE-916B-6336-FF43-17BB9F4A351A}"/>
              </a:ext>
            </a:extLst>
          </p:cNvPr>
          <p:cNvPicPr>
            <a:picLocks noChangeAspect="1"/>
          </p:cNvPicPr>
          <p:nvPr/>
        </p:nvPicPr>
        <p:blipFill>
          <a:blip r:embed="rId2"/>
          <a:stretch>
            <a:fillRect/>
          </a:stretch>
        </p:blipFill>
        <p:spPr>
          <a:xfrm>
            <a:off x="5074483" y="5248522"/>
            <a:ext cx="12697833" cy="7533200"/>
          </a:xfrm>
          <a:prstGeom prst="rect">
            <a:avLst/>
          </a:prstGeom>
        </p:spPr>
      </p:pic>
      <p:grpSp>
        <p:nvGrpSpPr>
          <p:cNvPr id="12" name="Group 11">
            <a:extLst>
              <a:ext uri="{FF2B5EF4-FFF2-40B4-BE49-F238E27FC236}">
                <a16:creationId xmlns:a16="http://schemas.microsoft.com/office/drawing/2014/main" id="{94A7A718-ABC6-5B3E-58B5-C1B65A44D687}"/>
              </a:ext>
            </a:extLst>
          </p:cNvPr>
          <p:cNvGrpSpPr/>
          <p:nvPr/>
        </p:nvGrpSpPr>
        <p:grpSpPr>
          <a:xfrm>
            <a:off x="4928212" y="4559369"/>
            <a:ext cx="13394880" cy="2280960"/>
            <a:chOff x="4928212" y="4559369"/>
            <a:chExt cx="13394880" cy="2280960"/>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7B0595A8-D55C-63A8-151C-A0D0AD09CDB7}"/>
                    </a:ext>
                  </a:extLst>
                </p14:cNvPr>
                <p14:cNvContentPartPr/>
                <p14:nvPr/>
              </p14:nvContentPartPr>
              <p14:xfrm>
                <a:off x="4928212" y="5585009"/>
                <a:ext cx="3980160" cy="1255320"/>
              </p14:xfrm>
            </p:contentPart>
          </mc:Choice>
          <mc:Fallback xmlns="">
            <p:pic>
              <p:nvPicPr>
                <p:cNvPr id="10" name="Ink 9">
                  <a:extLst>
                    <a:ext uri="{FF2B5EF4-FFF2-40B4-BE49-F238E27FC236}">
                      <a16:creationId xmlns:a16="http://schemas.microsoft.com/office/drawing/2014/main" id="{7B0595A8-D55C-63A8-151C-A0D0AD09CDB7}"/>
                    </a:ext>
                  </a:extLst>
                </p:cNvPr>
                <p:cNvPicPr/>
                <p:nvPr/>
              </p:nvPicPr>
              <p:blipFill>
                <a:blip r:embed="rId4"/>
                <a:stretch>
                  <a:fillRect/>
                </a:stretch>
              </p:blipFill>
              <p:spPr>
                <a:xfrm>
                  <a:off x="4922092" y="5578889"/>
                  <a:ext cx="3992400" cy="1267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222E72EC-FABA-8491-ABA9-AA91CFEE2F48}"/>
                    </a:ext>
                  </a:extLst>
                </p14:cNvPr>
                <p14:cNvContentPartPr/>
                <p14:nvPr/>
              </p14:nvContentPartPr>
              <p14:xfrm>
                <a:off x="8607052" y="4559369"/>
                <a:ext cx="9716040" cy="1584360"/>
              </p14:xfrm>
            </p:contentPart>
          </mc:Choice>
          <mc:Fallback xmlns="">
            <p:pic>
              <p:nvPicPr>
                <p:cNvPr id="11" name="Ink 10">
                  <a:extLst>
                    <a:ext uri="{FF2B5EF4-FFF2-40B4-BE49-F238E27FC236}">
                      <a16:creationId xmlns:a16="http://schemas.microsoft.com/office/drawing/2014/main" id="{222E72EC-FABA-8491-ABA9-AA91CFEE2F48}"/>
                    </a:ext>
                  </a:extLst>
                </p:cNvPr>
                <p:cNvPicPr/>
                <p:nvPr/>
              </p:nvPicPr>
              <p:blipFill>
                <a:blip r:embed="rId6"/>
                <a:stretch>
                  <a:fillRect/>
                </a:stretch>
              </p:blipFill>
              <p:spPr>
                <a:xfrm>
                  <a:off x="8600932" y="4553249"/>
                  <a:ext cx="9728280" cy="1596600"/>
                </a:xfrm>
                <a:prstGeom prst="rect">
                  <a:avLst/>
                </a:prstGeom>
              </p:spPr>
            </p:pic>
          </mc:Fallback>
        </mc:AlternateContent>
      </p:grpSp>
      <p:sp>
        <p:nvSpPr>
          <p:cNvPr id="13" name="TextBox 12">
            <a:extLst>
              <a:ext uri="{FF2B5EF4-FFF2-40B4-BE49-F238E27FC236}">
                <a16:creationId xmlns:a16="http://schemas.microsoft.com/office/drawing/2014/main" id="{7F530A47-63C4-CC64-AD65-D81892B83DB4}"/>
              </a:ext>
            </a:extLst>
          </p:cNvPr>
          <p:cNvSpPr txBox="1"/>
          <p:nvPr/>
        </p:nvSpPr>
        <p:spPr>
          <a:xfrm>
            <a:off x="18323092" y="3835430"/>
            <a:ext cx="3185833"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Notice the import statement used and the classes  being imported</a:t>
            </a:r>
            <a:endParaRPr kumimoji="0" lang="en-ID"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400112471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2B423-0656-1318-DC1D-4C62E8C0D347}"/>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C6F00FBB-6724-95E3-54C5-99482E5FDD1D}"/>
              </a:ext>
            </a:extLst>
          </p:cNvPr>
          <p:cNvSpPr>
            <a:spLocks noGrp="1"/>
          </p:cNvSpPr>
          <p:nvPr>
            <p:ph type="body" sz="quarter" idx="10"/>
          </p:nvPr>
        </p:nvSpPr>
        <p:spPr/>
        <p:txBody>
          <a:bodyPr/>
          <a:lstStyle/>
          <a:p>
            <a:r>
              <a:rPr lang="en-US" dirty="0"/>
              <a:t>Accessing Class from package</a:t>
            </a:r>
            <a:endParaRPr lang="en-ID" dirty="0"/>
          </a:p>
          <a:p>
            <a:endParaRPr lang="en-ID" dirty="0"/>
          </a:p>
          <a:p>
            <a:endParaRPr lang="en-ID" dirty="0"/>
          </a:p>
        </p:txBody>
      </p:sp>
      <p:sp>
        <p:nvSpPr>
          <p:cNvPr id="4" name="Content Placeholder 3">
            <a:extLst>
              <a:ext uri="{FF2B5EF4-FFF2-40B4-BE49-F238E27FC236}">
                <a16:creationId xmlns:a16="http://schemas.microsoft.com/office/drawing/2014/main" id="{36CEEC29-C0C9-CBC7-5B91-057552372CC2}"/>
              </a:ext>
            </a:extLst>
          </p:cNvPr>
          <p:cNvSpPr>
            <a:spLocks noGrp="1"/>
          </p:cNvSpPr>
          <p:nvPr>
            <p:ph sz="quarter" idx="11"/>
          </p:nvPr>
        </p:nvSpPr>
        <p:spPr>
          <a:xfrm>
            <a:off x="2365513" y="3816626"/>
            <a:ext cx="20295704" cy="7275444"/>
          </a:xfrm>
        </p:spPr>
        <p:txBody>
          <a:bodyPr/>
          <a:lstStyle/>
          <a:p>
            <a:r>
              <a:rPr lang="en-US" dirty="0"/>
              <a:t>In the main class, we will access all this class and methods. </a:t>
            </a:r>
          </a:p>
          <a:p>
            <a:r>
              <a:rPr lang="en-US" dirty="0"/>
              <a:t>Therefore, we will import these models classes and utility classes inside our </a:t>
            </a:r>
            <a:r>
              <a:rPr lang="en-US" dirty="0" err="1"/>
              <a:t>LibraryManagement</a:t>
            </a:r>
            <a:r>
              <a:rPr lang="en-US" dirty="0"/>
              <a:t> Class (or main class). </a:t>
            </a:r>
          </a:p>
          <a:p>
            <a:r>
              <a:rPr lang="en-US" dirty="0"/>
              <a:t>The code for our main class: </a:t>
            </a:r>
          </a:p>
          <a:p>
            <a:r>
              <a:rPr lang="en-US" b="1" dirty="0"/>
              <a:t>Try to copy these code and see the</a:t>
            </a:r>
            <a:br>
              <a:rPr lang="en-US" b="1" dirty="0"/>
            </a:br>
            <a:r>
              <a:rPr lang="en-US" b="1" dirty="0"/>
              <a:t>result.  </a:t>
            </a:r>
            <a:endParaRPr lang="en-ID" b="1" dirty="0"/>
          </a:p>
        </p:txBody>
      </p:sp>
      <p:pic>
        <p:nvPicPr>
          <p:cNvPr id="6" name="Picture 5">
            <a:extLst>
              <a:ext uri="{FF2B5EF4-FFF2-40B4-BE49-F238E27FC236}">
                <a16:creationId xmlns:a16="http://schemas.microsoft.com/office/drawing/2014/main" id="{0672AAC9-22D0-846C-F5E7-95DA7C4B87BD}"/>
              </a:ext>
            </a:extLst>
          </p:cNvPr>
          <p:cNvPicPr>
            <a:picLocks noChangeAspect="1"/>
          </p:cNvPicPr>
          <p:nvPr/>
        </p:nvPicPr>
        <p:blipFill>
          <a:blip r:embed="rId2"/>
          <a:stretch>
            <a:fillRect/>
          </a:stretch>
        </p:blipFill>
        <p:spPr>
          <a:xfrm>
            <a:off x="8198606" y="5397063"/>
            <a:ext cx="13819881" cy="7890947"/>
          </a:xfrm>
          <a:prstGeom prst="rect">
            <a:avLst/>
          </a:prstGeom>
        </p:spPr>
      </p:pic>
    </p:spTree>
    <p:extLst>
      <p:ext uri="{BB962C8B-B14F-4D97-AF65-F5344CB8AC3E}">
        <p14:creationId xmlns:p14="http://schemas.microsoft.com/office/powerpoint/2010/main" val="48394499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F7BE-A815-D82B-2EB4-6AF08D7E003C}"/>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0E702AD6-F8BC-EC40-1C1C-09A64B0C2C77}"/>
              </a:ext>
            </a:extLst>
          </p:cNvPr>
          <p:cNvSpPr>
            <a:spLocks noGrp="1"/>
          </p:cNvSpPr>
          <p:nvPr>
            <p:ph type="body" sz="quarter" idx="10"/>
          </p:nvPr>
        </p:nvSpPr>
        <p:spPr/>
        <p:txBody>
          <a:bodyPr/>
          <a:lstStyle/>
          <a:p>
            <a:r>
              <a:rPr lang="en-US" dirty="0"/>
              <a:t>Exercise 1</a:t>
            </a:r>
            <a:endParaRPr lang="en-ID" dirty="0"/>
          </a:p>
        </p:txBody>
      </p:sp>
      <p:sp>
        <p:nvSpPr>
          <p:cNvPr id="4" name="Content Placeholder 3">
            <a:extLst>
              <a:ext uri="{FF2B5EF4-FFF2-40B4-BE49-F238E27FC236}">
                <a16:creationId xmlns:a16="http://schemas.microsoft.com/office/drawing/2014/main" id="{AD3EFDBE-1717-5DCB-0969-B8A65EC99997}"/>
              </a:ext>
            </a:extLst>
          </p:cNvPr>
          <p:cNvSpPr>
            <a:spLocks noGrp="1"/>
          </p:cNvSpPr>
          <p:nvPr>
            <p:ph sz="quarter" idx="11"/>
          </p:nvPr>
        </p:nvSpPr>
        <p:spPr>
          <a:xfrm>
            <a:off x="2167377" y="3260663"/>
            <a:ext cx="17034493" cy="8427754"/>
          </a:xfrm>
        </p:spPr>
        <p:txBody>
          <a:bodyPr/>
          <a:lstStyle/>
          <a:p>
            <a:r>
              <a:rPr lang="en-US" dirty="0"/>
              <a:t>Complete the program by completing the methods from </a:t>
            </a:r>
            <a:r>
              <a:rPr lang="en-US" dirty="0" err="1"/>
              <a:t>OrderManagement</a:t>
            </a:r>
            <a:r>
              <a:rPr lang="en-US" dirty="0"/>
              <a:t> class:</a:t>
            </a:r>
          </a:p>
          <a:p>
            <a:endParaRPr lang="en-US" dirty="0"/>
          </a:p>
          <a:p>
            <a:endParaRPr lang="en-US" dirty="0"/>
          </a:p>
          <a:p>
            <a:endParaRPr lang="en-US" dirty="0"/>
          </a:p>
          <a:p>
            <a:endParaRPr lang="en-US" dirty="0"/>
          </a:p>
          <a:p>
            <a:pPr marL="0" indent="0">
              <a:buNone/>
            </a:pPr>
            <a:endParaRPr lang="en-US" dirty="0"/>
          </a:p>
          <a:p>
            <a:r>
              <a:rPr lang="en-US" dirty="0"/>
              <a:t>Complete the </a:t>
            </a:r>
            <a:r>
              <a:rPr lang="en-US" dirty="0" err="1"/>
              <a:t>DisplayData</a:t>
            </a:r>
            <a:r>
              <a:rPr lang="en-US" dirty="0"/>
              <a:t> class methods (Next Slide). </a:t>
            </a:r>
          </a:p>
          <a:p>
            <a:endParaRPr lang="en-US" dirty="0"/>
          </a:p>
          <a:p>
            <a:endParaRPr lang="en-ID" dirty="0"/>
          </a:p>
          <a:p>
            <a:pPr marL="0" indent="0">
              <a:buNone/>
            </a:pPr>
            <a:endParaRPr lang="en-US" dirty="0"/>
          </a:p>
        </p:txBody>
      </p:sp>
      <p:pic>
        <p:nvPicPr>
          <p:cNvPr id="10" name="Picture 9">
            <a:extLst>
              <a:ext uri="{FF2B5EF4-FFF2-40B4-BE49-F238E27FC236}">
                <a16:creationId xmlns:a16="http://schemas.microsoft.com/office/drawing/2014/main" id="{416D68DF-FCF0-346E-E18F-96A532CEAD18}"/>
              </a:ext>
            </a:extLst>
          </p:cNvPr>
          <p:cNvPicPr>
            <a:picLocks noChangeAspect="1"/>
          </p:cNvPicPr>
          <p:nvPr/>
        </p:nvPicPr>
        <p:blipFill>
          <a:blip r:embed="rId2"/>
          <a:stretch>
            <a:fillRect/>
          </a:stretch>
        </p:blipFill>
        <p:spPr>
          <a:xfrm>
            <a:off x="4517574" y="4101598"/>
            <a:ext cx="13015052" cy="4435568"/>
          </a:xfrm>
          <a:prstGeom prst="rect">
            <a:avLst/>
          </a:prstGeom>
        </p:spPr>
      </p:pic>
    </p:spTree>
    <p:extLst>
      <p:ext uri="{BB962C8B-B14F-4D97-AF65-F5344CB8AC3E}">
        <p14:creationId xmlns:p14="http://schemas.microsoft.com/office/powerpoint/2010/main" val="205781392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DE061-437B-0749-3A8F-A9A66A4516FE}"/>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18A0865F-2256-C4F1-F5B4-613B0A75C78F}"/>
              </a:ext>
            </a:extLst>
          </p:cNvPr>
          <p:cNvSpPr>
            <a:spLocks noGrp="1"/>
          </p:cNvSpPr>
          <p:nvPr>
            <p:ph type="body" sz="quarter" idx="10"/>
          </p:nvPr>
        </p:nvSpPr>
        <p:spPr/>
        <p:txBody>
          <a:bodyPr/>
          <a:lstStyle/>
          <a:p>
            <a:r>
              <a:rPr lang="en-US" dirty="0"/>
              <a:t>Exercise 1</a:t>
            </a:r>
            <a:endParaRPr lang="en-ID" dirty="0"/>
          </a:p>
        </p:txBody>
      </p:sp>
      <p:sp>
        <p:nvSpPr>
          <p:cNvPr id="4" name="Content Placeholder 3">
            <a:extLst>
              <a:ext uri="{FF2B5EF4-FFF2-40B4-BE49-F238E27FC236}">
                <a16:creationId xmlns:a16="http://schemas.microsoft.com/office/drawing/2014/main" id="{E190CDB4-DFC7-A1BF-68C0-5EFBC74A0B08}"/>
              </a:ext>
            </a:extLst>
          </p:cNvPr>
          <p:cNvSpPr>
            <a:spLocks noGrp="1"/>
          </p:cNvSpPr>
          <p:nvPr>
            <p:ph sz="quarter" idx="11"/>
          </p:nvPr>
        </p:nvSpPr>
        <p:spPr>
          <a:xfrm>
            <a:off x="2902756" y="3260663"/>
            <a:ext cx="13714940" cy="4522264"/>
          </a:xfrm>
        </p:spPr>
        <p:txBody>
          <a:bodyPr/>
          <a:lstStyle/>
          <a:p>
            <a:r>
              <a:rPr lang="en-US" dirty="0"/>
              <a:t>Complete the </a:t>
            </a:r>
            <a:r>
              <a:rPr lang="en-US" dirty="0" err="1"/>
              <a:t>DisplayData</a:t>
            </a:r>
            <a:r>
              <a:rPr lang="en-US" dirty="0"/>
              <a:t> class methods: </a:t>
            </a:r>
            <a:endParaRPr lang="en-ID" dirty="0"/>
          </a:p>
        </p:txBody>
      </p:sp>
      <p:pic>
        <p:nvPicPr>
          <p:cNvPr id="8" name="Picture 7">
            <a:extLst>
              <a:ext uri="{FF2B5EF4-FFF2-40B4-BE49-F238E27FC236}">
                <a16:creationId xmlns:a16="http://schemas.microsoft.com/office/drawing/2014/main" id="{EC7EE591-30C3-3DAC-F8D7-4A85FAF451F7}"/>
              </a:ext>
            </a:extLst>
          </p:cNvPr>
          <p:cNvPicPr>
            <a:picLocks noChangeAspect="1"/>
          </p:cNvPicPr>
          <p:nvPr/>
        </p:nvPicPr>
        <p:blipFill>
          <a:blip r:embed="rId2"/>
          <a:stretch>
            <a:fillRect/>
          </a:stretch>
        </p:blipFill>
        <p:spPr>
          <a:xfrm>
            <a:off x="5991307" y="4400155"/>
            <a:ext cx="12415963" cy="7573005"/>
          </a:xfrm>
          <a:prstGeom prst="rect">
            <a:avLst/>
          </a:prstGeom>
        </p:spPr>
      </p:pic>
    </p:spTree>
    <p:extLst>
      <p:ext uri="{BB962C8B-B14F-4D97-AF65-F5344CB8AC3E}">
        <p14:creationId xmlns:p14="http://schemas.microsoft.com/office/powerpoint/2010/main" val="72266708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CC414-E34F-8E69-F38E-250F7078204F}"/>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6E910C7A-2337-8ECB-9AC7-70967D6A5E0F}"/>
              </a:ext>
            </a:extLst>
          </p:cNvPr>
          <p:cNvSpPr>
            <a:spLocks noGrp="1"/>
          </p:cNvSpPr>
          <p:nvPr>
            <p:ph type="body" sz="quarter" idx="10"/>
          </p:nvPr>
        </p:nvSpPr>
        <p:spPr/>
        <p:txBody>
          <a:bodyPr/>
          <a:lstStyle/>
          <a:p>
            <a:r>
              <a:rPr lang="en-US" dirty="0"/>
              <a:t>Exercise 2</a:t>
            </a:r>
            <a:endParaRPr lang="en-ID" dirty="0"/>
          </a:p>
          <a:p>
            <a:endParaRPr lang="en-ID" dirty="0"/>
          </a:p>
        </p:txBody>
      </p:sp>
      <p:sp>
        <p:nvSpPr>
          <p:cNvPr id="4" name="Content Placeholder 3">
            <a:extLst>
              <a:ext uri="{FF2B5EF4-FFF2-40B4-BE49-F238E27FC236}">
                <a16:creationId xmlns:a16="http://schemas.microsoft.com/office/drawing/2014/main" id="{C1FBC5D6-D212-7141-1B0E-8F2D2EDF8245}"/>
              </a:ext>
            </a:extLst>
          </p:cNvPr>
          <p:cNvSpPr>
            <a:spLocks noGrp="1"/>
          </p:cNvSpPr>
          <p:nvPr>
            <p:ph sz="quarter" idx="11"/>
          </p:nvPr>
        </p:nvSpPr>
        <p:spPr>
          <a:xfrm>
            <a:off x="2584174" y="3637722"/>
            <a:ext cx="18725322" cy="6042992"/>
          </a:xfrm>
        </p:spPr>
        <p:txBody>
          <a:bodyPr/>
          <a:lstStyle/>
          <a:p>
            <a:r>
              <a:rPr lang="en-US" dirty="0"/>
              <a:t>Change the utils package directory! </a:t>
            </a:r>
          </a:p>
          <a:p>
            <a:r>
              <a:rPr lang="en-US" dirty="0"/>
              <a:t>Create two subpackage from utils named: </a:t>
            </a:r>
          </a:p>
          <a:p>
            <a:pPr lvl="1"/>
            <a:r>
              <a:rPr lang="en-US" b="1" dirty="0"/>
              <a:t>Display</a:t>
            </a:r>
            <a:r>
              <a:rPr lang="en-US" dirty="0"/>
              <a:t>. This package will contain </a:t>
            </a:r>
            <a:r>
              <a:rPr lang="en-US" dirty="0" err="1"/>
              <a:t>DisplayBook</a:t>
            </a:r>
            <a:r>
              <a:rPr lang="en-US" dirty="0"/>
              <a:t> (display book information) , </a:t>
            </a:r>
            <a:r>
              <a:rPr lang="en-US" dirty="0" err="1"/>
              <a:t>DisplayUser</a:t>
            </a:r>
            <a:r>
              <a:rPr lang="en-US" dirty="0"/>
              <a:t> (display user information), and </a:t>
            </a:r>
            <a:r>
              <a:rPr lang="en-US" dirty="0" err="1"/>
              <a:t>DisplayOrder</a:t>
            </a:r>
            <a:r>
              <a:rPr lang="en-US" dirty="0"/>
              <a:t> (display order information) classes. To create these class, split the </a:t>
            </a:r>
            <a:r>
              <a:rPr lang="en-US" dirty="0" err="1"/>
              <a:t>DisplayData</a:t>
            </a:r>
            <a:r>
              <a:rPr lang="en-US" dirty="0"/>
              <a:t> class (general display data utility) from previous slide to these 3 classes that do specific display of information.</a:t>
            </a:r>
          </a:p>
          <a:p>
            <a:pPr lvl="1"/>
            <a:r>
              <a:rPr lang="en-US" b="1" dirty="0" err="1"/>
              <a:t>DataManagement</a:t>
            </a:r>
            <a:r>
              <a:rPr lang="en-US" dirty="0"/>
              <a:t>. This package will contain </a:t>
            </a:r>
            <a:r>
              <a:rPr lang="en-US" dirty="0" err="1"/>
              <a:t>OrderManagement</a:t>
            </a:r>
            <a:r>
              <a:rPr lang="en-US" dirty="0"/>
              <a:t>, </a:t>
            </a:r>
            <a:r>
              <a:rPr lang="en-US" dirty="0" err="1"/>
              <a:t>UserManag</a:t>
            </a:r>
            <a:r>
              <a:rPr lang="en-US" dirty="0"/>
              <a:t>	</a:t>
            </a:r>
            <a:r>
              <a:rPr lang="en-US" dirty="0" err="1"/>
              <a:t>ement</a:t>
            </a:r>
            <a:r>
              <a:rPr lang="en-US" dirty="0"/>
              <a:t>, and </a:t>
            </a:r>
            <a:r>
              <a:rPr lang="en-US" dirty="0" err="1"/>
              <a:t>BookManagement</a:t>
            </a:r>
            <a:r>
              <a:rPr lang="en-US" dirty="0"/>
              <a:t>.</a:t>
            </a:r>
          </a:p>
          <a:p>
            <a:r>
              <a:rPr lang="en-US" dirty="0"/>
              <a:t>Make sure the program still run without bug. Change your Main class program code to handle these changes.</a:t>
            </a:r>
          </a:p>
          <a:p>
            <a:endParaRPr lang="en-US" dirty="0"/>
          </a:p>
        </p:txBody>
      </p:sp>
    </p:spTree>
    <p:extLst>
      <p:ext uri="{BB962C8B-B14F-4D97-AF65-F5344CB8AC3E}">
        <p14:creationId xmlns:p14="http://schemas.microsoft.com/office/powerpoint/2010/main" val="409045454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CB1A-FDC7-564E-516E-0C5BA766B1B2}"/>
              </a:ext>
            </a:extLst>
          </p:cNvPr>
          <p:cNvSpPr>
            <a:spLocks noGrp="1"/>
          </p:cNvSpPr>
          <p:nvPr>
            <p:ph type="title"/>
          </p:nvPr>
        </p:nvSpPr>
        <p:spPr/>
        <p:txBody>
          <a:bodyPr>
            <a:normAutofit fontScale="90000"/>
          </a:bodyPr>
          <a:lstStyle/>
          <a:p>
            <a:r>
              <a:rPr lang="en-US" dirty="0"/>
              <a:t>Object oriented concept and encapsulation</a:t>
            </a:r>
            <a:endParaRPr lang="en-ID" dirty="0"/>
          </a:p>
        </p:txBody>
      </p:sp>
      <p:sp>
        <p:nvSpPr>
          <p:cNvPr id="3" name="Text Placeholder 2">
            <a:extLst>
              <a:ext uri="{FF2B5EF4-FFF2-40B4-BE49-F238E27FC236}">
                <a16:creationId xmlns:a16="http://schemas.microsoft.com/office/drawing/2014/main" id="{0ECAF2D3-6893-D186-1875-902D58D560D6}"/>
              </a:ext>
            </a:extLst>
          </p:cNvPr>
          <p:cNvSpPr>
            <a:spLocks noGrp="1"/>
          </p:cNvSpPr>
          <p:nvPr>
            <p:ph type="body" sz="quarter" idx="10"/>
          </p:nvPr>
        </p:nvSpPr>
        <p:spPr/>
        <p:txBody>
          <a:bodyPr/>
          <a:lstStyle/>
          <a:p>
            <a:r>
              <a:rPr lang="en-US" dirty="0"/>
              <a:t>Encapsulation</a:t>
            </a:r>
            <a:endParaRPr lang="en-ID" dirty="0"/>
          </a:p>
        </p:txBody>
      </p:sp>
      <p:sp>
        <p:nvSpPr>
          <p:cNvPr id="4" name="Content Placeholder 3">
            <a:extLst>
              <a:ext uri="{FF2B5EF4-FFF2-40B4-BE49-F238E27FC236}">
                <a16:creationId xmlns:a16="http://schemas.microsoft.com/office/drawing/2014/main" id="{0AA6ED4B-97BE-C279-CE4B-1D0EDEB11A09}"/>
              </a:ext>
            </a:extLst>
          </p:cNvPr>
          <p:cNvSpPr>
            <a:spLocks noGrp="1"/>
          </p:cNvSpPr>
          <p:nvPr>
            <p:ph sz="quarter" idx="11"/>
          </p:nvPr>
        </p:nvSpPr>
        <p:spPr>
          <a:xfrm>
            <a:off x="2008351" y="4201371"/>
            <a:ext cx="7096009" cy="5956419"/>
          </a:xfrm>
        </p:spPr>
        <p:txBody>
          <a:bodyPr>
            <a:noAutofit/>
          </a:bodyPr>
          <a:lstStyle/>
          <a:p>
            <a:r>
              <a:rPr lang="en-US" sz="3500" dirty="0"/>
              <a:t>is a fundamental concept in Object-Oriented Programming (OOP) that refers to the bundling of data with the methods that operate on that data. </a:t>
            </a:r>
          </a:p>
          <a:p>
            <a:r>
              <a:rPr lang="en-US" sz="3500" dirty="0"/>
              <a:t>It restricts direct access to some of an object’s components, which is a means of preventing accidental interference and misuse of the data.</a:t>
            </a:r>
          </a:p>
          <a:p>
            <a:r>
              <a:rPr lang="en-US" sz="3500" dirty="0"/>
              <a:t>This access restriction was made possible by concept of </a:t>
            </a:r>
            <a:r>
              <a:rPr lang="en-US" sz="3500" b="1" dirty="0"/>
              <a:t>access modifier</a:t>
            </a:r>
            <a:endParaRPr lang="en-ID" sz="3500" b="1" dirty="0"/>
          </a:p>
        </p:txBody>
      </p:sp>
      <p:sp>
        <p:nvSpPr>
          <p:cNvPr id="6" name="TextBox 5">
            <a:extLst>
              <a:ext uri="{FF2B5EF4-FFF2-40B4-BE49-F238E27FC236}">
                <a16:creationId xmlns:a16="http://schemas.microsoft.com/office/drawing/2014/main" id="{2831BAFF-D1B3-8225-36D9-AC3EB9738535}"/>
              </a:ext>
            </a:extLst>
          </p:cNvPr>
          <p:cNvSpPr txBox="1"/>
          <p:nvPr/>
        </p:nvSpPr>
        <p:spPr>
          <a:xfrm>
            <a:off x="10854220" y="5122397"/>
            <a:ext cx="12195312" cy="62324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eaLnBrk="1" hangingPunct="1">
              <a:lnSpc>
                <a:spcPct val="80000"/>
              </a:lnSpc>
              <a:buFont typeface="Arial" panose="020B0604020202020204" pitchFamily="34" charset="0"/>
              <a:buChar char="•"/>
            </a:pPr>
            <a:r>
              <a:rPr lang="en-US" sz="3500" dirty="0"/>
              <a:t> </a:t>
            </a:r>
            <a:r>
              <a:rPr lang="en-US" sz="3500" b="1" i="1" dirty="0">
                <a:solidFill>
                  <a:srgbClr val="0000FF"/>
                </a:solidFill>
              </a:rPr>
              <a:t>Private</a:t>
            </a:r>
            <a:r>
              <a:rPr lang="en-US" sz="3500" dirty="0"/>
              <a:t> : hide the class members so not accessible from outside the class</a:t>
            </a:r>
          </a:p>
          <a:p>
            <a:pPr marL="342900" indent="-342900" algn="just" eaLnBrk="1" hangingPunct="1">
              <a:lnSpc>
                <a:spcPct val="80000"/>
              </a:lnSpc>
              <a:buFont typeface="Arial" panose="020B0604020202020204" pitchFamily="34" charset="0"/>
              <a:buChar char="•"/>
            </a:pPr>
            <a:endParaRPr lang="en-US" sz="3500" dirty="0"/>
          </a:p>
          <a:p>
            <a:pPr marL="342900" indent="-342900" algn="just" eaLnBrk="1" hangingPunct="1">
              <a:lnSpc>
                <a:spcPct val="80000"/>
              </a:lnSpc>
              <a:buFont typeface="Arial" panose="020B0604020202020204" pitchFamily="34" charset="0"/>
              <a:buChar char="•"/>
            </a:pPr>
            <a:r>
              <a:rPr lang="en-US" sz="3500" b="1" i="1" dirty="0">
                <a:solidFill>
                  <a:srgbClr val="0000FF"/>
                </a:solidFill>
              </a:rPr>
              <a:t>Protected</a:t>
            </a:r>
            <a:r>
              <a:rPr lang="en-US" sz="3500" dirty="0"/>
              <a:t> : allows members of the class can be accessed by the class or its derivatives in the classroom several similar packages.</a:t>
            </a:r>
          </a:p>
          <a:p>
            <a:pPr marL="342900" indent="-342900" algn="just" eaLnBrk="1" hangingPunct="1">
              <a:lnSpc>
                <a:spcPct val="80000"/>
              </a:lnSpc>
              <a:buFont typeface="Arial" panose="020B0604020202020204" pitchFamily="34" charset="0"/>
              <a:buChar char="•"/>
            </a:pPr>
            <a:endParaRPr lang="en-US" sz="3500" dirty="0"/>
          </a:p>
          <a:p>
            <a:pPr marL="342900" indent="-342900" algn="just" eaLnBrk="1" hangingPunct="1">
              <a:lnSpc>
                <a:spcPct val="80000"/>
              </a:lnSpc>
              <a:buFont typeface="Arial" panose="020B0604020202020204" pitchFamily="34" charset="0"/>
              <a:buChar char="•"/>
            </a:pPr>
            <a:r>
              <a:rPr lang="en-US" sz="3500" b="1" i="1" dirty="0">
                <a:solidFill>
                  <a:srgbClr val="0000FF"/>
                </a:solidFill>
              </a:rPr>
              <a:t>Public</a:t>
            </a:r>
            <a:r>
              <a:rPr lang="en-US" sz="3500" dirty="0"/>
              <a:t> : allows the member class can be accessed by other classes class</a:t>
            </a:r>
          </a:p>
          <a:p>
            <a:pPr marL="342900" indent="-342900" algn="just" eaLnBrk="1" hangingPunct="1">
              <a:lnSpc>
                <a:spcPct val="80000"/>
              </a:lnSpc>
              <a:buFont typeface="Arial" panose="020B0604020202020204" pitchFamily="34" charset="0"/>
              <a:buChar char="•"/>
            </a:pPr>
            <a:endParaRPr lang="en-US" sz="3500" dirty="0"/>
          </a:p>
          <a:p>
            <a:pPr marL="342900" indent="-342900" algn="just" eaLnBrk="1" hangingPunct="1">
              <a:lnSpc>
                <a:spcPct val="80000"/>
              </a:lnSpc>
              <a:buFont typeface="Arial" panose="020B0604020202020204" pitchFamily="34" charset="0"/>
              <a:buChar char="•"/>
            </a:pPr>
            <a:r>
              <a:rPr lang="en-US" sz="3500" b="1" i="1" dirty="0">
                <a:solidFill>
                  <a:srgbClr val="0000FF"/>
                </a:solidFill>
              </a:rPr>
              <a:t>Package</a:t>
            </a:r>
            <a:r>
              <a:rPr lang="en-US" sz="3500" dirty="0"/>
              <a:t> : used to organize classes. If the class that was created without using the package statement, the class will be placed in the default package.</a:t>
            </a:r>
          </a:p>
          <a:p>
            <a:pPr marL="342900" indent="-342900" algn="just">
              <a:buFont typeface="Arial" panose="020B0604020202020204" pitchFamily="34" charset="0"/>
              <a:buChar char="•"/>
            </a:pPr>
            <a:endParaRPr lang="en-US" sz="3500" dirty="0"/>
          </a:p>
        </p:txBody>
      </p:sp>
      <p:cxnSp>
        <p:nvCxnSpPr>
          <p:cNvPr id="8" name="Straight Arrow Connector 7">
            <a:extLst>
              <a:ext uri="{FF2B5EF4-FFF2-40B4-BE49-F238E27FC236}">
                <a16:creationId xmlns:a16="http://schemas.microsoft.com/office/drawing/2014/main" id="{4554495C-B052-DF98-8522-7BFCF321EB57}"/>
              </a:ext>
            </a:extLst>
          </p:cNvPr>
          <p:cNvCxnSpPr/>
          <p:nvPr/>
        </p:nvCxnSpPr>
        <p:spPr>
          <a:xfrm flipV="1">
            <a:off x="8726557" y="9601200"/>
            <a:ext cx="1789043" cy="1987826"/>
          </a:xfrm>
          <a:prstGeom prst="straightConnector1">
            <a:avLst/>
          </a:prstGeom>
          <a:noFill/>
          <a:ln w="762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74693723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3630-5B4F-71B4-3946-90F3E151C49D}"/>
              </a:ext>
            </a:extLst>
          </p:cNvPr>
          <p:cNvSpPr>
            <a:spLocks noGrp="1"/>
          </p:cNvSpPr>
          <p:nvPr>
            <p:ph type="title"/>
          </p:nvPr>
        </p:nvSpPr>
        <p:spPr/>
        <p:txBody>
          <a:bodyPr>
            <a:normAutofit fontScale="90000"/>
          </a:bodyPr>
          <a:lstStyle/>
          <a:p>
            <a:r>
              <a:rPr lang="en-US" dirty="0"/>
              <a:t>Package and encapsulation</a:t>
            </a:r>
            <a:endParaRPr lang="en-ID" dirty="0"/>
          </a:p>
        </p:txBody>
      </p:sp>
      <p:sp>
        <p:nvSpPr>
          <p:cNvPr id="3" name="Text Placeholder 2">
            <a:extLst>
              <a:ext uri="{FF2B5EF4-FFF2-40B4-BE49-F238E27FC236}">
                <a16:creationId xmlns:a16="http://schemas.microsoft.com/office/drawing/2014/main" id="{6A9F0D14-E798-A8C2-4B25-A0803A9F0965}"/>
              </a:ext>
            </a:extLst>
          </p:cNvPr>
          <p:cNvSpPr>
            <a:spLocks noGrp="1"/>
          </p:cNvSpPr>
          <p:nvPr>
            <p:ph type="body" sz="quarter" idx="10"/>
          </p:nvPr>
        </p:nvSpPr>
        <p:spPr/>
        <p:txBody>
          <a:bodyPr/>
          <a:lstStyle/>
          <a:p>
            <a:r>
              <a:rPr lang="en-US" dirty="0"/>
              <a:t>Access modifier</a:t>
            </a:r>
            <a:endParaRPr lang="en-ID" dirty="0"/>
          </a:p>
        </p:txBody>
      </p:sp>
      <p:pic>
        <p:nvPicPr>
          <p:cNvPr id="5" name="Picture 2">
            <a:extLst>
              <a:ext uri="{FF2B5EF4-FFF2-40B4-BE49-F238E27FC236}">
                <a16:creationId xmlns:a16="http://schemas.microsoft.com/office/drawing/2014/main" id="{9149E2BF-C324-A0F2-FF1B-549AD1B5CE70}"/>
              </a:ext>
            </a:extLst>
          </p:cNvPr>
          <p:cNvPicPr>
            <a:picLocks noGrp="1" noChangeAspect="1" noChangeArrowheads="1"/>
          </p:cNvPicPr>
          <p:nvPr>
            <p:ph sz="quarter" idx="11"/>
          </p:nvPr>
        </p:nvPicPr>
        <p:blipFill>
          <a:blip r:embed="rId2"/>
          <a:srcRect/>
          <a:stretch>
            <a:fillRect/>
          </a:stretch>
        </p:blipFill>
        <p:spPr bwMode="auto">
          <a:xfrm>
            <a:off x="5327375" y="5005988"/>
            <a:ext cx="12702208" cy="5874449"/>
          </a:xfrm>
          <a:prstGeom prst="rect">
            <a:avLst/>
          </a:prstGeom>
          <a:noFill/>
          <a:ln w="9525">
            <a:noFill/>
            <a:miter lim="800000"/>
            <a:headEnd/>
            <a:tailEnd/>
          </a:ln>
          <a:effectLst/>
        </p:spPr>
      </p:pic>
    </p:spTree>
    <p:extLst>
      <p:ext uri="{BB962C8B-B14F-4D97-AF65-F5344CB8AC3E}">
        <p14:creationId xmlns:p14="http://schemas.microsoft.com/office/powerpoint/2010/main" val="3624107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95C1-F186-3BF2-8B5C-CC6061CBA8C8}"/>
              </a:ext>
            </a:extLst>
          </p:cNvPr>
          <p:cNvSpPr>
            <a:spLocks noGrp="1"/>
          </p:cNvSpPr>
          <p:nvPr>
            <p:ph type="title"/>
          </p:nvPr>
        </p:nvSpPr>
        <p:spPr/>
        <p:txBody>
          <a:bodyPr>
            <a:normAutofit fontScale="90000"/>
          </a:bodyPr>
          <a:lstStyle/>
          <a:p>
            <a:r>
              <a:rPr lang="en-US" dirty="0"/>
              <a:t>Package and encapsulation</a:t>
            </a:r>
            <a:endParaRPr lang="en-ID" dirty="0"/>
          </a:p>
        </p:txBody>
      </p:sp>
      <p:sp>
        <p:nvSpPr>
          <p:cNvPr id="3" name="Text Placeholder 2">
            <a:extLst>
              <a:ext uri="{FF2B5EF4-FFF2-40B4-BE49-F238E27FC236}">
                <a16:creationId xmlns:a16="http://schemas.microsoft.com/office/drawing/2014/main" id="{0FDA5A99-ADAA-FC44-52B9-B864678CCD83}"/>
              </a:ext>
            </a:extLst>
          </p:cNvPr>
          <p:cNvSpPr>
            <a:spLocks noGrp="1"/>
          </p:cNvSpPr>
          <p:nvPr>
            <p:ph type="body" sz="quarter" idx="10"/>
          </p:nvPr>
        </p:nvSpPr>
        <p:spPr/>
        <p:txBody>
          <a:bodyPr/>
          <a:lstStyle/>
          <a:p>
            <a:r>
              <a:rPr lang="en-US" dirty="0"/>
              <a:t>Setter and getter</a:t>
            </a:r>
            <a:endParaRPr lang="en-ID" dirty="0"/>
          </a:p>
        </p:txBody>
      </p:sp>
      <p:sp>
        <p:nvSpPr>
          <p:cNvPr id="4" name="Content Placeholder 3">
            <a:extLst>
              <a:ext uri="{FF2B5EF4-FFF2-40B4-BE49-F238E27FC236}">
                <a16:creationId xmlns:a16="http://schemas.microsoft.com/office/drawing/2014/main" id="{FD03AA34-FCDA-D9F8-5FF1-BDBC95EE3B97}"/>
              </a:ext>
            </a:extLst>
          </p:cNvPr>
          <p:cNvSpPr>
            <a:spLocks noGrp="1"/>
          </p:cNvSpPr>
          <p:nvPr>
            <p:ph sz="quarter" idx="11"/>
          </p:nvPr>
        </p:nvSpPr>
        <p:spPr>
          <a:xfrm>
            <a:off x="2167377" y="3909669"/>
            <a:ext cx="18800028" cy="8253978"/>
          </a:xfrm>
        </p:spPr>
        <p:txBody>
          <a:bodyPr>
            <a:noAutofit/>
          </a:bodyPr>
          <a:lstStyle/>
          <a:p>
            <a:r>
              <a:rPr lang="en-US" sz="3000" dirty="0"/>
              <a:t>To access </a:t>
            </a:r>
            <a:r>
              <a:rPr lang="en-US" sz="3000" dirty="0" err="1"/>
              <a:t>unaccessable</a:t>
            </a:r>
            <a:r>
              <a:rPr lang="en-US" sz="3000" dirty="0"/>
              <a:t> methods or variables, use setter and getter approach. example</a:t>
            </a:r>
          </a:p>
          <a:p>
            <a:endParaRPr lang="en-US" sz="3000" dirty="0"/>
          </a:p>
          <a:p>
            <a:pPr marL="0" indent="0">
              <a:spcBef>
                <a:spcPts val="0"/>
              </a:spcBef>
              <a:buNone/>
            </a:pPr>
            <a:r>
              <a:rPr lang="en-US" sz="3000" b="0" dirty="0">
                <a:solidFill>
                  <a:srgbClr val="008000"/>
                </a:solidFill>
                <a:effectLst/>
                <a:latin typeface="Consolas" panose="020B0609020204030204" pitchFamily="49" charset="0"/>
              </a:rPr>
              <a:t>// A class that represents a person</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FF"/>
                </a:solidFill>
                <a:effectLst/>
                <a:latin typeface="Consolas" panose="020B0609020204030204" pitchFamily="49" charset="0"/>
              </a:rPr>
              <a:t>public class</a:t>
            </a:r>
            <a:r>
              <a:rPr lang="en-US" sz="3000" b="0" dirty="0">
                <a:solidFill>
                  <a:srgbClr val="000000"/>
                </a:solidFill>
                <a:effectLst/>
                <a:latin typeface="Consolas" panose="020B0609020204030204" pitchFamily="49" charset="0"/>
              </a:rPr>
              <a:t> Person {</a:t>
            </a: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8000"/>
                </a:solidFill>
                <a:effectLst/>
                <a:latin typeface="Consolas" panose="020B0609020204030204" pitchFamily="49" charset="0"/>
              </a:rPr>
              <a:t>// A private variable that stores the name of the person</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private</a:t>
            </a: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String</a:t>
            </a:r>
            <a:r>
              <a:rPr lang="en-US" sz="3000" b="0" dirty="0">
                <a:solidFill>
                  <a:srgbClr val="000000"/>
                </a:solidFill>
                <a:effectLst/>
                <a:latin typeface="Consolas" panose="020B0609020204030204" pitchFamily="49" charset="0"/>
              </a:rPr>
              <a:t> name;</a:t>
            </a:r>
          </a:p>
          <a:p>
            <a:pPr marL="0" indent="0">
              <a:spcBef>
                <a:spcPts val="0"/>
              </a:spcBef>
              <a:buNone/>
            </a:pPr>
            <a:br>
              <a:rPr lang="en-US" sz="3000" b="0" dirty="0">
                <a:solidFill>
                  <a:srgbClr val="000000"/>
                </a:solidFill>
                <a:effectLst/>
                <a:latin typeface="Consolas" panose="020B0609020204030204" pitchFamily="49" charset="0"/>
              </a:rPr>
            </a:br>
            <a:r>
              <a:rPr lang="en-US" sz="3000" b="0" dirty="0">
                <a:solidFill>
                  <a:srgbClr val="000000"/>
                </a:solidFill>
                <a:effectLst/>
                <a:latin typeface="Consolas" panose="020B0609020204030204" pitchFamily="49" charset="0"/>
              </a:rPr>
              <a:t>  </a:t>
            </a:r>
            <a:r>
              <a:rPr lang="en-US" sz="3000" b="0" dirty="0">
                <a:solidFill>
                  <a:srgbClr val="008000"/>
                </a:solidFill>
                <a:effectLst/>
                <a:latin typeface="Consolas" panose="020B0609020204030204" pitchFamily="49" charset="0"/>
              </a:rPr>
              <a:t>// A public method that returns the name of the person</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public</a:t>
            </a: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String</a:t>
            </a:r>
            <a:r>
              <a:rPr lang="en-US" sz="3000" b="0" dirty="0">
                <a:solidFill>
                  <a:srgbClr val="000000"/>
                </a:solidFill>
                <a:effectLst/>
                <a:latin typeface="Consolas" panose="020B0609020204030204" pitchFamily="49" charset="0"/>
              </a:rPr>
              <a:t> </a:t>
            </a:r>
            <a:r>
              <a:rPr lang="en-US" sz="3000" b="0" dirty="0" err="1">
                <a:solidFill>
                  <a:srgbClr val="000000"/>
                </a:solidFill>
                <a:effectLst/>
                <a:latin typeface="Consolas" panose="020B0609020204030204" pitchFamily="49" charset="0"/>
              </a:rPr>
              <a:t>getName</a:t>
            </a:r>
            <a:r>
              <a:rPr lang="en-US" sz="3000" b="0" dirty="0">
                <a:solidFill>
                  <a:srgbClr val="000000"/>
                </a:solidFill>
                <a:effectLst/>
                <a:latin typeface="Consolas" panose="020B0609020204030204" pitchFamily="49" charset="0"/>
              </a:rPr>
              <a:t>() {</a:t>
            </a: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return</a:t>
            </a:r>
            <a:r>
              <a:rPr lang="en-US" sz="3000" b="0" dirty="0">
                <a:solidFill>
                  <a:srgbClr val="000000"/>
                </a:solidFill>
                <a:effectLst/>
                <a:latin typeface="Consolas" panose="020B0609020204030204" pitchFamily="49" charset="0"/>
              </a:rPr>
              <a:t> name;</a:t>
            </a:r>
          </a:p>
          <a:p>
            <a:pPr marL="0" indent="0">
              <a:spcBef>
                <a:spcPts val="0"/>
              </a:spcBef>
              <a:buNone/>
            </a:pPr>
            <a:r>
              <a:rPr lang="en-US" sz="3000" b="0" dirty="0">
                <a:solidFill>
                  <a:srgbClr val="000000"/>
                </a:solidFill>
                <a:effectLst/>
                <a:latin typeface="Consolas" panose="020B0609020204030204" pitchFamily="49" charset="0"/>
              </a:rPr>
              <a:t>  }</a:t>
            </a:r>
          </a:p>
          <a:p>
            <a:pPr marL="0" indent="0">
              <a:spcBef>
                <a:spcPts val="0"/>
              </a:spcBef>
              <a:buNone/>
            </a:pPr>
            <a:br>
              <a:rPr lang="en-US" sz="3000" b="0" dirty="0">
                <a:solidFill>
                  <a:srgbClr val="000000"/>
                </a:solidFill>
                <a:effectLst/>
                <a:latin typeface="Consolas" panose="020B0609020204030204" pitchFamily="49" charset="0"/>
              </a:rPr>
            </a:br>
            <a:r>
              <a:rPr lang="en-US" sz="3000" b="0" dirty="0">
                <a:solidFill>
                  <a:srgbClr val="000000"/>
                </a:solidFill>
                <a:effectLst/>
                <a:latin typeface="Consolas" panose="020B0609020204030204" pitchFamily="49" charset="0"/>
              </a:rPr>
              <a:t>  </a:t>
            </a:r>
            <a:r>
              <a:rPr lang="en-US" sz="3000" b="0" dirty="0">
                <a:solidFill>
                  <a:srgbClr val="008000"/>
                </a:solidFill>
                <a:effectLst/>
                <a:latin typeface="Consolas" panose="020B0609020204030204" pitchFamily="49" charset="0"/>
              </a:rPr>
              <a:t>// A public method that sets the name of the person</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public</a:t>
            </a: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void</a:t>
            </a:r>
            <a:r>
              <a:rPr lang="en-US" sz="3000" b="0" dirty="0">
                <a:solidFill>
                  <a:srgbClr val="000000"/>
                </a:solidFill>
                <a:effectLst/>
                <a:latin typeface="Consolas" panose="020B0609020204030204" pitchFamily="49" charset="0"/>
              </a:rPr>
              <a:t> </a:t>
            </a:r>
            <a:r>
              <a:rPr lang="en-US" sz="3000" b="0" dirty="0" err="1">
                <a:solidFill>
                  <a:srgbClr val="000000"/>
                </a:solidFill>
                <a:effectLst/>
                <a:latin typeface="Consolas" panose="020B0609020204030204" pitchFamily="49" charset="0"/>
              </a:rPr>
              <a:t>setName</a:t>
            </a:r>
            <a:r>
              <a:rPr lang="en-US" sz="3000" b="0" dirty="0">
                <a:solidFill>
                  <a:srgbClr val="000000"/>
                </a:solidFill>
                <a:effectLst/>
                <a:latin typeface="Consolas" panose="020B0609020204030204" pitchFamily="49" charset="0"/>
              </a:rPr>
              <a:t>(</a:t>
            </a:r>
            <a:r>
              <a:rPr lang="en-US" sz="3000" b="0" dirty="0">
                <a:solidFill>
                  <a:srgbClr val="0000FF"/>
                </a:solidFill>
                <a:effectLst/>
                <a:latin typeface="Consolas" panose="020B0609020204030204" pitchFamily="49" charset="0"/>
              </a:rPr>
              <a:t>String</a:t>
            </a:r>
            <a:r>
              <a:rPr lang="en-US" sz="3000" b="0" dirty="0">
                <a:solidFill>
                  <a:srgbClr val="000000"/>
                </a:solidFill>
                <a:effectLst/>
                <a:latin typeface="Consolas" panose="020B0609020204030204" pitchFamily="49" charset="0"/>
              </a:rPr>
              <a:t> </a:t>
            </a:r>
            <a:r>
              <a:rPr lang="en-US" sz="3000" b="0" dirty="0" err="1">
                <a:solidFill>
                  <a:srgbClr val="000000"/>
                </a:solidFill>
                <a:effectLst/>
                <a:latin typeface="Consolas" panose="020B0609020204030204" pitchFamily="49" charset="0"/>
              </a:rPr>
              <a:t>newName</a:t>
            </a:r>
            <a:r>
              <a:rPr lang="en-US" sz="3000" b="0" dirty="0">
                <a:solidFill>
                  <a:srgbClr val="000000"/>
                </a:solidFill>
                <a:effectLst/>
                <a:latin typeface="Consolas" panose="020B0609020204030204" pitchFamily="49" charset="0"/>
              </a:rPr>
              <a:t>) {</a:t>
            </a:r>
          </a:p>
          <a:p>
            <a:pPr marL="0" indent="0">
              <a:spcBef>
                <a:spcPts val="0"/>
              </a:spcBef>
              <a:buNone/>
            </a:pPr>
            <a:r>
              <a:rPr lang="en-US" sz="3000" b="0" dirty="0">
                <a:solidFill>
                  <a:srgbClr val="000000"/>
                </a:solidFill>
                <a:effectLst/>
                <a:latin typeface="Consolas" panose="020B0609020204030204" pitchFamily="49" charset="0"/>
              </a:rPr>
              <a:t>    name = </a:t>
            </a:r>
            <a:r>
              <a:rPr lang="en-US" sz="3000" b="0" dirty="0" err="1">
                <a:solidFill>
                  <a:srgbClr val="000000"/>
                </a:solidFill>
                <a:effectLst/>
                <a:latin typeface="Consolas" panose="020B0609020204030204" pitchFamily="49" charset="0"/>
              </a:rPr>
              <a:t>newName</a:t>
            </a:r>
            <a:r>
              <a:rPr lang="en-US" sz="3000" b="0" dirty="0">
                <a:solidFill>
                  <a:srgbClr val="000000"/>
                </a:solidFill>
                <a:effectLst/>
                <a:latin typeface="Consolas" panose="020B0609020204030204" pitchFamily="49" charset="0"/>
              </a:rPr>
              <a:t>;</a:t>
            </a:r>
          </a:p>
          <a:p>
            <a:pPr marL="0" indent="0">
              <a:spcBef>
                <a:spcPts val="0"/>
              </a:spcBef>
              <a:buNone/>
            </a:pPr>
            <a:r>
              <a:rPr lang="en-US" sz="3000" b="0" dirty="0">
                <a:solidFill>
                  <a:srgbClr val="000000"/>
                </a:solidFill>
                <a:effectLst/>
                <a:latin typeface="Consolas" panose="020B0609020204030204" pitchFamily="49" charset="0"/>
              </a:rPr>
              <a:t>  }</a:t>
            </a:r>
          </a:p>
          <a:p>
            <a:pPr marL="0" indent="0">
              <a:spcBef>
                <a:spcPts val="0"/>
              </a:spcBef>
              <a:buNone/>
            </a:pPr>
            <a:r>
              <a:rPr lang="en-US" sz="3000" b="0" dirty="0">
                <a:solidFill>
                  <a:srgbClr val="000000"/>
                </a:solidFill>
                <a:effectLst/>
                <a:latin typeface="Consolas" panose="020B0609020204030204" pitchFamily="49" charset="0"/>
              </a:rPr>
              <a:t>}</a:t>
            </a:r>
          </a:p>
          <a:p>
            <a:pPr marL="0" indent="0">
              <a:buNone/>
            </a:pPr>
            <a:endParaRPr lang="en-ID" sz="3000" dirty="0"/>
          </a:p>
        </p:txBody>
      </p:sp>
    </p:spTree>
    <p:extLst>
      <p:ext uri="{BB962C8B-B14F-4D97-AF65-F5344CB8AC3E}">
        <p14:creationId xmlns:p14="http://schemas.microsoft.com/office/powerpoint/2010/main" val="173468288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95C1-F186-3BF2-8B5C-CC6061CBA8C8}"/>
              </a:ext>
            </a:extLst>
          </p:cNvPr>
          <p:cNvSpPr>
            <a:spLocks noGrp="1"/>
          </p:cNvSpPr>
          <p:nvPr>
            <p:ph type="title"/>
          </p:nvPr>
        </p:nvSpPr>
        <p:spPr/>
        <p:txBody>
          <a:bodyPr>
            <a:normAutofit fontScale="90000"/>
          </a:bodyPr>
          <a:lstStyle/>
          <a:p>
            <a:r>
              <a:rPr lang="en-US" dirty="0"/>
              <a:t>Package and encapsulation</a:t>
            </a:r>
            <a:endParaRPr lang="en-ID" dirty="0"/>
          </a:p>
        </p:txBody>
      </p:sp>
      <p:sp>
        <p:nvSpPr>
          <p:cNvPr id="3" name="Text Placeholder 2">
            <a:extLst>
              <a:ext uri="{FF2B5EF4-FFF2-40B4-BE49-F238E27FC236}">
                <a16:creationId xmlns:a16="http://schemas.microsoft.com/office/drawing/2014/main" id="{0FDA5A99-ADAA-FC44-52B9-B864678CCD83}"/>
              </a:ext>
            </a:extLst>
          </p:cNvPr>
          <p:cNvSpPr>
            <a:spLocks noGrp="1"/>
          </p:cNvSpPr>
          <p:nvPr>
            <p:ph type="body" sz="quarter" idx="10"/>
          </p:nvPr>
        </p:nvSpPr>
        <p:spPr/>
        <p:txBody>
          <a:bodyPr/>
          <a:lstStyle/>
          <a:p>
            <a:r>
              <a:rPr lang="en-US" dirty="0"/>
              <a:t>Setter and getter</a:t>
            </a:r>
            <a:endParaRPr lang="en-ID" dirty="0"/>
          </a:p>
        </p:txBody>
      </p:sp>
      <p:sp>
        <p:nvSpPr>
          <p:cNvPr id="4" name="Content Placeholder 3">
            <a:extLst>
              <a:ext uri="{FF2B5EF4-FFF2-40B4-BE49-F238E27FC236}">
                <a16:creationId xmlns:a16="http://schemas.microsoft.com/office/drawing/2014/main" id="{FD03AA34-FCDA-D9F8-5FF1-BDBC95EE3B97}"/>
              </a:ext>
            </a:extLst>
          </p:cNvPr>
          <p:cNvSpPr>
            <a:spLocks noGrp="1"/>
          </p:cNvSpPr>
          <p:nvPr>
            <p:ph sz="quarter" idx="11"/>
          </p:nvPr>
        </p:nvSpPr>
        <p:spPr>
          <a:xfrm>
            <a:off x="2167377" y="3909669"/>
            <a:ext cx="18800028" cy="8253978"/>
          </a:xfrm>
        </p:spPr>
        <p:txBody>
          <a:bodyPr>
            <a:noAutofit/>
          </a:bodyPr>
          <a:lstStyle/>
          <a:p>
            <a:r>
              <a:rPr lang="en-US" sz="3000" dirty="0"/>
              <a:t>Name is </a:t>
            </a:r>
            <a:r>
              <a:rPr lang="en-US" sz="3000" dirty="0" err="1"/>
              <a:t>unaccessible</a:t>
            </a:r>
            <a:r>
              <a:rPr lang="en-US" sz="3000" dirty="0"/>
              <a:t> because it is private. Hence, the setter and getter will be used to access name variable:</a:t>
            </a:r>
          </a:p>
          <a:p>
            <a:pPr marL="0" indent="0">
              <a:buNone/>
            </a:pPr>
            <a:endParaRPr lang="en-US" sz="3000" dirty="0"/>
          </a:p>
          <a:p>
            <a:pPr marL="0" indent="0">
              <a:spcBef>
                <a:spcPts val="0"/>
              </a:spcBef>
              <a:buNone/>
            </a:pPr>
            <a:r>
              <a:rPr lang="en-US" sz="3000" b="0" dirty="0">
                <a:solidFill>
                  <a:srgbClr val="008000"/>
                </a:solidFill>
                <a:effectLst/>
                <a:latin typeface="Consolas" panose="020B0609020204030204" pitchFamily="49" charset="0"/>
              </a:rPr>
              <a:t>// A class that tests the setter and getter methods</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FF"/>
                </a:solidFill>
                <a:effectLst/>
                <a:latin typeface="Consolas" panose="020B0609020204030204" pitchFamily="49" charset="0"/>
              </a:rPr>
              <a:t>class</a:t>
            </a:r>
            <a:r>
              <a:rPr lang="en-US" sz="3000" b="0" dirty="0">
                <a:solidFill>
                  <a:srgbClr val="000000"/>
                </a:solidFill>
                <a:effectLst/>
                <a:latin typeface="Consolas" panose="020B0609020204030204" pitchFamily="49" charset="0"/>
              </a:rPr>
              <a:t> Main {</a:t>
            </a: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public</a:t>
            </a: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static</a:t>
            </a: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void</a:t>
            </a:r>
            <a:r>
              <a:rPr lang="en-US" sz="3000" b="0" dirty="0">
                <a:solidFill>
                  <a:srgbClr val="000000"/>
                </a:solidFill>
                <a:effectLst/>
                <a:latin typeface="Consolas" panose="020B0609020204030204" pitchFamily="49" charset="0"/>
              </a:rPr>
              <a:t> main(</a:t>
            </a:r>
            <a:r>
              <a:rPr lang="en-US" sz="3000" b="0" dirty="0">
                <a:solidFill>
                  <a:srgbClr val="0000FF"/>
                </a:solidFill>
                <a:effectLst/>
                <a:latin typeface="Consolas" panose="020B0609020204030204" pitchFamily="49" charset="0"/>
              </a:rPr>
              <a:t>String</a:t>
            </a:r>
            <a:r>
              <a:rPr lang="en-US" sz="3000" b="0" dirty="0">
                <a:solidFill>
                  <a:srgbClr val="000000"/>
                </a:solidFill>
                <a:effectLst/>
                <a:latin typeface="Consolas" panose="020B0609020204030204" pitchFamily="49" charset="0"/>
              </a:rPr>
              <a:t>[] </a:t>
            </a:r>
            <a:r>
              <a:rPr lang="en-US" sz="3000" b="0" dirty="0" err="1">
                <a:solidFill>
                  <a:srgbClr val="000000"/>
                </a:solidFill>
                <a:effectLst/>
                <a:latin typeface="Consolas" panose="020B0609020204030204" pitchFamily="49" charset="0"/>
              </a:rPr>
              <a:t>args</a:t>
            </a:r>
            <a:r>
              <a:rPr lang="en-US" sz="3000" b="0" dirty="0">
                <a:solidFill>
                  <a:srgbClr val="000000"/>
                </a:solidFill>
                <a:effectLst/>
                <a:latin typeface="Consolas" panose="020B0609020204030204" pitchFamily="49" charset="0"/>
              </a:rPr>
              <a:t>) {</a:t>
            </a: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8000"/>
                </a:solidFill>
                <a:effectLst/>
                <a:latin typeface="Consolas" panose="020B0609020204030204" pitchFamily="49" charset="0"/>
              </a:rPr>
              <a:t>// Create a person object</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00"/>
                </a:solidFill>
                <a:effectLst/>
                <a:latin typeface="Consolas" panose="020B0609020204030204" pitchFamily="49" charset="0"/>
              </a:rPr>
              <a:t>    </a:t>
            </a:r>
            <a:r>
              <a:rPr lang="en-US" sz="3000" b="0" dirty="0">
                <a:solidFill>
                  <a:srgbClr val="0000FF"/>
                </a:solidFill>
                <a:effectLst/>
                <a:latin typeface="Consolas" panose="020B0609020204030204" pitchFamily="49" charset="0"/>
              </a:rPr>
              <a:t>Person</a:t>
            </a:r>
            <a:r>
              <a:rPr lang="en-US" sz="3000" b="0" dirty="0">
                <a:solidFill>
                  <a:srgbClr val="000000"/>
                </a:solidFill>
                <a:effectLst/>
                <a:latin typeface="Consolas" panose="020B0609020204030204" pitchFamily="49" charset="0"/>
              </a:rPr>
              <a:t> p = </a:t>
            </a:r>
            <a:r>
              <a:rPr lang="en-US" sz="3000" b="0" dirty="0">
                <a:solidFill>
                  <a:srgbClr val="0000FF"/>
                </a:solidFill>
                <a:effectLst/>
                <a:latin typeface="Consolas" panose="020B0609020204030204" pitchFamily="49" charset="0"/>
              </a:rPr>
              <a:t>new</a:t>
            </a:r>
            <a:r>
              <a:rPr lang="en-US" sz="3000" b="0" dirty="0">
                <a:solidFill>
                  <a:srgbClr val="000000"/>
                </a:solidFill>
                <a:effectLst/>
                <a:latin typeface="Consolas" panose="020B0609020204030204" pitchFamily="49" charset="0"/>
              </a:rPr>
              <a:t> Person();</a:t>
            </a:r>
          </a:p>
          <a:p>
            <a:pPr marL="0" indent="0">
              <a:spcBef>
                <a:spcPts val="0"/>
              </a:spcBef>
              <a:buNone/>
            </a:pPr>
            <a:br>
              <a:rPr lang="en-US" sz="3000" b="0" dirty="0">
                <a:solidFill>
                  <a:srgbClr val="000000"/>
                </a:solidFill>
                <a:effectLst/>
                <a:latin typeface="Consolas" panose="020B0609020204030204" pitchFamily="49" charset="0"/>
              </a:rPr>
            </a:br>
            <a:r>
              <a:rPr lang="en-US" sz="3000" b="0" dirty="0">
                <a:solidFill>
                  <a:srgbClr val="000000"/>
                </a:solidFill>
                <a:effectLst/>
                <a:latin typeface="Consolas" panose="020B0609020204030204" pitchFamily="49" charset="0"/>
              </a:rPr>
              <a:t>    </a:t>
            </a:r>
            <a:r>
              <a:rPr lang="en-US" sz="3000" b="0" dirty="0">
                <a:solidFill>
                  <a:srgbClr val="008000"/>
                </a:solidFill>
                <a:effectLst/>
                <a:latin typeface="Consolas" panose="020B0609020204030204" pitchFamily="49" charset="0"/>
              </a:rPr>
              <a:t>// Set the name of the person using the setter method</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00"/>
                </a:solidFill>
                <a:effectLst/>
                <a:latin typeface="Consolas" panose="020B0609020204030204" pitchFamily="49" charset="0"/>
              </a:rPr>
              <a:t>    </a:t>
            </a:r>
            <a:r>
              <a:rPr lang="en-US" sz="3000" b="0" dirty="0" err="1">
                <a:solidFill>
                  <a:srgbClr val="000000"/>
                </a:solidFill>
                <a:effectLst/>
                <a:latin typeface="Consolas" panose="020B0609020204030204" pitchFamily="49" charset="0"/>
              </a:rPr>
              <a:t>p.setName</a:t>
            </a:r>
            <a:r>
              <a:rPr lang="en-US" sz="3000" b="0" dirty="0">
                <a:solidFill>
                  <a:srgbClr val="000000"/>
                </a:solidFill>
                <a:effectLst/>
                <a:latin typeface="Consolas" panose="020B0609020204030204" pitchFamily="49" charset="0"/>
              </a:rPr>
              <a:t>(</a:t>
            </a:r>
            <a:r>
              <a:rPr lang="en-US" sz="3000" b="0" dirty="0">
                <a:solidFill>
                  <a:srgbClr val="A31515"/>
                </a:solidFill>
                <a:effectLst/>
                <a:latin typeface="Consolas" panose="020B0609020204030204" pitchFamily="49" charset="0"/>
              </a:rPr>
              <a:t>"Alice"</a:t>
            </a:r>
            <a:r>
              <a:rPr lang="en-US" sz="3000" b="0" dirty="0">
                <a:solidFill>
                  <a:srgbClr val="000000"/>
                </a:solidFill>
                <a:effectLst/>
                <a:latin typeface="Consolas" panose="020B0609020204030204" pitchFamily="49" charset="0"/>
              </a:rPr>
              <a:t>);</a:t>
            </a:r>
          </a:p>
          <a:p>
            <a:pPr marL="0" indent="0">
              <a:spcBef>
                <a:spcPts val="0"/>
              </a:spcBef>
              <a:buNone/>
            </a:pPr>
            <a:br>
              <a:rPr lang="en-US" sz="3000" b="0" dirty="0">
                <a:solidFill>
                  <a:srgbClr val="000000"/>
                </a:solidFill>
                <a:effectLst/>
                <a:latin typeface="Consolas" panose="020B0609020204030204" pitchFamily="49" charset="0"/>
              </a:rPr>
            </a:br>
            <a:r>
              <a:rPr lang="en-US" sz="3000" b="0" dirty="0">
                <a:solidFill>
                  <a:srgbClr val="000000"/>
                </a:solidFill>
                <a:effectLst/>
                <a:latin typeface="Consolas" panose="020B0609020204030204" pitchFamily="49" charset="0"/>
              </a:rPr>
              <a:t>    </a:t>
            </a:r>
            <a:r>
              <a:rPr lang="en-US" sz="3000" b="0" dirty="0">
                <a:solidFill>
                  <a:srgbClr val="008000"/>
                </a:solidFill>
                <a:effectLst/>
                <a:latin typeface="Consolas" panose="020B0609020204030204" pitchFamily="49" charset="0"/>
              </a:rPr>
              <a:t>// Get the name of the person using the getter method</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00"/>
                </a:solidFill>
                <a:effectLst/>
                <a:latin typeface="Consolas" panose="020B0609020204030204" pitchFamily="49" charset="0"/>
              </a:rPr>
              <a:t>    </a:t>
            </a:r>
            <a:r>
              <a:rPr lang="en-US" sz="3000" b="0" dirty="0" err="1">
                <a:solidFill>
                  <a:srgbClr val="000000"/>
                </a:solidFill>
                <a:effectLst/>
                <a:latin typeface="Consolas" panose="020B0609020204030204" pitchFamily="49" charset="0"/>
              </a:rPr>
              <a:t>System.out.println</a:t>
            </a:r>
            <a:r>
              <a:rPr lang="en-US" sz="3000" b="0" dirty="0">
                <a:solidFill>
                  <a:srgbClr val="000000"/>
                </a:solidFill>
                <a:effectLst/>
                <a:latin typeface="Consolas" panose="020B0609020204030204" pitchFamily="49" charset="0"/>
              </a:rPr>
              <a:t>(</a:t>
            </a:r>
            <a:r>
              <a:rPr lang="en-US" sz="3000" b="0" dirty="0" err="1">
                <a:solidFill>
                  <a:srgbClr val="000000"/>
                </a:solidFill>
                <a:effectLst/>
                <a:latin typeface="Consolas" panose="020B0609020204030204" pitchFamily="49" charset="0"/>
              </a:rPr>
              <a:t>p.getName</a:t>
            </a:r>
            <a:r>
              <a:rPr lang="en-US" sz="3000" b="0" dirty="0">
                <a:solidFill>
                  <a:srgbClr val="000000"/>
                </a:solidFill>
                <a:effectLst/>
                <a:latin typeface="Consolas" panose="020B0609020204030204" pitchFamily="49" charset="0"/>
              </a:rPr>
              <a:t>()); </a:t>
            </a:r>
            <a:r>
              <a:rPr lang="en-US" sz="3000" b="0" dirty="0">
                <a:solidFill>
                  <a:srgbClr val="008000"/>
                </a:solidFill>
                <a:effectLst/>
                <a:latin typeface="Consolas" panose="020B0609020204030204" pitchFamily="49" charset="0"/>
              </a:rPr>
              <a:t>// Prints "Alice"</a:t>
            </a:r>
            <a:endParaRPr lang="en-US" sz="3000" b="0" dirty="0">
              <a:solidFill>
                <a:srgbClr val="000000"/>
              </a:solidFill>
              <a:effectLst/>
              <a:latin typeface="Consolas" panose="020B0609020204030204" pitchFamily="49" charset="0"/>
            </a:endParaRPr>
          </a:p>
          <a:p>
            <a:pPr marL="0" indent="0">
              <a:spcBef>
                <a:spcPts val="0"/>
              </a:spcBef>
              <a:buNone/>
            </a:pPr>
            <a:r>
              <a:rPr lang="en-US" sz="3000" b="0" dirty="0">
                <a:solidFill>
                  <a:srgbClr val="000000"/>
                </a:solidFill>
                <a:effectLst/>
                <a:latin typeface="Consolas" panose="020B0609020204030204" pitchFamily="49" charset="0"/>
              </a:rPr>
              <a:t>  }</a:t>
            </a:r>
          </a:p>
          <a:p>
            <a:pPr marL="0" indent="0">
              <a:spcBef>
                <a:spcPts val="0"/>
              </a:spcBef>
              <a:buNone/>
            </a:pPr>
            <a:r>
              <a:rPr lang="en-US" sz="3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4071090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A95F9-C544-7124-80EE-7C0477090405}"/>
              </a:ext>
            </a:extLst>
          </p:cNvPr>
          <p:cNvSpPr>
            <a:spLocks noGrp="1"/>
          </p:cNvSpPr>
          <p:nvPr>
            <p:ph type="title"/>
          </p:nvPr>
        </p:nvSpPr>
        <p:spPr/>
        <p:txBody>
          <a:bodyPr>
            <a:normAutofit fontScale="90000"/>
          </a:bodyPr>
          <a:lstStyle/>
          <a:p>
            <a:r>
              <a:rPr lang="en-US" dirty="0"/>
              <a:t>Encapsulation and package</a:t>
            </a:r>
            <a:endParaRPr lang="en-ID" dirty="0"/>
          </a:p>
        </p:txBody>
      </p:sp>
      <p:sp>
        <p:nvSpPr>
          <p:cNvPr id="3" name="Text Placeholder 2">
            <a:extLst>
              <a:ext uri="{FF2B5EF4-FFF2-40B4-BE49-F238E27FC236}">
                <a16:creationId xmlns:a16="http://schemas.microsoft.com/office/drawing/2014/main" id="{F183273B-C62D-5C25-DFA0-740296E77C32}"/>
              </a:ext>
            </a:extLst>
          </p:cNvPr>
          <p:cNvSpPr>
            <a:spLocks noGrp="1"/>
          </p:cNvSpPr>
          <p:nvPr>
            <p:ph type="body" sz="quarter" idx="10"/>
          </p:nvPr>
        </p:nvSpPr>
        <p:spPr/>
        <p:txBody>
          <a:bodyPr/>
          <a:lstStyle/>
          <a:p>
            <a:r>
              <a:rPr lang="en-US" dirty="0"/>
              <a:t>Exercise 3</a:t>
            </a:r>
            <a:endParaRPr lang="en-ID" dirty="0"/>
          </a:p>
        </p:txBody>
      </p:sp>
      <p:sp>
        <p:nvSpPr>
          <p:cNvPr id="4" name="Content Placeholder 3">
            <a:extLst>
              <a:ext uri="{FF2B5EF4-FFF2-40B4-BE49-F238E27FC236}">
                <a16:creationId xmlns:a16="http://schemas.microsoft.com/office/drawing/2014/main" id="{F3DEAFFD-6005-8E25-913C-187B0B4516DF}"/>
              </a:ext>
            </a:extLst>
          </p:cNvPr>
          <p:cNvSpPr>
            <a:spLocks noGrp="1"/>
          </p:cNvSpPr>
          <p:nvPr>
            <p:ph sz="quarter" idx="11"/>
          </p:nvPr>
        </p:nvSpPr>
        <p:spPr/>
        <p:txBody>
          <a:bodyPr/>
          <a:lstStyle/>
          <a:p>
            <a:r>
              <a:rPr lang="en-US" dirty="0"/>
              <a:t>Try changing the access modifier of id and email from user into private</a:t>
            </a:r>
          </a:p>
          <a:p>
            <a:r>
              <a:rPr lang="en-US" dirty="0"/>
              <a:t>Use setter and getter to access those private variables</a:t>
            </a:r>
            <a:endParaRPr lang="en-ID" dirty="0"/>
          </a:p>
        </p:txBody>
      </p:sp>
    </p:spTree>
    <p:extLst>
      <p:ext uri="{BB962C8B-B14F-4D97-AF65-F5344CB8AC3E}">
        <p14:creationId xmlns:p14="http://schemas.microsoft.com/office/powerpoint/2010/main" val="56622984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D5893-A4CF-FF2C-D204-3B28A128C563}"/>
              </a:ext>
            </a:extLst>
          </p:cNvPr>
          <p:cNvSpPr>
            <a:spLocks noGrp="1"/>
          </p:cNvSpPr>
          <p:nvPr>
            <p:ph type="title"/>
          </p:nvPr>
        </p:nvSpPr>
        <p:spPr/>
        <p:txBody>
          <a:bodyPr>
            <a:normAutofit fontScale="90000"/>
          </a:bodyPr>
          <a:lstStyle/>
          <a:p>
            <a:r>
              <a:rPr lang="en-US" dirty="0"/>
              <a:t>Object oriented concept and encapsulation</a:t>
            </a:r>
            <a:endParaRPr lang="en-ID" dirty="0"/>
          </a:p>
        </p:txBody>
      </p:sp>
      <p:sp>
        <p:nvSpPr>
          <p:cNvPr id="3" name="Text Placeholder 2">
            <a:extLst>
              <a:ext uri="{FF2B5EF4-FFF2-40B4-BE49-F238E27FC236}">
                <a16:creationId xmlns:a16="http://schemas.microsoft.com/office/drawing/2014/main" id="{0C524B1E-80F4-4BE1-EA2F-C93B5A188104}"/>
              </a:ext>
            </a:extLst>
          </p:cNvPr>
          <p:cNvSpPr>
            <a:spLocks noGrp="1"/>
          </p:cNvSpPr>
          <p:nvPr>
            <p:ph type="body" sz="quarter" idx="10"/>
          </p:nvPr>
        </p:nvSpPr>
        <p:spPr/>
        <p:txBody>
          <a:bodyPr/>
          <a:lstStyle/>
          <a:p>
            <a:r>
              <a:rPr lang="en-US" dirty="0"/>
              <a:t>reference</a:t>
            </a:r>
            <a:endParaRPr lang="en-ID" dirty="0"/>
          </a:p>
        </p:txBody>
      </p:sp>
      <p:sp>
        <p:nvSpPr>
          <p:cNvPr id="4" name="Content Placeholder 3">
            <a:extLst>
              <a:ext uri="{FF2B5EF4-FFF2-40B4-BE49-F238E27FC236}">
                <a16:creationId xmlns:a16="http://schemas.microsoft.com/office/drawing/2014/main" id="{DD870B70-2B05-4799-30BD-E57CB8F15E11}"/>
              </a:ext>
            </a:extLst>
          </p:cNvPr>
          <p:cNvSpPr>
            <a:spLocks noGrp="1"/>
          </p:cNvSpPr>
          <p:nvPr>
            <p:ph sz="quarter" idx="11"/>
          </p:nvPr>
        </p:nvSpPr>
        <p:spPr/>
        <p:txBody>
          <a:bodyPr/>
          <a:lstStyle/>
          <a:p>
            <a:r>
              <a:rPr lang="en-US" dirty="0"/>
              <a:t>Daniel Liang, Introduction to Java Programming and Data Structure, 13</a:t>
            </a:r>
            <a:r>
              <a:rPr lang="en-US" baseline="30000" dirty="0"/>
              <a:t>th</a:t>
            </a:r>
            <a:r>
              <a:rPr lang="en-US" dirty="0"/>
              <a:t> edition. </a:t>
            </a:r>
            <a:endParaRPr lang="en-ID" dirty="0"/>
          </a:p>
        </p:txBody>
      </p:sp>
    </p:spTree>
    <p:extLst>
      <p:ext uri="{BB962C8B-B14F-4D97-AF65-F5344CB8AC3E}">
        <p14:creationId xmlns:p14="http://schemas.microsoft.com/office/powerpoint/2010/main" val="1913278937"/>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4CA077843E12C45ABBF89EA0D3E6ECB" ma:contentTypeVersion="12" ma:contentTypeDescription="Create a new document." ma:contentTypeScope="" ma:versionID="f220297e283031e9eab2ed307e5e4cdc">
  <xsd:schema xmlns:xsd="http://www.w3.org/2001/XMLSchema" xmlns:xs="http://www.w3.org/2001/XMLSchema" xmlns:p="http://schemas.microsoft.com/office/2006/metadata/properties" xmlns:ns2="02437cf3-862c-4aa8-bd7e-caeecb8e11df" xmlns:ns3="fc2d5289-3ec1-4d76-80c1-a1cd17baf85c" targetNamespace="http://schemas.microsoft.com/office/2006/metadata/properties" ma:root="true" ma:fieldsID="1da8f879ae0b13e42b7077458e0d2470" ns2:_="" ns3:_="">
    <xsd:import namespace="02437cf3-862c-4aa8-bd7e-caeecb8e11df"/>
    <xsd:import namespace="fc2d5289-3ec1-4d76-80c1-a1cd17baf8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437cf3-862c-4aa8-bd7e-caeecb8e11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2802744-7fd5-42e0-b4ac-2f85b671ef9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2d5289-3ec1-4d76-80c1-a1cd17baf85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ed2725a-0247-41b8-b239-ecd86c77a8ad}" ma:internalName="TaxCatchAll" ma:showField="CatchAllData" ma:web="fc2d5289-3ec1-4d76-80c1-a1cd17baf85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c2d5289-3ec1-4d76-80c1-a1cd17baf85c" xsi:nil="true"/>
    <lcf76f155ced4ddcb4097134ff3c332f xmlns="02437cf3-862c-4aa8-bd7e-caeecb8e11d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EFADB5F-2B74-438E-AC66-069BDBEB9C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437cf3-862c-4aa8-bd7e-caeecb8e11df"/>
    <ds:schemaRef ds:uri="fc2d5289-3ec1-4d76-80c1-a1cd17baf8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B6AEE8-8B63-44CD-83A4-0E4F364DFFF0}">
  <ds:schemaRefs>
    <ds:schemaRef ds:uri="http://schemas.microsoft.com/sharepoint/v3/contenttype/forms"/>
  </ds:schemaRefs>
</ds:datastoreItem>
</file>

<file path=customXml/itemProps3.xml><?xml version="1.0" encoding="utf-8"?>
<ds:datastoreItem xmlns:ds="http://schemas.openxmlformats.org/officeDocument/2006/customXml" ds:itemID="{D3530D5D-BD28-4FF7-95D0-6A29CEF79260}">
  <ds:schemaRefs>
    <ds:schemaRef ds:uri="http://schemas.microsoft.com/office/2006/metadata/properties"/>
    <ds:schemaRef ds:uri="http://schemas.microsoft.com/office/infopath/2007/PartnerControls"/>
    <ds:schemaRef ds:uri="6456c2c6-d044-4477-96fa-bf2a90b8f8d0"/>
    <ds:schemaRef ds:uri="aa01e5cc-3673-4952-8508-9ae9704a600f"/>
    <ds:schemaRef ds:uri="http://schemas.microsoft.com/sharepoint/v4"/>
    <ds:schemaRef ds:uri="fc2d5289-3ec1-4d76-80c1-a1cd17baf85c"/>
    <ds:schemaRef ds:uri="02437cf3-862c-4aa8-bd7e-caeecb8e11df"/>
  </ds:schemaRefs>
</ds:datastoreItem>
</file>

<file path=docProps/app.xml><?xml version="1.0" encoding="utf-8"?>
<Properties xmlns="http://schemas.openxmlformats.org/officeDocument/2006/extended-properties" xmlns:vt="http://schemas.openxmlformats.org/officeDocument/2006/docPropsVTypes">
  <Template>Week 1 - Intro to Java Programming</Template>
  <TotalTime>3156</TotalTime>
  <Words>1635</Words>
  <Application>Microsoft Office PowerPoint</Application>
  <PresentationFormat>Custom</PresentationFormat>
  <Paragraphs>167</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OCRB</vt:lpstr>
      <vt:lpstr>Open Sans</vt:lpstr>
      <vt:lpstr>Open Sans Light</vt:lpstr>
      <vt:lpstr>Wingdings</vt:lpstr>
      <vt:lpstr>Consolas</vt:lpstr>
      <vt:lpstr>Open Sans ExtraBold</vt:lpstr>
      <vt:lpstr>Arial</vt:lpstr>
      <vt:lpstr>Courier New</vt:lpstr>
      <vt:lpstr>Open Sans Semibold</vt:lpstr>
      <vt:lpstr>21_BasicWhite</vt:lpstr>
      <vt:lpstr>Encapsulation and package</vt:lpstr>
      <vt:lpstr>Outline</vt:lpstr>
      <vt:lpstr>Encapsulation and package</vt:lpstr>
      <vt:lpstr>Encapsulation and package</vt:lpstr>
      <vt:lpstr>Encapsulation and package</vt:lpstr>
      <vt:lpstr>Encapsulation and package</vt:lpstr>
      <vt:lpstr>Encapsulation and package</vt:lpstr>
      <vt:lpstr>Encapsulation and package</vt:lpstr>
      <vt:lpstr>Encapsulation and package</vt:lpstr>
      <vt:lpstr>Encapsulation and package</vt:lpstr>
      <vt:lpstr>Encapsulation and package</vt:lpstr>
      <vt:lpstr>Encapsulation and package</vt:lpstr>
      <vt:lpstr>Encapsulation and package</vt:lpstr>
      <vt:lpstr>Encapsulation and package</vt:lpstr>
      <vt:lpstr>Encapsulation and package</vt:lpstr>
      <vt:lpstr>Object oriented concept and encapsulation</vt:lpstr>
      <vt:lpstr>Package and encapsulation</vt:lpstr>
      <vt:lpstr>Package and encapsulation</vt:lpstr>
      <vt:lpstr>Package and encapsulation</vt:lpstr>
      <vt:lpstr>Encapsulation and package</vt:lpstr>
      <vt:lpstr>Object oriented concept and encapsulation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Algorithm</dc:title>
  <dc:creator>Muhammad Fikri Hasani</dc:creator>
  <cp:lastModifiedBy>Eva Aprianti</cp:lastModifiedBy>
  <cp:revision>128</cp:revision>
  <dcterms:created xsi:type="dcterms:W3CDTF">2023-11-28T09:27:32Z</dcterms:created>
  <dcterms:modified xsi:type="dcterms:W3CDTF">2026-09-10T11:54:19Z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0x010100B4CA077843E12C45ABBF89EA0D3E6ECB</vt:lpwstr>
  </property>
  <property fmtid="{D5CDD505-2E9C-101B-9397-08002B2CF9AE}" pid="3" name="_dlc_DocIdItemGuid">
    <vt:lpwstr>557a7588-db25-46d2-acb7-e58a5aea8619</vt:lpwstr>
  </property>
</Properties>
</file>