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3"/>
  </p:notesMasterIdLst>
  <p:sldIdLst>
    <p:sldId id="256" r:id="rId6"/>
    <p:sldId id="257" r:id="rId7"/>
    <p:sldId id="277" r:id="rId8"/>
    <p:sldId id="258" r:id="rId9"/>
    <p:sldId id="259" r:id="rId10"/>
    <p:sldId id="260" r:id="rId11"/>
    <p:sldId id="263" r:id="rId12"/>
    <p:sldId id="261" r:id="rId13"/>
    <p:sldId id="264" r:id="rId14"/>
    <p:sldId id="262" r:id="rId15"/>
    <p:sldId id="265" r:id="rId16"/>
    <p:sldId id="266" r:id="rId17"/>
    <p:sldId id="267" r:id="rId18"/>
    <p:sldId id="268" r:id="rId19"/>
    <p:sldId id="273" r:id="rId20"/>
    <p:sldId id="274" r:id="rId21"/>
    <p:sldId id="272" r:id="rId22"/>
    <p:sldId id="285" r:id="rId23"/>
    <p:sldId id="271" r:id="rId24"/>
    <p:sldId id="275" r:id="rId25"/>
    <p:sldId id="278" r:id="rId26"/>
    <p:sldId id="279" r:id="rId27"/>
    <p:sldId id="280" r:id="rId28"/>
    <p:sldId id="281" r:id="rId29"/>
    <p:sldId id="282" r:id="rId30"/>
    <p:sldId id="284" r:id="rId31"/>
    <p:sldId id="283" r:id="rId32"/>
  </p:sldIdLst>
  <p:sldSz cx="24384000" cy="13716000"/>
  <p:notesSz cx="6858000" cy="9144000"/>
  <p:embeddedFontLst>
    <p:embeddedFont>
      <p:font typeface="ＭＳ Ｐゴシック" panose="020B0600070205080204" pitchFamily="34" charset="-128"/>
      <p:regular r:id="rId34"/>
    </p:embeddedFont>
    <p:embeddedFont>
      <p:font typeface="OCRB" panose="020B0609020202020204" pitchFamily="49" charset="77"/>
      <p:regular r:id="rId35"/>
    </p:embeddedFont>
    <p:embeddedFont>
      <p:font typeface="Open Sans ExtraBold" panose="020B0606030504020204" pitchFamily="34" charset="0"/>
      <p:bold r:id="rId36"/>
      <p:italic r:id="rId37"/>
      <p:boldItalic r:id="rId38"/>
    </p:embeddedFont>
    <p:embeddedFont>
      <p:font typeface="Open Sans Light" panose="020B0306030504020204" pitchFamily="34" charset="0"/>
      <p:regular r:id="rId39"/>
      <p:italic r:id="rId40"/>
    </p:embeddedFont>
    <p:embeddedFont>
      <p:font typeface="Open Sans Semibold" panose="020B0606030504020204" pitchFamily="34" charset="0"/>
      <p:regular r:id="rId41"/>
      <p:bold r:id="rId42"/>
      <p:italic r:id="rId43"/>
      <p:boldItalic r:id="rId4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20" autoAdjust="0"/>
    <p:restoredTop sz="96197"/>
  </p:normalViewPr>
  <p:slideViewPr>
    <p:cSldViewPr snapToGrid="0" snapToObjects="1">
      <p:cViewPr varScale="1">
        <p:scale>
          <a:sx n="48" d="100"/>
          <a:sy n="48" d="100"/>
        </p:scale>
        <p:origin x="264" y="66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6.fntdata"/><Relationship Id="rId21" Type="http://schemas.openxmlformats.org/officeDocument/2006/relationships/slide" Target="slides/slide16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.fntdata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11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Fikri Hasani" userId="ada500cb4dc7801b" providerId="LiveId" clId="{DC791BC3-DD0C-4EB1-ACD4-12AA4C5297C5}"/>
    <pc:docChg chg="custSel modSld">
      <pc:chgData name="Muhammad Fikri Hasani" userId="ada500cb4dc7801b" providerId="LiveId" clId="{DC791BC3-DD0C-4EB1-ACD4-12AA4C5297C5}" dt="2023-12-19T01:37:48.607" v="26" actId="20577"/>
      <pc:docMkLst>
        <pc:docMk/>
      </pc:docMkLst>
      <pc:sldChg chg="modSp mod">
        <pc:chgData name="Muhammad Fikri Hasani" userId="ada500cb4dc7801b" providerId="LiveId" clId="{DC791BC3-DD0C-4EB1-ACD4-12AA4C5297C5}" dt="2023-12-17T13:36:14.160" v="9" actId="20577"/>
        <pc:sldMkLst>
          <pc:docMk/>
          <pc:sldMk cId="3807564589" sldId="256"/>
        </pc:sldMkLst>
        <pc:spChg chg="mod">
          <ac:chgData name="Muhammad Fikri Hasani" userId="ada500cb4dc7801b" providerId="LiveId" clId="{DC791BC3-DD0C-4EB1-ACD4-12AA4C5297C5}" dt="2023-12-17T13:36:14.160" v="9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modSp mod">
        <pc:chgData name="Muhammad Fikri Hasani" userId="ada500cb4dc7801b" providerId="LiveId" clId="{DC791BC3-DD0C-4EB1-ACD4-12AA4C5297C5}" dt="2023-12-19T01:37:48.607" v="26" actId="20577"/>
        <pc:sldMkLst>
          <pc:docMk/>
          <pc:sldMk cId="583598638" sldId="283"/>
        </pc:sldMkLst>
        <pc:spChg chg="mod">
          <ac:chgData name="Muhammad Fikri Hasani" userId="ada500cb4dc7801b" providerId="LiveId" clId="{DC791BC3-DD0C-4EB1-ACD4-12AA4C5297C5}" dt="2023-12-19T01:37:45.951" v="10"/>
          <ac:spMkLst>
            <pc:docMk/>
            <pc:sldMk cId="583598638" sldId="283"/>
            <ac:spMk id="2" creationId="{CC6CA47F-5D4D-A8D3-57AC-88F202E78473}"/>
          </ac:spMkLst>
        </pc:spChg>
        <pc:spChg chg="mod">
          <ac:chgData name="Muhammad Fikri Hasani" userId="ada500cb4dc7801b" providerId="LiveId" clId="{DC791BC3-DD0C-4EB1-ACD4-12AA4C5297C5}" dt="2023-12-19T01:37:48.607" v="26" actId="20577"/>
          <ac:spMkLst>
            <pc:docMk/>
            <pc:sldMk cId="583598638" sldId="283"/>
            <ac:spMk id="3" creationId="{BDC73899-D083-75B7-4342-710A17295934}"/>
          </ac:spMkLst>
        </pc:spChg>
      </pc:sldChg>
    </pc:docChg>
  </pc:docChgLst>
  <pc:docChgLst>
    <pc:chgData name="Muhammad Fikri Hasani" userId="ada500cb4dc7801b" providerId="LiveId" clId="{786255F7-9FE3-486C-982B-B25D274956AF}"/>
    <pc:docChg chg="undo custSel addSld delSld modSld sldOrd">
      <pc:chgData name="Muhammad Fikri Hasani" userId="ada500cb4dc7801b" providerId="LiveId" clId="{786255F7-9FE3-486C-982B-B25D274956AF}" dt="2023-11-29T15:09:26.362" v="5995" actId="20577"/>
      <pc:docMkLst>
        <pc:docMk/>
      </pc:docMkLst>
      <pc:sldChg chg="modSp mod">
        <pc:chgData name="Muhammad Fikri Hasani" userId="ada500cb4dc7801b" providerId="LiveId" clId="{786255F7-9FE3-486C-982B-B25D274956AF}" dt="2023-11-29T03:57:44.105" v="86" actId="20577"/>
        <pc:sldMkLst>
          <pc:docMk/>
          <pc:sldMk cId="2766454393" sldId="257"/>
        </pc:sldMkLst>
        <pc:spChg chg="mod">
          <ac:chgData name="Muhammad Fikri Hasani" userId="ada500cb4dc7801b" providerId="LiveId" clId="{786255F7-9FE3-486C-982B-B25D274956AF}" dt="2023-11-29T03:57:44.105" v="86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modSp new mod">
        <pc:chgData name="Muhammad Fikri Hasani" userId="ada500cb4dc7801b" providerId="LiveId" clId="{786255F7-9FE3-486C-982B-B25D274956AF}" dt="2023-11-29T04:09:19.376" v="431" actId="20577"/>
        <pc:sldMkLst>
          <pc:docMk/>
          <pc:sldMk cId="3394860097" sldId="258"/>
        </pc:sldMkLst>
        <pc:spChg chg="mod">
          <ac:chgData name="Muhammad Fikri Hasani" userId="ada500cb4dc7801b" providerId="LiveId" clId="{786255F7-9FE3-486C-982B-B25D274956AF}" dt="2023-11-29T04:09:19.376" v="431" actId="20577"/>
          <ac:spMkLst>
            <pc:docMk/>
            <pc:sldMk cId="3394860097" sldId="258"/>
            <ac:spMk id="2" creationId="{289FF438-5239-62F5-D304-1AC907B8B598}"/>
          </ac:spMkLst>
        </pc:spChg>
        <pc:spChg chg="mod">
          <ac:chgData name="Muhammad Fikri Hasani" userId="ada500cb4dc7801b" providerId="LiveId" clId="{786255F7-9FE3-486C-982B-B25D274956AF}" dt="2023-11-29T04:09:15.865" v="410" actId="20577"/>
          <ac:spMkLst>
            <pc:docMk/>
            <pc:sldMk cId="3394860097" sldId="258"/>
            <ac:spMk id="3" creationId="{0D357947-DB2B-F5E6-5B9F-CFBACC10C98B}"/>
          </ac:spMkLst>
        </pc:spChg>
        <pc:spChg chg="mod">
          <ac:chgData name="Muhammad Fikri Hasani" userId="ada500cb4dc7801b" providerId="LiveId" clId="{786255F7-9FE3-486C-982B-B25D274956AF}" dt="2023-11-28T09:38:29.759" v="54" actId="1076"/>
          <ac:spMkLst>
            <pc:docMk/>
            <pc:sldMk cId="3394860097" sldId="258"/>
            <ac:spMk id="4" creationId="{507C5612-C2F3-94A1-C4EB-34DD933B255C}"/>
          </ac:spMkLst>
        </pc:spChg>
        <pc:picChg chg="add mod">
          <ac:chgData name="Muhammad Fikri Hasani" userId="ada500cb4dc7801b" providerId="LiveId" clId="{786255F7-9FE3-486C-982B-B25D274956AF}" dt="2023-11-28T09:38:33.899" v="57" actId="1076"/>
          <ac:picMkLst>
            <pc:docMk/>
            <pc:sldMk cId="3394860097" sldId="258"/>
            <ac:picMk id="5" creationId="{3ABF013A-15C9-3B85-39E5-722BD286D3A3}"/>
          </ac:picMkLst>
        </pc:picChg>
      </pc:sldChg>
      <pc:sldChg chg="addSp modSp new mod">
        <pc:chgData name="Muhammad Fikri Hasani" userId="ada500cb4dc7801b" providerId="LiveId" clId="{786255F7-9FE3-486C-982B-B25D274956AF}" dt="2023-11-29T04:09:25.424" v="452" actId="20577"/>
        <pc:sldMkLst>
          <pc:docMk/>
          <pc:sldMk cId="3364548115" sldId="259"/>
        </pc:sldMkLst>
        <pc:spChg chg="mod">
          <ac:chgData name="Muhammad Fikri Hasani" userId="ada500cb4dc7801b" providerId="LiveId" clId="{786255F7-9FE3-486C-982B-B25D274956AF}" dt="2023-11-29T04:09:25.424" v="452" actId="20577"/>
          <ac:spMkLst>
            <pc:docMk/>
            <pc:sldMk cId="3364548115" sldId="259"/>
            <ac:spMk id="2" creationId="{F87BC525-56DE-8574-268C-46A8F55AA513}"/>
          </ac:spMkLst>
        </pc:spChg>
        <pc:spChg chg="mod">
          <ac:chgData name="Muhammad Fikri Hasani" userId="ada500cb4dc7801b" providerId="LiveId" clId="{786255F7-9FE3-486C-982B-B25D274956AF}" dt="2023-11-29T03:57:32.919" v="74"/>
          <ac:spMkLst>
            <pc:docMk/>
            <pc:sldMk cId="3364548115" sldId="259"/>
            <ac:spMk id="3" creationId="{047D157D-B444-D86E-53EA-8DF05EFA4657}"/>
          </ac:spMkLst>
        </pc:spChg>
        <pc:spChg chg="mod">
          <ac:chgData name="Muhammad Fikri Hasani" userId="ada500cb4dc7801b" providerId="LiveId" clId="{786255F7-9FE3-486C-982B-B25D274956AF}" dt="2023-11-29T04:08:17.629" v="350" actId="14100"/>
          <ac:spMkLst>
            <pc:docMk/>
            <pc:sldMk cId="3364548115" sldId="259"/>
            <ac:spMk id="4" creationId="{4352946C-99CA-1D9D-3B12-71BCA05CBB32}"/>
          </ac:spMkLst>
        </pc:spChg>
        <pc:picChg chg="add mod">
          <ac:chgData name="Muhammad Fikri Hasani" userId="ada500cb4dc7801b" providerId="LiveId" clId="{786255F7-9FE3-486C-982B-B25D274956AF}" dt="2023-11-29T04:08:13.022" v="348" actId="1076"/>
          <ac:picMkLst>
            <pc:docMk/>
            <pc:sldMk cId="3364548115" sldId="259"/>
            <ac:picMk id="6" creationId="{C5B14B0B-60FE-EE6B-5C9D-F7A70A8321C1}"/>
          </ac:picMkLst>
        </pc:picChg>
        <pc:picChg chg="add mod">
          <ac:chgData name="Muhammad Fikri Hasani" userId="ada500cb4dc7801b" providerId="LiveId" clId="{786255F7-9FE3-486C-982B-B25D274956AF}" dt="2023-11-29T04:08:15.449" v="349" actId="1076"/>
          <ac:picMkLst>
            <pc:docMk/>
            <pc:sldMk cId="3364548115" sldId="259"/>
            <ac:picMk id="8" creationId="{22E39FDE-DA9D-78B8-4C83-8918A3F01BE5}"/>
          </ac:picMkLst>
        </pc:picChg>
      </pc:sldChg>
      <pc:sldChg chg="addSp delSp modSp new mod">
        <pc:chgData name="Muhammad Fikri Hasani" userId="ada500cb4dc7801b" providerId="LiveId" clId="{786255F7-9FE3-486C-982B-B25D274956AF}" dt="2023-11-29T12:33:35.357" v="854" actId="20577"/>
        <pc:sldMkLst>
          <pc:docMk/>
          <pc:sldMk cId="1790487730" sldId="260"/>
        </pc:sldMkLst>
        <pc:spChg chg="mod">
          <ac:chgData name="Muhammad Fikri Hasani" userId="ada500cb4dc7801b" providerId="LiveId" clId="{786255F7-9FE3-486C-982B-B25D274956AF}" dt="2023-11-29T04:09:44.270" v="473" actId="20577"/>
          <ac:spMkLst>
            <pc:docMk/>
            <pc:sldMk cId="1790487730" sldId="260"/>
            <ac:spMk id="2" creationId="{AD6DBE22-EE1A-8B06-80F9-765F1C89626F}"/>
          </ac:spMkLst>
        </pc:spChg>
        <pc:spChg chg="mod">
          <ac:chgData name="Muhammad Fikri Hasani" userId="ada500cb4dc7801b" providerId="LiveId" clId="{786255F7-9FE3-486C-982B-B25D274956AF}" dt="2023-11-29T12:32:17.572" v="827" actId="20577"/>
          <ac:spMkLst>
            <pc:docMk/>
            <pc:sldMk cId="1790487730" sldId="260"/>
            <ac:spMk id="3" creationId="{9516FAD9-5740-9689-F91C-E25EDFD19601}"/>
          </ac:spMkLst>
        </pc:spChg>
        <pc:spChg chg="mod">
          <ac:chgData name="Muhammad Fikri Hasani" userId="ada500cb4dc7801b" providerId="LiveId" clId="{786255F7-9FE3-486C-982B-B25D274956AF}" dt="2023-11-29T12:33:35.357" v="854" actId="20577"/>
          <ac:spMkLst>
            <pc:docMk/>
            <pc:sldMk cId="1790487730" sldId="260"/>
            <ac:spMk id="4" creationId="{A6CF599A-4023-1175-16C7-A0923A1D8C73}"/>
          </ac:spMkLst>
        </pc:spChg>
        <pc:picChg chg="add mod">
          <ac:chgData name="Muhammad Fikri Hasani" userId="ada500cb4dc7801b" providerId="LiveId" clId="{786255F7-9FE3-486C-982B-B25D274956AF}" dt="2023-11-29T12:33:31.908" v="850" actId="1076"/>
          <ac:picMkLst>
            <pc:docMk/>
            <pc:sldMk cId="1790487730" sldId="260"/>
            <ac:picMk id="6" creationId="{D3C14F6C-EDC3-FC0B-7198-7557B20359CE}"/>
          </ac:picMkLst>
        </pc:picChg>
        <pc:picChg chg="add mod">
          <ac:chgData name="Muhammad Fikri Hasani" userId="ada500cb4dc7801b" providerId="LiveId" clId="{786255F7-9FE3-486C-982B-B25D274956AF}" dt="2023-11-29T12:33:30.352" v="849" actId="1076"/>
          <ac:picMkLst>
            <pc:docMk/>
            <pc:sldMk cId="1790487730" sldId="260"/>
            <ac:picMk id="8" creationId="{0CEA5E9A-96AB-7555-A530-3D0CFBD5AAEF}"/>
          </ac:picMkLst>
        </pc:picChg>
        <pc:picChg chg="add del mod">
          <ac:chgData name="Muhammad Fikri Hasani" userId="ada500cb4dc7801b" providerId="LiveId" clId="{786255F7-9FE3-486C-982B-B25D274956AF}" dt="2023-11-29T12:33:07.529" v="837"/>
          <ac:picMkLst>
            <pc:docMk/>
            <pc:sldMk cId="1790487730" sldId="260"/>
            <ac:picMk id="10" creationId="{89A343B3-8B02-719F-4369-9551FCD3CFBD}"/>
          </ac:picMkLst>
        </pc:picChg>
        <pc:picChg chg="add mod">
          <ac:chgData name="Muhammad Fikri Hasani" userId="ada500cb4dc7801b" providerId="LiveId" clId="{786255F7-9FE3-486C-982B-B25D274956AF}" dt="2023-11-29T12:33:33.498" v="851" actId="1076"/>
          <ac:picMkLst>
            <pc:docMk/>
            <pc:sldMk cId="1790487730" sldId="260"/>
            <ac:picMk id="12" creationId="{1E3BAF2F-AE4D-8592-E3B2-90F5A12BC5EB}"/>
          </ac:picMkLst>
        </pc:picChg>
      </pc:sldChg>
      <pc:sldChg chg="addSp delSp modSp new mod">
        <pc:chgData name="Muhammad Fikri Hasani" userId="ada500cb4dc7801b" providerId="LiveId" clId="{786255F7-9FE3-486C-982B-B25D274956AF}" dt="2023-11-29T12:48:56.081" v="1146" actId="1076"/>
        <pc:sldMkLst>
          <pc:docMk/>
          <pc:sldMk cId="1406669853" sldId="261"/>
        </pc:sldMkLst>
        <pc:spChg chg="mod">
          <ac:chgData name="Muhammad Fikri Hasani" userId="ada500cb4dc7801b" providerId="LiveId" clId="{786255F7-9FE3-486C-982B-B25D274956AF}" dt="2023-11-29T12:47:09.157" v="1027"/>
          <ac:spMkLst>
            <pc:docMk/>
            <pc:sldMk cId="1406669853" sldId="261"/>
            <ac:spMk id="2" creationId="{9AE2028E-64AB-B51A-2058-DF7F114A0CF0}"/>
          </ac:spMkLst>
        </pc:spChg>
        <pc:spChg chg="mod">
          <ac:chgData name="Muhammad Fikri Hasani" userId="ada500cb4dc7801b" providerId="LiveId" clId="{786255F7-9FE3-486C-982B-B25D274956AF}" dt="2023-11-29T12:47:14.225" v="1053" actId="20577"/>
          <ac:spMkLst>
            <pc:docMk/>
            <pc:sldMk cId="1406669853" sldId="261"/>
            <ac:spMk id="3" creationId="{EB54D8CC-49CC-75E6-CFE2-6DA6AB3B142F}"/>
          </ac:spMkLst>
        </pc:spChg>
        <pc:spChg chg="del">
          <ac:chgData name="Muhammad Fikri Hasani" userId="ada500cb4dc7801b" providerId="LiveId" clId="{786255F7-9FE3-486C-982B-B25D274956AF}" dt="2023-11-29T12:44:08.994" v="877" actId="22"/>
          <ac:spMkLst>
            <pc:docMk/>
            <pc:sldMk cId="1406669853" sldId="261"/>
            <ac:spMk id="4" creationId="{3723E49E-2796-2AD9-D3F7-3CE1A74EE1C0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0" creationId="{7E6382C3-7C3D-84FE-5B2C-296FC6D8C1F8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1" creationId="{6D87BB98-1B0E-D720-D1FF-AB162A0E8442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2" creationId="{BE1DA887-2AB5-15CD-7FC4-98F386121033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3" creationId="{455EA2BA-C02C-48F6-631A-73C3B91D1A15}"/>
          </ac:spMkLst>
        </pc:spChg>
        <pc:spChg chg="add mod">
          <ac:chgData name="Muhammad Fikri Hasani" userId="ada500cb4dc7801b" providerId="LiveId" clId="{786255F7-9FE3-486C-982B-B25D274956AF}" dt="2023-11-29T12:48:56.081" v="1146" actId="1076"/>
          <ac:spMkLst>
            <pc:docMk/>
            <pc:sldMk cId="1406669853" sldId="261"/>
            <ac:spMk id="27" creationId="{81F137D8-8719-704E-7B12-3614323EA85A}"/>
          </ac:spMkLst>
        </pc:s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0" creationId="{9FCB7993-8776-6D50-F1CF-526FCCE209B1}"/>
          </ac:grpSpMkLst>
        </pc:gr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4" creationId="{0D0927A6-7EBE-A76F-1D6B-FBB80979917A}"/>
          </ac:grpSpMkLst>
        </pc:grpChg>
        <pc:grpChg chg="mod">
          <ac:chgData name="Muhammad Fikri Hasani" userId="ada500cb4dc7801b" providerId="LiveId" clId="{786255F7-9FE3-486C-982B-B25D274956AF}" dt="2023-11-29T12:48:07.575" v="1061" actId="1076"/>
          <ac:grpSpMkLst>
            <pc:docMk/>
            <pc:sldMk cId="1406669853" sldId="261"/>
            <ac:grpSpMk id="19" creationId="{A6770818-17FE-B44C-4FB0-86F54739019B}"/>
          </ac:grpSpMkLst>
        </pc:grpChg>
        <pc:picChg chg="add mod ord">
          <ac:chgData name="Muhammad Fikri Hasani" userId="ada500cb4dc7801b" providerId="LiveId" clId="{786255F7-9FE3-486C-982B-B25D274956AF}" dt="2023-11-29T12:48:27.602" v="1066" actId="1076"/>
          <ac:picMkLst>
            <pc:docMk/>
            <pc:sldMk cId="1406669853" sldId="261"/>
            <ac:picMk id="6" creationId="{60FD3A51-962D-6DB6-A569-51D0D3A01799}"/>
          </ac:picMkLst>
        </pc:picChg>
        <pc:picChg chg="add mod">
          <ac:chgData name="Muhammad Fikri Hasani" userId="ada500cb4dc7801b" providerId="LiveId" clId="{786255F7-9FE3-486C-982B-B25D274956AF}" dt="2023-11-29T12:48:13.975" v="1064" actId="14100"/>
          <ac:picMkLst>
            <pc:docMk/>
            <pc:sldMk cId="1406669853" sldId="261"/>
            <ac:picMk id="25" creationId="{91FEDBD0-1E3A-A358-DB76-75C38BB50485}"/>
          </ac:picMkLst>
        </pc:picChg>
        <pc:inkChg chg="add del">
          <ac:chgData name="Muhammad Fikri Hasani" userId="ada500cb4dc7801b" providerId="LiveId" clId="{786255F7-9FE3-486C-982B-B25D274956AF}" dt="2023-11-29T12:44:37.859" v="883" actId="9405"/>
          <ac:inkMkLst>
            <pc:docMk/>
            <pc:sldMk cId="1406669853" sldId="261"/>
            <ac:inkMk id="7" creationId="{D9A45E55-71D4-33E2-0EBC-2D1B3AE77DC7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8" creationId="{8FA8AB39-17F1-9FC3-228D-45ED8D8EE9D3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9" creationId="{514355C6-962B-6C74-7629-707B99B2E6FE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1" creationId="{CB918B7C-5566-C0F3-E820-75653DFA5EFF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2" creationId="{CA90B212-554D-D99A-39CD-CE8220EA8A1D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3" creationId="{1FE9CC50-95DB-D93E-F7A8-2722207DD5A7}"/>
          </ac:inkMkLst>
        </pc:inkChg>
        <pc:inkChg chg="add del">
          <ac:chgData name="Muhammad Fikri Hasani" userId="ada500cb4dc7801b" providerId="LiveId" clId="{786255F7-9FE3-486C-982B-B25D274956AF}" dt="2023-11-29T12:45:04.226" v="892" actId="9405"/>
          <ac:inkMkLst>
            <pc:docMk/>
            <pc:sldMk cId="1406669853" sldId="261"/>
            <ac:inkMk id="15" creationId="{E9967A4D-C79E-BA39-86C5-A954DB2F2150}"/>
          </ac:inkMkLst>
        </pc:inkChg>
        <pc:inkChg chg="add del">
          <ac:chgData name="Muhammad Fikri Hasani" userId="ada500cb4dc7801b" providerId="LiveId" clId="{786255F7-9FE3-486C-982B-B25D274956AF}" dt="2023-11-29T12:45:06.244" v="894" actId="9405"/>
          <ac:inkMkLst>
            <pc:docMk/>
            <pc:sldMk cId="1406669853" sldId="261"/>
            <ac:inkMk id="16" creationId="{7A4F3D9D-AAF8-DECC-33E6-1865281BA241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7" creationId="{1D2E94EE-FE21-15F0-D7D7-4AC068EF3C6C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8" creationId="{0245F70D-EC8D-0D5A-126A-664F375F2F07}"/>
          </ac:inkMkLst>
        </pc:inkChg>
        <pc:inkChg chg="add">
          <ac:chgData name="Muhammad Fikri Hasani" userId="ada500cb4dc7801b" providerId="LiveId" clId="{786255F7-9FE3-486C-982B-B25D274956AF}" dt="2023-11-29T12:48:33.750" v="1067" actId="9405"/>
          <ac:inkMkLst>
            <pc:docMk/>
            <pc:sldMk cId="1406669853" sldId="261"/>
            <ac:inkMk id="26" creationId="{70E3F003-57D5-59A1-86AF-7280B10CA324}"/>
          </ac:inkMkLst>
        </pc:inkChg>
      </pc:sldChg>
      <pc:sldChg chg="addSp delSp modSp new mod">
        <pc:chgData name="Muhammad Fikri Hasani" userId="ada500cb4dc7801b" providerId="LiveId" clId="{786255F7-9FE3-486C-982B-B25D274956AF}" dt="2023-11-29T13:15:21.017" v="2158" actId="255"/>
        <pc:sldMkLst>
          <pc:docMk/>
          <pc:sldMk cId="1658221687" sldId="262"/>
        </pc:sldMkLst>
        <pc:spChg chg="mod">
          <ac:chgData name="Muhammad Fikri Hasani" userId="ada500cb4dc7801b" providerId="LiveId" clId="{786255F7-9FE3-486C-982B-B25D274956AF}" dt="2023-11-29T12:49:27.971" v="1193" actId="20577"/>
          <ac:spMkLst>
            <pc:docMk/>
            <pc:sldMk cId="1658221687" sldId="262"/>
            <ac:spMk id="2" creationId="{3F803C12-A20C-7606-2D82-A2C5CBC0BDC1}"/>
          </ac:spMkLst>
        </pc:spChg>
        <pc:spChg chg="mod">
          <ac:chgData name="Muhammad Fikri Hasani" userId="ada500cb4dc7801b" providerId="LiveId" clId="{786255F7-9FE3-486C-982B-B25D274956AF}" dt="2023-11-29T13:10:46.107" v="1886" actId="20577"/>
          <ac:spMkLst>
            <pc:docMk/>
            <pc:sldMk cId="1658221687" sldId="262"/>
            <ac:spMk id="3" creationId="{DC64D3E3-61E4-6825-2F54-EB3F8A5F3B64}"/>
          </ac:spMkLst>
        </pc:spChg>
        <pc:spChg chg="mod">
          <ac:chgData name="Muhammad Fikri Hasani" userId="ada500cb4dc7801b" providerId="LiveId" clId="{786255F7-9FE3-486C-982B-B25D274956AF}" dt="2023-11-29T13:15:14.986" v="2156" actId="255"/>
          <ac:spMkLst>
            <pc:docMk/>
            <pc:sldMk cId="1658221687" sldId="262"/>
            <ac:spMk id="4" creationId="{3008FC7B-3729-B312-E9C8-C97E1FB1E013}"/>
          </ac:spMkLst>
        </pc:spChg>
        <pc:spChg chg="add mod">
          <ac:chgData name="Muhammad Fikri Hasani" userId="ada500cb4dc7801b" providerId="LiveId" clId="{786255F7-9FE3-486C-982B-B25D274956AF}" dt="2023-11-29T13:15:21.017" v="2158" actId="255"/>
          <ac:spMkLst>
            <pc:docMk/>
            <pc:sldMk cId="1658221687" sldId="262"/>
            <ac:spMk id="9" creationId="{6D159B05-5B69-BCD0-C377-2963468E8707}"/>
          </ac:spMkLst>
        </pc:spChg>
        <pc:spChg chg="add mod">
          <ac:chgData name="Muhammad Fikri Hasani" userId="ada500cb4dc7801b" providerId="LiveId" clId="{786255F7-9FE3-486C-982B-B25D274956AF}" dt="2023-11-29T13:12:24.240" v="2038" actId="255"/>
          <ac:spMkLst>
            <pc:docMk/>
            <pc:sldMk cId="1658221687" sldId="262"/>
            <ac:spMk id="16" creationId="{B1C6874B-9CD0-FE84-EB58-A77712693BF3}"/>
          </ac:spMkLst>
        </pc:spChg>
        <pc:spChg chg="add mod">
          <ac:chgData name="Muhammad Fikri Hasani" userId="ada500cb4dc7801b" providerId="LiveId" clId="{786255F7-9FE3-486C-982B-B25D274956AF}" dt="2023-11-29T13:15:01.922" v="2155" actId="20577"/>
          <ac:spMkLst>
            <pc:docMk/>
            <pc:sldMk cId="1658221687" sldId="262"/>
            <ac:spMk id="26" creationId="{DD0DF8C9-7881-01C6-5E40-C63C389A4958}"/>
          </ac:spMkLst>
        </pc:spChg>
        <pc:grpChg chg="mod">
          <ac:chgData name="Muhammad Fikri Hasani" userId="ada500cb4dc7801b" providerId="LiveId" clId="{786255F7-9FE3-486C-982B-B25D274956AF}" dt="2023-11-29T13:14:37.908" v="2055"/>
          <ac:grpSpMkLst>
            <pc:docMk/>
            <pc:sldMk cId="1658221687" sldId="262"/>
            <ac:grpSpMk id="25" creationId="{A6850573-389F-7848-7BE8-59B85C1E80E2}"/>
          </ac:grpSpMkLst>
        </pc:grpChg>
        <pc:picChg chg="add del">
          <ac:chgData name="Muhammad Fikri Hasani" userId="ada500cb4dc7801b" providerId="LiveId" clId="{786255F7-9FE3-486C-982B-B25D274956AF}" dt="2023-11-29T12:49:22.204" v="1160" actId="22"/>
          <ac:picMkLst>
            <pc:docMk/>
            <pc:sldMk cId="1658221687" sldId="262"/>
            <ac:picMk id="6" creationId="{C8B97C88-A259-0063-5EB6-5F4554F90DC7}"/>
          </ac:picMkLst>
        </pc:picChg>
        <pc:picChg chg="add mod">
          <ac:chgData name="Muhammad Fikri Hasani" userId="ada500cb4dc7801b" providerId="LiveId" clId="{786255F7-9FE3-486C-982B-B25D274956AF}" dt="2023-11-29T13:15:17.520" v="2157" actId="1076"/>
          <ac:picMkLst>
            <pc:docMk/>
            <pc:sldMk cId="1658221687" sldId="262"/>
            <ac:picMk id="8" creationId="{8826D0E1-3CB3-E7E9-B231-0F539D640BFE}"/>
          </ac:picMkLst>
        </pc:picChg>
        <pc:picChg chg="add del">
          <ac:chgData name="Muhammad Fikri Hasani" userId="ada500cb4dc7801b" providerId="LiveId" clId="{786255F7-9FE3-486C-982B-B25D274956AF}" dt="2023-11-29T13:11:25.836" v="1889" actId="22"/>
          <ac:picMkLst>
            <pc:docMk/>
            <pc:sldMk cId="1658221687" sldId="262"/>
            <ac:picMk id="11" creationId="{DEE947BB-68B1-5690-E336-DB12EBD765CD}"/>
          </ac:picMkLst>
        </pc:picChg>
        <pc:picChg chg="add mod">
          <ac:chgData name="Muhammad Fikri Hasani" userId="ada500cb4dc7801b" providerId="LiveId" clId="{786255F7-9FE3-486C-982B-B25D274956AF}" dt="2023-11-29T13:11:34.446" v="1893" actId="1076"/>
          <ac:picMkLst>
            <pc:docMk/>
            <pc:sldMk cId="1658221687" sldId="262"/>
            <ac:picMk id="13" creationId="{DBB6735C-C29F-BA0F-21EB-BA1420384979}"/>
          </ac:picMkLst>
        </pc:picChg>
        <pc:picChg chg="add mod">
          <ac:chgData name="Muhammad Fikri Hasani" userId="ada500cb4dc7801b" providerId="LiveId" clId="{786255F7-9FE3-486C-982B-B25D274956AF}" dt="2023-11-29T13:11:47.301" v="1896" actId="1076"/>
          <ac:picMkLst>
            <pc:docMk/>
            <pc:sldMk cId="1658221687" sldId="262"/>
            <ac:picMk id="15" creationId="{B6E97298-5471-868E-8AE2-51DB4DAF8F47}"/>
          </ac:picMkLst>
        </pc:picChg>
        <pc:picChg chg="add del mod">
          <ac:chgData name="Muhammad Fikri Hasani" userId="ada500cb4dc7801b" providerId="LiveId" clId="{786255F7-9FE3-486C-982B-B25D274956AF}" dt="2023-11-29T13:14:17.849" v="2045" actId="478"/>
          <ac:picMkLst>
            <pc:docMk/>
            <pc:sldMk cId="1658221687" sldId="262"/>
            <ac:picMk id="18" creationId="{5CF362BE-2625-12B3-A8BB-721E3E699881}"/>
          </ac:picMkLst>
        </pc:picChg>
        <pc:picChg chg="add mod">
          <ac:chgData name="Muhammad Fikri Hasani" userId="ada500cb4dc7801b" providerId="LiveId" clId="{786255F7-9FE3-486C-982B-B25D274956AF}" dt="2023-11-29T13:14:21.844" v="2048" actId="1076"/>
          <ac:picMkLst>
            <pc:docMk/>
            <pc:sldMk cId="1658221687" sldId="262"/>
            <ac:picMk id="20" creationId="{49E8F3EE-133B-D63C-F301-B06654B01562}"/>
          </ac:picMkLst>
        </pc:picChg>
        <pc:inkChg chg="add del">
          <ac:chgData name="Muhammad Fikri Hasani" userId="ada500cb4dc7801b" providerId="LiveId" clId="{786255F7-9FE3-486C-982B-B25D274956AF}" dt="2023-11-29T13:14:29.449" v="2050" actId="9405"/>
          <ac:inkMkLst>
            <pc:docMk/>
            <pc:sldMk cId="1658221687" sldId="262"/>
            <ac:inkMk id="21" creationId="{57FD6B18-06AB-EB6C-5BF8-8EE65B3C3AEC}"/>
          </ac:inkMkLst>
        </pc:inkChg>
        <pc:inkChg chg="add del">
          <ac:chgData name="Muhammad Fikri Hasani" userId="ada500cb4dc7801b" providerId="LiveId" clId="{786255F7-9FE3-486C-982B-B25D274956AF}" dt="2023-11-29T13:14:31.860" v="2052" actId="9405"/>
          <ac:inkMkLst>
            <pc:docMk/>
            <pc:sldMk cId="1658221687" sldId="262"/>
            <ac:inkMk id="22" creationId="{CE99C40E-2A81-C427-1026-30CB06D5FBB8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3" creationId="{A85D810D-CAF0-B05B-7C26-82BB2A42F49C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4" creationId="{00A175A8-7852-E636-AF74-F8E3B2206E20}"/>
          </ac:inkMkLst>
        </pc:inkChg>
      </pc:sldChg>
      <pc:sldChg chg="addSp modSp new mod">
        <pc:chgData name="Muhammad Fikri Hasani" userId="ada500cb4dc7801b" providerId="LiveId" clId="{786255F7-9FE3-486C-982B-B25D274956AF}" dt="2023-11-29T12:47:06.677" v="1026"/>
        <pc:sldMkLst>
          <pc:docMk/>
          <pc:sldMk cId="3610995723" sldId="263"/>
        </pc:sldMkLst>
        <pc:spChg chg="mod">
          <ac:chgData name="Muhammad Fikri Hasani" userId="ada500cb4dc7801b" providerId="LiveId" clId="{786255F7-9FE3-486C-982B-B25D274956AF}" dt="2023-11-29T12:47:06.677" v="1026"/>
          <ac:spMkLst>
            <pc:docMk/>
            <pc:sldMk cId="3610995723" sldId="263"/>
            <ac:spMk id="2" creationId="{2E081CB8-50C4-23B2-29BA-83460CCA3F0A}"/>
          </ac:spMkLst>
        </pc:spChg>
        <pc:spChg chg="mod">
          <ac:chgData name="Muhammad Fikri Hasani" userId="ada500cb4dc7801b" providerId="LiveId" clId="{786255F7-9FE3-486C-982B-B25D274956AF}" dt="2023-11-29T12:46:48.758" v="1020" actId="20577"/>
          <ac:spMkLst>
            <pc:docMk/>
            <pc:sldMk cId="3610995723" sldId="263"/>
            <ac:spMk id="3" creationId="{39305AB3-471F-0DED-9DBE-1BB271448E68}"/>
          </ac:spMkLst>
        </pc:spChg>
        <pc:picChg chg="add mod">
          <ac:chgData name="Muhammad Fikri Hasani" userId="ada500cb4dc7801b" providerId="LiveId" clId="{786255F7-9FE3-486C-982B-B25D274956AF}" dt="2023-11-29T12:46:57.232" v="1025" actId="1076"/>
          <ac:picMkLst>
            <pc:docMk/>
            <pc:sldMk cId="3610995723" sldId="263"/>
            <ac:picMk id="6" creationId="{9DD8D1F2-A8C9-69C4-0543-35AED080CAF8}"/>
          </ac:picMkLst>
        </pc:picChg>
      </pc:sldChg>
      <pc:sldChg chg="addSp delSp modSp new mod">
        <pc:chgData name="Muhammad Fikri Hasani" userId="ada500cb4dc7801b" providerId="LiveId" clId="{786255F7-9FE3-486C-982B-B25D274956AF}" dt="2023-11-29T13:05:50.008" v="1683" actId="1076"/>
        <pc:sldMkLst>
          <pc:docMk/>
          <pc:sldMk cId="1752434085" sldId="264"/>
        </pc:sldMkLst>
        <pc:spChg chg="mod">
          <ac:chgData name="Muhammad Fikri Hasani" userId="ada500cb4dc7801b" providerId="LiveId" clId="{786255F7-9FE3-486C-982B-B25D274956AF}" dt="2023-11-29T12:56:59.183" v="1537" actId="20577"/>
          <ac:spMkLst>
            <pc:docMk/>
            <pc:sldMk cId="1752434085" sldId="264"/>
            <ac:spMk id="2" creationId="{111891C4-6F8B-93FA-E00C-15C3B72B7C57}"/>
          </ac:spMkLst>
        </pc:spChg>
        <pc:spChg chg="mod">
          <ac:chgData name="Muhammad Fikri Hasani" userId="ada500cb4dc7801b" providerId="LiveId" clId="{786255F7-9FE3-486C-982B-B25D274956AF}" dt="2023-11-29T12:57:03.076" v="1555" actId="20577"/>
          <ac:spMkLst>
            <pc:docMk/>
            <pc:sldMk cId="1752434085" sldId="264"/>
            <ac:spMk id="3" creationId="{DCA302A7-813D-FF04-4636-C7F55CA08FB9}"/>
          </ac:spMkLst>
        </pc:spChg>
        <pc:spChg chg="mod">
          <ac:chgData name="Muhammad Fikri Hasani" userId="ada500cb4dc7801b" providerId="LiveId" clId="{786255F7-9FE3-486C-982B-B25D274956AF}" dt="2023-11-29T13:04:34.047" v="1624"/>
          <ac:spMkLst>
            <pc:docMk/>
            <pc:sldMk cId="1752434085" sldId="264"/>
            <ac:spMk id="4" creationId="{A8761965-8160-5227-FBD0-1F721E169B23}"/>
          </ac:spMkLst>
        </pc:spChg>
        <pc:spChg chg="add del">
          <ac:chgData name="Muhammad Fikri Hasani" userId="ada500cb4dc7801b" providerId="LiveId" clId="{786255F7-9FE3-486C-982B-B25D274956AF}" dt="2023-11-29T13:04:52.501" v="1626" actId="11529"/>
          <ac:spMkLst>
            <pc:docMk/>
            <pc:sldMk cId="1752434085" sldId="264"/>
            <ac:spMk id="7" creationId="{8D0E3579-BE37-9847-80AD-67D48DBDC3E8}"/>
          </ac:spMkLst>
        </pc:spChg>
        <pc:spChg chg="add del mod">
          <ac:chgData name="Muhammad Fikri Hasani" userId="ada500cb4dc7801b" providerId="LiveId" clId="{786255F7-9FE3-486C-982B-B25D274956AF}" dt="2023-11-29T13:05:23.838" v="1641" actId="767"/>
          <ac:spMkLst>
            <pc:docMk/>
            <pc:sldMk cId="1752434085" sldId="264"/>
            <ac:spMk id="19" creationId="{4611D0C3-5FEE-A628-8FCF-A239472F84FB}"/>
          </ac:spMkLst>
        </pc:spChg>
        <pc:spChg chg="add mod">
          <ac:chgData name="Muhammad Fikri Hasani" userId="ada500cb4dc7801b" providerId="LiveId" clId="{786255F7-9FE3-486C-982B-B25D274956AF}" dt="2023-11-29T13:05:50.008" v="1683" actId="1076"/>
          <ac:spMkLst>
            <pc:docMk/>
            <pc:sldMk cId="1752434085" sldId="264"/>
            <ac:spMk id="21" creationId="{01251AB6-4F42-2142-E68C-C0824BD23C16}"/>
          </ac:spMkLst>
        </pc:spChg>
        <pc:grpChg chg="del mod">
          <ac:chgData name="Muhammad Fikri Hasani" userId="ada500cb4dc7801b" providerId="LiveId" clId="{786255F7-9FE3-486C-982B-B25D274956AF}" dt="2023-11-29T13:05:12.852" v="1636"/>
          <ac:grpSpMkLst>
            <pc:docMk/>
            <pc:sldMk cId="1752434085" sldId="264"/>
            <ac:grpSpMk id="13" creationId="{3BCE5709-7131-30A5-099F-6F5A2BDBAA85}"/>
          </ac:grpSpMkLst>
        </pc:grpChg>
        <pc:grpChg chg="del 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5" creationId="{31C182FD-911A-4E17-DDB6-BBD524491E85}"/>
          </ac:grpSpMkLst>
        </pc:grpChg>
        <pc:grpChg chg="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7" creationId="{71BF1BEC-2299-41D7-5C9E-453121ACFA36}"/>
          </ac:grpSpMkLst>
        </pc:grpChg>
        <pc:picChg chg="add mod">
          <ac:chgData name="Muhammad Fikri Hasani" userId="ada500cb4dc7801b" providerId="LiveId" clId="{786255F7-9FE3-486C-982B-B25D274956AF}" dt="2023-11-29T12:59:48.033" v="1575" actId="14100"/>
          <ac:picMkLst>
            <pc:docMk/>
            <pc:sldMk cId="1752434085" sldId="264"/>
            <ac:picMk id="6" creationId="{D6889F89-87C5-F70B-3D6A-48333304389D}"/>
          </ac:picMkLst>
        </pc:picChg>
        <pc:inkChg chg="add">
          <ac:chgData name="Muhammad Fikri Hasani" userId="ada500cb4dc7801b" providerId="LiveId" clId="{786255F7-9FE3-486C-982B-B25D274956AF}" dt="2023-11-29T13:05:00.885" v="1627" actId="9405"/>
          <ac:inkMkLst>
            <pc:docMk/>
            <pc:sldMk cId="1752434085" sldId="264"/>
            <ac:inkMk id="8" creationId="{0CA4106B-EF93-EB6B-1277-A7C0C460851C}"/>
          </ac:inkMkLst>
        </pc:inkChg>
        <pc:inkChg chg="add del">
          <ac:chgData name="Muhammad Fikri Hasani" userId="ada500cb4dc7801b" providerId="LiveId" clId="{786255F7-9FE3-486C-982B-B25D274956AF}" dt="2023-11-29T13:05:03.334" v="1629" actId="9405"/>
          <ac:inkMkLst>
            <pc:docMk/>
            <pc:sldMk cId="1752434085" sldId="264"/>
            <ac:inkMk id="9" creationId="{57B66E97-ADD0-E2A6-8ECE-169FC1BC45F9}"/>
          </ac:inkMkLst>
        </pc:inkChg>
        <pc:inkChg chg="add del">
          <ac:chgData name="Muhammad Fikri Hasani" userId="ada500cb4dc7801b" providerId="LiveId" clId="{786255F7-9FE3-486C-982B-B25D274956AF}" dt="2023-11-29T13:05:05.321" v="1631" actId="9405"/>
          <ac:inkMkLst>
            <pc:docMk/>
            <pc:sldMk cId="1752434085" sldId="264"/>
            <ac:inkMk id="10" creationId="{2C560CBD-E366-033E-6ECF-81A9AF0CBF7E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1" creationId="{5C2FAC98-5779-37E5-468B-19846777226C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2" creationId="{ECB2CF73-8728-0F86-9848-B97FD7608FD2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4" creationId="{E3E0F1AF-3630-1130-A1F0-8483E12283D3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6" creationId="{3B47D37D-AC35-8666-F9CF-8E542CB8DFFE}"/>
          </ac:inkMkLst>
        </pc:inkChg>
        <pc:inkChg chg="add del">
          <ac:chgData name="Muhammad Fikri Hasani" userId="ada500cb4dc7801b" providerId="LiveId" clId="{786255F7-9FE3-486C-982B-B25D274956AF}" dt="2023-11-29T13:05:24.195" v="1642" actId="9405"/>
          <ac:inkMkLst>
            <pc:docMk/>
            <pc:sldMk cId="1752434085" sldId="264"/>
            <ac:inkMk id="18" creationId="{918EEAD0-C791-3433-1CEF-0BF39DE51212}"/>
          </ac:inkMkLst>
        </pc:inkChg>
        <pc:inkChg chg="add">
          <ac:chgData name="Muhammad Fikri Hasani" userId="ada500cb4dc7801b" providerId="LiveId" clId="{786255F7-9FE3-486C-982B-B25D274956AF}" dt="2023-11-29T13:05:32.563" v="1643" actId="9405"/>
          <ac:inkMkLst>
            <pc:docMk/>
            <pc:sldMk cId="1752434085" sldId="264"/>
            <ac:inkMk id="20" creationId="{F5281FDD-0411-8A12-D22B-699F3CB20527}"/>
          </ac:inkMkLst>
        </pc:inkChg>
      </pc:sldChg>
      <pc:sldChg chg="addSp delSp modSp new mod">
        <pc:chgData name="Muhammad Fikri Hasani" userId="ada500cb4dc7801b" providerId="LiveId" clId="{786255F7-9FE3-486C-982B-B25D274956AF}" dt="2023-11-29T14:46:52.783" v="5349" actId="1076"/>
        <pc:sldMkLst>
          <pc:docMk/>
          <pc:sldMk cId="727080427" sldId="265"/>
        </pc:sldMkLst>
        <pc:spChg chg="mod">
          <ac:chgData name="Muhammad Fikri Hasani" userId="ada500cb4dc7801b" providerId="LiveId" clId="{786255F7-9FE3-486C-982B-B25D274956AF}" dt="2023-11-29T13:15:29.144" v="2161" actId="27636"/>
          <ac:spMkLst>
            <pc:docMk/>
            <pc:sldMk cId="727080427" sldId="265"/>
            <ac:spMk id="2" creationId="{C3843C9D-BC44-CF0A-DB33-90C11E38DB76}"/>
          </ac:spMkLst>
        </pc:spChg>
        <pc:spChg chg="mod">
          <ac:chgData name="Muhammad Fikri Hasani" userId="ada500cb4dc7801b" providerId="LiveId" clId="{786255F7-9FE3-486C-982B-B25D274956AF}" dt="2023-11-29T13:22:43.286" v="2290" actId="20577"/>
          <ac:spMkLst>
            <pc:docMk/>
            <pc:sldMk cId="727080427" sldId="265"/>
            <ac:spMk id="3" creationId="{B1CA18BA-6D77-9C5A-EB4B-E51979328936}"/>
          </ac:spMkLst>
        </pc:spChg>
        <pc:spChg chg="del">
          <ac:chgData name="Muhammad Fikri Hasani" userId="ada500cb4dc7801b" providerId="LiveId" clId="{786255F7-9FE3-486C-982B-B25D274956AF}" dt="2023-11-29T13:16:46.124" v="2182" actId="22"/>
          <ac:spMkLst>
            <pc:docMk/>
            <pc:sldMk cId="727080427" sldId="265"/>
            <ac:spMk id="4" creationId="{3600DBAA-796A-8A67-3AF3-5412ABBA6026}"/>
          </ac:spMkLst>
        </pc:spChg>
        <pc:spChg chg="add mod">
          <ac:chgData name="Muhammad Fikri Hasani" userId="ada500cb4dc7801b" providerId="LiveId" clId="{786255F7-9FE3-486C-982B-B25D274956AF}" dt="2023-11-29T14:46:49.672" v="5348" actId="20577"/>
          <ac:spMkLst>
            <pc:docMk/>
            <pc:sldMk cId="727080427" sldId="265"/>
            <ac:spMk id="7" creationId="{8FD0EA13-DB28-A175-348E-5E336CB441AF}"/>
          </ac:spMkLst>
        </pc:spChg>
        <pc:picChg chg="add mod ord">
          <ac:chgData name="Muhammad Fikri Hasani" userId="ada500cb4dc7801b" providerId="LiveId" clId="{786255F7-9FE3-486C-982B-B25D274956AF}" dt="2023-11-29T14:46:52.783" v="5349" actId="1076"/>
          <ac:picMkLst>
            <pc:docMk/>
            <pc:sldMk cId="727080427" sldId="265"/>
            <ac:picMk id="6" creationId="{A727E76C-D9F7-09DD-08C8-A5C91C078614}"/>
          </ac:picMkLst>
        </pc:picChg>
      </pc:sldChg>
      <pc:sldChg chg="addSp modSp new mod">
        <pc:chgData name="Muhammad Fikri Hasani" userId="ada500cb4dc7801b" providerId="LiveId" clId="{786255F7-9FE3-486C-982B-B25D274956AF}" dt="2023-11-29T13:20:43.131" v="2287" actId="14100"/>
        <pc:sldMkLst>
          <pc:docMk/>
          <pc:sldMk cId="3742849252" sldId="266"/>
        </pc:sldMkLst>
        <pc:spChg chg="mod">
          <ac:chgData name="Muhammad Fikri Hasani" userId="ada500cb4dc7801b" providerId="LiveId" clId="{786255F7-9FE3-486C-982B-B25D274956AF}" dt="2023-11-29T13:17:31.297" v="2230" actId="20577"/>
          <ac:spMkLst>
            <pc:docMk/>
            <pc:sldMk cId="3742849252" sldId="266"/>
            <ac:spMk id="2" creationId="{6CF8DE37-83AA-CE6A-9877-F82DA0EC1AEE}"/>
          </ac:spMkLst>
        </pc:spChg>
        <pc:spChg chg="mod">
          <ac:chgData name="Muhammad Fikri Hasani" userId="ada500cb4dc7801b" providerId="LiveId" clId="{786255F7-9FE3-486C-982B-B25D274956AF}" dt="2023-11-29T13:17:34.750" v="2249" actId="20577"/>
          <ac:spMkLst>
            <pc:docMk/>
            <pc:sldMk cId="3742849252" sldId="266"/>
            <ac:spMk id="3" creationId="{05DA87AA-0D66-10CD-923B-6A6CA531D634}"/>
          </ac:spMkLst>
        </pc:spChg>
        <pc:spChg chg="mod">
          <ac:chgData name="Muhammad Fikri Hasani" userId="ada500cb4dc7801b" providerId="LiveId" clId="{786255F7-9FE3-486C-982B-B25D274956AF}" dt="2023-11-29T13:20:25.908" v="2281" actId="20577"/>
          <ac:spMkLst>
            <pc:docMk/>
            <pc:sldMk cId="3742849252" sldId="266"/>
            <ac:spMk id="4" creationId="{521FF051-92D5-E28B-6E49-B3B16D07A5B5}"/>
          </ac:spMkLst>
        </pc:spChg>
        <pc:picChg chg="add mod">
          <ac:chgData name="Muhammad Fikri Hasani" userId="ada500cb4dc7801b" providerId="LiveId" clId="{786255F7-9FE3-486C-982B-B25D274956AF}" dt="2023-11-29T13:19:42.313" v="2263" actId="1076"/>
          <ac:picMkLst>
            <pc:docMk/>
            <pc:sldMk cId="3742849252" sldId="266"/>
            <ac:picMk id="6" creationId="{CCD4303F-D79C-939F-3142-6A4636EDFDD7}"/>
          </ac:picMkLst>
        </pc:picChg>
        <pc:picChg chg="add mod">
          <ac:chgData name="Muhammad Fikri Hasani" userId="ada500cb4dc7801b" providerId="LiveId" clId="{786255F7-9FE3-486C-982B-B25D274956AF}" dt="2023-11-29T13:20:43.131" v="2287" actId="14100"/>
          <ac:picMkLst>
            <pc:docMk/>
            <pc:sldMk cId="3742849252" sldId="266"/>
            <ac:picMk id="8" creationId="{49ADA655-C8E0-A16D-3BFF-A933672F68BF}"/>
          </ac:picMkLst>
        </pc:picChg>
      </pc:sldChg>
      <pc:sldChg chg="addSp modSp new mod">
        <pc:chgData name="Muhammad Fikri Hasani" userId="ada500cb4dc7801b" providerId="LiveId" clId="{786255F7-9FE3-486C-982B-B25D274956AF}" dt="2023-11-29T14:29:16.865" v="3932" actId="1076"/>
        <pc:sldMkLst>
          <pc:docMk/>
          <pc:sldMk cId="210008908" sldId="267"/>
        </pc:sldMkLst>
        <pc:spChg chg="mod">
          <ac:chgData name="Muhammad Fikri Hasani" userId="ada500cb4dc7801b" providerId="LiveId" clId="{786255F7-9FE3-486C-982B-B25D274956AF}" dt="2023-11-29T13:22:59.768" v="2341" actId="27636"/>
          <ac:spMkLst>
            <pc:docMk/>
            <pc:sldMk cId="210008908" sldId="267"/>
            <ac:spMk id="2" creationId="{E1C195F5-25F9-E3A8-E8B3-51356152509F}"/>
          </ac:spMkLst>
        </pc:spChg>
        <pc:spChg chg="mod">
          <ac:chgData name="Muhammad Fikri Hasani" userId="ada500cb4dc7801b" providerId="LiveId" clId="{786255F7-9FE3-486C-982B-B25D274956AF}" dt="2023-11-29T13:22:55.043" v="2339" actId="20577"/>
          <ac:spMkLst>
            <pc:docMk/>
            <pc:sldMk cId="210008908" sldId="267"/>
            <ac:spMk id="3" creationId="{5E3FE6E7-9888-9C6C-83E3-562C743AA2E4}"/>
          </ac:spMkLst>
        </pc:spChg>
        <pc:spChg chg="mod">
          <ac:chgData name="Muhammad Fikri Hasani" userId="ada500cb4dc7801b" providerId="LiveId" clId="{786255F7-9FE3-486C-982B-B25D274956AF}" dt="2023-11-29T14:28:15.552" v="3895" actId="1076"/>
          <ac:spMkLst>
            <pc:docMk/>
            <pc:sldMk cId="210008908" sldId="267"/>
            <ac:spMk id="4" creationId="{D7B01E9C-2DEF-9CC7-04D0-96E4F1ED64B9}"/>
          </ac:spMkLst>
        </pc:spChg>
        <pc:spChg chg="add mod">
          <ac:chgData name="Muhammad Fikri Hasani" userId="ada500cb4dc7801b" providerId="LiveId" clId="{786255F7-9FE3-486C-982B-B25D274956AF}" dt="2023-11-29T14:28:58.517" v="3919" actId="1076"/>
          <ac:spMkLst>
            <pc:docMk/>
            <pc:sldMk cId="210008908" sldId="267"/>
            <ac:spMk id="11" creationId="{B87BF09A-62C9-4BFD-44B5-6FEF0B15EFCF}"/>
          </ac:spMkLst>
        </pc:spChg>
        <pc:spChg chg="add mod">
          <ac:chgData name="Muhammad Fikri Hasani" userId="ada500cb4dc7801b" providerId="LiveId" clId="{786255F7-9FE3-486C-982B-B25D274956AF}" dt="2023-11-29T14:29:08.663" v="3931" actId="20577"/>
          <ac:spMkLst>
            <pc:docMk/>
            <pc:sldMk cId="210008908" sldId="267"/>
            <ac:spMk id="12" creationId="{3C08D34C-B2BF-DA56-E986-1F5A31696A73}"/>
          </ac:spMkLst>
        </pc:spChg>
        <pc:picChg chg="add mod">
          <ac:chgData name="Muhammad Fikri Hasani" userId="ada500cb4dc7801b" providerId="LiveId" clId="{786255F7-9FE3-486C-982B-B25D274956AF}" dt="2023-11-29T14:28:17.276" v="3896" actId="1076"/>
          <ac:picMkLst>
            <pc:docMk/>
            <pc:sldMk cId="210008908" sldId="267"/>
            <ac:picMk id="6" creationId="{6C130787-9024-AC28-5887-A9681F387B05}"/>
          </ac:picMkLst>
        </pc:picChg>
        <pc:picChg chg="add mod">
          <ac:chgData name="Muhammad Fikri Hasani" userId="ada500cb4dc7801b" providerId="LiveId" clId="{786255F7-9FE3-486C-982B-B25D274956AF}" dt="2023-11-29T14:29:16.865" v="3932" actId="1076"/>
          <ac:picMkLst>
            <pc:docMk/>
            <pc:sldMk cId="210008908" sldId="267"/>
            <ac:picMk id="8" creationId="{B46CE81A-961A-C8BD-BE0B-8B38C0B9638A}"/>
          </ac:picMkLst>
        </pc:picChg>
        <pc:picChg chg="add mod">
          <ac:chgData name="Muhammad Fikri Hasani" userId="ada500cb4dc7801b" providerId="LiveId" clId="{786255F7-9FE3-486C-982B-B25D274956AF}" dt="2023-11-29T14:28:43.944" v="3899" actId="1076"/>
          <ac:picMkLst>
            <pc:docMk/>
            <pc:sldMk cId="210008908" sldId="267"/>
            <ac:picMk id="10" creationId="{8E4FFAF3-AB5D-E523-345B-F19FCAA4FC79}"/>
          </ac:picMkLst>
        </pc:picChg>
      </pc:sldChg>
      <pc:sldChg chg="addSp modSp new mod">
        <pc:chgData name="Muhammad Fikri Hasani" userId="ada500cb4dc7801b" providerId="LiveId" clId="{786255F7-9FE3-486C-982B-B25D274956AF}" dt="2023-11-29T14:34:07.185" v="4050" actId="1076"/>
        <pc:sldMkLst>
          <pc:docMk/>
          <pc:sldMk cId="4106888810" sldId="268"/>
        </pc:sldMkLst>
        <pc:spChg chg="mod">
          <ac:chgData name="Muhammad Fikri Hasani" userId="ada500cb4dc7801b" providerId="LiveId" clId="{786255F7-9FE3-486C-982B-B25D274956AF}" dt="2023-11-29T13:50:04.559" v="2681" actId="20577"/>
          <ac:spMkLst>
            <pc:docMk/>
            <pc:sldMk cId="4106888810" sldId="268"/>
            <ac:spMk id="2" creationId="{6E9F672B-DCEC-09A5-49AB-52E82A7479D3}"/>
          </ac:spMkLst>
        </pc:spChg>
        <pc:spChg chg="mod">
          <ac:chgData name="Muhammad Fikri Hasani" userId="ada500cb4dc7801b" providerId="LiveId" clId="{786255F7-9FE3-486C-982B-B25D274956AF}" dt="2023-11-29T13:50:13.821" v="2720" actId="20577"/>
          <ac:spMkLst>
            <pc:docMk/>
            <pc:sldMk cId="4106888810" sldId="268"/>
            <ac:spMk id="3" creationId="{003F8A09-0499-0955-8832-5C315C7C3C62}"/>
          </ac:spMkLst>
        </pc:spChg>
        <pc:spChg chg="mod">
          <ac:chgData name="Muhammad Fikri Hasani" userId="ada500cb4dc7801b" providerId="LiveId" clId="{786255F7-9FE3-486C-982B-B25D274956AF}" dt="2023-11-29T14:34:04.219" v="4049" actId="27636"/>
          <ac:spMkLst>
            <pc:docMk/>
            <pc:sldMk cId="4106888810" sldId="268"/>
            <ac:spMk id="4" creationId="{833922DC-0FE2-ED89-AB17-D2E683C23E39}"/>
          </ac:spMkLst>
        </pc:spChg>
        <pc:picChg chg="add mod">
          <ac:chgData name="Muhammad Fikri Hasani" userId="ada500cb4dc7801b" providerId="LiveId" clId="{786255F7-9FE3-486C-982B-B25D274956AF}" dt="2023-11-29T14:34:07.185" v="4050" actId="1076"/>
          <ac:picMkLst>
            <pc:docMk/>
            <pc:sldMk cId="4106888810" sldId="268"/>
            <ac:picMk id="6" creationId="{802DA29E-25FA-EF51-9A2A-3DE86D524FF3}"/>
          </ac:picMkLst>
        </pc:picChg>
      </pc:sldChg>
      <pc:sldChg chg="modSp new del mod">
        <pc:chgData name="Muhammad Fikri Hasani" userId="ada500cb4dc7801b" providerId="LiveId" clId="{786255F7-9FE3-486C-982B-B25D274956AF}" dt="2023-11-29T14:45:42.140" v="5136" actId="47"/>
        <pc:sldMkLst>
          <pc:docMk/>
          <pc:sldMk cId="780295994" sldId="269"/>
        </pc:sldMkLst>
        <pc:spChg chg="mod">
          <ac:chgData name="Muhammad Fikri Hasani" userId="ada500cb4dc7801b" providerId="LiveId" clId="{786255F7-9FE3-486C-982B-B25D274956AF}" dt="2023-11-29T13:47:27.438" v="2526" actId="20577"/>
          <ac:spMkLst>
            <pc:docMk/>
            <pc:sldMk cId="780295994" sldId="269"/>
            <ac:spMk id="2" creationId="{0810282C-977E-2457-83E8-2CCA52C4237E}"/>
          </ac:spMkLst>
        </pc:spChg>
        <pc:spChg chg="mod">
          <ac:chgData name="Muhammad Fikri Hasani" userId="ada500cb4dc7801b" providerId="LiveId" clId="{786255F7-9FE3-486C-982B-B25D274956AF}" dt="2023-11-29T13:47:34.067" v="2562" actId="20577"/>
          <ac:spMkLst>
            <pc:docMk/>
            <pc:sldMk cId="780295994" sldId="269"/>
            <ac:spMk id="3" creationId="{7FB25C54-E260-16C7-CBC3-5736B7D8669E}"/>
          </ac:spMkLst>
        </pc:spChg>
      </pc:sldChg>
      <pc:sldChg chg="addSp delSp modSp new del mod">
        <pc:chgData name="Muhammad Fikri Hasani" userId="ada500cb4dc7801b" providerId="LiveId" clId="{786255F7-9FE3-486C-982B-B25D274956AF}" dt="2023-11-29T15:00:00.483" v="5598" actId="47"/>
        <pc:sldMkLst>
          <pc:docMk/>
          <pc:sldMk cId="3484259326" sldId="270"/>
        </pc:sldMkLst>
        <pc:spChg chg="mod">
          <ac:chgData name="Muhammad Fikri Hasani" userId="ada500cb4dc7801b" providerId="LiveId" clId="{786255F7-9FE3-486C-982B-B25D274956AF}" dt="2023-11-29T13:50:23.670" v="2755" actId="20577"/>
          <ac:spMkLst>
            <pc:docMk/>
            <pc:sldMk cId="3484259326" sldId="270"/>
            <ac:spMk id="2" creationId="{F082800A-FE45-B0BC-EC0B-B623A0393002}"/>
          </ac:spMkLst>
        </pc:spChg>
        <pc:spChg chg="mod">
          <ac:chgData name="Muhammad Fikri Hasani" userId="ada500cb4dc7801b" providerId="LiveId" clId="{786255F7-9FE3-486C-982B-B25D274956AF}" dt="2023-11-29T14:34:27.443" v="4053" actId="20577"/>
          <ac:spMkLst>
            <pc:docMk/>
            <pc:sldMk cId="3484259326" sldId="270"/>
            <ac:spMk id="3" creationId="{C63304B2-FCF8-5369-77FA-EE01FCFCE4B2}"/>
          </ac:spMkLst>
        </pc:spChg>
        <pc:spChg chg="add del mod">
          <ac:chgData name="Muhammad Fikri Hasani" userId="ada500cb4dc7801b" providerId="LiveId" clId="{786255F7-9FE3-486C-982B-B25D274956AF}" dt="2023-11-29T14:33:40.431" v="4044" actId="5793"/>
          <ac:spMkLst>
            <pc:docMk/>
            <pc:sldMk cId="3484259326" sldId="270"/>
            <ac:spMk id="4" creationId="{52A91B6E-9845-8AEF-8645-1E8AA5A8E40F}"/>
          </ac:spMkLst>
        </pc:spChg>
        <pc:picChg chg="add del mod ord">
          <ac:chgData name="Muhammad Fikri Hasani" userId="ada500cb4dc7801b" providerId="LiveId" clId="{786255F7-9FE3-486C-982B-B25D274956AF}" dt="2023-11-29T14:31:26.894" v="3955" actId="22"/>
          <ac:picMkLst>
            <pc:docMk/>
            <pc:sldMk cId="3484259326" sldId="270"/>
            <ac:picMk id="6" creationId="{C0B4374B-C273-B623-01B0-6A996BDC9349}"/>
          </ac:picMkLst>
        </pc:picChg>
        <pc:picChg chg="add del">
          <ac:chgData name="Muhammad Fikri Hasani" userId="ada500cb4dc7801b" providerId="LiveId" clId="{786255F7-9FE3-486C-982B-B25D274956AF}" dt="2023-11-29T14:31:36.078" v="3987" actId="22"/>
          <ac:picMkLst>
            <pc:docMk/>
            <pc:sldMk cId="3484259326" sldId="270"/>
            <ac:picMk id="8" creationId="{5CA8B493-078E-4204-ACFE-58EC0830081A}"/>
          </ac:picMkLst>
        </pc:picChg>
        <pc:picChg chg="add mod">
          <ac:chgData name="Muhammad Fikri Hasani" userId="ada500cb4dc7801b" providerId="LiveId" clId="{786255F7-9FE3-486C-982B-B25D274956AF}" dt="2023-11-29T14:31:48.217" v="3993" actId="1076"/>
          <ac:picMkLst>
            <pc:docMk/>
            <pc:sldMk cId="3484259326" sldId="270"/>
            <ac:picMk id="10" creationId="{9DC8B493-FAA5-1E5B-E3D9-76E1BC46C41F}"/>
          </ac:picMkLst>
        </pc:picChg>
        <pc:picChg chg="add mod">
          <ac:chgData name="Muhammad Fikri Hasani" userId="ada500cb4dc7801b" providerId="LiveId" clId="{786255F7-9FE3-486C-982B-B25D274956AF}" dt="2023-11-29T14:33:21.603" v="4029" actId="14100"/>
          <ac:picMkLst>
            <pc:docMk/>
            <pc:sldMk cId="3484259326" sldId="270"/>
            <ac:picMk id="12" creationId="{9CBA2D5B-C9B4-678F-5A32-D21363B90EE8}"/>
          </ac:picMkLst>
        </pc:picChg>
      </pc:sldChg>
      <pc:sldChg chg="addSp modSp new mod">
        <pc:chgData name="Muhammad Fikri Hasani" userId="ada500cb4dc7801b" providerId="LiveId" clId="{786255F7-9FE3-486C-982B-B25D274956AF}" dt="2023-11-29T14:50:46.588" v="5597" actId="20577"/>
        <pc:sldMkLst>
          <pc:docMk/>
          <pc:sldMk cId="1821762966" sldId="271"/>
        </pc:sldMkLst>
        <pc:spChg chg="mod">
          <ac:chgData name="Muhammad Fikri Hasani" userId="ada500cb4dc7801b" providerId="LiveId" clId="{786255F7-9FE3-486C-982B-B25D274956AF}" dt="2023-11-29T13:50:49.374" v="2840" actId="20577"/>
          <ac:spMkLst>
            <pc:docMk/>
            <pc:sldMk cId="1821762966" sldId="271"/>
            <ac:spMk id="2" creationId="{C5DF6C1F-5768-665F-7C49-ED656CE32E1C}"/>
          </ac:spMkLst>
        </pc:spChg>
        <pc:spChg chg="mod">
          <ac:chgData name="Muhammad Fikri Hasani" userId="ada500cb4dc7801b" providerId="LiveId" clId="{786255F7-9FE3-486C-982B-B25D274956AF}" dt="2023-11-29T13:50:53.348" v="2858" actId="20577"/>
          <ac:spMkLst>
            <pc:docMk/>
            <pc:sldMk cId="1821762966" sldId="271"/>
            <ac:spMk id="3" creationId="{4CAFF0D6-7C4A-15BF-F2FD-7A76DE893827}"/>
          </ac:spMkLst>
        </pc:spChg>
        <pc:spChg chg="mod">
          <ac:chgData name="Muhammad Fikri Hasani" userId="ada500cb4dc7801b" providerId="LiveId" clId="{786255F7-9FE3-486C-982B-B25D274956AF}" dt="2023-11-29T14:50:46.588" v="5597" actId="20577"/>
          <ac:spMkLst>
            <pc:docMk/>
            <pc:sldMk cId="1821762966" sldId="271"/>
            <ac:spMk id="4" creationId="{DF057DF2-690D-0F91-F661-AAB5867E5298}"/>
          </ac:spMkLst>
        </pc:spChg>
        <pc:spChg chg="add mod">
          <ac:chgData name="Muhammad Fikri Hasani" userId="ada500cb4dc7801b" providerId="LiveId" clId="{786255F7-9FE3-486C-982B-B25D274956AF}" dt="2023-11-29T14:26:38.565" v="3887" actId="1076"/>
          <ac:spMkLst>
            <pc:docMk/>
            <pc:sldMk cId="1821762966" sldId="271"/>
            <ac:spMk id="7" creationId="{1DEB121D-F371-F33D-6CED-A095D7CBC7B4}"/>
          </ac:spMkLst>
        </pc:spChg>
        <pc:spChg chg="add mod">
          <ac:chgData name="Muhammad Fikri Hasani" userId="ada500cb4dc7801b" providerId="LiveId" clId="{786255F7-9FE3-486C-982B-B25D274956AF}" dt="2023-11-29T14:26:45.788" v="3889" actId="1076"/>
          <ac:spMkLst>
            <pc:docMk/>
            <pc:sldMk cId="1821762966" sldId="271"/>
            <ac:spMk id="10" creationId="{04F61632-E646-FDFD-1819-2B45BBA36820}"/>
          </ac:spMkLst>
        </pc:spChg>
        <pc:spChg chg="add mod">
          <ac:chgData name="Muhammad Fikri Hasani" userId="ada500cb4dc7801b" providerId="LiveId" clId="{786255F7-9FE3-486C-982B-B25D274956AF}" dt="2023-11-29T14:26:51.177" v="3890" actId="1076"/>
          <ac:spMkLst>
            <pc:docMk/>
            <pc:sldMk cId="1821762966" sldId="271"/>
            <ac:spMk id="11" creationId="{43FCFE98-50C5-E33D-FCD3-128AAF6C5A80}"/>
          </ac:spMkLst>
        </pc:spChg>
        <pc:picChg chg="add mod">
          <ac:chgData name="Muhammad Fikri Hasani" userId="ada500cb4dc7801b" providerId="LiveId" clId="{786255F7-9FE3-486C-982B-B25D274956AF}" dt="2023-11-29T14:26:34.486" v="3886" actId="1076"/>
          <ac:picMkLst>
            <pc:docMk/>
            <pc:sldMk cId="1821762966" sldId="271"/>
            <ac:picMk id="6" creationId="{EFC21AA6-3F3A-2E1C-0E20-C18035B288DB}"/>
          </ac:picMkLst>
        </pc:picChg>
        <pc:picChg chg="add mod">
          <ac:chgData name="Muhammad Fikri Hasani" userId="ada500cb4dc7801b" providerId="LiveId" clId="{786255F7-9FE3-486C-982B-B25D274956AF}" dt="2023-11-29T14:26:40.841" v="3888" actId="1076"/>
          <ac:picMkLst>
            <pc:docMk/>
            <pc:sldMk cId="1821762966" sldId="271"/>
            <ac:picMk id="9" creationId="{A97AAF9E-2764-D122-AEFC-C4129AD476B3}"/>
          </ac:picMkLst>
        </pc:picChg>
        <pc:picChg chg="add mod">
          <ac:chgData name="Muhammad Fikri Hasani" userId="ada500cb4dc7801b" providerId="LiveId" clId="{786255F7-9FE3-486C-982B-B25D274956AF}" dt="2023-11-29T14:26:31.741" v="3885" actId="1076"/>
          <ac:picMkLst>
            <pc:docMk/>
            <pc:sldMk cId="1821762966" sldId="271"/>
            <ac:picMk id="13" creationId="{B7F7237C-C06B-BA5D-FE27-A964170D8521}"/>
          </ac:picMkLst>
        </pc:picChg>
      </pc:sldChg>
      <pc:sldChg chg="addSp modSp new mod ord">
        <pc:chgData name="Muhammad Fikri Hasani" userId="ada500cb4dc7801b" providerId="LiveId" clId="{786255F7-9FE3-486C-982B-B25D274956AF}" dt="2023-11-29T14:11:25.125" v="3209" actId="14100"/>
        <pc:sldMkLst>
          <pc:docMk/>
          <pc:sldMk cId="2873969985" sldId="272"/>
        </pc:sldMkLst>
        <pc:spChg chg="mod">
          <ac:chgData name="Muhammad Fikri Hasani" userId="ada500cb4dc7801b" providerId="LiveId" clId="{786255F7-9FE3-486C-982B-B25D274956AF}" dt="2023-11-29T13:53:22.290" v="2918" actId="20577"/>
          <ac:spMkLst>
            <pc:docMk/>
            <pc:sldMk cId="2873969985" sldId="272"/>
            <ac:spMk id="2" creationId="{C391A12E-705B-4339-AA28-73422D58E7B9}"/>
          </ac:spMkLst>
        </pc:spChg>
        <pc:spChg chg="mod">
          <ac:chgData name="Muhammad Fikri Hasani" userId="ada500cb4dc7801b" providerId="LiveId" clId="{786255F7-9FE3-486C-982B-B25D274956AF}" dt="2023-11-29T13:53:17.339" v="2884"/>
          <ac:spMkLst>
            <pc:docMk/>
            <pc:sldMk cId="2873969985" sldId="272"/>
            <ac:spMk id="3" creationId="{BDC6556D-8F85-99C1-BC3A-2E378DC8D7E7}"/>
          </ac:spMkLst>
        </pc:spChg>
        <pc:spChg chg="mod">
          <ac:chgData name="Muhammad Fikri Hasani" userId="ada500cb4dc7801b" providerId="LiveId" clId="{786255F7-9FE3-486C-982B-B25D274956AF}" dt="2023-11-29T14:09:28.484" v="3154" actId="1076"/>
          <ac:spMkLst>
            <pc:docMk/>
            <pc:sldMk cId="2873969985" sldId="272"/>
            <ac:spMk id="4" creationId="{A519C9E7-F2C5-9E36-A34C-D043026E2B7A}"/>
          </ac:spMkLst>
        </pc:spChg>
        <pc:spChg chg="add mod">
          <ac:chgData name="Muhammad Fikri Hasani" userId="ada500cb4dc7801b" providerId="LiveId" clId="{786255F7-9FE3-486C-982B-B25D274956AF}" dt="2023-11-29T14:11:14.883" v="3203" actId="1076"/>
          <ac:spMkLst>
            <pc:docMk/>
            <pc:sldMk cId="2873969985" sldId="272"/>
            <ac:spMk id="11" creationId="{D8004CD9-2B8C-654A-1862-34D9E6DD4BE2}"/>
          </ac:spMkLst>
        </pc:spChg>
        <pc:spChg chg="add mod">
          <ac:chgData name="Muhammad Fikri Hasani" userId="ada500cb4dc7801b" providerId="LiveId" clId="{786255F7-9FE3-486C-982B-B25D274956AF}" dt="2023-11-29T14:10:05.741" v="3197" actId="20577"/>
          <ac:spMkLst>
            <pc:docMk/>
            <pc:sldMk cId="2873969985" sldId="272"/>
            <ac:spMk id="12" creationId="{43998B5D-8BEF-978E-5F7A-61C9326225C8}"/>
          </ac:spMkLst>
        </pc:spChg>
        <pc:picChg chg="add mod">
          <ac:chgData name="Muhammad Fikri Hasani" userId="ada500cb4dc7801b" providerId="LiveId" clId="{786255F7-9FE3-486C-982B-B25D274956AF}" dt="2023-11-29T14:11:18.984" v="3205" actId="1076"/>
          <ac:picMkLst>
            <pc:docMk/>
            <pc:sldMk cId="2873969985" sldId="272"/>
            <ac:picMk id="6" creationId="{F58E104A-ACE1-AE75-704B-6E1676610C0F}"/>
          </ac:picMkLst>
        </pc:picChg>
        <pc:picChg chg="add mod">
          <ac:chgData name="Muhammad Fikri Hasani" userId="ada500cb4dc7801b" providerId="LiveId" clId="{786255F7-9FE3-486C-982B-B25D274956AF}" dt="2023-11-29T14:11:21.787" v="3207" actId="1076"/>
          <ac:picMkLst>
            <pc:docMk/>
            <pc:sldMk cId="2873969985" sldId="272"/>
            <ac:picMk id="8" creationId="{DD2719CF-CBC3-DE3E-5C83-CEB797C3A546}"/>
          </ac:picMkLst>
        </pc:picChg>
        <pc:picChg chg="add mod">
          <ac:chgData name="Muhammad Fikri Hasani" userId="ada500cb4dc7801b" providerId="LiveId" clId="{786255F7-9FE3-486C-982B-B25D274956AF}" dt="2023-11-29T14:11:25.125" v="3209" actId="14100"/>
          <ac:picMkLst>
            <pc:docMk/>
            <pc:sldMk cId="2873969985" sldId="272"/>
            <ac:picMk id="10" creationId="{E33D92D3-BBF6-6AF7-0EA6-91F629990808}"/>
          </ac:picMkLst>
        </pc:picChg>
        <pc:picChg chg="add mod">
          <ac:chgData name="Muhammad Fikri Hasani" userId="ada500cb4dc7801b" providerId="LiveId" clId="{786255F7-9FE3-486C-982B-B25D274956AF}" dt="2023-11-29T14:11:08.900" v="3202" actId="1076"/>
          <ac:picMkLst>
            <pc:docMk/>
            <pc:sldMk cId="2873969985" sldId="272"/>
            <ac:picMk id="14" creationId="{4CEE1E44-34F0-3286-1697-A002DD6BC3E4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5:26.211" v="3349" actId="14100"/>
        <pc:sldMkLst>
          <pc:docMk/>
          <pc:sldMk cId="1117770923" sldId="273"/>
        </pc:sldMkLst>
        <pc:spChg chg="mod">
          <ac:chgData name="Muhammad Fikri Hasani" userId="ada500cb4dc7801b" providerId="LiveId" clId="{786255F7-9FE3-486C-982B-B25D274956AF}" dt="2023-11-29T14:11:48.132" v="3257" actId="20577"/>
          <ac:spMkLst>
            <pc:docMk/>
            <pc:sldMk cId="1117770923" sldId="273"/>
            <ac:spMk id="2" creationId="{0C5A8963-7CCB-28A5-7299-37F723B88351}"/>
          </ac:spMkLst>
        </pc:spChg>
        <pc:spChg chg="mod">
          <ac:chgData name="Muhammad Fikri Hasani" userId="ada500cb4dc7801b" providerId="LiveId" clId="{786255F7-9FE3-486C-982B-B25D274956AF}" dt="2023-11-29T14:11:49.958" v="3264" actId="5793"/>
          <ac:spMkLst>
            <pc:docMk/>
            <pc:sldMk cId="1117770923" sldId="273"/>
            <ac:spMk id="3" creationId="{3C3F785D-75BA-57C2-D92D-7FA0FD9A90C0}"/>
          </ac:spMkLst>
        </pc:spChg>
        <pc:spChg chg="mod">
          <ac:chgData name="Muhammad Fikri Hasani" userId="ada500cb4dc7801b" providerId="LiveId" clId="{786255F7-9FE3-486C-982B-B25D274956AF}" dt="2023-11-29T14:15:19.061" v="3346" actId="1076"/>
          <ac:spMkLst>
            <pc:docMk/>
            <pc:sldMk cId="1117770923" sldId="273"/>
            <ac:spMk id="4" creationId="{0479128A-0B54-B933-959C-B01743403269}"/>
          </ac:spMkLst>
        </pc:spChg>
        <pc:graphicFrameChg chg="add del mod">
          <ac:chgData name="Muhammad Fikri Hasani" userId="ada500cb4dc7801b" providerId="LiveId" clId="{786255F7-9FE3-486C-982B-B25D274956AF}" dt="2023-11-29T14:15:02.776" v="3341"/>
          <ac:graphicFrameMkLst>
            <pc:docMk/>
            <pc:sldMk cId="1117770923" sldId="273"/>
            <ac:graphicFrameMk id="7" creationId="{AF5C3520-756A-8790-A29C-1ACF81DE36A7}"/>
          </ac:graphicFrameMkLst>
        </pc:graphicFrameChg>
        <pc:picChg chg="add mod">
          <ac:chgData name="Muhammad Fikri Hasani" userId="ada500cb4dc7801b" providerId="LiveId" clId="{786255F7-9FE3-486C-982B-B25D274956AF}" dt="2023-11-29T14:15:21.402" v="3347" actId="1076"/>
          <ac:picMkLst>
            <pc:docMk/>
            <pc:sldMk cId="1117770923" sldId="273"/>
            <ac:picMk id="6" creationId="{E12F311E-739E-F20E-52F5-7F4940FDC166}"/>
          </ac:picMkLst>
        </pc:picChg>
        <pc:picChg chg="add mod">
          <ac:chgData name="Muhammad Fikri Hasani" userId="ada500cb4dc7801b" providerId="LiveId" clId="{786255F7-9FE3-486C-982B-B25D274956AF}" dt="2023-11-29T14:15:26.211" v="3349" actId="14100"/>
          <ac:picMkLst>
            <pc:docMk/>
            <pc:sldMk cId="1117770923" sldId="273"/>
            <ac:picMk id="9" creationId="{13ACEF21-6100-6F0D-AEBF-520555E97D4F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8:33.936" v="3507" actId="20577"/>
        <pc:sldMkLst>
          <pc:docMk/>
          <pc:sldMk cId="2210744361" sldId="274"/>
        </pc:sldMkLst>
        <pc:spChg chg="mod">
          <ac:chgData name="Muhammad Fikri Hasani" userId="ada500cb4dc7801b" providerId="LiveId" clId="{786255F7-9FE3-486C-982B-B25D274956AF}" dt="2023-11-29T14:15:35.443" v="3352" actId="27636"/>
          <ac:spMkLst>
            <pc:docMk/>
            <pc:sldMk cId="2210744361" sldId="274"/>
            <ac:spMk id="2" creationId="{B019F606-EC18-A8D2-4361-9545A75F06D6}"/>
          </ac:spMkLst>
        </pc:spChg>
        <pc:spChg chg="mod">
          <ac:chgData name="Muhammad Fikri Hasani" userId="ada500cb4dc7801b" providerId="LiveId" clId="{786255F7-9FE3-486C-982B-B25D274956AF}" dt="2023-11-29T14:15:39.294" v="3366" actId="20577"/>
          <ac:spMkLst>
            <pc:docMk/>
            <pc:sldMk cId="2210744361" sldId="274"/>
            <ac:spMk id="3" creationId="{BE640E17-F814-A7F5-9B92-464037BA5B93}"/>
          </ac:spMkLst>
        </pc:spChg>
        <pc:spChg chg="add del mod">
          <ac:chgData name="Muhammad Fikri Hasani" userId="ada500cb4dc7801b" providerId="LiveId" clId="{786255F7-9FE3-486C-982B-B25D274956AF}" dt="2023-11-29T14:18:33.936" v="3507" actId="20577"/>
          <ac:spMkLst>
            <pc:docMk/>
            <pc:sldMk cId="2210744361" sldId="274"/>
            <ac:spMk id="4" creationId="{03513F55-BD25-D85A-7E29-B682564B672B}"/>
          </ac:spMkLst>
        </pc:spChg>
        <pc:spChg chg="add del mod">
          <ac:chgData name="Muhammad Fikri Hasani" userId="ada500cb4dc7801b" providerId="LiveId" clId="{786255F7-9FE3-486C-982B-B25D274956AF}" dt="2023-11-29T14:17:01.554" v="3370"/>
          <ac:spMkLst>
            <pc:docMk/>
            <pc:sldMk cId="2210744361" sldId="274"/>
            <ac:spMk id="5" creationId="{1F225E52-0790-C985-EDF8-D817963DDF50}"/>
          </ac:spMkLst>
        </pc:spChg>
      </pc:sldChg>
      <pc:sldChg chg="addSp delSp modSp new mod">
        <pc:chgData name="Muhammad Fikri Hasani" userId="ada500cb4dc7801b" providerId="LiveId" clId="{786255F7-9FE3-486C-982B-B25D274956AF}" dt="2023-11-29T14:40:13.765" v="4276" actId="1076"/>
        <pc:sldMkLst>
          <pc:docMk/>
          <pc:sldMk cId="725306543" sldId="275"/>
        </pc:sldMkLst>
        <pc:spChg chg="mod">
          <ac:chgData name="Muhammad Fikri Hasani" userId="ada500cb4dc7801b" providerId="LiveId" clId="{786255F7-9FE3-486C-982B-B25D274956AF}" dt="2023-11-29T14:38:44.379" v="4166" actId="20577"/>
          <ac:spMkLst>
            <pc:docMk/>
            <pc:sldMk cId="725306543" sldId="275"/>
            <ac:spMk id="2" creationId="{991BAAF6-D41B-ABD4-84B1-CD88CA779685}"/>
          </ac:spMkLst>
        </pc:spChg>
        <pc:spChg chg="mod">
          <ac:chgData name="Muhammad Fikri Hasani" userId="ada500cb4dc7801b" providerId="LiveId" clId="{786255F7-9FE3-486C-982B-B25D274956AF}" dt="2023-11-29T14:38:53.028" v="4182" actId="20577"/>
          <ac:spMkLst>
            <pc:docMk/>
            <pc:sldMk cId="725306543" sldId="275"/>
            <ac:spMk id="3" creationId="{ED62E96F-A3FD-9A45-DF43-F34BC8EA2676}"/>
          </ac:spMkLst>
        </pc:spChg>
        <pc:spChg chg="mod">
          <ac:chgData name="Muhammad Fikri Hasani" userId="ada500cb4dc7801b" providerId="LiveId" clId="{786255F7-9FE3-486C-982B-B25D274956AF}" dt="2023-11-29T14:39:36.709" v="4233" actId="20577"/>
          <ac:spMkLst>
            <pc:docMk/>
            <pc:sldMk cId="725306543" sldId="275"/>
            <ac:spMk id="4" creationId="{F9101605-EF62-F65F-7718-4F5C3805376F}"/>
          </ac:spMkLst>
        </pc:spChg>
        <pc:spChg chg="add del mod">
          <ac:chgData name="Muhammad Fikri Hasani" userId="ada500cb4dc7801b" providerId="LiveId" clId="{786255F7-9FE3-486C-982B-B25D274956AF}" dt="2023-11-29T14:39:42.778" v="4235"/>
          <ac:spMkLst>
            <pc:docMk/>
            <pc:sldMk cId="725306543" sldId="275"/>
            <ac:spMk id="7" creationId="{69482A4A-44F9-7DBD-5274-819264A47DA0}"/>
          </ac:spMkLst>
        </pc:spChg>
        <pc:spChg chg="add mod">
          <ac:chgData name="Muhammad Fikri Hasani" userId="ada500cb4dc7801b" providerId="LiveId" clId="{786255F7-9FE3-486C-982B-B25D274956AF}" dt="2023-11-29T14:40:00.380" v="4272" actId="20577"/>
          <ac:spMkLst>
            <pc:docMk/>
            <pc:sldMk cId="725306543" sldId="275"/>
            <ac:spMk id="8" creationId="{EF7C8BB4-E43D-51FC-8E19-70A9343E545B}"/>
          </ac:spMkLst>
        </pc:spChg>
        <pc:picChg chg="add mod">
          <ac:chgData name="Muhammad Fikri Hasani" userId="ada500cb4dc7801b" providerId="LiveId" clId="{786255F7-9FE3-486C-982B-B25D274956AF}" dt="2023-11-29T14:40:13.765" v="4276" actId="1076"/>
          <ac:picMkLst>
            <pc:docMk/>
            <pc:sldMk cId="725306543" sldId="275"/>
            <ac:picMk id="6" creationId="{ADB03979-8027-EA5C-B83E-7C7776BEE1E7}"/>
          </ac:picMkLst>
        </pc:picChg>
        <pc:picChg chg="add mod">
          <ac:chgData name="Muhammad Fikri Hasani" userId="ada500cb4dc7801b" providerId="LiveId" clId="{786255F7-9FE3-486C-982B-B25D274956AF}" dt="2023-11-29T14:40:09.790" v="4275" actId="14100"/>
          <ac:picMkLst>
            <pc:docMk/>
            <pc:sldMk cId="725306543" sldId="275"/>
            <ac:picMk id="10" creationId="{C9200D29-CB14-037E-3D69-EB444540DB7E}"/>
          </ac:picMkLst>
        </pc:picChg>
      </pc:sldChg>
      <pc:sldChg chg="addSp modSp new del mod">
        <pc:chgData name="Muhammad Fikri Hasani" userId="ada500cb4dc7801b" providerId="LiveId" clId="{786255F7-9FE3-486C-982B-B25D274956AF}" dt="2023-11-29T15:00:00.483" v="5598" actId="47"/>
        <pc:sldMkLst>
          <pc:docMk/>
          <pc:sldMk cId="4241519096" sldId="276"/>
        </pc:sldMkLst>
        <pc:spChg chg="mod">
          <ac:chgData name="Muhammad Fikri Hasani" userId="ada500cb4dc7801b" providerId="LiveId" clId="{786255F7-9FE3-486C-982B-B25D274956AF}" dt="2023-11-29T14:34:30.062" v="4055" actId="27636"/>
          <ac:spMkLst>
            <pc:docMk/>
            <pc:sldMk cId="4241519096" sldId="276"/>
            <ac:spMk id="2" creationId="{0DAAB851-F856-1157-09C2-E013941F38F3}"/>
          </ac:spMkLst>
        </pc:spChg>
        <pc:spChg chg="mod">
          <ac:chgData name="Muhammad Fikri Hasani" userId="ada500cb4dc7801b" providerId="LiveId" clId="{786255F7-9FE3-486C-982B-B25D274956AF}" dt="2023-11-29T14:34:32.824" v="4071" actId="20577"/>
          <ac:spMkLst>
            <pc:docMk/>
            <pc:sldMk cId="4241519096" sldId="276"/>
            <ac:spMk id="3" creationId="{4A09EAEF-69E4-297B-2D98-B32836FC512A}"/>
          </ac:spMkLst>
        </pc:spChg>
        <pc:spChg chg="mod">
          <ac:chgData name="Muhammad Fikri Hasani" userId="ada500cb4dc7801b" providerId="LiveId" clId="{786255F7-9FE3-486C-982B-B25D274956AF}" dt="2023-11-29T14:36:12.352" v="4119" actId="20577"/>
          <ac:spMkLst>
            <pc:docMk/>
            <pc:sldMk cId="4241519096" sldId="276"/>
            <ac:spMk id="4" creationId="{68A58EDF-C710-D596-E3D5-B235233FC085}"/>
          </ac:spMkLst>
        </pc:spChg>
        <pc:spChg chg="add mod">
          <ac:chgData name="Muhammad Fikri Hasani" userId="ada500cb4dc7801b" providerId="LiveId" clId="{786255F7-9FE3-486C-982B-B25D274956AF}" dt="2023-11-29T14:37:19.761" v="4130" actId="1076"/>
          <ac:spMkLst>
            <pc:docMk/>
            <pc:sldMk cId="4241519096" sldId="276"/>
            <ac:spMk id="7" creationId="{596E4C15-647E-7124-FC28-8A76466050DE}"/>
          </ac:spMkLst>
        </pc:spChg>
        <pc:picChg chg="add mod">
          <ac:chgData name="Muhammad Fikri Hasani" userId="ada500cb4dc7801b" providerId="LiveId" clId="{786255F7-9FE3-486C-982B-B25D274956AF}" dt="2023-11-29T14:37:37.323" v="4133" actId="1076"/>
          <ac:picMkLst>
            <pc:docMk/>
            <pc:sldMk cId="4241519096" sldId="276"/>
            <ac:picMk id="6" creationId="{9AC6E396-7D28-7B22-D16D-A61FBF2ABA9B}"/>
          </ac:picMkLst>
        </pc:picChg>
        <pc:picChg chg="add mod">
          <ac:chgData name="Muhammad Fikri Hasani" userId="ada500cb4dc7801b" providerId="LiveId" clId="{786255F7-9FE3-486C-982B-B25D274956AF}" dt="2023-11-29T14:37:35.032" v="4132" actId="1076"/>
          <ac:picMkLst>
            <pc:docMk/>
            <pc:sldMk cId="4241519096" sldId="276"/>
            <ac:picMk id="9" creationId="{0D2AAAFF-ECED-E2AF-EA5A-433FD42429B5}"/>
          </ac:picMkLst>
        </pc:picChg>
      </pc:sldChg>
      <pc:sldChg chg="modSp new mod">
        <pc:chgData name="Muhammad Fikri Hasani" userId="ada500cb4dc7801b" providerId="LiveId" clId="{786255F7-9FE3-486C-982B-B25D274956AF}" dt="2023-11-29T14:44:30.168" v="5135" actId="20577"/>
        <pc:sldMkLst>
          <pc:docMk/>
          <pc:sldMk cId="2384352061" sldId="277"/>
        </pc:sldMkLst>
        <pc:spChg chg="mod">
          <ac:chgData name="Muhammad Fikri Hasani" userId="ada500cb4dc7801b" providerId="LiveId" clId="{786255F7-9FE3-486C-982B-B25D274956AF}" dt="2023-11-29T14:40:56.485" v="4282" actId="27636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786255F7-9FE3-486C-982B-B25D274956AF}" dt="2023-11-29T14:40:59.054" v="4294" actId="20577"/>
          <ac:spMkLst>
            <pc:docMk/>
            <pc:sldMk cId="2384352061" sldId="277"/>
            <ac:spMk id="3" creationId="{43C5AB45-631D-E54A-5C40-80510744A058}"/>
          </ac:spMkLst>
        </pc:spChg>
        <pc:spChg chg="mod">
          <ac:chgData name="Muhammad Fikri Hasani" userId="ada500cb4dc7801b" providerId="LiveId" clId="{786255F7-9FE3-486C-982B-B25D274956AF}" dt="2023-11-29T14:44:30.168" v="5135" actId="20577"/>
          <ac:spMkLst>
            <pc:docMk/>
            <pc:sldMk cId="2384352061" sldId="277"/>
            <ac:spMk id="4" creationId="{DB514F26-319B-72E9-ED03-F51DF0225757}"/>
          </ac:spMkLst>
        </pc:spChg>
      </pc:sldChg>
      <pc:sldChg chg="addSp delSp modSp new mod">
        <pc:chgData name="Muhammad Fikri Hasani" userId="ada500cb4dc7801b" providerId="LiveId" clId="{786255F7-9FE3-486C-982B-B25D274956AF}" dt="2023-11-29T14:48:54.314" v="5483" actId="1076"/>
        <pc:sldMkLst>
          <pc:docMk/>
          <pc:sldMk cId="1371242533" sldId="278"/>
        </pc:sldMkLst>
        <pc:spChg chg="mod">
          <ac:chgData name="Muhammad Fikri Hasani" userId="ada500cb4dc7801b" providerId="LiveId" clId="{786255F7-9FE3-486C-982B-B25D274956AF}" dt="2023-11-29T14:47:42.924" v="5384" actId="20577"/>
          <ac:spMkLst>
            <pc:docMk/>
            <pc:sldMk cId="1371242533" sldId="278"/>
            <ac:spMk id="2" creationId="{DCC5964E-8475-96A0-FBC1-23C802AA7211}"/>
          </ac:spMkLst>
        </pc:spChg>
        <pc:spChg chg="mod">
          <ac:chgData name="Muhammad Fikri Hasani" userId="ada500cb4dc7801b" providerId="LiveId" clId="{786255F7-9FE3-486C-982B-B25D274956AF}" dt="2023-11-29T14:47:51.522" v="5412" actId="20577"/>
          <ac:spMkLst>
            <pc:docMk/>
            <pc:sldMk cId="1371242533" sldId="278"/>
            <ac:spMk id="3" creationId="{DA1DB94B-1419-6380-ED02-AEA338D62848}"/>
          </ac:spMkLst>
        </pc:spChg>
        <pc:spChg chg="add del mod">
          <ac:chgData name="Muhammad Fikri Hasani" userId="ada500cb4dc7801b" providerId="LiveId" clId="{786255F7-9FE3-486C-982B-B25D274956AF}" dt="2023-11-29T14:48:32.160" v="5478" actId="14100"/>
          <ac:spMkLst>
            <pc:docMk/>
            <pc:sldMk cId="1371242533" sldId="278"/>
            <ac:spMk id="4" creationId="{544512AC-FFCD-4FF6-4032-F61E62E6EAE6}"/>
          </ac:spMkLst>
        </pc:spChg>
        <pc:picChg chg="add del mod ord">
          <ac:chgData name="Muhammad Fikri Hasani" userId="ada500cb4dc7801b" providerId="LiveId" clId="{786255F7-9FE3-486C-982B-B25D274956AF}" dt="2023-11-29T14:48:09.374" v="5420" actId="22"/>
          <ac:picMkLst>
            <pc:docMk/>
            <pc:sldMk cId="1371242533" sldId="278"/>
            <ac:picMk id="6" creationId="{050FF423-410C-5473-60FC-77BE849E4BCC}"/>
          </ac:picMkLst>
        </pc:picChg>
        <pc:picChg chg="add mod">
          <ac:chgData name="Muhammad Fikri Hasani" userId="ada500cb4dc7801b" providerId="LiveId" clId="{786255F7-9FE3-486C-982B-B25D274956AF}" dt="2023-11-29T14:48:36.279" v="5480" actId="14100"/>
          <ac:picMkLst>
            <pc:docMk/>
            <pc:sldMk cId="1371242533" sldId="278"/>
            <ac:picMk id="8" creationId="{65CFCCDF-B776-E2D0-5398-2996857F1B0B}"/>
          </ac:picMkLst>
        </pc:picChg>
        <pc:picChg chg="add mod">
          <ac:chgData name="Muhammad Fikri Hasani" userId="ada500cb4dc7801b" providerId="LiveId" clId="{786255F7-9FE3-486C-982B-B25D274956AF}" dt="2023-11-29T14:48:54.314" v="5483" actId="1076"/>
          <ac:picMkLst>
            <pc:docMk/>
            <pc:sldMk cId="1371242533" sldId="278"/>
            <ac:picMk id="10" creationId="{64187EB2-9335-F722-C5E3-40BDD278386C}"/>
          </ac:picMkLst>
        </pc:picChg>
      </pc:sldChg>
      <pc:sldChg chg="addSp modSp new mod">
        <pc:chgData name="Muhammad Fikri Hasani" userId="ada500cb4dc7801b" providerId="LiveId" clId="{786255F7-9FE3-486C-982B-B25D274956AF}" dt="2023-11-29T15:02:30.116" v="5661" actId="20577"/>
        <pc:sldMkLst>
          <pc:docMk/>
          <pc:sldMk cId="3339963419" sldId="279"/>
        </pc:sldMkLst>
        <pc:spChg chg="mod">
          <ac:chgData name="Muhammad Fikri Hasani" userId="ada500cb4dc7801b" providerId="LiveId" clId="{786255F7-9FE3-486C-982B-B25D274956AF}" dt="2023-11-29T15:01:03.390" v="5601" actId="27636"/>
          <ac:spMkLst>
            <pc:docMk/>
            <pc:sldMk cId="3339963419" sldId="279"/>
            <ac:spMk id="2" creationId="{DFDCCB62-49BC-A4AC-3AA0-659FF76506D9}"/>
          </ac:spMkLst>
        </pc:spChg>
        <pc:spChg chg="mod">
          <ac:chgData name="Muhammad Fikri Hasani" userId="ada500cb4dc7801b" providerId="LiveId" clId="{786255F7-9FE3-486C-982B-B25D274956AF}" dt="2023-11-29T15:02:30.116" v="5661" actId="20577"/>
          <ac:spMkLst>
            <pc:docMk/>
            <pc:sldMk cId="3339963419" sldId="279"/>
            <ac:spMk id="3" creationId="{01FD00B8-5CFD-3B6D-0834-6C0D6C4096E6}"/>
          </ac:spMkLst>
        </pc:spChg>
        <pc:spChg chg="mod">
          <ac:chgData name="Muhammad Fikri Hasani" userId="ada500cb4dc7801b" providerId="LiveId" clId="{786255F7-9FE3-486C-982B-B25D274956AF}" dt="2023-11-29T15:02:19.911" v="5646" actId="20577"/>
          <ac:spMkLst>
            <pc:docMk/>
            <pc:sldMk cId="3339963419" sldId="279"/>
            <ac:spMk id="4" creationId="{FA3D3EEE-F67C-F03F-EEC2-1AE3C5B7D14D}"/>
          </ac:spMkLst>
        </pc:spChg>
        <pc:picChg chg="add mod">
          <ac:chgData name="Muhammad Fikri Hasani" userId="ada500cb4dc7801b" providerId="LiveId" clId="{786255F7-9FE3-486C-982B-B25D274956AF}" dt="2023-11-29T15:02:05.024" v="5632" actId="1076"/>
          <ac:picMkLst>
            <pc:docMk/>
            <pc:sldMk cId="3339963419" sldId="279"/>
            <ac:picMk id="5" creationId="{DB1D375F-6864-E6F7-DCE8-48EBE62929D2}"/>
          </ac:picMkLst>
        </pc:picChg>
      </pc:sldChg>
      <pc:sldChg chg="modSp new mod">
        <pc:chgData name="Muhammad Fikri Hasani" userId="ada500cb4dc7801b" providerId="LiveId" clId="{786255F7-9FE3-486C-982B-B25D274956AF}" dt="2023-11-29T15:06:20.339" v="5773" actId="1076"/>
        <pc:sldMkLst>
          <pc:docMk/>
          <pc:sldMk cId="3565943523" sldId="280"/>
        </pc:sldMkLst>
        <pc:spChg chg="mod">
          <ac:chgData name="Muhammad Fikri Hasani" userId="ada500cb4dc7801b" providerId="LiveId" clId="{786255F7-9FE3-486C-982B-B25D274956AF}" dt="2023-11-29T15:02:35.864" v="5664" actId="27636"/>
          <ac:spMkLst>
            <pc:docMk/>
            <pc:sldMk cId="3565943523" sldId="280"/>
            <ac:spMk id="2" creationId="{77AD9A30-E7FE-9A7E-3645-F609137AF46C}"/>
          </ac:spMkLst>
        </pc:spChg>
        <pc:spChg chg="mod">
          <ac:chgData name="Muhammad Fikri Hasani" userId="ada500cb4dc7801b" providerId="LiveId" clId="{786255F7-9FE3-486C-982B-B25D274956AF}" dt="2023-11-29T15:02:44.329" v="5683" actId="20577"/>
          <ac:spMkLst>
            <pc:docMk/>
            <pc:sldMk cId="3565943523" sldId="280"/>
            <ac:spMk id="3" creationId="{5E09A244-15D7-F10B-C322-DC4FF6749795}"/>
          </ac:spMkLst>
        </pc:spChg>
        <pc:spChg chg="mod">
          <ac:chgData name="Muhammad Fikri Hasani" userId="ada500cb4dc7801b" providerId="LiveId" clId="{786255F7-9FE3-486C-982B-B25D274956AF}" dt="2023-11-29T15:06:20.339" v="5773" actId="1076"/>
          <ac:spMkLst>
            <pc:docMk/>
            <pc:sldMk cId="3565943523" sldId="280"/>
            <ac:spMk id="4" creationId="{9C3B1252-D544-966E-1FC1-11051A9582F5}"/>
          </ac:spMkLst>
        </pc:spChg>
      </pc:sldChg>
      <pc:sldChg chg="addSp modSp new mod">
        <pc:chgData name="Muhammad Fikri Hasani" userId="ada500cb4dc7801b" providerId="LiveId" clId="{786255F7-9FE3-486C-982B-B25D274956AF}" dt="2023-11-29T15:07:40.891" v="5859" actId="1076"/>
        <pc:sldMkLst>
          <pc:docMk/>
          <pc:sldMk cId="2722863348" sldId="281"/>
        </pc:sldMkLst>
        <pc:spChg chg="mod">
          <ac:chgData name="Muhammad Fikri Hasani" userId="ada500cb4dc7801b" providerId="LiveId" clId="{786255F7-9FE3-486C-982B-B25D274956AF}" dt="2023-11-29T15:04:10.007" v="5738" actId="20577"/>
          <ac:spMkLst>
            <pc:docMk/>
            <pc:sldMk cId="2722863348" sldId="281"/>
            <ac:spMk id="2" creationId="{F77922F7-FFBC-6390-36DF-D6C298E73778}"/>
          </ac:spMkLst>
        </pc:spChg>
        <pc:spChg chg="mod">
          <ac:chgData name="Muhammad Fikri Hasani" userId="ada500cb4dc7801b" providerId="LiveId" clId="{786255F7-9FE3-486C-982B-B25D274956AF}" dt="2023-11-29T15:04:15.544" v="5761" actId="20577"/>
          <ac:spMkLst>
            <pc:docMk/>
            <pc:sldMk cId="2722863348" sldId="281"/>
            <ac:spMk id="3" creationId="{5C2FC68E-9E38-BBD1-92C2-663EAE394A88}"/>
          </ac:spMkLst>
        </pc:spChg>
        <pc:spChg chg="mod">
          <ac:chgData name="Muhammad Fikri Hasani" userId="ada500cb4dc7801b" providerId="LiveId" clId="{786255F7-9FE3-486C-982B-B25D274956AF}" dt="2023-11-29T15:07:35.370" v="5856" actId="20577"/>
          <ac:spMkLst>
            <pc:docMk/>
            <pc:sldMk cId="2722863348" sldId="281"/>
            <ac:spMk id="4" creationId="{24AB92A0-7920-8B03-E856-E35711EE8410}"/>
          </ac:spMkLst>
        </pc:spChg>
        <pc:picChg chg="add mod">
          <ac:chgData name="Muhammad Fikri Hasani" userId="ada500cb4dc7801b" providerId="LiveId" clId="{786255F7-9FE3-486C-982B-B25D274956AF}" dt="2023-11-29T15:07:40.891" v="5859" actId="1076"/>
          <ac:picMkLst>
            <pc:docMk/>
            <pc:sldMk cId="2722863348" sldId="281"/>
            <ac:picMk id="6" creationId="{D125BEAB-1EB6-D2E4-4BDC-366271DE000C}"/>
          </ac:picMkLst>
        </pc:picChg>
      </pc:sldChg>
      <pc:sldChg chg="addSp delSp modSp new mod">
        <pc:chgData name="Muhammad Fikri Hasani" userId="ada500cb4dc7801b" providerId="LiveId" clId="{786255F7-9FE3-486C-982B-B25D274956AF}" dt="2023-11-29T15:08:30.218" v="5869" actId="14100"/>
        <pc:sldMkLst>
          <pc:docMk/>
          <pc:sldMk cId="2115601741" sldId="282"/>
        </pc:sldMkLst>
        <pc:spChg chg="mod">
          <ac:chgData name="Muhammad Fikri Hasani" userId="ada500cb4dc7801b" providerId="LiveId" clId="{786255F7-9FE3-486C-982B-B25D274956AF}" dt="2023-11-29T15:07:20.645" v="5826" actId="20577"/>
          <ac:spMkLst>
            <pc:docMk/>
            <pc:sldMk cId="2115601741" sldId="282"/>
            <ac:spMk id="2" creationId="{D92394DD-1DD2-8672-A512-AD6F77478072}"/>
          </ac:spMkLst>
        </pc:spChg>
        <pc:spChg chg="mod">
          <ac:chgData name="Muhammad Fikri Hasani" userId="ada500cb4dc7801b" providerId="LiveId" clId="{786255F7-9FE3-486C-982B-B25D274956AF}" dt="2023-11-29T15:07:14.709" v="5792" actId="20577"/>
          <ac:spMkLst>
            <pc:docMk/>
            <pc:sldMk cId="2115601741" sldId="282"/>
            <ac:spMk id="3" creationId="{C7BEBECE-691D-37B2-4E79-BE9C573550DE}"/>
          </ac:spMkLst>
        </pc:spChg>
        <pc:spChg chg="add del mod">
          <ac:chgData name="Muhammad Fikri Hasani" userId="ada500cb4dc7801b" providerId="LiveId" clId="{786255F7-9FE3-486C-982B-B25D274956AF}" dt="2023-11-29T15:08:18.950" v="5865" actId="20577"/>
          <ac:spMkLst>
            <pc:docMk/>
            <pc:sldMk cId="2115601741" sldId="282"/>
            <ac:spMk id="4" creationId="{270135E7-5C94-3022-1B36-294B3E9AD118}"/>
          </ac:spMkLst>
        </pc:spChg>
        <pc:picChg chg="add del mod ord">
          <ac:chgData name="Muhammad Fikri Hasani" userId="ada500cb4dc7801b" providerId="LiveId" clId="{786255F7-9FE3-486C-982B-B25D274956AF}" dt="2023-11-29T15:07:22.757" v="5828" actId="22"/>
          <ac:picMkLst>
            <pc:docMk/>
            <pc:sldMk cId="2115601741" sldId="282"/>
            <ac:picMk id="6" creationId="{A08079D5-DA54-EE94-13E3-6532F0ABEFD3}"/>
          </ac:picMkLst>
        </pc:picChg>
        <pc:picChg chg="add mod">
          <ac:chgData name="Muhammad Fikri Hasani" userId="ada500cb4dc7801b" providerId="LiveId" clId="{786255F7-9FE3-486C-982B-B25D274956AF}" dt="2023-11-29T15:08:30.218" v="5869" actId="14100"/>
          <ac:picMkLst>
            <pc:docMk/>
            <pc:sldMk cId="2115601741" sldId="282"/>
            <ac:picMk id="8" creationId="{A2D7A42D-F202-B98E-6340-1AC040FBED84}"/>
          </ac:picMkLst>
        </pc:picChg>
      </pc:sldChg>
      <pc:sldChg chg="modSp new mod">
        <pc:chgData name="Muhammad Fikri Hasani" userId="ada500cb4dc7801b" providerId="LiveId" clId="{786255F7-9FE3-486C-982B-B25D274956AF}" dt="2023-11-29T15:09:26.362" v="5995" actId="20577"/>
        <pc:sldMkLst>
          <pc:docMk/>
          <pc:sldMk cId="583598638" sldId="283"/>
        </pc:sldMkLst>
        <pc:spChg chg="mod">
          <ac:chgData name="Muhammad Fikri Hasani" userId="ada500cb4dc7801b" providerId="LiveId" clId="{786255F7-9FE3-486C-982B-B25D274956AF}" dt="2023-11-29T15:08:59.223" v="5885" actId="20577"/>
          <ac:spMkLst>
            <pc:docMk/>
            <pc:sldMk cId="583598638" sldId="283"/>
            <ac:spMk id="2" creationId="{CC6CA47F-5D4D-A8D3-57AC-88F202E78473}"/>
          </ac:spMkLst>
        </pc:spChg>
        <pc:spChg chg="mod">
          <ac:chgData name="Muhammad Fikri Hasani" userId="ada500cb4dc7801b" providerId="LiveId" clId="{786255F7-9FE3-486C-982B-B25D274956AF}" dt="2023-11-29T15:09:26.362" v="5995" actId="20577"/>
          <ac:spMkLst>
            <pc:docMk/>
            <pc:sldMk cId="583598638" sldId="283"/>
            <ac:spMk id="4" creationId="{573A71B1-7718-20E0-EA77-B493CC1C185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4:55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2499 24575,'27'-21'0,"1"1"0,51-28 0,-22 16 0,175-96-1186,98-39-3557,72-30 2998,393-177-1034,1094-446 2371,-1113 505-685,-259 122 4983,-450 169-3370,130-50 3260,-194 72-3679,36-17 1198,-37 18-1222,0 0-1,1-1 1,-1 1-1,0-1 1,0 0-1,0 0 1,0 0-1,0 0 1,-1 0-1,1 0 1,2-5-1,-4 7-48,0-1 0,0 1 0,1-1 0,-1 1 0,0-1 0,0 1 0,0-1 0,0 0-1,0 1 1,0-1 0,0 1 0,0-1 0,0 0 0,0 1 0,0-1 0,0 1 0,-1-1 0,1 1-1,0-1 1,0 0 0,-1 1 0,1-1 0,0 1 0,-1-1 0,1 1 0,0 0 0,-1-1 0,1 1-1,-1-1 1,1 1 0,0 0 0,-1-1 0,1 1 0,-2-1 0,-19-7 170,-11 3-147,1 1-1,-1 2 0,0 1 1,-38 4-1,19-2-31,-188 3-19,245-4 0,7-1 0,0 2 0,0 0 0,25 4 0,-33-4 0,0 0 0,0 1 0,-1-1 0,1 1 0,0 0 0,-1 1 0,1-1 0,-1 1 0,0 0 0,0 0 0,0 0 0,0 0 0,-1 1 0,1-1 0,-1 1 0,0 0 0,4 6 0,-2 1 0,0 0 0,-1 0 0,0 1 0,-1-1 0,0 1 0,-1 0 0,1 23 0,-5 91 0,0-79 0,-2 105-1365,3-109-5461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5:08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5883 453 24575,'-201'-32'0,"-230"-51"-1657,-71-12-360,-800-98 2487,624 144-410,-4 49 1112,286 3 736,360-3-1885,-212 5 23,189-1-48,0 3 1,-67 16-1,-86 33 2,147-36 0,-75 35 0,113-40 0,0 2 0,1 0 0,1 2 0,0 1 0,-31 33 0,17-16 0,37-36 0,-37 35 0,-37 44 0,65-67 0,0 0 0,2 1 0,0 0 0,0 1 0,1 0 0,1 1 0,-8 25 0,-11 55 0,10-33 0,-28 70 0,-47 113 0,45-117 0,39-110 0,-53 156 0,50-141 0,3 1 0,0 0 0,-1 45 0,8-79 0,-2 31 0,1 0 0,6 50 0,-3-72 0,0 0 0,0 0 0,1 0 0,1 0 0,-1-1 0,2 1 0,-1-1 0,1 0 0,0 0 0,1-1 0,14 16 0,7 4 0,2-1 0,36 26 0,72 41 0,-129-89 0,115 70-371,3-5 0,262 101 0,-262-128 371,3-6 0,1-5 0,1-6 0,179 13 0,539-18 0,-702-21 0,239-6 0,0-25 0,211-89 0,-10-47 0,-170 45 0,283-109-297,-631 203 619,-1-3 0,-2-2 0,75-52 0,175-143-196,-115 78-130,-156 116 4,-3-2 0,74-79 0,-111 109 0,0 0 0,0-1 0,0 0 0,0 0 0,-1 0 0,-1-1 0,1 1 0,-1-1 0,0 0 0,-1 0 0,0 0 0,0 0 0,-1 0 0,1-13 0,-2 14 0,0 1 0,-1-1 0,0 0 0,0 1 0,0 0 0,-1-1 0,0 1 0,0 0 0,-1 0 0,0 0 0,0 0 0,0 0 0,-1 1 0,0-1 0,0 1 0,0 0 0,-1 0 0,-7-6 0,-1 1 0,0 0 0,-1 2 0,0 0 0,0 0 0,-19-7 0,-82-23 0,62 22 0,-13-4 0,0 2 0,-1 3 0,-1 4 0,0 2 0,-71 0 0,-412 13 0,535-3 24,1-2 0,0 0 0,0-1 0,-17-4 0,26 4-138,0 0 0,0 0-1,0-1 1,1 1 0,-1-1 0,1 0-1,0-1 1,0 1 0,0-1 0,0 0-1,0-1 1,-6-7 0,-10-19-6712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4:42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3087 255 24575,'-772'41'-2828,"567"-24"2216,167-15 620,-341 35-27,293-25 97,0 5-1,-111 36 1,-226 118 377,164-61 168,199-91 497,50-17-1018,-1 1 0,0 0 0,1 0 0,-1 1 0,1 1 0,0 0 0,1 0 0,-1 1 0,-16 13 0,-24 37-102,34-36 0,-1-2 0,-27 25 0,29-31 0,1-2 0,0 1 0,1 1 0,0 0 0,1 1 0,0 0 0,1 1 0,-16 24 0,-45 113 0,-2 2 0,64-135 0,1 0 0,0 0 0,2 1 0,0 0 0,-7 33 0,13-46 0,0 1 0,0-1 0,1 1 0,0 0 0,0-1 0,0 1 0,1-1 0,0 1 0,0-1 0,1 1 0,0-1 0,0 0 0,0 1 0,1-1 0,0 0 0,0-1 0,0 1 0,1-1 0,0 1 0,9 8 0,9 6 0,2-1 0,29 19 0,0-1 0,345 219 0,-282-198 0,-28-16 0,50 28 29,201 70-1,-224-102-278,1-5-1,161 24 1,405 33-695,9-53-477,382-82-493,-503 14 619,968-81 794,-370 59 3436,998 56-1346,-1486-3-1756,-439 8 168,415 69 0,-9 21 933,-267-80-267,-199-14 18,-78 4-615,116 25 1,-38-4-72,514 82 2,95 21 0,-386-80 0,55-20-204,3-32-102,-254-2 256,1826 0 50,-1415 2 0,-140 25 0,-68 0 0,311-23 0,-496-3 0,-207 2 39,-1-1 0,0-2 0,0 1-1,0-2 1,0-1 0,0 0 0,-1-1 0,1 0 0,-1-2 0,-1 0 0,29-17 0,143-115 54,-144 104-93,-27 22 0,0 0 0,28-31 0,-39 38 0,-1-1 0,0 0 0,-1-1 0,0 1 0,0-1 0,0 1 0,-1-1 0,0 0 0,0-1 0,-1 1 0,1-9 0,22-179-137,-8-2 0,-9 0 0,-9 0 0,-29-215 1,0 206 136,20 159 0,-2 2 0,-24-61 0,27 88 68,-1 0 0,0 0 1,-1 1-1,-27-32 1,-63-57 273,77 85-342,-1 1 0,-1 0 0,-1 3 0,0 0 0,-48-22 0,-157-53 0,165 69 0,-381-130 0,373 131 0,-2 3 0,-110-12 0,-164 0 0,347 32 0,-1008-24-4126,850 23 2989,-93 1 244,-899-18-2696,757-3 3303,72 1-858,-279-23 1098,-715-36 504,-226 58 245,1240 22-526,-297 25-285,24 0 1668,-533 16 601,47 12-2161,263-1 0,627-38 0,-735 27 199,0-43 1237,325-3 2036,-304 4-2309,502 24-1163,68-1 0,-482-20 0,409-5 0,49 2-1365,299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4:44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3044 24575,'69'-56'0,"91"-66"0,101-70-1353,83-50-4061,636-367 1776,41 60 3249,-400 252-174,22 47 1466,-92 90 3528,-473 143-2253,113-40 0,-141 34-1661,-47 21-443,1 0-1,-1-1 1,0 1 0,0-1-1,0 1 1,-1-1 0,1 0-1,-1 0 1,1 0-1,3-7 1,-6 9-65,1-1 0,-1 1 0,1-1 0,-1 1 0,0-1 0,1 1 0,-1-1 0,0 0 0,0 1 0,0-1 0,0 1 0,0-1 0,-1 0-1,1 1 1,0-1 0,-1 1 0,1-1 0,-1 1 0,0-1 0,1 1 0,-1 0 0,0-1 0,0 1 0,0 0 0,0-1 0,0 1 0,0 0 0,0 0 0,0 0 0,-1 0 0,1 0 0,0 0 0,-3-1 0,-6-4 0,1 1 0,-1 1 0,-19-7 0,22 8-10,-225-66 1,2 1 0,220 65 0,1-1 0,0 0 0,0-1 0,0 0 0,0-1 0,1 1 0,-15-15 0,21 18 0,0 0 0,0 0 0,0 0 0,0 0 0,0-1 0,0 1 0,1-1 0,-1 0 0,1 1 0,0-1 0,0 0 0,0 0 0,0 1 0,0-1 0,1 0 0,-1 0 0,1 0 0,0 0 0,0 0 0,0 0 0,0 0 0,0 0 0,1 0 0,0 0 0,-1 0 0,1 0 0,0 0 0,0 1 0,0-1 0,4-5 0,-1 3 0,0-1 0,1 1 0,0 0 0,0 0 0,0 1 0,1-1 0,-1 1 0,1 0 0,0 1 0,1 0 0,-1-1 0,0 2 0,1-1 0,0 1 0,-1 0 0,11-1 0,14-3 0,0 3 0,41-1 0,-60 3 0,260 2 0,-174 1 0,-75-1 0,0 0 0,-1 2 0,1 0 0,-1 1 0,31 11 0,-38-10 0,-1 1 0,0 1 0,0 0 0,0 2 0,-1-1 0,0 1 0,0 1 0,17 18 0,-17-13 0,0 0 0,-1 1 0,-1 1 0,-1 0 0,0 0 0,-1 1 0,-1 0 0,-1 0 0,0 1 0,6 32 0,-1 7 0,-3 1 0,-2 0 0,-3 1 0,-7 119 0,1-153 0,-2 0 0,-1 0 0,-1-1 0,-1 0 0,-1 0 0,-13 25 0,6-18 0,-2-1 0,-1-1 0,-43 55 0,39-60-682,-33 28-1,14-17-6143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4:59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4024 353 24575,'-34'-15'0,"0"2"0,-53-12 0,58 17 0,-207-49-892,-4 9 0,-399-27 0,-226 68 536,781 14 249,0 4 1,1 3 0,-126 38-1,118-24 67,-251 81 5,8 20 39,201-67 11,-140 59 1535,258-115-1461,1 0 0,0 1 1,1 1-1,0 0 0,0 1 0,0 0 1,2 1-1,-1 0 0,1 1 1,0 1-1,1 0 0,1 0 1,0 1-1,1 0 0,0 0 0,0 1 1,2 0-1,0 0 0,0 1 1,2-1-1,-4 17 0,6-21-89,1-1 0,0 1 0,1 0 0,0-1 0,0 1 0,1-1 0,1 1 0,-1-1 0,1 1 0,1-1 0,0 0 0,6 14 0,-3-11 0,1-1 0,0 0 0,0-1 0,1 0 0,1 0 0,0-1 0,0 0 0,16 13 0,-4-8 0,0 0 0,1-1 0,0-2 0,1 0 0,1-1 0,0-1 0,0-2 0,0 0 0,28 3 0,1-2 0,1 2 0,69 24 0,354 137-1105,258 46-1141,-289-114 2246,109 26 0,-484-111-16,286 63-295,-268-65 324,181 8 0,-18-29 3088,-74 0-2550,-144 3-551,-1-1 0,-1-1 0,1-2 0,0-2 0,-1 0 0,41-19 0,49-15 0,174-74 0,-266 101 0,0-1 0,-1-1 0,0-2 0,-2-1 0,0-1 0,-2-2 0,30-31 0,143-193 0,-185 227 0,0 0 0,-1-1 0,-1 0 0,-1-1 0,-1 0 0,-1 0 0,9-42 0,-9 18 0,-2 0 0,-2 0 0,-3-49 0,0 83 0,-1-1 0,-1 1 0,0-1 0,-1 1 0,0 0 0,-1 0 0,-1-1 0,0 2 0,0-1 0,-9-16 0,-21-32 0,10 14 0,-2 1 0,-2 2 0,-55-66 0,59 81 0,-2 2 0,-1 1 0,-1 0 0,-49-30 0,42 33 0,-2 3 0,-1 0 0,0 3 0,-70-20 0,-234-46 0,3 1 0,265 62 0,-1 3 0,0 3 0,-146-5 0,110 19-1365,65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5:01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4315 153 24575,'-158'7'0,"114"-4"0,-181 16-836,-187 11-3083,-449 45 1908,-290 103 1662,636-54 99,179-28 2832,216-62-670,32-7-583,-77 20-17,142-42-1274,0-1 1,-1-1-1,1-1 1,-1-2-1,-25-1 0,45 1-38,1-1 0,-1 1 0,1-1 0,-1 0 0,1 1 0,-1-1 0,1-1 0,0 1 0,-1 0 0,1-1 0,0 0 0,0 0 0,0 0 0,0 0 0,1 0 0,-1-1 0,0 1 0,-2-5 0,3 4 0,1 0 0,-1 0 0,1 0 0,0 0 0,0 0 0,0-1 0,1 1 0,-1 0 0,1-1 0,0 1 0,0 0 0,0-1 0,0 1 0,1 0 0,-1-1 0,1 1 0,0 0 0,0 0 0,0 0 0,2-4 0,11-23 0,1 2 0,1 0 0,2 0 0,39-46 0,4-5 0,-43 53 0,7-12 0,2 2 0,1 1 0,1 1 0,41-35 0,-26 33 0,-21 19 0,0-1 0,-2-1 0,24-26 0,-25 12 0,-19 31 0,0 1 0,-1 0 0,1-1 0,-1 1 0,0-1 0,1 1 0,-1 0 0,0-1 0,0 1 0,0-1 0,0-1 0,0 3 0,0-1 0,0 1 0,-1-1 0,1 0 0,0 1 0,0-1 0,-1 1 0,1-1 0,0 1 0,-1-1 0,1 1 0,0 0 0,-1-1 0,1 1 0,-1-1 0,1 1 0,-1 0 0,1 0 0,-1-1 0,1 1 0,-1 0 0,1 0 0,-1-1 0,1 1 0,-1 0 0,1 0 0,-1 0 0,0 0 0,-10 0 0,1 0 0,0 2 0,0-1 0,0 1 0,0 0 0,1 1 0,-1 0 0,-10 5 0,9-3 0,-8 3 0,0 2 0,0 1 0,1 0 0,1 1 0,0 1 0,0 1 0,-18 21 0,-22 15 0,34-31 0,1 1 0,1 2 0,0 0 0,-24 34 0,37-42 0,-1-1 0,1 1 0,1 0 0,1 1 0,0 0 0,1 0 0,0 0 0,1 1 0,1-1 0,-2 18 0,2 25 0,2 1 0,8 67 0,-5-108 0,0 0 0,2 0 0,7 22 0,-8-33 0,0 1 0,0-1 0,1 1 0,0-1 0,0 0 0,1 0 0,0-1 0,0 1 0,10 8 0,30 22 0,54 33 0,-25-20 0,-61-40-136,0-2-1,1 0 1,-1 0-1,2-2 1,-1 1-1,1-2 1,0 0-1,0-1 0,25 4 1,-1-4-6690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5:11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5984 24575,'94'0'0,"137"-2"0,174-8-1638,154-19-5164,1074-112 1832,6-105 3687,-652 32 461,1511-537 0,-1572 382 1046,-41-82-99,-453 183 715,728-595 0,-1083 797-717,511-418 1694,-148 118 923,-313 248-2570,140-170 1,91-121-225,-203 239 2463,-143 157-2057,82-98 1445,6-7 1203,-77 94-2407,0 2-1,44-34 1,-26 26-591,-24 17-2,0 0 1,1 1-1,1 0 1,0 2 0,31-13-1,1 9 0,89-13 0,-80 17 0,-4 0 0,2 2 0,-1 2 0,110 5 0,-149 3 0,0 2 0,-1 0 0,0 2 0,29 11 0,-5-1 0,137 60 0,32 11 0,-129-60 0,75 22 0,-134-44 0,-1-1 0,0-1 0,1-1 0,0-1 0,31-2 0,-49 1 0,1-1 0,-1 1 0,0-1 0,0 0 0,0 0 0,0-1 0,0 1 0,0-1 0,0 0 0,0 0 0,-1 0 0,1-1 0,-1 1 0,1-1 0,-1 0 0,4-4 0,-6 5 0,1 0 0,-1 0 0,0-1 0,0 1 0,0 0 0,0-1 0,-1 1 0,1 0 0,0-1 0,-1 1 0,0-1 0,0 1 0,1-1 0,-1 1 0,-1-1 0,1 1 0,0-1 0,-1 1 0,1-1 0,-1 1 0,0 0 0,0-1 0,0 1 0,0 0 0,0 0 0,0-1 0,0 1 0,-1 0 0,-2-3 0,-5-5 0,0 0 0,0 1 0,-1 0 0,0 1 0,0 0 0,-1 0 0,0 1 0,-15-8 0,-103-38 0,102 43 0,-7-3 0,-181-73 0,204 80 0,0 0 0,1 0 0,0-1 0,0 0 0,-11-10 0,19 15 0,0 0 0,0 0 0,0-1 0,0 1 0,0-1 0,0 1 0,1-1 0,-1 0 0,1 1 0,0-1 0,-1-5 0,1 6 0,1 1 0,0-1 0,0 0 0,0 1 0,0-1 0,1 0 0,-1 0 0,0 1 0,1-1 0,-1 0 0,1 1 0,0-1 0,-1 1 0,1-1 0,0 1 0,0-1 0,0 1 0,0-1 0,0 1 0,0 0 0,0-1 0,2 0 0,2-2 0,-1 1 0,1 0 0,0 0 0,0 0 0,0 1 0,0 0 0,0 0 0,1 0 0,-1 0 0,1 1 0,7-1 0,12-1 0,32 1 0,-43 2 0,17 0 0,1 3 0,0 0 0,-1 2 0,43 12 0,120 49 0,-25 17 0,-153-75 0,-8-3 0,0 0 0,-1 0 0,1 0 0,-1 1 0,-1 0 0,1 0 0,-1 1 0,0 0 0,-1 0 0,6 8 0,-4-3 0,-1 0 0,0 1 0,-1 0 0,0-1 0,5 28 0,-3 2 0,-3 2 0,-1-1 0,-4 52 0,1-74 0,-1 10 0,-2 0 0,-1 0 0,-1 0 0,-2-1 0,-1 0 0,-1 0 0,-15 32 0,-29 51 0,43-96 0,-1 1 0,0-1 0,-1-1 0,-15 16 0,21-26-65,0-1 0,0 0 0,-1 0 0,0 0 0,0-1 0,0 0 0,0 0 0,0 0 0,-1-1 0,1-1 0,-1 1 0,0-1 0,0 0 0,0-1 0,0 0 0,0 0 0,-1-1 0,1 0 0,0 0 0,-9-2 0,-24-8-6761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2:48:33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24575,'-1'164'0,"-7"21"0,-4 64-869,-7 61-2609,-12 863-355,54-564 2566,30-6 900,-3-301-546,-32-212 950,5-1-1,3-2 1,55 124 0,-58-163 24,2-2 1,2 0-1,2-2 0,1-1 0,3-1 0,1-2 1,59 53-1,166 106-99,18-23 229,1123 569 1671,-927-544-1862,16-28 0,381 53-1101,11-49 323,1382 196-1979,-1643-299 2566,647-7-1,684-82 192,-837-56 491,74-2 49,-231 69 1870,-822 5-2663,596 48 253,-208-6 0,-26-28 1090,250-17 5100,-238-1-3605,-312 4-2585,412-11 0,631-34-718,39 46 1477,-1234-5-759,-1-1 0,1-2 0,66-20 0,-78 17 0,53-24 0,-82 31 0,1 0 0,0-1 0,-1 0 0,1 1 0,-1-1 0,0-1 0,0 1 0,0 0 0,0-1 0,-1 0 0,1 0 0,-1 0 0,0 0 0,0-1 0,-1 1 0,1-1 0,-1 0 0,0 0 0,0 0 0,-1 0 0,0 0 0,1 0 0,-2 0 0,1 0 0,0 0 0,-1-1 0,0 1 0,-1 0 0,1 0 0,-1 0 0,0 0 0,0-1 0,0 1 0,-1 0 0,-4-9 0,0 4 0,-1 0 0,0 0 0,-1 0 0,0 1 0,-13-12 0,-53-38 0,36 29 0,-27-23 0,-3 3 0,-2 3 0,-90-45 0,141 83 0,4 2 0,0 0 0,0-1 0,0-1 0,1 0 0,-24-21 0,-31-29 0,84 70 0,1-1 0,0-1 0,1 0 0,0-1 0,1-1 0,-1-1 0,30 7 0,22 9 0,-1 1 0,-37-14 0,-1 1 0,-1 1 0,0 2 0,43 26 0,-46-20 0,44 43 0,14 12 0,-57-54 0,-2 2 0,0 0 0,-1 2 0,-1 1 0,32 46 0,27 30 0,-58-73 0,0 1 0,-2 1 0,20 36 0,-33-49 0,-1 0 0,0 1 0,-1 0 0,-2 0 0,7 29 0,-11-38 0,0 0 0,0 1 0,-1-1 0,0 0 0,0 1 0,-1-1 0,0 0 0,-1 0 0,0 0 0,-1 0 0,1 0 0,-2 0 0,-4 11 0,-5 0 0,0 1 0,-1-2 0,-2 1 0,1-2 0,-24 21 0,-97 72 0,45-39 0,-164 133 0,129-109 0,-2 4 0,110-85 0,3-1 0,-26 17 0,36-27 0,1-2 0,-1 1 0,0 0 0,0-1 0,0 0 0,-1 0 0,1-1 0,-1 1 0,1-1 0,-8 1 0,11-2 20,-1 0 0,0-1-1,1 1 1,-1-1 0,1 1-1,-1-1 1,1 0 0,-1 1-1,1-1 1,-1 0-1,1-1 1,0 1 0,0 0-1,0-1 1,-1 1 0,-1-4-1,-3-1-289,1-1 0,1 0 0,-7-10-1,7 10-347,-36-56-6208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0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5085 454 24575,'-52'-9'0,"-56"-19"0,96 25 0,-16-5 14,-645-174-3121,-12 28 2078,137 90 1389,-2 58 0,-106 14 3042,547-3-3402,0 5 0,-131 27 0,-64 37 0,277-64 0,1 1 0,0 1 0,1 1 0,-31 20 0,22-11 0,-39 16 0,39-23 0,8-4 0,0 1 0,-43 28 0,-10 7 0,56-34 0,0 0 0,-38 31 0,39-22 0,1 1 0,0 1 0,-20 32 0,-29 34 0,35-50 0,1 1 0,-43 71 0,65-91 0,0 1 0,2 0 0,1 0 0,0 1 0,2 0 0,0 0 0,2 1 0,-3 24 0,6-25 0,1-1 0,1 1 0,1-1 0,1 1 0,1-1 0,0 1 0,2-1 0,1-1 0,1 1 0,0-1 0,2 0 0,0 0 0,23 35 0,11 4-157,99 105-1,69 40-427,107 65 389,-219-199 203,155 85 1,-116-86-722,2-6 0,250 77-1,-196-88 603,315 45 0,214-41 328,2-60-1038,-667 1 1037,-1-2 0,1-3 1,-1-3-1,-1-2 0,59-21 1,185-89 1673,-156 61-1894,-11 5 5,237-136 0,-123 32 75,243-206 1,-381 284-76,-32 26 0,-69 50 28,0-1 0,-1 1 0,1-1 0,-2-1 0,1 1 0,-1-1 0,0 0 0,-1-1 0,1 1 0,-2-1 0,1 0-1,-1 0 1,-1-1 0,0 1 0,0-1 0,-1 0 0,0 1 0,-1-1 0,0 0 0,0 0 0,-1 0 0,0 0 0,-1 0 0,0 0 0,-5-19 0,-5-5-28,-2 2 0,-1 0 0,-1 0 0,-29-43 0,20 35 0,-49-70 0,26 42 0,4 9 0,-4 2 0,-80-78 0,32 37 0,62 63 0,-1 1 0,-2 2 0,-60-43 0,76 62 0,-1 1 0,0 1 0,-1 0 0,0 2 0,0 0 0,-1 2 0,0 0 0,0 2 0,-25-3 0,-3 5-1365,8 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07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755 229 24575,'-553'0'0,"542"0"0,0 0 0,1 1 0,-1 1 0,0-1 0,1 2 0,-21 6 0,25-6 0,0 0 0,0 0 0,1 0 0,-1 1 0,1 0 0,0 0 0,0 0 0,0 0 0,0 1 0,1 0 0,0 0 0,0 0 0,-4 7 0,3-1 0,0-1 0,1 1 0,0 0 0,0 0 0,1 0 0,1 0 0,0 1 0,0-1 0,1 15 0,0-17 0,1 0 0,1-1 0,-1 1 0,2 0 0,-1 0 0,1-1 0,0 1 0,1-1 0,0 0 0,0 1 0,1-1 0,7 12 0,-3-10 0,1 0 0,0-1 0,0 0 0,1 0 0,15 11 0,58 30 0,-1-1 0,-25-10 0,84 65 0,-120-87 0,1-1 0,1-1 0,36 18 0,-45-27 0,1 0 0,0-1 0,0-1 0,1 0 0,-1-1 0,27 2 0,97-4 0,-96-2 0,-29 1 0,1-1 0,-1 0 0,1-1 0,20-6 0,-27 6 0,-1-1 0,0 0 0,0 0 0,0-1 0,0 0 0,-1 0 0,1-1 0,-1 0 0,0 0 0,5-6 0,-2 2 0,-2 0 0,1-1 0,-1 1 0,-1-2 0,0 1 0,0-1 0,-1 1 0,7-22 0,-7 12 0,-1 0 0,-1 0 0,0 0 0,-1-29 0,-1 14 0,0-12 0,-8-90 0,5 124 0,0 1 0,-1-1 0,0 1 0,-1-1 0,0 1 0,-1 0 0,0 1 0,-1-1 0,-1 1 0,1 0 0,-17-19 0,9 18 0,0 0 0,-1 1 0,0 1 0,-32-17 0,-4-3 0,-179-127-715,207 141 65,-9-6-6176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0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844 154 24575,'-450'0'0,"437"0"0,1 0 0,-1 1 0,0 1 0,0 0 0,1 0 0,-1 2 0,1-1 0,0 1 0,0 1 0,0 0 0,1 1 0,0 0 0,0 1 0,0 0 0,1 1 0,-10 9 0,1 0 0,0 1 0,-22 29 0,33-36 0,0 1 0,1 0 0,0 0 0,1 1 0,0 0 0,-4 14 0,4-8 0,-5 11 0,2 0 0,1 1 0,2 0 0,0 0 0,0 33 0,7-55 0,0-1 0,0 1 0,1-1 0,0 0 0,0 0 0,1 0 0,0 0 0,1 0 0,0-1 0,0 1 0,0-1 0,1 0 0,7 8 0,7 7 0,2-1 0,30 26 0,-7-10 0,77 52 0,-104-78 0,0-2 0,0 0 0,1-1 0,0-1 0,1-1 0,0 0 0,0-1 0,30 3 0,51-3 0,99-8 0,-48-1 0,-135 4 0,5 1 0,0-2 0,-1 0 0,1-1 0,33-8 0,-49 8 0,0 1 0,0-1 0,0 0 0,0 0 0,0-1 0,-1 0 0,1 0 0,-1 0 0,0 0 0,0 0 0,0-1 0,0 0 0,0 0 0,-1 0 0,0 0 0,0-1 0,0 1 0,0-1 0,-1 1 0,0-1 0,0 0 0,0 0 0,1-7 0,3-23 0,-2-1 0,-1 1 0,-2 0 0,-6-59 0,1 16 0,4 40 0,-1-29 0,-2 0 0,-3 0 0,-17-74 0,20 131 0,0 0 0,0 0 0,-1 0 0,0 1 0,-1-1 0,0 1 0,-8-11 0,9 15 0,-1-1 0,1 1 0,-1 1 0,0-1 0,-1 1 0,1 0 0,-1 0 0,0 0 0,0 1 0,0-1 0,0 2 0,-8-4 0,-18-3 0,20 6 0,1 0 0,0-1 0,0 0 0,0-1 0,-17-10 0,13 5-114,-1 2 1,0 0-1,0 0 0,0 2 0,-1 0 1,0 1-1,0 0 0,0 2 0,-1 0 1,1 1-1,-32 0 0,7 1-6712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11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646 1 24575,'-30'0'0,"0"1"0,-58 10 0,75-8 0,0 1 0,1 0 0,-1 0 0,1 1 0,0 1 0,0 0 0,1 1 0,0 0 0,-13 11 0,3 1 0,-28 34 0,28-30 0,-25 23 0,9-15 0,-65 38 0,95-64 0,-1 1 0,1-1 0,0 1 0,1 0 0,0 1 0,0 0 0,0 0 0,0 0 0,1 0 0,1 1 0,-6 10 0,8-14 0,0 1 0,1-1 0,-1 1 0,1-1 0,0 1 0,0 0 0,1-1 0,-1 1 0,1 0 0,0 0 0,0-1 0,1 1 0,-1 0 0,1 0 0,0-1 0,0 1 0,1-1 0,0 1 0,-1-1 0,1 1 0,1-1 0,3 6 0,24 32 0,2-2 0,50 48 0,-63-70 0,2 0 0,0-2 0,1 0 0,0-1 0,2-2 0,30 15 0,-10-10 0,-17-4 0,1-3 0,0 0 0,1-1 0,1-2 0,41 6 0,51-6 0,-104-8 0,-1-1 0,0 0 0,0-2 0,0 1 0,17-7 0,-28 7 0,-1 0 0,1 0 0,-1-1 0,0 0 0,0 0 0,0 0 0,0 0 0,0-1 0,0 0 0,-1 0 0,0-1 0,5-6 0,-4 4 0,-1 0 0,1 0 0,-2-1 0,1 0 0,-1 0 0,0 0 0,3-15 0,-2-7 0,-1-1 0,-2 1 0,-4-58 0,1 53 0,2 20 0,-1-1 0,-1 1 0,-1 0 0,-7-25 0,8 33 0,-1 0 0,0 0 0,-1 1 0,1-1 0,-1 1 0,-1 0 0,1 0 0,-1 0 0,0 1 0,0-1 0,-10-6 0,-7-4 0,-36-18 0,-16-12 0,3-12 0,45 36 0,-1 0 0,-32-18 0,-133-56-1365,149 79-5461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14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1497 256 24575,'-5'-1'0,"1"0"0,-1 0 0,0 0 0,1 0 0,0-1 0,-1 1 0,1-1 0,0 0 0,-5-4 0,-13-5 0,-71-26 0,-133-64 0,201 87 0,0 2 0,-1 0 0,0 2 0,-1 1 0,0 1 0,-1 1 0,0 1 0,0 2 0,-46-2 0,-172 12 0,235-4 0,0 0 0,1 0 0,-1 1 0,1 0 0,0 1 0,0 0 0,0 1 0,0 0 0,1 0 0,-1 1 0,2 1 0,-1-1 0,1 1 0,0 1 0,0-1 0,1 1 0,0 1 0,-8 10 0,-43 59 0,38-52 0,0 0 0,-18 34 0,-8 15 0,29-50 0,2 0 0,1 1 0,-13 31 0,-12 34 0,25-64 0,2 1 0,1 0 0,-8 36 0,14-45 0,2 0 0,0 0 0,1 1 0,1-1 0,1 1 0,0 0 0,5 21 0,-4-32 0,1-2 0,0 1 0,1 0 0,0 0 0,0-1 0,0 1 0,1-1 0,0 0 0,1 0 0,-1 0 0,1-1 0,1 0 0,-1 0 0,1 0 0,0 0 0,0-1 0,1 0 0,0-1 0,11 7 0,10 1 0,0-2 0,1 0 0,0-2 0,47 6 0,-54-10 0,51 8 0,106 2 0,76-13 0,-225-1 0,-14-1 0,-1 0 0,0-1 0,0 0 0,1-1 0,-2-1 0,1-1 0,0 0 0,-1 0 0,0-2 0,0 0 0,-1 0 0,1-1 0,-2-1 0,1 0 0,-1-1 0,-1 0 0,0-1 0,0 0 0,-1-1 0,-1 0 0,0 0 0,0-1 0,-1-1 0,-1 1 0,0-1 0,-1 0 0,-1-1 0,0 1 0,-1-1 0,3-18 0,-4 11 0,0 0 0,-2 0 0,-1 1 0,-1-1 0,-3-24 0,2 34 0,-1 0 0,0 0 0,-1 0 0,0 1 0,0-1 0,-2 1 0,1 0 0,-1 1 0,-1-1 0,-13-15 0,-2 2 0,15 17 0,0 0 0,1-1 0,-1 0 0,1 0 0,-7-14 0,6 6 0,0 0 0,-2 1 0,0 0 0,0 0 0,-2 1 0,0 0 0,-13-13 0,-5-1-1365,3 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05:32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 24575,'45'857'-3661,"-30"-668"3014,29 302 654,-6-82 975,-28-48 2172,-10-350-3121,-1 1 0,1 0 0,-2-1 0,-5 22 0,7-32-33,-1 0 0,1 0 0,-1 0 0,1 0 0,-1 0 0,1 0 0,-1 0 0,1 0 0,-1 0 0,0 0 0,0 0 0,1 0 0,-1-1 0,0 1 0,0 0 0,0-1 0,0 1 0,0 0 0,0-1 0,0 1 0,0-1 0,0 1 0,0-1 0,0 0 0,-1 0 0,1 1 0,0-1 0,0 0 0,0 0 0,0 0 0,0 0 0,-1 0 0,1 0 0,0 0 0,0-1 0,0 1 0,0 0 0,0-1 0,0 1 0,0-1 0,-2 0 0,-4-3 0,-1 0 0,1 0 0,0-1 0,-9-8 0,13 11 0,-31-26 0,4 5 0,-40-41 0,62 53 0,9 9 0,17 11 0,-7-1 0,0 2 0,0-1 0,-1 1 0,0 1 0,13 19 0,-16-20 0,0-1 0,0 1 0,1-2 0,1 1 0,-1-1 0,1 0 0,0-1 0,1 0 0,0 0 0,11 5 0,-12-9 0,-1 0 0,1 0 0,-1-1 0,1 0 0,0 0 0,0-1 0,0 0 0,0-1 0,0 0 0,15-1 0,-17-1 0,0 1 0,0-1 0,0-1 0,0 1 0,-1-1 0,1 0 0,-1 0 0,1-1 0,-1 0 0,0 0 0,0-1 0,-1 0 0,8-7 0,0-3 14,0-1-1,-1 0 0,-1 0 0,0-1 1,-1-1-1,-1 0 0,-1 0 1,10-33-1,-10 20-310,-1 0 0,-2-1 0,-1 1 0,0-55 0,-5 43-6529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14:34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11667 706 24575,'-45'-1'0,"-77"-10"0,68 3 0,-184-24-957,-502-87-3599,124 18 2259,-402-78 1443,643 83 1290,85 19 588,-6 22-1054,-115 28 30,-2 29 0,258 0 0,-350 20 0,305-11 0,-437 52 410,458-42 552,-412 61-620,67-9-410,-390 48 1620,665-87-1561,-195 33 951,238-31-234,-129 29 1566,-86 24-2141,-47 12-145,389-78 12,36-11 0,0 0 0,-61 6 0,88-16 0,-1-1 0,0 2 0,1 0 0,0 1 0,0 1 0,0 0 0,0 2 0,1-1 0,0 2 0,1 0 0,-1 1 0,1 0 0,1 1 0,-21 19 0,-1 8 3,1 2-1,-39 57 1,-50 96-74,100-154 17,-275 462-532,272-459 586,-27 62 0,46-86 0,1 0 0,0 1 0,1-1 0,1 1 0,1 0 0,-2 35 0,4-27 101,2 1-1,0 0 1,2-1-1,1 0 0,2 1 1,12 38-1,73 159-100,-78-200 0,1-1 0,1 0 0,0-1 0,2-1 0,1 0 0,31 28 0,134 98 0,-181-145 0,130 99 17,185 128-839,-193-155 407,2-6-1,4-5 1,271 91 0,-165-90-45,256 36 1,250-20-1597,7-56-87,-3-27 963,-622 1 1150,60 1-7,891-25 1058,-1041 24-1021,1163-75 0,-997 60 0,762-86 0,-468 16 0,-267 46 0,200-59 0,-8-26 0,-201 59 0,-12 7-97,256-86 3254,-410 123-2243,-1-1 1,-1-3-1,54-40 1,-94 61-818,153-87 902,-109 65-1000,0-3-1,79-60 1,13-37 1,-120 106 0,-2-2 0,-1-1 0,-1-1 0,20-30 0,-23 28 0,0-1 0,-2 0 0,-1-2 0,-2 0 0,-1 0 0,10-36 0,-4 2 0,-3-1 0,-3-1 0,-2 0 0,2-102 0,-13 139 0,-2-77 0,0 95 0,0 1 0,0-1 0,-1 1 0,0-1 0,-1 1 0,0 0 0,-6-10 0,-11-13 0,-49-61 0,9 15 0,-7-29 0,-20-27 0,74 117 0,-1 1 0,-1 0 0,-1 1 0,-33-27 0,-132-91 0,76 59 114,42 32-1593,23 15-5347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9T13:14:36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3431 0 24575,'-24'0'0,"1"2"0,-1 0 0,-24 6 0,5 0 0,-615 93-2675,-120 21 1264,180 25 1493,-33 2 852,589-142-354,1-1 0,0-2 0,-1-2 0,-66-6 0,103 4-571,1-1 1,0 0-1,0 0 0,0 0 0,0-1 1,0 1-1,1-1 0,-1 0 0,0 0 1,1 0-1,-1 0 0,1-1 0,0 0 1,0 1-1,0-1 0,0 0 0,0-1 1,1 1-1,-3-4 0,3 4-9,1 0-1,0 0 0,0 0 1,0 0-1,0 0 1,0 0-1,1-1 1,-1 1-1,1 0 0,0 0 1,0 0-1,0-1 1,0 1-1,1 0 1,-1 0-1,1 0 0,0 0 1,0 0-1,0 0 1,0 0-1,0 0 1,1 0-1,0 0 0,-1 0 1,3-2-1,7-8 1,0 0 0,0 1 0,1 0 0,17-12 0,58-38 0,-66 49 0,85-48 0,-38 25 0,-65 34 0,-1 1 0,1-1 0,0 0 0,0 0 0,-1 0 0,4-5 0,-5 7 0,-1 0 0,0 0 0,0-1 0,0 1 0,0 0 0,1 0 0,-1-1 0,0 1 0,0 0 0,0-1 0,0 1 0,0 0 0,0 0 0,0-1 0,0 1 0,0 0 0,0-1 0,0 1 0,0 0 0,0 0 0,0-1 0,0 1 0,0 0 0,0-1 0,0 1 0,0 0 0,-1 0 0,1-1 0,0 1 0,-14-6 0,-16 3 0,0 0 0,0 3 0,-54 5 0,73-4 0,1 1 0,-1 0 0,1 1 0,0 0 0,0 0 0,1 1 0,-1 1 0,1 0 0,0 0 0,0 1 0,0-1 0,1 2 0,0 0 0,0 0 0,0 0 0,1 1 0,1 0 0,-1 0 0,1 1 0,0-1 0,1 2 0,-7 14 0,-40 79 0,-96 141 0,139-231 0,1 0 0,0 0 0,1 0 0,1 1 0,-9 26 0,14-37 0,0 0 0,0 0 0,1 0 0,-1 0 0,1 0 0,0 0 0,-1 0 0,1 0 0,1 0 0,-1 0 0,0 0 0,1 0 0,0 0 0,-1 0 0,1 0 0,1 0 0,-1-1 0,0 1 0,0 0 0,1-1 0,0 1 0,-1-1 0,1 1 0,0-1 0,0 0 0,1 0 0,-1 0 0,0 0 0,1 0 0,-1 0 0,1-1 0,-1 1 0,1-1 0,0 1 0,4 0 0,7 2 0,0 0 0,1 0 0,18 1 0,18 3 0,160 43 0,-167-40-341,2-2 0,-1-2-1,77 2 1,-79-8-6485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etbrains.com/idea/" TargetMode="External"/><Relationship Id="rId3" Type="http://schemas.openxmlformats.org/officeDocument/2006/relationships/hyperlink" Target="https://www.azul.com/downloads/?package=jdk" TargetMode="External"/><Relationship Id="rId7" Type="http://schemas.openxmlformats.org/officeDocument/2006/relationships/hyperlink" Target="https://netbeans.apache.org/front/main/" TargetMode="External"/><Relationship Id="rId12" Type="http://schemas.openxmlformats.org/officeDocument/2006/relationships/image" Target="../media/image29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crosoft.com/openjdk" TargetMode="External"/><Relationship Id="rId11" Type="http://schemas.openxmlformats.org/officeDocument/2006/relationships/image" Target="../media/image28.jpeg"/><Relationship Id="rId5" Type="http://schemas.openxmlformats.org/officeDocument/2006/relationships/hyperlink" Target="https://developers.redhat.com/products/openjdk/download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s://developer.ibm.com/languages/java/semeru-runtimes" TargetMode="External"/><Relationship Id="rId9" Type="http://schemas.openxmlformats.org/officeDocument/2006/relationships/hyperlink" Target="https://www.eclipse.org/downloads/packages/release/kepler/sr1/eclipse-ide-java-developer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6.xml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36.png"/><Relationship Id="rId17" Type="http://schemas.openxmlformats.org/officeDocument/2006/relationships/image" Target="../media/image39.png"/><Relationship Id="rId2" Type="http://schemas.openxmlformats.org/officeDocument/2006/relationships/image" Target="../media/image3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35.png"/><Relationship Id="rId19" Type="http://schemas.openxmlformats.org/officeDocument/2006/relationships/image" Target="../media/image40.png"/><Relationship Id="rId4" Type="http://schemas.openxmlformats.org/officeDocument/2006/relationships/image" Target="../media/image32.png"/><Relationship Id="rId9" Type="http://schemas.openxmlformats.org/officeDocument/2006/relationships/customXml" Target="../ink/ink4.xml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14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customXml" Target="../ink/ink12.xml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1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dirty="0">
                <a:solidFill>
                  <a:schemeClr val="bg1"/>
                </a:solidFill>
              </a:rPr>
              <a:t>Introduction to Java Algorithm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D6421 – Muhammad Fikri Hasani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79059" y="5334432"/>
            <a:ext cx="16422811" cy="4522264"/>
          </a:xfrm>
        </p:spPr>
        <p:txBody>
          <a:bodyPr>
            <a:noAutofit/>
          </a:bodyPr>
          <a:lstStyle/>
          <a:p>
            <a:r>
              <a:rPr lang="en-US" sz="3000" dirty="0"/>
              <a:t>Introduction</a:t>
            </a:r>
          </a:p>
          <a:p>
            <a:r>
              <a:rPr lang="en-US" sz="3000" dirty="0"/>
              <a:t>Java Edition</a:t>
            </a:r>
          </a:p>
          <a:p>
            <a:r>
              <a:rPr lang="en-US" sz="3000" dirty="0"/>
              <a:t>Creating, Compiling, and Executing a Java Program</a:t>
            </a:r>
          </a:p>
          <a:p>
            <a:r>
              <a:rPr lang="en-US" sz="3000" dirty="0"/>
              <a:t>Control Structure</a:t>
            </a:r>
          </a:p>
          <a:p>
            <a:r>
              <a:rPr lang="en-US" sz="3000" dirty="0"/>
              <a:t>Arithmetic Operations</a:t>
            </a:r>
          </a:p>
          <a:p>
            <a:r>
              <a:rPr lang="en-US" sz="3000" dirty="0"/>
              <a:t>Math Class and Methods</a:t>
            </a:r>
          </a:p>
          <a:p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Introduction to Java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26541" y="4500282"/>
            <a:ext cx="17355671" cy="6795990"/>
          </a:xfrm>
        </p:spPr>
        <p:txBody>
          <a:bodyPr>
            <a:normAutofit/>
          </a:bodyPr>
          <a:lstStyle/>
          <a:p>
            <a:r>
              <a:rPr lang="en-US" sz="3000" dirty="0"/>
              <a:t>Welcome abroad everyone in object-oriented programming course. </a:t>
            </a:r>
          </a:p>
          <a:p>
            <a:r>
              <a:rPr lang="en-US" sz="3000" dirty="0"/>
              <a:t>This course mainly talk about object oriented as one of the popular programming paradigm</a:t>
            </a:r>
          </a:p>
          <a:p>
            <a:r>
              <a:rPr lang="en-US" sz="3000" dirty="0"/>
              <a:t>This course will use Java programming language as programming language that only implement object-oriented programming as its paradigm.</a:t>
            </a:r>
          </a:p>
          <a:p>
            <a:r>
              <a:rPr lang="en-ID" sz="3000" dirty="0"/>
              <a:t>For lecturers and Student, its strongly advised to read this </a:t>
            </a:r>
            <a:r>
              <a:rPr lang="en-ID" sz="3000" dirty="0" err="1"/>
              <a:t>powerpoint</a:t>
            </a:r>
            <a:r>
              <a:rPr lang="en-ID" sz="3000" dirty="0"/>
              <a:t> slides first and focused more on hands on while combining theory. Especially for the 1</a:t>
            </a:r>
            <a:r>
              <a:rPr lang="en-ID" sz="3000" baseline="30000" dirty="0"/>
              <a:t>st</a:t>
            </a:r>
            <a:r>
              <a:rPr lang="en-ID" sz="3000" dirty="0"/>
              <a:t> Week session, where the topics are java programming language. </a:t>
            </a:r>
          </a:p>
          <a:p>
            <a:r>
              <a:rPr lang="en-ID" sz="3000" dirty="0"/>
              <a:t>Don’t worry on the basic of Java Programming, because the basics of its syntax are mostly similar with C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38435206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F438-5239-62F5-D304-1AC907B8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57947-DB2B-F5E6-5B9F-CFBACC10C9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C5612-C2F3-94A1-C4EB-34DD933B25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56860" y="5137208"/>
            <a:ext cx="13714940" cy="4522264"/>
          </a:xfrm>
        </p:spPr>
        <p:txBody>
          <a:bodyPr>
            <a:noAutofit/>
          </a:bodyPr>
          <a:lstStyle/>
          <a:p>
            <a:r>
              <a:rPr lang="en-US" sz="3000" dirty="0"/>
              <a:t>Java was developed by a team led by </a:t>
            </a:r>
            <a:r>
              <a:rPr lang="en-US" sz="3000" b="1" dirty="0"/>
              <a:t>James Gosling </a:t>
            </a:r>
            <a:r>
              <a:rPr lang="en-US" sz="3000" dirty="0"/>
              <a:t>at </a:t>
            </a:r>
            <a:r>
              <a:rPr lang="en-US" sz="3000" b="1" dirty="0"/>
              <a:t>Sun Microsystems</a:t>
            </a:r>
          </a:p>
          <a:p>
            <a:r>
              <a:rPr lang="en-US" sz="3000" dirty="0"/>
              <a:t>Originally called Oak (in 1991)</a:t>
            </a:r>
          </a:p>
          <a:p>
            <a:pPr lvl="1"/>
            <a:r>
              <a:rPr lang="en-US" sz="3000" dirty="0"/>
              <a:t>Design for use in embedded chips in consumer appliance</a:t>
            </a:r>
          </a:p>
          <a:p>
            <a:r>
              <a:rPr lang="en-US" sz="3000" dirty="0"/>
              <a:t>Renamed Java (in 1995)</a:t>
            </a:r>
          </a:p>
          <a:p>
            <a:pPr lvl="1"/>
            <a:r>
              <a:rPr lang="en-US" sz="3000" dirty="0"/>
              <a:t>Re-design for developing web based applications </a:t>
            </a:r>
          </a:p>
          <a:p>
            <a:endParaRPr lang="en-US" sz="3000" dirty="0"/>
          </a:p>
        </p:txBody>
      </p:sp>
      <p:pic>
        <p:nvPicPr>
          <p:cNvPr id="5" name="Picture 11" descr="http://cdn.osxdaily.com/wp-content/uploads/2013/11/java-os-x-mavericks.png">
            <a:extLst>
              <a:ext uri="{FF2B5EF4-FFF2-40B4-BE49-F238E27FC236}">
                <a16:creationId xmlns:a16="http://schemas.microsoft.com/office/drawing/2014/main" id="{3ABF013A-15C9-3B85-39E5-722BD286D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67612" y="4401671"/>
            <a:ext cx="3016623" cy="561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948600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C525-56DE-8574-268C-46A8F55A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D157D-B444-D86E-53EA-8DF05EFA4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Java Edition and JRE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2946C-99CA-1D9D-3B12-71BCA05CBB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54305" y="3590210"/>
            <a:ext cx="14002871" cy="59618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D" sz="3000" dirty="0"/>
              <a:t>Java Edition:</a:t>
            </a:r>
          </a:p>
          <a:p>
            <a:pPr lvl="1">
              <a:spcBef>
                <a:spcPts val="0"/>
              </a:spcBef>
            </a:pPr>
            <a:r>
              <a:rPr lang="en-ID" sz="3000" dirty="0"/>
              <a:t>Java Standard Edition (Java SE): To develop client-side applications. Example: Creating JavaFX desktop app or console application.</a:t>
            </a:r>
          </a:p>
          <a:p>
            <a:pPr lvl="1">
              <a:spcBef>
                <a:spcPts val="0"/>
              </a:spcBef>
            </a:pPr>
            <a:endParaRPr lang="en-ID" sz="3000" dirty="0"/>
          </a:p>
          <a:p>
            <a:pPr marL="609600" lvl="1" indent="0">
              <a:spcBef>
                <a:spcPts val="0"/>
              </a:spcBef>
              <a:buNone/>
            </a:pPr>
            <a:endParaRPr lang="en-ID" sz="3000" dirty="0"/>
          </a:p>
          <a:p>
            <a:pPr lvl="1">
              <a:spcBef>
                <a:spcPts val="0"/>
              </a:spcBef>
            </a:pPr>
            <a:r>
              <a:rPr lang="en-ID" sz="3000" dirty="0"/>
              <a:t>Java Enterprise Edition (Java EE): To develop server-side applications. Example: creating web app using Java Spring Boot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ID" sz="3000" dirty="0"/>
          </a:p>
          <a:p>
            <a:pPr marL="609600" lvl="1" indent="0">
              <a:spcBef>
                <a:spcPts val="0"/>
              </a:spcBef>
              <a:buNone/>
            </a:pPr>
            <a:endParaRPr lang="en-ID" sz="3000" dirty="0"/>
          </a:p>
          <a:p>
            <a:pPr lvl="1">
              <a:spcBef>
                <a:spcPts val="0"/>
              </a:spcBef>
            </a:pPr>
            <a:r>
              <a:rPr lang="en-ID" sz="3000" dirty="0"/>
              <a:t>Java Micro Edition (Java ME): To develop applications for mobile devices and embedded devices.</a:t>
            </a:r>
          </a:p>
          <a:p>
            <a:pPr>
              <a:spcBef>
                <a:spcPts val="0"/>
              </a:spcBef>
            </a:pPr>
            <a:endParaRPr lang="en-ID" sz="3000" dirty="0"/>
          </a:p>
          <a:p>
            <a:pPr>
              <a:spcBef>
                <a:spcPts val="0"/>
              </a:spcBef>
            </a:pPr>
            <a:r>
              <a:rPr lang="en-ID" sz="3000" dirty="0"/>
              <a:t>Java Runtime Environment (JRE)</a:t>
            </a:r>
          </a:p>
          <a:p>
            <a:pPr lvl="1">
              <a:spcBef>
                <a:spcPts val="0"/>
              </a:spcBef>
            </a:pPr>
            <a:r>
              <a:rPr lang="en-ID" sz="3000" dirty="0"/>
              <a:t>A Software that execute Java based application </a:t>
            </a:r>
          </a:p>
          <a:p>
            <a:pPr lvl="1">
              <a:spcBef>
                <a:spcPts val="0"/>
              </a:spcBef>
            </a:pPr>
            <a:r>
              <a:rPr lang="en-ID" sz="3000" dirty="0"/>
              <a:t>Java Virtual Machine (JVM) is a collection of programs to execute java bytecode on any computer platform.</a:t>
            </a:r>
          </a:p>
          <a:p>
            <a:pPr>
              <a:spcBef>
                <a:spcPts val="0"/>
              </a:spcBef>
            </a:pPr>
            <a:endParaRPr lang="en-ID" sz="3000" dirty="0"/>
          </a:p>
          <a:p>
            <a:pPr>
              <a:spcBef>
                <a:spcPts val="0"/>
              </a:spcBef>
            </a:pPr>
            <a:endParaRPr lang="en-ID" sz="3000" dirty="0"/>
          </a:p>
          <a:p>
            <a:pPr>
              <a:spcBef>
                <a:spcPts val="0"/>
              </a:spcBef>
            </a:pPr>
            <a:endParaRPr lang="en-ID" sz="3000" dirty="0"/>
          </a:p>
          <a:p>
            <a:pPr>
              <a:spcBef>
                <a:spcPts val="0"/>
              </a:spcBef>
            </a:pPr>
            <a:endParaRPr lang="en-ID" sz="3000" dirty="0"/>
          </a:p>
        </p:txBody>
      </p:sp>
      <p:pic>
        <p:nvPicPr>
          <p:cNvPr id="6" name="Picture 5" descr="A logo with orange text&#10;&#10;Description automatically generated">
            <a:extLst>
              <a:ext uri="{FF2B5EF4-FFF2-40B4-BE49-F238E27FC236}">
                <a16:creationId xmlns:a16="http://schemas.microsoft.com/office/drawing/2014/main" id="{C5B14B0B-60FE-EE6B-5C9D-F7A70A832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946" y="3590210"/>
            <a:ext cx="3314700" cy="1381125"/>
          </a:xfrm>
          <a:prstGeom prst="rect">
            <a:avLst/>
          </a:prstGeom>
        </p:spPr>
      </p:pic>
      <p:pic>
        <p:nvPicPr>
          <p:cNvPr id="8" name="Picture 7" descr="A green logo with a leaf in the middle&#10;&#10;Description automatically generated">
            <a:extLst>
              <a:ext uri="{FF2B5EF4-FFF2-40B4-BE49-F238E27FC236}">
                <a16:creationId xmlns:a16="http://schemas.microsoft.com/office/drawing/2014/main" id="{22E39FDE-DA9D-78B8-4C83-8918A3F01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946" y="6179206"/>
            <a:ext cx="29146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81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BE22-EE1A-8B06-80F9-765F1C89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6FAD9-5740-9689-F91C-E25EDFD196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Java development kit (JDK) and IDE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F599A-4023-1175-16C7-A0923A1D8C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00078"/>
            <a:ext cx="18612811" cy="658862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000" dirty="0"/>
              <a:t>Java Development Toolkit (JDK) consist of set of separate program, each invoked from a command line, for developing and testing Java programs. There are several company that provide their own version of JDK, such as </a:t>
            </a:r>
            <a:r>
              <a:rPr lang="en-US" sz="3000" dirty="0">
                <a:hlinkClick r:id="rId2"/>
              </a:rPr>
              <a:t>Oracle</a:t>
            </a:r>
            <a:r>
              <a:rPr lang="en-US" sz="3000" dirty="0"/>
              <a:t>, </a:t>
            </a:r>
            <a:r>
              <a:rPr lang="en-US" sz="3000" dirty="0">
                <a:hlinkClick r:id="rId3"/>
              </a:rPr>
              <a:t>Azul Zulu</a:t>
            </a:r>
            <a:r>
              <a:rPr lang="en-US" sz="3000" dirty="0"/>
              <a:t>, </a:t>
            </a:r>
            <a:r>
              <a:rPr lang="en-US" sz="3000" dirty="0">
                <a:hlinkClick r:id="rId4"/>
              </a:rPr>
              <a:t>IBM</a:t>
            </a:r>
            <a:r>
              <a:rPr lang="en-US" sz="3000" dirty="0"/>
              <a:t>, </a:t>
            </a:r>
            <a:r>
              <a:rPr lang="en-US" sz="3000" dirty="0" err="1">
                <a:hlinkClick r:id="rId5"/>
              </a:rPr>
              <a:t>Redhat</a:t>
            </a:r>
            <a:r>
              <a:rPr lang="en-US" sz="3000" dirty="0"/>
              <a:t>, </a:t>
            </a:r>
            <a:r>
              <a:rPr lang="en-US" sz="3000" dirty="0">
                <a:hlinkClick r:id="rId6"/>
              </a:rPr>
              <a:t>Microsoft</a:t>
            </a:r>
            <a:endParaRPr lang="en-US" sz="3000" dirty="0"/>
          </a:p>
          <a:p>
            <a:pPr>
              <a:spcBef>
                <a:spcPts val="0"/>
              </a:spcBef>
            </a:pPr>
            <a:endParaRPr lang="en-US" sz="3000" dirty="0"/>
          </a:p>
          <a:p>
            <a:pPr>
              <a:spcBef>
                <a:spcPts val="0"/>
              </a:spcBef>
            </a:pPr>
            <a:r>
              <a:rPr lang="en-US" sz="3000" dirty="0"/>
              <a:t>Java development tool is a software that provides an Integrated Development Environment (IDE) for rapidly developing Java programs. </a:t>
            </a:r>
          </a:p>
          <a:p>
            <a:pPr>
              <a:spcBef>
                <a:spcPts val="0"/>
              </a:spcBef>
            </a:pPr>
            <a:endParaRPr lang="en-US" sz="3000" dirty="0"/>
          </a:p>
          <a:p>
            <a:pPr>
              <a:spcBef>
                <a:spcPts val="0"/>
              </a:spcBef>
            </a:pPr>
            <a:r>
              <a:rPr lang="en-US" sz="3000" dirty="0"/>
              <a:t>Example of the most popular ones: </a:t>
            </a:r>
          </a:p>
          <a:p>
            <a:pPr lvl="1">
              <a:spcBef>
                <a:spcPts val="0"/>
              </a:spcBef>
            </a:pPr>
            <a:r>
              <a:rPr lang="en-US" sz="3000" dirty="0" err="1"/>
              <a:t>Netbeans</a:t>
            </a:r>
            <a:r>
              <a:rPr lang="en-US" sz="3000" dirty="0"/>
              <a:t>: (</a:t>
            </a:r>
            <a:r>
              <a:rPr lang="en-US" sz="3000" dirty="0">
                <a:hlinkClick r:id="rId7"/>
              </a:rPr>
              <a:t>https://netbeans.apache.org/front/main/</a:t>
            </a:r>
            <a:r>
              <a:rPr lang="en-US" sz="30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IntelliJ IDEA: (</a:t>
            </a:r>
            <a:r>
              <a:rPr lang="en-US" sz="3000" dirty="0">
                <a:hlinkClick r:id="rId8"/>
              </a:rPr>
              <a:t>https://www.jetbrains.com/idea/</a:t>
            </a:r>
            <a:r>
              <a:rPr lang="en-US" sz="30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Eclipse: (</a:t>
            </a:r>
            <a:r>
              <a:rPr lang="en-US" sz="3000" dirty="0">
                <a:hlinkClick r:id="rId9"/>
              </a:rPr>
              <a:t>https://www.eclipse.org/downloads/packages/release/kepler/sr1/eclipse-ide-java-developers</a:t>
            </a:r>
            <a:r>
              <a:rPr lang="en-US" sz="3000" dirty="0"/>
              <a:t>) </a:t>
            </a:r>
          </a:p>
        </p:txBody>
      </p:sp>
      <p:pic>
        <p:nvPicPr>
          <p:cNvPr id="6" name="Picture 5" descr="A colorful cube with a white square&#10;&#10;Description automatically generated">
            <a:extLst>
              <a:ext uri="{FF2B5EF4-FFF2-40B4-BE49-F238E27FC236}">
                <a16:creationId xmlns:a16="http://schemas.microsoft.com/office/drawing/2014/main" id="{D3C14F6C-EDC3-FC0B-7198-7557B20359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0259" y="9922662"/>
            <a:ext cx="1533525" cy="1771650"/>
          </a:xfrm>
          <a:prstGeom prst="rect">
            <a:avLst/>
          </a:prstGeom>
        </p:spPr>
      </p:pic>
      <p:pic>
        <p:nvPicPr>
          <p:cNvPr id="8" name="Picture 7" descr="A logo with colorful triangles&#10;&#10;Description automatically generated with medium confidence">
            <a:extLst>
              <a:ext uri="{FF2B5EF4-FFF2-40B4-BE49-F238E27FC236}">
                <a16:creationId xmlns:a16="http://schemas.microsoft.com/office/drawing/2014/main" id="{0CEA5E9A-96AB-7555-A530-3D0CFBD5AA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2464" y="9906445"/>
            <a:ext cx="1771650" cy="1771650"/>
          </a:xfrm>
          <a:prstGeom prst="rect">
            <a:avLst/>
          </a:prstGeom>
        </p:spPr>
      </p:pic>
      <p:pic>
        <p:nvPicPr>
          <p:cNvPr id="12" name="Picture 11" descr="A logo with blue and orange letters&#10;&#10;Description automatically generated">
            <a:extLst>
              <a:ext uri="{FF2B5EF4-FFF2-40B4-BE49-F238E27FC236}">
                <a16:creationId xmlns:a16="http://schemas.microsoft.com/office/drawing/2014/main" id="{1E3BAF2F-AE4D-8592-E3B2-90F5A12BC5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929" y="10011220"/>
            <a:ext cx="29337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77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1CB8-50C4-23B2-29BA-83460CCA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05AB3-471F-0DED-9DBE-1BB271448E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Steps of java program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C862A-FBFC-FF1D-B7CE-0B5E4F82FC6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8D1F2-A8C9-69C4-0543-35AED080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271" y="3671451"/>
            <a:ext cx="13071599" cy="92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957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028E-64AB-B51A-2058-DF7F114A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4D8CC-49CC-75E6-CFE2-6DA6AB3B14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Simple java program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FD3A51-962D-6DB6-A569-51D0D3A0179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534236" y="5019581"/>
            <a:ext cx="11721938" cy="398924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918B7C-5566-C0F3-E820-75653DFA5EFF}"/>
                  </a:ext>
                </a:extLst>
              </p14:cNvPr>
              <p14:cNvContentPartPr/>
              <p14:nvPr/>
            </p14:nvContentPartPr>
            <p14:xfrm>
              <a:off x="14412038" y="6943602"/>
              <a:ext cx="1968120" cy="899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918B7C-5566-C0F3-E820-75653DFA5E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05918" y="6937482"/>
                <a:ext cx="1980360" cy="9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D2E94EE-FE21-15F0-D7D7-4AC068EF3C6C}"/>
                  </a:ext>
                </a:extLst>
              </p14:cNvPr>
              <p14:cNvContentPartPr/>
              <p14:nvPr/>
            </p14:nvContentPartPr>
            <p14:xfrm>
              <a:off x="6449558" y="5959362"/>
              <a:ext cx="2512800" cy="95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D2E94EE-FE21-15F0-D7D7-4AC068EF3C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43438" y="5953242"/>
                <a:ext cx="2525040" cy="9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70818-17FE-B44C-4FB0-86F54739019B}"/>
              </a:ext>
            </a:extLst>
          </p:cNvPr>
          <p:cNvGrpSpPr/>
          <p:nvPr/>
        </p:nvGrpSpPr>
        <p:grpSpPr>
          <a:xfrm>
            <a:off x="1706918" y="3663642"/>
            <a:ext cx="12958560" cy="3089520"/>
            <a:chOff x="3520440" y="4731148"/>
            <a:chExt cx="12958560" cy="30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A8AB39-17F1-9FC3-228D-45ED8D8EE9D3}"/>
                    </a:ext>
                  </a:extLst>
                </p14:cNvPr>
                <p14:cNvContentPartPr/>
                <p14:nvPr/>
              </p14:nvContentPartPr>
              <p14:xfrm>
                <a:off x="5038920" y="5771548"/>
                <a:ext cx="7601760" cy="107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A8AB39-17F1-9FC3-228D-45ED8D8EE9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32800" y="5765428"/>
                  <a:ext cx="7614000" cy="10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4355C6-962B-6C74-7629-707B99B2E6FE}"/>
                    </a:ext>
                  </a:extLst>
                </p14:cNvPr>
                <p14:cNvContentPartPr/>
                <p14:nvPr/>
              </p14:nvContentPartPr>
              <p14:xfrm>
                <a:off x="8982000" y="4731148"/>
                <a:ext cx="1956960" cy="109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4355C6-962B-6C74-7629-707B99B2E6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75880" y="4725028"/>
                  <a:ext cx="196920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90B212-554D-D99A-39CD-CE8220EA8A1D}"/>
                    </a:ext>
                  </a:extLst>
                </p14:cNvPr>
                <p14:cNvContentPartPr/>
                <p14:nvPr/>
              </p14:nvContentPartPr>
              <p14:xfrm>
                <a:off x="5042160" y="7080148"/>
                <a:ext cx="1899720" cy="74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90B212-554D-D99A-39CD-CE8220EA8A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36040" y="7074028"/>
                  <a:ext cx="191196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E9CC50-95DB-D93E-F7A8-2722207DD5A7}"/>
                    </a:ext>
                  </a:extLst>
                </p14:cNvPr>
                <p14:cNvContentPartPr/>
                <p14:nvPr/>
              </p14:nvContentPartPr>
              <p14:xfrm>
                <a:off x="3520440" y="7349428"/>
                <a:ext cx="1553400" cy="41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E9CC50-95DB-D93E-F7A8-2722207DD5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4320" y="7343308"/>
                  <a:ext cx="15656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45F70D-EC8D-0D5A-126A-664F375F2F07}"/>
                    </a:ext>
                  </a:extLst>
                </p14:cNvPr>
                <p14:cNvContentPartPr/>
                <p14:nvPr/>
              </p14:nvContentPartPr>
              <p14:xfrm>
                <a:off x="10775160" y="5268628"/>
                <a:ext cx="5703840" cy="215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45F70D-EC8D-0D5A-126A-664F375F2F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69040" y="5262508"/>
                  <a:ext cx="5716080" cy="2166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E6382C3-7C3D-84FE-5B2C-296FC6D8C1F8}"/>
              </a:ext>
            </a:extLst>
          </p:cNvPr>
          <p:cNvSpPr txBox="1"/>
          <p:nvPr/>
        </p:nvSpPr>
        <p:spPr>
          <a:xfrm>
            <a:off x="9125438" y="3296954"/>
            <a:ext cx="218168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Package name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87BB98-1B0E-D720-D1FF-AB162A0E8442}"/>
              </a:ext>
            </a:extLst>
          </p:cNvPr>
          <p:cNvSpPr txBox="1"/>
          <p:nvPr/>
        </p:nvSpPr>
        <p:spPr>
          <a:xfrm>
            <a:off x="15045876" y="3951391"/>
            <a:ext cx="174246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 name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1DA887-2AB5-15CD-7FC4-98F386121033}"/>
              </a:ext>
            </a:extLst>
          </p:cNvPr>
          <p:cNvSpPr txBox="1"/>
          <p:nvPr/>
        </p:nvSpPr>
        <p:spPr>
          <a:xfrm>
            <a:off x="16590489" y="6778239"/>
            <a:ext cx="24429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Block Statement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EA2BA-C02C-48F6-631A-73C3B91D1A15}"/>
              </a:ext>
            </a:extLst>
          </p:cNvPr>
          <p:cNvSpPr txBox="1"/>
          <p:nvPr/>
        </p:nvSpPr>
        <p:spPr>
          <a:xfrm>
            <a:off x="202234" y="6753162"/>
            <a:ext cx="235000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Access Modifier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1FEDBD0-1E3A-A358-DB76-75C38BB504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76095" y="9324360"/>
            <a:ext cx="10006070" cy="39892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E3F003-57D5-59A1-86AF-7280B10CA324}"/>
                  </a:ext>
                </a:extLst>
              </p14:cNvPr>
              <p14:cNvContentPartPr/>
              <p14:nvPr/>
            </p14:nvContentPartPr>
            <p14:xfrm>
              <a:off x="4331520" y="9197308"/>
              <a:ext cx="7860960" cy="2829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E3F003-57D5-59A1-86AF-7280B10CA3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25400" y="9191188"/>
                <a:ext cx="7873200" cy="28422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1F137D8-8719-704E-7B12-3614323EA85A}"/>
              </a:ext>
            </a:extLst>
          </p:cNvPr>
          <p:cNvSpPr txBox="1"/>
          <p:nvPr/>
        </p:nvSpPr>
        <p:spPr>
          <a:xfrm>
            <a:off x="2423283" y="12069212"/>
            <a:ext cx="888384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Program when running using NetBeans IDE (internal console)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666985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91C4-6F8B-93FA-E00C-15C3B72B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302A7-813D-FF04-4636-C7F55CA08F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identifier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61965-8160-5227-FBD0-1F721E169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693459"/>
            <a:ext cx="10598364" cy="8695765"/>
          </a:xfrm>
        </p:spPr>
        <p:txBody>
          <a:bodyPr>
            <a:normAutofit/>
          </a:bodyPr>
          <a:lstStyle/>
          <a:p>
            <a:r>
              <a:rPr lang="en-US" dirty="0"/>
              <a:t>an identifier is a name given to a variable, class, method, or other element. </a:t>
            </a:r>
          </a:p>
          <a:p>
            <a:r>
              <a:rPr lang="en-US" dirty="0"/>
              <a:t>It's a way to refer to that element in your code, and it's unique within the scope of your program.</a:t>
            </a:r>
          </a:p>
          <a:p>
            <a:r>
              <a:rPr lang="en-ID" dirty="0"/>
              <a:t>Rules for identifiers:</a:t>
            </a:r>
          </a:p>
          <a:p>
            <a:pPr lvl="1"/>
            <a:r>
              <a:rPr lang="en-US" dirty="0"/>
              <a:t>An identifier is a sequence of characters that consists of letters, digits, underscores (_), and dollar signs ($)</a:t>
            </a:r>
          </a:p>
          <a:p>
            <a:pPr lvl="1"/>
            <a:r>
              <a:rPr lang="en-US" dirty="0"/>
              <a:t>An identifier must start with a letter, an underscore (_), or a dollar sign ($). It cannot start with a digit.</a:t>
            </a:r>
          </a:p>
          <a:p>
            <a:pPr lvl="1"/>
            <a:r>
              <a:rPr lang="en-US" dirty="0"/>
              <a:t>An identifier cannot be a reserved word. See Appendix A for a list of reserved words. Reserved words have specific meaning in the Java language. Keywords are reserved words.</a:t>
            </a:r>
          </a:p>
          <a:p>
            <a:pPr lvl="1"/>
            <a:r>
              <a:rPr lang="en-US" dirty="0"/>
              <a:t>An identifier can be of any length.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89F89-87C5-F70B-3D6A-48333304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678" y="3713395"/>
            <a:ext cx="9478311" cy="4659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A4106B-EF93-EB6B-1277-A7C0C460851C}"/>
                  </a:ext>
                </a:extLst>
              </p14:cNvPr>
              <p14:cNvContentPartPr/>
              <p14:nvPr/>
            </p14:nvContentPartPr>
            <p14:xfrm>
              <a:off x="15991200" y="4318588"/>
              <a:ext cx="2281680" cy="102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A4106B-EF93-EB6B-1277-A7C0C46085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85080" y="4312468"/>
                <a:ext cx="2293920" cy="10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1BF1BEC-2299-41D7-5C9E-453121ACFA36}"/>
              </a:ext>
            </a:extLst>
          </p:cNvPr>
          <p:cNvGrpSpPr/>
          <p:nvPr/>
        </p:nvGrpSpPr>
        <p:grpSpPr>
          <a:xfrm>
            <a:off x="16136640" y="5833828"/>
            <a:ext cx="968400" cy="1715400"/>
            <a:chOff x="16136640" y="5833828"/>
            <a:chExt cx="968400" cy="171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2FAC98-5779-37E5-468B-19846777226C}"/>
                    </a:ext>
                  </a:extLst>
                </p14:cNvPr>
                <p14:cNvContentPartPr/>
                <p14:nvPr/>
              </p14:nvContentPartPr>
              <p14:xfrm>
                <a:off x="16635960" y="5833828"/>
                <a:ext cx="418320" cy="353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2FAC98-5779-37E5-468B-1984677722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629840" y="5827708"/>
                  <a:ext cx="4305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B2CF73-8728-0F86-9848-B97FD7608FD2}"/>
                    </a:ext>
                  </a:extLst>
                </p14:cNvPr>
                <p14:cNvContentPartPr/>
                <p14:nvPr/>
              </p14:nvContentPartPr>
              <p14:xfrm>
                <a:off x="16442280" y="6309028"/>
                <a:ext cx="433440" cy="381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B2CF73-8728-0F86-9848-B97FD7608F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436160" y="6302908"/>
                  <a:ext cx="4456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3E0F1AF-3630-1130-A1F0-8483E12283D3}"/>
                    </a:ext>
                  </a:extLst>
                </p14:cNvPr>
                <p14:cNvContentPartPr/>
                <p14:nvPr/>
              </p14:nvContentPartPr>
              <p14:xfrm>
                <a:off x="16136640" y="6758668"/>
                <a:ext cx="344520" cy="326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3E0F1AF-3630-1130-A1F0-8483E12283D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130520" y="6752548"/>
                  <a:ext cx="356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47D37D-AC35-8666-F9CF-8E542CB8DFFE}"/>
                    </a:ext>
                  </a:extLst>
                </p14:cNvPr>
                <p14:cNvContentPartPr/>
                <p14:nvPr/>
              </p14:nvContentPartPr>
              <p14:xfrm>
                <a:off x="16566120" y="7133428"/>
                <a:ext cx="53892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47D37D-AC35-8666-F9CF-8E542CB8DFF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560000" y="7127308"/>
                  <a:ext cx="551160" cy="42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5281FDD-0411-8A12-D22B-699F3CB20527}"/>
                  </a:ext>
                </a:extLst>
              </p14:cNvPr>
              <p14:cNvContentPartPr/>
              <p14:nvPr/>
            </p14:nvContentPartPr>
            <p14:xfrm>
              <a:off x="17879400" y="8444908"/>
              <a:ext cx="195480" cy="879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5281FDD-0411-8A12-D22B-699F3CB205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873280" y="8438788"/>
                <a:ext cx="207720" cy="89136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1251AB6-4F42-2142-E68C-C0824BD23C16}"/>
              </a:ext>
            </a:extLst>
          </p:cNvPr>
          <p:cNvSpPr txBox="1"/>
          <p:nvPr/>
        </p:nvSpPr>
        <p:spPr>
          <a:xfrm>
            <a:off x="15053874" y="9468129"/>
            <a:ext cx="469359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circled words are identifiers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524340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3C12-A20C-7606-2D82-A2C5CBC0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D3E3-61E4-6825-2F54-EB3F8A5F3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Variables and Constant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8FC7B-3729-B312-E9C8-C97E1FB1E0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258667"/>
            <a:ext cx="7548283" cy="4522264"/>
          </a:xfrm>
        </p:spPr>
        <p:txBody>
          <a:bodyPr>
            <a:noAutofit/>
          </a:bodyPr>
          <a:lstStyle/>
          <a:p>
            <a:r>
              <a:rPr lang="en-US" sz="3000" dirty="0"/>
              <a:t>variables are used to store values to be used later in a program. </a:t>
            </a:r>
          </a:p>
          <a:p>
            <a:r>
              <a:rPr lang="en-US" sz="3000" dirty="0"/>
              <a:t>They are called variables because their values can be changed.</a:t>
            </a:r>
          </a:p>
          <a:p>
            <a:r>
              <a:rPr lang="en-US" sz="3000" dirty="0"/>
              <a:t>Each variable also have data types</a:t>
            </a:r>
          </a:p>
          <a:p>
            <a:r>
              <a:rPr lang="en-US" sz="3000" dirty="0"/>
              <a:t>Examples: </a:t>
            </a:r>
          </a:p>
          <a:p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26D0E1-3CB3-E7E9-B231-0F539D640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068" y="8264925"/>
            <a:ext cx="3122735" cy="2448509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159B05-5B69-BCD0-C377-2963468E8707}"/>
              </a:ext>
            </a:extLst>
          </p:cNvPr>
          <p:cNvSpPr txBox="1">
            <a:spLocks/>
          </p:cNvSpPr>
          <p:nvPr/>
        </p:nvSpPr>
        <p:spPr>
          <a:xfrm>
            <a:off x="11936252" y="4223240"/>
            <a:ext cx="7548283" cy="452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Assigning value to variable:</a:t>
            </a:r>
          </a:p>
          <a:p>
            <a:pPr marL="0" indent="0">
              <a:buNone/>
            </a:pPr>
            <a:r>
              <a:rPr lang="en-US" sz="3000" dirty="0"/>
              <a:t> </a:t>
            </a:r>
          </a:p>
          <a:p>
            <a:endParaRPr lang="en-US" sz="3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B6735C-C29F-BA0F-21EB-BA1420384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003" y="5129005"/>
            <a:ext cx="2939916" cy="1268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E97298-5471-868E-8AE2-51DB4DAF8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6763268"/>
            <a:ext cx="10148749" cy="1268595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C6874B-9CD0-FE84-EB58-A77712693BF3}"/>
              </a:ext>
            </a:extLst>
          </p:cNvPr>
          <p:cNvSpPr txBox="1">
            <a:spLocks/>
          </p:cNvSpPr>
          <p:nvPr/>
        </p:nvSpPr>
        <p:spPr>
          <a:xfrm>
            <a:off x="12192000" y="8956421"/>
            <a:ext cx="10381129" cy="452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Constant are variable that value cannot be changed. To declare a constant, simply add word “final”. Example: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E8F3EE-133B-D63C-F301-B06654B01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5925" y="10329383"/>
            <a:ext cx="7814041" cy="193377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A6850573-389F-7848-7BE8-59B85C1E80E2}"/>
              </a:ext>
            </a:extLst>
          </p:cNvPr>
          <p:cNvGrpSpPr/>
          <p:nvPr/>
        </p:nvGrpSpPr>
        <p:grpSpPr>
          <a:xfrm>
            <a:off x="11422800" y="11346579"/>
            <a:ext cx="5522400" cy="1405800"/>
            <a:chOff x="11422800" y="11346579"/>
            <a:chExt cx="5522400" cy="140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5D810D-CAF0-B05B-7C26-82BB2A42F49C}"/>
                    </a:ext>
                  </a:extLst>
                </p14:cNvPr>
                <p14:cNvContentPartPr/>
                <p14:nvPr/>
              </p14:nvContentPartPr>
              <p14:xfrm>
                <a:off x="12617280" y="11346579"/>
                <a:ext cx="4327920" cy="140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5D810D-CAF0-B05B-7C26-82BB2A42F4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11160" y="11340459"/>
                  <a:ext cx="4340160" cy="14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A175A8-7852-E636-AF74-F8E3B2206E20}"/>
                    </a:ext>
                  </a:extLst>
                </p14:cNvPr>
                <p14:cNvContentPartPr/>
                <p14:nvPr/>
              </p14:nvContentPartPr>
              <p14:xfrm>
                <a:off x="11422800" y="12101859"/>
                <a:ext cx="1235160" cy="34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A175A8-7852-E636-AF74-F8E3B2206E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16680" y="12095739"/>
                  <a:ext cx="1247400" cy="355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D0DF8C9-7881-01C6-5E40-C63C389A4958}"/>
              </a:ext>
            </a:extLst>
          </p:cNvPr>
          <p:cNvSpPr txBox="1"/>
          <p:nvPr/>
        </p:nvSpPr>
        <p:spPr>
          <a:xfrm>
            <a:off x="4556701" y="12645939"/>
            <a:ext cx="758220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If we try to change constant value, IDE will </a:t>
            </a:r>
            <a:r>
              <a:rPr lang="en-US" dirty="0"/>
              <a:t>give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error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5822168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3C9D-BC44-CF0A-DB33-90C11E38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A18BA-6D77-9C5A-EB4B-E519793289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Numerical Data types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27E76C-D9F7-09DD-08C8-A5C91C07861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880847" y="5964218"/>
            <a:ext cx="15117590" cy="6003636"/>
          </a:xfr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FD0EA13-DB28-A175-348E-5E336CB441AF}"/>
              </a:ext>
            </a:extLst>
          </p:cNvPr>
          <p:cNvSpPr txBox="1">
            <a:spLocks/>
          </p:cNvSpPr>
          <p:nvPr/>
        </p:nvSpPr>
        <p:spPr>
          <a:xfrm>
            <a:off x="3168006" y="3703086"/>
            <a:ext cx="13714940" cy="452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Numerical data types are data types that hold numerical values. </a:t>
            </a:r>
          </a:p>
          <a:p>
            <a:r>
              <a:rPr lang="en-US" dirty="0"/>
              <a:t>It support any numerical operations such as +, - , / , * , decrement ( -- or -=) and increment (++ or += ). </a:t>
            </a:r>
          </a:p>
        </p:txBody>
      </p:sp>
    </p:spTree>
    <p:extLst>
      <p:ext uri="{BB962C8B-B14F-4D97-AF65-F5344CB8AC3E}">
        <p14:creationId xmlns:p14="http://schemas.microsoft.com/office/powerpoint/2010/main" val="7270804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DE37-83AA-CE6A-9877-F82DA0EC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A87AA-0D66-10CD-923B-6A6CA531D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Character data type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FF051-92D5-E28B-6E49-B3B16D07A5B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character data type, char, is used to represent a single character.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increment and decrement operators can also be used on char variables to get the next or preceding Unicode character. For example, the following statements display character 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4303F-D79C-939F-3142-6A4636ED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637" y="6091701"/>
            <a:ext cx="5989230" cy="1532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ADA655-C8E0-A16D-3BFF-A933672F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637" y="9658979"/>
            <a:ext cx="6793140" cy="153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492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95F5-25F9-E3A8-E8B3-51356152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FE6E7-9888-9C6C-83E3-562C743AA2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Boolean Data types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01E9C-2DEF-9CC7-04D0-96E4F1ED64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3977195"/>
            <a:ext cx="13714940" cy="4522264"/>
          </a:xfrm>
        </p:spPr>
        <p:txBody>
          <a:bodyPr/>
          <a:lstStyle/>
          <a:p>
            <a:r>
              <a:rPr lang="en-US" dirty="0"/>
              <a:t>Boolean is data type that can hold true or false. </a:t>
            </a:r>
          </a:p>
          <a:p>
            <a:r>
              <a:rPr lang="en-US" dirty="0" err="1"/>
              <a:t>Mainy</a:t>
            </a:r>
            <a:r>
              <a:rPr lang="en-US" dirty="0"/>
              <a:t> used for logical operations and store value from relational or logical operation. It used </a:t>
            </a:r>
            <a:r>
              <a:rPr lang="en-US" dirty="0" err="1"/>
              <a:t>boolean</a:t>
            </a:r>
            <a:r>
              <a:rPr lang="en-US" dirty="0"/>
              <a:t> data type. Example: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30787-9024-AC28-5887-A9681F38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190" y="6238327"/>
            <a:ext cx="7131619" cy="870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CE81A-961A-C8BD-BE0B-8B38C0B96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036" y="9707373"/>
            <a:ext cx="7593005" cy="25222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FFAF3-AB5D-E523-345B-F19FCAA4F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99" y="8996039"/>
            <a:ext cx="11207445" cy="32336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7BF09A-62C9-4BFD-44B5-6FEF0B15EFCF}"/>
              </a:ext>
            </a:extLst>
          </p:cNvPr>
          <p:cNvSpPr txBox="1"/>
          <p:nvPr/>
        </p:nvSpPr>
        <p:spPr>
          <a:xfrm>
            <a:off x="5334530" y="9017418"/>
            <a:ext cx="263373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Logical Operation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8D34C-B2BF-DA56-E986-1F5A31696A73}"/>
              </a:ext>
            </a:extLst>
          </p:cNvPr>
          <p:cNvSpPr txBox="1"/>
          <p:nvPr/>
        </p:nvSpPr>
        <p:spPr>
          <a:xfrm>
            <a:off x="16260046" y="8263497"/>
            <a:ext cx="307135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Relational Operation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00890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672B-DCEC-09A5-49AB-52E82A74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F8A09-0499-0955-8832-5C315C7C3C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 Data type and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922DC-0FE2-ED89-AB17-D2E683C23E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3"/>
            <a:ext cx="17034493" cy="10304468"/>
          </a:xfrm>
        </p:spPr>
        <p:txBody>
          <a:bodyPr>
            <a:normAutofit/>
          </a:bodyPr>
          <a:lstStyle/>
          <a:p>
            <a:r>
              <a:rPr lang="en-US" dirty="0"/>
              <a:t>The char type represents only one character. To represent a string of characters, use the data type called String.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String is a predefined class in the Java library, just like the classes System and Scanner.</a:t>
            </a:r>
          </a:p>
          <a:p>
            <a:r>
              <a:rPr lang="en-US" dirty="0"/>
              <a:t>The String type is not a primitive type. It is known as a reference type. Any Java class can be used as a reference type for a variable.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DA29E-25FA-EF51-9A2A-3DE86D52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243" y="4064208"/>
            <a:ext cx="6836205" cy="832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5789D3-27DB-12BF-5FF1-1CAE316F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243" y="5177133"/>
            <a:ext cx="5289441" cy="336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8881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8963-7CCB-28A5-7299-37F723B8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785D-75BA-57C2-D92D-7FA0FD9A9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 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9128A-0B54-B933-959C-B017434032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09141" y="3619715"/>
            <a:ext cx="13714940" cy="4522264"/>
          </a:xfrm>
        </p:spPr>
        <p:txBody>
          <a:bodyPr/>
          <a:lstStyle/>
          <a:p>
            <a:r>
              <a:rPr lang="en-US" dirty="0"/>
              <a:t>To perform console input, you need to use the Scanner class to create an object to read input from System.in,</a:t>
            </a:r>
          </a:p>
          <a:p>
            <a:endParaRPr lang="en-US" dirty="0"/>
          </a:p>
          <a:p>
            <a:r>
              <a:rPr lang="en-US" dirty="0"/>
              <a:t>Commonly used Scanner method:</a:t>
            </a:r>
          </a:p>
          <a:p>
            <a:endParaRPr lang="en-US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F311E-739E-F20E-52F5-7F4940FD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968" y="4698416"/>
            <a:ext cx="8821285" cy="808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ACEF21-6100-6F0D-AEBF-520555E9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967" y="6857999"/>
            <a:ext cx="8973679" cy="532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7092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F606-EC18-A8D2-4361-9545A75F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40E17-F814-A7F5-9B92-464037BA5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13F55-BD25-D85A-7E29-B682564B67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ID" dirty="0" err="1"/>
              <a:t>System.out.println</a:t>
            </a:r>
            <a:r>
              <a:rPr lang="en-ID" dirty="0"/>
              <a:t>(parameter)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print into console with linefeed (newline)</a:t>
            </a:r>
          </a:p>
          <a:p>
            <a:r>
              <a:rPr lang="en-ID" dirty="0" err="1"/>
              <a:t>System.out.print</a:t>
            </a:r>
            <a:r>
              <a:rPr lang="en-ID" dirty="0"/>
              <a:t>(parameter)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ea typeface="ＭＳ Ｐゴシック" pitchFamily="-84" charset="-128"/>
                <a:sym typeface="Wingdings" pitchFamily="2" charset="2"/>
              </a:rPr>
              <a:t>print into console without linefeed (newline).</a:t>
            </a:r>
            <a:endParaRPr lang="en-ID" sz="2800" dirty="0">
              <a:ea typeface="ＭＳ Ｐゴシック" pitchFamily="-84" charset="-128"/>
              <a:sym typeface="Wingdings" pitchFamily="2" charset="2"/>
            </a:endParaRPr>
          </a:p>
          <a:p>
            <a:r>
              <a:rPr lang="en-ID" sz="2800" dirty="0" err="1"/>
              <a:t>System.out.printf</a:t>
            </a:r>
            <a:r>
              <a:rPr lang="en-ID" sz="2800" dirty="0"/>
              <a:t>(parameter) </a:t>
            </a:r>
            <a:r>
              <a:rPr lang="en-ID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ym typeface="Wingdings" panose="05000000000000000000" pitchFamily="2" charset="2"/>
              </a:rPr>
              <a:t>same as </a:t>
            </a:r>
            <a:r>
              <a:rPr lang="en-US" sz="2800" dirty="0" err="1">
                <a:sym typeface="Wingdings" panose="05000000000000000000" pitchFamily="2" charset="2"/>
              </a:rPr>
              <a:t>System.out.print</a:t>
            </a:r>
            <a:r>
              <a:rPr lang="en-US" sz="2800" dirty="0">
                <a:sym typeface="Wingdings" panose="05000000000000000000" pitchFamily="2" charset="2"/>
              </a:rPr>
              <a:t>, supports format output. Format used the same as C printf() method. </a:t>
            </a:r>
            <a:endParaRPr lang="en-US" sz="2800" dirty="0">
              <a:ea typeface="ＭＳ Ｐゴシック" pitchFamily="-84" charset="-128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074436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A12E-705B-4339-AA28-73422D58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556D-8F85-99C1-BC3A-2E378DC8D7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Control structure</a:t>
            </a:r>
            <a:endParaRPr lang="en-ID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9C9E7-F2C5-9E36-A34C-D043026E2B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68344"/>
            <a:ext cx="13714940" cy="1125188"/>
          </a:xfrm>
        </p:spPr>
        <p:txBody>
          <a:bodyPr/>
          <a:lstStyle/>
          <a:p>
            <a:r>
              <a:rPr lang="en-US" dirty="0"/>
              <a:t>Java have similar control structure with C, C++ or C#, mainly IF statement and Switch Statement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E104A-ACE1-AE75-704B-6E1676610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050" y="5516065"/>
            <a:ext cx="9529202" cy="1558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2719CF-CBC3-DE3E-5C83-CEB797C3A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050" y="7451265"/>
            <a:ext cx="8189232" cy="3356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3D92D3-BBF6-6AF7-0EA6-91F62999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1693" y="5516065"/>
            <a:ext cx="7233380" cy="559120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8004CD9-2B8C-654A-1862-34D9E6DD4BE2}"/>
              </a:ext>
            </a:extLst>
          </p:cNvPr>
          <p:cNvSpPr txBox="1">
            <a:spLocks/>
          </p:cNvSpPr>
          <p:nvPr/>
        </p:nvSpPr>
        <p:spPr>
          <a:xfrm>
            <a:off x="2167377" y="4554349"/>
            <a:ext cx="10775567" cy="11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IF Statements:</a:t>
            </a:r>
          </a:p>
        </p:txBody>
      </p:sp>
    </p:spTree>
    <p:extLst>
      <p:ext uri="{BB962C8B-B14F-4D97-AF65-F5344CB8AC3E}">
        <p14:creationId xmlns:p14="http://schemas.microsoft.com/office/powerpoint/2010/main" val="287396998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5F0E-C90D-F201-BBFD-A453D379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9CA7-0414-CAF0-66E2-F7295311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D5BC5-54FE-2C93-1DBA-5B4FD97E9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Control structure</a:t>
            </a:r>
            <a:endParaRPr lang="en-ID" dirty="0"/>
          </a:p>
          <a:p>
            <a:endParaRPr lang="en-ID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2EDDAA6-1DA1-8CF2-37C9-8D2C888079B2}"/>
              </a:ext>
            </a:extLst>
          </p:cNvPr>
          <p:cNvSpPr txBox="1">
            <a:spLocks/>
          </p:cNvSpPr>
          <p:nvPr/>
        </p:nvSpPr>
        <p:spPr>
          <a:xfrm>
            <a:off x="2167377" y="3839868"/>
            <a:ext cx="10775567" cy="11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Switch Statements: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8583A-AD22-F8AF-C540-5663B80A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1926" y="4584266"/>
            <a:ext cx="8301839" cy="5714622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04DEBEC-6D75-D31D-717C-583D0A15CBEF}"/>
              </a:ext>
            </a:extLst>
          </p:cNvPr>
          <p:cNvSpPr txBox="1">
            <a:spLocks/>
          </p:cNvSpPr>
          <p:nvPr/>
        </p:nvSpPr>
        <p:spPr>
          <a:xfrm>
            <a:off x="14391926" y="3839868"/>
            <a:ext cx="8301839" cy="11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Another example of Switch Statement: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9B614D-7CBC-313B-543D-4A86A13E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4584266"/>
            <a:ext cx="11049369" cy="571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4412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6C1F-5768-665F-7C49-ED656CE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FF0D6-7C4A-15BF-F2FD-7A76DE893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Control structure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57DF2-690D-0F91-F661-AAB5867E52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523286"/>
            <a:ext cx="13714940" cy="23214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Java also support repetition control structure, which used to repeat block of code multiple times. </a:t>
            </a:r>
          </a:p>
          <a:p>
            <a:r>
              <a:rPr lang="en-US" dirty="0"/>
              <a:t>It support while loop, do while loop, and for loop, and also its nested variant.</a:t>
            </a:r>
          </a:p>
          <a:p>
            <a:r>
              <a:rPr lang="en-US" dirty="0"/>
              <a:t>It also support Jump operations such as </a:t>
            </a:r>
            <a:r>
              <a:rPr lang="en-US" b="1" dirty="0"/>
              <a:t>break and continue, which are the same as in 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21AA6-3F3A-2E1C-0E20-C18035B28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04" y="7799789"/>
            <a:ext cx="6198210" cy="2321427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DEB121D-F371-F33D-6CED-A095D7CBC7B4}"/>
              </a:ext>
            </a:extLst>
          </p:cNvPr>
          <p:cNvSpPr txBox="1">
            <a:spLocks/>
          </p:cNvSpPr>
          <p:nvPr/>
        </p:nvSpPr>
        <p:spPr>
          <a:xfrm>
            <a:off x="2639909" y="6515045"/>
            <a:ext cx="2625599" cy="94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3000" dirty="0"/>
              <a:t>While Loop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AAF9E-2764-D122-AEFC-C4129AD47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737" y="7871288"/>
            <a:ext cx="7524751" cy="1995514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4F61632-E646-FDFD-1819-2B45BBA36820}"/>
              </a:ext>
            </a:extLst>
          </p:cNvPr>
          <p:cNvSpPr txBox="1">
            <a:spLocks/>
          </p:cNvSpPr>
          <p:nvPr/>
        </p:nvSpPr>
        <p:spPr>
          <a:xfrm>
            <a:off x="10381312" y="6665149"/>
            <a:ext cx="2625599" cy="94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3000" dirty="0"/>
              <a:t>Do while loop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3FCFE98-50C5-E33D-FCD3-128AAF6C5A80}"/>
              </a:ext>
            </a:extLst>
          </p:cNvPr>
          <p:cNvSpPr txBox="1">
            <a:spLocks/>
          </p:cNvSpPr>
          <p:nvPr/>
        </p:nvSpPr>
        <p:spPr>
          <a:xfrm>
            <a:off x="18921900" y="6819845"/>
            <a:ext cx="2625599" cy="94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3000" dirty="0"/>
              <a:t>For loop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7237C-C06B-BA5D-FE27-A964170D8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6411" y="7996611"/>
            <a:ext cx="7796578" cy="14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6296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AAF6-D41B-ABD4-84B1-CD88CA77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2E96F-A3FD-9A45-DF43-F34BC8EA2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Math functions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01605-EF62-F65F-7718-4F5C380537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3505632"/>
            <a:ext cx="13714940" cy="4522264"/>
          </a:xfrm>
        </p:spPr>
        <p:txBody>
          <a:bodyPr/>
          <a:lstStyle/>
          <a:p>
            <a:r>
              <a:rPr lang="en-US" dirty="0"/>
              <a:t>Java provides many useful methods in the Math lass for performing common mathematical functions. </a:t>
            </a:r>
          </a:p>
          <a:p>
            <a:r>
              <a:rPr lang="en-US" dirty="0"/>
              <a:t>Trigonometric function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03979-8027-EA5C-B83E-7C7776BEE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278" y="5420552"/>
            <a:ext cx="10661148" cy="390274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F7C8BB4-E43D-51FC-8E19-70A9343E545B}"/>
              </a:ext>
            </a:extLst>
          </p:cNvPr>
          <p:cNvSpPr txBox="1">
            <a:spLocks/>
          </p:cNvSpPr>
          <p:nvPr/>
        </p:nvSpPr>
        <p:spPr>
          <a:xfrm>
            <a:off x="5078782" y="9779425"/>
            <a:ext cx="13714940" cy="628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Exponent functions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200D29-CB14-037E-3D69-EB444540D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9" y="9779425"/>
            <a:ext cx="11633041" cy="30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0654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964E-8475-96A0-FBC1-23C802AA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DB94B-1419-6380-ED02-AEA338D628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Math functions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512AC-FFCD-4FF6-4032-F61E62E6EA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85141" y="3625991"/>
            <a:ext cx="17713729" cy="9032174"/>
          </a:xfrm>
        </p:spPr>
        <p:txBody>
          <a:bodyPr/>
          <a:lstStyle/>
          <a:p>
            <a:r>
              <a:rPr lang="en-US" dirty="0"/>
              <a:t>Rounding values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Generate Random values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CFCCDF-B776-E2D0-5398-2996857F1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048" y="4211876"/>
            <a:ext cx="15861866" cy="2870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187EB2-9335-F722-C5E3-40BDD278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80" y="8516242"/>
            <a:ext cx="11771249" cy="43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4253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CB62-49BC-A4AC-3AA0-659FF765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00B8-5CFD-3B6D-0834-6C0D6C4096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Runtime error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D3EEE-F67C-F03F-EEC2-1AE3C5B7D14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Runtime errors are errors that cause a program to terminate abnormally. They occur while a program is running if the environment detects an operation that is impossible to carry out.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D375F-6864-E6F7-DCE8-48EBE6292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342" y="7918293"/>
            <a:ext cx="9380643" cy="226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6341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9A30-E7FE-9A7E-3645-F609137A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9A244-15D7-F10B-C322-DC4FF67497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B1252-D544-966E-1FC1-11051A9582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4342" y="3846289"/>
            <a:ext cx="13714940" cy="7072721"/>
          </a:xfrm>
        </p:spPr>
        <p:txBody>
          <a:bodyPr>
            <a:noAutofit/>
          </a:bodyPr>
          <a:lstStyle/>
          <a:p>
            <a:r>
              <a:rPr lang="en-US" sz="3000" dirty="0"/>
              <a:t>Runtime errors:</a:t>
            </a:r>
          </a:p>
          <a:p>
            <a:pPr lvl="1"/>
            <a:r>
              <a:rPr lang="en-US" sz="3000" dirty="0"/>
              <a:t>Occur while a program is running if the environment detects an operations that is impossible to carry out.</a:t>
            </a:r>
          </a:p>
          <a:p>
            <a:pPr lvl="1"/>
            <a:r>
              <a:rPr lang="en-US" sz="3000" dirty="0"/>
              <a:t>Caused by exceptions.</a:t>
            </a:r>
          </a:p>
          <a:p>
            <a:r>
              <a:rPr lang="en-US" sz="3000" dirty="0"/>
              <a:t>Exception:</a:t>
            </a:r>
          </a:p>
          <a:p>
            <a:pPr lvl="1"/>
            <a:r>
              <a:rPr lang="en-US" sz="3000" dirty="0"/>
              <a:t>An object that represent an error or a condition that prevents execution from proceeding normally.</a:t>
            </a:r>
          </a:p>
          <a:p>
            <a:r>
              <a:rPr lang="en-US" sz="3000" dirty="0"/>
              <a:t>If the exception is not handled, the program will terminate abnormally.</a:t>
            </a:r>
          </a:p>
          <a:p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356594352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22F7-FFBC-6390-36DF-D6C298E7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FC68E-9E38-BBD1-92C2-663EAE394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B92A0-7920-8B03-E856-E35711EE8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6447" y="4061168"/>
            <a:ext cx="18771565" cy="44550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Handling runtime errors (exception handling)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Using try and catch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If error not  handled / catch, than error will continued to the next handling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Error not handled will cause program terminated.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D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5BEAB-1EB6-D2E4-4BDC-366271DE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22" y="7786105"/>
            <a:ext cx="10882646" cy="48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6334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94DD-1DD2-8672-A512-AD6F7747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EBECE-691D-37B2-4E79-BE9C57355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135E7-5C94-3022-1B36-294B3E9AD1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Occasionally, you may want some code to be executed regardless of whether an exception occurs or is caught. </a:t>
            </a:r>
          </a:p>
          <a:p>
            <a:r>
              <a:rPr lang="en-US" dirty="0"/>
              <a:t>Java has a finally clause that can be used to accomplish this objective.</a:t>
            </a:r>
          </a:p>
          <a:p>
            <a:r>
              <a:rPr lang="en-US" dirty="0"/>
              <a:t>The syntax for the finally clause might look like this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D7A42D-F202-B98E-6340-1AC040FB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184" y="8373549"/>
            <a:ext cx="6418240" cy="384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0174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5BA8-3D5A-D2FD-E2EE-262E48C0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80BE-91D0-536E-D503-BBB38C6A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8874C-81CF-4A2E-C6C0-513BBBDF8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BMI Calculator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91545-6EBD-9F8D-E58E-3C4DFFF56C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818965"/>
            <a:ext cx="15824788" cy="887505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Create a Java program that calculates the </a:t>
            </a:r>
            <a:r>
              <a:rPr lang="en-ID" b="1" dirty="0"/>
              <a:t>Body Mass Index (BMI)</a:t>
            </a:r>
            <a:r>
              <a:rPr lang="en-ID" dirty="0"/>
              <a:t> with the following requirements: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The program asks the user to input: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b="1" dirty="0"/>
              <a:t>Weight (kg)</a:t>
            </a:r>
            <a:endParaRPr lang="en-ID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b="1" dirty="0"/>
              <a:t>Height (cm)</a:t>
            </a:r>
          </a:p>
          <a:p>
            <a:pPr marL="0" indent="-14288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Use a </a:t>
            </a:r>
            <a:r>
              <a:rPr lang="en-ID" b="1" dirty="0"/>
              <a:t>try-catch</a:t>
            </a:r>
            <a:r>
              <a:rPr lang="en-ID" dirty="0"/>
              <a:t> block to handle cases where the user enters non-numeric values. If an invalid input is entered, show an error message and ask again.</a:t>
            </a:r>
          </a:p>
          <a:p>
            <a:pPr marL="0" indent="-14288">
              <a:lnSpc>
                <a:spcPct val="120000"/>
              </a:lnSpc>
              <a:spcBef>
                <a:spcPts val="0"/>
              </a:spcBef>
              <a:buNone/>
            </a:pPr>
            <a:endParaRPr lang="en-ID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Convert the height from </a:t>
            </a:r>
            <a:r>
              <a:rPr lang="en-ID" b="1" dirty="0" err="1"/>
              <a:t>centimeters</a:t>
            </a:r>
            <a:r>
              <a:rPr lang="en-ID" b="1" dirty="0"/>
              <a:t> to meters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Use arithmetic operations to compute BMI: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1" dirty="0"/>
              <a:t>BMI = weight/(</a:t>
            </a:r>
            <a:r>
              <a:rPr lang="en-ID" b="1" dirty="0" err="1"/>
              <a:t>height_meter×height_meter</a:t>
            </a:r>
            <a:r>
              <a:rPr lang="en-ID" b="1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Use a </a:t>
            </a:r>
            <a:r>
              <a:rPr lang="en-ID" b="1" dirty="0"/>
              <a:t>control structure (if-else)</a:t>
            </a:r>
            <a:r>
              <a:rPr lang="en-ID" dirty="0"/>
              <a:t> to determine the BMI category: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dirty="0"/>
              <a:t>BMI &lt; 18.5: “Underweight”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dirty="0"/>
              <a:t>18.5 – 24.9: “Normal”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dirty="0"/>
              <a:t>25 – 29.9: “Overweight”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D" dirty="0"/>
              <a:t>BMI ≥ 30: “Obese”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dirty="0"/>
              <a:t>Display the calculated BMI and its category.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1834845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A47F-5D4D-A8D3-57AC-88F202E7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java programming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3899-D083-75B7-4342-710A172959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A71B1-7718-20E0-EA77-B493CC1C185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Daniel Liang, Introduction to Java Programming and Data Structure, 13</a:t>
            </a:r>
            <a:r>
              <a:rPr lang="en-US" baseline="30000" dirty="0"/>
              <a:t>th</a:t>
            </a:r>
            <a:r>
              <a:rPr lang="en-US" dirty="0"/>
              <a:t> edition.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8359863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03FE7E1C620B48A7449716CF61D35C" ma:contentTypeVersion="19" ma:contentTypeDescription="Create a new document." ma:contentTypeScope="" ma:versionID="9e007ff0460034fa0a9d41f8ed4a1148">
  <xsd:schema xmlns:xsd="http://www.w3.org/2001/XMLSchema" xmlns:xs="http://www.w3.org/2001/XMLSchema" xmlns:p="http://schemas.microsoft.com/office/2006/metadata/properties" xmlns:ns2="6456c2c6-d044-4477-96fa-bf2a90b8f8d0" xmlns:ns3="aa01e5cc-3673-4952-8508-9ae9704a600f" xmlns:ns4="http://schemas.microsoft.com/sharepoint/v4" targetNamespace="http://schemas.microsoft.com/office/2006/metadata/properties" ma:root="true" ma:fieldsID="eb66cedffa97129d595d764d25df32af" ns2:_="" ns3:_="" ns4:_="">
    <xsd:import namespace="6456c2c6-d044-4477-96fa-bf2a90b8f8d0"/>
    <xsd:import namespace="aa01e5cc-3673-4952-8508-9ae9704a600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6c2c6-d044-4477-96fa-bf2a90b8f8d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5c824e67-c7da-4ef3-a6a5-d5ab46fac176}" ma:internalName="TaxCatchAll" ma:showField="CatchAllData" ma:web="6456c2c6-d044-4477-96fa-bf2a90b8f8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1e5cc-3673-4952-8508-9ae9704a60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2d5289-3ec1-4d76-80c1-a1cd17baf85c" xsi:nil="true"/>
    <lcf76f155ced4ddcb4097134ff3c332f xmlns="02437cf3-862c-4aa8-bd7e-caeecb8e11d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f220297e283031e9eab2ed307e5e4cd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1da8f879ae0b13e42b7077458e0d2470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2BF267-C735-4603-AD88-7AC0AC99BB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56c2c6-d044-4477-96fa-bf2a90b8f8d0"/>
    <ds:schemaRef ds:uri="aa01e5cc-3673-4952-8508-9ae9704a600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D5256D-0B28-4F8F-AB65-3D9BFAA16E4E}">
  <ds:schemaRefs>
    <ds:schemaRef ds:uri="http://schemas.microsoft.com/office/2006/metadata/properties"/>
    <ds:schemaRef ds:uri="http://schemas.microsoft.com/office/infopath/2007/PartnerControls"/>
    <ds:schemaRef ds:uri="6456c2c6-d044-4477-96fa-bf2a90b8f8d0"/>
    <ds:schemaRef ds:uri="aa01e5cc-3673-4952-8508-9ae9704a600f"/>
    <ds:schemaRef ds:uri="http://schemas.microsoft.com/sharepoint/v4"/>
  </ds:schemaRefs>
</ds:datastoreItem>
</file>

<file path=customXml/itemProps3.xml><?xml version="1.0" encoding="utf-8"?>
<ds:datastoreItem xmlns:ds="http://schemas.openxmlformats.org/officeDocument/2006/customXml" ds:itemID="{E642A9FA-2E08-4C0F-A882-D64EEA27833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AD7EEAE-F506-4F53-97C1-54C6D6CD83C7}"/>
</file>

<file path=docProps/app.xml><?xml version="1.0" encoding="utf-8"?>
<Properties xmlns="http://schemas.openxmlformats.org/officeDocument/2006/extended-properties" xmlns:vt="http://schemas.openxmlformats.org/officeDocument/2006/docPropsVTypes">
  <Template>Week 1 - Intro to Java Programming</Template>
  <TotalTime>2318</TotalTime>
  <Words>1512</Words>
  <Application>Microsoft Macintosh PowerPoint</Application>
  <PresentationFormat>Custom</PresentationFormat>
  <Paragraphs>191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ＭＳ Ｐゴシック</vt:lpstr>
      <vt:lpstr>Arial</vt:lpstr>
      <vt:lpstr>Open Sans ExtraBold</vt:lpstr>
      <vt:lpstr>Open Sans Light</vt:lpstr>
      <vt:lpstr>OCRB</vt:lpstr>
      <vt:lpstr>Wingdings</vt:lpstr>
      <vt:lpstr>Open Sans Semibold</vt:lpstr>
      <vt:lpstr>21_BasicWhite</vt:lpstr>
      <vt:lpstr>Introduction to Java Algorithm</vt:lpstr>
      <vt:lpstr>Outline</vt:lpstr>
      <vt:lpstr>Introduction to Java Algorithm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Introduction to java programming</vt:lpstr>
      <vt:lpstr>exercise</vt:lpstr>
      <vt:lpstr>Introduction to java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Algorithm</dc:title>
  <dc:creator>Muhammad Fikri Hasani</dc:creator>
  <cp:lastModifiedBy>Shania Priccilia</cp:lastModifiedBy>
  <cp:revision>2</cp:revision>
  <dcterms:created xsi:type="dcterms:W3CDTF">2023-11-28T09:27:32Z</dcterms:created>
  <dcterms:modified xsi:type="dcterms:W3CDTF">2025-12-01T15:36:30Z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_dlc_DocIdItemGuid">
    <vt:lpwstr>1c97838e-918a-4695-becd-6774ac0cd3d8</vt:lpwstr>
  </property>
</Properties>
</file>