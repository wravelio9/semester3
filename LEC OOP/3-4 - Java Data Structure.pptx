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99" r:id="rId7"/>
    <p:sldId id="277" r:id="rId8"/>
    <p:sldId id="291" r:id="rId9"/>
    <p:sldId id="293" r:id="rId10"/>
    <p:sldId id="280" r:id="rId11"/>
    <p:sldId id="292" r:id="rId12"/>
    <p:sldId id="300" r:id="rId13"/>
    <p:sldId id="281" r:id="rId14"/>
    <p:sldId id="294" r:id="rId15"/>
    <p:sldId id="295" r:id="rId16"/>
    <p:sldId id="296" r:id="rId17"/>
    <p:sldId id="298" r:id="rId18"/>
    <p:sldId id="297" r:id="rId19"/>
    <p:sldId id="301" r:id="rId20"/>
    <p:sldId id="302" r:id="rId21"/>
    <p:sldId id="290" r:id="rId22"/>
  </p:sldIdLst>
  <p:sldSz cx="24384000" cy="13716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OCRB" panose="020B0609020202020204" pitchFamily="49" charset="0"/>
      <p:regular r:id="rId28"/>
    </p:embeddedFont>
    <p:embeddedFont>
      <p:font typeface="Open Sans ExtraBold" panose="020B0906030804020204" pitchFamily="34" charset="0"/>
      <p:bold r:id="rId29"/>
      <p:italic r:id="rId30"/>
      <p:boldItalic r:id="rId31"/>
    </p:embeddedFont>
    <p:embeddedFont>
      <p:font typeface="Open Sans Light" panose="020B0306030504020204" pitchFamily="34" charset="0"/>
      <p:regular r:id="rId32"/>
      <p:italic r:id="rId33"/>
    </p:embeddedFont>
    <p:embeddedFont>
      <p:font typeface="Open Sans Semibold" panose="020B0706030804020204" pitchFamily="34" charset="0"/>
      <p:bold r:id="rId3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5CD30-AEEA-4CB4-9CE8-295DA89B2605}" v="14" dt="2023-12-17T13:34:35.18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20" autoAdjust="0"/>
    <p:restoredTop sz="96197"/>
  </p:normalViewPr>
  <p:slideViewPr>
    <p:cSldViewPr snapToGrid="0" snapToObjects="1">
      <p:cViewPr varScale="1">
        <p:scale>
          <a:sx n="37" d="100"/>
          <a:sy n="37" d="100"/>
        </p:scale>
        <p:origin x="116" y="5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Fikri Hasani" userId="ada500cb4dc7801b" providerId="LiveId" clId="{786255F7-9FE3-486C-982B-B25D274956AF}"/>
    <pc:docChg chg="undo custSel addSld delSld modSld sldOrd">
      <pc:chgData name="Muhammad Fikri Hasani" userId="ada500cb4dc7801b" providerId="LiveId" clId="{786255F7-9FE3-486C-982B-B25D274956AF}" dt="2023-11-29T14:50:46.588" v="5597" actId="20577"/>
      <pc:docMkLst>
        <pc:docMk/>
      </pc:docMkLst>
      <pc:sldChg chg="modSp mod">
        <pc:chgData name="Muhammad Fikri Hasani" userId="ada500cb4dc7801b" providerId="LiveId" clId="{786255F7-9FE3-486C-982B-B25D274956AF}" dt="2023-11-29T03:57:44.105" v="86" actId="20577"/>
        <pc:sldMkLst>
          <pc:docMk/>
          <pc:sldMk cId="2766454393" sldId="257"/>
        </pc:sldMkLst>
        <pc:spChg chg="mod">
          <ac:chgData name="Muhammad Fikri Hasani" userId="ada500cb4dc7801b" providerId="LiveId" clId="{786255F7-9FE3-486C-982B-B25D274956AF}" dt="2023-11-29T03:57:44.105" v="86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addSp modSp new mod">
        <pc:chgData name="Muhammad Fikri Hasani" userId="ada500cb4dc7801b" providerId="LiveId" clId="{786255F7-9FE3-486C-982B-B25D274956AF}" dt="2023-11-29T04:09:19.376" v="431" actId="20577"/>
        <pc:sldMkLst>
          <pc:docMk/>
          <pc:sldMk cId="3394860097" sldId="258"/>
        </pc:sldMkLst>
        <pc:spChg chg="mod">
          <ac:chgData name="Muhammad Fikri Hasani" userId="ada500cb4dc7801b" providerId="LiveId" clId="{786255F7-9FE3-486C-982B-B25D274956AF}" dt="2023-11-29T04:09:19.376" v="431" actId="20577"/>
          <ac:spMkLst>
            <pc:docMk/>
            <pc:sldMk cId="3394860097" sldId="258"/>
            <ac:spMk id="2" creationId="{289FF438-5239-62F5-D304-1AC907B8B598}"/>
          </ac:spMkLst>
        </pc:spChg>
        <pc:spChg chg="mod">
          <ac:chgData name="Muhammad Fikri Hasani" userId="ada500cb4dc7801b" providerId="LiveId" clId="{786255F7-9FE3-486C-982B-B25D274956AF}" dt="2023-11-29T04:09:15.865" v="410" actId="20577"/>
          <ac:spMkLst>
            <pc:docMk/>
            <pc:sldMk cId="3394860097" sldId="258"/>
            <ac:spMk id="3" creationId="{0D357947-DB2B-F5E6-5B9F-CFBACC10C98B}"/>
          </ac:spMkLst>
        </pc:spChg>
        <pc:spChg chg="mod">
          <ac:chgData name="Muhammad Fikri Hasani" userId="ada500cb4dc7801b" providerId="LiveId" clId="{786255F7-9FE3-486C-982B-B25D274956AF}" dt="2023-11-28T09:38:29.759" v="54" actId="1076"/>
          <ac:spMkLst>
            <pc:docMk/>
            <pc:sldMk cId="3394860097" sldId="258"/>
            <ac:spMk id="4" creationId="{507C5612-C2F3-94A1-C4EB-34DD933B255C}"/>
          </ac:spMkLst>
        </pc:spChg>
        <pc:picChg chg="add mod">
          <ac:chgData name="Muhammad Fikri Hasani" userId="ada500cb4dc7801b" providerId="LiveId" clId="{786255F7-9FE3-486C-982B-B25D274956AF}" dt="2023-11-28T09:38:33.899" v="57" actId="1076"/>
          <ac:picMkLst>
            <pc:docMk/>
            <pc:sldMk cId="3394860097" sldId="258"/>
            <ac:picMk id="5" creationId="{3ABF013A-15C9-3B85-39E5-722BD286D3A3}"/>
          </ac:picMkLst>
        </pc:picChg>
      </pc:sldChg>
      <pc:sldChg chg="addSp modSp new mod">
        <pc:chgData name="Muhammad Fikri Hasani" userId="ada500cb4dc7801b" providerId="LiveId" clId="{786255F7-9FE3-486C-982B-B25D274956AF}" dt="2023-11-29T04:09:25.424" v="452" actId="20577"/>
        <pc:sldMkLst>
          <pc:docMk/>
          <pc:sldMk cId="3364548115" sldId="259"/>
        </pc:sldMkLst>
        <pc:spChg chg="mod">
          <ac:chgData name="Muhammad Fikri Hasani" userId="ada500cb4dc7801b" providerId="LiveId" clId="{786255F7-9FE3-486C-982B-B25D274956AF}" dt="2023-11-29T04:09:25.424" v="452" actId="20577"/>
          <ac:spMkLst>
            <pc:docMk/>
            <pc:sldMk cId="3364548115" sldId="259"/>
            <ac:spMk id="2" creationId="{F87BC525-56DE-8574-268C-46A8F55AA513}"/>
          </ac:spMkLst>
        </pc:spChg>
        <pc:spChg chg="mod">
          <ac:chgData name="Muhammad Fikri Hasani" userId="ada500cb4dc7801b" providerId="LiveId" clId="{786255F7-9FE3-486C-982B-B25D274956AF}" dt="2023-11-29T03:57:32.919" v="74"/>
          <ac:spMkLst>
            <pc:docMk/>
            <pc:sldMk cId="3364548115" sldId="259"/>
            <ac:spMk id="3" creationId="{047D157D-B444-D86E-53EA-8DF05EFA4657}"/>
          </ac:spMkLst>
        </pc:spChg>
        <pc:spChg chg="mod">
          <ac:chgData name="Muhammad Fikri Hasani" userId="ada500cb4dc7801b" providerId="LiveId" clId="{786255F7-9FE3-486C-982B-B25D274956AF}" dt="2023-11-29T04:08:17.629" v="350" actId="14100"/>
          <ac:spMkLst>
            <pc:docMk/>
            <pc:sldMk cId="3364548115" sldId="259"/>
            <ac:spMk id="4" creationId="{4352946C-99CA-1D9D-3B12-71BCA05CBB32}"/>
          </ac:spMkLst>
        </pc:spChg>
        <pc:picChg chg="add mod">
          <ac:chgData name="Muhammad Fikri Hasani" userId="ada500cb4dc7801b" providerId="LiveId" clId="{786255F7-9FE3-486C-982B-B25D274956AF}" dt="2023-11-29T04:08:13.022" v="348" actId="1076"/>
          <ac:picMkLst>
            <pc:docMk/>
            <pc:sldMk cId="3364548115" sldId="259"/>
            <ac:picMk id="6" creationId="{C5B14B0B-60FE-EE6B-5C9D-F7A70A8321C1}"/>
          </ac:picMkLst>
        </pc:picChg>
        <pc:picChg chg="add mod">
          <ac:chgData name="Muhammad Fikri Hasani" userId="ada500cb4dc7801b" providerId="LiveId" clId="{786255F7-9FE3-486C-982B-B25D274956AF}" dt="2023-11-29T04:08:15.449" v="349" actId="1076"/>
          <ac:picMkLst>
            <pc:docMk/>
            <pc:sldMk cId="3364548115" sldId="259"/>
            <ac:picMk id="8" creationId="{22E39FDE-DA9D-78B8-4C83-8918A3F01BE5}"/>
          </ac:picMkLst>
        </pc:picChg>
      </pc:sldChg>
      <pc:sldChg chg="addSp delSp modSp new mod">
        <pc:chgData name="Muhammad Fikri Hasani" userId="ada500cb4dc7801b" providerId="LiveId" clId="{786255F7-9FE3-486C-982B-B25D274956AF}" dt="2023-11-29T12:33:35.357" v="854" actId="20577"/>
        <pc:sldMkLst>
          <pc:docMk/>
          <pc:sldMk cId="1790487730" sldId="260"/>
        </pc:sldMkLst>
        <pc:spChg chg="mod">
          <ac:chgData name="Muhammad Fikri Hasani" userId="ada500cb4dc7801b" providerId="LiveId" clId="{786255F7-9FE3-486C-982B-B25D274956AF}" dt="2023-11-29T04:09:44.270" v="473" actId="20577"/>
          <ac:spMkLst>
            <pc:docMk/>
            <pc:sldMk cId="1790487730" sldId="260"/>
            <ac:spMk id="2" creationId="{AD6DBE22-EE1A-8B06-80F9-765F1C89626F}"/>
          </ac:spMkLst>
        </pc:spChg>
        <pc:spChg chg="mod">
          <ac:chgData name="Muhammad Fikri Hasani" userId="ada500cb4dc7801b" providerId="LiveId" clId="{786255F7-9FE3-486C-982B-B25D274956AF}" dt="2023-11-29T12:32:17.572" v="827" actId="20577"/>
          <ac:spMkLst>
            <pc:docMk/>
            <pc:sldMk cId="1790487730" sldId="260"/>
            <ac:spMk id="3" creationId="{9516FAD9-5740-9689-F91C-E25EDFD19601}"/>
          </ac:spMkLst>
        </pc:spChg>
        <pc:spChg chg="mod">
          <ac:chgData name="Muhammad Fikri Hasani" userId="ada500cb4dc7801b" providerId="LiveId" clId="{786255F7-9FE3-486C-982B-B25D274956AF}" dt="2023-11-29T12:33:35.357" v="854" actId="20577"/>
          <ac:spMkLst>
            <pc:docMk/>
            <pc:sldMk cId="1790487730" sldId="260"/>
            <ac:spMk id="4" creationId="{A6CF599A-4023-1175-16C7-A0923A1D8C73}"/>
          </ac:spMkLst>
        </pc:spChg>
        <pc:picChg chg="add mod">
          <ac:chgData name="Muhammad Fikri Hasani" userId="ada500cb4dc7801b" providerId="LiveId" clId="{786255F7-9FE3-486C-982B-B25D274956AF}" dt="2023-11-29T12:33:31.908" v="850" actId="1076"/>
          <ac:picMkLst>
            <pc:docMk/>
            <pc:sldMk cId="1790487730" sldId="260"/>
            <ac:picMk id="6" creationId="{D3C14F6C-EDC3-FC0B-7198-7557B20359CE}"/>
          </ac:picMkLst>
        </pc:picChg>
        <pc:picChg chg="add mod">
          <ac:chgData name="Muhammad Fikri Hasani" userId="ada500cb4dc7801b" providerId="LiveId" clId="{786255F7-9FE3-486C-982B-B25D274956AF}" dt="2023-11-29T12:33:30.352" v="849" actId="1076"/>
          <ac:picMkLst>
            <pc:docMk/>
            <pc:sldMk cId="1790487730" sldId="260"/>
            <ac:picMk id="8" creationId="{0CEA5E9A-96AB-7555-A530-3D0CFBD5AAEF}"/>
          </ac:picMkLst>
        </pc:picChg>
        <pc:picChg chg="add del mod">
          <ac:chgData name="Muhammad Fikri Hasani" userId="ada500cb4dc7801b" providerId="LiveId" clId="{786255F7-9FE3-486C-982B-B25D274956AF}" dt="2023-11-29T12:33:07.529" v="837"/>
          <ac:picMkLst>
            <pc:docMk/>
            <pc:sldMk cId="1790487730" sldId="260"/>
            <ac:picMk id="10" creationId="{89A343B3-8B02-719F-4369-9551FCD3CFBD}"/>
          </ac:picMkLst>
        </pc:picChg>
        <pc:picChg chg="add mod">
          <ac:chgData name="Muhammad Fikri Hasani" userId="ada500cb4dc7801b" providerId="LiveId" clId="{786255F7-9FE3-486C-982B-B25D274956AF}" dt="2023-11-29T12:33:33.498" v="851" actId="1076"/>
          <ac:picMkLst>
            <pc:docMk/>
            <pc:sldMk cId="1790487730" sldId="260"/>
            <ac:picMk id="12" creationId="{1E3BAF2F-AE4D-8592-E3B2-90F5A12BC5EB}"/>
          </ac:picMkLst>
        </pc:picChg>
      </pc:sldChg>
      <pc:sldChg chg="addSp delSp modSp new mod">
        <pc:chgData name="Muhammad Fikri Hasani" userId="ada500cb4dc7801b" providerId="LiveId" clId="{786255F7-9FE3-486C-982B-B25D274956AF}" dt="2023-11-29T12:48:56.081" v="1146" actId="1076"/>
        <pc:sldMkLst>
          <pc:docMk/>
          <pc:sldMk cId="1406669853" sldId="261"/>
        </pc:sldMkLst>
        <pc:spChg chg="mod">
          <ac:chgData name="Muhammad Fikri Hasani" userId="ada500cb4dc7801b" providerId="LiveId" clId="{786255F7-9FE3-486C-982B-B25D274956AF}" dt="2023-11-29T12:47:09.157" v="1027"/>
          <ac:spMkLst>
            <pc:docMk/>
            <pc:sldMk cId="1406669853" sldId="261"/>
            <ac:spMk id="2" creationId="{9AE2028E-64AB-B51A-2058-DF7F114A0CF0}"/>
          </ac:spMkLst>
        </pc:spChg>
        <pc:spChg chg="mod">
          <ac:chgData name="Muhammad Fikri Hasani" userId="ada500cb4dc7801b" providerId="LiveId" clId="{786255F7-9FE3-486C-982B-B25D274956AF}" dt="2023-11-29T12:47:14.225" v="1053" actId="20577"/>
          <ac:spMkLst>
            <pc:docMk/>
            <pc:sldMk cId="1406669853" sldId="261"/>
            <ac:spMk id="3" creationId="{EB54D8CC-49CC-75E6-CFE2-6DA6AB3B142F}"/>
          </ac:spMkLst>
        </pc:spChg>
        <pc:spChg chg="del">
          <ac:chgData name="Muhammad Fikri Hasani" userId="ada500cb4dc7801b" providerId="LiveId" clId="{786255F7-9FE3-486C-982B-B25D274956AF}" dt="2023-11-29T12:44:08.994" v="877" actId="22"/>
          <ac:spMkLst>
            <pc:docMk/>
            <pc:sldMk cId="1406669853" sldId="261"/>
            <ac:spMk id="4" creationId="{3723E49E-2796-2AD9-D3F7-3CE1A74EE1C0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0" creationId="{7E6382C3-7C3D-84FE-5B2C-296FC6D8C1F8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1" creationId="{6D87BB98-1B0E-D720-D1FF-AB162A0E8442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2" creationId="{BE1DA887-2AB5-15CD-7FC4-98F386121033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3" creationId="{455EA2BA-C02C-48F6-631A-73C3B91D1A15}"/>
          </ac:spMkLst>
        </pc:spChg>
        <pc:spChg chg="add mod">
          <ac:chgData name="Muhammad Fikri Hasani" userId="ada500cb4dc7801b" providerId="LiveId" clId="{786255F7-9FE3-486C-982B-B25D274956AF}" dt="2023-11-29T12:48:56.081" v="1146" actId="1076"/>
          <ac:spMkLst>
            <pc:docMk/>
            <pc:sldMk cId="1406669853" sldId="261"/>
            <ac:spMk id="27" creationId="{81F137D8-8719-704E-7B12-3614323EA85A}"/>
          </ac:spMkLst>
        </pc:spChg>
        <pc:grpChg chg="del mod">
          <ac:chgData name="Muhammad Fikri Hasani" userId="ada500cb4dc7801b" providerId="LiveId" clId="{786255F7-9FE3-486C-982B-B25D274956AF}" dt="2023-11-29T12:45:12.297" v="897"/>
          <ac:grpSpMkLst>
            <pc:docMk/>
            <pc:sldMk cId="1406669853" sldId="261"/>
            <ac:grpSpMk id="10" creationId="{9FCB7993-8776-6D50-F1CF-526FCCE209B1}"/>
          </ac:grpSpMkLst>
        </pc:grpChg>
        <pc:grpChg chg="del mod">
          <ac:chgData name="Muhammad Fikri Hasani" userId="ada500cb4dc7801b" providerId="LiveId" clId="{786255F7-9FE3-486C-982B-B25D274956AF}" dt="2023-11-29T12:45:12.297" v="897"/>
          <ac:grpSpMkLst>
            <pc:docMk/>
            <pc:sldMk cId="1406669853" sldId="261"/>
            <ac:grpSpMk id="14" creationId="{0D0927A6-7EBE-A76F-1D6B-FBB80979917A}"/>
          </ac:grpSpMkLst>
        </pc:grpChg>
        <pc:grpChg chg="mod">
          <ac:chgData name="Muhammad Fikri Hasani" userId="ada500cb4dc7801b" providerId="LiveId" clId="{786255F7-9FE3-486C-982B-B25D274956AF}" dt="2023-11-29T12:48:07.575" v="1061" actId="1076"/>
          <ac:grpSpMkLst>
            <pc:docMk/>
            <pc:sldMk cId="1406669853" sldId="261"/>
            <ac:grpSpMk id="19" creationId="{A6770818-17FE-B44C-4FB0-86F54739019B}"/>
          </ac:grpSpMkLst>
        </pc:grpChg>
        <pc:picChg chg="add mod ord">
          <ac:chgData name="Muhammad Fikri Hasani" userId="ada500cb4dc7801b" providerId="LiveId" clId="{786255F7-9FE3-486C-982B-B25D274956AF}" dt="2023-11-29T12:48:27.602" v="1066" actId="1076"/>
          <ac:picMkLst>
            <pc:docMk/>
            <pc:sldMk cId="1406669853" sldId="261"/>
            <ac:picMk id="6" creationId="{60FD3A51-962D-6DB6-A569-51D0D3A01799}"/>
          </ac:picMkLst>
        </pc:picChg>
        <pc:picChg chg="add mod">
          <ac:chgData name="Muhammad Fikri Hasani" userId="ada500cb4dc7801b" providerId="LiveId" clId="{786255F7-9FE3-486C-982B-B25D274956AF}" dt="2023-11-29T12:48:13.975" v="1064" actId="14100"/>
          <ac:picMkLst>
            <pc:docMk/>
            <pc:sldMk cId="1406669853" sldId="261"/>
            <ac:picMk id="25" creationId="{91FEDBD0-1E3A-A358-DB76-75C38BB50485}"/>
          </ac:picMkLst>
        </pc:picChg>
        <pc:inkChg chg="add del">
          <ac:chgData name="Muhammad Fikri Hasani" userId="ada500cb4dc7801b" providerId="LiveId" clId="{786255F7-9FE3-486C-982B-B25D274956AF}" dt="2023-11-29T12:44:37.859" v="883" actId="9405"/>
          <ac:inkMkLst>
            <pc:docMk/>
            <pc:sldMk cId="1406669853" sldId="261"/>
            <ac:inkMk id="7" creationId="{D9A45E55-71D4-33E2-0EBC-2D1B3AE77DC7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8" creationId="{8FA8AB39-17F1-9FC3-228D-45ED8D8EE9D3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9" creationId="{514355C6-962B-6C74-7629-707B99B2E6FE}"/>
          </ac:inkMkLst>
        </pc:inkChg>
        <pc:inkChg chg="add mod">
          <ac:chgData name="Muhammad Fikri Hasani" userId="ada500cb4dc7801b" providerId="LiveId" clId="{786255F7-9FE3-486C-982B-B25D274956AF}" dt="2023-11-29T12:48:07.575" v="1061" actId="1076"/>
          <ac:inkMkLst>
            <pc:docMk/>
            <pc:sldMk cId="1406669853" sldId="261"/>
            <ac:inkMk id="11" creationId="{CB918B7C-5566-C0F3-E820-75653DFA5EFF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2" creationId="{CA90B212-554D-D99A-39CD-CE8220EA8A1D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3" creationId="{1FE9CC50-95DB-D93E-F7A8-2722207DD5A7}"/>
          </ac:inkMkLst>
        </pc:inkChg>
        <pc:inkChg chg="add del">
          <ac:chgData name="Muhammad Fikri Hasani" userId="ada500cb4dc7801b" providerId="LiveId" clId="{786255F7-9FE3-486C-982B-B25D274956AF}" dt="2023-11-29T12:45:04.226" v="892" actId="9405"/>
          <ac:inkMkLst>
            <pc:docMk/>
            <pc:sldMk cId="1406669853" sldId="261"/>
            <ac:inkMk id="15" creationId="{E9967A4D-C79E-BA39-86C5-A954DB2F2150}"/>
          </ac:inkMkLst>
        </pc:inkChg>
        <pc:inkChg chg="add del">
          <ac:chgData name="Muhammad Fikri Hasani" userId="ada500cb4dc7801b" providerId="LiveId" clId="{786255F7-9FE3-486C-982B-B25D274956AF}" dt="2023-11-29T12:45:06.244" v="894" actId="9405"/>
          <ac:inkMkLst>
            <pc:docMk/>
            <pc:sldMk cId="1406669853" sldId="261"/>
            <ac:inkMk id="16" creationId="{7A4F3D9D-AAF8-DECC-33E6-1865281BA241}"/>
          </ac:inkMkLst>
        </pc:inkChg>
        <pc:inkChg chg="add mod">
          <ac:chgData name="Muhammad Fikri Hasani" userId="ada500cb4dc7801b" providerId="LiveId" clId="{786255F7-9FE3-486C-982B-B25D274956AF}" dt="2023-11-29T12:48:07.575" v="1061" actId="1076"/>
          <ac:inkMkLst>
            <pc:docMk/>
            <pc:sldMk cId="1406669853" sldId="261"/>
            <ac:inkMk id="17" creationId="{1D2E94EE-FE21-15F0-D7D7-4AC068EF3C6C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8" creationId="{0245F70D-EC8D-0D5A-126A-664F375F2F07}"/>
          </ac:inkMkLst>
        </pc:inkChg>
        <pc:inkChg chg="add">
          <ac:chgData name="Muhammad Fikri Hasani" userId="ada500cb4dc7801b" providerId="LiveId" clId="{786255F7-9FE3-486C-982B-B25D274956AF}" dt="2023-11-29T12:48:33.750" v="1067" actId="9405"/>
          <ac:inkMkLst>
            <pc:docMk/>
            <pc:sldMk cId="1406669853" sldId="261"/>
            <ac:inkMk id="26" creationId="{70E3F003-57D5-59A1-86AF-7280B10CA324}"/>
          </ac:inkMkLst>
        </pc:inkChg>
      </pc:sldChg>
      <pc:sldChg chg="addSp delSp modSp new mod">
        <pc:chgData name="Muhammad Fikri Hasani" userId="ada500cb4dc7801b" providerId="LiveId" clId="{786255F7-9FE3-486C-982B-B25D274956AF}" dt="2023-11-29T13:15:21.017" v="2158" actId="255"/>
        <pc:sldMkLst>
          <pc:docMk/>
          <pc:sldMk cId="1658221687" sldId="262"/>
        </pc:sldMkLst>
        <pc:spChg chg="mod">
          <ac:chgData name="Muhammad Fikri Hasani" userId="ada500cb4dc7801b" providerId="LiveId" clId="{786255F7-9FE3-486C-982B-B25D274956AF}" dt="2023-11-29T12:49:27.971" v="1193" actId="20577"/>
          <ac:spMkLst>
            <pc:docMk/>
            <pc:sldMk cId="1658221687" sldId="262"/>
            <ac:spMk id="2" creationId="{3F803C12-A20C-7606-2D82-A2C5CBC0BDC1}"/>
          </ac:spMkLst>
        </pc:spChg>
        <pc:spChg chg="mod">
          <ac:chgData name="Muhammad Fikri Hasani" userId="ada500cb4dc7801b" providerId="LiveId" clId="{786255F7-9FE3-486C-982B-B25D274956AF}" dt="2023-11-29T13:10:46.107" v="1886" actId="20577"/>
          <ac:spMkLst>
            <pc:docMk/>
            <pc:sldMk cId="1658221687" sldId="262"/>
            <ac:spMk id="3" creationId="{DC64D3E3-61E4-6825-2F54-EB3F8A5F3B64}"/>
          </ac:spMkLst>
        </pc:spChg>
        <pc:spChg chg="mod">
          <ac:chgData name="Muhammad Fikri Hasani" userId="ada500cb4dc7801b" providerId="LiveId" clId="{786255F7-9FE3-486C-982B-B25D274956AF}" dt="2023-11-29T13:15:14.986" v="2156" actId="255"/>
          <ac:spMkLst>
            <pc:docMk/>
            <pc:sldMk cId="1658221687" sldId="262"/>
            <ac:spMk id="4" creationId="{3008FC7B-3729-B312-E9C8-C97E1FB1E013}"/>
          </ac:spMkLst>
        </pc:spChg>
        <pc:spChg chg="add mod">
          <ac:chgData name="Muhammad Fikri Hasani" userId="ada500cb4dc7801b" providerId="LiveId" clId="{786255F7-9FE3-486C-982B-B25D274956AF}" dt="2023-11-29T13:15:21.017" v="2158" actId="255"/>
          <ac:spMkLst>
            <pc:docMk/>
            <pc:sldMk cId="1658221687" sldId="262"/>
            <ac:spMk id="9" creationId="{6D159B05-5B69-BCD0-C377-2963468E8707}"/>
          </ac:spMkLst>
        </pc:spChg>
        <pc:spChg chg="add mod">
          <ac:chgData name="Muhammad Fikri Hasani" userId="ada500cb4dc7801b" providerId="LiveId" clId="{786255F7-9FE3-486C-982B-B25D274956AF}" dt="2023-11-29T13:12:24.240" v="2038" actId="255"/>
          <ac:spMkLst>
            <pc:docMk/>
            <pc:sldMk cId="1658221687" sldId="262"/>
            <ac:spMk id="16" creationId="{B1C6874B-9CD0-FE84-EB58-A77712693BF3}"/>
          </ac:spMkLst>
        </pc:spChg>
        <pc:spChg chg="add mod">
          <ac:chgData name="Muhammad Fikri Hasani" userId="ada500cb4dc7801b" providerId="LiveId" clId="{786255F7-9FE3-486C-982B-B25D274956AF}" dt="2023-11-29T13:15:01.922" v="2155" actId="20577"/>
          <ac:spMkLst>
            <pc:docMk/>
            <pc:sldMk cId="1658221687" sldId="262"/>
            <ac:spMk id="26" creationId="{DD0DF8C9-7881-01C6-5E40-C63C389A4958}"/>
          </ac:spMkLst>
        </pc:spChg>
        <pc:grpChg chg="mod">
          <ac:chgData name="Muhammad Fikri Hasani" userId="ada500cb4dc7801b" providerId="LiveId" clId="{786255F7-9FE3-486C-982B-B25D274956AF}" dt="2023-11-29T13:14:37.908" v="2055"/>
          <ac:grpSpMkLst>
            <pc:docMk/>
            <pc:sldMk cId="1658221687" sldId="262"/>
            <ac:grpSpMk id="25" creationId="{A6850573-389F-7848-7BE8-59B85C1E80E2}"/>
          </ac:grpSpMkLst>
        </pc:grpChg>
        <pc:picChg chg="add del">
          <ac:chgData name="Muhammad Fikri Hasani" userId="ada500cb4dc7801b" providerId="LiveId" clId="{786255F7-9FE3-486C-982B-B25D274956AF}" dt="2023-11-29T12:49:22.204" v="1160" actId="22"/>
          <ac:picMkLst>
            <pc:docMk/>
            <pc:sldMk cId="1658221687" sldId="262"/>
            <ac:picMk id="6" creationId="{C8B97C88-A259-0063-5EB6-5F4554F90DC7}"/>
          </ac:picMkLst>
        </pc:picChg>
        <pc:picChg chg="add mod">
          <ac:chgData name="Muhammad Fikri Hasani" userId="ada500cb4dc7801b" providerId="LiveId" clId="{786255F7-9FE3-486C-982B-B25D274956AF}" dt="2023-11-29T13:15:17.520" v="2157" actId="1076"/>
          <ac:picMkLst>
            <pc:docMk/>
            <pc:sldMk cId="1658221687" sldId="262"/>
            <ac:picMk id="8" creationId="{8826D0E1-3CB3-E7E9-B231-0F539D640BFE}"/>
          </ac:picMkLst>
        </pc:picChg>
        <pc:picChg chg="add del">
          <ac:chgData name="Muhammad Fikri Hasani" userId="ada500cb4dc7801b" providerId="LiveId" clId="{786255F7-9FE3-486C-982B-B25D274956AF}" dt="2023-11-29T13:11:25.836" v="1889" actId="22"/>
          <ac:picMkLst>
            <pc:docMk/>
            <pc:sldMk cId="1658221687" sldId="262"/>
            <ac:picMk id="11" creationId="{DEE947BB-68B1-5690-E336-DB12EBD765CD}"/>
          </ac:picMkLst>
        </pc:picChg>
        <pc:picChg chg="add mod">
          <ac:chgData name="Muhammad Fikri Hasani" userId="ada500cb4dc7801b" providerId="LiveId" clId="{786255F7-9FE3-486C-982B-B25D274956AF}" dt="2023-11-29T13:11:34.446" v="1893" actId="1076"/>
          <ac:picMkLst>
            <pc:docMk/>
            <pc:sldMk cId="1658221687" sldId="262"/>
            <ac:picMk id="13" creationId="{DBB6735C-C29F-BA0F-21EB-BA1420384979}"/>
          </ac:picMkLst>
        </pc:picChg>
        <pc:picChg chg="add mod">
          <ac:chgData name="Muhammad Fikri Hasani" userId="ada500cb4dc7801b" providerId="LiveId" clId="{786255F7-9FE3-486C-982B-B25D274956AF}" dt="2023-11-29T13:11:47.301" v="1896" actId="1076"/>
          <ac:picMkLst>
            <pc:docMk/>
            <pc:sldMk cId="1658221687" sldId="262"/>
            <ac:picMk id="15" creationId="{B6E97298-5471-868E-8AE2-51DB4DAF8F47}"/>
          </ac:picMkLst>
        </pc:picChg>
        <pc:picChg chg="add del mod">
          <ac:chgData name="Muhammad Fikri Hasani" userId="ada500cb4dc7801b" providerId="LiveId" clId="{786255F7-9FE3-486C-982B-B25D274956AF}" dt="2023-11-29T13:14:17.849" v="2045" actId="478"/>
          <ac:picMkLst>
            <pc:docMk/>
            <pc:sldMk cId="1658221687" sldId="262"/>
            <ac:picMk id="18" creationId="{5CF362BE-2625-12B3-A8BB-721E3E699881}"/>
          </ac:picMkLst>
        </pc:picChg>
        <pc:picChg chg="add mod">
          <ac:chgData name="Muhammad Fikri Hasani" userId="ada500cb4dc7801b" providerId="LiveId" clId="{786255F7-9FE3-486C-982B-B25D274956AF}" dt="2023-11-29T13:14:21.844" v="2048" actId="1076"/>
          <ac:picMkLst>
            <pc:docMk/>
            <pc:sldMk cId="1658221687" sldId="262"/>
            <ac:picMk id="20" creationId="{49E8F3EE-133B-D63C-F301-B06654B01562}"/>
          </ac:picMkLst>
        </pc:picChg>
        <pc:inkChg chg="add del">
          <ac:chgData name="Muhammad Fikri Hasani" userId="ada500cb4dc7801b" providerId="LiveId" clId="{786255F7-9FE3-486C-982B-B25D274956AF}" dt="2023-11-29T13:14:29.449" v="2050" actId="9405"/>
          <ac:inkMkLst>
            <pc:docMk/>
            <pc:sldMk cId="1658221687" sldId="262"/>
            <ac:inkMk id="21" creationId="{57FD6B18-06AB-EB6C-5BF8-8EE65B3C3AEC}"/>
          </ac:inkMkLst>
        </pc:inkChg>
        <pc:inkChg chg="add del">
          <ac:chgData name="Muhammad Fikri Hasani" userId="ada500cb4dc7801b" providerId="LiveId" clId="{786255F7-9FE3-486C-982B-B25D274956AF}" dt="2023-11-29T13:14:31.860" v="2052" actId="9405"/>
          <ac:inkMkLst>
            <pc:docMk/>
            <pc:sldMk cId="1658221687" sldId="262"/>
            <ac:inkMk id="22" creationId="{CE99C40E-2A81-C427-1026-30CB06D5FBB8}"/>
          </ac:inkMkLst>
        </pc:inkChg>
        <pc:inkChg chg="add mod">
          <ac:chgData name="Muhammad Fikri Hasani" userId="ada500cb4dc7801b" providerId="LiveId" clId="{786255F7-9FE3-486C-982B-B25D274956AF}" dt="2023-11-29T13:14:37.908" v="2055"/>
          <ac:inkMkLst>
            <pc:docMk/>
            <pc:sldMk cId="1658221687" sldId="262"/>
            <ac:inkMk id="23" creationId="{A85D810D-CAF0-B05B-7C26-82BB2A42F49C}"/>
          </ac:inkMkLst>
        </pc:inkChg>
        <pc:inkChg chg="add mod">
          <ac:chgData name="Muhammad Fikri Hasani" userId="ada500cb4dc7801b" providerId="LiveId" clId="{786255F7-9FE3-486C-982B-B25D274956AF}" dt="2023-11-29T13:14:37.908" v="2055"/>
          <ac:inkMkLst>
            <pc:docMk/>
            <pc:sldMk cId="1658221687" sldId="262"/>
            <ac:inkMk id="24" creationId="{00A175A8-7852-E636-AF74-F8E3B2206E20}"/>
          </ac:inkMkLst>
        </pc:inkChg>
      </pc:sldChg>
      <pc:sldChg chg="addSp modSp new mod">
        <pc:chgData name="Muhammad Fikri Hasani" userId="ada500cb4dc7801b" providerId="LiveId" clId="{786255F7-9FE3-486C-982B-B25D274956AF}" dt="2023-11-29T12:47:06.677" v="1026"/>
        <pc:sldMkLst>
          <pc:docMk/>
          <pc:sldMk cId="3610995723" sldId="263"/>
        </pc:sldMkLst>
        <pc:spChg chg="mod">
          <ac:chgData name="Muhammad Fikri Hasani" userId="ada500cb4dc7801b" providerId="LiveId" clId="{786255F7-9FE3-486C-982B-B25D274956AF}" dt="2023-11-29T12:47:06.677" v="1026"/>
          <ac:spMkLst>
            <pc:docMk/>
            <pc:sldMk cId="3610995723" sldId="263"/>
            <ac:spMk id="2" creationId="{2E081CB8-50C4-23B2-29BA-83460CCA3F0A}"/>
          </ac:spMkLst>
        </pc:spChg>
        <pc:spChg chg="mod">
          <ac:chgData name="Muhammad Fikri Hasani" userId="ada500cb4dc7801b" providerId="LiveId" clId="{786255F7-9FE3-486C-982B-B25D274956AF}" dt="2023-11-29T12:46:48.758" v="1020" actId="20577"/>
          <ac:spMkLst>
            <pc:docMk/>
            <pc:sldMk cId="3610995723" sldId="263"/>
            <ac:spMk id="3" creationId="{39305AB3-471F-0DED-9DBE-1BB271448E68}"/>
          </ac:spMkLst>
        </pc:spChg>
        <pc:picChg chg="add mod">
          <ac:chgData name="Muhammad Fikri Hasani" userId="ada500cb4dc7801b" providerId="LiveId" clId="{786255F7-9FE3-486C-982B-B25D274956AF}" dt="2023-11-29T12:46:57.232" v="1025" actId="1076"/>
          <ac:picMkLst>
            <pc:docMk/>
            <pc:sldMk cId="3610995723" sldId="263"/>
            <ac:picMk id="6" creationId="{9DD8D1F2-A8C9-69C4-0543-35AED080CAF8}"/>
          </ac:picMkLst>
        </pc:picChg>
      </pc:sldChg>
      <pc:sldChg chg="addSp delSp modSp new mod">
        <pc:chgData name="Muhammad Fikri Hasani" userId="ada500cb4dc7801b" providerId="LiveId" clId="{786255F7-9FE3-486C-982B-B25D274956AF}" dt="2023-11-29T13:05:50.008" v="1683" actId="1076"/>
        <pc:sldMkLst>
          <pc:docMk/>
          <pc:sldMk cId="1752434085" sldId="264"/>
        </pc:sldMkLst>
        <pc:spChg chg="mod">
          <ac:chgData name="Muhammad Fikri Hasani" userId="ada500cb4dc7801b" providerId="LiveId" clId="{786255F7-9FE3-486C-982B-B25D274956AF}" dt="2023-11-29T12:56:59.183" v="1537" actId="20577"/>
          <ac:spMkLst>
            <pc:docMk/>
            <pc:sldMk cId="1752434085" sldId="264"/>
            <ac:spMk id="2" creationId="{111891C4-6F8B-93FA-E00C-15C3B72B7C57}"/>
          </ac:spMkLst>
        </pc:spChg>
        <pc:spChg chg="mod">
          <ac:chgData name="Muhammad Fikri Hasani" userId="ada500cb4dc7801b" providerId="LiveId" clId="{786255F7-9FE3-486C-982B-B25D274956AF}" dt="2023-11-29T12:57:03.076" v="1555" actId="20577"/>
          <ac:spMkLst>
            <pc:docMk/>
            <pc:sldMk cId="1752434085" sldId="264"/>
            <ac:spMk id="3" creationId="{DCA302A7-813D-FF04-4636-C7F55CA08FB9}"/>
          </ac:spMkLst>
        </pc:spChg>
        <pc:spChg chg="mod">
          <ac:chgData name="Muhammad Fikri Hasani" userId="ada500cb4dc7801b" providerId="LiveId" clId="{786255F7-9FE3-486C-982B-B25D274956AF}" dt="2023-11-29T13:04:34.047" v="1624"/>
          <ac:spMkLst>
            <pc:docMk/>
            <pc:sldMk cId="1752434085" sldId="264"/>
            <ac:spMk id="4" creationId="{A8761965-8160-5227-FBD0-1F721E169B23}"/>
          </ac:spMkLst>
        </pc:spChg>
        <pc:spChg chg="add del">
          <ac:chgData name="Muhammad Fikri Hasani" userId="ada500cb4dc7801b" providerId="LiveId" clId="{786255F7-9FE3-486C-982B-B25D274956AF}" dt="2023-11-29T13:04:52.501" v="1626" actId="11529"/>
          <ac:spMkLst>
            <pc:docMk/>
            <pc:sldMk cId="1752434085" sldId="264"/>
            <ac:spMk id="7" creationId="{8D0E3579-BE37-9847-80AD-67D48DBDC3E8}"/>
          </ac:spMkLst>
        </pc:spChg>
        <pc:spChg chg="add del mod">
          <ac:chgData name="Muhammad Fikri Hasani" userId="ada500cb4dc7801b" providerId="LiveId" clId="{786255F7-9FE3-486C-982B-B25D274956AF}" dt="2023-11-29T13:05:23.838" v="1641" actId="767"/>
          <ac:spMkLst>
            <pc:docMk/>
            <pc:sldMk cId="1752434085" sldId="264"/>
            <ac:spMk id="19" creationId="{4611D0C3-5FEE-A628-8FCF-A239472F84FB}"/>
          </ac:spMkLst>
        </pc:spChg>
        <pc:spChg chg="add mod">
          <ac:chgData name="Muhammad Fikri Hasani" userId="ada500cb4dc7801b" providerId="LiveId" clId="{786255F7-9FE3-486C-982B-B25D274956AF}" dt="2023-11-29T13:05:50.008" v="1683" actId="1076"/>
          <ac:spMkLst>
            <pc:docMk/>
            <pc:sldMk cId="1752434085" sldId="264"/>
            <ac:spMk id="21" creationId="{01251AB6-4F42-2142-E68C-C0824BD23C16}"/>
          </ac:spMkLst>
        </pc:spChg>
        <pc:grpChg chg="del mod">
          <ac:chgData name="Muhammad Fikri Hasani" userId="ada500cb4dc7801b" providerId="LiveId" clId="{786255F7-9FE3-486C-982B-B25D274956AF}" dt="2023-11-29T13:05:12.852" v="1636"/>
          <ac:grpSpMkLst>
            <pc:docMk/>
            <pc:sldMk cId="1752434085" sldId="264"/>
            <ac:grpSpMk id="13" creationId="{3BCE5709-7131-30A5-099F-6F5A2BDBAA85}"/>
          </ac:grpSpMkLst>
        </pc:grpChg>
        <pc:grpChg chg="del mod">
          <ac:chgData name="Muhammad Fikri Hasani" userId="ada500cb4dc7801b" providerId="LiveId" clId="{786255F7-9FE3-486C-982B-B25D274956AF}" dt="2023-11-29T13:05:14.709" v="1638"/>
          <ac:grpSpMkLst>
            <pc:docMk/>
            <pc:sldMk cId="1752434085" sldId="264"/>
            <ac:grpSpMk id="15" creationId="{31C182FD-911A-4E17-DDB6-BBD524491E85}"/>
          </ac:grpSpMkLst>
        </pc:grpChg>
        <pc:grpChg chg="mod">
          <ac:chgData name="Muhammad Fikri Hasani" userId="ada500cb4dc7801b" providerId="LiveId" clId="{786255F7-9FE3-486C-982B-B25D274956AF}" dt="2023-11-29T13:05:14.709" v="1638"/>
          <ac:grpSpMkLst>
            <pc:docMk/>
            <pc:sldMk cId="1752434085" sldId="264"/>
            <ac:grpSpMk id="17" creationId="{71BF1BEC-2299-41D7-5C9E-453121ACFA36}"/>
          </ac:grpSpMkLst>
        </pc:grpChg>
        <pc:picChg chg="add mod">
          <ac:chgData name="Muhammad Fikri Hasani" userId="ada500cb4dc7801b" providerId="LiveId" clId="{786255F7-9FE3-486C-982B-B25D274956AF}" dt="2023-11-29T12:59:48.033" v="1575" actId="14100"/>
          <ac:picMkLst>
            <pc:docMk/>
            <pc:sldMk cId="1752434085" sldId="264"/>
            <ac:picMk id="6" creationId="{D6889F89-87C5-F70B-3D6A-48333304389D}"/>
          </ac:picMkLst>
        </pc:picChg>
        <pc:inkChg chg="add">
          <ac:chgData name="Muhammad Fikri Hasani" userId="ada500cb4dc7801b" providerId="LiveId" clId="{786255F7-9FE3-486C-982B-B25D274956AF}" dt="2023-11-29T13:05:00.885" v="1627" actId="9405"/>
          <ac:inkMkLst>
            <pc:docMk/>
            <pc:sldMk cId="1752434085" sldId="264"/>
            <ac:inkMk id="8" creationId="{0CA4106B-EF93-EB6B-1277-A7C0C460851C}"/>
          </ac:inkMkLst>
        </pc:inkChg>
        <pc:inkChg chg="add del">
          <ac:chgData name="Muhammad Fikri Hasani" userId="ada500cb4dc7801b" providerId="LiveId" clId="{786255F7-9FE3-486C-982B-B25D274956AF}" dt="2023-11-29T13:05:03.334" v="1629" actId="9405"/>
          <ac:inkMkLst>
            <pc:docMk/>
            <pc:sldMk cId="1752434085" sldId="264"/>
            <ac:inkMk id="9" creationId="{57B66E97-ADD0-E2A6-8ECE-169FC1BC45F9}"/>
          </ac:inkMkLst>
        </pc:inkChg>
        <pc:inkChg chg="add del">
          <ac:chgData name="Muhammad Fikri Hasani" userId="ada500cb4dc7801b" providerId="LiveId" clId="{786255F7-9FE3-486C-982B-B25D274956AF}" dt="2023-11-29T13:05:05.321" v="1631" actId="9405"/>
          <ac:inkMkLst>
            <pc:docMk/>
            <pc:sldMk cId="1752434085" sldId="264"/>
            <ac:inkMk id="10" creationId="{2C560CBD-E366-033E-6ECF-81A9AF0CBF7E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1" creationId="{5C2FAC98-5779-37E5-468B-19846777226C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2" creationId="{ECB2CF73-8728-0F86-9848-B97FD7608FD2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4" creationId="{E3E0F1AF-3630-1130-A1F0-8483E12283D3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6" creationId="{3B47D37D-AC35-8666-F9CF-8E542CB8DFFE}"/>
          </ac:inkMkLst>
        </pc:inkChg>
        <pc:inkChg chg="add del">
          <ac:chgData name="Muhammad Fikri Hasani" userId="ada500cb4dc7801b" providerId="LiveId" clId="{786255F7-9FE3-486C-982B-B25D274956AF}" dt="2023-11-29T13:05:24.195" v="1642" actId="9405"/>
          <ac:inkMkLst>
            <pc:docMk/>
            <pc:sldMk cId="1752434085" sldId="264"/>
            <ac:inkMk id="18" creationId="{918EEAD0-C791-3433-1CEF-0BF39DE51212}"/>
          </ac:inkMkLst>
        </pc:inkChg>
        <pc:inkChg chg="add">
          <ac:chgData name="Muhammad Fikri Hasani" userId="ada500cb4dc7801b" providerId="LiveId" clId="{786255F7-9FE3-486C-982B-B25D274956AF}" dt="2023-11-29T13:05:32.563" v="1643" actId="9405"/>
          <ac:inkMkLst>
            <pc:docMk/>
            <pc:sldMk cId="1752434085" sldId="264"/>
            <ac:inkMk id="20" creationId="{F5281FDD-0411-8A12-D22B-699F3CB20527}"/>
          </ac:inkMkLst>
        </pc:inkChg>
      </pc:sldChg>
      <pc:sldChg chg="addSp delSp modSp new mod">
        <pc:chgData name="Muhammad Fikri Hasani" userId="ada500cb4dc7801b" providerId="LiveId" clId="{786255F7-9FE3-486C-982B-B25D274956AF}" dt="2023-11-29T14:46:52.783" v="5349" actId="1076"/>
        <pc:sldMkLst>
          <pc:docMk/>
          <pc:sldMk cId="727080427" sldId="265"/>
        </pc:sldMkLst>
        <pc:spChg chg="mod">
          <ac:chgData name="Muhammad Fikri Hasani" userId="ada500cb4dc7801b" providerId="LiveId" clId="{786255F7-9FE3-486C-982B-B25D274956AF}" dt="2023-11-29T13:15:29.144" v="2161" actId="27636"/>
          <ac:spMkLst>
            <pc:docMk/>
            <pc:sldMk cId="727080427" sldId="265"/>
            <ac:spMk id="2" creationId="{C3843C9D-BC44-CF0A-DB33-90C11E38DB76}"/>
          </ac:spMkLst>
        </pc:spChg>
        <pc:spChg chg="mod">
          <ac:chgData name="Muhammad Fikri Hasani" userId="ada500cb4dc7801b" providerId="LiveId" clId="{786255F7-9FE3-486C-982B-B25D274956AF}" dt="2023-11-29T13:22:43.286" v="2290" actId="20577"/>
          <ac:spMkLst>
            <pc:docMk/>
            <pc:sldMk cId="727080427" sldId="265"/>
            <ac:spMk id="3" creationId="{B1CA18BA-6D77-9C5A-EB4B-E51979328936}"/>
          </ac:spMkLst>
        </pc:spChg>
        <pc:spChg chg="del">
          <ac:chgData name="Muhammad Fikri Hasani" userId="ada500cb4dc7801b" providerId="LiveId" clId="{786255F7-9FE3-486C-982B-B25D274956AF}" dt="2023-11-29T13:16:46.124" v="2182" actId="22"/>
          <ac:spMkLst>
            <pc:docMk/>
            <pc:sldMk cId="727080427" sldId="265"/>
            <ac:spMk id="4" creationId="{3600DBAA-796A-8A67-3AF3-5412ABBA6026}"/>
          </ac:spMkLst>
        </pc:spChg>
        <pc:spChg chg="add mod">
          <ac:chgData name="Muhammad Fikri Hasani" userId="ada500cb4dc7801b" providerId="LiveId" clId="{786255F7-9FE3-486C-982B-B25D274956AF}" dt="2023-11-29T14:46:49.672" v="5348" actId="20577"/>
          <ac:spMkLst>
            <pc:docMk/>
            <pc:sldMk cId="727080427" sldId="265"/>
            <ac:spMk id="7" creationId="{8FD0EA13-DB28-A175-348E-5E336CB441AF}"/>
          </ac:spMkLst>
        </pc:spChg>
        <pc:picChg chg="add mod ord">
          <ac:chgData name="Muhammad Fikri Hasani" userId="ada500cb4dc7801b" providerId="LiveId" clId="{786255F7-9FE3-486C-982B-B25D274956AF}" dt="2023-11-29T14:46:52.783" v="5349" actId="1076"/>
          <ac:picMkLst>
            <pc:docMk/>
            <pc:sldMk cId="727080427" sldId="265"/>
            <ac:picMk id="6" creationId="{A727E76C-D9F7-09DD-08C8-A5C91C078614}"/>
          </ac:picMkLst>
        </pc:picChg>
      </pc:sldChg>
      <pc:sldChg chg="addSp modSp new mod">
        <pc:chgData name="Muhammad Fikri Hasani" userId="ada500cb4dc7801b" providerId="LiveId" clId="{786255F7-9FE3-486C-982B-B25D274956AF}" dt="2023-11-29T13:20:43.131" v="2287" actId="14100"/>
        <pc:sldMkLst>
          <pc:docMk/>
          <pc:sldMk cId="3742849252" sldId="266"/>
        </pc:sldMkLst>
        <pc:spChg chg="mod">
          <ac:chgData name="Muhammad Fikri Hasani" userId="ada500cb4dc7801b" providerId="LiveId" clId="{786255F7-9FE3-486C-982B-B25D274956AF}" dt="2023-11-29T13:17:31.297" v="2230" actId="20577"/>
          <ac:spMkLst>
            <pc:docMk/>
            <pc:sldMk cId="3742849252" sldId="266"/>
            <ac:spMk id="2" creationId="{6CF8DE37-83AA-CE6A-9877-F82DA0EC1AEE}"/>
          </ac:spMkLst>
        </pc:spChg>
        <pc:spChg chg="mod">
          <ac:chgData name="Muhammad Fikri Hasani" userId="ada500cb4dc7801b" providerId="LiveId" clId="{786255F7-9FE3-486C-982B-B25D274956AF}" dt="2023-11-29T13:17:34.750" v="2249" actId="20577"/>
          <ac:spMkLst>
            <pc:docMk/>
            <pc:sldMk cId="3742849252" sldId="266"/>
            <ac:spMk id="3" creationId="{05DA87AA-0D66-10CD-923B-6A6CA531D634}"/>
          </ac:spMkLst>
        </pc:spChg>
        <pc:spChg chg="mod">
          <ac:chgData name="Muhammad Fikri Hasani" userId="ada500cb4dc7801b" providerId="LiveId" clId="{786255F7-9FE3-486C-982B-B25D274956AF}" dt="2023-11-29T13:20:25.908" v="2281" actId="20577"/>
          <ac:spMkLst>
            <pc:docMk/>
            <pc:sldMk cId="3742849252" sldId="266"/>
            <ac:spMk id="4" creationId="{521FF051-92D5-E28B-6E49-B3B16D07A5B5}"/>
          </ac:spMkLst>
        </pc:spChg>
        <pc:picChg chg="add mod">
          <ac:chgData name="Muhammad Fikri Hasani" userId="ada500cb4dc7801b" providerId="LiveId" clId="{786255F7-9FE3-486C-982B-B25D274956AF}" dt="2023-11-29T13:19:42.313" v="2263" actId="1076"/>
          <ac:picMkLst>
            <pc:docMk/>
            <pc:sldMk cId="3742849252" sldId="266"/>
            <ac:picMk id="6" creationId="{CCD4303F-D79C-939F-3142-6A4636EDFDD7}"/>
          </ac:picMkLst>
        </pc:picChg>
        <pc:picChg chg="add mod">
          <ac:chgData name="Muhammad Fikri Hasani" userId="ada500cb4dc7801b" providerId="LiveId" clId="{786255F7-9FE3-486C-982B-B25D274956AF}" dt="2023-11-29T13:20:43.131" v="2287" actId="14100"/>
          <ac:picMkLst>
            <pc:docMk/>
            <pc:sldMk cId="3742849252" sldId="266"/>
            <ac:picMk id="8" creationId="{49ADA655-C8E0-A16D-3BFF-A933672F68BF}"/>
          </ac:picMkLst>
        </pc:picChg>
      </pc:sldChg>
      <pc:sldChg chg="addSp modSp new mod">
        <pc:chgData name="Muhammad Fikri Hasani" userId="ada500cb4dc7801b" providerId="LiveId" clId="{786255F7-9FE3-486C-982B-B25D274956AF}" dt="2023-11-29T14:29:16.865" v="3932" actId="1076"/>
        <pc:sldMkLst>
          <pc:docMk/>
          <pc:sldMk cId="210008908" sldId="267"/>
        </pc:sldMkLst>
        <pc:spChg chg="mod">
          <ac:chgData name="Muhammad Fikri Hasani" userId="ada500cb4dc7801b" providerId="LiveId" clId="{786255F7-9FE3-486C-982B-B25D274956AF}" dt="2023-11-29T13:22:59.768" v="2341" actId="27636"/>
          <ac:spMkLst>
            <pc:docMk/>
            <pc:sldMk cId="210008908" sldId="267"/>
            <ac:spMk id="2" creationId="{E1C195F5-25F9-E3A8-E8B3-51356152509F}"/>
          </ac:spMkLst>
        </pc:spChg>
        <pc:spChg chg="mod">
          <ac:chgData name="Muhammad Fikri Hasani" userId="ada500cb4dc7801b" providerId="LiveId" clId="{786255F7-9FE3-486C-982B-B25D274956AF}" dt="2023-11-29T13:22:55.043" v="2339" actId="20577"/>
          <ac:spMkLst>
            <pc:docMk/>
            <pc:sldMk cId="210008908" sldId="267"/>
            <ac:spMk id="3" creationId="{5E3FE6E7-9888-9C6C-83E3-562C743AA2E4}"/>
          </ac:spMkLst>
        </pc:spChg>
        <pc:spChg chg="mod">
          <ac:chgData name="Muhammad Fikri Hasani" userId="ada500cb4dc7801b" providerId="LiveId" clId="{786255F7-9FE3-486C-982B-B25D274956AF}" dt="2023-11-29T14:28:15.552" v="3895" actId="1076"/>
          <ac:spMkLst>
            <pc:docMk/>
            <pc:sldMk cId="210008908" sldId="267"/>
            <ac:spMk id="4" creationId="{D7B01E9C-2DEF-9CC7-04D0-96E4F1ED64B9}"/>
          </ac:spMkLst>
        </pc:spChg>
        <pc:spChg chg="add mod">
          <ac:chgData name="Muhammad Fikri Hasani" userId="ada500cb4dc7801b" providerId="LiveId" clId="{786255F7-9FE3-486C-982B-B25D274956AF}" dt="2023-11-29T14:28:58.517" v="3919" actId="1076"/>
          <ac:spMkLst>
            <pc:docMk/>
            <pc:sldMk cId="210008908" sldId="267"/>
            <ac:spMk id="11" creationId="{B87BF09A-62C9-4BFD-44B5-6FEF0B15EFCF}"/>
          </ac:spMkLst>
        </pc:spChg>
        <pc:spChg chg="add mod">
          <ac:chgData name="Muhammad Fikri Hasani" userId="ada500cb4dc7801b" providerId="LiveId" clId="{786255F7-9FE3-486C-982B-B25D274956AF}" dt="2023-11-29T14:29:08.663" v="3931" actId="20577"/>
          <ac:spMkLst>
            <pc:docMk/>
            <pc:sldMk cId="210008908" sldId="267"/>
            <ac:spMk id="12" creationId="{3C08D34C-B2BF-DA56-E986-1F5A31696A73}"/>
          </ac:spMkLst>
        </pc:spChg>
        <pc:picChg chg="add mod">
          <ac:chgData name="Muhammad Fikri Hasani" userId="ada500cb4dc7801b" providerId="LiveId" clId="{786255F7-9FE3-486C-982B-B25D274956AF}" dt="2023-11-29T14:28:17.276" v="3896" actId="1076"/>
          <ac:picMkLst>
            <pc:docMk/>
            <pc:sldMk cId="210008908" sldId="267"/>
            <ac:picMk id="6" creationId="{6C130787-9024-AC28-5887-A9681F387B05}"/>
          </ac:picMkLst>
        </pc:picChg>
        <pc:picChg chg="add mod">
          <ac:chgData name="Muhammad Fikri Hasani" userId="ada500cb4dc7801b" providerId="LiveId" clId="{786255F7-9FE3-486C-982B-B25D274956AF}" dt="2023-11-29T14:29:16.865" v="3932" actId="1076"/>
          <ac:picMkLst>
            <pc:docMk/>
            <pc:sldMk cId="210008908" sldId="267"/>
            <ac:picMk id="8" creationId="{B46CE81A-961A-C8BD-BE0B-8B38C0B9638A}"/>
          </ac:picMkLst>
        </pc:picChg>
        <pc:picChg chg="add mod">
          <ac:chgData name="Muhammad Fikri Hasani" userId="ada500cb4dc7801b" providerId="LiveId" clId="{786255F7-9FE3-486C-982B-B25D274956AF}" dt="2023-11-29T14:28:43.944" v="3899" actId="1076"/>
          <ac:picMkLst>
            <pc:docMk/>
            <pc:sldMk cId="210008908" sldId="267"/>
            <ac:picMk id="10" creationId="{8E4FFAF3-AB5D-E523-345B-F19FCAA4FC79}"/>
          </ac:picMkLst>
        </pc:picChg>
      </pc:sldChg>
      <pc:sldChg chg="addSp modSp new mod">
        <pc:chgData name="Muhammad Fikri Hasani" userId="ada500cb4dc7801b" providerId="LiveId" clId="{786255F7-9FE3-486C-982B-B25D274956AF}" dt="2023-11-29T14:34:07.185" v="4050" actId="1076"/>
        <pc:sldMkLst>
          <pc:docMk/>
          <pc:sldMk cId="4106888810" sldId="268"/>
        </pc:sldMkLst>
        <pc:spChg chg="mod">
          <ac:chgData name="Muhammad Fikri Hasani" userId="ada500cb4dc7801b" providerId="LiveId" clId="{786255F7-9FE3-486C-982B-B25D274956AF}" dt="2023-11-29T13:50:04.559" v="2681" actId="20577"/>
          <ac:spMkLst>
            <pc:docMk/>
            <pc:sldMk cId="4106888810" sldId="268"/>
            <ac:spMk id="2" creationId="{6E9F672B-DCEC-09A5-49AB-52E82A7479D3}"/>
          </ac:spMkLst>
        </pc:spChg>
        <pc:spChg chg="mod">
          <ac:chgData name="Muhammad Fikri Hasani" userId="ada500cb4dc7801b" providerId="LiveId" clId="{786255F7-9FE3-486C-982B-B25D274956AF}" dt="2023-11-29T13:50:13.821" v="2720" actId="20577"/>
          <ac:spMkLst>
            <pc:docMk/>
            <pc:sldMk cId="4106888810" sldId="268"/>
            <ac:spMk id="3" creationId="{003F8A09-0499-0955-8832-5C315C7C3C62}"/>
          </ac:spMkLst>
        </pc:spChg>
        <pc:spChg chg="mod">
          <ac:chgData name="Muhammad Fikri Hasani" userId="ada500cb4dc7801b" providerId="LiveId" clId="{786255F7-9FE3-486C-982B-B25D274956AF}" dt="2023-11-29T14:34:04.219" v="4049" actId="27636"/>
          <ac:spMkLst>
            <pc:docMk/>
            <pc:sldMk cId="4106888810" sldId="268"/>
            <ac:spMk id="4" creationId="{833922DC-0FE2-ED89-AB17-D2E683C23E39}"/>
          </ac:spMkLst>
        </pc:spChg>
        <pc:picChg chg="add mod">
          <ac:chgData name="Muhammad Fikri Hasani" userId="ada500cb4dc7801b" providerId="LiveId" clId="{786255F7-9FE3-486C-982B-B25D274956AF}" dt="2023-11-29T14:34:07.185" v="4050" actId="1076"/>
          <ac:picMkLst>
            <pc:docMk/>
            <pc:sldMk cId="4106888810" sldId="268"/>
            <ac:picMk id="6" creationId="{802DA29E-25FA-EF51-9A2A-3DE86D524FF3}"/>
          </ac:picMkLst>
        </pc:picChg>
      </pc:sldChg>
      <pc:sldChg chg="modSp new del mod">
        <pc:chgData name="Muhammad Fikri Hasani" userId="ada500cb4dc7801b" providerId="LiveId" clId="{786255F7-9FE3-486C-982B-B25D274956AF}" dt="2023-11-29T14:45:42.140" v="5136" actId="47"/>
        <pc:sldMkLst>
          <pc:docMk/>
          <pc:sldMk cId="780295994" sldId="269"/>
        </pc:sldMkLst>
        <pc:spChg chg="mod">
          <ac:chgData name="Muhammad Fikri Hasani" userId="ada500cb4dc7801b" providerId="LiveId" clId="{786255F7-9FE3-486C-982B-B25D274956AF}" dt="2023-11-29T13:47:27.438" v="2526" actId="20577"/>
          <ac:spMkLst>
            <pc:docMk/>
            <pc:sldMk cId="780295994" sldId="269"/>
            <ac:spMk id="2" creationId="{0810282C-977E-2457-83E8-2CCA52C4237E}"/>
          </ac:spMkLst>
        </pc:spChg>
        <pc:spChg chg="mod">
          <ac:chgData name="Muhammad Fikri Hasani" userId="ada500cb4dc7801b" providerId="LiveId" clId="{786255F7-9FE3-486C-982B-B25D274956AF}" dt="2023-11-29T13:47:34.067" v="2562" actId="20577"/>
          <ac:spMkLst>
            <pc:docMk/>
            <pc:sldMk cId="780295994" sldId="269"/>
            <ac:spMk id="3" creationId="{7FB25C54-E260-16C7-CBC3-5736B7D8669E}"/>
          </ac:spMkLst>
        </pc:spChg>
      </pc:sldChg>
      <pc:sldChg chg="addSp delSp modSp new mod">
        <pc:chgData name="Muhammad Fikri Hasani" userId="ada500cb4dc7801b" providerId="LiveId" clId="{786255F7-9FE3-486C-982B-B25D274956AF}" dt="2023-11-29T14:34:27.443" v="4053" actId="20577"/>
        <pc:sldMkLst>
          <pc:docMk/>
          <pc:sldMk cId="3484259326" sldId="270"/>
        </pc:sldMkLst>
        <pc:spChg chg="mod">
          <ac:chgData name="Muhammad Fikri Hasani" userId="ada500cb4dc7801b" providerId="LiveId" clId="{786255F7-9FE3-486C-982B-B25D274956AF}" dt="2023-11-29T13:50:23.670" v="2755" actId="20577"/>
          <ac:spMkLst>
            <pc:docMk/>
            <pc:sldMk cId="3484259326" sldId="270"/>
            <ac:spMk id="2" creationId="{F082800A-FE45-B0BC-EC0B-B623A0393002}"/>
          </ac:spMkLst>
        </pc:spChg>
        <pc:spChg chg="mod">
          <ac:chgData name="Muhammad Fikri Hasani" userId="ada500cb4dc7801b" providerId="LiveId" clId="{786255F7-9FE3-486C-982B-B25D274956AF}" dt="2023-11-29T14:34:27.443" v="4053" actId="20577"/>
          <ac:spMkLst>
            <pc:docMk/>
            <pc:sldMk cId="3484259326" sldId="270"/>
            <ac:spMk id="3" creationId="{C63304B2-FCF8-5369-77FA-EE01FCFCE4B2}"/>
          </ac:spMkLst>
        </pc:spChg>
        <pc:spChg chg="add del mod">
          <ac:chgData name="Muhammad Fikri Hasani" userId="ada500cb4dc7801b" providerId="LiveId" clId="{786255F7-9FE3-486C-982B-B25D274956AF}" dt="2023-11-29T14:33:40.431" v="4044" actId="5793"/>
          <ac:spMkLst>
            <pc:docMk/>
            <pc:sldMk cId="3484259326" sldId="270"/>
            <ac:spMk id="4" creationId="{52A91B6E-9845-8AEF-8645-1E8AA5A8E40F}"/>
          </ac:spMkLst>
        </pc:spChg>
        <pc:picChg chg="add del mod ord">
          <ac:chgData name="Muhammad Fikri Hasani" userId="ada500cb4dc7801b" providerId="LiveId" clId="{786255F7-9FE3-486C-982B-B25D274956AF}" dt="2023-11-29T14:31:26.894" v="3955" actId="22"/>
          <ac:picMkLst>
            <pc:docMk/>
            <pc:sldMk cId="3484259326" sldId="270"/>
            <ac:picMk id="6" creationId="{C0B4374B-C273-B623-01B0-6A996BDC9349}"/>
          </ac:picMkLst>
        </pc:picChg>
        <pc:picChg chg="add del">
          <ac:chgData name="Muhammad Fikri Hasani" userId="ada500cb4dc7801b" providerId="LiveId" clId="{786255F7-9FE3-486C-982B-B25D274956AF}" dt="2023-11-29T14:31:36.078" v="3987" actId="22"/>
          <ac:picMkLst>
            <pc:docMk/>
            <pc:sldMk cId="3484259326" sldId="270"/>
            <ac:picMk id="8" creationId="{5CA8B493-078E-4204-ACFE-58EC0830081A}"/>
          </ac:picMkLst>
        </pc:picChg>
        <pc:picChg chg="add mod">
          <ac:chgData name="Muhammad Fikri Hasani" userId="ada500cb4dc7801b" providerId="LiveId" clId="{786255F7-9FE3-486C-982B-B25D274956AF}" dt="2023-11-29T14:31:48.217" v="3993" actId="1076"/>
          <ac:picMkLst>
            <pc:docMk/>
            <pc:sldMk cId="3484259326" sldId="270"/>
            <ac:picMk id="10" creationId="{9DC8B493-FAA5-1E5B-E3D9-76E1BC46C41F}"/>
          </ac:picMkLst>
        </pc:picChg>
        <pc:picChg chg="add mod">
          <ac:chgData name="Muhammad Fikri Hasani" userId="ada500cb4dc7801b" providerId="LiveId" clId="{786255F7-9FE3-486C-982B-B25D274956AF}" dt="2023-11-29T14:33:21.603" v="4029" actId="14100"/>
          <ac:picMkLst>
            <pc:docMk/>
            <pc:sldMk cId="3484259326" sldId="270"/>
            <ac:picMk id="12" creationId="{9CBA2D5B-C9B4-678F-5A32-D21363B90EE8}"/>
          </ac:picMkLst>
        </pc:picChg>
      </pc:sldChg>
      <pc:sldChg chg="addSp modSp new mod">
        <pc:chgData name="Muhammad Fikri Hasani" userId="ada500cb4dc7801b" providerId="LiveId" clId="{786255F7-9FE3-486C-982B-B25D274956AF}" dt="2023-11-29T14:50:46.588" v="5597" actId="20577"/>
        <pc:sldMkLst>
          <pc:docMk/>
          <pc:sldMk cId="1821762966" sldId="271"/>
        </pc:sldMkLst>
        <pc:spChg chg="mod">
          <ac:chgData name="Muhammad Fikri Hasani" userId="ada500cb4dc7801b" providerId="LiveId" clId="{786255F7-9FE3-486C-982B-B25D274956AF}" dt="2023-11-29T13:50:49.374" v="2840" actId="20577"/>
          <ac:spMkLst>
            <pc:docMk/>
            <pc:sldMk cId="1821762966" sldId="271"/>
            <ac:spMk id="2" creationId="{C5DF6C1F-5768-665F-7C49-ED656CE32E1C}"/>
          </ac:spMkLst>
        </pc:spChg>
        <pc:spChg chg="mod">
          <ac:chgData name="Muhammad Fikri Hasani" userId="ada500cb4dc7801b" providerId="LiveId" clId="{786255F7-9FE3-486C-982B-B25D274956AF}" dt="2023-11-29T13:50:53.348" v="2858" actId="20577"/>
          <ac:spMkLst>
            <pc:docMk/>
            <pc:sldMk cId="1821762966" sldId="271"/>
            <ac:spMk id="3" creationId="{4CAFF0D6-7C4A-15BF-F2FD-7A76DE893827}"/>
          </ac:spMkLst>
        </pc:spChg>
        <pc:spChg chg="mod">
          <ac:chgData name="Muhammad Fikri Hasani" userId="ada500cb4dc7801b" providerId="LiveId" clId="{786255F7-9FE3-486C-982B-B25D274956AF}" dt="2023-11-29T14:50:46.588" v="5597" actId="20577"/>
          <ac:spMkLst>
            <pc:docMk/>
            <pc:sldMk cId="1821762966" sldId="271"/>
            <ac:spMk id="4" creationId="{DF057DF2-690D-0F91-F661-AAB5867E5298}"/>
          </ac:spMkLst>
        </pc:spChg>
        <pc:spChg chg="add mod">
          <ac:chgData name="Muhammad Fikri Hasani" userId="ada500cb4dc7801b" providerId="LiveId" clId="{786255F7-9FE3-486C-982B-B25D274956AF}" dt="2023-11-29T14:26:38.565" v="3887" actId="1076"/>
          <ac:spMkLst>
            <pc:docMk/>
            <pc:sldMk cId="1821762966" sldId="271"/>
            <ac:spMk id="7" creationId="{1DEB121D-F371-F33D-6CED-A095D7CBC7B4}"/>
          </ac:spMkLst>
        </pc:spChg>
        <pc:spChg chg="add mod">
          <ac:chgData name="Muhammad Fikri Hasani" userId="ada500cb4dc7801b" providerId="LiveId" clId="{786255F7-9FE3-486C-982B-B25D274956AF}" dt="2023-11-29T14:26:45.788" v="3889" actId="1076"/>
          <ac:spMkLst>
            <pc:docMk/>
            <pc:sldMk cId="1821762966" sldId="271"/>
            <ac:spMk id="10" creationId="{04F61632-E646-FDFD-1819-2B45BBA36820}"/>
          </ac:spMkLst>
        </pc:spChg>
        <pc:spChg chg="add mod">
          <ac:chgData name="Muhammad Fikri Hasani" userId="ada500cb4dc7801b" providerId="LiveId" clId="{786255F7-9FE3-486C-982B-B25D274956AF}" dt="2023-11-29T14:26:51.177" v="3890" actId="1076"/>
          <ac:spMkLst>
            <pc:docMk/>
            <pc:sldMk cId="1821762966" sldId="271"/>
            <ac:spMk id="11" creationId="{43FCFE98-50C5-E33D-FCD3-128AAF6C5A80}"/>
          </ac:spMkLst>
        </pc:spChg>
        <pc:picChg chg="add mod">
          <ac:chgData name="Muhammad Fikri Hasani" userId="ada500cb4dc7801b" providerId="LiveId" clId="{786255F7-9FE3-486C-982B-B25D274956AF}" dt="2023-11-29T14:26:34.486" v="3886" actId="1076"/>
          <ac:picMkLst>
            <pc:docMk/>
            <pc:sldMk cId="1821762966" sldId="271"/>
            <ac:picMk id="6" creationId="{EFC21AA6-3F3A-2E1C-0E20-C18035B288DB}"/>
          </ac:picMkLst>
        </pc:picChg>
        <pc:picChg chg="add mod">
          <ac:chgData name="Muhammad Fikri Hasani" userId="ada500cb4dc7801b" providerId="LiveId" clId="{786255F7-9FE3-486C-982B-B25D274956AF}" dt="2023-11-29T14:26:40.841" v="3888" actId="1076"/>
          <ac:picMkLst>
            <pc:docMk/>
            <pc:sldMk cId="1821762966" sldId="271"/>
            <ac:picMk id="9" creationId="{A97AAF9E-2764-D122-AEFC-C4129AD476B3}"/>
          </ac:picMkLst>
        </pc:picChg>
        <pc:picChg chg="add mod">
          <ac:chgData name="Muhammad Fikri Hasani" userId="ada500cb4dc7801b" providerId="LiveId" clId="{786255F7-9FE3-486C-982B-B25D274956AF}" dt="2023-11-29T14:26:31.741" v="3885" actId="1076"/>
          <ac:picMkLst>
            <pc:docMk/>
            <pc:sldMk cId="1821762966" sldId="271"/>
            <ac:picMk id="13" creationId="{B7F7237C-C06B-BA5D-FE27-A964170D8521}"/>
          </ac:picMkLst>
        </pc:picChg>
      </pc:sldChg>
      <pc:sldChg chg="addSp modSp new mod ord">
        <pc:chgData name="Muhammad Fikri Hasani" userId="ada500cb4dc7801b" providerId="LiveId" clId="{786255F7-9FE3-486C-982B-B25D274956AF}" dt="2023-11-29T14:11:25.125" v="3209" actId="14100"/>
        <pc:sldMkLst>
          <pc:docMk/>
          <pc:sldMk cId="2873969985" sldId="272"/>
        </pc:sldMkLst>
        <pc:spChg chg="mod">
          <ac:chgData name="Muhammad Fikri Hasani" userId="ada500cb4dc7801b" providerId="LiveId" clId="{786255F7-9FE3-486C-982B-B25D274956AF}" dt="2023-11-29T13:53:22.290" v="2918" actId="20577"/>
          <ac:spMkLst>
            <pc:docMk/>
            <pc:sldMk cId="2873969985" sldId="272"/>
            <ac:spMk id="2" creationId="{C391A12E-705B-4339-AA28-73422D58E7B9}"/>
          </ac:spMkLst>
        </pc:spChg>
        <pc:spChg chg="mod">
          <ac:chgData name="Muhammad Fikri Hasani" userId="ada500cb4dc7801b" providerId="LiveId" clId="{786255F7-9FE3-486C-982B-B25D274956AF}" dt="2023-11-29T13:53:17.339" v="2884"/>
          <ac:spMkLst>
            <pc:docMk/>
            <pc:sldMk cId="2873969985" sldId="272"/>
            <ac:spMk id="3" creationId="{BDC6556D-8F85-99C1-BC3A-2E378DC8D7E7}"/>
          </ac:spMkLst>
        </pc:spChg>
        <pc:spChg chg="mod">
          <ac:chgData name="Muhammad Fikri Hasani" userId="ada500cb4dc7801b" providerId="LiveId" clId="{786255F7-9FE3-486C-982B-B25D274956AF}" dt="2023-11-29T14:09:28.484" v="3154" actId="1076"/>
          <ac:spMkLst>
            <pc:docMk/>
            <pc:sldMk cId="2873969985" sldId="272"/>
            <ac:spMk id="4" creationId="{A519C9E7-F2C5-9E36-A34C-D043026E2B7A}"/>
          </ac:spMkLst>
        </pc:spChg>
        <pc:spChg chg="add mod">
          <ac:chgData name="Muhammad Fikri Hasani" userId="ada500cb4dc7801b" providerId="LiveId" clId="{786255F7-9FE3-486C-982B-B25D274956AF}" dt="2023-11-29T14:11:14.883" v="3203" actId="1076"/>
          <ac:spMkLst>
            <pc:docMk/>
            <pc:sldMk cId="2873969985" sldId="272"/>
            <ac:spMk id="11" creationId="{D8004CD9-2B8C-654A-1862-34D9E6DD4BE2}"/>
          </ac:spMkLst>
        </pc:spChg>
        <pc:spChg chg="add mod">
          <ac:chgData name="Muhammad Fikri Hasani" userId="ada500cb4dc7801b" providerId="LiveId" clId="{786255F7-9FE3-486C-982B-B25D274956AF}" dt="2023-11-29T14:10:05.741" v="3197" actId="20577"/>
          <ac:spMkLst>
            <pc:docMk/>
            <pc:sldMk cId="2873969985" sldId="272"/>
            <ac:spMk id="12" creationId="{43998B5D-8BEF-978E-5F7A-61C9326225C8}"/>
          </ac:spMkLst>
        </pc:spChg>
        <pc:picChg chg="add mod">
          <ac:chgData name="Muhammad Fikri Hasani" userId="ada500cb4dc7801b" providerId="LiveId" clId="{786255F7-9FE3-486C-982B-B25D274956AF}" dt="2023-11-29T14:11:18.984" v="3205" actId="1076"/>
          <ac:picMkLst>
            <pc:docMk/>
            <pc:sldMk cId="2873969985" sldId="272"/>
            <ac:picMk id="6" creationId="{F58E104A-ACE1-AE75-704B-6E1676610C0F}"/>
          </ac:picMkLst>
        </pc:picChg>
        <pc:picChg chg="add mod">
          <ac:chgData name="Muhammad Fikri Hasani" userId="ada500cb4dc7801b" providerId="LiveId" clId="{786255F7-9FE3-486C-982B-B25D274956AF}" dt="2023-11-29T14:11:21.787" v="3207" actId="1076"/>
          <ac:picMkLst>
            <pc:docMk/>
            <pc:sldMk cId="2873969985" sldId="272"/>
            <ac:picMk id="8" creationId="{DD2719CF-CBC3-DE3E-5C83-CEB797C3A546}"/>
          </ac:picMkLst>
        </pc:picChg>
        <pc:picChg chg="add mod">
          <ac:chgData name="Muhammad Fikri Hasani" userId="ada500cb4dc7801b" providerId="LiveId" clId="{786255F7-9FE3-486C-982B-B25D274956AF}" dt="2023-11-29T14:11:25.125" v="3209" actId="14100"/>
          <ac:picMkLst>
            <pc:docMk/>
            <pc:sldMk cId="2873969985" sldId="272"/>
            <ac:picMk id="10" creationId="{E33D92D3-BBF6-6AF7-0EA6-91F629990808}"/>
          </ac:picMkLst>
        </pc:picChg>
        <pc:picChg chg="add mod">
          <ac:chgData name="Muhammad Fikri Hasani" userId="ada500cb4dc7801b" providerId="LiveId" clId="{786255F7-9FE3-486C-982B-B25D274956AF}" dt="2023-11-29T14:11:08.900" v="3202" actId="1076"/>
          <ac:picMkLst>
            <pc:docMk/>
            <pc:sldMk cId="2873969985" sldId="272"/>
            <ac:picMk id="14" creationId="{4CEE1E44-34F0-3286-1697-A002DD6BC3E4}"/>
          </ac:picMkLst>
        </pc:picChg>
      </pc:sldChg>
      <pc:sldChg chg="addSp delSp modSp new mod">
        <pc:chgData name="Muhammad Fikri Hasani" userId="ada500cb4dc7801b" providerId="LiveId" clId="{786255F7-9FE3-486C-982B-B25D274956AF}" dt="2023-11-29T14:15:26.211" v="3349" actId="14100"/>
        <pc:sldMkLst>
          <pc:docMk/>
          <pc:sldMk cId="1117770923" sldId="273"/>
        </pc:sldMkLst>
        <pc:spChg chg="mod">
          <ac:chgData name="Muhammad Fikri Hasani" userId="ada500cb4dc7801b" providerId="LiveId" clId="{786255F7-9FE3-486C-982B-B25D274956AF}" dt="2023-11-29T14:11:48.132" v="3257" actId="20577"/>
          <ac:spMkLst>
            <pc:docMk/>
            <pc:sldMk cId="1117770923" sldId="273"/>
            <ac:spMk id="2" creationId="{0C5A8963-7CCB-28A5-7299-37F723B88351}"/>
          </ac:spMkLst>
        </pc:spChg>
        <pc:spChg chg="mod">
          <ac:chgData name="Muhammad Fikri Hasani" userId="ada500cb4dc7801b" providerId="LiveId" clId="{786255F7-9FE3-486C-982B-B25D274956AF}" dt="2023-11-29T14:11:49.958" v="3264" actId="5793"/>
          <ac:spMkLst>
            <pc:docMk/>
            <pc:sldMk cId="1117770923" sldId="273"/>
            <ac:spMk id="3" creationId="{3C3F785D-75BA-57C2-D92D-7FA0FD9A90C0}"/>
          </ac:spMkLst>
        </pc:spChg>
        <pc:spChg chg="mod">
          <ac:chgData name="Muhammad Fikri Hasani" userId="ada500cb4dc7801b" providerId="LiveId" clId="{786255F7-9FE3-486C-982B-B25D274956AF}" dt="2023-11-29T14:15:19.061" v="3346" actId="1076"/>
          <ac:spMkLst>
            <pc:docMk/>
            <pc:sldMk cId="1117770923" sldId="273"/>
            <ac:spMk id="4" creationId="{0479128A-0B54-B933-959C-B01743403269}"/>
          </ac:spMkLst>
        </pc:spChg>
        <pc:graphicFrameChg chg="add del mod">
          <ac:chgData name="Muhammad Fikri Hasani" userId="ada500cb4dc7801b" providerId="LiveId" clId="{786255F7-9FE3-486C-982B-B25D274956AF}" dt="2023-11-29T14:15:02.776" v="3341"/>
          <ac:graphicFrameMkLst>
            <pc:docMk/>
            <pc:sldMk cId="1117770923" sldId="273"/>
            <ac:graphicFrameMk id="7" creationId="{AF5C3520-756A-8790-A29C-1ACF81DE36A7}"/>
          </ac:graphicFrameMkLst>
        </pc:graphicFrameChg>
        <pc:picChg chg="add mod">
          <ac:chgData name="Muhammad Fikri Hasani" userId="ada500cb4dc7801b" providerId="LiveId" clId="{786255F7-9FE3-486C-982B-B25D274956AF}" dt="2023-11-29T14:15:21.402" v="3347" actId="1076"/>
          <ac:picMkLst>
            <pc:docMk/>
            <pc:sldMk cId="1117770923" sldId="273"/>
            <ac:picMk id="6" creationId="{E12F311E-739E-F20E-52F5-7F4940FDC166}"/>
          </ac:picMkLst>
        </pc:picChg>
        <pc:picChg chg="add mod">
          <ac:chgData name="Muhammad Fikri Hasani" userId="ada500cb4dc7801b" providerId="LiveId" clId="{786255F7-9FE3-486C-982B-B25D274956AF}" dt="2023-11-29T14:15:26.211" v="3349" actId="14100"/>
          <ac:picMkLst>
            <pc:docMk/>
            <pc:sldMk cId="1117770923" sldId="273"/>
            <ac:picMk id="9" creationId="{13ACEF21-6100-6F0D-AEBF-520555E97D4F}"/>
          </ac:picMkLst>
        </pc:picChg>
      </pc:sldChg>
      <pc:sldChg chg="addSp delSp modSp new mod">
        <pc:chgData name="Muhammad Fikri Hasani" userId="ada500cb4dc7801b" providerId="LiveId" clId="{786255F7-9FE3-486C-982B-B25D274956AF}" dt="2023-11-29T14:18:33.936" v="3507" actId="20577"/>
        <pc:sldMkLst>
          <pc:docMk/>
          <pc:sldMk cId="2210744361" sldId="274"/>
        </pc:sldMkLst>
        <pc:spChg chg="mod">
          <ac:chgData name="Muhammad Fikri Hasani" userId="ada500cb4dc7801b" providerId="LiveId" clId="{786255F7-9FE3-486C-982B-B25D274956AF}" dt="2023-11-29T14:15:35.443" v="3352" actId="27636"/>
          <ac:spMkLst>
            <pc:docMk/>
            <pc:sldMk cId="2210744361" sldId="274"/>
            <ac:spMk id="2" creationId="{B019F606-EC18-A8D2-4361-9545A75F06D6}"/>
          </ac:spMkLst>
        </pc:spChg>
        <pc:spChg chg="mod">
          <ac:chgData name="Muhammad Fikri Hasani" userId="ada500cb4dc7801b" providerId="LiveId" clId="{786255F7-9FE3-486C-982B-B25D274956AF}" dt="2023-11-29T14:15:39.294" v="3366" actId="20577"/>
          <ac:spMkLst>
            <pc:docMk/>
            <pc:sldMk cId="2210744361" sldId="274"/>
            <ac:spMk id="3" creationId="{BE640E17-F814-A7F5-9B92-464037BA5B93}"/>
          </ac:spMkLst>
        </pc:spChg>
        <pc:spChg chg="add del mod">
          <ac:chgData name="Muhammad Fikri Hasani" userId="ada500cb4dc7801b" providerId="LiveId" clId="{786255F7-9FE3-486C-982B-B25D274956AF}" dt="2023-11-29T14:18:33.936" v="3507" actId="20577"/>
          <ac:spMkLst>
            <pc:docMk/>
            <pc:sldMk cId="2210744361" sldId="274"/>
            <ac:spMk id="4" creationId="{03513F55-BD25-D85A-7E29-B682564B672B}"/>
          </ac:spMkLst>
        </pc:spChg>
        <pc:spChg chg="add del mod">
          <ac:chgData name="Muhammad Fikri Hasani" userId="ada500cb4dc7801b" providerId="LiveId" clId="{786255F7-9FE3-486C-982B-B25D274956AF}" dt="2023-11-29T14:17:01.554" v="3370"/>
          <ac:spMkLst>
            <pc:docMk/>
            <pc:sldMk cId="2210744361" sldId="274"/>
            <ac:spMk id="5" creationId="{1F225E52-0790-C985-EDF8-D817963DDF50}"/>
          </ac:spMkLst>
        </pc:spChg>
      </pc:sldChg>
      <pc:sldChg chg="addSp delSp modSp new mod">
        <pc:chgData name="Muhammad Fikri Hasani" userId="ada500cb4dc7801b" providerId="LiveId" clId="{786255F7-9FE3-486C-982B-B25D274956AF}" dt="2023-11-29T14:40:13.765" v="4276" actId="1076"/>
        <pc:sldMkLst>
          <pc:docMk/>
          <pc:sldMk cId="725306543" sldId="275"/>
        </pc:sldMkLst>
        <pc:spChg chg="mod">
          <ac:chgData name="Muhammad Fikri Hasani" userId="ada500cb4dc7801b" providerId="LiveId" clId="{786255F7-9FE3-486C-982B-B25D274956AF}" dt="2023-11-29T14:38:44.379" v="4166" actId="20577"/>
          <ac:spMkLst>
            <pc:docMk/>
            <pc:sldMk cId="725306543" sldId="275"/>
            <ac:spMk id="2" creationId="{991BAAF6-D41B-ABD4-84B1-CD88CA779685}"/>
          </ac:spMkLst>
        </pc:spChg>
        <pc:spChg chg="mod">
          <ac:chgData name="Muhammad Fikri Hasani" userId="ada500cb4dc7801b" providerId="LiveId" clId="{786255F7-9FE3-486C-982B-B25D274956AF}" dt="2023-11-29T14:38:53.028" v="4182" actId="20577"/>
          <ac:spMkLst>
            <pc:docMk/>
            <pc:sldMk cId="725306543" sldId="275"/>
            <ac:spMk id="3" creationId="{ED62E96F-A3FD-9A45-DF43-F34BC8EA2676}"/>
          </ac:spMkLst>
        </pc:spChg>
        <pc:spChg chg="mod">
          <ac:chgData name="Muhammad Fikri Hasani" userId="ada500cb4dc7801b" providerId="LiveId" clId="{786255F7-9FE3-486C-982B-B25D274956AF}" dt="2023-11-29T14:39:36.709" v="4233" actId="20577"/>
          <ac:spMkLst>
            <pc:docMk/>
            <pc:sldMk cId="725306543" sldId="275"/>
            <ac:spMk id="4" creationId="{F9101605-EF62-F65F-7718-4F5C3805376F}"/>
          </ac:spMkLst>
        </pc:spChg>
        <pc:spChg chg="add del mod">
          <ac:chgData name="Muhammad Fikri Hasani" userId="ada500cb4dc7801b" providerId="LiveId" clId="{786255F7-9FE3-486C-982B-B25D274956AF}" dt="2023-11-29T14:39:42.778" v="4235"/>
          <ac:spMkLst>
            <pc:docMk/>
            <pc:sldMk cId="725306543" sldId="275"/>
            <ac:spMk id="7" creationId="{69482A4A-44F9-7DBD-5274-819264A47DA0}"/>
          </ac:spMkLst>
        </pc:spChg>
        <pc:spChg chg="add mod">
          <ac:chgData name="Muhammad Fikri Hasani" userId="ada500cb4dc7801b" providerId="LiveId" clId="{786255F7-9FE3-486C-982B-B25D274956AF}" dt="2023-11-29T14:40:00.380" v="4272" actId="20577"/>
          <ac:spMkLst>
            <pc:docMk/>
            <pc:sldMk cId="725306543" sldId="275"/>
            <ac:spMk id="8" creationId="{EF7C8BB4-E43D-51FC-8E19-70A9343E545B}"/>
          </ac:spMkLst>
        </pc:spChg>
        <pc:picChg chg="add mod">
          <ac:chgData name="Muhammad Fikri Hasani" userId="ada500cb4dc7801b" providerId="LiveId" clId="{786255F7-9FE3-486C-982B-B25D274956AF}" dt="2023-11-29T14:40:13.765" v="4276" actId="1076"/>
          <ac:picMkLst>
            <pc:docMk/>
            <pc:sldMk cId="725306543" sldId="275"/>
            <ac:picMk id="6" creationId="{ADB03979-8027-EA5C-B83E-7C7776BEE1E7}"/>
          </ac:picMkLst>
        </pc:picChg>
        <pc:picChg chg="add mod">
          <ac:chgData name="Muhammad Fikri Hasani" userId="ada500cb4dc7801b" providerId="LiveId" clId="{786255F7-9FE3-486C-982B-B25D274956AF}" dt="2023-11-29T14:40:09.790" v="4275" actId="14100"/>
          <ac:picMkLst>
            <pc:docMk/>
            <pc:sldMk cId="725306543" sldId="275"/>
            <ac:picMk id="10" creationId="{C9200D29-CB14-037E-3D69-EB444540DB7E}"/>
          </ac:picMkLst>
        </pc:picChg>
      </pc:sldChg>
      <pc:sldChg chg="addSp modSp new mod">
        <pc:chgData name="Muhammad Fikri Hasani" userId="ada500cb4dc7801b" providerId="LiveId" clId="{786255F7-9FE3-486C-982B-B25D274956AF}" dt="2023-11-29T14:37:37.323" v="4133" actId="1076"/>
        <pc:sldMkLst>
          <pc:docMk/>
          <pc:sldMk cId="4241519096" sldId="276"/>
        </pc:sldMkLst>
        <pc:spChg chg="mod">
          <ac:chgData name="Muhammad Fikri Hasani" userId="ada500cb4dc7801b" providerId="LiveId" clId="{786255F7-9FE3-486C-982B-B25D274956AF}" dt="2023-11-29T14:34:30.062" v="4055" actId="27636"/>
          <ac:spMkLst>
            <pc:docMk/>
            <pc:sldMk cId="4241519096" sldId="276"/>
            <ac:spMk id="2" creationId="{0DAAB851-F856-1157-09C2-E013941F38F3}"/>
          </ac:spMkLst>
        </pc:spChg>
        <pc:spChg chg="mod">
          <ac:chgData name="Muhammad Fikri Hasani" userId="ada500cb4dc7801b" providerId="LiveId" clId="{786255F7-9FE3-486C-982B-B25D274956AF}" dt="2023-11-29T14:34:32.824" v="4071" actId="20577"/>
          <ac:spMkLst>
            <pc:docMk/>
            <pc:sldMk cId="4241519096" sldId="276"/>
            <ac:spMk id="3" creationId="{4A09EAEF-69E4-297B-2D98-B32836FC512A}"/>
          </ac:spMkLst>
        </pc:spChg>
        <pc:spChg chg="mod">
          <ac:chgData name="Muhammad Fikri Hasani" userId="ada500cb4dc7801b" providerId="LiveId" clId="{786255F7-9FE3-486C-982B-B25D274956AF}" dt="2023-11-29T14:36:12.352" v="4119" actId="20577"/>
          <ac:spMkLst>
            <pc:docMk/>
            <pc:sldMk cId="4241519096" sldId="276"/>
            <ac:spMk id="4" creationId="{68A58EDF-C710-D596-E3D5-B235233FC085}"/>
          </ac:spMkLst>
        </pc:spChg>
        <pc:spChg chg="add mod">
          <ac:chgData name="Muhammad Fikri Hasani" userId="ada500cb4dc7801b" providerId="LiveId" clId="{786255F7-9FE3-486C-982B-B25D274956AF}" dt="2023-11-29T14:37:19.761" v="4130" actId="1076"/>
          <ac:spMkLst>
            <pc:docMk/>
            <pc:sldMk cId="4241519096" sldId="276"/>
            <ac:spMk id="7" creationId="{596E4C15-647E-7124-FC28-8A76466050DE}"/>
          </ac:spMkLst>
        </pc:spChg>
        <pc:picChg chg="add mod">
          <ac:chgData name="Muhammad Fikri Hasani" userId="ada500cb4dc7801b" providerId="LiveId" clId="{786255F7-9FE3-486C-982B-B25D274956AF}" dt="2023-11-29T14:37:37.323" v="4133" actId="1076"/>
          <ac:picMkLst>
            <pc:docMk/>
            <pc:sldMk cId="4241519096" sldId="276"/>
            <ac:picMk id="6" creationId="{9AC6E396-7D28-7B22-D16D-A61FBF2ABA9B}"/>
          </ac:picMkLst>
        </pc:picChg>
        <pc:picChg chg="add mod">
          <ac:chgData name="Muhammad Fikri Hasani" userId="ada500cb4dc7801b" providerId="LiveId" clId="{786255F7-9FE3-486C-982B-B25D274956AF}" dt="2023-11-29T14:37:35.032" v="4132" actId="1076"/>
          <ac:picMkLst>
            <pc:docMk/>
            <pc:sldMk cId="4241519096" sldId="276"/>
            <ac:picMk id="9" creationId="{0D2AAAFF-ECED-E2AF-EA5A-433FD42429B5}"/>
          </ac:picMkLst>
        </pc:picChg>
      </pc:sldChg>
      <pc:sldChg chg="modSp new mod">
        <pc:chgData name="Muhammad Fikri Hasani" userId="ada500cb4dc7801b" providerId="LiveId" clId="{786255F7-9FE3-486C-982B-B25D274956AF}" dt="2023-11-29T14:44:30.168" v="5135" actId="20577"/>
        <pc:sldMkLst>
          <pc:docMk/>
          <pc:sldMk cId="2384352061" sldId="277"/>
        </pc:sldMkLst>
        <pc:spChg chg="mod">
          <ac:chgData name="Muhammad Fikri Hasani" userId="ada500cb4dc7801b" providerId="LiveId" clId="{786255F7-9FE3-486C-982B-B25D274956AF}" dt="2023-11-29T14:40:56.485" v="4282" actId="27636"/>
          <ac:spMkLst>
            <pc:docMk/>
            <pc:sldMk cId="2384352061" sldId="277"/>
            <ac:spMk id="2" creationId="{73C2FCB8-08B1-1061-B648-71B1FB85D2E9}"/>
          </ac:spMkLst>
        </pc:spChg>
        <pc:spChg chg="mod">
          <ac:chgData name="Muhammad Fikri Hasani" userId="ada500cb4dc7801b" providerId="LiveId" clId="{786255F7-9FE3-486C-982B-B25D274956AF}" dt="2023-11-29T14:40:59.054" v="4294" actId="20577"/>
          <ac:spMkLst>
            <pc:docMk/>
            <pc:sldMk cId="2384352061" sldId="277"/>
            <ac:spMk id="3" creationId="{43C5AB45-631D-E54A-5C40-80510744A058}"/>
          </ac:spMkLst>
        </pc:spChg>
        <pc:spChg chg="mod">
          <ac:chgData name="Muhammad Fikri Hasani" userId="ada500cb4dc7801b" providerId="LiveId" clId="{786255F7-9FE3-486C-982B-B25D274956AF}" dt="2023-11-29T14:44:30.168" v="5135" actId="20577"/>
          <ac:spMkLst>
            <pc:docMk/>
            <pc:sldMk cId="2384352061" sldId="277"/>
            <ac:spMk id="4" creationId="{DB514F26-319B-72E9-ED03-F51DF0225757}"/>
          </ac:spMkLst>
        </pc:spChg>
      </pc:sldChg>
      <pc:sldChg chg="addSp delSp modSp new mod">
        <pc:chgData name="Muhammad Fikri Hasani" userId="ada500cb4dc7801b" providerId="LiveId" clId="{786255F7-9FE3-486C-982B-B25D274956AF}" dt="2023-11-29T14:48:54.314" v="5483" actId="1076"/>
        <pc:sldMkLst>
          <pc:docMk/>
          <pc:sldMk cId="1371242533" sldId="278"/>
        </pc:sldMkLst>
        <pc:spChg chg="mod">
          <ac:chgData name="Muhammad Fikri Hasani" userId="ada500cb4dc7801b" providerId="LiveId" clId="{786255F7-9FE3-486C-982B-B25D274956AF}" dt="2023-11-29T14:47:42.924" v="5384" actId="20577"/>
          <ac:spMkLst>
            <pc:docMk/>
            <pc:sldMk cId="1371242533" sldId="278"/>
            <ac:spMk id="2" creationId="{DCC5964E-8475-96A0-FBC1-23C802AA7211}"/>
          </ac:spMkLst>
        </pc:spChg>
        <pc:spChg chg="mod">
          <ac:chgData name="Muhammad Fikri Hasani" userId="ada500cb4dc7801b" providerId="LiveId" clId="{786255F7-9FE3-486C-982B-B25D274956AF}" dt="2023-11-29T14:47:51.522" v="5412" actId="20577"/>
          <ac:spMkLst>
            <pc:docMk/>
            <pc:sldMk cId="1371242533" sldId="278"/>
            <ac:spMk id="3" creationId="{DA1DB94B-1419-6380-ED02-AEA338D62848}"/>
          </ac:spMkLst>
        </pc:spChg>
        <pc:spChg chg="add del mod">
          <ac:chgData name="Muhammad Fikri Hasani" userId="ada500cb4dc7801b" providerId="LiveId" clId="{786255F7-9FE3-486C-982B-B25D274956AF}" dt="2023-11-29T14:48:32.160" v="5478" actId="14100"/>
          <ac:spMkLst>
            <pc:docMk/>
            <pc:sldMk cId="1371242533" sldId="278"/>
            <ac:spMk id="4" creationId="{544512AC-FFCD-4FF6-4032-F61E62E6EAE6}"/>
          </ac:spMkLst>
        </pc:spChg>
        <pc:picChg chg="add del mod ord">
          <ac:chgData name="Muhammad Fikri Hasani" userId="ada500cb4dc7801b" providerId="LiveId" clId="{786255F7-9FE3-486C-982B-B25D274956AF}" dt="2023-11-29T14:48:09.374" v="5420" actId="22"/>
          <ac:picMkLst>
            <pc:docMk/>
            <pc:sldMk cId="1371242533" sldId="278"/>
            <ac:picMk id="6" creationId="{050FF423-410C-5473-60FC-77BE849E4BCC}"/>
          </ac:picMkLst>
        </pc:picChg>
        <pc:picChg chg="add mod">
          <ac:chgData name="Muhammad Fikri Hasani" userId="ada500cb4dc7801b" providerId="LiveId" clId="{786255F7-9FE3-486C-982B-B25D274956AF}" dt="2023-11-29T14:48:36.279" v="5480" actId="14100"/>
          <ac:picMkLst>
            <pc:docMk/>
            <pc:sldMk cId="1371242533" sldId="278"/>
            <ac:picMk id="8" creationId="{65CFCCDF-B776-E2D0-5398-2996857F1B0B}"/>
          </ac:picMkLst>
        </pc:picChg>
        <pc:picChg chg="add mod">
          <ac:chgData name="Muhammad Fikri Hasani" userId="ada500cb4dc7801b" providerId="LiveId" clId="{786255F7-9FE3-486C-982B-B25D274956AF}" dt="2023-11-29T14:48:54.314" v="5483" actId="1076"/>
          <ac:picMkLst>
            <pc:docMk/>
            <pc:sldMk cId="1371242533" sldId="278"/>
            <ac:picMk id="10" creationId="{64187EB2-9335-F722-C5E3-40BDD278386C}"/>
          </ac:picMkLst>
        </pc:picChg>
      </pc:sldChg>
    </pc:docChg>
  </pc:docChgLst>
  <pc:docChgLst>
    <pc:chgData name="Muhammad Fikri Hasani" userId="ada500cb4dc7801b" providerId="LiveId" clId="{D615CD30-AEEA-4CB4-9CE8-295DA89B2605}"/>
    <pc:docChg chg="undo redo custSel addSld delSld modSld">
      <pc:chgData name="Muhammad Fikri Hasani" userId="ada500cb4dc7801b" providerId="LiveId" clId="{D615CD30-AEEA-4CB4-9CE8-295DA89B2605}" dt="2023-12-19T01:38:10.811" v="1399" actId="20577"/>
      <pc:docMkLst>
        <pc:docMk/>
      </pc:docMkLst>
      <pc:sldChg chg="modSp mod">
        <pc:chgData name="Muhammad Fikri Hasani" userId="ada500cb4dc7801b" providerId="LiveId" clId="{D615CD30-AEEA-4CB4-9CE8-295DA89B2605}" dt="2023-12-17T13:36:01.569" v="1396" actId="20577"/>
        <pc:sldMkLst>
          <pc:docMk/>
          <pc:sldMk cId="3807564589" sldId="256"/>
        </pc:sldMkLst>
        <pc:spChg chg="mod">
          <ac:chgData name="Muhammad Fikri Hasani" userId="ada500cb4dc7801b" providerId="LiveId" clId="{D615CD30-AEEA-4CB4-9CE8-295DA89B2605}" dt="2023-12-17T13:36:01.569" v="1396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Muhammad Fikri Hasani" userId="ada500cb4dc7801b" providerId="LiveId" clId="{D615CD30-AEEA-4CB4-9CE8-295DA89B2605}" dt="2023-12-17T12:54:30.823" v="19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Muhammad Fikri Hasani" userId="ada500cb4dc7801b" providerId="LiveId" clId="{D615CD30-AEEA-4CB4-9CE8-295DA89B2605}" dt="2023-12-17T13:27:54.914" v="690" actId="20577"/>
        <pc:sldMkLst>
          <pc:docMk/>
          <pc:sldMk cId="2766454393" sldId="257"/>
        </pc:sldMkLst>
        <pc:spChg chg="mod">
          <ac:chgData name="Muhammad Fikri Hasani" userId="ada500cb4dc7801b" providerId="LiveId" clId="{D615CD30-AEEA-4CB4-9CE8-295DA89B2605}" dt="2023-12-17T13:27:54.914" v="690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3484259326" sldId="270"/>
        </pc:sldMkLst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4241519096" sldId="276"/>
        </pc:sldMkLst>
      </pc:sldChg>
      <pc:sldChg chg="modSp mod">
        <pc:chgData name="Muhammad Fikri Hasani" userId="ada500cb4dc7801b" providerId="LiveId" clId="{D615CD30-AEEA-4CB4-9CE8-295DA89B2605}" dt="2023-12-17T13:29:17.563" v="1066" actId="20577"/>
        <pc:sldMkLst>
          <pc:docMk/>
          <pc:sldMk cId="2384352061" sldId="277"/>
        </pc:sldMkLst>
        <pc:spChg chg="mod">
          <ac:chgData name="Muhammad Fikri Hasani" userId="ada500cb4dc7801b" providerId="LiveId" clId="{D615CD30-AEEA-4CB4-9CE8-295DA89B2605}" dt="2023-12-17T13:29:13.742" v="1057" actId="20577"/>
          <ac:spMkLst>
            <pc:docMk/>
            <pc:sldMk cId="2384352061" sldId="277"/>
            <ac:spMk id="2" creationId="{73C2FCB8-08B1-1061-B648-71B1FB85D2E9}"/>
          </ac:spMkLst>
        </pc:spChg>
        <pc:spChg chg="mod">
          <ac:chgData name="Muhammad Fikri Hasani" userId="ada500cb4dc7801b" providerId="LiveId" clId="{D615CD30-AEEA-4CB4-9CE8-295DA89B2605}" dt="2023-12-17T13:29:17.563" v="1066" actId="20577"/>
          <ac:spMkLst>
            <pc:docMk/>
            <pc:sldMk cId="2384352061" sldId="277"/>
            <ac:spMk id="3" creationId="{43C5AB45-631D-E54A-5C40-80510744A058}"/>
          </ac:spMkLst>
        </pc:spChg>
        <pc:spChg chg="mod">
          <ac:chgData name="Muhammad Fikri Hasani" userId="ada500cb4dc7801b" providerId="LiveId" clId="{D615CD30-AEEA-4CB4-9CE8-295DA89B2605}" dt="2023-12-17T13:03:12.765" v="96"/>
          <ac:spMkLst>
            <pc:docMk/>
            <pc:sldMk cId="2384352061" sldId="277"/>
            <ac:spMk id="4" creationId="{DB514F26-319B-72E9-ED03-F51DF0225757}"/>
          </ac:spMkLst>
        </pc:spChg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1439878105" sldId="279"/>
        </pc:sldMkLst>
      </pc:sldChg>
      <pc:sldChg chg="modSp mod">
        <pc:chgData name="Muhammad Fikri Hasani" userId="ada500cb4dc7801b" providerId="LiveId" clId="{D615CD30-AEEA-4CB4-9CE8-295DA89B2605}" dt="2023-12-17T13:29:42.641" v="1127" actId="20577"/>
        <pc:sldMkLst>
          <pc:docMk/>
          <pc:sldMk cId="4010233470" sldId="280"/>
        </pc:sldMkLst>
        <pc:spChg chg="mod">
          <ac:chgData name="Muhammad Fikri Hasani" userId="ada500cb4dc7801b" providerId="LiveId" clId="{D615CD30-AEEA-4CB4-9CE8-295DA89B2605}" dt="2023-12-17T13:29:38.347" v="1120" actId="20577"/>
          <ac:spMkLst>
            <pc:docMk/>
            <pc:sldMk cId="4010233470" sldId="280"/>
            <ac:spMk id="2" creationId="{73C2FCB8-08B1-1061-B648-71B1FB85D2E9}"/>
          </ac:spMkLst>
        </pc:spChg>
        <pc:spChg chg="mod">
          <ac:chgData name="Muhammad Fikri Hasani" userId="ada500cb4dc7801b" providerId="LiveId" clId="{D615CD30-AEEA-4CB4-9CE8-295DA89B2605}" dt="2023-12-17T13:29:42.641" v="1127" actId="20577"/>
          <ac:spMkLst>
            <pc:docMk/>
            <pc:sldMk cId="4010233470" sldId="280"/>
            <ac:spMk id="3" creationId="{43C5AB45-631D-E54A-5C40-80510744A058}"/>
          </ac:spMkLst>
        </pc:spChg>
        <pc:spChg chg="mod">
          <ac:chgData name="Muhammad Fikri Hasani" userId="ada500cb4dc7801b" providerId="LiveId" clId="{D615CD30-AEEA-4CB4-9CE8-295DA89B2605}" dt="2023-12-17T13:05:50.622" v="122" actId="113"/>
          <ac:spMkLst>
            <pc:docMk/>
            <pc:sldMk cId="4010233470" sldId="280"/>
            <ac:spMk id="4" creationId="{DB514F26-319B-72E9-ED03-F51DF0225757}"/>
          </ac:spMkLst>
        </pc:spChg>
      </pc:sldChg>
      <pc:sldChg chg="addSp modSp mod">
        <pc:chgData name="Muhammad Fikri Hasani" userId="ada500cb4dc7801b" providerId="LiveId" clId="{D615CD30-AEEA-4CB4-9CE8-295DA89B2605}" dt="2023-12-17T13:35:23.163" v="1373" actId="1076"/>
        <pc:sldMkLst>
          <pc:docMk/>
          <pc:sldMk cId="3153192529" sldId="281"/>
        </pc:sldMkLst>
        <pc:spChg chg="mod">
          <ac:chgData name="Muhammad Fikri Hasani" userId="ada500cb4dc7801b" providerId="LiveId" clId="{D615CD30-AEEA-4CB4-9CE8-295DA89B2605}" dt="2023-12-17T13:30:08.735" v="1210" actId="20577"/>
          <ac:spMkLst>
            <pc:docMk/>
            <pc:sldMk cId="3153192529" sldId="281"/>
            <ac:spMk id="2" creationId="{73C2FCB8-08B1-1061-B648-71B1FB85D2E9}"/>
          </ac:spMkLst>
        </pc:spChg>
        <pc:spChg chg="mod">
          <ac:chgData name="Muhammad Fikri Hasani" userId="ada500cb4dc7801b" providerId="LiveId" clId="{D615CD30-AEEA-4CB4-9CE8-295DA89B2605}" dt="2023-12-17T13:15:09.158" v="259" actId="20577"/>
          <ac:spMkLst>
            <pc:docMk/>
            <pc:sldMk cId="3153192529" sldId="281"/>
            <ac:spMk id="3" creationId="{43C5AB45-631D-E54A-5C40-80510744A058}"/>
          </ac:spMkLst>
        </pc:spChg>
        <pc:spChg chg="mod">
          <ac:chgData name="Muhammad Fikri Hasani" userId="ada500cb4dc7801b" providerId="LiveId" clId="{D615CD30-AEEA-4CB4-9CE8-295DA89B2605}" dt="2023-12-17T13:35:23.163" v="1373" actId="1076"/>
          <ac:spMkLst>
            <pc:docMk/>
            <pc:sldMk cId="3153192529" sldId="281"/>
            <ac:spMk id="4" creationId="{DB514F26-319B-72E9-ED03-F51DF0225757}"/>
          </ac:spMkLst>
        </pc:spChg>
        <pc:spChg chg="add mod">
          <ac:chgData name="Muhammad Fikri Hasani" userId="ada500cb4dc7801b" providerId="LiveId" clId="{D615CD30-AEEA-4CB4-9CE8-295DA89B2605}" dt="2023-12-17T13:35:16.999" v="1371" actId="1076"/>
          <ac:spMkLst>
            <pc:docMk/>
            <pc:sldMk cId="3153192529" sldId="281"/>
            <ac:spMk id="5" creationId="{60451A86-8AAE-DEDF-95B7-B7DA54AFA2B7}"/>
          </ac:spMkLst>
        </pc:spChg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908356987" sldId="283"/>
        </pc:sldMkLst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3098031252" sldId="284"/>
        </pc:sldMkLst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1100834960" sldId="285"/>
        </pc:sldMkLst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3467132677" sldId="286"/>
        </pc:sldMkLst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3500654454" sldId="287"/>
        </pc:sldMkLst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1163602308" sldId="288"/>
        </pc:sldMkLst>
      </pc:sldChg>
      <pc:sldChg chg="del">
        <pc:chgData name="Muhammad Fikri Hasani" userId="ada500cb4dc7801b" providerId="LiveId" clId="{D615CD30-AEEA-4CB4-9CE8-295DA89B2605}" dt="2023-12-17T13:27:46.735" v="677" actId="47"/>
        <pc:sldMkLst>
          <pc:docMk/>
          <pc:sldMk cId="1683186613" sldId="289"/>
        </pc:sldMkLst>
      </pc:sldChg>
      <pc:sldChg chg="modSp mod">
        <pc:chgData name="Muhammad Fikri Hasani" userId="ada500cb4dc7801b" providerId="LiveId" clId="{D615CD30-AEEA-4CB4-9CE8-295DA89B2605}" dt="2023-12-19T01:38:10.811" v="1399" actId="20577"/>
        <pc:sldMkLst>
          <pc:docMk/>
          <pc:sldMk cId="4139023181" sldId="290"/>
        </pc:sldMkLst>
        <pc:spChg chg="mod">
          <ac:chgData name="Muhammad Fikri Hasani" userId="ada500cb4dc7801b" providerId="LiveId" clId="{D615CD30-AEEA-4CB4-9CE8-295DA89B2605}" dt="2023-12-17T13:33:10.889" v="1327" actId="20577"/>
          <ac:spMkLst>
            <pc:docMk/>
            <pc:sldMk cId="4139023181" sldId="290"/>
            <ac:spMk id="2" creationId="{FE57EE87-10CD-DC1D-F282-A9030A4ED7A5}"/>
          </ac:spMkLst>
        </pc:spChg>
        <pc:spChg chg="mod">
          <ac:chgData name="Muhammad Fikri Hasani" userId="ada500cb4dc7801b" providerId="LiveId" clId="{D615CD30-AEEA-4CB4-9CE8-295DA89B2605}" dt="2023-12-17T13:35:46.129" v="1387" actId="20577"/>
          <ac:spMkLst>
            <pc:docMk/>
            <pc:sldMk cId="4139023181" sldId="290"/>
            <ac:spMk id="3" creationId="{13D16886-77F7-32E9-A659-337AC4B758E7}"/>
          </ac:spMkLst>
        </pc:spChg>
        <pc:spChg chg="mod">
          <ac:chgData name="Muhammad Fikri Hasani" userId="ada500cb4dc7801b" providerId="LiveId" clId="{D615CD30-AEEA-4CB4-9CE8-295DA89B2605}" dt="2023-12-19T01:38:10.811" v="1399" actId="20577"/>
          <ac:spMkLst>
            <pc:docMk/>
            <pc:sldMk cId="4139023181" sldId="290"/>
            <ac:spMk id="4" creationId="{7FCB0FC1-8ED5-9CBF-9B5B-B21C5B87A738}"/>
          </ac:spMkLst>
        </pc:spChg>
      </pc:sldChg>
      <pc:sldChg chg="addSp delSp modSp add mod">
        <pc:chgData name="Muhammad Fikri Hasani" userId="ada500cb4dc7801b" providerId="LiveId" clId="{D615CD30-AEEA-4CB4-9CE8-295DA89B2605}" dt="2023-12-17T13:29:24.954" v="1095" actId="20577"/>
        <pc:sldMkLst>
          <pc:docMk/>
          <pc:sldMk cId="463114722" sldId="291"/>
        </pc:sldMkLst>
        <pc:spChg chg="mod">
          <ac:chgData name="Muhammad Fikri Hasani" userId="ada500cb4dc7801b" providerId="LiveId" clId="{D615CD30-AEEA-4CB4-9CE8-295DA89B2605}" dt="2023-12-17T13:29:24.954" v="1095" actId="20577"/>
          <ac:spMkLst>
            <pc:docMk/>
            <pc:sldMk cId="463114722" sldId="291"/>
            <ac:spMk id="2" creationId="{73C2FCB8-08B1-1061-B648-71B1FB85D2E9}"/>
          </ac:spMkLst>
        </pc:spChg>
        <pc:spChg chg="mod">
          <ac:chgData name="Muhammad Fikri Hasani" userId="ada500cb4dc7801b" providerId="LiveId" clId="{D615CD30-AEEA-4CB4-9CE8-295DA89B2605}" dt="2023-12-17T13:29:20.995" v="1075" actId="20577"/>
          <ac:spMkLst>
            <pc:docMk/>
            <pc:sldMk cId="463114722" sldId="291"/>
            <ac:spMk id="3" creationId="{43C5AB45-631D-E54A-5C40-80510744A058}"/>
          </ac:spMkLst>
        </pc:spChg>
        <pc:spChg chg="del mod">
          <ac:chgData name="Muhammad Fikri Hasani" userId="ada500cb4dc7801b" providerId="LiveId" clId="{D615CD30-AEEA-4CB4-9CE8-295DA89B2605}" dt="2023-12-17T13:03:23.927" v="99"/>
          <ac:spMkLst>
            <pc:docMk/>
            <pc:sldMk cId="463114722" sldId="291"/>
            <ac:spMk id="4" creationId="{DB514F26-319B-72E9-ED03-F51DF0225757}"/>
          </ac:spMkLst>
        </pc:spChg>
        <pc:picChg chg="add mod">
          <ac:chgData name="Muhammad Fikri Hasani" userId="ada500cb4dc7801b" providerId="LiveId" clId="{D615CD30-AEEA-4CB4-9CE8-295DA89B2605}" dt="2023-12-17T13:03:26.646" v="101" actId="1076"/>
          <ac:picMkLst>
            <pc:docMk/>
            <pc:sldMk cId="463114722" sldId="291"/>
            <ac:picMk id="5" creationId="{581F95C2-BC38-17E3-B122-09DA448DD746}"/>
          </ac:picMkLst>
        </pc:picChg>
      </pc:sldChg>
      <pc:sldChg chg="addSp delSp modSp new mod">
        <pc:chgData name="Muhammad Fikri Hasani" userId="ada500cb4dc7801b" providerId="LiveId" clId="{D615CD30-AEEA-4CB4-9CE8-295DA89B2605}" dt="2023-12-17T13:30:02.811" v="1189" actId="20577"/>
        <pc:sldMkLst>
          <pc:docMk/>
          <pc:sldMk cId="2518402091" sldId="292"/>
        </pc:sldMkLst>
        <pc:spChg chg="mod">
          <ac:chgData name="Muhammad Fikri Hasani" userId="ada500cb4dc7801b" providerId="LiveId" clId="{D615CD30-AEEA-4CB4-9CE8-295DA89B2605}" dt="2023-12-17T13:30:02.811" v="1189" actId="20577"/>
          <ac:spMkLst>
            <pc:docMk/>
            <pc:sldMk cId="2518402091" sldId="292"/>
            <ac:spMk id="2" creationId="{F6593847-C2C3-532D-8761-87B836519045}"/>
          </ac:spMkLst>
        </pc:spChg>
        <pc:spChg chg="mod">
          <ac:chgData name="Muhammad Fikri Hasani" userId="ada500cb4dc7801b" providerId="LiveId" clId="{D615CD30-AEEA-4CB4-9CE8-295DA89B2605}" dt="2023-12-17T13:29:58.106" v="1159" actId="20577"/>
          <ac:spMkLst>
            <pc:docMk/>
            <pc:sldMk cId="2518402091" sldId="292"/>
            <ac:spMk id="3" creationId="{C667F125-4ACF-C867-846A-159913D63471}"/>
          </ac:spMkLst>
        </pc:spChg>
        <pc:spChg chg="del">
          <ac:chgData name="Muhammad Fikri Hasani" userId="ada500cb4dc7801b" providerId="LiveId" clId="{D615CD30-AEEA-4CB4-9CE8-295DA89B2605}" dt="2023-12-17T13:06:11.382" v="124" actId="22"/>
          <ac:spMkLst>
            <pc:docMk/>
            <pc:sldMk cId="2518402091" sldId="292"/>
            <ac:spMk id="4" creationId="{6DD98292-7B84-DD9C-CF94-14602F444F49}"/>
          </ac:spMkLst>
        </pc:spChg>
        <pc:picChg chg="add mod ord">
          <ac:chgData name="Muhammad Fikri Hasani" userId="ada500cb4dc7801b" providerId="LiveId" clId="{D615CD30-AEEA-4CB4-9CE8-295DA89B2605}" dt="2023-12-17T13:06:14.323" v="126" actId="1076"/>
          <ac:picMkLst>
            <pc:docMk/>
            <pc:sldMk cId="2518402091" sldId="292"/>
            <ac:picMk id="6" creationId="{3F62D483-0BE4-9523-D947-A0B48F70E8C5}"/>
          </ac:picMkLst>
        </pc:picChg>
      </pc:sldChg>
      <pc:sldChg chg="addSp modSp new mod">
        <pc:chgData name="Muhammad Fikri Hasani" userId="ada500cb4dc7801b" providerId="LiveId" clId="{D615CD30-AEEA-4CB4-9CE8-295DA89B2605}" dt="2023-12-17T13:13:06.869" v="237" actId="20577"/>
        <pc:sldMkLst>
          <pc:docMk/>
          <pc:sldMk cId="2288482799" sldId="293"/>
        </pc:sldMkLst>
        <pc:spChg chg="mod">
          <ac:chgData name="Muhammad Fikri Hasani" userId="ada500cb4dc7801b" providerId="LiveId" clId="{D615CD30-AEEA-4CB4-9CE8-295DA89B2605}" dt="2023-12-17T13:13:01.308" v="235" actId="20577"/>
          <ac:spMkLst>
            <pc:docMk/>
            <pc:sldMk cId="2288482799" sldId="293"/>
            <ac:spMk id="2" creationId="{775F55DB-B6D0-2239-CF5A-C5C1ECD266F4}"/>
          </ac:spMkLst>
        </pc:spChg>
        <pc:spChg chg="mod">
          <ac:chgData name="Muhammad Fikri Hasani" userId="ada500cb4dc7801b" providerId="LiveId" clId="{D615CD30-AEEA-4CB4-9CE8-295DA89B2605}" dt="2023-12-17T13:12:57.507" v="215" actId="20577"/>
          <ac:spMkLst>
            <pc:docMk/>
            <pc:sldMk cId="2288482799" sldId="293"/>
            <ac:spMk id="3" creationId="{A72D45B3-CC0F-9044-DB41-433728C9D057}"/>
          </ac:spMkLst>
        </pc:spChg>
        <pc:spChg chg="mod">
          <ac:chgData name="Muhammad Fikri Hasani" userId="ada500cb4dc7801b" providerId="LiveId" clId="{D615CD30-AEEA-4CB4-9CE8-295DA89B2605}" dt="2023-12-17T13:13:06.869" v="237" actId="20577"/>
          <ac:spMkLst>
            <pc:docMk/>
            <pc:sldMk cId="2288482799" sldId="293"/>
            <ac:spMk id="4" creationId="{F50B7BF5-C350-ACC9-B036-91A6386C23B3}"/>
          </ac:spMkLst>
        </pc:spChg>
        <pc:spChg chg="add mod">
          <ac:chgData name="Muhammad Fikri Hasani" userId="ada500cb4dc7801b" providerId="LiveId" clId="{D615CD30-AEEA-4CB4-9CE8-295DA89B2605}" dt="2023-12-17T13:12:48.985" v="196" actId="1076"/>
          <ac:spMkLst>
            <pc:docMk/>
            <pc:sldMk cId="2288482799" sldId="293"/>
            <ac:spMk id="5" creationId="{F320526A-0884-98F5-D6BC-6544F65B3E56}"/>
          </ac:spMkLst>
        </pc:spChg>
      </pc:sldChg>
      <pc:sldChg chg="modSp new mod">
        <pc:chgData name="Muhammad Fikri Hasani" userId="ada500cb4dc7801b" providerId="LiveId" clId="{D615CD30-AEEA-4CB4-9CE8-295DA89B2605}" dt="2023-12-17T13:24:01.068" v="567" actId="20577"/>
        <pc:sldMkLst>
          <pc:docMk/>
          <pc:sldMk cId="121173811" sldId="294"/>
        </pc:sldMkLst>
        <pc:spChg chg="mod">
          <ac:chgData name="Muhammad Fikri Hasani" userId="ada500cb4dc7801b" providerId="LiveId" clId="{D615CD30-AEEA-4CB4-9CE8-295DA89B2605}" dt="2023-12-17T13:17:34.387" v="318" actId="20577"/>
          <ac:spMkLst>
            <pc:docMk/>
            <pc:sldMk cId="121173811" sldId="294"/>
            <ac:spMk id="2" creationId="{50548218-33EC-3A73-A02A-00719C12DAE3}"/>
          </ac:spMkLst>
        </pc:spChg>
        <pc:spChg chg="mod">
          <ac:chgData name="Muhammad Fikri Hasani" userId="ada500cb4dc7801b" providerId="LiveId" clId="{D615CD30-AEEA-4CB4-9CE8-295DA89B2605}" dt="2023-12-17T13:16:58.553" v="279" actId="20577"/>
          <ac:spMkLst>
            <pc:docMk/>
            <pc:sldMk cId="121173811" sldId="294"/>
            <ac:spMk id="3" creationId="{BB164CC9-F6D7-907D-98C2-AF99BB7CEF47}"/>
          </ac:spMkLst>
        </pc:spChg>
        <pc:spChg chg="mod">
          <ac:chgData name="Muhammad Fikri Hasani" userId="ada500cb4dc7801b" providerId="LiveId" clId="{D615CD30-AEEA-4CB4-9CE8-295DA89B2605}" dt="2023-12-17T13:24:01.068" v="567" actId="20577"/>
          <ac:spMkLst>
            <pc:docMk/>
            <pc:sldMk cId="121173811" sldId="294"/>
            <ac:spMk id="4" creationId="{97019F7C-26CB-2483-1E34-2978895A441A}"/>
          </ac:spMkLst>
        </pc:spChg>
      </pc:sldChg>
      <pc:sldChg chg="addSp modSp new mod">
        <pc:chgData name="Muhammad Fikri Hasani" userId="ada500cb4dc7801b" providerId="LiveId" clId="{D615CD30-AEEA-4CB4-9CE8-295DA89B2605}" dt="2023-12-17T13:35:37.905" v="1377" actId="20577"/>
        <pc:sldMkLst>
          <pc:docMk/>
          <pc:sldMk cId="867613883" sldId="295"/>
        </pc:sldMkLst>
        <pc:spChg chg="mod">
          <ac:chgData name="Muhammad Fikri Hasani" userId="ada500cb4dc7801b" providerId="LiveId" clId="{D615CD30-AEEA-4CB4-9CE8-295DA89B2605}" dt="2023-12-17T13:18:12.946" v="430" actId="20577"/>
          <ac:spMkLst>
            <pc:docMk/>
            <pc:sldMk cId="867613883" sldId="295"/>
            <ac:spMk id="2" creationId="{D0003EDB-16D4-2A4B-DB69-DA8D6E019178}"/>
          </ac:spMkLst>
        </pc:spChg>
        <pc:spChg chg="mod">
          <ac:chgData name="Muhammad Fikri Hasani" userId="ada500cb4dc7801b" providerId="LiveId" clId="{D615CD30-AEEA-4CB4-9CE8-295DA89B2605}" dt="2023-12-17T13:18:08.213" v="401" actId="20577"/>
          <ac:spMkLst>
            <pc:docMk/>
            <pc:sldMk cId="867613883" sldId="295"/>
            <ac:spMk id="3" creationId="{F1B91E8E-1D50-1363-4D4F-1FC2EF8D9985}"/>
          </ac:spMkLst>
        </pc:spChg>
        <pc:spChg chg="mod">
          <ac:chgData name="Muhammad Fikri Hasani" userId="ada500cb4dc7801b" providerId="LiveId" clId="{D615CD30-AEEA-4CB4-9CE8-295DA89B2605}" dt="2023-12-17T13:35:37.905" v="1377" actId="20577"/>
          <ac:spMkLst>
            <pc:docMk/>
            <pc:sldMk cId="867613883" sldId="295"/>
            <ac:spMk id="4" creationId="{50B0EDE0-EEC1-FBE3-3286-E9F4F8682CBD}"/>
          </ac:spMkLst>
        </pc:spChg>
        <pc:picChg chg="add mod">
          <ac:chgData name="Muhammad Fikri Hasani" userId="ada500cb4dc7801b" providerId="LiveId" clId="{D615CD30-AEEA-4CB4-9CE8-295DA89B2605}" dt="2023-12-17T13:32:54.247" v="1305" actId="1076"/>
          <ac:picMkLst>
            <pc:docMk/>
            <pc:sldMk cId="867613883" sldId="295"/>
            <ac:picMk id="6" creationId="{D58E0B98-73F6-1203-B03F-7D3D0D89768A}"/>
          </ac:picMkLst>
        </pc:picChg>
      </pc:sldChg>
      <pc:sldChg chg="addSp modSp new mod">
        <pc:chgData name="Muhammad Fikri Hasani" userId="ada500cb4dc7801b" providerId="LiveId" clId="{D615CD30-AEEA-4CB4-9CE8-295DA89B2605}" dt="2023-12-17T13:32:57.849" v="1306" actId="1076"/>
        <pc:sldMkLst>
          <pc:docMk/>
          <pc:sldMk cId="2096215077" sldId="296"/>
        </pc:sldMkLst>
        <pc:spChg chg="mod">
          <ac:chgData name="Muhammad Fikri Hasani" userId="ada500cb4dc7801b" providerId="LiveId" clId="{D615CD30-AEEA-4CB4-9CE8-295DA89B2605}" dt="2023-12-17T13:18:53.407" v="469" actId="20577"/>
          <ac:spMkLst>
            <pc:docMk/>
            <pc:sldMk cId="2096215077" sldId="296"/>
            <ac:spMk id="2" creationId="{299D9D9D-C980-9839-1821-F69F3BE74620}"/>
          </ac:spMkLst>
        </pc:spChg>
        <pc:spChg chg="mod">
          <ac:chgData name="Muhammad Fikri Hasani" userId="ada500cb4dc7801b" providerId="LiveId" clId="{D615CD30-AEEA-4CB4-9CE8-295DA89B2605}" dt="2023-12-17T13:18:49.606" v="448" actId="20577"/>
          <ac:spMkLst>
            <pc:docMk/>
            <pc:sldMk cId="2096215077" sldId="296"/>
            <ac:spMk id="3" creationId="{B017627D-EC7F-1AE1-2465-970D6665BAAA}"/>
          </ac:spMkLst>
        </pc:spChg>
        <pc:picChg chg="add mod">
          <ac:chgData name="Muhammad Fikri Hasani" userId="ada500cb4dc7801b" providerId="LiveId" clId="{D615CD30-AEEA-4CB4-9CE8-295DA89B2605}" dt="2023-12-17T13:32:57.849" v="1306" actId="1076"/>
          <ac:picMkLst>
            <pc:docMk/>
            <pc:sldMk cId="2096215077" sldId="296"/>
            <ac:picMk id="6" creationId="{E551A2BE-EA45-44AA-CD56-6DC7E0A55678}"/>
          </ac:picMkLst>
        </pc:picChg>
      </pc:sldChg>
      <pc:sldChg chg="addSp modSp new mod">
        <pc:chgData name="Muhammad Fikri Hasani" userId="ada500cb4dc7801b" providerId="LiveId" clId="{D615CD30-AEEA-4CB4-9CE8-295DA89B2605}" dt="2023-12-17T13:34:05.049" v="1357" actId="20577"/>
        <pc:sldMkLst>
          <pc:docMk/>
          <pc:sldMk cId="96657780" sldId="297"/>
        </pc:sldMkLst>
        <pc:spChg chg="mod">
          <ac:chgData name="Muhammad Fikri Hasani" userId="ada500cb4dc7801b" providerId="LiveId" clId="{D615CD30-AEEA-4CB4-9CE8-295DA89B2605}" dt="2023-12-17T13:27:38.553" v="675" actId="20577"/>
          <ac:spMkLst>
            <pc:docMk/>
            <pc:sldMk cId="96657780" sldId="297"/>
            <ac:spMk id="2" creationId="{193CA93C-045B-21BA-1F25-A85EE8D6566A}"/>
          </ac:spMkLst>
        </pc:spChg>
        <pc:spChg chg="mod">
          <ac:chgData name="Muhammad Fikri Hasani" userId="ada500cb4dc7801b" providerId="LiveId" clId="{D615CD30-AEEA-4CB4-9CE8-295DA89B2605}" dt="2023-12-17T13:34:05.049" v="1357" actId="20577"/>
          <ac:spMkLst>
            <pc:docMk/>
            <pc:sldMk cId="96657780" sldId="297"/>
            <ac:spMk id="3" creationId="{32D46436-0E69-D81E-B8AC-DCD3B46ECC78}"/>
          </ac:spMkLst>
        </pc:spChg>
        <pc:spChg chg="mod">
          <ac:chgData name="Muhammad Fikri Hasani" userId="ada500cb4dc7801b" providerId="LiveId" clId="{D615CD30-AEEA-4CB4-9CE8-295DA89B2605}" dt="2023-12-17T13:33:59.775" v="1345" actId="14100"/>
          <ac:spMkLst>
            <pc:docMk/>
            <pc:sldMk cId="96657780" sldId="297"/>
            <ac:spMk id="4" creationId="{B9E480FC-0D5B-FE5B-1EAC-D2D323B0EFDD}"/>
          </ac:spMkLst>
        </pc:spChg>
        <pc:spChg chg="add mod">
          <ac:chgData name="Muhammad Fikri Hasani" userId="ada500cb4dc7801b" providerId="LiveId" clId="{D615CD30-AEEA-4CB4-9CE8-295DA89B2605}" dt="2023-12-17T13:33:48.695" v="1340" actId="1076"/>
          <ac:spMkLst>
            <pc:docMk/>
            <pc:sldMk cId="96657780" sldId="297"/>
            <ac:spMk id="5" creationId="{D71C3918-FE17-035B-1D70-09DAA03BA005}"/>
          </ac:spMkLst>
        </pc:spChg>
      </pc:sldChg>
      <pc:sldChg chg="addSp delSp modSp new mod">
        <pc:chgData name="Muhammad Fikri Hasani" userId="ada500cb4dc7801b" providerId="LiveId" clId="{D615CD30-AEEA-4CB4-9CE8-295DA89B2605}" dt="2023-12-17T13:27:40.892" v="676"/>
        <pc:sldMkLst>
          <pc:docMk/>
          <pc:sldMk cId="1019672150" sldId="298"/>
        </pc:sldMkLst>
        <pc:spChg chg="mod">
          <ac:chgData name="Muhammad Fikri Hasani" userId="ada500cb4dc7801b" providerId="LiveId" clId="{D615CD30-AEEA-4CB4-9CE8-295DA89B2605}" dt="2023-12-17T13:27:40.892" v="676"/>
          <ac:spMkLst>
            <pc:docMk/>
            <pc:sldMk cId="1019672150" sldId="298"/>
            <ac:spMk id="2" creationId="{A6ED3A92-E0DF-757D-2489-023D36FBD36F}"/>
          </ac:spMkLst>
        </pc:spChg>
        <pc:spChg chg="mod">
          <ac:chgData name="Muhammad Fikri Hasani" userId="ada500cb4dc7801b" providerId="LiveId" clId="{D615CD30-AEEA-4CB4-9CE8-295DA89B2605}" dt="2023-12-17T13:25:16.499" v="598" actId="20577"/>
          <ac:spMkLst>
            <pc:docMk/>
            <pc:sldMk cId="1019672150" sldId="298"/>
            <ac:spMk id="3" creationId="{3370BBC0-83B9-0EF4-229B-1338F2342006}"/>
          </ac:spMkLst>
        </pc:spChg>
        <pc:spChg chg="add del">
          <ac:chgData name="Muhammad Fikri Hasani" userId="ada500cb4dc7801b" providerId="LiveId" clId="{D615CD30-AEEA-4CB4-9CE8-295DA89B2605}" dt="2023-12-17T13:25:24.628" v="604"/>
          <ac:spMkLst>
            <pc:docMk/>
            <pc:sldMk cId="1019672150" sldId="298"/>
            <ac:spMk id="4" creationId="{60F57569-8FC4-80B7-2349-4BCDEC0BCC4D}"/>
          </ac:spMkLst>
        </pc:spChg>
        <pc:spChg chg="add del mod">
          <ac:chgData name="Muhammad Fikri Hasani" userId="ada500cb4dc7801b" providerId="LiveId" clId="{D615CD30-AEEA-4CB4-9CE8-295DA89B2605}" dt="2023-12-17T13:25:19.308" v="602"/>
          <ac:spMkLst>
            <pc:docMk/>
            <pc:sldMk cId="1019672150" sldId="298"/>
            <ac:spMk id="5" creationId="{60D04E09-5A2A-9480-DE0D-CFEF9EBF9CF5}"/>
          </ac:spMkLst>
        </pc:spChg>
        <pc:spChg chg="add del mod">
          <ac:chgData name="Muhammad Fikri Hasani" userId="ada500cb4dc7801b" providerId="LiveId" clId="{D615CD30-AEEA-4CB4-9CE8-295DA89B2605}" dt="2023-12-17T13:27:26.517" v="652" actId="113"/>
          <ac:spMkLst>
            <pc:docMk/>
            <pc:sldMk cId="1019672150" sldId="298"/>
            <ac:spMk id="6" creationId="{83104D56-9125-FFF0-FCE7-31880975B5B5}"/>
          </ac:spMkLst>
        </pc:spChg>
        <pc:spChg chg="add del mod">
          <ac:chgData name="Muhammad Fikri Hasani" userId="ada500cb4dc7801b" providerId="LiveId" clId="{D615CD30-AEEA-4CB4-9CE8-295DA89B2605}" dt="2023-12-17T13:25:43.120" v="607"/>
          <ac:spMkLst>
            <pc:docMk/>
            <pc:sldMk cId="1019672150" sldId="298"/>
            <ac:spMk id="7" creationId="{5DF051DD-6433-D3AF-D3D4-1B07521B617E}"/>
          </ac:spMkLst>
        </pc:spChg>
      </pc:sldChg>
      <pc:sldChg chg="modSp new mod">
        <pc:chgData name="Muhammad Fikri Hasani" userId="ada500cb4dc7801b" providerId="LiveId" clId="{D615CD30-AEEA-4CB4-9CE8-295DA89B2605}" dt="2023-12-17T13:29:07.483" v="1036" actId="20577"/>
        <pc:sldMkLst>
          <pc:docMk/>
          <pc:sldMk cId="603208155" sldId="299"/>
        </pc:sldMkLst>
        <pc:spChg chg="mod">
          <ac:chgData name="Muhammad Fikri Hasani" userId="ada500cb4dc7801b" providerId="LiveId" clId="{D615CD30-AEEA-4CB4-9CE8-295DA89B2605}" dt="2023-12-17T13:29:07.483" v="1036" actId="20577"/>
          <ac:spMkLst>
            <pc:docMk/>
            <pc:sldMk cId="603208155" sldId="299"/>
            <ac:spMk id="2" creationId="{0FA2BEF2-2C81-A09C-0B4A-FCFE93E8F61A}"/>
          </ac:spMkLst>
        </pc:spChg>
        <pc:spChg chg="mod">
          <ac:chgData name="Muhammad Fikri Hasani" userId="ada500cb4dc7801b" providerId="LiveId" clId="{D615CD30-AEEA-4CB4-9CE8-295DA89B2605}" dt="2023-12-17T13:27:58.541" v="703" actId="20577"/>
          <ac:spMkLst>
            <pc:docMk/>
            <pc:sldMk cId="603208155" sldId="299"/>
            <ac:spMk id="3" creationId="{40649612-342D-F55F-6928-5CCEF260C59C}"/>
          </ac:spMkLst>
        </pc:spChg>
        <pc:spChg chg="mod">
          <ac:chgData name="Muhammad Fikri Hasani" userId="ada500cb4dc7801b" providerId="LiveId" clId="{D615CD30-AEEA-4CB4-9CE8-295DA89B2605}" dt="2023-12-17T13:29:02.772" v="1014" actId="255"/>
          <ac:spMkLst>
            <pc:docMk/>
            <pc:sldMk cId="603208155" sldId="299"/>
            <ac:spMk id="4" creationId="{E5AAB38A-39E9-2518-35D7-03970549D58A}"/>
          </ac:spMkLst>
        </pc:spChg>
      </pc:sldChg>
      <pc:sldChg chg="addSp delSp modSp new mod">
        <pc:chgData name="Muhammad Fikri Hasani" userId="ada500cb4dc7801b" providerId="LiveId" clId="{D615CD30-AEEA-4CB4-9CE8-295DA89B2605}" dt="2023-12-17T13:32:38.163" v="1302" actId="14100"/>
        <pc:sldMkLst>
          <pc:docMk/>
          <pc:sldMk cId="2535000756" sldId="300"/>
        </pc:sldMkLst>
        <pc:spChg chg="mod">
          <ac:chgData name="Muhammad Fikri Hasani" userId="ada500cb4dc7801b" providerId="LiveId" clId="{D615CD30-AEEA-4CB4-9CE8-295DA89B2605}" dt="2023-12-17T13:30:32.033" v="1271" actId="20577"/>
          <ac:spMkLst>
            <pc:docMk/>
            <pc:sldMk cId="2535000756" sldId="300"/>
            <ac:spMk id="2" creationId="{0E76F57B-B8F1-8AA6-E846-61959FA12B1E}"/>
          </ac:spMkLst>
        </pc:spChg>
        <pc:spChg chg="mod">
          <ac:chgData name="Muhammad Fikri Hasani" userId="ada500cb4dc7801b" providerId="LiveId" clId="{D615CD30-AEEA-4CB4-9CE8-295DA89B2605}" dt="2023-12-17T13:30:27.788" v="1243" actId="20577"/>
          <ac:spMkLst>
            <pc:docMk/>
            <pc:sldMk cId="2535000756" sldId="300"/>
            <ac:spMk id="3" creationId="{765714FE-8B3A-0506-E6F2-EB3D3146778E}"/>
          </ac:spMkLst>
        </pc:spChg>
        <pc:spChg chg="add del mod">
          <ac:chgData name="Muhammad Fikri Hasani" userId="ada500cb4dc7801b" providerId="LiveId" clId="{D615CD30-AEEA-4CB4-9CE8-295DA89B2605}" dt="2023-12-17T13:32:38.163" v="1302" actId="14100"/>
          <ac:spMkLst>
            <pc:docMk/>
            <pc:sldMk cId="2535000756" sldId="300"/>
            <ac:spMk id="4" creationId="{0E8EA0CB-D96D-5992-7F3F-1D469794A8DE}"/>
          </ac:spMkLst>
        </pc:spChg>
        <pc:spChg chg="add del mod">
          <ac:chgData name="Muhammad Fikri Hasani" userId="ada500cb4dc7801b" providerId="LiveId" clId="{D615CD30-AEEA-4CB4-9CE8-295DA89B2605}" dt="2023-12-17T13:31:41.138" v="1273"/>
          <ac:spMkLst>
            <pc:docMk/>
            <pc:sldMk cId="2535000756" sldId="300"/>
            <ac:spMk id="5" creationId="{57235929-C00B-8137-3044-5ACBFE856B2B}"/>
          </ac:spMkLst>
        </pc:spChg>
      </pc:sldChg>
      <pc:sldChg chg="new del">
        <pc:chgData name="Muhammad Fikri Hasani" userId="ada500cb4dc7801b" providerId="LiveId" clId="{D615CD30-AEEA-4CB4-9CE8-295DA89B2605}" dt="2023-12-17T13:33:34.824" v="1336" actId="47"/>
        <pc:sldMkLst>
          <pc:docMk/>
          <pc:sldMk cId="811219728" sldId="301"/>
        </pc:sldMkLst>
      </pc:sldChg>
    </pc:docChg>
  </pc:docChgLst>
  <pc:docChgLst>
    <pc:chgData name="Muhammad Fikri Hasani" userId="ada500cb4dc7801b" providerId="LiveId" clId="{7289CAA1-A7DD-4A65-81CB-CE9486EDF595}"/>
    <pc:docChg chg="undo redo custSel addSld delSld modSld sldOrd">
      <pc:chgData name="Muhammad Fikri Hasani" userId="ada500cb4dc7801b" providerId="LiveId" clId="{7289CAA1-A7DD-4A65-81CB-CE9486EDF595}" dt="2023-11-30T07:24:05.716" v="2464" actId="20577"/>
      <pc:docMkLst>
        <pc:docMk/>
      </pc:docMkLst>
      <pc:sldChg chg="modSp mod">
        <pc:chgData name="Muhammad Fikri Hasani" userId="ada500cb4dc7801b" providerId="LiveId" clId="{7289CAA1-A7DD-4A65-81CB-CE9486EDF595}" dt="2023-11-30T03:38:09.280" v="91" actId="20577"/>
        <pc:sldMkLst>
          <pc:docMk/>
          <pc:sldMk cId="3807564589" sldId="256"/>
        </pc:sldMkLst>
        <pc:spChg chg="mod">
          <ac:chgData name="Muhammad Fikri Hasani" userId="ada500cb4dc7801b" providerId="LiveId" clId="{7289CAA1-A7DD-4A65-81CB-CE9486EDF595}" dt="2023-11-30T03:38:09.280" v="91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Muhammad Fikri Hasani" userId="ada500cb4dc7801b" providerId="LiveId" clId="{7289CAA1-A7DD-4A65-81CB-CE9486EDF595}" dt="2023-11-30T03:37:56.409" v="35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Muhammad Fikri Hasani" userId="ada500cb4dc7801b" providerId="LiveId" clId="{7289CAA1-A7DD-4A65-81CB-CE9486EDF595}" dt="2023-11-30T03:39:28.888" v="165" actId="20577"/>
        <pc:sldMkLst>
          <pc:docMk/>
          <pc:sldMk cId="2766454393" sldId="257"/>
        </pc:sldMkLst>
        <pc:spChg chg="mod">
          <ac:chgData name="Muhammad Fikri Hasani" userId="ada500cb4dc7801b" providerId="LiveId" clId="{7289CAA1-A7DD-4A65-81CB-CE9486EDF595}" dt="2023-11-30T03:39:28.888" v="165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modSp del mod">
        <pc:chgData name="Muhammad Fikri Hasani" userId="ada500cb4dc7801b" providerId="LiveId" clId="{7289CAA1-A7DD-4A65-81CB-CE9486EDF595}" dt="2023-11-30T04:53:42.708" v="989" actId="47"/>
        <pc:sldMkLst>
          <pc:docMk/>
          <pc:sldMk cId="3394860097" sldId="258"/>
        </pc:sldMkLst>
        <pc:spChg chg="mod">
          <ac:chgData name="Muhammad Fikri Hasani" userId="ada500cb4dc7801b" providerId="LiveId" clId="{7289CAA1-A7DD-4A65-81CB-CE9486EDF595}" dt="2023-11-30T04:31:25.684" v="189"/>
          <ac:spMkLst>
            <pc:docMk/>
            <pc:sldMk cId="3394860097" sldId="258"/>
            <ac:spMk id="2" creationId="{289FF438-5239-62F5-D304-1AC907B8B598}"/>
          </ac:spMkLst>
        </pc:spChg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3364548115" sldId="259"/>
        </pc:sldMkLst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1790487730" sldId="260"/>
        </pc:sldMkLst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1406669853" sldId="261"/>
        </pc:sldMkLst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1658221687" sldId="262"/>
        </pc:sldMkLst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3610995723" sldId="263"/>
        </pc:sldMkLst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1752434085" sldId="264"/>
        </pc:sldMkLst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727080427" sldId="265"/>
        </pc:sldMkLst>
      </pc:sldChg>
      <pc:sldChg chg="del">
        <pc:chgData name="Muhammad Fikri Hasani" userId="ada500cb4dc7801b" providerId="LiveId" clId="{7289CAA1-A7DD-4A65-81CB-CE9486EDF595}" dt="2023-11-30T04:53:17.102" v="985" actId="2696"/>
        <pc:sldMkLst>
          <pc:docMk/>
          <pc:sldMk cId="3742849252" sldId="266"/>
        </pc:sldMkLst>
      </pc:sldChg>
      <pc:sldChg chg="add del">
        <pc:chgData name="Muhammad Fikri Hasani" userId="ada500cb4dc7801b" providerId="LiveId" clId="{7289CAA1-A7DD-4A65-81CB-CE9486EDF595}" dt="2023-11-30T04:53:41.314" v="988" actId="47"/>
        <pc:sldMkLst>
          <pc:docMk/>
          <pc:sldMk cId="210008908" sldId="267"/>
        </pc:sldMkLst>
      </pc:sldChg>
      <pc:sldChg chg="add del">
        <pc:chgData name="Muhammad Fikri Hasani" userId="ada500cb4dc7801b" providerId="LiveId" clId="{7289CAA1-A7DD-4A65-81CB-CE9486EDF595}" dt="2023-11-30T04:53:41.314" v="988" actId="47"/>
        <pc:sldMkLst>
          <pc:docMk/>
          <pc:sldMk cId="4106888810" sldId="268"/>
        </pc:sldMkLst>
      </pc:sldChg>
      <pc:sldChg chg="modSp add del mod">
        <pc:chgData name="Muhammad Fikri Hasani" userId="ada500cb4dc7801b" providerId="LiveId" clId="{7289CAA1-A7DD-4A65-81CB-CE9486EDF595}" dt="2023-11-30T04:53:53.464" v="991"/>
        <pc:sldMkLst>
          <pc:docMk/>
          <pc:sldMk cId="3484259326" sldId="270"/>
        </pc:sldMkLst>
        <pc:spChg chg="mod">
          <ac:chgData name="Muhammad Fikri Hasani" userId="ada500cb4dc7801b" providerId="LiveId" clId="{7289CAA1-A7DD-4A65-81CB-CE9486EDF595}" dt="2023-11-30T04:53:53.464" v="991"/>
          <ac:spMkLst>
            <pc:docMk/>
            <pc:sldMk cId="3484259326" sldId="270"/>
            <ac:spMk id="2" creationId="{F082800A-FE45-B0BC-EC0B-B623A0393002}"/>
          </ac:spMkLst>
        </pc:spChg>
      </pc:sldChg>
      <pc:sldChg chg="del">
        <pc:chgData name="Muhammad Fikri Hasani" userId="ada500cb4dc7801b" providerId="LiveId" clId="{7289CAA1-A7DD-4A65-81CB-CE9486EDF595}" dt="2023-11-30T04:53:46.048" v="990" actId="47"/>
        <pc:sldMkLst>
          <pc:docMk/>
          <pc:sldMk cId="1821762966" sldId="271"/>
        </pc:sldMkLst>
      </pc:sldChg>
      <pc:sldChg chg="del">
        <pc:chgData name="Muhammad Fikri Hasani" userId="ada500cb4dc7801b" providerId="LiveId" clId="{7289CAA1-A7DD-4A65-81CB-CE9486EDF595}" dt="2023-11-30T04:53:46.048" v="990" actId="47"/>
        <pc:sldMkLst>
          <pc:docMk/>
          <pc:sldMk cId="2873969985" sldId="272"/>
        </pc:sldMkLst>
      </pc:sldChg>
      <pc:sldChg chg="add del">
        <pc:chgData name="Muhammad Fikri Hasani" userId="ada500cb4dc7801b" providerId="LiveId" clId="{7289CAA1-A7DD-4A65-81CB-CE9486EDF595}" dt="2023-11-30T04:53:46.048" v="990" actId="47"/>
        <pc:sldMkLst>
          <pc:docMk/>
          <pc:sldMk cId="1117770923" sldId="273"/>
        </pc:sldMkLst>
      </pc:sldChg>
      <pc:sldChg chg="del">
        <pc:chgData name="Muhammad Fikri Hasani" userId="ada500cb4dc7801b" providerId="LiveId" clId="{7289CAA1-A7DD-4A65-81CB-CE9486EDF595}" dt="2023-11-30T04:53:46.048" v="990" actId="47"/>
        <pc:sldMkLst>
          <pc:docMk/>
          <pc:sldMk cId="2210744361" sldId="274"/>
        </pc:sldMkLst>
      </pc:sldChg>
      <pc:sldChg chg="del">
        <pc:chgData name="Muhammad Fikri Hasani" userId="ada500cb4dc7801b" providerId="LiveId" clId="{7289CAA1-A7DD-4A65-81CB-CE9486EDF595}" dt="2023-11-30T04:53:46.048" v="990" actId="47"/>
        <pc:sldMkLst>
          <pc:docMk/>
          <pc:sldMk cId="725306543" sldId="275"/>
        </pc:sldMkLst>
      </pc:sldChg>
      <pc:sldChg chg="modSp add del mod">
        <pc:chgData name="Muhammad Fikri Hasani" userId="ada500cb4dc7801b" providerId="LiveId" clId="{7289CAA1-A7DD-4A65-81CB-CE9486EDF595}" dt="2023-11-30T06:47:44.855" v="2043"/>
        <pc:sldMkLst>
          <pc:docMk/>
          <pc:sldMk cId="4241519096" sldId="276"/>
        </pc:sldMkLst>
        <pc:spChg chg="mod">
          <ac:chgData name="Muhammad Fikri Hasani" userId="ada500cb4dc7801b" providerId="LiveId" clId="{7289CAA1-A7DD-4A65-81CB-CE9486EDF595}" dt="2023-11-30T06:47:44.855" v="2043"/>
          <ac:spMkLst>
            <pc:docMk/>
            <pc:sldMk cId="4241519096" sldId="276"/>
            <ac:spMk id="2" creationId="{0DAAB851-F856-1157-09C2-E013941F38F3}"/>
          </ac:spMkLst>
        </pc:spChg>
      </pc:sldChg>
      <pc:sldChg chg="modSp mod">
        <pc:chgData name="Muhammad Fikri Hasani" userId="ada500cb4dc7801b" providerId="LiveId" clId="{7289CAA1-A7DD-4A65-81CB-CE9486EDF595}" dt="2023-11-30T06:47:26.212" v="2039" actId="20577"/>
        <pc:sldMkLst>
          <pc:docMk/>
          <pc:sldMk cId="2384352061" sldId="277"/>
        </pc:sldMkLst>
        <pc:spChg chg="mod">
          <ac:chgData name="Muhammad Fikri Hasani" userId="ada500cb4dc7801b" providerId="LiveId" clId="{7289CAA1-A7DD-4A65-81CB-CE9486EDF595}" dt="2023-11-30T06:47:26.212" v="2039" actId="20577"/>
          <ac:spMkLst>
            <pc:docMk/>
            <pc:sldMk cId="2384352061" sldId="277"/>
            <ac:spMk id="2" creationId="{73C2FCB8-08B1-1061-B648-71B1FB85D2E9}"/>
          </ac:spMkLst>
        </pc:spChg>
        <pc:spChg chg="mod">
          <ac:chgData name="Muhammad Fikri Hasani" userId="ada500cb4dc7801b" providerId="LiveId" clId="{7289CAA1-A7DD-4A65-81CB-CE9486EDF595}" dt="2023-11-30T04:29:15.452" v="181" actId="20577"/>
          <ac:spMkLst>
            <pc:docMk/>
            <pc:sldMk cId="2384352061" sldId="277"/>
            <ac:spMk id="3" creationId="{43C5AB45-631D-E54A-5C40-80510744A058}"/>
          </ac:spMkLst>
        </pc:spChg>
        <pc:spChg chg="mod">
          <ac:chgData name="Muhammad Fikri Hasani" userId="ada500cb4dc7801b" providerId="LiveId" clId="{7289CAA1-A7DD-4A65-81CB-CE9486EDF595}" dt="2023-11-30T04:31:35.603" v="191"/>
          <ac:spMkLst>
            <pc:docMk/>
            <pc:sldMk cId="2384352061" sldId="277"/>
            <ac:spMk id="4" creationId="{DB514F26-319B-72E9-ED03-F51DF0225757}"/>
          </ac:spMkLst>
        </pc:spChg>
      </pc:sldChg>
      <pc:sldChg chg="del">
        <pc:chgData name="Muhammad Fikri Hasani" userId="ada500cb4dc7801b" providerId="LiveId" clId="{7289CAA1-A7DD-4A65-81CB-CE9486EDF595}" dt="2023-11-30T04:53:46.048" v="990" actId="47"/>
        <pc:sldMkLst>
          <pc:docMk/>
          <pc:sldMk cId="1371242533" sldId="278"/>
        </pc:sldMkLst>
      </pc:sldChg>
      <pc:sldChg chg="addSp modSp new mod">
        <pc:chgData name="Muhammad Fikri Hasani" userId="ada500cb4dc7801b" providerId="LiveId" clId="{7289CAA1-A7DD-4A65-81CB-CE9486EDF595}" dt="2023-11-30T05:17:29.667" v="1238"/>
        <pc:sldMkLst>
          <pc:docMk/>
          <pc:sldMk cId="1439878105" sldId="279"/>
        </pc:sldMkLst>
        <pc:spChg chg="mod">
          <ac:chgData name="Muhammad Fikri Hasani" userId="ada500cb4dc7801b" providerId="LiveId" clId="{7289CAA1-A7DD-4A65-81CB-CE9486EDF595}" dt="2023-11-30T05:17:29.667" v="1238"/>
          <ac:spMkLst>
            <pc:docMk/>
            <pc:sldMk cId="1439878105" sldId="279"/>
            <ac:spMk id="2" creationId="{5C6FB119-ADA8-E64A-DFB7-F5B216037D0A}"/>
          </ac:spMkLst>
        </pc:spChg>
        <pc:spChg chg="mod">
          <ac:chgData name="Muhammad Fikri Hasani" userId="ada500cb4dc7801b" providerId="LiveId" clId="{7289CAA1-A7DD-4A65-81CB-CE9486EDF595}" dt="2023-11-30T04:37:23.595" v="259" actId="20577"/>
          <ac:spMkLst>
            <pc:docMk/>
            <pc:sldMk cId="1439878105" sldId="279"/>
            <ac:spMk id="3" creationId="{4C13D832-49D1-2F50-42FA-298C3802221B}"/>
          </ac:spMkLst>
        </pc:spChg>
        <pc:spChg chg="mod">
          <ac:chgData name="Muhammad Fikri Hasani" userId="ada500cb4dc7801b" providerId="LiveId" clId="{7289CAA1-A7DD-4A65-81CB-CE9486EDF595}" dt="2023-11-30T04:46:30.251" v="655" actId="20577"/>
          <ac:spMkLst>
            <pc:docMk/>
            <pc:sldMk cId="1439878105" sldId="279"/>
            <ac:spMk id="4" creationId="{6C31EFC7-1D80-4CEF-231F-2C6A6551AE67}"/>
          </ac:spMkLst>
        </pc:spChg>
        <pc:spChg chg="add mod">
          <ac:chgData name="Muhammad Fikri Hasani" userId="ada500cb4dc7801b" providerId="LiveId" clId="{7289CAA1-A7DD-4A65-81CB-CE9486EDF595}" dt="2023-11-30T04:42:23.499" v="429" actId="255"/>
          <ac:spMkLst>
            <pc:docMk/>
            <pc:sldMk cId="1439878105" sldId="279"/>
            <ac:spMk id="5" creationId="{D28390AE-93CF-0D0D-6845-2252BFA7C86F}"/>
          </ac:spMkLst>
        </pc:spChg>
        <pc:spChg chg="add mod">
          <ac:chgData name="Muhammad Fikri Hasani" userId="ada500cb4dc7801b" providerId="LiveId" clId="{7289CAA1-A7DD-4A65-81CB-CE9486EDF595}" dt="2023-11-30T04:45:19.456" v="618" actId="14100"/>
          <ac:spMkLst>
            <pc:docMk/>
            <pc:sldMk cId="1439878105" sldId="279"/>
            <ac:spMk id="8" creationId="{A5D0BFF0-AAF7-23FB-9E3A-84EAB46DA061}"/>
          </ac:spMkLst>
        </pc:spChg>
        <pc:spChg chg="add mod">
          <ac:chgData name="Muhammad Fikri Hasani" userId="ada500cb4dc7801b" providerId="LiveId" clId="{7289CAA1-A7DD-4A65-81CB-CE9486EDF595}" dt="2023-11-30T04:47:34.671" v="847" actId="2711"/>
          <ac:spMkLst>
            <pc:docMk/>
            <pc:sldMk cId="1439878105" sldId="279"/>
            <ac:spMk id="11" creationId="{B5E18EDF-2E10-59E7-E8B7-B4D6B62E1D6C}"/>
          </ac:spMkLst>
        </pc:spChg>
        <pc:picChg chg="add mod">
          <ac:chgData name="Muhammad Fikri Hasani" userId="ada500cb4dc7801b" providerId="LiveId" clId="{7289CAA1-A7DD-4A65-81CB-CE9486EDF595}" dt="2023-11-30T04:42:29.098" v="431" actId="1076"/>
          <ac:picMkLst>
            <pc:docMk/>
            <pc:sldMk cId="1439878105" sldId="279"/>
            <ac:picMk id="7" creationId="{CDC7AF07-A42F-C98B-1A22-080DDFEF4E60}"/>
          </ac:picMkLst>
        </pc:picChg>
        <pc:picChg chg="add mod">
          <ac:chgData name="Muhammad Fikri Hasani" userId="ada500cb4dc7801b" providerId="LiveId" clId="{7289CAA1-A7DD-4A65-81CB-CE9486EDF595}" dt="2023-11-30T04:45:14.891" v="617" actId="1076"/>
          <ac:picMkLst>
            <pc:docMk/>
            <pc:sldMk cId="1439878105" sldId="279"/>
            <ac:picMk id="10" creationId="{39C00CA3-5803-F711-0378-B964619A4483}"/>
          </ac:picMkLst>
        </pc:picChg>
        <pc:picChg chg="add mod">
          <ac:chgData name="Muhammad Fikri Hasani" userId="ada500cb4dc7801b" providerId="LiveId" clId="{7289CAA1-A7DD-4A65-81CB-CE9486EDF595}" dt="2023-11-30T04:48:09.310" v="850" actId="1076"/>
          <ac:picMkLst>
            <pc:docMk/>
            <pc:sldMk cId="1439878105" sldId="279"/>
            <ac:picMk id="13" creationId="{EC8F6C8C-58F9-EED9-8F62-B4FE4CAF81F5}"/>
          </ac:picMkLst>
        </pc:picChg>
      </pc:sldChg>
      <pc:sldChg chg="modSp add mod">
        <pc:chgData name="Muhammad Fikri Hasani" userId="ada500cb4dc7801b" providerId="LiveId" clId="{7289CAA1-A7DD-4A65-81CB-CE9486EDF595}" dt="2023-11-30T06:47:35.903" v="2040"/>
        <pc:sldMkLst>
          <pc:docMk/>
          <pc:sldMk cId="4010233470" sldId="280"/>
        </pc:sldMkLst>
        <pc:spChg chg="mod">
          <ac:chgData name="Muhammad Fikri Hasani" userId="ada500cb4dc7801b" providerId="LiveId" clId="{7289CAA1-A7DD-4A65-81CB-CE9486EDF595}" dt="2023-11-30T06:47:35.903" v="2040"/>
          <ac:spMkLst>
            <pc:docMk/>
            <pc:sldMk cId="4010233470" sldId="280"/>
            <ac:spMk id="2" creationId="{73C2FCB8-08B1-1061-B648-71B1FB85D2E9}"/>
          </ac:spMkLst>
        </pc:spChg>
        <pc:spChg chg="mod">
          <ac:chgData name="Muhammad Fikri Hasani" userId="ada500cb4dc7801b" providerId="LiveId" clId="{7289CAA1-A7DD-4A65-81CB-CE9486EDF595}" dt="2023-11-30T04:33:09.225" v="226" actId="20577"/>
          <ac:spMkLst>
            <pc:docMk/>
            <pc:sldMk cId="4010233470" sldId="280"/>
            <ac:spMk id="4" creationId="{DB514F26-319B-72E9-ED03-F51DF0225757}"/>
          </ac:spMkLst>
        </pc:spChg>
      </pc:sldChg>
      <pc:sldChg chg="modSp add del mod">
        <pc:chgData name="Muhammad Fikri Hasani" userId="ada500cb4dc7801b" providerId="LiveId" clId="{7289CAA1-A7DD-4A65-81CB-CE9486EDF595}" dt="2023-11-30T06:47:37.806" v="2041"/>
        <pc:sldMkLst>
          <pc:docMk/>
          <pc:sldMk cId="3153192529" sldId="281"/>
        </pc:sldMkLst>
        <pc:spChg chg="mod">
          <ac:chgData name="Muhammad Fikri Hasani" userId="ada500cb4dc7801b" providerId="LiveId" clId="{7289CAA1-A7DD-4A65-81CB-CE9486EDF595}" dt="2023-11-30T06:47:37.806" v="2041"/>
          <ac:spMkLst>
            <pc:docMk/>
            <pc:sldMk cId="3153192529" sldId="281"/>
            <ac:spMk id="2" creationId="{73C2FCB8-08B1-1061-B648-71B1FB85D2E9}"/>
          </ac:spMkLst>
        </pc:spChg>
        <pc:spChg chg="mod">
          <ac:chgData name="Muhammad Fikri Hasani" userId="ada500cb4dc7801b" providerId="LiveId" clId="{7289CAA1-A7DD-4A65-81CB-CE9486EDF595}" dt="2023-11-30T04:48:34.694" v="859" actId="1076"/>
          <ac:spMkLst>
            <pc:docMk/>
            <pc:sldMk cId="3153192529" sldId="281"/>
            <ac:spMk id="4" creationId="{DB514F26-319B-72E9-ED03-F51DF0225757}"/>
          </ac:spMkLst>
        </pc:spChg>
      </pc:sldChg>
      <pc:sldChg chg="add del">
        <pc:chgData name="Muhammad Fikri Hasani" userId="ada500cb4dc7801b" providerId="LiveId" clId="{7289CAA1-A7DD-4A65-81CB-CE9486EDF595}" dt="2023-11-30T04:49:05.847" v="864" actId="47"/>
        <pc:sldMkLst>
          <pc:docMk/>
          <pc:sldMk cId="2630632913" sldId="282"/>
        </pc:sldMkLst>
      </pc:sldChg>
      <pc:sldChg chg="modSp add mod ord">
        <pc:chgData name="Muhammad Fikri Hasani" userId="ada500cb4dc7801b" providerId="LiveId" clId="{7289CAA1-A7DD-4A65-81CB-CE9486EDF595}" dt="2023-11-30T06:47:40.107" v="2042"/>
        <pc:sldMkLst>
          <pc:docMk/>
          <pc:sldMk cId="908356987" sldId="283"/>
        </pc:sldMkLst>
        <pc:spChg chg="mod">
          <ac:chgData name="Muhammad Fikri Hasani" userId="ada500cb4dc7801b" providerId="LiveId" clId="{7289CAA1-A7DD-4A65-81CB-CE9486EDF595}" dt="2023-11-30T06:47:40.107" v="2042"/>
          <ac:spMkLst>
            <pc:docMk/>
            <pc:sldMk cId="908356987" sldId="283"/>
            <ac:spMk id="2" creationId="{73C2FCB8-08B1-1061-B648-71B1FB85D2E9}"/>
          </ac:spMkLst>
        </pc:spChg>
        <pc:spChg chg="mod">
          <ac:chgData name="Muhammad Fikri Hasani" userId="ada500cb4dc7801b" providerId="LiveId" clId="{7289CAA1-A7DD-4A65-81CB-CE9486EDF595}" dt="2023-11-30T04:53:58.617" v="997" actId="20577"/>
          <ac:spMkLst>
            <pc:docMk/>
            <pc:sldMk cId="908356987" sldId="283"/>
            <ac:spMk id="3" creationId="{43C5AB45-631D-E54A-5C40-80510744A058}"/>
          </ac:spMkLst>
        </pc:spChg>
        <pc:spChg chg="mod">
          <ac:chgData name="Muhammad Fikri Hasani" userId="ada500cb4dc7801b" providerId="LiveId" clId="{7289CAA1-A7DD-4A65-81CB-CE9486EDF595}" dt="2023-11-30T04:53:06.355" v="984" actId="20577"/>
          <ac:spMkLst>
            <pc:docMk/>
            <pc:sldMk cId="908356987" sldId="283"/>
            <ac:spMk id="4" creationId="{DB514F26-319B-72E9-ED03-F51DF0225757}"/>
          </ac:spMkLst>
        </pc:spChg>
      </pc:sldChg>
      <pc:sldChg chg="addSp delSp modSp new mod">
        <pc:chgData name="Muhammad Fikri Hasani" userId="ada500cb4dc7801b" providerId="LiveId" clId="{7289CAA1-A7DD-4A65-81CB-CE9486EDF595}" dt="2023-11-30T06:47:46.725" v="2044"/>
        <pc:sldMkLst>
          <pc:docMk/>
          <pc:sldMk cId="3098031252" sldId="284"/>
        </pc:sldMkLst>
        <pc:spChg chg="mod">
          <ac:chgData name="Muhammad Fikri Hasani" userId="ada500cb4dc7801b" providerId="LiveId" clId="{7289CAA1-A7DD-4A65-81CB-CE9486EDF595}" dt="2023-11-30T06:47:46.725" v="2044"/>
          <ac:spMkLst>
            <pc:docMk/>
            <pc:sldMk cId="3098031252" sldId="284"/>
            <ac:spMk id="2" creationId="{B52C09C5-352B-48CD-3826-833FAD8067FD}"/>
          </ac:spMkLst>
        </pc:spChg>
        <pc:spChg chg="mod">
          <ac:chgData name="Muhammad Fikri Hasani" userId="ada500cb4dc7801b" providerId="LiveId" clId="{7289CAA1-A7DD-4A65-81CB-CE9486EDF595}" dt="2023-11-30T05:15:13.814" v="1117" actId="20577"/>
          <ac:spMkLst>
            <pc:docMk/>
            <pc:sldMk cId="3098031252" sldId="284"/>
            <ac:spMk id="3" creationId="{9CADE388-8C42-D1F7-9D58-DA9A79270CE5}"/>
          </ac:spMkLst>
        </pc:spChg>
        <pc:spChg chg="mod">
          <ac:chgData name="Muhammad Fikri Hasani" userId="ada500cb4dc7801b" providerId="LiveId" clId="{7289CAA1-A7DD-4A65-81CB-CE9486EDF595}" dt="2023-11-30T05:34:44.619" v="1558" actId="20577"/>
          <ac:spMkLst>
            <pc:docMk/>
            <pc:sldMk cId="3098031252" sldId="284"/>
            <ac:spMk id="4" creationId="{DEAFC48F-73C6-FD37-431C-2E122488EA79}"/>
          </ac:spMkLst>
        </pc:spChg>
        <pc:spChg chg="add del">
          <ac:chgData name="Muhammad Fikri Hasani" userId="ada500cb4dc7801b" providerId="LiveId" clId="{7289CAA1-A7DD-4A65-81CB-CE9486EDF595}" dt="2023-11-30T05:27:03.042" v="1386" actId="22"/>
          <ac:spMkLst>
            <pc:docMk/>
            <pc:sldMk cId="3098031252" sldId="284"/>
            <ac:spMk id="8" creationId="{553487F2-126B-784C-9C07-845DAA9CC469}"/>
          </ac:spMkLst>
        </pc:spChg>
        <pc:picChg chg="add mod">
          <ac:chgData name="Muhammad Fikri Hasani" userId="ada500cb4dc7801b" providerId="LiveId" clId="{7289CAA1-A7DD-4A65-81CB-CE9486EDF595}" dt="2023-11-30T05:15:46.949" v="1204" actId="1076"/>
          <ac:picMkLst>
            <pc:docMk/>
            <pc:sldMk cId="3098031252" sldId="284"/>
            <ac:picMk id="6" creationId="{69360710-CE9E-CA30-D872-707A3DD77253}"/>
          </ac:picMkLst>
        </pc:picChg>
      </pc:sldChg>
      <pc:sldChg chg="addSp delSp modSp new mod">
        <pc:chgData name="Muhammad Fikri Hasani" userId="ada500cb4dc7801b" providerId="LiveId" clId="{7289CAA1-A7DD-4A65-81CB-CE9486EDF595}" dt="2023-11-30T07:23:45.651" v="2437" actId="1076"/>
        <pc:sldMkLst>
          <pc:docMk/>
          <pc:sldMk cId="1100834960" sldId="285"/>
        </pc:sldMkLst>
        <pc:spChg chg="mod">
          <ac:chgData name="Muhammad Fikri Hasani" userId="ada500cb4dc7801b" providerId="LiveId" clId="{7289CAA1-A7DD-4A65-81CB-CE9486EDF595}" dt="2023-11-30T06:47:49.536" v="2045"/>
          <ac:spMkLst>
            <pc:docMk/>
            <pc:sldMk cId="1100834960" sldId="285"/>
            <ac:spMk id="2" creationId="{53C0B9CD-C49D-6A81-607E-21AA4F183D1C}"/>
          </ac:spMkLst>
        </pc:spChg>
        <pc:spChg chg="mod">
          <ac:chgData name="Muhammad Fikri Hasani" userId="ada500cb4dc7801b" providerId="LiveId" clId="{7289CAA1-A7DD-4A65-81CB-CE9486EDF595}" dt="2023-11-30T05:22:51.339" v="1257" actId="20577"/>
          <ac:spMkLst>
            <pc:docMk/>
            <pc:sldMk cId="1100834960" sldId="285"/>
            <ac:spMk id="3" creationId="{B608ED00-074D-A0DC-A4EB-24044479C37F}"/>
          </ac:spMkLst>
        </pc:spChg>
        <pc:spChg chg="mod">
          <ac:chgData name="Muhammad Fikri Hasani" userId="ada500cb4dc7801b" providerId="LiveId" clId="{7289CAA1-A7DD-4A65-81CB-CE9486EDF595}" dt="2023-11-30T07:22:44.187" v="2426" actId="20577"/>
          <ac:spMkLst>
            <pc:docMk/>
            <pc:sldMk cId="1100834960" sldId="285"/>
            <ac:spMk id="4" creationId="{921A43A4-49E4-DA91-E164-D0E08E555C5E}"/>
          </ac:spMkLst>
        </pc:spChg>
        <pc:picChg chg="add mod">
          <ac:chgData name="Muhammad Fikri Hasani" userId="ada500cb4dc7801b" providerId="LiveId" clId="{7289CAA1-A7DD-4A65-81CB-CE9486EDF595}" dt="2023-11-30T07:22:42.153" v="2423" actId="1076"/>
          <ac:picMkLst>
            <pc:docMk/>
            <pc:sldMk cId="1100834960" sldId="285"/>
            <ac:picMk id="6" creationId="{C851895F-191B-DE79-BD39-507BC5B44FA5}"/>
          </ac:picMkLst>
        </pc:picChg>
        <pc:picChg chg="add mod">
          <ac:chgData name="Muhammad Fikri Hasani" userId="ada500cb4dc7801b" providerId="LiveId" clId="{7289CAA1-A7DD-4A65-81CB-CE9486EDF595}" dt="2023-11-30T07:22:49.349" v="2429" actId="1076"/>
          <ac:picMkLst>
            <pc:docMk/>
            <pc:sldMk cId="1100834960" sldId="285"/>
            <ac:picMk id="8" creationId="{CDB0B262-422C-B40D-F960-663CF72E83FE}"/>
          </ac:picMkLst>
        </pc:picChg>
        <pc:picChg chg="add del mod">
          <ac:chgData name="Muhammad Fikri Hasani" userId="ada500cb4dc7801b" providerId="LiveId" clId="{7289CAA1-A7DD-4A65-81CB-CE9486EDF595}" dt="2023-11-30T07:23:25.751" v="2431" actId="478"/>
          <ac:picMkLst>
            <pc:docMk/>
            <pc:sldMk cId="1100834960" sldId="285"/>
            <ac:picMk id="10" creationId="{2614B912-6AF6-A11C-DD67-F99D3E61E1D4}"/>
          </ac:picMkLst>
        </pc:picChg>
        <pc:picChg chg="add mod">
          <ac:chgData name="Muhammad Fikri Hasani" userId="ada500cb4dc7801b" providerId="LiveId" clId="{7289CAA1-A7DD-4A65-81CB-CE9486EDF595}" dt="2023-11-30T07:23:29.314" v="2434" actId="1076"/>
          <ac:picMkLst>
            <pc:docMk/>
            <pc:sldMk cId="1100834960" sldId="285"/>
            <ac:picMk id="12" creationId="{5F8573EA-2E2B-16BC-BA78-E0E62088B264}"/>
          </ac:picMkLst>
        </pc:picChg>
        <pc:picChg chg="add mod">
          <ac:chgData name="Muhammad Fikri Hasani" userId="ada500cb4dc7801b" providerId="LiveId" clId="{7289CAA1-A7DD-4A65-81CB-CE9486EDF595}" dt="2023-11-30T07:23:45.651" v="2437" actId="1076"/>
          <ac:picMkLst>
            <pc:docMk/>
            <pc:sldMk cId="1100834960" sldId="285"/>
            <ac:picMk id="14" creationId="{EBE17279-0554-4B0B-1DC1-6EBC16C7F0A0}"/>
          </ac:picMkLst>
        </pc:picChg>
      </pc:sldChg>
      <pc:sldChg chg="addSp modSp new mod">
        <pc:chgData name="Muhammad Fikri Hasani" userId="ada500cb4dc7801b" providerId="LiveId" clId="{7289CAA1-A7DD-4A65-81CB-CE9486EDF595}" dt="2023-11-30T07:21:11.436" v="2352" actId="20577"/>
        <pc:sldMkLst>
          <pc:docMk/>
          <pc:sldMk cId="3467132677" sldId="286"/>
        </pc:sldMkLst>
        <pc:spChg chg="mod">
          <ac:chgData name="Muhammad Fikri Hasani" userId="ada500cb4dc7801b" providerId="LiveId" clId="{7289CAA1-A7DD-4A65-81CB-CE9486EDF595}" dt="2023-11-30T06:47:54.639" v="2046"/>
          <ac:spMkLst>
            <pc:docMk/>
            <pc:sldMk cId="3467132677" sldId="286"/>
            <ac:spMk id="2" creationId="{F4C30703-9C40-3B49-5EA3-E79CCC741C72}"/>
          </ac:spMkLst>
        </pc:spChg>
        <pc:spChg chg="mod">
          <ac:chgData name="Muhammad Fikri Hasani" userId="ada500cb4dc7801b" providerId="LiveId" clId="{7289CAA1-A7DD-4A65-81CB-CE9486EDF595}" dt="2023-11-30T05:32:39.096" v="1459" actId="20577"/>
          <ac:spMkLst>
            <pc:docMk/>
            <pc:sldMk cId="3467132677" sldId="286"/>
            <ac:spMk id="3" creationId="{6E6D4FCF-F8BB-DDAE-8E05-8E68C9C1A88E}"/>
          </ac:spMkLst>
        </pc:spChg>
        <pc:spChg chg="mod">
          <ac:chgData name="Muhammad Fikri Hasani" userId="ada500cb4dc7801b" providerId="LiveId" clId="{7289CAA1-A7DD-4A65-81CB-CE9486EDF595}" dt="2023-11-30T07:21:11.436" v="2352" actId="20577"/>
          <ac:spMkLst>
            <pc:docMk/>
            <pc:sldMk cId="3467132677" sldId="286"/>
            <ac:spMk id="4" creationId="{E86B6794-AC7C-7510-DFA9-7A29F10C1812}"/>
          </ac:spMkLst>
        </pc:spChg>
        <pc:picChg chg="add mod">
          <ac:chgData name="Muhammad Fikri Hasani" userId="ada500cb4dc7801b" providerId="LiveId" clId="{7289CAA1-A7DD-4A65-81CB-CE9486EDF595}" dt="2023-11-30T07:20:41.587" v="2288" actId="1076"/>
          <ac:picMkLst>
            <pc:docMk/>
            <pc:sldMk cId="3467132677" sldId="286"/>
            <ac:picMk id="6" creationId="{E132DF33-E30A-E204-8EDD-D93F566DEC39}"/>
          </ac:picMkLst>
        </pc:picChg>
      </pc:sldChg>
      <pc:sldChg chg="addSp delSp modSp new mod">
        <pc:chgData name="Muhammad Fikri Hasani" userId="ada500cb4dc7801b" providerId="LiveId" clId="{7289CAA1-A7DD-4A65-81CB-CE9486EDF595}" dt="2023-11-30T06:47:56.421" v="2047"/>
        <pc:sldMkLst>
          <pc:docMk/>
          <pc:sldMk cId="3500654454" sldId="287"/>
        </pc:sldMkLst>
        <pc:spChg chg="mod">
          <ac:chgData name="Muhammad Fikri Hasani" userId="ada500cb4dc7801b" providerId="LiveId" clId="{7289CAA1-A7DD-4A65-81CB-CE9486EDF595}" dt="2023-11-30T06:47:56.421" v="2047"/>
          <ac:spMkLst>
            <pc:docMk/>
            <pc:sldMk cId="3500654454" sldId="287"/>
            <ac:spMk id="2" creationId="{CA180987-6024-2D23-AA3F-BE0843461090}"/>
          </ac:spMkLst>
        </pc:spChg>
        <pc:spChg chg="mod">
          <ac:chgData name="Muhammad Fikri Hasani" userId="ada500cb4dc7801b" providerId="LiveId" clId="{7289CAA1-A7DD-4A65-81CB-CE9486EDF595}" dt="2023-11-30T05:37:26.587" v="1616"/>
          <ac:spMkLst>
            <pc:docMk/>
            <pc:sldMk cId="3500654454" sldId="287"/>
            <ac:spMk id="3" creationId="{1C5C74BE-535E-116B-F6CB-4EA90C4B2C75}"/>
          </ac:spMkLst>
        </pc:spChg>
        <pc:spChg chg="mod">
          <ac:chgData name="Muhammad Fikri Hasani" userId="ada500cb4dc7801b" providerId="LiveId" clId="{7289CAA1-A7DD-4A65-81CB-CE9486EDF595}" dt="2023-11-30T06:44:54.205" v="1831" actId="20577"/>
          <ac:spMkLst>
            <pc:docMk/>
            <pc:sldMk cId="3500654454" sldId="287"/>
            <ac:spMk id="4" creationId="{F19DA27E-F634-6D5E-DB88-3E65F0D2041B}"/>
          </ac:spMkLst>
        </pc:spChg>
        <pc:spChg chg="add mod">
          <ac:chgData name="Muhammad Fikri Hasani" userId="ada500cb4dc7801b" providerId="LiveId" clId="{7289CAA1-A7DD-4A65-81CB-CE9486EDF595}" dt="2023-11-30T06:46:10.824" v="2033" actId="1076"/>
          <ac:spMkLst>
            <pc:docMk/>
            <pc:sldMk cId="3500654454" sldId="287"/>
            <ac:spMk id="14" creationId="{7947BB6B-BF20-5375-EB07-FB4FBC7FC6B6}"/>
          </ac:spMkLst>
        </pc:spChg>
        <pc:grpChg chg="mod">
          <ac:chgData name="Muhammad Fikri Hasani" userId="ada500cb4dc7801b" providerId="LiveId" clId="{7289CAA1-A7DD-4A65-81CB-CE9486EDF595}" dt="2023-11-30T06:45:17.135" v="1842"/>
          <ac:grpSpMkLst>
            <pc:docMk/>
            <pc:sldMk cId="3500654454" sldId="287"/>
            <ac:grpSpMk id="13" creationId="{6DE13E10-B14D-AE9F-C501-F55CE5E7DE44}"/>
          </ac:grpSpMkLst>
        </pc:grpChg>
        <pc:picChg chg="add mod">
          <ac:chgData name="Muhammad Fikri Hasani" userId="ada500cb4dc7801b" providerId="LiveId" clId="{7289CAA1-A7DD-4A65-81CB-CE9486EDF595}" dt="2023-11-30T06:44:17.589" v="1827" actId="1076"/>
          <ac:picMkLst>
            <pc:docMk/>
            <pc:sldMk cId="3500654454" sldId="287"/>
            <ac:picMk id="6" creationId="{6EB7B862-2508-D899-C63C-BE97A7AEF6B0}"/>
          </ac:picMkLst>
        </pc:picChg>
        <pc:picChg chg="add mod">
          <ac:chgData name="Muhammad Fikri Hasani" userId="ada500cb4dc7801b" providerId="LiveId" clId="{7289CAA1-A7DD-4A65-81CB-CE9486EDF595}" dt="2023-11-30T06:45:03.944" v="1835" actId="14100"/>
          <ac:picMkLst>
            <pc:docMk/>
            <pc:sldMk cId="3500654454" sldId="287"/>
            <ac:picMk id="8" creationId="{D3FF88A6-9DD0-3349-DF94-661F24D7EF68}"/>
          </ac:picMkLst>
        </pc:picChg>
        <pc:inkChg chg="add del">
          <ac:chgData name="Muhammad Fikri Hasani" userId="ada500cb4dc7801b" providerId="LiveId" clId="{7289CAA1-A7DD-4A65-81CB-CE9486EDF595}" dt="2023-11-30T06:45:09.577" v="1837" actId="9405"/>
          <ac:inkMkLst>
            <pc:docMk/>
            <pc:sldMk cId="3500654454" sldId="287"/>
            <ac:inkMk id="9" creationId="{2E6539B8-C2FA-FBE1-EC4B-CAEDD0FFB0A8}"/>
          </ac:inkMkLst>
        </pc:inkChg>
        <pc:inkChg chg="add del">
          <ac:chgData name="Muhammad Fikri Hasani" userId="ada500cb4dc7801b" providerId="LiveId" clId="{7289CAA1-A7DD-4A65-81CB-CE9486EDF595}" dt="2023-11-30T06:45:12.164" v="1839" actId="9405"/>
          <ac:inkMkLst>
            <pc:docMk/>
            <pc:sldMk cId="3500654454" sldId="287"/>
            <ac:inkMk id="10" creationId="{4478FB4B-1418-26F4-A119-7CCD8FF4969D}"/>
          </ac:inkMkLst>
        </pc:inkChg>
        <pc:inkChg chg="add mod">
          <ac:chgData name="Muhammad Fikri Hasani" userId="ada500cb4dc7801b" providerId="LiveId" clId="{7289CAA1-A7DD-4A65-81CB-CE9486EDF595}" dt="2023-11-30T06:45:17.135" v="1842"/>
          <ac:inkMkLst>
            <pc:docMk/>
            <pc:sldMk cId="3500654454" sldId="287"/>
            <ac:inkMk id="11" creationId="{414D8DAD-358B-537C-0C52-3B45188CD6B9}"/>
          </ac:inkMkLst>
        </pc:inkChg>
        <pc:inkChg chg="add mod">
          <ac:chgData name="Muhammad Fikri Hasani" userId="ada500cb4dc7801b" providerId="LiveId" clId="{7289CAA1-A7DD-4A65-81CB-CE9486EDF595}" dt="2023-11-30T06:45:17.135" v="1842"/>
          <ac:inkMkLst>
            <pc:docMk/>
            <pc:sldMk cId="3500654454" sldId="287"/>
            <ac:inkMk id="12" creationId="{F2F342AB-94BA-40AC-F8C4-251CC320FE31}"/>
          </ac:inkMkLst>
        </pc:inkChg>
      </pc:sldChg>
      <pc:sldChg chg="addSp modSp new mod">
        <pc:chgData name="Muhammad Fikri Hasani" userId="ada500cb4dc7801b" providerId="LiveId" clId="{7289CAA1-A7DD-4A65-81CB-CE9486EDF595}" dt="2023-11-30T07:16:55.291" v="2203" actId="1076"/>
        <pc:sldMkLst>
          <pc:docMk/>
          <pc:sldMk cId="1163602308" sldId="288"/>
        </pc:sldMkLst>
        <pc:spChg chg="mod">
          <ac:chgData name="Muhammad Fikri Hasani" userId="ada500cb4dc7801b" providerId="LiveId" clId="{7289CAA1-A7DD-4A65-81CB-CE9486EDF595}" dt="2023-11-30T06:47:58.485" v="2049" actId="27636"/>
          <ac:spMkLst>
            <pc:docMk/>
            <pc:sldMk cId="1163602308" sldId="288"/>
            <ac:spMk id="2" creationId="{01F479F5-66DA-5595-AD41-EF5FC1B37F55}"/>
          </ac:spMkLst>
        </pc:spChg>
        <pc:spChg chg="mod">
          <ac:chgData name="Muhammad Fikri Hasani" userId="ada500cb4dc7801b" providerId="LiveId" clId="{7289CAA1-A7DD-4A65-81CB-CE9486EDF595}" dt="2023-11-30T07:14:15.416" v="2071" actId="20577"/>
          <ac:spMkLst>
            <pc:docMk/>
            <pc:sldMk cId="1163602308" sldId="288"/>
            <ac:spMk id="3" creationId="{E0958A2A-7C84-858A-DE19-9E115EBB1FD6}"/>
          </ac:spMkLst>
        </pc:spChg>
        <pc:spChg chg="mod">
          <ac:chgData name="Muhammad Fikri Hasani" userId="ada500cb4dc7801b" providerId="LiveId" clId="{7289CAA1-A7DD-4A65-81CB-CE9486EDF595}" dt="2023-11-30T07:16:47.980" v="2199" actId="1076"/>
          <ac:spMkLst>
            <pc:docMk/>
            <pc:sldMk cId="1163602308" sldId="288"/>
            <ac:spMk id="4" creationId="{A45A15BA-E206-8397-71A9-B99E308975BD}"/>
          </ac:spMkLst>
        </pc:spChg>
        <pc:picChg chg="add mod">
          <ac:chgData name="Muhammad Fikri Hasani" userId="ada500cb4dc7801b" providerId="LiveId" clId="{7289CAA1-A7DD-4A65-81CB-CE9486EDF595}" dt="2023-11-30T07:16:50.266" v="2200" actId="1076"/>
          <ac:picMkLst>
            <pc:docMk/>
            <pc:sldMk cId="1163602308" sldId="288"/>
            <ac:picMk id="6" creationId="{138EAFAF-FF90-4113-AB29-E214E2C814A5}"/>
          </ac:picMkLst>
        </pc:picChg>
        <pc:picChg chg="add mod">
          <ac:chgData name="Muhammad Fikri Hasani" userId="ada500cb4dc7801b" providerId="LiveId" clId="{7289CAA1-A7DD-4A65-81CB-CE9486EDF595}" dt="2023-11-30T07:16:55.291" v="2203" actId="1076"/>
          <ac:picMkLst>
            <pc:docMk/>
            <pc:sldMk cId="1163602308" sldId="288"/>
            <ac:picMk id="8" creationId="{09772268-52C2-CEA2-8BE5-90D7B232F2DC}"/>
          </ac:picMkLst>
        </pc:picChg>
      </pc:sldChg>
      <pc:sldChg chg="addSp modSp new mod">
        <pc:chgData name="Muhammad Fikri Hasani" userId="ada500cb4dc7801b" providerId="LiveId" clId="{7289CAA1-A7DD-4A65-81CB-CE9486EDF595}" dt="2023-11-30T07:23:51.707" v="2438" actId="1076"/>
        <pc:sldMkLst>
          <pc:docMk/>
          <pc:sldMk cId="1683186613" sldId="289"/>
        </pc:sldMkLst>
        <pc:spChg chg="mod">
          <ac:chgData name="Muhammad Fikri Hasani" userId="ada500cb4dc7801b" providerId="LiveId" clId="{7289CAA1-A7DD-4A65-81CB-CE9486EDF595}" dt="2023-11-30T07:17:05.935" v="2206" actId="27636"/>
          <ac:spMkLst>
            <pc:docMk/>
            <pc:sldMk cId="1683186613" sldId="289"/>
            <ac:spMk id="2" creationId="{7EFA93BA-65FA-4FB4-3A3F-F7F196C13D93}"/>
          </ac:spMkLst>
        </pc:spChg>
        <pc:spChg chg="mod">
          <ac:chgData name="Muhammad Fikri Hasani" userId="ada500cb4dc7801b" providerId="LiveId" clId="{7289CAA1-A7DD-4A65-81CB-CE9486EDF595}" dt="2023-11-30T07:17:09.296" v="2219" actId="20577"/>
          <ac:spMkLst>
            <pc:docMk/>
            <pc:sldMk cId="1683186613" sldId="289"/>
            <ac:spMk id="3" creationId="{9F9BD276-066C-32F0-2E97-7B3B6FFD3AC1}"/>
          </ac:spMkLst>
        </pc:spChg>
        <pc:spChg chg="mod">
          <ac:chgData name="Muhammad Fikri Hasani" userId="ada500cb4dc7801b" providerId="LiveId" clId="{7289CAA1-A7DD-4A65-81CB-CE9486EDF595}" dt="2023-11-30T07:18:44.766" v="2282" actId="20577"/>
          <ac:spMkLst>
            <pc:docMk/>
            <pc:sldMk cId="1683186613" sldId="289"/>
            <ac:spMk id="4" creationId="{11328E3E-1F7D-9375-92DF-060BDD7BF23B}"/>
          </ac:spMkLst>
        </pc:spChg>
        <pc:picChg chg="add mod">
          <ac:chgData name="Muhammad Fikri Hasani" userId="ada500cb4dc7801b" providerId="LiveId" clId="{7289CAA1-A7DD-4A65-81CB-CE9486EDF595}" dt="2023-11-30T07:23:51.707" v="2438" actId="1076"/>
          <ac:picMkLst>
            <pc:docMk/>
            <pc:sldMk cId="1683186613" sldId="289"/>
            <ac:picMk id="5" creationId="{417B4B11-BFD9-3BA7-7A09-B619E9723384}"/>
          </ac:picMkLst>
        </pc:picChg>
      </pc:sldChg>
      <pc:sldChg chg="modSp new mod">
        <pc:chgData name="Muhammad Fikri Hasani" userId="ada500cb4dc7801b" providerId="LiveId" clId="{7289CAA1-A7DD-4A65-81CB-CE9486EDF595}" dt="2023-11-30T07:24:05.716" v="2464" actId="20577"/>
        <pc:sldMkLst>
          <pc:docMk/>
          <pc:sldMk cId="4139023181" sldId="290"/>
        </pc:sldMkLst>
        <pc:spChg chg="mod">
          <ac:chgData name="Muhammad Fikri Hasani" userId="ada500cb4dc7801b" providerId="LiveId" clId="{7289CAA1-A7DD-4A65-81CB-CE9486EDF595}" dt="2023-11-30T07:24:02.878" v="2450"/>
          <ac:spMkLst>
            <pc:docMk/>
            <pc:sldMk cId="4139023181" sldId="290"/>
            <ac:spMk id="2" creationId="{FE57EE87-10CD-DC1D-F282-A9030A4ED7A5}"/>
          </ac:spMkLst>
        </pc:spChg>
        <pc:spChg chg="mod">
          <ac:chgData name="Muhammad Fikri Hasani" userId="ada500cb4dc7801b" providerId="LiveId" clId="{7289CAA1-A7DD-4A65-81CB-CE9486EDF595}" dt="2023-11-30T07:24:05.716" v="2464" actId="20577"/>
          <ac:spMkLst>
            <pc:docMk/>
            <pc:sldMk cId="4139023181" sldId="290"/>
            <ac:spMk id="3" creationId="{13D16886-77F7-32E9-A659-337AC4B758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3 - 4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dirty="0">
                <a:solidFill>
                  <a:schemeClr val="bg1"/>
                </a:solidFill>
              </a:rPr>
              <a:t>Java data structure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D6421 – Muhammad Fikri Hasani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79059" y="5334432"/>
            <a:ext cx="16422811" cy="4522264"/>
          </a:xfrm>
        </p:spPr>
        <p:txBody>
          <a:bodyPr>
            <a:noAutofit/>
          </a:bodyPr>
          <a:lstStyle/>
          <a:p>
            <a:r>
              <a:rPr lang="en-US" sz="3000" dirty="0"/>
              <a:t>introduction</a:t>
            </a:r>
          </a:p>
          <a:p>
            <a:r>
              <a:rPr lang="en-US" sz="3000" dirty="0" err="1"/>
              <a:t>Arraylist</a:t>
            </a:r>
            <a:r>
              <a:rPr lang="en-US" sz="3000" dirty="0"/>
              <a:t> </a:t>
            </a:r>
          </a:p>
          <a:p>
            <a:r>
              <a:rPr lang="en-US" sz="3000" dirty="0"/>
              <a:t>HashSet</a:t>
            </a:r>
          </a:p>
          <a:p>
            <a:r>
              <a:rPr lang="en-US" sz="3000" dirty="0"/>
              <a:t>HashMap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BEF2-2C81-A09C-0B4A-FCFE93E8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9612-342D-F55F-6928-5CCEF260C5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AB38A-39E9-2518-35D7-03970549D5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Other than array and string, and also basic variable type, java contains some additional data structure that can help developer when building its application</a:t>
            </a:r>
          </a:p>
          <a:p>
            <a:r>
              <a:rPr lang="en-US" sz="3500" dirty="0"/>
              <a:t>Some of them are ArrayList, HashSet, HashMap</a:t>
            </a:r>
          </a:p>
          <a:p>
            <a:r>
              <a:rPr lang="en-US" sz="3500" dirty="0"/>
              <a:t>All of them has its own characteristics and use cases</a:t>
            </a:r>
            <a:endParaRPr lang="en-ID" sz="3500" dirty="0"/>
          </a:p>
        </p:txBody>
      </p:sp>
    </p:spTree>
    <p:extLst>
      <p:ext uri="{BB962C8B-B14F-4D97-AF65-F5344CB8AC3E}">
        <p14:creationId xmlns:p14="http://schemas.microsoft.com/office/powerpoint/2010/main" val="60320815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92624" y="3460005"/>
            <a:ext cx="17355671" cy="67959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ArrayList made to overcome the problems faced by the Array in determining its size because it is a dynamic ArrayList.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The following functions are frequently used in the ArrayList class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add(element) 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adding element to the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clear()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delete all element in the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clone()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returns the copied object in the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contains(element)  searching element contains in the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get(index)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take a certain element at index in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 err="1"/>
              <a:t>isEmpty</a:t>
            </a:r>
            <a:r>
              <a:rPr lang="en-US" sz="3000" dirty="0"/>
              <a:t>()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to check whether the list is empty or not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remove(index)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to remove the designated element in the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size()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number of element in the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3000" dirty="0"/>
              <a:t>set(index, element) </a:t>
            </a:r>
            <a:r>
              <a:rPr lang="en-US" sz="3000" dirty="0">
                <a:sym typeface="Wingdings" panose="05000000000000000000" pitchFamily="2" charset="2"/>
              </a:rPr>
              <a:t></a:t>
            </a:r>
            <a:r>
              <a:rPr lang="en-US" sz="3000" dirty="0"/>
              <a:t> fill an element in the list in accordance with the designated position</a:t>
            </a:r>
          </a:p>
        </p:txBody>
      </p:sp>
    </p:spTree>
    <p:extLst>
      <p:ext uri="{BB962C8B-B14F-4D97-AF65-F5344CB8AC3E}">
        <p14:creationId xmlns:p14="http://schemas.microsoft.com/office/powerpoint/2010/main" val="238435206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endParaRPr lang="en-ID" dirty="0"/>
          </a:p>
        </p:txBody>
      </p:sp>
      <p:pic>
        <p:nvPicPr>
          <p:cNvPr id="5" name="Picture 6" descr="Screen Shot 2013-05-27 at 9.07.05 PM.png">
            <a:extLst>
              <a:ext uri="{FF2B5EF4-FFF2-40B4-BE49-F238E27FC236}">
                <a16:creationId xmlns:a16="http://schemas.microsoft.com/office/drawing/2014/main" id="{581F95C2-BC38-17E3-B122-09DA448DD74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8912" y="5905500"/>
            <a:ext cx="12973958" cy="3961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311472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55DB-B6D0-2239-CF5A-C5C1ECD26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D45B3-CC0F-9044-DB41-433728C9D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Example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B7BF5-C350-ACC9-B036-91A6386C23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54725" y="3360229"/>
            <a:ext cx="8422651" cy="452226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import the </a:t>
            </a:r>
            <a:r>
              <a:rPr lang="en-ID" sz="2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ID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class</a:t>
            </a:r>
            <a:endParaRPr lang="en-ID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java.util.ArrayList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</a:t>
            </a:r>
            <a:r>
              <a:rPr lang="en-ID" sz="2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ID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object called fruits</a:t>
            </a:r>
            <a:endParaRPr lang="en-ID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fruits = 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elements to the fruits </a:t>
            </a:r>
            <a:r>
              <a:rPr lang="en-ID" sz="2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ArrayList</a:t>
            </a:r>
            <a:endParaRPr lang="en-ID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fruits.add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fruits.add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fruits.add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fruits.add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"Date"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an element from the fruits </a:t>
            </a:r>
            <a:r>
              <a:rPr lang="en-ID" sz="2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ArrayList</a:t>
            </a:r>
            <a:endParaRPr lang="en-ID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firstFruit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fruits.get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"First fruit: "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firstFruit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change an element in the fruits </a:t>
            </a:r>
            <a:r>
              <a:rPr lang="en-ID" sz="2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ArrayList</a:t>
            </a:r>
            <a:endParaRPr lang="en-ID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fruits.set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sz="2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Dragonfruit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"Fruits after change: "</a:t>
            </a: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fruits);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D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D" sz="22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320526A-0884-98F5-D6BC-6544F65B3E56}"/>
              </a:ext>
            </a:extLst>
          </p:cNvPr>
          <p:cNvSpPr txBox="1">
            <a:spLocks/>
          </p:cNvSpPr>
          <p:nvPr/>
        </p:nvSpPr>
        <p:spPr>
          <a:xfrm>
            <a:off x="12447750" y="1262237"/>
            <a:ext cx="10404789" cy="1119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java.util.ArrayList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b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create an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ArrayList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 object called fruits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ArrayList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&gt; fruits =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ArrayList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add elements to the fruits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ArrayList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fruits.add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fruits.add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"Banana"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fruits.add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"Cherry"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fruits.add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"Date"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remove an element from the fruits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ArrayList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fruits.remove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get the size of the fruits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ArrayList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"Size of fruits: 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fruits.size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loop through the fruits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ArrayList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 using a for loop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"Fruits using for loop:"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D" sz="25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fruits.size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fruits.get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loop through the fruits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ArrayList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 using a for-each loop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"Fruits using for-each loop:"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fruit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fruits)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(fruit);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ID" sz="2500" dirty="0"/>
          </a:p>
        </p:txBody>
      </p:sp>
    </p:spTree>
    <p:extLst>
      <p:ext uri="{BB962C8B-B14F-4D97-AF65-F5344CB8AC3E}">
        <p14:creationId xmlns:p14="http://schemas.microsoft.com/office/powerpoint/2010/main" val="22884827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 err="1"/>
              <a:t>jAva</a:t>
            </a:r>
            <a:r>
              <a:rPr lang="en-US" dirty="0"/>
              <a:t> data </a:t>
            </a:r>
            <a:r>
              <a:rPr lang="en-US" dirty="0" err="1"/>
              <a:t>sructures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hashset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26541" y="4500282"/>
            <a:ext cx="17355671" cy="6795990"/>
          </a:xfrm>
        </p:spPr>
        <p:txBody>
          <a:bodyPr>
            <a:normAutofit/>
          </a:bodyPr>
          <a:lstStyle/>
          <a:p>
            <a:r>
              <a:rPr lang="en-US" sz="3200" dirty="0"/>
              <a:t>The HashSet class is a concrete class that implements Set. </a:t>
            </a:r>
          </a:p>
          <a:p>
            <a:r>
              <a:rPr lang="en-US" sz="3200" dirty="0"/>
              <a:t>You can create an empty hash set using its no-</a:t>
            </a:r>
            <a:r>
              <a:rPr lang="en-US" sz="3200" dirty="0" err="1"/>
              <a:t>arg</a:t>
            </a:r>
            <a:r>
              <a:rPr lang="en-US" sz="3200" dirty="0"/>
              <a:t> constructor, or create a hash set from an existing collection</a:t>
            </a:r>
          </a:p>
          <a:p>
            <a:r>
              <a:rPr lang="en-US" sz="3200" dirty="0"/>
              <a:t>A HashSet can be used to store </a:t>
            </a:r>
            <a:r>
              <a:rPr lang="en-US" sz="3200" b="1" dirty="0"/>
              <a:t>duplicate-free elements. </a:t>
            </a:r>
          </a:p>
          <a:p>
            <a:r>
              <a:rPr lang="en-US" sz="3200" dirty="0"/>
              <a:t>For efficiency, objects added to a hash set need to implement the </a:t>
            </a:r>
            <a:r>
              <a:rPr lang="en-US" sz="3200" dirty="0" err="1"/>
              <a:t>hashCode</a:t>
            </a:r>
            <a:r>
              <a:rPr lang="en-US" sz="3200" dirty="0"/>
              <a:t> method in a manner that properly disperses the hash code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1023347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3847-C2C3-532D-8761-87B83651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7F125-4ACF-C867-846A-159913D634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Hashset</a:t>
            </a:r>
            <a:endParaRPr lang="en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62D483-0BE4-9523-D947-A0B48F70E8C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336944" y="4283123"/>
            <a:ext cx="14371348" cy="6413230"/>
          </a:xfrm>
        </p:spPr>
      </p:pic>
    </p:spTree>
    <p:extLst>
      <p:ext uri="{BB962C8B-B14F-4D97-AF65-F5344CB8AC3E}">
        <p14:creationId xmlns:p14="http://schemas.microsoft.com/office/powerpoint/2010/main" val="251840209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F57B-B8F1-8AA6-E846-61959FA1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714FE-8B3A-0506-E6F2-EB3D31467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Hashset</a:t>
            </a:r>
            <a:r>
              <a:rPr lang="en-US" dirty="0"/>
              <a:t> common method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EA0CB-D96D-5992-7F3F-1D469794A8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75991" y="3845873"/>
            <a:ext cx="21075395" cy="9168377"/>
          </a:xfrm>
        </p:spPr>
        <p:txBody>
          <a:bodyPr>
            <a:noAutofit/>
          </a:bodyPr>
          <a:lstStyle/>
          <a:p>
            <a:r>
              <a:rPr lang="en-US" sz="3000" b="1" dirty="0"/>
              <a:t>add(E e)</a:t>
            </a:r>
            <a:r>
              <a:rPr lang="en-US" sz="3000" dirty="0"/>
              <a:t>: This method adds a specific element to the </a:t>
            </a:r>
            <a:r>
              <a:rPr lang="en-US" sz="3000" dirty="0" err="1"/>
              <a:t>hashset</a:t>
            </a:r>
            <a:r>
              <a:rPr lang="en-US" sz="3000" dirty="0"/>
              <a:t> if it is not already present.</a:t>
            </a:r>
          </a:p>
          <a:p>
            <a:r>
              <a:rPr lang="en-US" sz="3000" b="1" dirty="0"/>
              <a:t>remove(Object o)</a:t>
            </a:r>
            <a:r>
              <a:rPr lang="en-US" sz="3000" dirty="0"/>
              <a:t>: This method removes a specific element from the </a:t>
            </a:r>
            <a:r>
              <a:rPr lang="en-US" sz="3000" dirty="0" err="1"/>
              <a:t>hashset</a:t>
            </a:r>
            <a:r>
              <a:rPr lang="en-US" sz="3000" dirty="0"/>
              <a:t> if it is present.</a:t>
            </a:r>
          </a:p>
          <a:p>
            <a:r>
              <a:rPr lang="en-US" sz="3000" b="1" dirty="0"/>
              <a:t>contains(Object o)</a:t>
            </a:r>
            <a:r>
              <a:rPr lang="en-US" sz="3000" dirty="0"/>
              <a:t>: This method returns true if the </a:t>
            </a:r>
            <a:r>
              <a:rPr lang="en-US" sz="3000" dirty="0" err="1"/>
              <a:t>hashset</a:t>
            </a:r>
            <a:r>
              <a:rPr lang="en-US" sz="3000" dirty="0"/>
              <a:t> contains the specified element, or false otherwise.</a:t>
            </a:r>
          </a:p>
          <a:p>
            <a:r>
              <a:rPr lang="en-US" sz="3000" b="1" dirty="0"/>
              <a:t>size()</a:t>
            </a:r>
            <a:r>
              <a:rPr lang="en-US" sz="3000" dirty="0"/>
              <a:t>: This method returns the number of elements in the </a:t>
            </a:r>
            <a:r>
              <a:rPr lang="en-US" sz="3000" dirty="0" err="1"/>
              <a:t>hashset</a:t>
            </a:r>
            <a:r>
              <a:rPr lang="en-US" sz="3000" dirty="0"/>
              <a:t>.</a:t>
            </a:r>
          </a:p>
          <a:p>
            <a:r>
              <a:rPr lang="en-US" sz="3000" b="1" dirty="0"/>
              <a:t>clear()</a:t>
            </a:r>
            <a:r>
              <a:rPr lang="en-US" sz="3000" dirty="0"/>
              <a:t>: This method removes all the elements from the </a:t>
            </a:r>
            <a:r>
              <a:rPr lang="en-US" sz="3000" dirty="0" err="1"/>
              <a:t>hashset</a:t>
            </a:r>
            <a:r>
              <a:rPr lang="en-US" sz="3000" dirty="0"/>
              <a:t>, making it empty.</a:t>
            </a:r>
          </a:p>
          <a:p>
            <a:r>
              <a:rPr lang="en-US" sz="3000" b="1" dirty="0" err="1"/>
              <a:t>isEmpty</a:t>
            </a:r>
            <a:r>
              <a:rPr lang="en-US" sz="3000" b="1" dirty="0"/>
              <a:t>()</a:t>
            </a:r>
            <a:r>
              <a:rPr lang="en-US" sz="3000" dirty="0"/>
              <a:t>: This method returns true if the </a:t>
            </a:r>
            <a:r>
              <a:rPr lang="en-US" sz="3000" dirty="0" err="1"/>
              <a:t>hashset</a:t>
            </a:r>
            <a:r>
              <a:rPr lang="en-US" sz="3000" dirty="0"/>
              <a:t> is empty, or false otherwise.</a:t>
            </a:r>
          </a:p>
          <a:p>
            <a:r>
              <a:rPr lang="en-US" sz="3000" b="1" dirty="0"/>
              <a:t>clone()</a:t>
            </a:r>
            <a:r>
              <a:rPr lang="en-US" sz="3000" dirty="0"/>
              <a:t>: This method returns a shallow copy of the </a:t>
            </a:r>
            <a:r>
              <a:rPr lang="en-US" sz="3000" dirty="0" err="1"/>
              <a:t>hashset</a:t>
            </a:r>
            <a:r>
              <a:rPr lang="en-US" sz="3000" dirty="0"/>
              <a:t>.</a:t>
            </a:r>
          </a:p>
          <a:p>
            <a:r>
              <a:rPr lang="en-US" sz="3000" b="1" dirty="0" err="1"/>
              <a:t>toArray</a:t>
            </a:r>
            <a:r>
              <a:rPr lang="en-US" sz="3000" b="1" dirty="0"/>
              <a:t>()</a:t>
            </a:r>
            <a:r>
              <a:rPr lang="en-US" sz="3000" dirty="0"/>
              <a:t>: This method returns an array containing all the elements in the </a:t>
            </a:r>
            <a:r>
              <a:rPr lang="en-US" sz="3000" dirty="0" err="1"/>
              <a:t>hashset</a:t>
            </a:r>
            <a:r>
              <a:rPr lang="en-US" sz="3000" dirty="0"/>
              <a:t>.</a:t>
            </a:r>
          </a:p>
          <a:p>
            <a:r>
              <a:rPr lang="en-US" sz="3000" b="1" dirty="0"/>
              <a:t>iterator()</a:t>
            </a:r>
            <a:r>
              <a:rPr lang="en-US" sz="3000" dirty="0"/>
              <a:t>: This method returns an iterator over the elements in the </a:t>
            </a:r>
            <a:r>
              <a:rPr lang="en-US" sz="3000" dirty="0" err="1"/>
              <a:t>hashset</a:t>
            </a:r>
            <a:r>
              <a:rPr lang="en-US" sz="3000" dirty="0"/>
              <a:t>.</a:t>
            </a:r>
          </a:p>
          <a:p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25350007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Hashset</a:t>
            </a:r>
            <a:r>
              <a:rPr lang="en-US" dirty="0"/>
              <a:t> Example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976574" y="2779551"/>
            <a:ext cx="11988673" cy="959448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import the HashSet class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java.util.HashSet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 HashSet object called </a:t>
            </a:r>
            <a:r>
              <a:rPr lang="en-ID" sz="2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colors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HashSet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elements to the </a:t>
            </a:r>
            <a:r>
              <a:rPr lang="en-ID" sz="2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HashSet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colors.add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colors.add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colors.add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print the </a:t>
            </a:r>
            <a:r>
              <a:rPr lang="en-ID" sz="2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HashSet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sz="2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get the size of the </a:t>
            </a:r>
            <a:r>
              <a:rPr lang="en-ID" sz="2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HashSet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colors.size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 of </a:t>
            </a:r>
            <a:r>
              <a:rPr lang="en-ID" sz="2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size);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loop through the </a:t>
            </a:r>
            <a:r>
              <a:rPr lang="en-ID" sz="2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HashSet using a for-each loop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D" sz="2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using for-each loop:"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0451A86-8AAE-DEDF-95B7-B7DA54AFA2B7}"/>
              </a:ext>
            </a:extLst>
          </p:cNvPr>
          <p:cNvSpPr txBox="1">
            <a:spLocks/>
          </p:cNvSpPr>
          <p:nvPr/>
        </p:nvSpPr>
        <p:spPr>
          <a:xfrm>
            <a:off x="2167377" y="3130680"/>
            <a:ext cx="9582171" cy="892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import the HashSet class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java.util.HashSet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b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create a HashSet object called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colors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HashSet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HashSet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add elements to the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 HashSet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colors.add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colors.add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colors.add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"Yellow"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print the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 HashSet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ID" sz="2500" dirty="0" err="1">
                <a:solidFill>
                  <a:srgbClr val="A31515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check if the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 HashSet contains a specific element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boolean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hasRed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colors.contains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"Has red: 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hasRed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remove an element from the </a:t>
            </a:r>
            <a:r>
              <a:rPr lang="en-ID" sz="2500" dirty="0" err="1">
                <a:solidFill>
                  <a:srgbClr val="008000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 HashSet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colors.remove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"Yellow"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ID" sz="2500" dirty="0" err="1">
                <a:solidFill>
                  <a:srgbClr val="A31515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 after removal: 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319252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8218-33EC-3A73-A02A-00719C12D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64CC9-F6D7-907D-98C2-AF99BB7CE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HashMap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19F7C-26CB-2483-1E34-2978895A44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09284" y="3888404"/>
            <a:ext cx="18373060" cy="7233252"/>
          </a:xfrm>
        </p:spPr>
        <p:txBody>
          <a:bodyPr>
            <a:noAutofit/>
          </a:bodyPr>
          <a:lstStyle/>
          <a:p>
            <a:r>
              <a:rPr lang="en-US" sz="3500" dirty="0"/>
              <a:t>A map is a container object that stores a collection of key/value pairs. </a:t>
            </a:r>
          </a:p>
          <a:p>
            <a:r>
              <a:rPr lang="en-US" sz="3500" dirty="0"/>
              <a:t>It enables fast retrieval, deletion, and updating of the pair through the key. </a:t>
            </a:r>
          </a:p>
          <a:p>
            <a:r>
              <a:rPr lang="en-US" sz="3500" dirty="0"/>
              <a:t>A map stores the values along with the keys.</a:t>
            </a:r>
          </a:p>
          <a:p>
            <a:r>
              <a:rPr lang="en-US" sz="3500" dirty="0"/>
              <a:t>The keys are like indexes. In List, the indexes are integers. In Map, the keys can be any objects.</a:t>
            </a:r>
          </a:p>
          <a:p>
            <a:r>
              <a:rPr lang="en-US" sz="3500" dirty="0"/>
              <a:t>A map cannot contain duplicate keys. Each key maps to one value. </a:t>
            </a:r>
          </a:p>
          <a:p>
            <a:r>
              <a:rPr lang="en-US" sz="3500" dirty="0"/>
              <a:t>A key and its corresponding value form an entry stored in a map</a:t>
            </a:r>
          </a:p>
          <a:p>
            <a:r>
              <a:rPr lang="en-US" sz="3500" dirty="0" err="1"/>
              <a:t>Hashmap</a:t>
            </a:r>
            <a:r>
              <a:rPr lang="en-US" sz="3500" dirty="0"/>
              <a:t> is one of the concrete class implementing Map</a:t>
            </a:r>
            <a:endParaRPr lang="en-ID" sz="3500" dirty="0"/>
          </a:p>
        </p:txBody>
      </p:sp>
    </p:spTree>
    <p:extLst>
      <p:ext uri="{BB962C8B-B14F-4D97-AF65-F5344CB8AC3E}">
        <p14:creationId xmlns:p14="http://schemas.microsoft.com/office/powerpoint/2010/main" val="1211738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3EDB-16D4-2A4B-DB69-DA8D6E01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91E8E-1D50-1363-4D4F-1FC2EF8D99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0EDE0-EEC1-FBE3-3286-E9F4F8682CB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70242" y="3390033"/>
            <a:ext cx="13714940" cy="4522264"/>
          </a:xfrm>
        </p:spPr>
        <p:txBody>
          <a:bodyPr>
            <a:normAutofit/>
          </a:bodyPr>
          <a:lstStyle/>
          <a:p>
            <a:r>
              <a:rPr lang="en-US" sz="3000" dirty="0"/>
              <a:t>Visualization on how value and key are stored when using HashMap</a:t>
            </a:r>
            <a:endParaRPr lang="en-ID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E0B98-73F6-1203-B03F-7D3D0D89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580" y="4961012"/>
            <a:ext cx="12042264" cy="521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1388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9D9D-C980-9839-1821-F69F3BE74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7627D-EC7F-1AE1-2465-970D6665BA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36F65-548F-3CC5-C89A-78AE53DA8C5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51A2BE-EA45-44AA-CD56-6DC7E0A55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082" y="4701952"/>
            <a:ext cx="17089139" cy="578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1507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3A92-E0DF-757D-2489-023D36FB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0BBC0-83B9-0EF4-229B-1338F2342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r>
              <a:rPr lang="en-US" dirty="0"/>
              <a:t> common methods</a:t>
            </a:r>
            <a:endParaRPr lang="en-ID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3104D56-9125-FFF0-FCE7-31880975B5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58679" y="3301268"/>
            <a:ext cx="22115721" cy="90395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/>
              <a:t>put(key, value)</a:t>
            </a:r>
            <a:r>
              <a:rPr lang="en-US" sz="3000" dirty="0"/>
              <a:t> : This method inserts a new key-value pair into the </a:t>
            </a:r>
            <a:r>
              <a:rPr lang="en-US" sz="3000" dirty="0" err="1"/>
              <a:t>hashmap</a:t>
            </a:r>
            <a:r>
              <a:rPr lang="en-US" sz="3000" dirty="0"/>
              <a:t>, or updates the value if the key already exists.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/>
              <a:t>get(key) </a:t>
            </a:r>
            <a:r>
              <a:rPr lang="en-US" sz="3000" dirty="0"/>
              <a:t>: This method returns the value associated with the given key, or null if the key is not present in the </a:t>
            </a:r>
            <a:r>
              <a:rPr lang="en-US" sz="3000" dirty="0" err="1"/>
              <a:t>hashmap</a:t>
            </a:r>
            <a:r>
              <a:rPr lang="en-US" sz="30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/>
              <a:t>remove(key)</a:t>
            </a:r>
            <a:r>
              <a:rPr lang="en-US" sz="3000" dirty="0"/>
              <a:t> : This method removes the key-value pair from the </a:t>
            </a:r>
            <a:r>
              <a:rPr lang="en-US" sz="3000" dirty="0" err="1"/>
              <a:t>hashmap</a:t>
            </a:r>
            <a:r>
              <a:rPr lang="en-US" sz="3000" dirty="0"/>
              <a:t>, and returns the value that was associated with the key, or null if the key was not present.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 err="1"/>
              <a:t>containsKey</a:t>
            </a:r>
            <a:r>
              <a:rPr lang="en-US" sz="3000" b="1" dirty="0"/>
              <a:t>(key)</a:t>
            </a:r>
            <a:r>
              <a:rPr lang="en-US" sz="3000" dirty="0"/>
              <a:t> : This method returns true if the </a:t>
            </a:r>
            <a:r>
              <a:rPr lang="en-US" sz="3000" dirty="0" err="1"/>
              <a:t>hashmap</a:t>
            </a:r>
            <a:r>
              <a:rPr lang="en-US" sz="3000" dirty="0"/>
              <a:t> contains the given key, or false otherwise.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 err="1"/>
              <a:t>containsValue</a:t>
            </a:r>
            <a:r>
              <a:rPr lang="en-US" sz="3000" b="1" dirty="0"/>
              <a:t>(value) </a:t>
            </a:r>
            <a:r>
              <a:rPr lang="en-US" sz="3000" dirty="0"/>
              <a:t>: This method returns true if the </a:t>
            </a:r>
            <a:r>
              <a:rPr lang="en-US" sz="3000" dirty="0" err="1"/>
              <a:t>hashmap</a:t>
            </a:r>
            <a:r>
              <a:rPr lang="en-US" sz="3000" dirty="0"/>
              <a:t> contains at least one key-value pair with the given value, or false otherwise.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/>
              <a:t>size() </a:t>
            </a:r>
            <a:r>
              <a:rPr lang="en-US" sz="3000" dirty="0"/>
              <a:t>: This method returns the number of key-value pairs stored in the </a:t>
            </a:r>
            <a:r>
              <a:rPr lang="en-US" sz="3000" dirty="0" err="1"/>
              <a:t>hashmap</a:t>
            </a:r>
            <a:r>
              <a:rPr lang="en-US" sz="30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/>
              <a:t>clear()</a:t>
            </a:r>
            <a:r>
              <a:rPr lang="en-US" sz="3000" dirty="0"/>
              <a:t> : This method removes all the key-value pairs from the </a:t>
            </a:r>
            <a:r>
              <a:rPr lang="en-US" sz="3000" dirty="0" err="1"/>
              <a:t>hashmap</a:t>
            </a:r>
            <a:r>
              <a:rPr lang="en-US" sz="3000" dirty="0"/>
              <a:t>, making it empty.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 err="1"/>
              <a:t>keySet</a:t>
            </a:r>
            <a:r>
              <a:rPr lang="en-US" sz="3000" b="1" dirty="0"/>
              <a:t>() </a:t>
            </a:r>
            <a:r>
              <a:rPr lang="en-US" sz="3000" dirty="0"/>
              <a:t>: This method returns a set view of all the keys in the </a:t>
            </a:r>
            <a:r>
              <a:rPr lang="en-US" sz="3000" dirty="0" err="1"/>
              <a:t>hashmap</a:t>
            </a:r>
            <a:r>
              <a:rPr lang="en-US" sz="30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/>
              <a:t>values() </a:t>
            </a:r>
            <a:r>
              <a:rPr lang="en-US" sz="3000" dirty="0"/>
              <a:t>: This method returns a collection view of all the values in the </a:t>
            </a:r>
            <a:r>
              <a:rPr lang="en-US" sz="3000" dirty="0" err="1"/>
              <a:t>hashmap</a:t>
            </a:r>
            <a:r>
              <a:rPr lang="en-US" sz="30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000" b="1" dirty="0" err="1"/>
              <a:t>entrySet</a:t>
            </a:r>
            <a:r>
              <a:rPr lang="en-US" sz="3000" b="1" dirty="0"/>
              <a:t>()</a:t>
            </a:r>
            <a:r>
              <a:rPr lang="en-US" sz="3000" dirty="0"/>
              <a:t> : This method returns a set view of all the key-value pairs in the </a:t>
            </a:r>
            <a:r>
              <a:rPr lang="en-US" sz="3000" dirty="0" err="1"/>
              <a:t>hashmap</a:t>
            </a:r>
            <a:r>
              <a:rPr lang="en-US" sz="30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30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101967215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CA93C-045B-21BA-1F25-A85EE8D6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6436-0E69-D81E-B8AC-DCD3B46EC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HashMap example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480FC-0D5B-FE5B-1EAC-D2D323B0EF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41427"/>
            <a:ext cx="12952121" cy="452226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import the HashMap class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java.util.HashMap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 HashMap object called students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HashMap&lt;String, Integer&gt;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students =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HashMap&lt;&gt;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 elements to the students HashMap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students.put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2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students.put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2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students.put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2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print the students HashMap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.out.println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"Students: 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students);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get the value associated with a key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 =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students.get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.out.println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"Bob's score: 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score);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check if the students HashMap contains a key</a:t>
            </a: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hasAlice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students.containsKey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D" sz="2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.out.println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2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"Has Alice: "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D" sz="2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hasAlice</a:t>
            </a: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ID" sz="2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D" sz="2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71C3918-FE17-035B-1D70-09DAA03BA005}"/>
              </a:ext>
            </a:extLst>
          </p:cNvPr>
          <p:cNvSpPr txBox="1">
            <a:spLocks/>
          </p:cNvSpPr>
          <p:nvPr/>
        </p:nvSpPr>
        <p:spPr>
          <a:xfrm>
            <a:off x="11936251" y="2417047"/>
            <a:ext cx="12284715" cy="4522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import the HashMap class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java.util.HashMap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b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Main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create a HashMap object called students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HashMap&lt;String, Integer&gt;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students =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HashMap&lt;&gt;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b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add elements to the students HashMap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students.put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"Alice"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D" sz="2500" dirty="0">
                <a:solidFill>
                  <a:srgbClr val="098658"/>
                </a:solidFill>
                <a:latin typeface="Consolas" panose="020B0609020204030204" pitchFamily="49" charset="0"/>
              </a:rPr>
              <a:t>90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students.put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D" sz="2500" dirty="0">
                <a:solidFill>
                  <a:srgbClr val="098658"/>
                </a:solidFill>
                <a:latin typeface="Consolas" panose="020B0609020204030204" pitchFamily="49" charset="0"/>
              </a:rPr>
              <a:t>85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students.put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"Charlie"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D" sz="2500" dirty="0">
                <a:solidFill>
                  <a:srgbClr val="098658"/>
                </a:solidFill>
                <a:latin typeface="Consolas" panose="020B0609020204030204" pitchFamily="49" charset="0"/>
              </a:rPr>
              <a:t>95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b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remove an element from the students HashMap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students.remove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"Charlie"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System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"Students after removal: 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+ students);</a:t>
            </a:r>
          </a:p>
          <a:p>
            <a:pPr marL="0" indent="0">
              <a:spcBef>
                <a:spcPts val="0"/>
              </a:spcBef>
              <a:buFontTx/>
              <a:buNone/>
            </a:pPr>
            <a:b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get the number of elements in the students HashMap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size =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students.size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System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"Size of students: 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+ size);</a:t>
            </a:r>
          </a:p>
          <a:p>
            <a:pPr marL="0" indent="0">
              <a:spcBef>
                <a:spcPts val="0"/>
              </a:spcBef>
              <a:buFontTx/>
              <a:buNone/>
            </a:pPr>
            <a:b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8000"/>
                </a:solidFill>
                <a:latin typeface="Consolas" panose="020B0609020204030204" pitchFamily="49" charset="0"/>
              </a:rPr>
              <a:t>// loop through the students HashMap using a for-each loop</a:t>
            </a:r>
            <a:endParaRPr lang="en-ID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System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"Students using for-each loop:"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D" sz="25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name :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students.keySet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D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System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.out.println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(name + </a:t>
            </a:r>
            <a:r>
              <a:rPr lang="en-ID" sz="2500" dirty="0">
                <a:solidFill>
                  <a:srgbClr val="A31515"/>
                </a:solidFill>
                <a:latin typeface="Consolas" panose="020B0609020204030204" pitchFamily="49" charset="0"/>
              </a:rPr>
              <a:t>" : "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ID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students.get</a:t>
            </a: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(name));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ID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65778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ECE23-3909-DBB1-AE26-E042C572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0738-38A9-3B50-FA74-EB0A85A8D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AD19-6A79-1DBA-9AD0-50625B3444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Groceries management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97644-6145-AEDD-FC7C-DC35AECA1DA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41426"/>
            <a:ext cx="20127847" cy="860251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You are asked to build a simple console-based groceries management system.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The program must provide a menu with 5 options: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1. Add Item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2. Remove Item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3. Search Item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4. View List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5. Exit</a:t>
            </a:r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r>
              <a:rPr lang="en-ID" sz="2500" b="1" dirty="0"/>
              <a:t>Add Item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Ask the user to input an item name, trim spaces and validate:</a:t>
            </a:r>
          </a:p>
          <a:p>
            <a:pPr>
              <a:spcBef>
                <a:spcPts val="0"/>
              </a:spcBef>
            </a:pPr>
            <a:r>
              <a:rPr lang="en-ID" sz="2500" dirty="0"/>
              <a:t>Name cannot be empty</a:t>
            </a:r>
          </a:p>
          <a:p>
            <a:pPr>
              <a:spcBef>
                <a:spcPts val="0"/>
              </a:spcBef>
            </a:pPr>
            <a:r>
              <a:rPr lang="en-ID" sz="2500" dirty="0"/>
              <a:t>Name cannot be duplicate (case </a:t>
            </a:r>
            <a:r>
              <a:rPr lang="en-ID" sz="2500" dirty="0" err="1"/>
              <a:t>insenstivie</a:t>
            </a:r>
            <a:r>
              <a:rPr lang="en-ID" sz="25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If valid, add to </a:t>
            </a:r>
            <a:r>
              <a:rPr lang="en-ID" sz="2500" dirty="0" err="1"/>
              <a:t>ArrayList</a:t>
            </a:r>
            <a:r>
              <a:rPr lang="en-ID" sz="25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r>
              <a:rPr lang="en-ID" sz="2500" b="1" dirty="0"/>
              <a:t>Remove Item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Ask the user to enter the exact item name to remove (case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Insensitive).</a:t>
            </a:r>
          </a:p>
          <a:p>
            <a:pPr>
              <a:spcBef>
                <a:spcPts val="0"/>
              </a:spcBef>
            </a:pPr>
            <a:r>
              <a:rPr lang="en-ID" sz="2500" dirty="0"/>
              <a:t>If found, remove the item.</a:t>
            </a:r>
          </a:p>
          <a:p>
            <a:pPr>
              <a:spcBef>
                <a:spcPts val="0"/>
              </a:spcBef>
            </a:pPr>
            <a:r>
              <a:rPr lang="en-ID" sz="2500" dirty="0"/>
              <a:t>If not found, display error.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1CC177-7EC7-49B8-45EB-0F835F3A22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154" b="3811"/>
          <a:stretch>
            <a:fillRect/>
          </a:stretch>
        </p:blipFill>
        <p:spPr>
          <a:xfrm>
            <a:off x="12218896" y="6428062"/>
            <a:ext cx="6553200" cy="8994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83303A-C50C-0962-CB5E-461B3D90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7461635"/>
            <a:ext cx="6553200" cy="932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2342EF-6D9D-CE37-7D65-04DE90CF1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99" y="9098279"/>
            <a:ext cx="6213407" cy="932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EB55F4-5274-DA7C-F914-352EB79E3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999" y="10107554"/>
            <a:ext cx="7117977" cy="84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444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F27A-7CE6-DFDD-AE60-53523D231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7649-D9AB-AD18-B9F8-5FE2533C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F69FE-59DD-459A-2C39-32F925455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Groceries management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F8CE-4678-AD1C-2A2A-3B47DC52DA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41426"/>
            <a:ext cx="20127847" cy="860251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D" sz="2500" b="1" dirty="0"/>
              <a:t>Search Item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User enters a keyword.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500" dirty="0"/>
              <a:t>Program shows all matching items (case-insensitive).</a:t>
            </a:r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endParaRPr lang="en-ID" sz="2500" dirty="0"/>
          </a:p>
          <a:p>
            <a:pPr marL="0" indent="0">
              <a:spcBef>
                <a:spcPts val="0"/>
              </a:spcBef>
              <a:buNone/>
            </a:pPr>
            <a:r>
              <a:rPr lang="en-ID" sz="2500" b="1" dirty="0"/>
              <a:t>View List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dirty="0"/>
              <a:t>Display all groceries in the </a:t>
            </a:r>
            <a:r>
              <a:rPr lang="en-ID" dirty="0" err="1"/>
              <a:t>ArrayList</a:t>
            </a:r>
            <a:r>
              <a:rPr lang="en-ID" dirty="0"/>
              <a:t>.</a:t>
            </a:r>
            <a:endParaRPr lang="en-ID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F9FEE-172D-5CD8-0C54-40376604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306" y="7608043"/>
            <a:ext cx="5802196" cy="2718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D1CC1F-B16D-81A9-47A3-9B4E9A994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306" y="3067330"/>
            <a:ext cx="6312640" cy="1681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F3FA9B-05E2-6BAC-0470-991CF1671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306" y="4922682"/>
            <a:ext cx="6312640" cy="17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7637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EE87-10CD-DC1D-F282-A9030A4E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6886-77F7-32E9-A659-337AC4B75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B0FC1-8ED5-9CBF-9B5B-B21C5B87A7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Daniel Liang, Introduction to Java Programming and Data Structure, 13</a:t>
            </a:r>
            <a:r>
              <a:rPr lang="en-US" baseline="30000" dirty="0"/>
              <a:t>th</a:t>
            </a:r>
            <a:r>
              <a:rPr lang="en-US" dirty="0"/>
              <a:t> edition.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3902318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f220297e283031e9eab2ed307e5e4cd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1da8f879ae0b13e42b7077458e0d2470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2d5289-3ec1-4d76-80c1-a1cd17baf85c" xsi:nil="true"/>
    <lcf76f155ced4ddcb4097134ff3c332f xmlns="02437cf3-862c-4aa8-bd7e-caeecb8e11d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37BCD0-442F-447C-937D-C9E144D6E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CCEEB8-F6BA-4482-801C-E212686846F2}">
  <ds:schemaRefs>
    <ds:schemaRef ds:uri="http://schemas.microsoft.com/office/2006/metadata/properties"/>
    <ds:schemaRef ds:uri="http://schemas.microsoft.com/office/infopath/2007/PartnerControls"/>
    <ds:schemaRef ds:uri="6456c2c6-d044-4477-96fa-bf2a90b8f8d0"/>
    <ds:schemaRef ds:uri="aa01e5cc-3673-4952-8508-9ae9704a600f"/>
    <ds:schemaRef ds:uri="http://schemas.microsoft.com/sharepoint/v4"/>
    <ds:schemaRef ds:uri="fc2d5289-3ec1-4d76-80c1-a1cd17baf85c"/>
    <ds:schemaRef ds:uri="02437cf3-862c-4aa8-bd7e-caeecb8e11df"/>
  </ds:schemaRefs>
</ds:datastoreItem>
</file>

<file path=customXml/itemProps3.xml><?xml version="1.0" encoding="utf-8"?>
<ds:datastoreItem xmlns:ds="http://schemas.openxmlformats.org/officeDocument/2006/customXml" ds:itemID="{52B5684F-AD81-4F20-97FF-F5A338CE45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 1 - Intro to Java Programming</Template>
  <TotalTime>2100</TotalTime>
  <Words>2079</Words>
  <Application>Microsoft Office PowerPoint</Application>
  <PresentationFormat>Custom</PresentationFormat>
  <Paragraphs>268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Open Sans Semibold</vt:lpstr>
      <vt:lpstr>Open Sans ExtraBold</vt:lpstr>
      <vt:lpstr>OCRB</vt:lpstr>
      <vt:lpstr>Wingdings</vt:lpstr>
      <vt:lpstr>Arial</vt:lpstr>
      <vt:lpstr>Consolas</vt:lpstr>
      <vt:lpstr>Open Sans Light</vt:lpstr>
      <vt:lpstr>21_BasicWhite</vt:lpstr>
      <vt:lpstr>Java data structure</vt:lpstr>
      <vt:lpstr>Outline</vt:lpstr>
      <vt:lpstr>Java data structures</vt:lpstr>
      <vt:lpstr>Java data structures</vt:lpstr>
      <vt:lpstr>Java data structures</vt:lpstr>
      <vt:lpstr>Java data structure</vt:lpstr>
      <vt:lpstr>jAva data sructures</vt:lpstr>
      <vt:lpstr>Java data structures</vt:lpstr>
      <vt:lpstr>Java data structures</vt:lpstr>
      <vt:lpstr>Java data structures</vt:lpstr>
      <vt:lpstr>Java data structure</vt:lpstr>
      <vt:lpstr>Java data structure</vt:lpstr>
      <vt:lpstr>Java data structure</vt:lpstr>
      <vt:lpstr>Java data structures</vt:lpstr>
      <vt:lpstr>Java data structures</vt:lpstr>
      <vt:lpstr>exercise</vt:lpstr>
      <vt:lpstr>exercise</vt:lpstr>
      <vt:lpstr>Java data structures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Algorithm</dc:title>
  <dc:creator>Muhammad Fikri Hasani</dc:creator>
  <cp:lastModifiedBy>Eva Aprianti</cp:lastModifiedBy>
  <cp:revision>4</cp:revision>
  <dcterms:created xsi:type="dcterms:W3CDTF">2023-11-28T09:27:32Z</dcterms:created>
  <dcterms:modified xsi:type="dcterms:W3CDTF">2026-09-10T11:45:31Z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_dlc_DocIdItemGuid">
    <vt:lpwstr>b87456c0-524f-4ce8-8989-186a031e1483</vt:lpwstr>
  </property>
</Properties>
</file>