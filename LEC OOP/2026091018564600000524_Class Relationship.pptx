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23"/>
  </p:notesMasterIdLst>
  <p:sldIdLst>
    <p:sldId id="256" r:id="rId5"/>
    <p:sldId id="257" r:id="rId6"/>
    <p:sldId id="277" r:id="rId7"/>
    <p:sldId id="258" r:id="rId8"/>
    <p:sldId id="259" r:id="rId9"/>
    <p:sldId id="260" r:id="rId10"/>
    <p:sldId id="279" r:id="rId11"/>
    <p:sldId id="280" r:id="rId12"/>
    <p:sldId id="281" r:id="rId13"/>
    <p:sldId id="282" r:id="rId14"/>
    <p:sldId id="283" r:id="rId15"/>
    <p:sldId id="286" r:id="rId16"/>
    <p:sldId id="289" r:id="rId17"/>
    <p:sldId id="291" r:id="rId18"/>
    <p:sldId id="284" r:id="rId19"/>
    <p:sldId id="285" r:id="rId20"/>
    <p:sldId id="292" r:id="rId21"/>
    <p:sldId id="287" r:id="rId22"/>
  </p:sldIdLst>
  <p:sldSz cx="24384000" cy="13716000"/>
  <p:notesSz cx="6858000" cy="9144000"/>
  <p:embeddedFontLst>
    <p:embeddedFont>
      <p:font typeface="Georgia" panose="02040502050405020303" pitchFamily="18" charset="0"/>
      <p:regular r:id="rId24"/>
      <p:bold r:id="rId25"/>
      <p:italic r:id="rId26"/>
      <p:boldItalic r:id="rId27"/>
    </p:embeddedFont>
    <p:embeddedFont>
      <p:font typeface="OCRB" panose="020B0609020202020204" pitchFamily="49" charset="0"/>
      <p:regular r:id="rId28"/>
    </p:embeddedFont>
    <p:embeddedFont>
      <p:font typeface="Open Sans ExtraBold" panose="020B0906030804020204" pitchFamily="34" charset="0"/>
      <p:bold r:id="rId29"/>
      <p:italic r:id="rId30"/>
      <p:boldItalic r:id="rId31"/>
    </p:embeddedFont>
    <p:embeddedFont>
      <p:font typeface="Open Sans Light" panose="020B0306030504020204" pitchFamily="34" charset="0"/>
      <p:regular r:id="rId32"/>
      <p:italic r:id="rId33"/>
    </p:embeddedFont>
    <p:embeddedFont>
      <p:font typeface="Open Sans Semibold" panose="020B0706030804020204" pitchFamily="34" charset="0"/>
      <p:regular r:id="rId34"/>
      <p:bold r:id="rId35"/>
      <p:italic r:id="rId36"/>
      <p:boldItalic r:id="rId37"/>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68D63F-D921-4721-A898-FA2E639F0117}" v="11" dt="2023-12-10T09:38:22.64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6197"/>
  </p:normalViewPr>
  <p:slideViewPr>
    <p:cSldViewPr snapToGrid="0" snapToObjects="1">
      <p:cViewPr varScale="1">
        <p:scale>
          <a:sx n="37" d="100"/>
          <a:sy n="37" d="100"/>
        </p:scale>
        <p:origin x="300" y="56"/>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font" Target="fonts/font11.fntdata"/><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Fikri Hasani" userId="ada500cb4dc7801b" providerId="LiveId" clId="{786255F7-9FE3-486C-982B-B25D274956AF}"/>
    <pc:docChg chg="undo custSel addSld delSld modSld sldOrd">
      <pc:chgData name="Muhammad Fikri Hasani" userId="ada500cb4dc7801b" providerId="LiveId" clId="{786255F7-9FE3-486C-982B-B25D274956AF}" dt="2023-11-29T14:50:46.588" v="5597" actId="20577"/>
      <pc:docMkLst>
        <pc:docMk/>
      </pc:docMkLst>
      <pc:sldChg chg="modSp mod">
        <pc:chgData name="Muhammad Fikri Hasani" userId="ada500cb4dc7801b" providerId="LiveId" clId="{786255F7-9FE3-486C-982B-B25D274956AF}" dt="2023-11-29T03:57:44.105" v="86" actId="20577"/>
        <pc:sldMkLst>
          <pc:docMk/>
          <pc:sldMk cId="2766454393" sldId="257"/>
        </pc:sldMkLst>
        <pc:spChg chg="mod">
          <ac:chgData name="Muhammad Fikri Hasani" userId="ada500cb4dc7801b" providerId="LiveId" clId="{786255F7-9FE3-486C-982B-B25D274956AF}" dt="2023-11-29T03:57:44.105" v="86" actId="20577"/>
          <ac:spMkLst>
            <pc:docMk/>
            <pc:sldMk cId="2766454393" sldId="257"/>
            <ac:spMk id="4" creationId="{72B426B6-A02E-F758-7A2B-554FFF354A1A}"/>
          </ac:spMkLst>
        </pc:spChg>
      </pc:sldChg>
      <pc:sldChg chg="addSp modSp new mod">
        <pc:chgData name="Muhammad Fikri Hasani" userId="ada500cb4dc7801b" providerId="LiveId" clId="{786255F7-9FE3-486C-982B-B25D274956AF}" dt="2023-11-29T04:09:19.376" v="431" actId="20577"/>
        <pc:sldMkLst>
          <pc:docMk/>
          <pc:sldMk cId="3394860097" sldId="258"/>
        </pc:sldMkLst>
        <pc:spChg chg="mod">
          <ac:chgData name="Muhammad Fikri Hasani" userId="ada500cb4dc7801b" providerId="LiveId" clId="{786255F7-9FE3-486C-982B-B25D274956AF}" dt="2023-11-29T04:09:19.376" v="431" actId="20577"/>
          <ac:spMkLst>
            <pc:docMk/>
            <pc:sldMk cId="3394860097" sldId="258"/>
            <ac:spMk id="2" creationId="{289FF438-5239-62F5-D304-1AC907B8B598}"/>
          </ac:spMkLst>
        </pc:spChg>
        <pc:spChg chg="mod">
          <ac:chgData name="Muhammad Fikri Hasani" userId="ada500cb4dc7801b" providerId="LiveId" clId="{786255F7-9FE3-486C-982B-B25D274956AF}" dt="2023-11-29T04:09:15.865" v="410" actId="20577"/>
          <ac:spMkLst>
            <pc:docMk/>
            <pc:sldMk cId="3394860097" sldId="258"/>
            <ac:spMk id="3" creationId="{0D357947-DB2B-F5E6-5B9F-CFBACC10C98B}"/>
          </ac:spMkLst>
        </pc:spChg>
        <pc:spChg chg="mod">
          <ac:chgData name="Muhammad Fikri Hasani" userId="ada500cb4dc7801b" providerId="LiveId" clId="{786255F7-9FE3-486C-982B-B25D274956AF}" dt="2023-11-28T09:38:29.759" v="54" actId="1076"/>
          <ac:spMkLst>
            <pc:docMk/>
            <pc:sldMk cId="3394860097" sldId="258"/>
            <ac:spMk id="4" creationId="{507C5612-C2F3-94A1-C4EB-34DD933B255C}"/>
          </ac:spMkLst>
        </pc:spChg>
        <pc:picChg chg="add mod">
          <ac:chgData name="Muhammad Fikri Hasani" userId="ada500cb4dc7801b" providerId="LiveId" clId="{786255F7-9FE3-486C-982B-B25D274956AF}" dt="2023-11-28T09:38:33.899" v="57" actId="1076"/>
          <ac:picMkLst>
            <pc:docMk/>
            <pc:sldMk cId="3394860097" sldId="258"/>
            <ac:picMk id="5" creationId="{3ABF013A-15C9-3B85-39E5-722BD286D3A3}"/>
          </ac:picMkLst>
        </pc:picChg>
      </pc:sldChg>
      <pc:sldChg chg="addSp modSp new mod">
        <pc:chgData name="Muhammad Fikri Hasani" userId="ada500cb4dc7801b" providerId="LiveId" clId="{786255F7-9FE3-486C-982B-B25D274956AF}" dt="2023-11-29T04:09:25.424" v="452" actId="20577"/>
        <pc:sldMkLst>
          <pc:docMk/>
          <pc:sldMk cId="3364548115" sldId="259"/>
        </pc:sldMkLst>
        <pc:spChg chg="mod">
          <ac:chgData name="Muhammad Fikri Hasani" userId="ada500cb4dc7801b" providerId="LiveId" clId="{786255F7-9FE3-486C-982B-B25D274956AF}" dt="2023-11-29T04:09:25.424" v="452" actId="20577"/>
          <ac:spMkLst>
            <pc:docMk/>
            <pc:sldMk cId="3364548115" sldId="259"/>
            <ac:spMk id="2" creationId="{F87BC525-56DE-8574-268C-46A8F55AA513}"/>
          </ac:spMkLst>
        </pc:spChg>
        <pc:spChg chg="mod">
          <ac:chgData name="Muhammad Fikri Hasani" userId="ada500cb4dc7801b" providerId="LiveId" clId="{786255F7-9FE3-486C-982B-B25D274956AF}" dt="2023-11-29T03:57:32.919" v="74"/>
          <ac:spMkLst>
            <pc:docMk/>
            <pc:sldMk cId="3364548115" sldId="259"/>
            <ac:spMk id="3" creationId="{047D157D-B444-D86E-53EA-8DF05EFA4657}"/>
          </ac:spMkLst>
        </pc:spChg>
        <pc:spChg chg="mod">
          <ac:chgData name="Muhammad Fikri Hasani" userId="ada500cb4dc7801b" providerId="LiveId" clId="{786255F7-9FE3-486C-982B-B25D274956AF}" dt="2023-11-29T04:08:17.629" v="350" actId="14100"/>
          <ac:spMkLst>
            <pc:docMk/>
            <pc:sldMk cId="3364548115" sldId="259"/>
            <ac:spMk id="4" creationId="{4352946C-99CA-1D9D-3B12-71BCA05CBB32}"/>
          </ac:spMkLst>
        </pc:spChg>
        <pc:picChg chg="add mod">
          <ac:chgData name="Muhammad Fikri Hasani" userId="ada500cb4dc7801b" providerId="LiveId" clId="{786255F7-9FE3-486C-982B-B25D274956AF}" dt="2023-11-29T04:08:13.022" v="348" actId="1076"/>
          <ac:picMkLst>
            <pc:docMk/>
            <pc:sldMk cId="3364548115" sldId="259"/>
            <ac:picMk id="6" creationId="{C5B14B0B-60FE-EE6B-5C9D-F7A70A8321C1}"/>
          </ac:picMkLst>
        </pc:picChg>
        <pc:picChg chg="add mod">
          <ac:chgData name="Muhammad Fikri Hasani" userId="ada500cb4dc7801b" providerId="LiveId" clId="{786255F7-9FE3-486C-982B-B25D274956AF}" dt="2023-11-29T04:08:15.449" v="349" actId="1076"/>
          <ac:picMkLst>
            <pc:docMk/>
            <pc:sldMk cId="3364548115" sldId="259"/>
            <ac:picMk id="8" creationId="{22E39FDE-DA9D-78B8-4C83-8918A3F01BE5}"/>
          </ac:picMkLst>
        </pc:picChg>
      </pc:sldChg>
      <pc:sldChg chg="addSp delSp modSp new mod">
        <pc:chgData name="Muhammad Fikri Hasani" userId="ada500cb4dc7801b" providerId="LiveId" clId="{786255F7-9FE3-486C-982B-B25D274956AF}" dt="2023-11-29T12:33:35.357" v="854" actId="20577"/>
        <pc:sldMkLst>
          <pc:docMk/>
          <pc:sldMk cId="1790487730" sldId="260"/>
        </pc:sldMkLst>
        <pc:spChg chg="mod">
          <ac:chgData name="Muhammad Fikri Hasani" userId="ada500cb4dc7801b" providerId="LiveId" clId="{786255F7-9FE3-486C-982B-B25D274956AF}" dt="2023-11-29T04:09:44.270" v="473" actId="20577"/>
          <ac:spMkLst>
            <pc:docMk/>
            <pc:sldMk cId="1790487730" sldId="260"/>
            <ac:spMk id="2" creationId="{AD6DBE22-EE1A-8B06-80F9-765F1C89626F}"/>
          </ac:spMkLst>
        </pc:spChg>
        <pc:spChg chg="mod">
          <ac:chgData name="Muhammad Fikri Hasani" userId="ada500cb4dc7801b" providerId="LiveId" clId="{786255F7-9FE3-486C-982B-B25D274956AF}" dt="2023-11-29T12:32:17.572" v="827" actId="20577"/>
          <ac:spMkLst>
            <pc:docMk/>
            <pc:sldMk cId="1790487730" sldId="260"/>
            <ac:spMk id="3" creationId="{9516FAD9-5740-9689-F91C-E25EDFD19601}"/>
          </ac:spMkLst>
        </pc:spChg>
        <pc:spChg chg="mod">
          <ac:chgData name="Muhammad Fikri Hasani" userId="ada500cb4dc7801b" providerId="LiveId" clId="{786255F7-9FE3-486C-982B-B25D274956AF}" dt="2023-11-29T12:33:35.357" v="854" actId="20577"/>
          <ac:spMkLst>
            <pc:docMk/>
            <pc:sldMk cId="1790487730" sldId="260"/>
            <ac:spMk id="4" creationId="{A6CF599A-4023-1175-16C7-A0923A1D8C73}"/>
          </ac:spMkLst>
        </pc:spChg>
        <pc:picChg chg="add mod">
          <ac:chgData name="Muhammad Fikri Hasani" userId="ada500cb4dc7801b" providerId="LiveId" clId="{786255F7-9FE3-486C-982B-B25D274956AF}" dt="2023-11-29T12:33:31.908" v="850" actId="1076"/>
          <ac:picMkLst>
            <pc:docMk/>
            <pc:sldMk cId="1790487730" sldId="260"/>
            <ac:picMk id="6" creationId="{D3C14F6C-EDC3-FC0B-7198-7557B20359CE}"/>
          </ac:picMkLst>
        </pc:picChg>
        <pc:picChg chg="add mod">
          <ac:chgData name="Muhammad Fikri Hasani" userId="ada500cb4dc7801b" providerId="LiveId" clId="{786255F7-9FE3-486C-982B-B25D274956AF}" dt="2023-11-29T12:33:30.352" v="849" actId="1076"/>
          <ac:picMkLst>
            <pc:docMk/>
            <pc:sldMk cId="1790487730" sldId="260"/>
            <ac:picMk id="8" creationId="{0CEA5E9A-96AB-7555-A530-3D0CFBD5AAEF}"/>
          </ac:picMkLst>
        </pc:picChg>
        <pc:picChg chg="add del mod">
          <ac:chgData name="Muhammad Fikri Hasani" userId="ada500cb4dc7801b" providerId="LiveId" clId="{786255F7-9FE3-486C-982B-B25D274956AF}" dt="2023-11-29T12:33:07.529" v="837"/>
          <ac:picMkLst>
            <pc:docMk/>
            <pc:sldMk cId="1790487730" sldId="260"/>
            <ac:picMk id="10" creationId="{89A343B3-8B02-719F-4369-9551FCD3CFBD}"/>
          </ac:picMkLst>
        </pc:picChg>
        <pc:picChg chg="add mod">
          <ac:chgData name="Muhammad Fikri Hasani" userId="ada500cb4dc7801b" providerId="LiveId" clId="{786255F7-9FE3-486C-982B-B25D274956AF}" dt="2023-11-29T12:33:33.498" v="851" actId="1076"/>
          <ac:picMkLst>
            <pc:docMk/>
            <pc:sldMk cId="1790487730" sldId="260"/>
            <ac:picMk id="12" creationId="{1E3BAF2F-AE4D-8592-E3B2-90F5A12BC5EB}"/>
          </ac:picMkLst>
        </pc:picChg>
      </pc:sldChg>
      <pc:sldChg chg="addSp delSp modSp new mod">
        <pc:chgData name="Muhammad Fikri Hasani" userId="ada500cb4dc7801b" providerId="LiveId" clId="{786255F7-9FE3-486C-982B-B25D274956AF}" dt="2023-11-29T12:48:56.081" v="1146" actId="1076"/>
        <pc:sldMkLst>
          <pc:docMk/>
          <pc:sldMk cId="1406669853" sldId="261"/>
        </pc:sldMkLst>
        <pc:spChg chg="mod">
          <ac:chgData name="Muhammad Fikri Hasani" userId="ada500cb4dc7801b" providerId="LiveId" clId="{786255F7-9FE3-486C-982B-B25D274956AF}" dt="2023-11-29T12:47:09.157" v="1027"/>
          <ac:spMkLst>
            <pc:docMk/>
            <pc:sldMk cId="1406669853" sldId="261"/>
            <ac:spMk id="2" creationId="{9AE2028E-64AB-B51A-2058-DF7F114A0CF0}"/>
          </ac:spMkLst>
        </pc:spChg>
        <pc:spChg chg="mod">
          <ac:chgData name="Muhammad Fikri Hasani" userId="ada500cb4dc7801b" providerId="LiveId" clId="{786255F7-9FE3-486C-982B-B25D274956AF}" dt="2023-11-29T12:47:14.225" v="1053" actId="20577"/>
          <ac:spMkLst>
            <pc:docMk/>
            <pc:sldMk cId="1406669853" sldId="261"/>
            <ac:spMk id="3" creationId="{EB54D8CC-49CC-75E6-CFE2-6DA6AB3B142F}"/>
          </ac:spMkLst>
        </pc:spChg>
        <pc:spChg chg="del">
          <ac:chgData name="Muhammad Fikri Hasani" userId="ada500cb4dc7801b" providerId="LiveId" clId="{786255F7-9FE3-486C-982B-B25D274956AF}" dt="2023-11-29T12:44:08.994" v="877" actId="22"/>
          <ac:spMkLst>
            <pc:docMk/>
            <pc:sldMk cId="1406669853" sldId="261"/>
            <ac:spMk id="4" creationId="{3723E49E-2796-2AD9-D3F7-3CE1A74EE1C0}"/>
          </ac:spMkLst>
        </pc:spChg>
        <pc:spChg chg="add mod">
          <ac:chgData name="Muhammad Fikri Hasani" userId="ada500cb4dc7801b" providerId="LiveId" clId="{786255F7-9FE3-486C-982B-B25D274956AF}" dt="2023-11-29T12:48:07.575" v="1061" actId="1076"/>
          <ac:spMkLst>
            <pc:docMk/>
            <pc:sldMk cId="1406669853" sldId="261"/>
            <ac:spMk id="20" creationId="{7E6382C3-7C3D-84FE-5B2C-296FC6D8C1F8}"/>
          </ac:spMkLst>
        </pc:spChg>
        <pc:spChg chg="add mod">
          <ac:chgData name="Muhammad Fikri Hasani" userId="ada500cb4dc7801b" providerId="LiveId" clId="{786255F7-9FE3-486C-982B-B25D274956AF}" dt="2023-11-29T12:48:07.575" v="1061" actId="1076"/>
          <ac:spMkLst>
            <pc:docMk/>
            <pc:sldMk cId="1406669853" sldId="261"/>
            <ac:spMk id="21" creationId="{6D87BB98-1B0E-D720-D1FF-AB162A0E8442}"/>
          </ac:spMkLst>
        </pc:spChg>
        <pc:spChg chg="add mod">
          <ac:chgData name="Muhammad Fikri Hasani" userId="ada500cb4dc7801b" providerId="LiveId" clId="{786255F7-9FE3-486C-982B-B25D274956AF}" dt="2023-11-29T12:48:07.575" v="1061" actId="1076"/>
          <ac:spMkLst>
            <pc:docMk/>
            <pc:sldMk cId="1406669853" sldId="261"/>
            <ac:spMk id="22" creationId="{BE1DA887-2AB5-15CD-7FC4-98F386121033}"/>
          </ac:spMkLst>
        </pc:spChg>
        <pc:spChg chg="add mod">
          <ac:chgData name="Muhammad Fikri Hasani" userId="ada500cb4dc7801b" providerId="LiveId" clId="{786255F7-9FE3-486C-982B-B25D274956AF}" dt="2023-11-29T12:48:07.575" v="1061" actId="1076"/>
          <ac:spMkLst>
            <pc:docMk/>
            <pc:sldMk cId="1406669853" sldId="261"/>
            <ac:spMk id="23" creationId="{455EA2BA-C02C-48F6-631A-73C3B91D1A15}"/>
          </ac:spMkLst>
        </pc:spChg>
        <pc:spChg chg="add mod">
          <ac:chgData name="Muhammad Fikri Hasani" userId="ada500cb4dc7801b" providerId="LiveId" clId="{786255F7-9FE3-486C-982B-B25D274956AF}" dt="2023-11-29T12:48:56.081" v="1146" actId="1076"/>
          <ac:spMkLst>
            <pc:docMk/>
            <pc:sldMk cId="1406669853" sldId="261"/>
            <ac:spMk id="27" creationId="{81F137D8-8719-704E-7B12-3614323EA85A}"/>
          </ac:spMkLst>
        </pc:spChg>
        <pc:grpChg chg="del mod">
          <ac:chgData name="Muhammad Fikri Hasani" userId="ada500cb4dc7801b" providerId="LiveId" clId="{786255F7-9FE3-486C-982B-B25D274956AF}" dt="2023-11-29T12:45:12.297" v="897"/>
          <ac:grpSpMkLst>
            <pc:docMk/>
            <pc:sldMk cId="1406669853" sldId="261"/>
            <ac:grpSpMk id="10" creationId="{9FCB7993-8776-6D50-F1CF-526FCCE209B1}"/>
          </ac:grpSpMkLst>
        </pc:grpChg>
        <pc:grpChg chg="del mod">
          <ac:chgData name="Muhammad Fikri Hasani" userId="ada500cb4dc7801b" providerId="LiveId" clId="{786255F7-9FE3-486C-982B-B25D274956AF}" dt="2023-11-29T12:45:12.297" v="897"/>
          <ac:grpSpMkLst>
            <pc:docMk/>
            <pc:sldMk cId="1406669853" sldId="261"/>
            <ac:grpSpMk id="14" creationId="{0D0927A6-7EBE-A76F-1D6B-FBB80979917A}"/>
          </ac:grpSpMkLst>
        </pc:grpChg>
        <pc:grpChg chg="mod">
          <ac:chgData name="Muhammad Fikri Hasani" userId="ada500cb4dc7801b" providerId="LiveId" clId="{786255F7-9FE3-486C-982B-B25D274956AF}" dt="2023-11-29T12:48:07.575" v="1061" actId="1076"/>
          <ac:grpSpMkLst>
            <pc:docMk/>
            <pc:sldMk cId="1406669853" sldId="261"/>
            <ac:grpSpMk id="19" creationId="{A6770818-17FE-B44C-4FB0-86F54739019B}"/>
          </ac:grpSpMkLst>
        </pc:grpChg>
        <pc:picChg chg="add mod ord">
          <ac:chgData name="Muhammad Fikri Hasani" userId="ada500cb4dc7801b" providerId="LiveId" clId="{786255F7-9FE3-486C-982B-B25D274956AF}" dt="2023-11-29T12:48:27.602" v="1066" actId="1076"/>
          <ac:picMkLst>
            <pc:docMk/>
            <pc:sldMk cId="1406669853" sldId="261"/>
            <ac:picMk id="6" creationId="{60FD3A51-962D-6DB6-A569-51D0D3A01799}"/>
          </ac:picMkLst>
        </pc:picChg>
        <pc:picChg chg="add mod">
          <ac:chgData name="Muhammad Fikri Hasani" userId="ada500cb4dc7801b" providerId="LiveId" clId="{786255F7-9FE3-486C-982B-B25D274956AF}" dt="2023-11-29T12:48:13.975" v="1064" actId="14100"/>
          <ac:picMkLst>
            <pc:docMk/>
            <pc:sldMk cId="1406669853" sldId="261"/>
            <ac:picMk id="25" creationId="{91FEDBD0-1E3A-A358-DB76-75C38BB50485}"/>
          </ac:picMkLst>
        </pc:picChg>
        <pc:inkChg chg="add del">
          <ac:chgData name="Muhammad Fikri Hasani" userId="ada500cb4dc7801b" providerId="LiveId" clId="{786255F7-9FE3-486C-982B-B25D274956AF}" dt="2023-11-29T12:44:37.859" v="883" actId="9405"/>
          <ac:inkMkLst>
            <pc:docMk/>
            <pc:sldMk cId="1406669853" sldId="261"/>
            <ac:inkMk id="7" creationId="{D9A45E55-71D4-33E2-0EBC-2D1B3AE77DC7}"/>
          </ac:inkMkLst>
        </pc:inkChg>
        <pc:inkChg chg="add mod">
          <ac:chgData name="Muhammad Fikri Hasani" userId="ada500cb4dc7801b" providerId="LiveId" clId="{786255F7-9FE3-486C-982B-B25D274956AF}" dt="2023-11-29T12:45:12.297" v="897"/>
          <ac:inkMkLst>
            <pc:docMk/>
            <pc:sldMk cId="1406669853" sldId="261"/>
            <ac:inkMk id="8" creationId="{8FA8AB39-17F1-9FC3-228D-45ED8D8EE9D3}"/>
          </ac:inkMkLst>
        </pc:inkChg>
        <pc:inkChg chg="add mod">
          <ac:chgData name="Muhammad Fikri Hasani" userId="ada500cb4dc7801b" providerId="LiveId" clId="{786255F7-9FE3-486C-982B-B25D274956AF}" dt="2023-11-29T12:45:12.297" v="897"/>
          <ac:inkMkLst>
            <pc:docMk/>
            <pc:sldMk cId="1406669853" sldId="261"/>
            <ac:inkMk id="9" creationId="{514355C6-962B-6C74-7629-707B99B2E6FE}"/>
          </ac:inkMkLst>
        </pc:inkChg>
        <pc:inkChg chg="add mod">
          <ac:chgData name="Muhammad Fikri Hasani" userId="ada500cb4dc7801b" providerId="LiveId" clId="{786255F7-9FE3-486C-982B-B25D274956AF}" dt="2023-11-29T12:48:07.575" v="1061" actId="1076"/>
          <ac:inkMkLst>
            <pc:docMk/>
            <pc:sldMk cId="1406669853" sldId="261"/>
            <ac:inkMk id="11" creationId="{CB918B7C-5566-C0F3-E820-75653DFA5EFF}"/>
          </ac:inkMkLst>
        </pc:inkChg>
        <pc:inkChg chg="add mod">
          <ac:chgData name="Muhammad Fikri Hasani" userId="ada500cb4dc7801b" providerId="LiveId" clId="{786255F7-9FE3-486C-982B-B25D274956AF}" dt="2023-11-29T12:45:12.297" v="897"/>
          <ac:inkMkLst>
            <pc:docMk/>
            <pc:sldMk cId="1406669853" sldId="261"/>
            <ac:inkMk id="12" creationId="{CA90B212-554D-D99A-39CD-CE8220EA8A1D}"/>
          </ac:inkMkLst>
        </pc:inkChg>
        <pc:inkChg chg="add mod">
          <ac:chgData name="Muhammad Fikri Hasani" userId="ada500cb4dc7801b" providerId="LiveId" clId="{786255F7-9FE3-486C-982B-B25D274956AF}" dt="2023-11-29T12:45:12.297" v="897"/>
          <ac:inkMkLst>
            <pc:docMk/>
            <pc:sldMk cId="1406669853" sldId="261"/>
            <ac:inkMk id="13" creationId="{1FE9CC50-95DB-D93E-F7A8-2722207DD5A7}"/>
          </ac:inkMkLst>
        </pc:inkChg>
        <pc:inkChg chg="add del">
          <ac:chgData name="Muhammad Fikri Hasani" userId="ada500cb4dc7801b" providerId="LiveId" clId="{786255F7-9FE3-486C-982B-B25D274956AF}" dt="2023-11-29T12:45:04.226" v="892" actId="9405"/>
          <ac:inkMkLst>
            <pc:docMk/>
            <pc:sldMk cId="1406669853" sldId="261"/>
            <ac:inkMk id="15" creationId="{E9967A4D-C79E-BA39-86C5-A954DB2F2150}"/>
          </ac:inkMkLst>
        </pc:inkChg>
        <pc:inkChg chg="add del">
          <ac:chgData name="Muhammad Fikri Hasani" userId="ada500cb4dc7801b" providerId="LiveId" clId="{786255F7-9FE3-486C-982B-B25D274956AF}" dt="2023-11-29T12:45:06.244" v="894" actId="9405"/>
          <ac:inkMkLst>
            <pc:docMk/>
            <pc:sldMk cId="1406669853" sldId="261"/>
            <ac:inkMk id="16" creationId="{7A4F3D9D-AAF8-DECC-33E6-1865281BA241}"/>
          </ac:inkMkLst>
        </pc:inkChg>
        <pc:inkChg chg="add mod">
          <ac:chgData name="Muhammad Fikri Hasani" userId="ada500cb4dc7801b" providerId="LiveId" clId="{786255F7-9FE3-486C-982B-B25D274956AF}" dt="2023-11-29T12:48:07.575" v="1061" actId="1076"/>
          <ac:inkMkLst>
            <pc:docMk/>
            <pc:sldMk cId="1406669853" sldId="261"/>
            <ac:inkMk id="17" creationId="{1D2E94EE-FE21-15F0-D7D7-4AC068EF3C6C}"/>
          </ac:inkMkLst>
        </pc:inkChg>
        <pc:inkChg chg="add mod">
          <ac:chgData name="Muhammad Fikri Hasani" userId="ada500cb4dc7801b" providerId="LiveId" clId="{786255F7-9FE3-486C-982B-B25D274956AF}" dt="2023-11-29T12:45:12.297" v="897"/>
          <ac:inkMkLst>
            <pc:docMk/>
            <pc:sldMk cId="1406669853" sldId="261"/>
            <ac:inkMk id="18" creationId="{0245F70D-EC8D-0D5A-126A-664F375F2F07}"/>
          </ac:inkMkLst>
        </pc:inkChg>
        <pc:inkChg chg="add">
          <ac:chgData name="Muhammad Fikri Hasani" userId="ada500cb4dc7801b" providerId="LiveId" clId="{786255F7-9FE3-486C-982B-B25D274956AF}" dt="2023-11-29T12:48:33.750" v="1067" actId="9405"/>
          <ac:inkMkLst>
            <pc:docMk/>
            <pc:sldMk cId="1406669853" sldId="261"/>
            <ac:inkMk id="26" creationId="{70E3F003-57D5-59A1-86AF-7280B10CA324}"/>
          </ac:inkMkLst>
        </pc:inkChg>
      </pc:sldChg>
      <pc:sldChg chg="addSp delSp modSp new mod">
        <pc:chgData name="Muhammad Fikri Hasani" userId="ada500cb4dc7801b" providerId="LiveId" clId="{786255F7-9FE3-486C-982B-B25D274956AF}" dt="2023-11-29T13:15:21.017" v="2158" actId="255"/>
        <pc:sldMkLst>
          <pc:docMk/>
          <pc:sldMk cId="1658221687" sldId="262"/>
        </pc:sldMkLst>
        <pc:spChg chg="mod">
          <ac:chgData name="Muhammad Fikri Hasani" userId="ada500cb4dc7801b" providerId="LiveId" clId="{786255F7-9FE3-486C-982B-B25D274956AF}" dt="2023-11-29T12:49:27.971" v="1193" actId="20577"/>
          <ac:spMkLst>
            <pc:docMk/>
            <pc:sldMk cId="1658221687" sldId="262"/>
            <ac:spMk id="2" creationId="{3F803C12-A20C-7606-2D82-A2C5CBC0BDC1}"/>
          </ac:spMkLst>
        </pc:spChg>
        <pc:spChg chg="mod">
          <ac:chgData name="Muhammad Fikri Hasani" userId="ada500cb4dc7801b" providerId="LiveId" clId="{786255F7-9FE3-486C-982B-B25D274956AF}" dt="2023-11-29T13:10:46.107" v="1886" actId="20577"/>
          <ac:spMkLst>
            <pc:docMk/>
            <pc:sldMk cId="1658221687" sldId="262"/>
            <ac:spMk id="3" creationId="{DC64D3E3-61E4-6825-2F54-EB3F8A5F3B64}"/>
          </ac:spMkLst>
        </pc:spChg>
        <pc:spChg chg="mod">
          <ac:chgData name="Muhammad Fikri Hasani" userId="ada500cb4dc7801b" providerId="LiveId" clId="{786255F7-9FE3-486C-982B-B25D274956AF}" dt="2023-11-29T13:15:14.986" v="2156" actId="255"/>
          <ac:spMkLst>
            <pc:docMk/>
            <pc:sldMk cId="1658221687" sldId="262"/>
            <ac:spMk id="4" creationId="{3008FC7B-3729-B312-E9C8-C97E1FB1E013}"/>
          </ac:spMkLst>
        </pc:spChg>
        <pc:spChg chg="add mod">
          <ac:chgData name="Muhammad Fikri Hasani" userId="ada500cb4dc7801b" providerId="LiveId" clId="{786255F7-9FE3-486C-982B-B25D274956AF}" dt="2023-11-29T13:15:21.017" v="2158" actId="255"/>
          <ac:spMkLst>
            <pc:docMk/>
            <pc:sldMk cId="1658221687" sldId="262"/>
            <ac:spMk id="9" creationId="{6D159B05-5B69-BCD0-C377-2963468E8707}"/>
          </ac:spMkLst>
        </pc:spChg>
        <pc:spChg chg="add mod">
          <ac:chgData name="Muhammad Fikri Hasani" userId="ada500cb4dc7801b" providerId="LiveId" clId="{786255F7-9FE3-486C-982B-B25D274956AF}" dt="2023-11-29T13:12:24.240" v="2038" actId="255"/>
          <ac:spMkLst>
            <pc:docMk/>
            <pc:sldMk cId="1658221687" sldId="262"/>
            <ac:spMk id="16" creationId="{B1C6874B-9CD0-FE84-EB58-A77712693BF3}"/>
          </ac:spMkLst>
        </pc:spChg>
        <pc:spChg chg="add mod">
          <ac:chgData name="Muhammad Fikri Hasani" userId="ada500cb4dc7801b" providerId="LiveId" clId="{786255F7-9FE3-486C-982B-B25D274956AF}" dt="2023-11-29T13:15:01.922" v="2155" actId="20577"/>
          <ac:spMkLst>
            <pc:docMk/>
            <pc:sldMk cId="1658221687" sldId="262"/>
            <ac:spMk id="26" creationId="{DD0DF8C9-7881-01C6-5E40-C63C389A4958}"/>
          </ac:spMkLst>
        </pc:spChg>
        <pc:grpChg chg="mod">
          <ac:chgData name="Muhammad Fikri Hasani" userId="ada500cb4dc7801b" providerId="LiveId" clId="{786255F7-9FE3-486C-982B-B25D274956AF}" dt="2023-11-29T13:14:37.908" v="2055"/>
          <ac:grpSpMkLst>
            <pc:docMk/>
            <pc:sldMk cId="1658221687" sldId="262"/>
            <ac:grpSpMk id="25" creationId="{A6850573-389F-7848-7BE8-59B85C1E80E2}"/>
          </ac:grpSpMkLst>
        </pc:grpChg>
        <pc:picChg chg="add del">
          <ac:chgData name="Muhammad Fikri Hasani" userId="ada500cb4dc7801b" providerId="LiveId" clId="{786255F7-9FE3-486C-982B-B25D274956AF}" dt="2023-11-29T12:49:22.204" v="1160" actId="22"/>
          <ac:picMkLst>
            <pc:docMk/>
            <pc:sldMk cId="1658221687" sldId="262"/>
            <ac:picMk id="6" creationId="{C8B97C88-A259-0063-5EB6-5F4554F90DC7}"/>
          </ac:picMkLst>
        </pc:picChg>
        <pc:picChg chg="add mod">
          <ac:chgData name="Muhammad Fikri Hasani" userId="ada500cb4dc7801b" providerId="LiveId" clId="{786255F7-9FE3-486C-982B-B25D274956AF}" dt="2023-11-29T13:15:17.520" v="2157" actId="1076"/>
          <ac:picMkLst>
            <pc:docMk/>
            <pc:sldMk cId="1658221687" sldId="262"/>
            <ac:picMk id="8" creationId="{8826D0E1-3CB3-E7E9-B231-0F539D640BFE}"/>
          </ac:picMkLst>
        </pc:picChg>
        <pc:picChg chg="add del">
          <ac:chgData name="Muhammad Fikri Hasani" userId="ada500cb4dc7801b" providerId="LiveId" clId="{786255F7-9FE3-486C-982B-B25D274956AF}" dt="2023-11-29T13:11:25.836" v="1889" actId="22"/>
          <ac:picMkLst>
            <pc:docMk/>
            <pc:sldMk cId="1658221687" sldId="262"/>
            <ac:picMk id="11" creationId="{DEE947BB-68B1-5690-E336-DB12EBD765CD}"/>
          </ac:picMkLst>
        </pc:picChg>
        <pc:picChg chg="add mod">
          <ac:chgData name="Muhammad Fikri Hasani" userId="ada500cb4dc7801b" providerId="LiveId" clId="{786255F7-9FE3-486C-982B-B25D274956AF}" dt="2023-11-29T13:11:34.446" v="1893" actId="1076"/>
          <ac:picMkLst>
            <pc:docMk/>
            <pc:sldMk cId="1658221687" sldId="262"/>
            <ac:picMk id="13" creationId="{DBB6735C-C29F-BA0F-21EB-BA1420384979}"/>
          </ac:picMkLst>
        </pc:picChg>
        <pc:picChg chg="add mod">
          <ac:chgData name="Muhammad Fikri Hasani" userId="ada500cb4dc7801b" providerId="LiveId" clId="{786255F7-9FE3-486C-982B-B25D274956AF}" dt="2023-11-29T13:11:47.301" v="1896" actId="1076"/>
          <ac:picMkLst>
            <pc:docMk/>
            <pc:sldMk cId="1658221687" sldId="262"/>
            <ac:picMk id="15" creationId="{B6E97298-5471-868E-8AE2-51DB4DAF8F47}"/>
          </ac:picMkLst>
        </pc:picChg>
        <pc:picChg chg="add del mod">
          <ac:chgData name="Muhammad Fikri Hasani" userId="ada500cb4dc7801b" providerId="LiveId" clId="{786255F7-9FE3-486C-982B-B25D274956AF}" dt="2023-11-29T13:14:17.849" v="2045" actId="478"/>
          <ac:picMkLst>
            <pc:docMk/>
            <pc:sldMk cId="1658221687" sldId="262"/>
            <ac:picMk id="18" creationId="{5CF362BE-2625-12B3-A8BB-721E3E699881}"/>
          </ac:picMkLst>
        </pc:picChg>
        <pc:picChg chg="add mod">
          <ac:chgData name="Muhammad Fikri Hasani" userId="ada500cb4dc7801b" providerId="LiveId" clId="{786255F7-9FE3-486C-982B-B25D274956AF}" dt="2023-11-29T13:14:21.844" v="2048" actId="1076"/>
          <ac:picMkLst>
            <pc:docMk/>
            <pc:sldMk cId="1658221687" sldId="262"/>
            <ac:picMk id="20" creationId="{49E8F3EE-133B-D63C-F301-B06654B01562}"/>
          </ac:picMkLst>
        </pc:picChg>
        <pc:inkChg chg="add del">
          <ac:chgData name="Muhammad Fikri Hasani" userId="ada500cb4dc7801b" providerId="LiveId" clId="{786255F7-9FE3-486C-982B-B25D274956AF}" dt="2023-11-29T13:14:29.449" v="2050" actId="9405"/>
          <ac:inkMkLst>
            <pc:docMk/>
            <pc:sldMk cId="1658221687" sldId="262"/>
            <ac:inkMk id="21" creationId="{57FD6B18-06AB-EB6C-5BF8-8EE65B3C3AEC}"/>
          </ac:inkMkLst>
        </pc:inkChg>
        <pc:inkChg chg="add del">
          <ac:chgData name="Muhammad Fikri Hasani" userId="ada500cb4dc7801b" providerId="LiveId" clId="{786255F7-9FE3-486C-982B-B25D274956AF}" dt="2023-11-29T13:14:31.860" v="2052" actId="9405"/>
          <ac:inkMkLst>
            <pc:docMk/>
            <pc:sldMk cId="1658221687" sldId="262"/>
            <ac:inkMk id="22" creationId="{CE99C40E-2A81-C427-1026-30CB06D5FBB8}"/>
          </ac:inkMkLst>
        </pc:inkChg>
        <pc:inkChg chg="add mod">
          <ac:chgData name="Muhammad Fikri Hasani" userId="ada500cb4dc7801b" providerId="LiveId" clId="{786255F7-9FE3-486C-982B-B25D274956AF}" dt="2023-11-29T13:14:37.908" v="2055"/>
          <ac:inkMkLst>
            <pc:docMk/>
            <pc:sldMk cId="1658221687" sldId="262"/>
            <ac:inkMk id="23" creationId="{A85D810D-CAF0-B05B-7C26-82BB2A42F49C}"/>
          </ac:inkMkLst>
        </pc:inkChg>
        <pc:inkChg chg="add mod">
          <ac:chgData name="Muhammad Fikri Hasani" userId="ada500cb4dc7801b" providerId="LiveId" clId="{786255F7-9FE3-486C-982B-B25D274956AF}" dt="2023-11-29T13:14:37.908" v="2055"/>
          <ac:inkMkLst>
            <pc:docMk/>
            <pc:sldMk cId="1658221687" sldId="262"/>
            <ac:inkMk id="24" creationId="{00A175A8-7852-E636-AF74-F8E3B2206E20}"/>
          </ac:inkMkLst>
        </pc:inkChg>
      </pc:sldChg>
      <pc:sldChg chg="addSp modSp new mod">
        <pc:chgData name="Muhammad Fikri Hasani" userId="ada500cb4dc7801b" providerId="LiveId" clId="{786255F7-9FE3-486C-982B-B25D274956AF}" dt="2023-11-29T12:47:06.677" v="1026"/>
        <pc:sldMkLst>
          <pc:docMk/>
          <pc:sldMk cId="3610995723" sldId="263"/>
        </pc:sldMkLst>
        <pc:spChg chg="mod">
          <ac:chgData name="Muhammad Fikri Hasani" userId="ada500cb4dc7801b" providerId="LiveId" clId="{786255F7-9FE3-486C-982B-B25D274956AF}" dt="2023-11-29T12:47:06.677" v="1026"/>
          <ac:spMkLst>
            <pc:docMk/>
            <pc:sldMk cId="3610995723" sldId="263"/>
            <ac:spMk id="2" creationId="{2E081CB8-50C4-23B2-29BA-83460CCA3F0A}"/>
          </ac:spMkLst>
        </pc:spChg>
        <pc:spChg chg="mod">
          <ac:chgData name="Muhammad Fikri Hasani" userId="ada500cb4dc7801b" providerId="LiveId" clId="{786255F7-9FE3-486C-982B-B25D274956AF}" dt="2023-11-29T12:46:48.758" v="1020" actId="20577"/>
          <ac:spMkLst>
            <pc:docMk/>
            <pc:sldMk cId="3610995723" sldId="263"/>
            <ac:spMk id="3" creationId="{39305AB3-471F-0DED-9DBE-1BB271448E68}"/>
          </ac:spMkLst>
        </pc:spChg>
        <pc:picChg chg="add mod">
          <ac:chgData name="Muhammad Fikri Hasani" userId="ada500cb4dc7801b" providerId="LiveId" clId="{786255F7-9FE3-486C-982B-B25D274956AF}" dt="2023-11-29T12:46:57.232" v="1025" actId="1076"/>
          <ac:picMkLst>
            <pc:docMk/>
            <pc:sldMk cId="3610995723" sldId="263"/>
            <ac:picMk id="6" creationId="{9DD8D1F2-A8C9-69C4-0543-35AED080CAF8}"/>
          </ac:picMkLst>
        </pc:picChg>
      </pc:sldChg>
      <pc:sldChg chg="addSp delSp modSp new mod">
        <pc:chgData name="Muhammad Fikri Hasani" userId="ada500cb4dc7801b" providerId="LiveId" clId="{786255F7-9FE3-486C-982B-B25D274956AF}" dt="2023-11-29T13:05:50.008" v="1683" actId="1076"/>
        <pc:sldMkLst>
          <pc:docMk/>
          <pc:sldMk cId="1752434085" sldId="264"/>
        </pc:sldMkLst>
        <pc:spChg chg="mod">
          <ac:chgData name="Muhammad Fikri Hasani" userId="ada500cb4dc7801b" providerId="LiveId" clId="{786255F7-9FE3-486C-982B-B25D274956AF}" dt="2023-11-29T12:56:59.183" v="1537" actId="20577"/>
          <ac:spMkLst>
            <pc:docMk/>
            <pc:sldMk cId="1752434085" sldId="264"/>
            <ac:spMk id="2" creationId="{111891C4-6F8B-93FA-E00C-15C3B72B7C57}"/>
          </ac:spMkLst>
        </pc:spChg>
        <pc:spChg chg="mod">
          <ac:chgData name="Muhammad Fikri Hasani" userId="ada500cb4dc7801b" providerId="LiveId" clId="{786255F7-9FE3-486C-982B-B25D274956AF}" dt="2023-11-29T12:57:03.076" v="1555" actId="20577"/>
          <ac:spMkLst>
            <pc:docMk/>
            <pc:sldMk cId="1752434085" sldId="264"/>
            <ac:spMk id="3" creationId="{DCA302A7-813D-FF04-4636-C7F55CA08FB9}"/>
          </ac:spMkLst>
        </pc:spChg>
        <pc:spChg chg="mod">
          <ac:chgData name="Muhammad Fikri Hasani" userId="ada500cb4dc7801b" providerId="LiveId" clId="{786255F7-9FE3-486C-982B-B25D274956AF}" dt="2023-11-29T13:04:34.047" v="1624"/>
          <ac:spMkLst>
            <pc:docMk/>
            <pc:sldMk cId="1752434085" sldId="264"/>
            <ac:spMk id="4" creationId="{A8761965-8160-5227-FBD0-1F721E169B23}"/>
          </ac:spMkLst>
        </pc:spChg>
        <pc:spChg chg="add del">
          <ac:chgData name="Muhammad Fikri Hasani" userId="ada500cb4dc7801b" providerId="LiveId" clId="{786255F7-9FE3-486C-982B-B25D274956AF}" dt="2023-11-29T13:04:52.501" v="1626" actId="11529"/>
          <ac:spMkLst>
            <pc:docMk/>
            <pc:sldMk cId="1752434085" sldId="264"/>
            <ac:spMk id="7" creationId="{8D0E3579-BE37-9847-80AD-67D48DBDC3E8}"/>
          </ac:spMkLst>
        </pc:spChg>
        <pc:spChg chg="add del mod">
          <ac:chgData name="Muhammad Fikri Hasani" userId="ada500cb4dc7801b" providerId="LiveId" clId="{786255F7-9FE3-486C-982B-B25D274956AF}" dt="2023-11-29T13:05:23.838" v="1641" actId="767"/>
          <ac:spMkLst>
            <pc:docMk/>
            <pc:sldMk cId="1752434085" sldId="264"/>
            <ac:spMk id="19" creationId="{4611D0C3-5FEE-A628-8FCF-A239472F84FB}"/>
          </ac:spMkLst>
        </pc:spChg>
        <pc:spChg chg="add mod">
          <ac:chgData name="Muhammad Fikri Hasani" userId="ada500cb4dc7801b" providerId="LiveId" clId="{786255F7-9FE3-486C-982B-B25D274956AF}" dt="2023-11-29T13:05:50.008" v="1683" actId="1076"/>
          <ac:spMkLst>
            <pc:docMk/>
            <pc:sldMk cId="1752434085" sldId="264"/>
            <ac:spMk id="21" creationId="{01251AB6-4F42-2142-E68C-C0824BD23C16}"/>
          </ac:spMkLst>
        </pc:spChg>
        <pc:grpChg chg="del mod">
          <ac:chgData name="Muhammad Fikri Hasani" userId="ada500cb4dc7801b" providerId="LiveId" clId="{786255F7-9FE3-486C-982B-B25D274956AF}" dt="2023-11-29T13:05:12.852" v="1636"/>
          <ac:grpSpMkLst>
            <pc:docMk/>
            <pc:sldMk cId="1752434085" sldId="264"/>
            <ac:grpSpMk id="13" creationId="{3BCE5709-7131-30A5-099F-6F5A2BDBAA85}"/>
          </ac:grpSpMkLst>
        </pc:grpChg>
        <pc:grpChg chg="del mod">
          <ac:chgData name="Muhammad Fikri Hasani" userId="ada500cb4dc7801b" providerId="LiveId" clId="{786255F7-9FE3-486C-982B-B25D274956AF}" dt="2023-11-29T13:05:14.709" v="1638"/>
          <ac:grpSpMkLst>
            <pc:docMk/>
            <pc:sldMk cId="1752434085" sldId="264"/>
            <ac:grpSpMk id="15" creationId="{31C182FD-911A-4E17-DDB6-BBD524491E85}"/>
          </ac:grpSpMkLst>
        </pc:grpChg>
        <pc:grpChg chg="mod">
          <ac:chgData name="Muhammad Fikri Hasani" userId="ada500cb4dc7801b" providerId="LiveId" clId="{786255F7-9FE3-486C-982B-B25D274956AF}" dt="2023-11-29T13:05:14.709" v="1638"/>
          <ac:grpSpMkLst>
            <pc:docMk/>
            <pc:sldMk cId="1752434085" sldId="264"/>
            <ac:grpSpMk id="17" creationId="{71BF1BEC-2299-41D7-5C9E-453121ACFA36}"/>
          </ac:grpSpMkLst>
        </pc:grpChg>
        <pc:picChg chg="add mod">
          <ac:chgData name="Muhammad Fikri Hasani" userId="ada500cb4dc7801b" providerId="LiveId" clId="{786255F7-9FE3-486C-982B-B25D274956AF}" dt="2023-11-29T12:59:48.033" v="1575" actId="14100"/>
          <ac:picMkLst>
            <pc:docMk/>
            <pc:sldMk cId="1752434085" sldId="264"/>
            <ac:picMk id="6" creationId="{D6889F89-87C5-F70B-3D6A-48333304389D}"/>
          </ac:picMkLst>
        </pc:picChg>
        <pc:inkChg chg="add">
          <ac:chgData name="Muhammad Fikri Hasani" userId="ada500cb4dc7801b" providerId="LiveId" clId="{786255F7-9FE3-486C-982B-B25D274956AF}" dt="2023-11-29T13:05:00.885" v="1627" actId="9405"/>
          <ac:inkMkLst>
            <pc:docMk/>
            <pc:sldMk cId="1752434085" sldId="264"/>
            <ac:inkMk id="8" creationId="{0CA4106B-EF93-EB6B-1277-A7C0C460851C}"/>
          </ac:inkMkLst>
        </pc:inkChg>
        <pc:inkChg chg="add del">
          <ac:chgData name="Muhammad Fikri Hasani" userId="ada500cb4dc7801b" providerId="LiveId" clId="{786255F7-9FE3-486C-982B-B25D274956AF}" dt="2023-11-29T13:05:03.334" v="1629" actId="9405"/>
          <ac:inkMkLst>
            <pc:docMk/>
            <pc:sldMk cId="1752434085" sldId="264"/>
            <ac:inkMk id="9" creationId="{57B66E97-ADD0-E2A6-8ECE-169FC1BC45F9}"/>
          </ac:inkMkLst>
        </pc:inkChg>
        <pc:inkChg chg="add del">
          <ac:chgData name="Muhammad Fikri Hasani" userId="ada500cb4dc7801b" providerId="LiveId" clId="{786255F7-9FE3-486C-982B-B25D274956AF}" dt="2023-11-29T13:05:05.321" v="1631" actId="9405"/>
          <ac:inkMkLst>
            <pc:docMk/>
            <pc:sldMk cId="1752434085" sldId="264"/>
            <ac:inkMk id="10" creationId="{2C560CBD-E366-033E-6ECF-81A9AF0CBF7E}"/>
          </ac:inkMkLst>
        </pc:inkChg>
        <pc:inkChg chg="add mod">
          <ac:chgData name="Muhammad Fikri Hasani" userId="ada500cb4dc7801b" providerId="LiveId" clId="{786255F7-9FE3-486C-982B-B25D274956AF}" dt="2023-11-29T13:05:14.709" v="1638"/>
          <ac:inkMkLst>
            <pc:docMk/>
            <pc:sldMk cId="1752434085" sldId="264"/>
            <ac:inkMk id="11" creationId="{5C2FAC98-5779-37E5-468B-19846777226C}"/>
          </ac:inkMkLst>
        </pc:inkChg>
        <pc:inkChg chg="add mod">
          <ac:chgData name="Muhammad Fikri Hasani" userId="ada500cb4dc7801b" providerId="LiveId" clId="{786255F7-9FE3-486C-982B-B25D274956AF}" dt="2023-11-29T13:05:14.709" v="1638"/>
          <ac:inkMkLst>
            <pc:docMk/>
            <pc:sldMk cId="1752434085" sldId="264"/>
            <ac:inkMk id="12" creationId="{ECB2CF73-8728-0F86-9848-B97FD7608FD2}"/>
          </ac:inkMkLst>
        </pc:inkChg>
        <pc:inkChg chg="add mod">
          <ac:chgData name="Muhammad Fikri Hasani" userId="ada500cb4dc7801b" providerId="LiveId" clId="{786255F7-9FE3-486C-982B-B25D274956AF}" dt="2023-11-29T13:05:14.709" v="1638"/>
          <ac:inkMkLst>
            <pc:docMk/>
            <pc:sldMk cId="1752434085" sldId="264"/>
            <ac:inkMk id="14" creationId="{E3E0F1AF-3630-1130-A1F0-8483E12283D3}"/>
          </ac:inkMkLst>
        </pc:inkChg>
        <pc:inkChg chg="add mod">
          <ac:chgData name="Muhammad Fikri Hasani" userId="ada500cb4dc7801b" providerId="LiveId" clId="{786255F7-9FE3-486C-982B-B25D274956AF}" dt="2023-11-29T13:05:14.709" v="1638"/>
          <ac:inkMkLst>
            <pc:docMk/>
            <pc:sldMk cId="1752434085" sldId="264"/>
            <ac:inkMk id="16" creationId="{3B47D37D-AC35-8666-F9CF-8E542CB8DFFE}"/>
          </ac:inkMkLst>
        </pc:inkChg>
        <pc:inkChg chg="add del">
          <ac:chgData name="Muhammad Fikri Hasani" userId="ada500cb4dc7801b" providerId="LiveId" clId="{786255F7-9FE3-486C-982B-B25D274956AF}" dt="2023-11-29T13:05:24.195" v="1642" actId="9405"/>
          <ac:inkMkLst>
            <pc:docMk/>
            <pc:sldMk cId="1752434085" sldId="264"/>
            <ac:inkMk id="18" creationId="{918EEAD0-C791-3433-1CEF-0BF39DE51212}"/>
          </ac:inkMkLst>
        </pc:inkChg>
        <pc:inkChg chg="add">
          <ac:chgData name="Muhammad Fikri Hasani" userId="ada500cb4dc7801b" providerId="LiveId" clId="{786255F7-9FE3-486C-982B-B25D274956AF}" dt="2023-11-29T13:05:32.563" v="1643" actId="9405"/>
          <ac:inkMkLst>
            <pc:docMk/>
            <pc:sldMk cId="1752434085" sldId="264"/>
            <ac:inkMk id="20" creationId="{F5281FDD-0411-8A12-D22B-699F3CB20527}"/>
          </ac:inkMkLst>
        </pc:inkChg>
      </pc:sldChg>
      <pc:sldChg chg="addSp delSp modSp new mod">
        <pc:chgData name="Muhammad Fikri Hasani" userId="ada500cb4dc7801b" providerId="LiveId" clId="{786255F7-9FE3-486C-982B-B25D274956AF}" dt="2023-11-29T14:46:52.783" v="5349" actId="1076"/>
        <pc:sldMkLst>
          <pc:docMk/>
          <pc:sldMk cId="727080427" sldId="265"/>
        </pc:sldMkLst>
        <pc:spChg chg="mod">
          <ac:chgData name="Muhammad Fikri Hasani" userId="ada500cb4dc7801b" providerId="LiveId" clId="{786255F7-9FE3-486C-982B-B25D274956AF}" dt="2023-11-29T13:15:29.144" v="2161" actId="27636"/>
          <ac:spMkLst>
            <pc:docMk/>
            <pc:sldMk cId="727080427" sldId="265"/>
            <ac:spMk id="2" creationId="{C3843C9D-BC44-CF0A-DB33-90C11E38DB76}"/>
          </ac:spMkLst>
        </pc:spChg>
        <pc:spChg chg="mod">
          <ac:chgData name="Muhammad Fikri Hasani" userId="ada500cb4dc7801b" providerId="LiveId" clId="{786255F7-9FE3-486C-982B-B25D274956AF}" dt="2023-11-29T13:22:43.286" v="2290" actId="20577"/>
          <ac:spMkLst>
            <pc:docMk/>
            <pc:sldMk cId="727080427" sldId="265"/>
            <ac:spMk id="3" creationId="{B1CA18BA-6D77-9C5A-EB4B-E51979328936}"/>
          </ac:spMkLst>
        </pc:spChg>
        <pc:spChg chg="del">
          <ac:chgData name="Muhammad Fikri Hasani" userId="ada500cb4dc7801b" providerId="LiveId" clId="{786255F7-9FE3-486C-982B-B25D274956AF}" dt="2023-11-29T13:16:46.124" v="2182" actId="22"/>
          <ac:spMkLst>
            <pc:docMk/>
            <pc:sldMk cId="727080427" sldId="265"/>
            <ac:spMk id="4" creationId="{3600DBAA-796A-8A67-3AF3-5412ABBA6026}"/>
          </ac:spMkLst>
        </pc:spChg>
        <pc:spChg chg="add mod">
          <ac:chgData name="Muhammad Fikri Hasani" userId="ada500cb4dc7801b" providerId="LiveId" clId="{786255F7-9FE3-486C-982B-B25D274956AF}" dt="2023-11-29T14:46:49.672" v="5348" actId="20577"/>
          <ac:spMkLst>
            <pc:docMk/>
            <pc:sldMk cId="727080427" sldId="265"/>
            <ac:spMk id="7" creationId="{8FD0EA13-DB28-A175-348E-5E336CB441AF}"/>
          </ac:spMkLst>
        </pc:spChg>
        <pc:picChg chg="add mod ord">
          <ac:chgData name="Muhammad Fikri Hasani" userId="ada500cb4dc7801b" providerId="LiveId" clId="{786255F7-9FE3-486C-982B-B25D274956AF}" dt="2023-11-29T14:46:52.783" v="5349" actId="1076"/>
          <ac:picMkLst>
            <pc:docMk/>
            <pc:sldMk cId="727080427" sldId="265"/>
            <ac:picMk id="6" creationId="{A727E76C-D9F7-09DD-08C8-A5C91C078614}"/>
          </ac:picMkLst>
        </pc:picChg>
      </pc:sldChg>
      <pc:sldChg chg="addSp modSp new mod">
        <pc:chgData name="Muhammad Fikri Hasani" userId="ada500cb4dc7801b" providerId="LiveId" clId="{786255F7-9FE3-486C-982B-B25D274956AF}" dt="2023-11-29T13:20:43.131" v="2287" actId="14100"/>
        <pc:sldMkLst>
          <pc:docMk/>
          <pc:sldMk cId="3742849252" sldId="266"/>
        </pc:sldMkLst>
        <pc:spChg chg="mod">
          <ac:chgData name="Muhammad Fikri Hasani" userId="ada500cb4dc7801b" providerId="LiveId" clId="{786255F7-9FE3-486C-982B-B25D274956AF}" dt="2023-11-29T13:17:31.297" v="2230" actId="20577"/>
          <ac:spMkLst>
            <pc:docMk/>
            <pc:sldMk cId="3742849252" sldId="266"/>
            <ac:spMk id="2" creationId="{6CF8DE37-83AA-CE6A-9877-F82DA0EC1AEE}"/>
          </ac:spMkLst>
        </pc:spChg>
        <pc:spChg chg="mod">
          <ac:chgData name="Muhammad Fikri Hasani" userId="ada500cb4dc7801b" providerId="LiveId" clId="{786255F7-9FE3-486C-982B-B25D274956AF}" dt="2023-11-29T13:17:34.750" v="2249" actId="20577"/>
          <ac:spMkLst>
            <pc:docMk/>
            <pc:sldMk cId="3742849252" sldId="266"/>
            <ac:spMk id="3" creationId="{05DA87AA-0D66-10CD-923B-6A6CA531D634}"/>
          </ac:spMkLst>
        </pc:spChg>
        <pc:spChg chg="mod">
          <ac:chgData name="Muhammad Fikri Hasani" userId="ada500cb4dc7801b" providerId="LiveId" clId="{786255F7-9FE3-486C-982B-B25D274956AF}" dt="2023-11-29T13:20:25.908" v="2281" actId="20577"/>
          <ac:spMkLst>
            <pc:docMk/>
            <pc:sldMk cId="3742849252" sldId="266"/>
            <ac:spMk id="4" creationId="{521FF051-92D5-E28B-6E49-B3B16D07A5B5}"/>
          </ac:spMkLst>
        </pc:spChg>
        <pc:picChg chg="add mod">
          <ac:chgData name="Muhammad Fikri Hasani" userId="ada500cb4dc7801b" providerId="LiveId" clId="{786255F7-9FE3-486C-982B-B25D274956AF}" dt="2023-11-29T13:19:42.313" v="2263" actId="1076"/>
          <ac:picMkLst>
            <pc:docMk/>
            <pc:sldMk cId="3742849252" sldId="266"/>
            <ac:picMk id="6" creationId="{CCD4303F-D79C-939F-3142-6A4636EDFDD7}"/>
          </ac:picMkLst>
        </pc:picChg>
        <pc:picChg chg="add mod">
          <ac:chgData name="Muhammad Fikri Hasani" userId="ada500cb4dc7801b" providerId="LiveId" clId="{786255F7-9FE3-486C-982B-B25D274956AF}" dt="2023-11-29T13:20:43.131" v="2287" actId="14100"/>
          <ac:picMkLst>
            <pc:docMk/>
            <pc:sldMk cId="3742849252" sldId="266"/>
            <ac:picMk id="8" creationId="{49ADA655-C8E0-A16D-3BFF-A933672F68BF}"/>
          </ac:picMkLst>
        </pc:picChg>
      </pc:sldChg>
      <pc:sldChg chg="addSp modSp new mod">
        <pc:chgData name="Muhammad Fikri Hasani" userId="ada500cb4dc7801b" providerId="LiveId" clId="{786255F7-9FE3-486C-982B-B25D274956AF}" dt="2023-11-29T14:29:16.865" v="3932" actId="1076"/>
        <pc:sldMkLst>
          <pc:docMk/>
          <pc:sldMk cId="210008908" sldId="267"/>
        </pc:sldMkLst>
        <pc:spChg chg="mod">
          <ac:chgData name="Muhammad Fikri Hasani" userId="ada500cb4dc7801b" providerId="LiveId" clId="{786255F7-9FE3-486C-982B-B25D274956AF}" dt="2023-11-29T13:22:59.768" v="2341" actId="27636"/>
          <ac:spMkLst>
            <pc:docMk/>
            <pc:sldMk cId="210008908" sldId="267"/>
            <ac:spMk id="2" creationId="{E1C195F5-25F9-E3A8-E8B3-51356152509F}"/>
          </ac:spMkLst>
        </pc:spChg>
        <pc:spChg chg="mod">
          <ac:chgData name="Muhammad Fikri Hasani" userId="ada500cb4dc7801b" providerId="LiveId" clId="{786255F7-9FE3-486C-982B-B25D274956AF}" dt="2023-11-29T13:22:55.043" v="2339" actId="20577"/>
          <ac:spMkLst>
            <pc:docMk/>
            <pc:sldMk cId="210008908" sldId="267"/>
            <ac:spMk id="3" creationId="{5E3FE6E7-9888-9C6C-83E3-562C743AA2E4}"/>
          </ac:spMkLst>
        </pc:spChg>
        <pc:spChg chg="mod">
          <ac:chgData name="Muhammad Fikri Hasani" userId="ada500cb4dc7801b" providerId="LiveId" clId="{786255F7-9FE3-486C-982B-B25D274956AF}" dt="2023-11-29T14:28:15.552" v="3895" actId="1076"/>
          <ac:spMkLst>
            <pc:docMk/>
            <pc:sldMk cId="210008908" sldId="267"/>
            <ac:spMk id="4" creationId="{D7B01E9C-2DEF-9CC7-04D0-96E4F1ED64B9}"/>
          </ac:spMkLst>
        </pc:spChg>
        <pc:spChg chg="add mod">
          <ac:chgData name="Muhammad Fikri Hasani" userId="ada500cb4dc7801b" providerId="LiveId" clId="{786255F7-9FE3-486C-982B-B25D274956AF}" dt="2023-11-29T14:28:58.517" v="3919" actId="1076"/>
          <ac:spMkLst>
            <pc:docMk/>
            <pc:sldMk cId="210008908" sldId="267"/>
            <ac:spMk id="11" creationId="{B87BF09A-62C9-4BFD-44B5-6FEF0B15EFCF}"/>
          </ac:spMkLst>
        </pc:spChg>
        <pc:spChg chg="add mod">
          <ac:chgData name="Muhammad Fikri Hasani" userId="ada500cb4dc7801b" providerId="LiveId" clId="{786255F7-9FE3-486C-982B-B25D274956AF}" dt="2023-11-29T14:29:08.663" v="3931" actId="20577"/>
          <ac:spMkLst>
            <pc:docMk/>
            <pc:sldMk cId="210008908" sldId="267"/>
            <ac:spMk id="12" creationId="{3C08D34C-B2BF-DA56-E986-1F5A31696A73}"/>
          </ac:spMkLst>
        </pc:spChg>
        <pc:picChg chg="add mod">
          <ac:chgData name="Muhammad Fikri Hasani" userId="ada500cb4dc7801b" providerId="LiveId" clId="{786255F7-9FE3-486C-982B-B25D274956AF}" dt="2023-11-29T14:28:17.276" v="3896" actId="1076"/>
          <ac:picMkLst>
            <pc:docMk/>
            <pc:sldMk cId="210008908" sldId="267"/>
            <ac:picMk id="6" creationId="{6C130787-9024-AC28-5887-A9681F387B05}"/>
          </ac:picMkLst>
        </pc:picChg>
        <pc:picChg chg="add mod">
          <ac:chgData name="Muhammad Fikri Hasani" userId="ada500cb4dc7801b" providerId="LiveId" clId="{786255F7-9FE3-486C-982B-B25D274956AF}" dt="2023-11-29T14:29:16.865" v="3932" actId="1076"/>
          <ac:picMkLst>
            <pc:docMk/>
            <pc:sldMk cId="210008908" sldId="267"/>
            <ac:picMk id="8" creationId="{B46CE81A-961A-C8BD-BE0B-8B38C0B9638A}"/>
          </ac:picMkLst>
        </pc:picChg>
        <pc:picChg chg="add mod">
          <ac:chgData name="Muhammad Fikri Hasani" userId="ada500cb4dc7801b" providerId="LiveId" clId="{786255F7-9FE3-486C-982B-B25D274956AF}" dt="2023-11-29T14:28:43.944" v="3899" actId="1076"/>
          <ac:picMkLst>
            <pc:docMk/>
            <pc:sldMk cId="210008908" sldId="267"/>
            <ac:picMk id="10" creationId="{8E4FFAF3-AB5D-E523-345B-F19FCAA4FC79}"/>
          </ac:picMkLst>
        </pc:picChg>
      </pc:sldChg>
      <pc:sldChg chg="addSp modSp new mod">
        <pc:chgData name="Muhammad Fikri Hasani" userId="ada500cb4dc7801b" providerId="LiveId" clId="{786255F7-9FE3-486C-982B-B25D274956AF}" dt="2023-11-29T14:34:07.185" v="4050" actId="1076"/>
        <pc:sldMkLst>
          <pc:docMk/>
          <pc:sldMk cId="4106888810" sldId="268"/>
        </pc:sldMkLst>
        <pc:spChg chg="mod">
          <ac:chgData name="Muhammad Fikri Hasani" userId="ada500cb4dc7801b" providerId="LiveId" clId="{786255F7-9FE3-486C-982B-B25D274956AF}" dt="2023-11-29T13:50:04.559" v="2681" actId="20577"/>
          <ac:spMkLst>
            <pc:docMk/>
            <pc:sldMk cId="4106888810" sldId="268"/>
            <ac:spMk id="2" creationId="{6E9F672B-DCEC-09A5-49AB-52E82A7479D3}"/>
          </ac:spMkLst>
        </pc:spChg>
        <pc:spChg chg="mod">
          <ac:chgData name="Muhammad Fikri Hasani" userId="ada500cb4dc7801b" providerId="LiveId" clId="{786255F7-9FE3-486C-982B-B25D274956AF}" dt="2023-11-29T13:50:13.821" v="2720" actId="20577"/>
          <ac:spMkLst>
            <pc:docMk/>
            <pc:sldMk cId="4106888810" sldId="268"/>
            <ac:spMk id="3" creationId="{003F8A09-0499-0955-8832-5C315C7C3C62}"/>
          </ac:spMkLst>
        </pc:spChg>
        <pc:spChg chg="mod">
          <ac:chgData name="Muhammad Fikri Hasani" userId="ada500cb4dc7801b" providerId="LiveId" clId="{786255F7-9FE3-486C-982B-B25D274956AF}" dt="2023-11-29T14:34:04.219" v="4049" actId="27636"/>
          <ac:spMkLst>
            <pc:docMk/>
            <pc:sldMk cId="4106888810" sldId="268"/>
            <ac:spMk id="4" creationId="{833922DC-0FE2-ED89-AB17-D2E683C23E39}"/>
          </ac:spMkLst>
        </pc:spChg>
        <pc:picChg chg="add mod">
          <ac:chgData name="Muhammad Fikri Hasani" userId="ada500cb4dc7801b" providerId="LiveId" clId="{786255F7-9FE3-486C-982B-B25D274956AF}" dt="2023-11-29T14:34:07.185" v="4050" actId="1076"/>
          <ac:picMkLst>
            <pc:docMk/>
            <pc:sldMk cId="4106888810" sldId="268"/>
            <ac:picMk id="6" creationId="{802DA29E-25FA-EF51-9A2A-3DE86D524FF3}"/>
          </ac:picMkLst>
        </pc:picChg>
      </pc:sldChg>
      <pc:sldChg chg="modSp new del mod">
        <pc:chgData name="Muhammad Fikri Hasani" userId="ada500cb4dc7801b" providerId="LiveId" clId="{786255F7-9FE3-486C-982B-B25D274956AF}" dt="2023-11-29T14:45:42.140" v="5136" actId="47"/>
        <pc:sldMkLst>
          <pc:docMk/>
          <pc:sldMk cId="780295994" sldId="269"/>
        </pc:sldMkLst>
        <pc:spChg chg="mod">
          <ac:chgData name="Muhammad Fikri Hasani" userId="ada500cb4dc7801b" providerId="LiveId" clId="{786255F7-9FE3-486C-982B-B25D274956AF}" dt="2023-11-29T13:47:27.438" v="2526" actId="20577"/>
          <ac:spMkLst>
            <pc:docMk/>
            <pc:sldMk cId="780295994" sldId="269"/>
            <ac:spMk id="2" creationId="{0810282C-977E-2457-83E8-2CCA52C4237E}"/>
          </ac:spMkLst>
        </pc:spChg>
        <pc:spChg chg="mod">
          <ac:chgData name="Muhammad Fikri Hasani" userId="ada500cb4dc7801b" providerId="LiveId" clId="{786255F7-9FE3-486C-982B-B25D274956AF}" dt="2023-11-29T13:47:34.067" v="2562" actId="20577"/>
          <ac:spMkLst>
            <pc:docMk/>
            <pc:sldMk cId="780295994" sldId="269"/>
            <ac:spMk id="3" creationId="{7FB25C54-E260-16C7-CBC3-5736B7D8669E}"/>
          </ac:spMkLst>
        </pc:spChg>
      </pc:sldChg>
      <pc:sldChg chg="addSp delSp modSp new mod">
        <pc:chgData name="Muhammad Fikri Hasani" userId="ada500cb4dc7801b" providerId="LiveId" clId="{786255F7-9FE3-486C-982B-B25D274956AF}" dt="2023-11-29T14:34:27.443" v="4053" actId="20577"/>
        <pc:sldMkLst>
          <pc:docMk/>
          <pc:sldMk cId="3484259326" sldId="270"/>
        </pc:sldMkLst>
        <pc:spChg chg="mod">
          <ac:chgData name="Muhammad Fikri Hasani" userId="ada500cb4dc7801b" providerId="LiveId" clId="{786255F7-9FE3-486C-982B-B25D274956AF}" dt="2023-11-29T13:50:23.670" v="2755" actId="20577"/>
          <ac:spMkLst>
            <pc:docMk/>
            <pc:sldMk cId="3484259326" sldId="270"/>
            <ac:spMk id="2" creationId="{F082800A-FE45-B0BC-EC0B-B623A0393002}"/>
          </ac:spMkLst>
        </pc:spChg>
        <pc:spChg chg="mod">
          <ac:chgData name="Muhammad Fikri Hasani" userId="ada500cb4dc7801b" providerId="LiveId" clId="{786255F7-9FE3-486C-982B-B25D274956AF}" dt="2023-11-29T14:34:27.443" v="4053" actId="20577"/>
          <ac:spMkLst>
            <pc:docMk/>
            <pc:sldMk cId="3484259326" sldId="270"/>
            <ac:spMk id="3" creationId="{C63304B2-FCF8-5369-77FA-EE01FCFCE4B2}"/>
          </ac:spMkLst>
        </pc:spChg>
        <pc:spChg chg="add del mod">
          <ac:chgData name="Muhammad Fikri Hasani" userId="ada500cb4dc7801b" providerId="LiveId" clId="{786255F7-9FE3-486C-982B-B25D274956AF}" dt="2023-11-29T14:33:40.431" v="4044" actId="5793"/>
          <ac:spMkLst>
            <pc:docMk/>
            <pc:sldMk cId="3484259326" sldId="270"/>
            <ac:spMk id="4" creationId="{52A91B6E-9845-8AEF-8645-1E8AA5A8E40F}"/>
          </ac:spMkLst>
        </pc:spChg>
        <pc:picChg chg="add del mod ord">
          <ac:chgData name="Muhammad Fikri Hasani" userId="ada500cb4dc7801b" providerId="LiveId" clId="{786255F7-9FE3-486C-982B-B25D274956AF}" dt="2023-11-29T14:31:26.894" v="3955" actId="22"/>
          <ac:picMkLst>
            <pc:docMk/>
            <pc:sldMk cId="3484259326" sldId="270"/>
            <ac:picMk id="6" creationId="{C0B4374B-C273-B623-01B0-6A996BDC9349}"/>
          </ac:picMkLst>
        </pc:picChg>
        <pc:picChg chg="add del">
          <ac:chgData name="Muhammad Fikri Hasani" userId="ada500cb4dc7801b" providerId="LiveId" clId="{786255F7-9FE3-486C-982B-B25D274956AF}" dt="2023-11-29T14:31:36.078" v="3987" actId="22"/>
          <ac:picMkLst>
            <pc:docMk/>
            <pc:sldMk cId="3484259326" sldId="270"/>
            <ac:picMk id="8" creationId="{5CA8B493-078E-4204-ACFE-58EC0830081A}"/>
          </ac:picMkLst>
        </pc:picChg>
        <pc:picChg chg="add mod">
          <ac:chgData name="Muhammad Fikri Hasani" userId="ada500cb4dc7801b" providerId="LiveId" clId="{786255F7-9FE3-486C-982B-B25D274956AF}" dt="2023-11-29T14:31:48.217" v="3993" actId="1076"/>
          <ac:picMkLst>
            <pc:docMk/>
            <pc:sldMk cId="3484259326" sldId="270"/>
            <ac:picMk id="10" creationId="{9DC8B493-FAA5-1E5B-E3D9-76E1BC46C41F}"/>
          </ac:picMkLst>
        </pc:picChg>
        <pc:picChg chg="add mod">
          <ac:chgData name="Muhammad Fikri Hasani" userId="ada500cb4dc7801b" providerId="LiveId" clId="{786255F7-9FE3-486C-982B-B25D274956AF}" dt="2023-11-29T14:33:21.603" v="4029" actId="14100"/>
          <ac:picMkLst>
            <pc:docMk/>
            <pc:sldMk cId="3484259326" sldId="270"/>
            <ac:picMk id="12" creationId="{9CBA2D5B-C9B4-678F-5A32-D21363B90EE8}"/>
          </ac:picMkLst>
        </pc:picChg>
      </pc:sldChg>
      <pc:sldChg chg="addSp modSp new mod">
        <pc:chgData name="Muhammad Fikri Hasani" userId="ada500cb4dc7801b" providerId="LiveId" clId="{786255F7-9FE3-486C-982B-B25D274956AF}" dt="2023-11-29T14:50:46.588" v="5597" actId="20577"/>
        <pc:sldMkLst>
          <pc:docMk/>
          <pc:sldMk cId="1821762966" sldId="271"/>
        </pc:sldMkLst>
        <pc:spChg chg="mod">
          <ac:chgData name="Muhammad Fikri Hasani" userId="ada500cb4dc7801b" providerId="LiveId" clId="{786255F7-9FE3-486C-982B-B25D274956AF}" dt="2023-11-29T13:50:49.374" v="2840" actId="20577"/>
          <ac:spMkLst>
            <pc:docMk/>
            <pc:sldMk cId="1821762966" sldId="271"/>
            <ac:spMk id="2" creationId="{C5DF6C1F-5768-665F-7C49-ED656CE32E1C}"/>
          </ac:spMkLst>
        </pc:spChg>
        <pc:spChg chg="mod">
          <ac:chgData name="Muhammad Fikri Hasani" userId="ada500cb4dc7801b" providerId="LiveId" clId="{786255F7-9FE3-486C-982B-B25D274956AF}" dt="2023-11-29T13:50:53.348" v="2858" actId="20577"/>
          <ac:spMkLst>
            <pc:docMk/>
            <pc:sldMk cId="1821762966" sldId="271"/>
            <ac:spMk id="3" creationId="{4CAFF0D6-7C4A-15BF-F2FD-7A76DE893827}"/>
          </ac:spMkLst>
        </pc:spChg>
        <pc:spChg chg="mod">
          <ac:chgData name="Muhammad Fikri Hasani" userId="ada500cb4dc7801b" providerId="LiveId" clId="{786255F7-9FE3-486C-982B-B25D274956AF}" dt="2023-11-29T14:50:46.588" v="5597" actId="20577"/>
          <ac:spMkLst>
            <pc:docMk/>
            <pc:sldMk cId="1821762966" sldId="271"/>
            <ac:spMk id="4" creationId="{DF057DF2-690D-0F91-F661-AAB5867E5298}"/>
          </ac:spMkLst>
        </pc:spChg>
        <pc:spChg chg="add mod">
          <ac:chgData name="Muhammad Fikri Hasani" userId="ada500cb4dc7801b" providerId="LiveId" clId="{786255F7-9FE3-486C-982B-B25D274956AF}" dt="2023-11-29T14:26:38.565" v="3887" actId="1076"/>
          <ac:spMkLst>
            <pc:docMk/>
            <pc:sldMk cId="1821762966" sldId="271"/>
            <ac:spMk id="7" creationId="{1DEB121D-F371-F33D-6CED-A095D7CBC7B4}"/>
          </ac:spMkLst>
        </pc:spChg>
        <pc:spChg chg="add mod">
          <ac:chgData name="Muhammad Fikri Hasani" userId="ada500cb4dc7801b" providerId="LiveId" clId="{786255F7-9FE3-486C-982B-B25D274956AF}" dt="2023-11-29T14:26:45.788" v="3889" actId="1076"/>
          <ac:spMkLst>
            <pc:docMk/>
            <pc:sldMk cId="1821762966" sldId="271"/>
            <ac:spMk id="10" creationId="{04F61632-E646-FDFD-1819-2B45BBA36820}"/>
          </ac:spMkLst>
        </pc:spChg>
        <pc:spChg chg="add mod">
          <ac:chgData name="Muhammad Fikri Hasani" userId="ada500cb4dc7801b" providerId="LiveId" clId="{786255F7-9FE3-486C-982B-B25D274956AF}" dt="2023-11-29T14:26:51.177" v="3890" actId="1076"/>
          <ac:spMkLst>
            <pc:docMk/>
            <pc:sldMk cId="1821762966" sldId="271"/>
            <ac:spMk id="11" creationId="{43FCFE98-50C5-E33D-FCD3-128AAF6C5A80}"/>
          </ac:spMkLst>
        </pc:spChg>
        <pc:picChg chg="add mod">
          <ac:chgData name="Muhammad Fikri Hasani" userId="ada500cb4dc7801b" providerId="LiveId" clId="{786255F7-9FE3-486C-982B-B25D274956AF}" dt="2023-11-29T14:26:34.486" v="3886" actId="1076"/>
          <ac:picMkLst>
            <pc:docMk/>
            <pc:sldMk cId="1821762966" sldId="271"/>
            <ac:picMk id="6" creationId="{EFC21AA6-3F3A-2E1C-0E20-C18035B288DB}"/>
          </ac:picMkLst>
        </pc:picChg>
        <pc:picChg chg="add mod">
          <ac:chgData name="Muhammad Fikri Hasani" userId="ada500cb4dc7801b" providerId="LiveId" clId="{786255F7-9FE3-486C-982B-B25D274956AF}" dt="2023-11-29T14:26:40.841" v="3888" actId="1076"/>
          <ac:picMkLst>
            <pc:docMk/>
            <pc:sldMk cId="1821762966" sldId="271"/>
            <ac:picMk id="9" creationId="{A97AAF9E-2764-D122-AEFC-C4129AD476B3}"/>
          </ac:picMkLst>
        </pc:picChg>
        <pc:picChg chg="add mod">
          <ac:chgData name="Muhammad Fikri Hasani" userId="ada500cb4dc7801b" providerId="LiveId" clId="{786255F7-9FE3-486C-982B-B25D274956AF}" dt="2023-11-29T14:26:31.741" v="3885" actId="1076"/>
          <ac:picMkLst>
            <pc:docMk/>
            <pc:sldMk cId="1821762966" sldId="271"/>
            <ac:picMk id="13" creationId="{B7F7237C-C06B-BA5D-FE27-A964170D8521}"/>
          </ac:picMkLst>
        </pc:picChg>
      </pc:sldChg>
      <pc:sldChg chg="addSp modSp new mod ord">
        <pc:chgData name="Muhammad Fikri Hasani" userId="ada500cb4dc7801b" providerId="LiveId" clId="{786255F7-9FE3-486C-982B-B25D274956AF}" dt="2023-11-29T14:11:25.125" v="3209" actId="14100"/>
        <pc:sldMkLst>
          <pc:docMk/>
          <pc:sldMk cId="2873969985" sldId="272"/>
        </pc:sldMkLst>
        <pc:spChg chg="mod">
          <ac:chgData name="Muhammad Fikri Hasani" userId="ada500cb4dc7801b" providerId="LiveId" clId="{786255F7-9FE3-486C-982B-B25D274956AF}" dt="2023-11-29T13:53:22.290" v="2918" actId="20577"/>
          <ac:spMkLst>
            <pc:docMk/>
            <pc:sldMk cId="2873969985" sldId="272"/>
            <ac:spMk id="2" creationId="{C391A12E-705B-4339-AA28-73422D58E7B9}"/>
          </ac:spMkLst>
        </pc:spChg>
        <pc:spChg chg="mod">
          <ac:chgData name="Muhammad Fikri Hasani" userId="ada500cb4dc7801b" providerId="LiveId" clId="{786255F7-9FE3-486C-982B-B25D274956AF}" dt="2023-11-29T13:53:17.339" v="2884"/>
          <ac:spMkLst>
            <pc:docMk/>
            <pc:sldMk cId="2873969985" sldId="272"/>
            <ac:spMk id="3" creationId="{BDC6556D-8F85-99C1-BC3A-2E378DC8D7E7}"/>
          </ac:spMkLst>
        </pc:spChg>
        <pc:spChg chg="mod">
          <ac:chgData name="Muhammad Fikri Hasani" userId="ada500cb4dc7801b" providerId="LiveId" clId="{786255F7-9FE3-486C-982B-B25D274956AF}" dt="2023-11-29T14:09:28.484" v="3154" actId="1076"/>
          <ac:spMkLst>
            <pc:docMk/>
            <pc:sldMk cId="2873969985" sldId="272"/>
            <ac:spMk id="4" creationId="{A519C9E7-F2C5-9E36-A34C-D043026E2B7A}"/>
          </ac:spMkLst>
        </pc:spChg>
        <pc:spChg chg="add mod">
          <ac:chgData name="Muhammad Fikri Hasani" userId="ada500cb4dc7801b" providerId="LiveId" clId="{786255F7-9FE3-486C-982B-B25D274956AF}" dt="2023-11-29T14:11:14.883" v="3203" actId="1076"/>
          <ac:spMkLst>
            <pc:docMk/>
            <pc:sldMk cId="2873969985" sldId="272"/>
            <ac:spMk id="11" creationId="{D8004CD9-2B8C-654A-1862-34D9E6DD4BE2}"/>
          </ac:spMkLst>
        </pc:spChg>
        <pc:spChg chg="add mod">
          <ac:chgData name="Muhammad Fikri Hasani" userId="ada500cb4dc7801b" providerId="LiveId" clId="{786255F7-9FE3-486C-982B-B25D274956AF}" dt="2023-11-29T14:10:05.741" v="3197" actId="20577"/>
          <ac:spMkLst>
            <pc:docMk/>
            <pc:sldMk cId="2873969985" sldId="272"/>
            <ac:spMk id="12" creationId="{43998B5D-8BEF-978E-5F7A-61C9326225C8}"/>
          </ac:spMkLst>
        </pc:spChg>
        <pc:picChg chg="add mod">
          <ac:chgData name="Muhammad Fikri Hasani" userId="ada500cb4dc7801b" providerId="LiveId" clId="{786255F7-9FE3-486C-982B-B25D274956AF}" dt="2023-11-29T14:11:18.984" v="3205" actId="1076"/>
          <ac:picMkLst>
            <pc:docMk/>
            <pc:sldMk cId="2873969985" sldId="272"/>
            <ac:picMk id="6" creationId="{F58E104A-ACE1-AE75-704B-6E1676610C0F}"/>
          </ac:picMkLst>
        </pc:picChg>
        <pc:picChg chg="add mod">
          <ac:chgData name="Muhammad Fikri Hasani" userId="ada500cb4dc7801b" providerId="LiveId" clId="{786255F7-9FE3-486C-982B-B25D274956AF}" dt="2023-11-29T14:11:21.787" v="3207" actId="1076"/>
          <ac:picMkLst>
            <pc:docMk/>
            <pc:sldMk cId="2873969985" sldId="272"/>
            <ac:picMk id="8" creationId="{DD2719CF-CBC3-DE3E-5C83-CEB797C3A546}"/>
          </ac:picMkLst>
        </pc:picChg>
        <pc:picChg chg="add mod">
          <ac:chgData name="Muhammad Fikri Hasani" userId="ada500cb4dc7801b" providerId="LiveId" clId="{786255F7-9FE3-486C-982B-B25D274956AF}" dt="2023-11-29T14:11:25.125" v="3209" actId="14100"/>
          <ac:picMkLst>
            <pc:docMk/>
            <pc:sldMk cId="2873969985" sldId="272"/>
            <ac:picMk id="10" creationId="{E33D92D3-BBF6-6AF7-0EA6-91F629990808}"/>
          </ac:picMkLst>
        </pc:picChg>
        <pc:picChg chg="add mod">
          <ac:chgData name="Muhammad Fikri Hasani" userId="ada500cb4dc7801b" providerId="LiveId" clId="{786255F7-9FE3-486C-982B-B25D274956AF}" dt="2023-11-29T14:11:08.900" v="3202" actId="1076"/>
          <ac:picMkLst>
            <pc:docMk/>
            <pc:sldMk cId="2873969985" sldId="272"/>
            <ac:picMk id="14" creationId="{4CEE1E44-34F0-3286-1697-A002DD6BC3E4}"/>
          </ac:picMkLst>
        </pc:picChg>
      </pc:sldChg>
      <pc:sldChg chg="addSp delSp modSp new mod">
        <pc:chgData name="Muhammad Fikri Hasani" userId="ada500cb4dc7801b" providerId="LiveId" clId="{786255F7-9FE3-486C-982B-B25D274956AF}" dt="2023-11-29T14:15:26.211" v="3349" actId="14100"/>
        <pc:sldMkLst>
          <pc:docMk/>
          <pc:sldMk cId="1117770923" sldId="273"/>
        </pc:sldMkLst>
        <pc:spChg chg="mod">
          <ac:chgData name="Muhammad Fikri Hasani" userId="ada500cb4dc7801b" providerId="LiveId" clId="{786255F7-9FE3-486C-982B-B25D274956AF}" dt="2023-11-29T14:11:48.132" v="3257" actId="20577"/>
          <ac:spMkLst>
            <pc:docMk/>
            <pc:sldMk cId="1117770923" sldId="273"/>
            <ac:spMk id="2" creationId="{0C5A8963-7CCB-28A5-7299-37F723B88351}"/>
          </ac:spMkLst>
        </pc:spChg>
        <pc:spChg chg="mod">
          <ac:chgData name="Muhammad Fikri Hasani" userId="ada500cb4dc7801b" providerId="LiveId" clId="{786255F7-9FE3-486C-982B-B25D274956AF}" dt="2023-11-29T14:11:49.958" v="3264" actId="5793"/>
          <ac:spMkLst>
            <pc:docMk/>
            <pc:sldMk cId="1117770923" sldId="273"/>
            <ac:spMk id="3" creationId="{3C3F785D-75BA-57C2-D92D-7FA0FD9A90C0}"/>
          </ac:spMkLst>
        </pc:spChg>
        <pc:spChg chg="mod">
          <ac:chgData name="Muhammad Fikri Hasani" userId="ada500cb4dc7801b" providerId="LiveId" clId="{786255F7-9FE3-486C-982B-B25D274956AF}" dt="2023-11-29T14:15:19.061" v="3346" actId="1076"/>
          <ac:spMkLst>
            <pc:docMk/>
            <pc:sldMk cId="1117770923" sldId="273"/>
            <ac:spMk id="4" creationId="{0479128A-0B54-B933-959C-B01743403269}"/>
          </ac:spMkLst>
        </pc:spChg>
        <pc:graphicFrameChg chg="add del mod">
          <ac:chgData name="Muhammad Fikri Hasani" userId="ada500cb4dc7801b" providerId="LiveId" clId="{786255F7-9FE3-486C-982B-B25D274956AF}" dt="2023-11-29T14:15:02.776" v="3341"/>
          <ac:graphicFrameMkLst>
            <pc:docMk/>
            <pc:sldMk cId="1117770923" sldId="273"/>
            <ac:graphicFrameMk id="7" creationId="{AF5C3520-756A-8790-A29C-1ACF81DE36A7}"/>
          </ac:graphicFrameMkLst>
        </pc:graphicFrameChg>
        <pc:picChg chg="add mod">
          <ac:chgData name="Muhammad Fikri Hasani" userId="ada500cb4dc7801b" providerId="LiveId" clId="{786255F7-9FE3-486C-982B-B25D274956AF}" dt="2023-11-29T14:15:21.402" v="3347" actId="1076"/>
          <ac:picMkLst>
            <pc:docMk/>
            <pc:sldMk cId="1117770923" sldId="273"/>
            <ac:picMk id="6" creationId="{E12F311E-739E-F20E-52F5-7F4940FDC166}"/>
          </ac:picMkLst>
        </pc:picChg>
        <pc:picChg chg="add mod">
          <ac:chgData name="Muhammad Fikri Hasani" userId="ada500cb4dc7801b" providerId="LiveId" clId="{786255F7-9FE3-486C-982B-B25D274956AF}" dt="2023-11-29T14:15:26.211" v="3349" actId="14100"/>
          <ac:picMkLst>
            <pc:docMk/>
            <pc:sldMk cId="1117770923" sldId="273"/>
            <ac:picMk id="9" creationId="{13ACEF21-6100-6F0D-AEBF-520555E97D4F}"/>
          </ac:picMkLst>
        </pc:picChg>
      </pc:sldChg>
      <pc:sldChg chg="addSp delSp modSp new mod">
        <pc:chgData name="Muhammad Fikri Hasani" userId="ada500cb4dc7801b" providerId="LiveId" clId="{786255F7-9FE3-486C-982B-B25D274956AF}" dt="2023-11-29T14:18:33.936" v="3507" actId="20577"/>
        <pc:sldMkLst>
          <pc:docMk/>
          <pc:sldMk cId="2210744361" sldId="274"/>
        </pc:sldMkLst>
        <pc:spChg chg="mod">
          <ac:chgData name="Muhammad Fikri Hasani" userId="ada500cb4dc7801b" providerId="LiveId" clId="{786255F7-9FE3-486C-982B-B25D274956AF}" dt="2023-11-29T14:15:35.443" v="3352" actId="27636"/>
          <ac:spMkLst>
            <pc:docMk/>
            <pc:sldMk cId="2210744361" sldId="274"/>
            <ac:spMk id="2" creationId="{B019F606-EC18-A8D2-4361-9545A75F06D6}"/>
          </ac:spMkLst>
        </pc:spChg>
        <pc:spChg chg="mod">
          <ac:chgData name="Muhammad Fikri Hasani" userId="ada500cb4dc7801b" providerId="LiveId" clId="{786255F7-9FE3-486C-982B-B25D274956AF}" dt="2023-11-29T14:15:39.294" v="3366" actId="20577"/>
          <ac:spMkLst>
            <pc:docMk/>
            <pc:sldMk cId="2210744361" sldId="274"/>
            <ac:spMk id="3" creationId="{BE640E17-F814-A7F5-9B92-464037BA5B93}"/>
          </ac:spMkLst>
        </pc:spChg>
        <pc:spChg chg="add del mod">
          <ac:chgData name="Muhammad Fikri Hasani" userId="ada500cb4dc7801b" providerId="LiveId" clId="{786255F7-9FE3-486C-982B-B25D274956AF}" dt="2023-11-29T14:18:33.936" v="3507" actId="20577"/>
          <ac:spMkLst>
            <pc:docMk/>
            <pc:sldMk cId="2210744361" sldId="274"/>
            <ac:spMk id="4" creationId="{03513F55-BD25-D85A-7E29-B682564B672B}"/>
          </ac:spMkLst>
        </pc:spChg>
        <pc:spChg chg="add del mod">
          <ac:chgData name="Muhammad Fikri Hasani" userId="ada500cb4dc7801b" providerId="LiveId" clId="{786255F7-9FE3-486C-982B-B25D274956AF}" dt="2023-11-29T14:17:01.554" v="3370"/>
          <ac:spMkLst>
            <pc:docMk/>
            <pc:sldMk cId="2210744361" sldId="274"/>
            <ac:spMk id="5" creationId="{1F225E52-0790-C985-EDF8-D817963DDF50}"/>
          </ac:spMkLst>
        </pc:spChg>
      </pc:sldChg>
      <pc:sldChg chg="addSp delSp modSp new mod">
        <pc:chgData name="Muhammad Fikri Hasani" userId="ada500cb4dc7801b" providerId="LiveId" clId="{786255F7-9FE3-486C-982B-B25D274956AF}" dt="2023-11-29T14:40:13.765" v="4276" actId="1076"/>
        <pc:sldMkLst>
          <pc:docMk/>
          <pc:sldMk cId="725306543" sldId="275"/>
        </pc:sldMkLst>
        <pc:spChg chg="mod">
          <ac:chgData name="Muhammad Fikri Hasani" userId="ada500cb4dc7801b" providerId="LiveId" clId="{786255F7-9FE3-486C-982B-B25D274956AF}" dt="2023-11-29T14:38:44.379" v="4166" actId="20577"/>
          <ac:spMkLst>
            <pc:docMk/>
            <pc:sldMk cId="725306543" sldId="275"/>
            <ac:spMk id="2" creationId="{991BAAF6-D41B-ABD4-84B1-CD88CA779685}"/>
          </ac:spMkLst>
        </pc:spChg>
        <pc:spChg chg="mod">
          <ac:chgData name="Muhammad Fikri Hasani" userId="ada500cb4dc7801b" providerId="LiveId" clId="{786255F7-9FE3-486C-982B-B25D274956AF}" dt="2023-11-29T14:38:53.028" v="4182" actId="20577"/>
          <ac:spMkLst>
            <pc:docMk/>
            <pc:sldMk cId="725306543" sldId="275"/>
            <ac:spMk id="3" creationId="{ED62E96F-A3FD-9A45-DF43-F34BC8EA2676}"/>
          </ac:spMkLst>
        </pc:spChg>
        <pc:spChg chg="mod">
          <ac:chgData name="Muhammad Fikri Hasani" userId="ada500cb4dc7801b" providerId="LiveId" clId="{786255F7-9FE3-486C-982B-B25D274956AF}" dt="2023-11-29T14:39:36.709" v="4233" actId="20577"/>
          <ac:spMkLst>
            <pc:docMk/>
            <pc:sldMk cId="725306543" sldId="275"/>
            <ac:spMk id="4" creationId="{F9101605-EF62-F65F-7718-4F5C3805376F}"/>
          </ac:spMkLst>
        </pc:spChg>
        <pc:spChg chg="add del mod">
          <ac:chgData name="Muhammad Fikri Hasani" userId="ada500cb4dc7801b" providerId="LiveId" clId="{786255F7-9FE3-486C-982B-B25D274956AF}" dt="2023-11-29T14:39:42.778" v="4235"/>
          <ac:spMkLst>
            <pc:docMk/>
            <pc:sldMk cId="725306543" sldId="275"/>
            <ac:spMk id="7" creationId="{69482A4A-44F9-7DBD-5274-819264A47DA0}"/>
          </ac:spMkLst>
        </pc:spChg>
        <pc:spChg chg="add mod">
          <ac:chgData name="Muhammad Fikri Hasani" userId="ada500cb4dc7801b" providerId="LiveId" clId="{786255F7-9FE3-486C-982B-B25D274956AF}" dt="2023-11-29T14:40:00.380" v="4272" actId="20577"/>
          <ac:spMkLst>
            <pc:docMk/>
            <pc:sldMk cId="725306543" sldId="275"/>
            <ac:spMk id="8" creationId="{EF7C8BB4-E43D-51FC-8E19-70A9343E545B}"/>
          </ac:spMkLst>
        </pc:spChg>
        <pc:picChg chg="add mod">
          <ac:chgData name="Muhammad Fikri Hasani" userId="ada500cb4dc7801b" providerId="LiveId" clId="{786255F7-9FE3-486C-982B-B25D274956AF}" dt="2023-11-29T14:40:13.765" v="4276" actId="1076"/>
          <ac:picMkLst>
            <pc:docMk/>
            <pc:sldMk cId="725306543" sldId="275"/>
            <ac:picMk id="6" creationId="{ADB03979-8027-EA5C-B83E-7C7776BEE1E7}"/>
          </ac:picMkLst>
        </pc:picChg>
        <pc:picChg chg="add mod">
          <ac:chgData name="Muhammad Fikri Hasani" userId="ada500cb4dc7801b" providerId="LiveId" clId="{786255F7-9FE3-486C-982B-B25D274956AF}" dt="2023-11-29T14:40:09.790" v="4275" actId="14100"/>
          <ac:picMkLst>
            <pc:docMk/>
            <pc:sldMk cId="725306543" sldId="275"/>
            <ac:picMk id="10" creationId="{C9200D29-CB14-037E-3D69-EB444540DB7E}"/>
          </ac:picMkLst>
        </pc:picChg>
      </pc:sldChg>
      <pc:sldChg chg="addSp modSp new mod">
        <pc:chgData name="Muhammad Fikri Hasani" userId="ada500cb4dc7801b" providerId="LiveId" clId="{786255F7-9FE3-486C-982B-B25D274956AF}" dt="2023-11-29T14:37:37.323" v="4133" actId="1076"/>
        <pc:sldMkLst>
          <pc:docMk/>
          <pc:sldMk cId="4241519096" sldId="276"/>
        </pc:sldMkLst>
        <pc:spChg chg="mod">
          <ac:chgData name="Muhammad Fikri Hasani" userId="ada500cb4dc7801b" providerId="LiveId" clId="{786255F7-9FE3-486C-982B-B25D274956AF}" dt="2023-11-29T14:34:30.062" v="4055" actId="27636"/>
          <ac:spMkLst>
            <pc:docMk/>
            <pc:sldMk cId="4241519096" sldId="276"/>
            <ac:spMk id="2" creationId="{0DAAB851-F856-1157-09C2-E013941F38F3}"/>
          </ac:spMkLst>
        </pc:spChg>
        <pc:spChg chg="mod">
          <ac:chgData name="Muhammad Fikri Hasani" userId="ada500cb4dc7801b" providerId="LiveId" clId="{786255F7-9FE3-486C-982B-B25D274956AF}" dt="2023-11-29T14:34:32.824" v="4071" actId="20577"/>
          <ac:spMkLst>
            <pc:docMk/>
            <pc:sldMk cId="4241519096" sldId="276"/>
            <ac:spMk id="3" creationId="{4A09EAEF-69E4-297B-2D98-B32836FC512A}"/>
          </ac:spMkLst>
        </pc:spChg>
        <pc:spChg chg="mod">
          <ac:chgData name="Muhammad Fikri Hasani" userId="ada500cb4dc7801b" providerId="LiveId" clId="{786255F7-9FE3-486C-982B-B25D274956AF}" dt="2023-11-29T14:36:12.352" v="4119" actId="20577"/>
          <ac:spMkLst>
            <pc:docMk/>
            <pc:sldMk cId="4241519096" sldId="276"/>
            <ac:spMk id="4" creationId="{68A58EDF-C710-D596-E3D5-B235233FC085}"/>
          </ac:spMkLst>
        </pc:spChg>
        <pc:spChg chg="add mod">
          <ac:chgData name="Muhammad Fikri Hasani" userId="ada500cb4dc7801b" providerId="LiveId" clId="{786255F7-9FE3-486C-982B-B25D274956AF}" dt="2023-11-29T14:37:19.761" v="4130" actId="1076"/>
          <ac:spMkLst>
            <pc:docMk/>
            <pc:sldMk cId="4241519096" sldId="276"/>
            <ac:spMk id="7" creationId="{596E4C15-647E-7124-FC28-8A76466050DE}"/>
          </ac:spMkLst>
        </pc:spChg>
        <pc:picChg chg="add mod">
          <ac:chgData name="Muhammad Fikri Hasani" userId="ada500cb4dc7801b" providerId="LiveId" clId="{786255F7-9FE3-486C-982B-B25D274956AF}" dt="2023-11-29T14:37:37.323" v="4133" actId="1076"/>
          <ac:picMkLst>
            <pc:docMk/>
            <pc:sldMk cId="4241519096" sldId="276"/>
            <ac:picMk id="6" creationId="{9AC6E396-7D28-7B22-D16D-A61FBF2ABA9B}"/>
          </ac:picMkLst>
        </pc:picChg>
        <pc:picChg chg="add mod">
          <ac:chgData name="Muhammad Fikri Hasani" userId="ada500cb4dc7801b" providerId="LiveId" clId="{786255F7-9FE3-486C-982B-B25D274956AF}" dt="2023-11-29T14:37:35.032" v="4132" actId="1076"/>
          <ac:picMkLst>
            <pc:docMk/>
            <pc:sldMk cId="4241519096" sldId="276"/>
            <ac:picMk id="9" creationId="{0D2AAAFF-ECED-E2AF-EA5A-433FD42429B5}"/>
          </ac:picMkLst>
        </pc:picChg>
      </pc:sldChg>
      <pc:sldChg chg="modSp new mod">
        <pc:chgData name="Muhammad Fikri Hasani" userId="ada500cb4dc7801b" providerId="LiveId" clId="{786255F7-9FE3-486C-982B-B25D274956AF}" dt="2023-11-29T14:44:30.168" v="5135" actId="20577"/>
        <pc:sldMkLst>
          <pc:docMk/>
          <pc:sldMk cId="2384352061" sldId="277"/>
        </pc:sldMkLst>
        <pc:spChg chg="mod">
          <ac:chgData name="Muhammad Fikri Hasani" userId="ada500cb4dc7801b" providerId="LiveId" clId="{786255F7-9FE3-486C-982B-B25D274956AF}" dt="2023-11-29T14:40:56.485" v="4282" actId="27636"/>
          <ac:spMkLst>
            <pc:docMk/>
            <pc:sldMk cId="2384352061" sldId="277"/>
            <ac:spMk id="2" creationId="{73C2FCB8-08B1-1061-B648-71B1FB85D2E9}"/>
          </ac:spMkLst>
        </pc:spChg>
        <pc:spChg chg="mod">
          <ac:chgData name="Muhammad Fikri Hasani" userId="ada500cb4dc7801b" providerId="LiveId" clId="{786255F7-9FE3-486C-982B-B25D274956AF}" dt="2023-11-29T14:40:59.054" v="4294" actId="20577"/>
          <ac:spMkLst>
            <pc:docMk/>
            <pc:sldMk cId="2384352061" sldId="277"/>
            <ac:spMk id="3" creationId="{43C5AB45-631D-E54A-5C40-80510744A058}"/>
          </ac:spMkLst>
        </pc:spChg>
        <pc:spChg chg="mod">
          <ac:chgData name="Muhammad Fikri Hasani" userId="ada500cb4dc7801b" providerId="LiveId" clId="{786255F7-9FE3-486C-982B-B25D274956AF}" dt="2023-11-29T14:44:30.168" v="5135" actId="20577"/>
          <ac:spMkLst>
            <pc:docMk/>
            <pc:sldMk cId="2384352061" sldId="277"/>
            <ac:spMk id="4" creationId="{DB514F26-319B-72E9-ED03-F51DF0225757}"/>
          </ac:spMkLst>
        </pc:spChg>
      </pc:sldChg>
      <pc:sldChg chg="addSp delSp modSp new mod">
        <pc:chgData name="Muhammad Fikri Hasani" userId="ada500cb4dc7801b" providerId="LiveId" clId="{786255F7-9FE3-486C-982B-B25D274956AF}" dt="2023-11-29T14:48:54.314" v="5483" actId="1076"/>
        <pc:sldMkLst>
          <pc:docMk/>
          <pc:sldMk cId="1371242533" sldId="278"/>
        </pc:sldMkLst>
        <pc:spChg chg="mod">
          <ac:chgData name="Muhammad Fikri Hasani" userId="ada500cb4dc7801b" providerId="LiveId" clId="{786255F7-9FE3-486C-982B-B25D274956AF}" dt="2023-11-29T14:47:42.924" v="5384" actId="20577"/>
          <ac:spMkLst>
            <pc:docMk/>
            <pc:sldMk cId="1371242533" sldId="278"/>
            <ac:spMk id="2" creationId="{DCC5964E-8475-96A0-FBC1-23C802AA7211}"/>
          </ac:spMkLst>
        </pc:spChg>
        <pc:spChg chg="mod">
          <ac:chgData name="Muhammad Fikri Hasani" userId="ada500cb4dc7801b" providerId="LiveId" clId="{786255F7-9FE3-486C-982B-B25D274956AF}" dt="2023-11-29T14:47:51.522" v="5412" actId="20577"/>
          <ac:spMkLst>
            <pc:docMk/>
            <pc:sldMk cId="1371242533" sldId="278"/>
            <ac:spMk id="3" creationId="{DA1DB94B-1419-6380-ED02-AEA338D62848}"/>
          </ac:spMkLst>
        </pc:spChg>
        <pc:spChg chg="add del mod">
          <ac:chgData name="Muhammad Fikri Hasani" userId="ada500cb4dc7801b" providerId="LiveId" clId="{786255F7-9FE3-486C-982B-B25D274956AF}" dt="2023-11-29T14:48:32.160" v="5478" actId="14100"/>
          <ac:spMkLst>
            <pc:docMk/>
            <pc:sldMk cId="1371242533" sldId="278"/>
            <ac:spMk id="4" creationId="{544512AC-FFCD-4FF6-4032-F61E62E6EAE6}"/>
          </ac:spMkLst>
        </pc:spChg>
        <pc:picChg chg="add del mod ord">
          <ac:chgData name="Muhammad Fikri Hasani" userId="ada500cb4dc7801b" providerId="LiveId" clId="{786255F7-9FE3-486C-982B-B25D274956AF}" dt="2023-11-29T14:48:09.374" v="5420" actId="22"/>
          <ac:picMkLst>
            <pc:docMk/>
            <pc:sldMk cId="1371242533" sldId="278"/>
            <ac:picMk id="6" creationId="{050FF423-410C-5473-60FC-77BE849E4BCC}"/>
          </ac:picMkLst>
        </pc:picChg>
        <pc:picChg chg="add mod">
          <ac:chgData name="Muhammad Fikri Hasani" userId="ada500cb4dc7801b" providerId="LiveId" clId="{786255F7-9FE3-486C-982B-B25D274956AF}" dt="2023-11-29T14:48:36.279" v="5480" actId="14100"/>
          <ac:picMkLst>
            <pc:docMk/>
            <pc:sldMk cId="1371242533" sldId="278"/>
            <ac:picMk id="8" creationId="{65CFCCDF-B776-E2D0-5398-2996857F1B0B}"/>
          </ac:picMkLst>
        </pc:picChg>
        <pc:picChg chg="add mod">
          <ac:chgData name="Muhammad Fikri Hasani" userId="ada500cb4dc7801b" providerId="LiveId" clId="{786255F7-9FE3-486C-982B-B25D274956AF}" dt="2023-11-29T14:48:54.314" v="5483" actId="1076"/>
          <ac:picMkLst>
            <pc:docMk/>
            <pc:sldMk cId="1371242533" sldId="278"/>
            <ac:picMk id="10" creationId="{64187EB2-9335-F722-C5E3-40BDD278386C}"/>
          </ac:picMkLst>
        </pc:picChg>
      </pc:sldChg>
    </pc:docChg>
  </pc:docChgLst>
  <pc:docChgLst>
    <pc:chgData name="Muhammad Fikri Hasani" userId="ada500cb4dc7801b" providerId="LiveId" clId="{5168D63F-D921-4721-A898-FA2E639F0117}"/>
    <pc:docChg chg="undo redo custSel addSld delSld modSld">
      <pc:chgData name="Muhammad Fikri Hasani" userId="ada500cb4dc7801b" providerId="LiveId" clId="{5168D63F-D921-4721-A898-FA2E639F0117}" dt="2023-12-19T01:48:49.462" v="3213" actId="20577"/>
      <pc:docMkLst>
        <pc:docMk/>
      </pc:docMkLst>
      <pc:sldChg chg="modSp mod">
        <pc:chgData name="Muhammad Fikri Hasani" userId="ada500cb4dc7801b" providerId="LiveId" clId="{5168D63F-D921-4721-A898-FA2E639F0117}" dt="2023-12-17T13:39:31.271" v="3209" actId="20577"/>
        <pc:sldMkLst>
          <pc:docMk/>
          <pc:sldMk cId="3807564589" sldId="256"/>
        </pc:sldMkLst>
        <pc:spChg chg="mod">
          <ac:chgData name="Muhammad Fikri Hasani" userId="ada500cb4dc7801b" providerId="LiveId" clId="{5168D63F-D921-4721-A898-FA2E639F0117}" dt="2023-12-17T13:39:31.271" v="3209" actId="20577"/>
          <ac:spMkLst>
            <pc:docMk/>
            <pc:sldMk cId="3807564589" sldId="256"/>
            <ac:spMk id="2" creationId="{50F9371B-F92F-AED8-457A-F4BAE6779B8C}"/>
          </ac:spMkLst>
        </pc:spChg>
        <pc:spChg chg="mod">
          <ac:chgData name="Muhammad Fikri Hasani" userId="ada500cb4dc7801b" providerId="LiveId" clId="{5168D63F-D921-4721-A898-FA2E639F0117}" dt="2023-12-10T06:28:56.108" v="20" actId="20577"/>
          <ac:spMkLst>
            <pc:docMk/>
            <pc:sldMk cId="3807564589" sldId="256"/>
            <ac:spMk id="3" creationId="{05C0E2BF-BBBC-BF27-4255-C5149D193112}"/>
          </ac:spMkLst>
        </pc:spChg>
      </pc:sldChg>
      <pc:sldChg chg="modSp mod">
        <pc:chgData name="Muhammad Fikri Hasani" userId="ada500cb4dc7801b" providerId="LiveId" clId="{5168D63F-D921-4721-A898-FA2E639F0117}" dt="2023-12-10T06:37:31.311" v="141" actId="20577"/>
        <pc:sldMkLst>
          <pc:docMk/>
          <pc:sldMk cId="2766454393" sldId="257"/>
        </pc:sldMkLst>
        <pc:spChg chg="mod">
          <ac:chgData name="Muhammad Fikri Hasani" userId="ada500cb4dc7801b" providerId="LiveId" clId="{5168D63F-D921-4721-A898-FA2E639F0117}" dt="2023-12-10T06:37:31.311" v="141" actId="20577"/>
          <ac:spMkLst>
            <pc:docMk/>
            <pc:sldMk cId="2766454393" sldId="257"/>
            <ac:spMk id="4" creationId="{72B426B6-A02E-F758-7A2B-554FFF354A1A}"/>
          </ac:spMkLst>
        </pc:spChg>
      </pc:sldChg>
      <pc:sldChg chg="addSp delSp modSp mod">
        <pc:chgData name="Muhammad Fikri Hasani" userId="ada500cb4dc7801b" providerId="LiveId" clId="{5168D63F-D921-4721-A898-FA2E639F0117}" dt="2023-12-10T06:38:34.292" v="172" actId="255"/>
        <pc:sldMkLst>
          <pc:docMk/>
          <pc:sldMk cId="3394860097" sldId="258"/>
        </pc:sldMkLst>
        <pc:spChg chg="mod">
          <ac:chgData name="Muhammad Fikri Hasani" userId="ada500cb4dc7801b" providerId="LiveId" clId="{5168D63F-D921-4721-A898-FA2E639F0117}" dt="2023-12-10T06:38:06.873" v="161"/>
          <ac:spMkLst>
            <pc:docMk/>
            <pc:sldMk cId="3394860097" sldId="258"/>
            <ac:spMk id="2" creationId="{289FF438-5239-62F5-D304-1AC907B8B598}"/>
          </ac:spMkLst>
        </pc:spChg>
        <pc:spChg chg="mod">
          <ac:chgData name="Muhammad Fikri Hasani" userId="ada500cb4dc7801b" providerId="LiveId" clId="{5168D63F-D921-4721-A898-FA2E639F0117}" dt="2023-12-10T06:38:00.864" v="160" actId="20577"/>
          <ac:spMkLst>
            <pc:docMk/>
            <pc:sldMk cId="3394860097" sldId="258"/>
            <ac:spMk id="3" creationId="{0D357947-DB2B-F5E6-5B9F-CFBACC10C98B}"/>
          </ac:spMkLst>
        </pc:spChg>
        <pc:spChg chg="mod">
          <ac:chgData name="Muhammad Fikri Hasani" userId="ada500cb4dc7801b" providerId="LiveId" clId="{5168D63F-D921-4721-A898-FA2E639F0117}" dt="2023-12-10T06:38:34.292" v="172" actId="255"/>
          <ac:spMkLst>
            <pc:docMk/>
            <pc:sldMk cId="3394860097" sldId="258"/>
            <ac:spMk id="4" creationId="{507C5612-C2F3-94A1-C4EB-34DD933B255C}"/>
          </ac:spMkLst>
        </pc:spChg>
        <pc:picChg chg="del">
          <ac:chgData name="Muhammad Fikri Hasani" userId="ada500cb4dc7801b" providerId="LiveId" clId="{5168D63F-D921-4721-A898-FA2E639F0117}" dt="2023-12-10T06:38:16.684" v="167" actId="478"/>
          <ac:picMkLst>
            <pc:docMk/>
            <pc:sldMk cId="3394860097" sldId="258"/>
            <ac:picMk id="5" creationId="{3ABF013A-15C9-3B85-39E5-722BD286D3A3}"/>
          </ac:picMkLst>
        </pc:picChg>
        <pc:picChg chg="add mod">
          <ac:chgData name="Muhammad Fikri Hasani" userId="ada500cb4dc7801b" providerId="LiveId" clId="{5168D63F-D921-4721-A898-FA2E639F0117}" dt="2023-12-10T06:38:31.823" v="171" actId="1076"/>
          <ac:picMkLst>
            <pc:docMk/>
            <pc:sldMk cId="3394860097" sldId="258"/>
            <ac:picMk id="6" creationId="{5E244B97-D4B7-4676-DBB8-FCC0D8C1C370}"/>
          </ac:picMkLst>
        </pc:picChg>
      </pc:sldChg>
      <pc:sldChg chg="addSp delSp modSp mod">
        <pc:chgData name="Muhammad Fikri Hasani" userId="ada500cb4dc7801b" providerId="LiveId" clId="{5168D63F-D921-4721-A898-FA2E639F0117}" dt="2023-12-10T06:39:32.391" v="191"/>
        <pc:sldMkLst>
          <pc:docMk/>
          <pc:sldMk cId="3364548115" sldId="259"/>
        </pc:sldMkLst>
        <pc:spChg chg="mod">
          <ac:chgData name="Muhammad Fikri Hasani" userId="ada500cb4dc7801b" providerId="LiveId" clId="{5168D63F-D921-4721-A898-FA2E639F0117}" dt="2023-12-10T06:39:32.391" v="191"/>
          <ac:spMkLst>
            <pc:docMk/>
            <pc:sldMk cId="3364548115" sldId="259"/>
            <ac:spMk id="3" creationId="{047D157D-B444-D86E-53EA-8DF05EFA4657}"/>
          </ac:spMkLst>
        </pc:spChg>
        <pc:spChg chg="mod">
          <ac:chgData name="Muhammad Fikri Hasani" userId="ada500cb4dc7801b" providerId="LiveId" clId="{5168D63F-D921-4721-A898-FA2E639F0117}" dt="2023-12-10T06:39:09.072" v="184" actId="255"/>
          <ac:spMkLst>
            <pc:docMk/>
            <pc:sldMk cId="3364548115" sldId="259"/>
            <ac:spMk id="4" creationId="{4352946C-99CA-1D9D-3B12-71BCA05CBB32}"/>
          </ac:spMkLst>
        </pc:spChg>
        <pc:graphicFrameChg chg="add mod modGraphic">
          <ac:chgData name="Muhammad Fikri Hasani" userId="ada500cb4dc7801b" providerId="LiveId" clId="{5168D63F-D921-4721-A898-FA2E639F0117}" dt="2023-12-10T06:39:12.912" v="185" actId="1076"/>
          <ac:graphicFrameMkLst>
            <pc:docMk/>
            <pc:sldMk cId="3364548115" sldId="259"/>
            <ac:graphicFrameMk id="5" creationId="{32961357-4C46-AF3F-D513-72D44793E0DF}"/>
          </ac:graphicFrameMkLst>
        </pc:graphicFrameChg>
        <pc:picChg chg="del">
          <ac:chgData name="Muhammad Fikri Hasani" userId="ada500cb4dc7801b" providerId="LiveId" clId="{5168D63F-D921-4721-A898-FA2E639F0117}" dt="2023-12-10T06:38:52.938" v="177" actId="478"/>
          <ac:picMkLst>
            <pc:docMk/>
            <pc:sldMk cId="3364548115" sldId="259"/>
            <ac:picMk id="6" creationId="{C5B14B0B-60FE-EE6B-5C9D-F7A70A8321C1}"/>
          </ac:picMkLst>
        </pc:picChg>
        <pc:picChg chg="del">
          <ac:chgData name="Muhammad Fikri Hasani" userId="ada500cb4dc7801b" providerId="LiveId" clId="{5168D63F-D921-4721-A898-FA2E639F0117}" dt="2023-12-10T06:38:52.938" v="177" actId="478"/>
          <ac:picMkLst>
            <pc:docMk/>
            <pc:sldMk cId="3364548115" sldId="259"/>
            <ac:picMk id="8" creationId="{22E39FDE-DA9D-78B8-4C83-8918A3F01BE5}"/>
          </ac:picMkLst>
        </pc:picChg>
      </pc:sldChg>
      <pc:sldChg chg="addSp delSp modSp mod">
        <pc:chgData name="Muhammad Fikri Hasani" userId="ada500cb4dc7801b" providerId="LiveId" clId="{5168D63F-D921-4721-A898-FA2E639F0117}" dt="2023-12-10T06:39:47.400" v="198" actId="1076"/>
        <pc:sldMkLst>
          <pc:docMk/>
          <pc:sldMk cId="1790487730" sldId="260"/>
        </pc:sldMkLst>
        <pc:spChg chg="mod">
          <ac:chgData name="Muhammad Fikri Hasani" userId="ada500cb4dc7801b" providerId="LiveId" clId="{5168D63F-D921-4721-A898-FA2E639F0117}" dt="2023-12-10T06:39:25.966" v="188"/>
          <ac:spMkLst>
            <pc:docMk/>
            <pc:sldMk cId="1790487730" sldId="260"/>
            <ac:spMk id="2" creationId="{AD6DBE22-EE1A-8B06-80F9-765F1C89626F}"/>
          </ac:spMkLst>
        </pc:spChg>
        <pc:spChg chg="mod">
          <ac:chgData name="Muhammad Fikri Hasani" userId="ada500cb4dc7801b" providerId="LiveId" clId="{5168D63F-D921-4721-A898-FA2E639F0117}" dt="2023-12-10T06:39:34.235" v="192"/>
          <ac:spMkLst>
            <pc:docMk/>
            <pc:sldMk cId="1790487730" sldId="260"/>
            <ac:spMk id="3" creationId="{9516FAD9-5740-9689-F91C-E25EDFD19601}"/>
          </ac:spMkLst>
        </pc:spChg>
        <pc:spChg chg="mod">
          <ac:chgData name="Muhammad Fikri Hasani" userId="ada500cb4dc7801b" providerId="LiveId" clId="{5168D63F-D921-4721-A898-FA2E639F0117}" dt="2023-12-10T06:39:45.180" v="197" actId="255"/>
          <ac:spMkLst>
            <pc:docMk/>
            <pc:sldMk cId="1790487730" sldId="260"/>
            <ac:spMk id="4" creationId="{A6CF599A-4023-1175-16C7-A0923A1D8C73}"/>
          </ac:spMkLst>
        </pc:spChg>
        <pc:picChg chg="add mod">
          <ac:chgData name="Muhammad Fikri Hasani" userId="ada500cb4dc7801b" providerId="LiveId" clId="{5168D63F-D921-4721-A898-FA2E639F0117}" dt="2023-12-10T06:39:47.400" v="198" actId="1076"/>
          <ac:picMkLst>
            <pc:docMk/>
            <pc:sldMk cId="1790487730" sldId="260"/>
            <ac:picMk id="5" creationId="{3B0904A6-6CE9-5268-D84D-92BC25BFC0C8}"/>
          </ac:picMkLst>
        </pc:picChg>
        <pc:picChg chg="del">
          <ac:chgData name="Muhammad Fikri Hasani" userId="ada500cb4dc7801b" providerId="LiveId" clId="{5168D63F-D921-4721-A898-FA2E639F0117}" dt="2023-12-10T06:39:21.177" v="187" actId="478"/>
          <ac:picMkLst>
            <pc:docMk/>
            <pc:sldMk cId="1790487730" sldId="260"/>
            <ac:picMk id="6" creationId="{D3C14F6C-EDC3-FC0B-7198-7557B20359CE}"/>
          </ac:picMkLst>
        </pc:picChg>
        <pc:picChg chg="del">
          <ac:chgData name="Muhammad Fikri Hasani" userId="ada500cb4dc7801b" providerId="LiveId" clId="{5168D63F-D921-4721-A898-FA2E639F0117}" dt="2023-12-10T06:39:21.177" v="187" actId="478"/>
          <ac:picMkLst>
            <pc:docMk/>
            <pc:sldMk cId="1790487730" sldId="260"/>
            <ac:picMk id="8" creationId="{0CEA5E9A-96AB-7555-A530-3D0CFBD5AAEF}"/>
          </ac:picMkLst>
        </pc:picChg>
        <pc:picChg chg="del">
          <ac:chgData name="Muhammad Fikri Hasani" userId="ada500cb4dc7801b" providerId="LiveId" clId="{5168D63F-D921-4721-A898-FA2E639F0117}" dt="2023-12-10T06:39:21.177" v="187" actId="478"/>
          <ac:picMkLst>
            <pc:docMk/>
            <pc:sldMk cId="1790487730" sldId="260"/>
            <ac:picMk id="12" creationId="{1E3BAF2F-AE4D-8592-E3B2-90F5A12BC5EB}"/>
          </ac:picMkLst>
        </pc:picChg>
      </pc:sldChg>
      <pc:sldChg chg="del">
        <pc:chgData name="Muhammad Fikri Hasani" userId="ada500cb4dc7801b" providerId="LiveId" clId="{5168D63F-D921-4721-A898-FA2E639F0117}" dt="2023-12-10T08:46:34.284" v="649" actId="2696"/>
        <pc:sldMkLst>
          <pc:docMk/>
          <pc:sldMk cId="1406669853" sldId="261"/>
        </pc:sldMkLst>
      </pc:sldChg>
      <pc:sldChg chg="del">
        <pc:chgData name="Muhammad Fikri Hasani" userId="ada500cb4dc7801b" providerId="LiveId" clId="{5168D63F-D921-4721-A898-FA2E639F0117}" dt="2023-12-10T08:46:38.095" v="651" actId="2696"/>
        <pc:sldMkLst>
          <pc:docMk/>
          <pc:sldMk cId="1658221687" sldId="262"/>
        </pc:sldMkLst>
      </pc:sldChg>
      <pc:sldChg chg="del">
        <pc:chgData name="Muhammad Fikri Hasani" userId="ada500cb4dc7801b" providerId="LiveId" clId="{5168D63F-D921-4721-A898-FA2E639F0117}" dt="2023-12-10T08:46:31.370" v="648" actId="2696"/>
        <pc:sldMkLst>
          <pc:docMk/>
          <pc:sldMk cId="3610995723" sldId="263"/>
        </pc:sldMkLst>
      </pc:sldChg>
      <pc:sldChg chg="del">
        <pc:chgData name="Muhammad Fikri Hasani" userId="ada500cb4dc7801b" providerId="LiveId" clId="{5168D63F-D921-4721-A898-FA2E639F0117}" dt="2023-12-10T08:46:36.505" v="650" actId="2696"/>
        <pc:sldMkLst>
          <pc:docMk/>
          <pc:sldMk cId="1752434085" sldId="264"/>
        </pc:sldMkLst>
      </pc:sldChg>
      <pc:sldChg chg="del">
        <pc:chgData name="Muhammad Fikri Hasani" userId="ada500cb4dc7801b" providerId="LiveId" clId="{5168D63F-D921-4721-A898-FA2E639F0117}" dt="2023-12-10T08:46:39.852" v="652" actId="2696"/>
        <pc:sldMkLst>
          <pc:docMk/>
          <pc:sldMk cId="727080427" sldId="265"/>
        </pc:sldMkLst>
      </pc:sldChg>
      <pc:sldChg chg="del">
        <pc:chgData name="Muhammad Fikri Hasani" userId="ada500cb4dc7801b" providerId="LiveId" clId="{5168D63F-D921-4721-A898-FA2E639F0117}" dt="2023-12-10T08:46:41.359" v="653" actId="2696"/>
        <pc:sldMkLst>
          <pc:docMk/>
          <pc:sldMk cId="3742849252" sldId="266"/>
        </pc:sldMkLst>
      </pc:sldChg>
      <pc:sldChg chg="del">
        <pc:chgData name="Muhammad Fikri Hasani" userId="ada500cb4dc7801b" providerId="LiveId" clId="{5168D63F-D921-4721-A898-FA2E639F0117}" dt="2023-12-10T08:46:42.974" v="654" actId="2696"/>
        <pc:sldMkLst>
          <pc:docMk/>
          <pc:sldMk cId="210008908" sldId="267"/>
        </pc:sldMkLst>
      </pc:sldChg>
      <pc:sldChg chg="del">
        <pc:chgData name="Muhammad Fikri Hasani" userId="ada500cb4dc7801b" providerId="LiveId" clId="{5168D63F-D921-4721-A898-FA2E639F0117}" dt="2023-12-10T08:46:44.396" v="655" actId="2696"/>
        <pc:sldMkLst>
          <pc:docMk/>
          <pc:sldMk cId="4106888810" sldId="268"/>
        </pc:sldMkLst>
      </pc:sldChg>
      <pc:sldChg chg="del">
        <pc:chgData name="Muhammad Fikri Hasani" userId="ada500cb4dc7801b" providerId="LiveId" clId="{5168D63F-D921-4721-A898-FA2E639F0117}" dt="2023-12-10T08:46:45.933" v="656" actId="2696"/>
        <pc:sldMkLst>
          <pc:docMk/>
          <pc:sldMk cId="3484259326" sldId="270"/>
        </pc:sldMkLst>
      </pc:sldChg>
      <pc:sldChg chg="del">
        <pc:chgData name="Muhammad Fikri Hasani" userId="ada500cb4dc7801b" providerId="LiveId" clId="{5168D63F-D921-4721-A898-FA2E639F0117}" dt="2023-12-10T08:46:54.459" v="660" actId="47"/>
        <pc:sldMkLst>
          <pc:docMk/>
          <pc:sldMk cId="1821762966" sldId="271"/>
        </pc:sldMkLst>
      </pc:sldChg>
      <pc:sldChg chg="del">
        <pc:chgData name="Muhammad Fikri Hasani" userId="ada500cb4dc7801b" providerId="LiveId" clId="{5168D63F-D921-4721-A898-FA2E639F0117}" dt="2023-12-10T08:46:54.459" v="660" actId="47"/>
        <pc:sldMkLst>
          <pc:docMk/>
          <pc:sldMk cId="2873969985" sldId="272"/>
        </pc:sldMkLst>
      </pc:sldChg>
      <pc:sldChg chg="del">
        <pc:chgData name="Muhammad Fikri Hasani" userId="ada500cb4dc7801b" providerId="LiveId" clId="{5168D63F-D921-4721-A898-FA2E639F0117}" dt="2023-12-10T08:46:48.813" v="658" actId="2696"/>
        <pc:sldMkLst>
          <pc:docMk/>
          <pc:sldMk cId="1117770923" sldId="273"/>
        </pc:sldMkLst>
      </pc:sldChg>
      <pc:sldChg chg="del">
        <pc:chgData name="Muhammad Fikri Hasani" userId="ada500cb4dc7801b" providerId="LiveId" clId="{5168D63F-D921-4721-A898-FA2E639F0117}" dt="2023-12-10T08:46:50.775" v="659" actId="2696"/>
        <pc:sldMkLst>
          <pc:docMk/>
          <pc:sldMk cId="2210744361" sldId="274"/>
        </pc:sldMkLst>
      </pc:sldChg>
      <pc:sldChg chg="del">
        <pc:chgData name="Muhammad Fikri Hasani" userId="ada500cb4dc7801b" providerId="LiveId" clId="{5168D63F-D921-4721-A898-FA2E639F0117}" dt="2023-12-10T08:46:54.459" v="660" actId="47"/>
        <pc:sldMkLst>
          <pc:docMk/>
          <pc:sldMk cId="725306543" sldId="275"/>
        </pc:sldMkLst>
      </pc:sldChg>
      <pc:sldChg chg="del">
        <pc:chgData name="Muhammad Fikri Hasani" userId="ada500cb4dc7801b" providerId="LiveId" clId="{5168D63F-D921-4721-A898-FA2E639F0117}" dt="2023-12-10T08:46:47.334" v="657" actId="2696"/>
        <pc:sldMkLst>
          <pc:docMk/>
          <pc:sldMk cId="4241519096" sldId="276"/>
        </pc:sldMkLst>
      </pc:sldChg>
      <pc:sldChg chg="modSp mod">
        <pc:chgData name="Muhammad Fikri Hasani" userId="ada500cb4dc7801b" providerId="LiveId" clId="{5168D63F-D921-4721-A898-FA2E639F0117}" dt="2023-12-10T08:31:51.323" v="234" actId="20577"/>
        <pc:sldMkLst>
          <pc:docMk/>
          <pc:sldMk cId="2384352061" sldId="277"/>
        </pc:sldMkLst>
        <pc:spChg chg="mod">
          <ac:chgData name="Muhammad Fikri Hasani" userId="ada500cb4dc7801b" providerId="LiveId" clId="{5168D63F-D921-4721-A898-FA2E639F0117}" dt="2023-12-10T06:37:43.838" v="148"/>
          <ac:spMkLst>
            <pc:docMk/>
            <pc:sldMk cId="2384352061" sldId="277"/>
            <ac:spMk id="2" creationId="{73C2FCB8-08B1-1061-B648-71B1FB85D2E9}"/>
          </ac:spMkLst>
        </pc:spChg>
        <pc:spChg chg="mod">
          <ac:chgData name="Muhammad Fikri Hasani" userId="ada500cb4dc7801b" providerId="LiveId" clId="{5168D63F-D921-4721-A898-FA2E639F0117}" dt="2023-12-10T08:31:51.323" v="234" actId="20577"/>
          <ac:spMkLst>
            <pc:docMk/>
            <pc:sldMk cId="2384352061" sldId="277"/>
            <ac:spMk id="4" creationId="{DB514F26-319B-72E9-ED03-F51DF0225757}"/>
          </ac:spMkLst>
        </pc:spChg>
      </pc:sldChg>
      <pc:sldChg chg="del">
        <pc:chgData name="Muhammad Fikri Hasani" userId="ada500cb4dc7801b" providerId="LiveId" clId="{5168D63F-D921-4721-A898-FA2E639F0117}" dt="2023-12-10T08:46:54.459" v="660" actId="47"/>
        <pc:sldMkLst>
          <pc:docMk/>
          <pc:sldMk cId="1371242533" sldId="278"/>
        </pc:sldMkLst>
      </pc:sldChg>
      <pc:sldChg chg="addSp delSp modSp add mod">
        <pc:chgData name="Muhammad Fikri Hasani" userId="ada500cb4dc7801b" providerId="LiveId" clId="{5168D63F-D921-4721-A898-FA2E639F0117}" dt="2023-12-10T08:36:59.355" v="298" actId="1076"/>
        <pc:sldMkLst>
          <pc:docMk/>
          <pc:sldMk cId="3524347305" sldId="279"/>
        </pc:sldMkLst>
        <pc:spChg chg="mod">
          <ac:chgData name="Muhammad Fikri Hasani" userId="ada500cb4dc7801b" providerId="LiveId" clId="{5168D63F-D921-4721-A898-FA2E639F0117}" dt="2023-12-10T08:35:35.376" v="275" actId="255"/>
          <ac:spMkLst>
            <pc:docMk/>
            <pc:sldMk cId="3524347305" sldId="279"/>
            <ac:spMk id="4" creationId="{A6CF599A-4023-1175-16C7-A0923A1D8C73}"/>
          </ac:spMkLst>
        </pc:spChg>
        <pc:picChg chg="del mod">
          <ac:chgData name="Muhammad Fikri Hasani" userId="ada500cb4dc7801b" providerId="LiveId" clId="{5168D63F-D921-4721-A898-FA2E639F0117}" dt="2023-12-10T08:35:18.344" v="271" actId="478"/>
          <ac:picMkLst>
            <pc:docMk/>
            <pc:sldMk cId="3524347305" sldId="279"/>
            <ac:picMk id="5" creationId="{3B0904A6-6CE9-5268-D84D-92BC25BFC0C8}"/>
          </ac:picMkLst>
        </pc:picChg>
        <pc:picChg chg="add mod modCrop">
          <ac:chgData name="Muhammad Fikri Hasani" userId="ada500cb4dc7801b" providerId="LiveId" clId="{5168D63F-D921-4721-A898-FA2E639F0117}" dt="2023-12-10T08:36:41.606" v="292" actId="14100"/>
          <ac:picMkLst>
            <pc:docMk/>
            <pc:sldMk cId="3524347305" sldId="279"/>
            <ac:picMk id="7" creationId="{179505EB-217B-C1BA-28A8-6A856DCB6C45}"/>
          </ac:picMkLst>
        </pc:picChg>
        <pc:picChg chg="add mod">
          <ac:chgData name="Muhammad Fikri Hasani" userId="ada500cb4dc7801b" providerId="LiveId" clId="{5168D63F-D921-4721-A898-FA2E639F0117}" dt="2023-12-10T08:36:58.116" v="297" actId="1076"/>
          <ac:picMkLst>
            <pc:docMk/>
            <pc:sldMk cId="3524347305" sldId="279"/>
            <ac:picMk id="9" creationId="{705C5AB7-2C9B-E450-B8A9-BF57E6A9634A}"/>
          </ac:picMkLst>
        </pc:picChg>
        <pc:picChg chg="add mod modCrop">
          <ac:chgData name="Muhammad Fikri Hasani" userId="ada500cb4dc7801b" providerId="LiveId" clId="{5168D63F-D921-4721-A898-FA2E639F0117}" dt="2023-12-10T08:36:59.355" v="298" actId="1076"/>
          <ac:picMkLst>
            <pc:docMk/>
            <pc:sldMk cId="3524347305" sldId="279"/>
            <ac:picMk id="11" creationId="{7DDF155E-9312-0D14-0474-EB6EB2DFEE22}"/>
          </ac:picMkLst>
        </pc:picChg>
      </pc:sldChg>
      <pc:sldChg chg="addSp delSp modSp add mod">
        <pc:chgData name="Muhammad Fikri Hasani" userId="ada500cb4dc7801b" providerId="LiveId" clId="{5168D63F-D921-4721-A898-FA2E639F0117}" dt="2023-12-10T09:37:02.452" v="3065" actId="20577"/>
        <pc:sldMkLst>
          <pc:docMk/>
          <pc:sldMk cId="4248161734" sldId="280"/>
        </pc:sldMkLst>
        <pc:spChg chg="mod">
          <ac:chgData name="Muhammad Fikri Hasani" userId="ada500cb4dc7801b" providerId="LiveId" clId="{5168D63F-D921-4721-A898-FA2E639F0117}" dt="2023-12-10T08:44:45.341" v="638" actId="20577"/>
          <ac:spMkLst>
            <pc:docMk/>
            <pc:sldMk cId="4248161734" sldId="280"/>
            <ac:spMk id="3" creationId="{9516FAD9-5740-9689-F91C-E25EDFD19601}"/>
          </ac:spMkLst>
        </pc:spChg>
        <pc:spChg chg="mod">
          <ac:chgData name="Muhammad Fikri Hasani" userId="ada500cb4dc7801b" providerId="LiveId" clId="{5168D63F-D921-4721-A898-FA2E639F0117}" dt="2023-12-10T08:38:55.268" v="535" actId="14100"/>
          <ac:spMkLst>
            <pc:docMk/>
            <pc:sldMk cId="4248161734" sldId="280"/>
            <ac:spMk id="4" creationId="{A6CF599A-4023-1175-16C7-A0923A1D8C73}"/>
          </ac:spMkLst>
        </pc:spChg>
        <pc:spChg chg="add mod">
          <ac:chgData name="Muhammad Fikri Hasani" userId="ada500cb4dc7801b" providerId="LiveId" clId="{5168D63F-D921-4721-A898-FA2E639F0117}" dt="2023-12-10T08:39:45.560" v="570" actId="255"/>
          <ac:spMkLst>
            <pc:docMk/>
            <pc:sldMk cId="4248161734" sldId="280"/>
            <ac:spMk id="5" creationId="{B1CA0233-9F66-FA6F-B87A-0132D319262B}"/>
          </ac:spMkLst>
        </pc:spChg>
        <pc:spChg chg="add mod">
          <ac:chgData name="Muhammad Fikri Hasani" userId="ada500cb4dc7801b" providerId="LiveId" clId="{5168D63F-D921-4721-A898-FA2E639F0117}" dt="2023-12-10T09:37:02.452" v="3065" actId="20577"/>
          <ac:spMkLst>
            <pc:docMk/>
            <pc:sldMk cId="4248161734" sldId="280"/>
            <ac:spMk id="6" creationId="{333F2664-BCE1-A5BF-8FDB-BC4938AAD5F7}"/>
          </ac:spMkLst>
        </pc:spChg>
        <pc:spChg chg="add del">
          <ac:chgData name="Muhammad Fikri Hasani" userId="ada500cb4dc7801b" providerId="LiveId" clId="{5168D63F-D921-4721-A898-FA2E639F0117}" dt="2023-12-10T08:43:41.338" v="587"/>
          <ac:spMkLst>
            <pc:docMk/>
            <pc:sldMk cId="4248161734" sldId="280"/>
            <ac:spMk id="8" creationId="{E7B7E5D0-42C7-F9E7-AD95-2CEA05785A80}"/>
          </ac:spMkLst>
        </pc:spChg>
        <pc:picChg chg="del">
          <ac:chgData name="Muhammad Fikri Hasani" userId="ada500cb4dc7801b" providerId="LiveId" clId="{5168D63F-D921-4721-A898-FA2E639F0117}" dt="2023-12-10T08:37:58.958" v="473" actId="478"/>
          <ac:picMkLst>
            <pc:docMk/>
            <pc:sldMk cId="4248161734" sldId="280"/>
            <ac:picMk id="7" creationId="{179505EB-217B-C1BA-28A8-6A856DCB6C45}"/>
          </ac:picMkLst>
        </pc:picChg>
        <pc:picChg chg="del">
          <ac:chgData name="Muhammad Fikri Hasani" userId="ada500cb4dc7801b" providerId="LiveId" clId="{5168D63F-D921-4721-A898-FA2E639F0117}" dt="2023-12-10T08:37:58.958" v="473" actId="478"/>
          <ac:picMkLst>
            <pc:docMk/>
            <pc:sldMk cId="4248161734" sldId="280"/>
            <ac:picMk id="9" creationId="{705C5AB7-2C9B-E450-B8A9-BF57E6A9634A}"/>
          </ac:picMkLst>
        </pc:picChg>
        <pc:picChg chg="del">
          <ac:chgData name="Muhammad Fikri Hasani" userId="ada500cb4dc7801b" providerId="LiveId" clId="{5168D63F-D921-4721-A898-FA2E639F0117}" dt="2023-12-10T08:37:58.958" v="473" actId="478"/>
          <ac:picMkLst>
            <pc:docMk/>
            <pc:sldMk cId="4248161734" sldId="280"/>
            <ac:picMk id="11" creationId="{7DDF155E-9312-0D14-0474-EB6EB2DFEE22}"/>
          </ac:picMkLst>
        </pc:picChg>
      </pc:sldChg>
      <pc:sldChg chg="addSp delSp modSp add mod">
        <pc:chgData name="Muhammad Fikri Hasani" userId="ada500cb4dc7801b" providerId="LiveId" clId="{5168D63F-D921-4721-A898-FA2E639F0117}" dt="2023-12-10T08:46:25.175" v="646" actId="1076"/>
        <pc:sldMkLst>
          <pc:docMk/>
          <pc:sldMk cId="1857183237" sldId="281"/>
        </pc:sldMkLst>
        <pc:spChg chg="mod">
          <ac:chgData name="Muhammad Fikri Hasani" userId="ada500cb4dc7801b" providerId="LiveId" clId="{5168D63F-D921-4721-A898-FA2E639F0117}" dt="2023-12-10T08:46:06.857" v="643" actId="14100"/>
          <ac:spMkLst>
            <pc:docMk/>
            <pc:sldMk cId="1857183237" sldId="281"/>
            <ac:spMk id="4" creationId="{A6CF599A-4023-1175-16C7-A0923A1D8C73}"/>
          </ac:spMkLst>
        </pc:spChg>
        <pc:spChg chg="del">
          <ac:chgData name="Muhammad Fikri Hasani" userId="ada500cb4dc7801b" providerId="LiveId" clId="{5168D63F-D921-4721-A898-FA2E639F0117}" dt="2023-12-10T08:45:00.408" v="641" actId="478"/>
          <ac:spMkLst>
            <pc:docMk/>
            <pc:sldMk cId="1857183237" sldId="281"/>
            <ac:spMk id="5" creationId="{B1CA0233-9F66-FA6F-B87A-0132D319262B}"/>
          </ac:spMkLst>
        </pc:spChg>
        <pc:spChg chg="del">
          <ac:chgData name="Muhammad Fikri Hasani" userId="ada500cb4dc7801b" providerId="LiveId" clId="{5168D63F-D921-4721-A898-FA2E639F0117}" dt="2023-12-10T08:44:58.548" v="640" actId="478"/>
          <ac:spMkLst>
            <pc:docMk/>
            <pc:sldMk cId="1857183237" sldId="281"/>
            <ac:spMk id="6" creationId="{333F2664-BCE1-A5BF-8FDB-BC4938AAD5F7}"/>
          </ac:spMkLst>
        </pc:spChg>
        <pc:picChg chg="add mod">
          <ac:chgData name="Muhammad Fikri Hasani" userId="ada500cb4dc7801b" providerId="LiveId" clId="{5168D63F-D921-4721-A898-FA2E639F0117}" dt="2023-12-10T08:46:25.175" v="646" actId="1076"/>
          <ac:picMkLst>
            <pc:docMk/>
            <pc:sldMk cId="1857183237" sldId="281"/>
            <ac:picMk id="8" creationId="{A4A571F4-AABD-4386-ECD6-6DF8A3CAE715}"/>
          </ac:picMkLst>
        </pc:picChg>
      </pc:sldChg>
      <pc:sldChg chg="addSp delSp modSp add mod">
        <pc:chgData name="Muhammad Fikri Hasani" userId="ada500cb4dc7801b" providerId="LiveId" clId="{5168D63F-D921-4721-A898-FA2E639F0117}" dt="2023-12-10T08:49:18.284" v="702" actId="1076"/>
        <pc:sldMkLst>
          <pc:docMk/>
          <pc:sldMk cId="946939745" sldId="282"/>
        </pc:sldMkLst>
        <pc:spChg chg="add del mod">
          <ac:chgData name="Muhammad Fikri Hasani" userId="ada500cb4dc7801b" providerId="LiveId" clId="{5168D63F-D921-4721-A898-FA2E639F0117}" dt="2023-12-10T08:49:05.276" v="695" actId="1076"/>
          <ac:spMkLst>
            <pc:docMk/>
            <pc:sldMk cId="946939745" sldId="282"/>
            <ac:spMk id="4" creationId="{A6CF599A-4023-1175-16C7-A0923A1D8C73}"/>
          </ac:spMkLst>
        </pc:spChg>
        <pc:picChg chg="add del mod ord">
          <ac:chgData name="Muhammad Fikri Hasani" userId="ada500cb4dc7801b" providerId="LiveId" clId="{5168D63F-D921-4721-A898-FA2E639F0117}" dt="2023-12-10T08:48:35.797" v="684" actId="22"/>
          <ac:picMkLst>
            <pc:docMk/>
            <pc:sldMk cId="946939745" sldId="282"/>
            <ac:picMk id="6" creationId="{74CF425A-B7F6-C3C3-A54E-0E4CBF6E3F13}"/>
          </ac:picMkLst>
        </pc:picChg>
        <pc:picChg chg="mod">
          <ac:chgData name="Muhammad Fikri Hasani" userId="ada500cb4dc7801b" providerId="LiveId" clId="{5168D63F-D921-4721-A898-FA2E639F0117}" dt="2023-12-10T08:49:16.012" v="701" actId="1076"/>
          <ac:picMkLst>
            <pc:docMk/>
            <pc:sldMk cId="946939745" sldId="282"/>
            <ac:picMk id="8" creationId="{A4A571F4-AABD-4386-ECD6-6DF8A3CAE715}"/>
          </ac:picMkLst>
        </pc:picChg>
        <pc:picChg chg="add mod">
          <ac:chgData name="Muhammad Fikri Hasani" userId="ada500cb4dc7801b" providerId="LiveId" clId="{5168D63F-D921-4721-A898-FA2E639F0117}" dt="2023-12-10T08:49:18.284" v="702" actId="1076"/>
          <ac:picMkLst>
            <pc:docMk/>
            <pc:sldMk cId="946939745" sldId="282"/>
            <ac:picMk id="9" creationId="{81163A0C-E31B-821E-0977-62811E593E6E}"/>
          </ac:picMkLst>
        </pc:picChg>
      </pc:sldChg>
      <pc:sldChg chg="add">
        <pc:chgData name="Muhammad Fikri Hasani" userId="ada500cb4dc7801b" providerId="LiveId" clId="{5168D63F-D921-4721-A898-FA2E639F0117}" dt="2023-12-10T08:49:21.209" v="703" actId="2890"/>
        <pc:sldMkLst>
          <pc:docMk/>
          <pc:sldMk cId="3620637937" sldId="283"/>
        </pc:sldMkLst>
      </pc:sldChg>
      <pc:sldChg chg="addSp modSp new mod">
        <pc:chgData name="Muhammad Fikri Hasani" userId="ada500cb4dc7801b" providerId="LiveId" clId="{5168D63F-D921-4721-A898-FA2E639F0117}" dt="2023-12-10T09:38:39.141" v="3184" actId="14100"/>
        <pc:sldMkLst>
          <pc:docMk/>
          <pc:sldMk cId="1522613968" sldId="284"/>
        </pc:sldMkLst>
        <pc:spChg chg="mod">
          <ac:chgData name="Muhammad Fikri Hasani" userId="ada500cb4dc7801b" providerId="LiveId" clId="{5168D63F-D921-4721-A898-FA2E639F0117}" dt="2023-12-10T08:52:50" v="706" actId="27636"/>
          <ac:spMkLst>
            <pc:docMk/>
            <pc:sldMk cId="1522613968" sldId="284"/>
            <ac:spMk id="2" creationId="{F8CB00D7-B0D2-289D-D711-FC94DE6327DA}"/>
          </ac:spMkLst>
        </pc:spChg>
        <pc:spChg chg="mod">
          <ac:chgData name="Muhammad Fikri Hasani" userId="ada500cb4dc7801b" providerId="LiveId" clId="{5168D63F-D921-4721-A898-FA2E639F0117}" dt="2023-12-10T08:52:53.809" v="725" actId="20577"/>
          <ac:spMkLst>
            <pc:docMk/>
            <pc:sldMk cId="1522613968" sldId="284"/>
            <ac:spMk id="3" creationId="{1D275847-80DD-B89F-14FB-36855010054F}"/>
          </ac:spMkLst>
        </pc:spChg>
        <pc:spChg chg="mod">
          <ac:chgData name="Muhammad Fikri Hasani" userId="ada500cb4dc7801b" providerId="LiveId" clId="{5168D63F-D921-4721-A898-FA2E639F0117}" dt="2023-12-10T09:38:36.470" v="3183" actId="14100"/>
          <ac:spMkLst>
            <pc:docMk/>
            <pc:sldMk cId="1522613968" sldId="284"/>
            <ac:spMk id="4" creationId="{7AC4BC7D-68D9-F8AB-6450-59B8A1452F7F}"/>
          </ac:spMkLst>
        </pc:spChg>
        <pc:picChg chg="add mod">
          <ac:chgData name="Muhammad Fikri Hasani" userId="ada500cb4dc7801b" providerId="LiveId" clId="{5168D63F-D921-4721-A898-FA2E639F0117}" dt="2023-12-10T09:38:39.141" v="3184" actId="14100"/>
          <ac:picMkLst>
            <pc:docMk/>
            <pc:sldMk cId="1522613968" sldId="284"/>
            <ac:picMk id="6" creationId="{45A25130-00ED-AC8D-2E87-A0D447F3B95A}"/>
          </ac:picMkLst>
        </pc:picChg>
      </pc:sldChg>
      <pc:sldChg chg="addSp delSp modSp add mod">
        <pc:chgData name="Muhammad Fikri Hasani" userId="ada500cb4dc7801b" providerId="LiveId" clId="{5168D63F-D921-4721-A898-FA2E639F0117}" dt="2023-12-10T09:38:48.382" v="3188" actId="14100"/>
        <pc:sldMkLst>
          <pc:docMk/>
          <pc:sldMk cId="3514316554" sldId="285"/>
        </pc:sldMkLst>
        <pc:spChg chg="mod">
          <ac:chgData name="Muhammad Fikri Hasani" userId="ada500cb4dc7801b" providerId="LiveId" clId="{5168D63F-D921-4721-A898-FA2E639F0117}" dt="2023-12-10T09:00:30.875" v="2148" actId="20577"/>
          <ac:spMkLst>
            <pc:docMk/>
            <pc:sldMk cId="3514316554" sldId="285"/>
            <ac:spMk id="4" creationId="{7AC4BC7D-68D9-F8AB-6450-59B8A1452F7F}"/>
          </ac:spMkLst>
        </pc:spChg>
        <pc:grpChg chg="mod">
          <ac:chgData name="Muhammad Fikri Hasani" userId="ada500cb4dc7801b" providerId="LiveId" clId="{5168D63F-D921-4721-A898-FA2E639F0117}" dt="2023-12-10T08:58:01.714" v="1776"/>
          <ac:grpSpMkLst>
            <pc:docMk/>
            <pc:sldMk cId="3514316554" sldId="285"/>
            <ac:grpSpMk id="10" creationId="{384D0B70-3F82-7C22-64BA-BE9F423CE552}"/>
          </ac:grpSpMkLst>
        </pc:grpChg>
        <pc:grpChg chg="mod">
          <ac:chgData name="Muhammad Fikri Hasani" userId="ada500cb4dc7801b" providerId="LiveId" clId="{5168D63F-D921-4721-A898-FA2E639F0117}" dt="2023-12-10T08:59:36.388" v="1931"/>
          <ac:grpSpMkLst>
            <pc:docMk/>
            <pc:sldMk cId="3514316554" sldId="285"/>
            <ac:grpSpMk id="18" creationId="{FD5C2FB0-C6F9-4417-5DC5-08C4BA3C35BD}"/>
          </ac:grpSpMkLst>
        </pc:grpChg>
        <pc:picChg chg="del">
          <ac:chgData name="Muhammad Fikri Hasani" userId="ada500cb4dc7801b" providerId="LiveId" clId="{5168D63F-D921-4721-A898-FA2E639F0117}" dt="2023-12-10T08:57:30.429" v="1668" actId="478"/>
          <ac:picMkLst>
            <pc:docMk/>
            <pc:sldMk cId="3514316554" sldId="285"/>
            <ac:picMk id="6" creationId="{45A25130-00ED-AC8D-2E87-A0D447F3B95A}"/>
          </ac:picMkLst>
        </pc:picChg>
        <pc:picChg chg="add mod">
          <ac:chgData name="Muhammad Fikri Hasani" userId="ada500cb4dc7801b" providerId="LiveId" clId="{5168D63F-D921-4721-A898-FA2E639F0117}" dt="2023-12-10T09:38:48.382" v="3188" actId="14100"/>
          <ac:picMkLst>
            <pc:docMk/>
            <pc:sldMk cId="3514316554" sldId="285"/>
            <ac:picMk id="7" creationId="{2A9ACAF4-69AA-CB84-5D16-CE3C6BD9897F}"/>
          </ac:picMkLst>
        </pc:picChg>
        <pc:picChg chg="add mod">
          <ac:chgData name="Muhammad Fikri Hasani" userId="ada500cb4dc7801b" providerId="LiveId" clId="{5168D63F-D921-4721-A898-FA2E639F0117}" dt="2023-12-10T09:38:42.566" v="3185" actId="14100"/>
          <ac:picMkLst>
            <pc:docMk/>
            <pc:sldMk cId="3514316554" sldId="285"/>
            <ac:picMk id="12" creationId="{BD4DF963-3104-9D78-D301-7FEC71A369DE}"/>
          </ac:picMkLst>
        </pc:picChg>
        <pc:inkChg chg="add mod">
          <ac:chgData name="Muhammad Fikri Hasani" userId="ada500cb4dc7801b" providerId="LiveId" clId="{5168D63F-D921-4721-A898-FA2E639F0117}" dt="2023-12-10T08:58:01.714" v="1776"/>
          <ac:inkMkLst>
            <pc:docMk/>
            <pc:sldMk cId="3514316554" sldId="285"/>
            <ac:inkMk id="8" creationId="{153BFAAA-46CA-9B68-6434-673D5FCB5509}"/>
          </ac:inkMkLst>
        </pc:inkChg>
        <pc:inkChg chg="add mod">
          <ac:chgData name="Muhammad Fikri Hasani" userId="ada500cb4dc7801b" providerId="LiveId" clId="{5168D63F-D921-4721-A898-FA2E639F0117}" dt="2023-12-10T08:58:01.714" v="1776"/>
          <ac:inkMkLst>
            <pc:docMk/>
            <pc:sldMk cId="3514316554" sldId="285"/>
            <ac:inkMk id="9" creationId="{EC07B332-C235-58D0-4823-9B3519A8884C}"/>
          </ac:inkMkLst>
        </pc:inkChg>
        <pc:inkChg chg="add del">
          <ac:chgData name="Muhammad Fikri Hasani" userId="ada500cb4dc7801b" providerId="LiveId" clId="{5168D63F-D921-4721-A898-FA2E639F0117}" dt="2023-12-10T08:59:30.799" v="1928" actId="9405"/>
          <ac:inkMkLst>
            <pc:docMk/>
            <pc:sldMk cId="3514316554" sldId="285"/>
            <ac:inkMk id="13" creationId="{E4C9DED7-9334-4648-26D6-792C2CCDE883}"/>
          </ac:inkMkLst>
        </pc:inkChg>
        <pc:inkChg chg="add del">
          <ac:chgData name="Muhammad Fikri Hasani" userId="ada500cb4dc7801b" providerId="LiveId" clId="{5168D63F-D921-4721-A898-FA2E639F0117}" dt="2023-12-10T08:59:26.829" v="1925" actId="9405"/>
          <ac:inkMkLst>
            <pc:docMk/>
            <pc:sldMk cId="3514316554" sldId="285"/>
            <ac:inkMk id="14" creationId="{6D1C0A86-3D49-0E7D-DFC6-A599C8C34D9F}"/>
          </ac:inkMkLst>
        </pc:inkChg>
        <pc:inkChg chg="add del">
          <ac:chgData name="Muhammad Fikri Hasani" userId="ada500cb4dc7801b" providerId="LiveId" clId="{5168D63F-D921-4721-A898-FA2E639F0117}" dt="2023-12-10T08:59:28.956" v="1927" actId="9405"/>
          <ac:inkMkLst>
            <pc:docMk/>
            <pc:sldMk cId="3514316554" sldId="285"/>
            <ac:inkMk id="15" creationId="{6D9F697F-E009-F1F0-1CEC-00B788B4D11E}"/>
          </ac:inkMkLst>
        </pc:inkChg>
        <pc:inkChg chg="add mod">
          <ac:chgData name="Muhammad Fikri Hasani" userId="ada500cb4dc7801b" providerId="LiveId" clId="{5168D63F-D921-4721-A898-FA2E639F0117}" dt="2023-12-10T08:59:36.388" v="1931"/>
          <ac:inkMkLst>
            <pc:docMk/>
            <pc:sldMk cId="3514316554" sldId="285"/>
            <ac:inkMk id="16" creationId="{2A3214F9-6C8E-EC7C-3E4F-EE8A858C4EB4}"/>
          </ac:inkMkLst>
        </pc:inkChg>
        <pc:inkChg chg="add mod">
          <ac:chgData name="Muhammad Fikri Hasani" userId="ada500cb4dc7801b" providerId="LiveId" clId="{5168D63F-D921-4721-A898-FA2E639F0117}" dt="2023-12-10T08:59:36.388" v="1931"/>
          <ac:inkMkLst>
            <pc:docMk/>
            <pc:sldMk cId="3514316554" sldId="285"/>
            <ac:inkMk id="17" creationId="{BEEFDEFD-4782-3097-8952-E396888AE646}"/>
          </ac:inkMkLst>
        </pc:inkChg>
      </pc:sldChg>
      <pc:sldChg chg="addSp modSp new mod">
        <pc:chgData name="Muhammad Fikri Hasani" userId="ada500cb4dc7801b" providerId="LiveId" clId="{5168D63F-D921-4721-A898-FA2E639F0117}" dt="2023-12-10T09:33:56.952" v="2643" actId="14100"/>
        <pc:sldMkLst>
          <pc:docMk/>
          <pc:sldMk cId="1514525225" sldId="286"/>
        </pc:sldMkLst>
        <pc:spChg chg="mod">
          <ac:chgData name="Muhammad Fikri Hasani" userId="ada500cb4dc7801b" providerId="LiveId" clId="{5168D63F-D921-4721-A898-FA2E639F0117}" dt="2023-12-10T09:00:40.317" v="2151" actId="27636"/>
          <ac:spMkLst>
            <pc:docMk/>
            <pc:sldMk cId="1514525225" sldId="286"/>
            <ac:spMk id="2" creationId="{FF35B279-F977-A96C-636A-1A8234C2B5A8}"/>
          </ac:spMkLst>
        </pc:spChg>
        <pc:spChg chg="mod">
          <ac:chgData name="Muhammad Fikri Hasani" userId="ada500cb4dc7801b" providerId="LiveId" clId="{5168D63F-D921-4721-A898-FA2E639F0117}" dt="2023-12-10T09:27:29.357" v="2206" actId="20577"/>
          <ac:spMkLst>
            <pc:docMk/>
            <pc:sldMk cId="1514525225" sldId="286"/>
            <ac:spMk id="3" creationId="{C10634EC-34D7-C2D4-33A0-864E3BDC923F}"/>
          </ac:spMkLst>
        </pc:spChg>
        <pc:spChg chg="mod">
          <ac:chgData name="Muhammad Fikri Hasani" userId="ada500cb4dc7801b" providerId="LiveId" clId="{5168D63F-D921-4721-A898-FA2E639F0117}" dt="2023-12-10T09:33:09.567" v="2631" actId="20577"/>
          <ac:spMkLst>
            <pc:docMk/>
            <pc:sldMk cId="1514525225" sldId="286"/>
            <ac:spMk id="4" creationId="{E09A9225-EBED-7570-C8D0-8AFB3234E68F}"/>
          </ac:spMkLst>
        </pc:spChg>
        <pc:picChg chg="add mod">
          <ac:chgData name="Muhammad Fikri Hasani" userId="ada500cb4dc7801b" providerId="LiveId" clId="{5168D63F-D921-4721-A898-FA2E639F0117}" dt="2023-12-10T09:33:54.413" v="2641" actId="14100"/>
          <ac:picMkLst>
            <pc:docMk/>
            <pc:sldMk cId="1514525225" sldId="286"/>
            <ac:picMk id="6" creationId="{2243B332-CD82-2786-5826-56BD756B7C32}"/>
          </ac:picMkLst>
        </pc:picChg>
        <pc:picChg chg="add mod">
          <ac:chgData name="Muhammad Fikri Hasani" userId="ada500cb4dc7801b" providerId="LiveId" clId="{5168D63F-D921-4721-A898-FA2E639F0117}" dt="2023-12-10T09:33:56.952" v="2643" actId="14100"/>
          <ac:picMkLst>
            <pc:docMk/>
            <pc:sldMk cId="1514525225" sldId="286"/>
            <ac:picMk id="8" creationId="{0257ED70-281A-9105-21D5-90D5AC8CD5CF}"/>
          </ac:picMkLst>
        </pc:picChg>
      </pc:sldChg>
      <pc:sldChg chg="modSp new mod">
        <pc:chgData name="Muhammad Fikri Hasani" userId="ada500cb4dc7801b" providerId="LiveId" clId="{5168D63F-D921-4721-A898-FA2E639F0117}" dt="2023-12-19T01:48:49.462" v="3213" actId="20577"/>
        <pc:sldMkLst>
          <pc:docMk/>
          <pc:sldMk cId="1499765198" sldId="287"/>
        </pc:sldMkLst>
        <pc:spChg chg="mod">
          <ac:chgData name="Muhammad Fikri Hasani" userId="ada500cb4dc7801b" providerId="LiveId" clId="{5168D63F-D921-4721-A898-FA2E639F0117}" dt="2023-12-10T09:02:20.289" v="2154" actId="27636"/>
          <ac:spMkLst>
            <pc:docMk/>
            <pc:sldMk cId="1499765198" sldId="287"/>
            <ac:spMk id="2" creationId="{BB0F04D2-FD20-91F6-44F1-8C0AD9D62E4E}"/>
          </ac:spMkLst>
        </pc:spChg>
        <pc:spChg chg="mod">
          <ac:chgData name="Muhammad Fikri Hasani" userId="ada500cb4dc7801b" providerId="LiveId" clId="{5168D63F-D921-4721-A898-FA2E639F0117}" dt="2023-12-10T09:02:22.896" v="2168" actId="20577"/>
          <ac:spMkLst>
            <pc:docMk/>
            <pc:sldMk cId="1499765198" sldId="287"/>
            <ac:spMk id="3" creationId="{5516A363-572F-5B7A-64A5-77F3E2FAB445}"/>
          </ac:spMkLst>
        </pc:spChg>
        <pc:spChg chg="mod">
          <ac:chgData name="Muhammad Fikri Hasani" userId="ada500cb4dc7801b" providerId="LiveId" clId="{5168D63F-D921-4721-A898-FA2E639F0117}" dt="2023-12-19T01:48:49.462" v="3213" actId="20577"/>
          <ac:spMkLst>
            <pc:docMk/>
            <pc:sldMk cId="1499765198" sldId="287"/>
            <ac:spMk id="4" creationId="{59BC9EFA-7CF4-9284-3843-6CC0B1A1CB56}"/>
          </ac:spMkLst>
        </pc:spChg>
      </pc:sldChg>
      <pc:sldChg chg="modSp new del mod">
        <pc:chgData name="Muhammad Fikri Hasani" userId="ada500cb4dc7801b" providerId="LiveId" clId="{5168D63F-D921-4721-A898-FA2E639F0117}" dt="2023-12-10T09:38:53.283" v="3189" actId="47"/>
        <pc:sldMkLst>
          <pc:docMk/>
          <pc:sldMk cId="1561029113" sldId="288"/>
        </pc:sldMkLst>
        <pc:spChg chg="mod">
          <ac:chgData name="Muhammad Fikri Hasani" userId="ada500cb4dc7801b" providerId="LiveId" clId="{5168D63F-D921-4721-A898-FA2E639F0117}" dt="2023-12-10T09:02:34.070" v="2171" actId="27636"/>
          <ac:spMkLst>
            <pc:docMk/>
            <pc:sldMk cId="1561029113" sldId="288"/>
            <ac:spMk id="2" creationId="{F43996B4-A756-0C4E-BE10-1B843118D628}"/>
          </ac:spMkLst>
        </pc:spChg>
        <pc:spChg chg="mod">
          <ac:chgData name="Muhammad Fikri Hasani" userId="ada500cb4dc7801b" providerId="LiveId" clId="{5168D63F-D921-4721-A898-FA2E639F0117}" dt="2023-12-10T09:02:36.265" v="2181" actId="20577"/>
          <ac:spMkLst>
            <pc:docMk/>
            <pc:sldMk cId="1561029113" sldId="288"/>
            <ac:spMk id="3" creationId="{DE07ED58-3988-C82D-4152-E417C65D850F}"/>
          </ac:spMkLst>
        </pc:spChg>
      </pc:sldChg>
      <pc:sldChg chg="addSp modSp new mod">
        <pc:chgData name="Muhammad Fikri Hasani" userId="ada500cb4dc7801b" providerId="LiveId" clId="{5168D63F-D921-4721-A898-FA2E639F0117}" dt="2023-12-10T09:37:13.094" v="3067" actId="1076"/>
        <pc:sldMkLst>
          <pc:docMk/>
          <pc:sldMk cId="308469758" sldId="289"/>
        </pc:sldMkLst>
        <pc:spChg chg="mod">
          <ac:chgData name="Muhammad Fikri Hasani" userId="ada500cb4dc7801b" providerId="LiveId" clId="{5168D63F-D921-4721-A898-FA2E639F0117}" dt="2023-12-10T09:34:04.663" v="2646" actId="27636"/>
          <ac:spMkLst>
            <pc:docMk/>
            <pc:sldMk cId="308469758" sldId="289"/>
            <ac:spMk id="2" creationId="{F21D0BE9-B7E7-C3C2-F633-59C3BBAE1EF5}"/>
          </ac:spMkLst>
        </pc:spChg>
        <pc:spChg chg="mod">
          <ac:chgData name="Muhammad Fikri Hasani" userId="ada500cb4dc7801b" providerId="LiveId" clId="{5168D63F-D921-4721-A898-FA2E639F0117}" dt="2023-12-10T09:34:07.902" v="2647"/>
          <ac:spMkLst>
            <pc:docMk/>
            <pc:sldMk cId="308469758" sldId="289"/>
            <ac:spMk id="3" creationId="{EBE8224F-ACA8-AC93-423C-75CDC7D638B8}"/>
          </ac:spMkLst>
        </pc:spChg>
        <pc:spChg chg="mod">
          <ac:chgData name="Muhammad Fikri Hasani" userId="ada500cb4dc7801b" providerId="LiveId" clId="{5168D63F-D921-4721-A898-FA2E639F0117}" dt="2023-12-10T09:37:10.085" v="3066" actId="255"/>
          <ac:spMkLst>
            <pc:docMk/>
            <pc:sldMk cId="308469758" sldId="289"/>
            <ac:spMk id="4" creationId="{7BF3BDE8-100A-ED5F-66FA-6C28981C07FF}"/>
          </ac:spMkLst>
        </pc:spChg>
        <pc:picChg chg="add mod">
          <ac:chgData name="Muhammad Fikri Hasani" userId="ada500cb4dc7801b" providerId="LiveId" clId="{5168D63F-D921-4721-A898-FA2E639F0117}" dt="2023-12-10T09:37:13.094" v="3067" actId="1076"/>
          <ac:picMkLst>
            <pc:docMk/>
            <pc:sldMk cId="308469758" sldId="289"/>
            <ac:picMk id="6" creationId="{E64A503B-17C7-10E8-7901-853EB7B91EBB}"/>
          </ac:picMkLst>
        </pc:picChg>
      </pc:sldChg>
      <pc:sldChg chg="new del">
        <pc:chgData name="Muhammad Fikri Hasani" userId="ada500cb4dc7801b" providerId="LiveId" clId="{5168D63F-D921-4721-A898-FA2E639F0117}" dt="2023-12-10T09:38:07.325" v="3176" actId="47"/>
        <pc:sldMkLst>
          <pc:docMk/>
          <pc:sldMk cId="2736693715" sldId="290"/>
        </pc:sldMkLst>
      </pc:sldChg>
      <pc:sldChg chg="addSp delSp modSp add mod">
        <pc:chgData name="Muhammad Fikri Hasani" userId="ada500cb4dc7801b" providerId="LiveId" clId="{5168D63F-D921-4721-A898-FA2E639F0117}" dt="2023-12-10T09:37:54.612" v="3175" actId="1076"/>
        <pc:sldMkLst>
          <pc:docMk/>
          <pc:sldMk cId="1046690184" sldId="291"/>
        </pc:sldMkLst>
        <pc:spChg chg="mod">
          <ac:chgData name="Muhammad Fikri Hasani" userId="ada500cb4dc7801b" providerId="LiveId" clId="{5168D63F-D921-4721-A898-FA2E639F0117}" dt="2023-12-10T09:37:42.568" v="3171" actId="20577"/>
          <ac:spMkLst>
            <pc:docMk/>
            <pc:sldMk cId="1046690184" sldId="291"/>
            <ac:spMk id="4" creationId="{7BF3BDE8-100A-ED5F-66FA-6C28981C07FF}"/>
          </ac:spMkLst>
        </pc:spChg>
        <pc:picChg chg="del">
          <ac:chgData name="Muhammad Fikri Hasani" userId="ada500cb4dc7801b" providerId="LiveId" clId="{5168D63F-D921-4721-A898-FA2E639F0117}" dt="2023-12-10T09:37:50.868" v="3172" actId="478"/>
          <ac:picMkLst>
            <pc:docMk/>
            <pc:sldMk cId="1046690184" sldId="291"/>
            <ac:picMk id="6" creationId="{E64A503B-17C7-10E8-7901-853EB7B91EBB}"/>
          </ac:picMkLst>
        </pc:picChg>
        <pc:picChg chg="add mod">
          <ac:chgData name="Muhammad Fikri Hasani" userId="ada500cb4dc7801b" providerId="LiveId" clId="{5168D63F-D921-4721-A898-FA2E639F0117}" dt="2023-12-10T09:37:54.612" v="3175" actId="1076"/>
          <ac:picMkLst>
            <pc:docMk/>
            <pc:sldMk cId="1046690184" sldId="291"/>
            <ac:picMk id="7" creationId="{2A14D20B-67C9-B8E4-B904-E6AFAEAB45C4}"/>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8:57:59.689"/>
    </inkml:context>
    <inkml:brush xml:id="br0">
      <inkml:brushProperty name="width" value="0.035" units="cm"/>
      <inkml:brushProperty name="height" value="0.035" units="cm"/>
      <inkml:brushProperty name="color" value="#E71224"/>
    </inkml:brush>
  </inkml:definitions>
  <inkml:trace contextRef="#ctx0" brushRef="#br0">18379 254 24575,'-8'0'0,"1"1"0,-1 0 0,0 0 0,1 0 0,-1 1 0,1 0 0,0 0 0,0 1 0,-14 7 0,-1 0 0,-702 270-2019,416-195 1223,-60 12-771,-64 18 558,-57 18-1456,-1439 331-464,945-304 1523,-5-77 808,-977-41 1713,1496-44-1125,-54-26-508,-865-155 117,14-138-958,1122 249 1208,-322-89 73,-4 25 121,-343 4 384,-6 60 458,788 63-749,-174-10 231,-294-23-416,347 18 452,-364-38 2584,6-35-260,593 92-1962,0-1-1,-34-13 1,47 13-429,0 1 0,0-2 0,1 0 0,-1 0 0,2-1 0,-16-14 0,-70-78 820,66 65-1381,-3 1-1,0 2 1,-40-29-1,25 29-6600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8:58:00.966"/>
    </inkml:context>
    <inkml:brush xml:id="br0">
      <inkml:brushProperty name="width" value="0.035" units="cm"/>
      <inkml:brushProperty name="height" value="0.035" units="cm"/>
      <inkml:brushProperty name="color" value="#E71224"/>
    </inkml:brush>
  </inkml:definitions>
  <inkml:trace contextRef="#ctx0" brushRef="#br0">0 678 24575,'3'-1'0,"-1"1"0,1 0 0,-1-1 0,1 1 0,-1-1 0,1 0 0,-1 0 0,1 0 0,-1 0 0,0 0 0,0 0 0,0-1 0,3-2 0,25-25 0,-29 27 0,135-176 0,-127 165 0,10-15 0,-1 0 0,-1-1 0,-2-1 0,-1 0 0,-2-1 0,16-57 0,-25 74 0,1 1 0,1-1 0,0 1 0,1-1 0,8-12 0,-11 20 0,1 1 0,0 0 0,0 0 0,0 0 0,1 0 0,0 1 0,0 0 0,0 0 0,0 0 0,1 1 0,-1-1 0,1 1 0,10-4 0,4 2 0,0 1 0,0 0 0,0 1 0,1 1 0,-1 1 0,0 1 0,1 1 0,24 4 0,-42-5 0,0 0 0,0 1 0,-1-1 0,1 1 0,0 0 0,-1 0 0,1 0 0,-1 0 0,1 0 0,-1 1 0,3 2 0,-4-3 0,0 0 0,0 0 0,0 0 0,-1 0 0,1 0 0,0 1 0,-1-1 0,1 0 0,-1 1 0,1-1 0,-1 0 0,0 1 0,0-1 0,0 0 0,1 1 0,-1-1 0,-1 1 0,1-1 0,0 0 0,0 1 0,0-1 0,-1 1 0,1-1 0,-1 0 0,0 2 0,-8 16 0,0 0 0,-2 0 0,0-1 0,-1-1 0,-21 24 0,-49 54 0,-5-3 0,-3-5 0,-116 86 0,124-106 0,69-56-1365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8:59:32.885"/>
    </inkml:context>
    <inkml:brush xml:id="br0">
      <inkml:brushProperty name="width" value="0.035" units="cm"/>
      <inkml:brushProperty name="height" value="0.035" units="cm"/>
      <inkml:brushProperty name="color" value="#E71224"/>
    </inkml:brush>
  </inkml:definitions>
  <inkml:trace contextRef="#ctx0" brushRef="#br0">6676 3753 24575,'-21'-5'0,"0"-1"0,-36-17 0,14 5 0,-515-205-1757,-273-112 865,747 299 980,-107-63-1,-331-202-87,255 149 0,-282-178 414,241 141-239,178 107 201,-103-57 690,29 27-601,29 14-487,114 66 22,-86-62 0,-15-15 0,75 52 0,-91-76 0,106 73 0,-130-86 0,178 132 0,-17-11 0,-70-54 0,-56-52 0,133 108 0,-1 2 0,-1 2 0,-46-18 0,62 29 0,-28-11 0,-63-33 0,97 44 0,0 0 0,1-2 0,0 1 0,0-2 0,1 0 0,0 0 0,1-1 0,-15-21 0,4-2 0,17 25 0,-1 0 0,0 1 0,0-1 0,-1 1 0,0 1 0,-1 0 0,0 0 0,0 0 0,-17-11 0,-3 5 0,-49-18 0,50 22 0,0-1 0,-33-19 0,41 18 0,2-1 0,-20-19 0,25 20 0,-1 1 0,0 1 0,0 0 0,-29-15 0,8 9-341,0 2 0,-1 1-1,-64-15 1,58 22-6485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8:59:35.448"/>
    </inkml:context>
    <inkml:brush xml:id="br0">
      <inkml:brushProperty name="width" value="0.035" units="cm"/>
      <inkml:brushProperty name="height" value="0.035" units="cm"/>
      <inkml:brushProperty name="color" value="#E71224"/>
    </inkml:brush>
  </inkml:definitions>
  <inkml:trace contextRef="#ctx0" brushRef="#br0">0 66 24575,'5'1'0,"0"0"0,0 1 0,0-1 0,-1 1 0,1 0 0,-1 0 0,1 1 0,-1-1 0,0 1 0,0 0 0,0 0 0,0 1 0,6 7 0,9 5 0,75 67 0,-55-46 0,66 47 0,-101-81 0,0 0 0,0-1 0,1 1 0,-1-1 0,0 1 0,1-1 0,0-1 0,-1 1 0,1-1 0,0 0 0,0 0 0,0 0 0,-1 0 0,1-1 0,8 0 0,-13 0 0,1 0 0,0-1 0,0 1 0,0 0 0,0-1 0,0 1 0,-1 0 0,1-1 0,0 1 0,0-1 0,-1 1 0,1-1 0,0 1 0,-1-1 0,1 0 0,0 1 0,-1-1 0,1 0 0,-1 1 0,1-1 0,-1 0 0,0 0 0,1 1 0,-1-1 0,0 0 0,1 0 0,-1 0 0,0 0 0,0 0 0,0 1 0,0-1 0,0 0 0,0 0 0,0 0 0,0 0 0,0 0 0,0 0 0,0 0 0,-1-1 0,-1-3 0,1 0 0,-1 0 0,0 1 0,-1-1 0,-3-5 0,-46-89 0,-1-1 0,50 95 0,0 0 0,0 0 0,1 0 0,-1 0 0,-2-10 0,5 13 0,0 1 0,-1 0 0,1 0 0,0-1 0,0 1 0,0 0 0,0 0 0,0-1 0,1 1 0,-1 0 0,0 0 0,0-1 0,1 1 0,-1 0 0,1 0 0,-1 0 0,1 0 0,0-1 0,-1 1 0,1 0 0,0 0 0,0 0 0,0 0 0,-1 1 0,1-1 0,0 0 0,0 0 0,0 0 0,1 1 0,-1-1 0,2 0 0,4-2 0,1 0 0,0 0 0,0 1 0,0 1 0,0-1 0,0 1 0,9 0 0,63 2 0,-48 1 0,-26-2 0,422 7 0,-1238-7 0,805-1 0,0 1 0,0 1 0,0-1 0,0 1 0,1-1 0,-1 2 0,-9 2 0,13-4 0,1 0 0,-1 1 0,1-1 0,-1 1 0,0-1 0,1 0 0,-1 1 0,1-1 0,-1 1 0,1-1 0,0 1 0,-1-1 0,1 1 0,0 0 0,-1-1 0,1 1 0,0-1 0,-1 1 0,1 0 0,0-1 0,0 1 0,0 1 0,0 0 0,0-1 0,0 1 0,1 0 0,-1-1 0,1 1 0,-1-1 0,1 1 0,0-1 0,-1 1 0,1-1 0,0 1 0,0-1 0,2 2 0,6 8 0,2-1 0,-1-1 0,1 1 0,0-2 0,24 15 0,20 14 0,-12-4-682,79 46-1,-101-67-6143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GB"/>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GB"/>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GB"/>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GB"/>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GB"/>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GB"/>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GB"/>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GB"/>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GB"/>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customXml" Target="../ink/ink1.xml"/><Relationship Id="rId7"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30.png"/><Relationship Id="rId11" Type="http://schemas.openxmlformats.org/officeDocument/2006/relationships/image" Target="../media/image360.png"/><Relationship Id="rId5" Type="http://schemas.openxmlformats.org/officeDocument/2006/relationships/customXml" Target="../ink/ink2.xml"/><Relationship Id="rId10" Type="http://schemas.openxmlformats.org/officeDocument/2006/relationships/customXml" Target="../ink/ink4.xml"/><Relationship Id="rId4" Type="http://schemas.openxmlformats.org/officeDocument/2006/relationships/image" Target="../media/image320.png"/><Relationship Id="rId9" Type="http://schemas.openxmlformats.org/officeDocument/2006/relationships/image" Target="../media/image3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studytonight.com/java/aggregation.php" TargetMode="External"/><Relationship Id="rId2" Type="http://schemas.openxmlformats.org/officeDocument/2006/relationships/hyperlink" Target="https://www.digitalocean.com/community/tutorials/composition-in-java-exampl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a:t>Session 7</a:t>
            </a:r>
            <a:endParaRPr lang="en-US" dirty="0"/>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AU" sz="9600" dirty="0">
                <a:solidFill>
                  <a:schemeClr val="bg1"/>
                </a:solidFill>
              </a:rPr>
              <a:t>Class relationship</a:t>
            </a:r>
            <a:endParaRPr lang="en-US" dirty="0"/>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D6421 – Muhammad Fikri Hasani</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solidFill>
                  <a:schemeClr val="tx1"/>
                </a:solidFill>
              </a:rPr>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US" dirty="0"/>
              <a:t>Course outline</a:t>
            </a:r>
            <a:endParaRPr lang="en-ID" dirty="0"/>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a:xfrm>
            <a:off x="2779059" y="5334432"/>
            <a:ext cx="16422811" cy="4522264"/>
          </a:xfrm>
        </p:spPr>
        <p:txBody>
          <a:bodyPr>
            <a:noAutofit/>
          </a:bodyPr>
          <a:lstStyle/>
          <a:p>
            <a:r>
              <a:rPr lang="en-US" sz="3000" dirty="0"/>
              <a:t>Introduction</a:t>
            </a:r>
          </a:p>
          <a:p>
            <a:r>
              <a:rPr lang="en-US" sz="3000" dirty="0"/>
              <a:t>Association</a:t>
            </a:r>
          </a:p>
          <a:p>
            <a:r>
              <a:rPr lang="en-US" sz="3000" dirty="0"/>
              <a:t>Aggregation</a:t>
            </a:r>
          </a:p>
          <a:p>
            <a:r>
              <a:rPr lang="en-US" sz="3000" dirty="0"/>
              <a:t>Composition</a:t>
            </a:r>
            <a:endParaRPr lang="en-ID" sz="3000" dirty="0"/>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2FCB8-08B1-1061-B648-71B1FB85D2E9}"/>
              </a:ext>
            </a:extLst>
          </p:cNvPr>
          <p:cNvSpPr>
            <a:spLocks noGrp="1"/>
          </p:cNvSpPr>
          <p:nvPr>
            <p:ph type="title"/>
          </p:nvPr>
        </p:nvSpPr>
        <p:spPr/>
        <p:txBody>
          <a:bodyPr>
            <a:normAutofit fontScale="90000"/>
          </a:bodyPr>
          <a:lstStyle/>
          <a:p>
            <a:r>
              <a:rPr lang="en-ID" dirty="0"/>
              <a:t>Class relationship</a:t>
            </a:r>
          </a:p>
        </p:txBody>
      </p:sp>
      <p:sp>
        <p:nvSpPr>
          <p:cNvPr id="3" name="Text Placeholder 2">
            <a:extLst>
              <a:ext uri="{FF2B5EF4-FFF2-40B4-BE49-F238E27FC236}">
                <a16:creationId xmlns:a16="http://schemas.microsoft.com/office/drawing/2014/main" id="{43C5AB45-631D-E54A-5C40-80510744A058}"/>
              </a:ext>
            </a:extLst>
          </p:cNvPr>
          <p:cNvSpPr>
            <a:spLocks noGrp="1"/>
          </p:cNvSpPr>
          <p:nvPr>
            <p:ph type="body" sz="quarter" idx="10"/>
          </p:nvPr>
        </p:nvSpPr>
        <p:spPr/>
        <p:txBody>
          <a:bodyPr/>
          <a:lstStyle/>
          <a:p>
            <a:r>
              <a:rPr lang="en-US" dirty="0"/>
              <a:t>Introduction</a:t>
            </a:r>
            <a:endParaRPr lang="en-ID" dirty="0"/>
          </a:p>
        </p:txBody>
      </p:sp>
      <p:sp>
        <p:nvSpPr>
          <p:cNvPr id="4" name="Content Placeholder 3">
            <a:extLst>
              <a:ext uri="{FF2B5EF4-FFF2-40B4-BE49-F238E27FC236}">
                <a16:creationId xmlns:a16="http://schemas.microsoft.com/office/drawing/2014/main" id="{DB514F26-319B-72E9-ED03-F51DF0225757}"/>
              </a:ext>
            </a:extLst>
          </p:cNvPr>
          <p:cNvSpPr>
            <a:spLocks noGrp="1"/>
          </p:cNvSpPr>
          <p:nvPr>
            <p:ph sz="quarter" idx="11"/>
          </p:nvPr>
        </p:nvSpPr>
        <p:spPr>
          <a:xfrm>
            <a:off x="3926541" y="4500282"/>
            <a:ext cx="17355671" cy="6795990"/>
          </a:xfrm>
        </p:spPr>
        <p:txBody>
          <a:bodyPr>
            <a:normAutofit/>
          </a:bodyPr>
          <a:lstStyle/>
          <a:p>
            <a:r>
              <a:rPr lang="en-US" sz="3200" dirty="0"/>
              <a:t>To design classes, you need to explore the relationships among classes. </a:t>
            </a:r>
          </a:p>
          <a:p>
            <a:r>
              <a:rPr lang="en-US" sz="3200" dirty="0"/>
              <a:t>Relationships between classes are inevitable if each class uses another class</a:t>
            </a:r>
          </a:p>
          <a:p>
            <a:r>
              <a:rPr lang="en-US" sz="3200" dirty="0"/>
              <a:t>The common relationships among classes are </a:t>
            </a:r>
            <a:r>
              <a:rPr lang="en-US" sz="3200" b="1" dirty="0"/>
              <a:t>association</a:t>
            </a:r>
            <a:r>
              <a:rPr lang="en-US" sz="3200" dirty="0"/>
              <a:t>, </a:t>
            </a:r>
            <a:r>
              <a:rPr lang="en-US" sz="3200" b="1" dirty="0"/>
              <a:t>aggregation</a:t>
            </a:r>
            <a:r>
              <a:rPr lang="en-US" sz="3200" dirty="0"/>
              <a:t>, </a:t>
            </a:r>
            <a:r>
              <a:rPr lang="en-US" sz="3200" b="1" dirty="0"/>
              <a:t>composition</a:t>
            </a:r>
          </a:p>
        </p:txBody>
      </p:sp>
    </p:spTree>
    <p:extLst>
      <p:ext uri="{BB962C8B-B14F-4D97-AF65-F5344CB8AC3E}">
        <p14:creationId xmlns:p14="http://schemas.microsoft.com/office/powerpoint/2010/main" val="238435206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FF438-5239-62F5-D304-1AC907B8B598}"/>
              </a:ext>
            </a:extLst>
          </p:cNvPr>
          <p:cNvSpPr>
            <a:spLocks noGrp="1"/>
          </p:cNvSpPr>
          <p:nvPr>
            <p:ph type="title"/>
          </p:nvPr>
        </p:nvSpPr>
        <p:spPr/>
        <p:txBody>
          <a:bodyPr>
            <a:normAutofit fontScale="90000"/>
          </a:bodyPr>
          <a:lstStyle/>
          <a:p>
            <a:r>
              <a:rPr lang="en-ID" dirty="0"/>
              <a:t>Class relationship</a:t>
            </a:r>
          </a:p>
        </p:txBody>
      </p:sp>
      <p:sp>
        <p:nvSpPr>
          <p:cNvPr id="3" name="Text Placeholder 2">
            <a:extLst>
              <a:ext uri="{FF2B5EF4-FFF2-40B4-BE49-F238E27FC236}">
                <a16:creationId xmlns:a16="http://schemas.microsoft.com/office/drawing/2014/main" id="{0D357947-DB2B-F5E6-5B9F-CFBACC10C98B}"/>
              </a:ext>
            </a:extLst>
          </p:cNvPr>
          <p:cNvSpPr>
            <a:spLocks noGrp="1"/>
          </p:cNvSpPr>
          <p:nvPr>
            <p:ph type="body" sz="quarter" idx="10"/>
          </p:nvPr>
        </p:nvSpPr>
        <p:spPr/>
        <p:txBody>
          <a:bodyPr/>
          <a:lstStyle/>
          <a:p>
            <a:r>
              <a:rPr lang="en-US" dirty="0"/>
              <a:t>Association</a:t>
            </a:r>
            <a:endParaRPr lang="en-ID" dirty="0"/>
          </a:p>
        </p:txBody>
      </p:sp>
      <p:sp>
        <p:nvSpPr>
          <p:cNvPr id="4" name="Content Placeholder 3">
            <a:extLst>
              <a:ext uri="{FF2B5EF4-FFF2-40B4-BE49-F238E27FC236}">
                <a16:creationId xmlns:a16="http://schemas.microsoft.com/office/drawing/2014/main" id="{507C5612-C2F3-94A1-C4EB-34DD933B255C}"/>
              </a:ext>
            </a:extLst>
          </p:cNvPr>
          <p:cNvSpPr>
            <a:spLocks noGrp="1"/>
          </p:cNvSpPr>
          <p:nvPr>
            <p:ph sz="quarter" idx="11"/>
          </p:nvPr>
        </p:nvSpPr>
        <p:spPr>
          <a:xfrm>
            <a:off x="2456859" y="3924634"/>
            <a:ext cx="19071297" cy="7068044"/>
          </a:xfrm>
        </p:spPr>
        <p:txBody>
          <a:bodyPr>
            <a:noAutofit/>
          </a:bodyPr>
          <a:lstStyle/>
          <a:p>
            <a:pPr marL="0" indent="0">
              <a:buNone/>
            </a:pPr>
            <a:r>
              <a:rPr lang="en-US" sz="3000" dirty="0"/>
              <a:t>Association is a general binary relationship that describes an </a:t>
            </a:r>
            <a:r>
              <a:rPr lang="en-US" sz="3000" b="1" dirty="0"/>
              <a:t>activity between two classes</a:t>
            </a:r>
            <a:r>
              <a:rPr lang="en-US" sz="3000" dirty="0"/>
              <a:t>. An association is illustrated by </a:t>
            </a:r>
            <a:r>
              <a:rPr lang="en-US" sz="3000" b="1" dirty="0"/>
              <a:t>a solid line </a:t>
            </a:r>
            <a:r>
              <a:rPr lang="en-US" sz="3000" dirty="0"/>
              <a:t>between two classes with an optional label that describes the relationship. </a:t>
            </a:r>
          </a:p>
          <a:p>
            <a:pPr marL="0" indent="0">
              <a:buNone/>
            </a:pPr>
            <a:endParaRPr lang="en-US" sz="3000" dirty="0"/>
          </a:p>
          <a:p>
            <a:pPr marL="0" indent="0">
              <a:buNone/>
            </a:pPr>
            <a:endParaRPr lang="en-US" sz="3000" dirty="0"/>
          </a:p>
          <a:p>
            <a:pPr marL="0" indent="0">
              <a:buNone/>
            </a:pPr>
            <a:endParaRPr lang="en-US" sz="3000" dirty="0"/>
          </a:p>
          <a:p>
            <a:pPr marL="0" indent="0">
              <a:buNone/>
            </a:pPr>
            <a:endParaRPr lang="en-US" sz="3000" dirty="0"/>
          </a:p>
          <a:p>
            <a:pPr marL="0" indent="0">
              <a:buNone/>
            </a:pPr>
            <a:r>
              <a:rPr lang="en-US" sz="3000" dirty="0"/>
              <a:t>For example, a student taking a course is an association between the</a:t>
            </a:r>
            <a:r>
              <a:rPr lang="en-US" sz="3000" b="1" dirty="0"/>
              <a:t> Student </a:t>
            </a:r>
            <a:r>
              <a:rPr lang="en-US" sz="3000" dirty="0"/>
              <a:t>class and the </a:t>
            </a:r>
            <a:r>
              <a:rPr lang="en-US" sz="3000" b="1" dirty="0"/>
              <a:t>Course </a:t>
            </a:r>
            <a:r>
              <a:rPr lang="en-US" sz="3000" dirty="0"/>
              <a:t>class, and a faculty member teaching a course is an association between the </a:t>
            </a:r>
            <a:r>
              <a:rPr lang="en-US" sz="3000" b="1" dirty="0"/>
              <a:t>Faculty</a:t>
            </a:r>
            <a:r>
              <a:rPr lang="en-US" sz="3000" dirty="0"/>
              <a:t> class and the </a:t>
            </a:r>
            <a:r>
              <a:rPr lang="en-US" sz="3000" b="1" dirty="0"/>
              <a:t>Course</a:t>
            </a:r>
            <a:r>
              <a:rPr lang="en-US" sz="3000" dirty="0"/>
              <a:t> class.</a:t>
            </a:r>
          </a:p>
        </p:txBody>
      </p:sp>
      <p:pic>
        <p:nvPicPr>
          <p:cNvPr id="6" name="Picture 5">
            <a:extLst>
              <a:ext uri="{FF2B5EF4-FFF2-40B4-BE49-F238E27FC236}">
                <a16:creationId xmlns:a16="http://schemas.microsoft.com/office/drawing/2014/main" id="{5E244B97-D4B7-4676-DBB8-FCC0D8C1C370}"/>
              </a:ext>
            </a:extLst>
          </p:cNvPr>
          <p:cNvPicPr>
            <a:picLocks noChangeAspect="1"/>
          </p:cNvPicPr>
          <p:nvPr/>
        </p:nvPicPr>
        <p:blipFill>
          <a:blip r:embed="rId2"/>
          <a:stretch>
            <a:fillRect/>
          </a:stretch>
        </p:blipFill>
        <p:spPr>
          <a:xfrm>
            <a:off x="3068132" y="5619446"/>
            <a:ext cx="17848750" cy="2477108"/>
          </a:xfrm>
          <a:prstGeom prst="rect">
            <a:avLst/>
          </a:prstGeom>
        </p:spPr>
      </p:pic>
    </p:spTree>
    <p:extLst>
      <p:ext uri="{BB962C8B-B14F-4D97-AF65-F5344CB8AC3E}">
        <p14:creationId xmlns:p14="http://schemas.microsoft.com/office/powerpoint/2010/main" val="339486009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BC525-56DE-8574-268C-46A8F55AA513}"/>
              </a:ext>
            </a:extLst>
          </p:cNvPr>
          <p:cNvSpPr>
            <a:spLocks noGrp="1"/>
          </p:cNvSpPr>
          <p:nvPr>
            <p:ph type="title"/>
          </p:nvPr>
        </p:nvSpPr>
        <p:spPr/>
        <p:txBody>
          <a:bodyPr>
            <a:normAutofit fontScale="90000"/>
          </a:bodyPr>
          <a:lstStyle/>
          <a:p>
            <a:r>
              <a:rPr lang="en-US" dirty="0"/>
              <a:t>Introduction to java programming</a:t>
            </a:r>
            <a:endParaRPr lang="en-ID" dirty="0"/>
          </a:p>
        </p:txBody>
      </p:sp>
      <p:sp>
        <p:nvSpPr>
          <p:cNvPr id="3" name="Text Placeholder 2">
            <a:extLst>
              <a:ext uri="{FF2B5EF4-FFF2-40B4-BE49-F238E27FC236}">
                <a16:creationId xmlns:a16="http://schemas.microsoft.com/office/drawing/2014/main" id="{047D157D-B444-D86E-53EA-8DF05EFA4657}"/>
              </a:ext>
            </a:extLst>
          </p:cNvPr>
          <p:cNvSpPr>
            <a:spLocks noGrp="1"/>
          </p:cNvSpPr>
          <p:nvPr>
            <p:ph type="body" sz="quarter" idx="10"/>
          </p:nvPr>
        </p:nvSpPr>
        <p:spPr/>
        <p:txBody>
          <a:bodyPr/>
          <a:lstStyle/>
          <a:p>
            <a:r>
              <a:rPr lang="en-US" dirty="0"/>
              <a:t>Association</a:t>
            </a:r>
            <a:endParaRPr lang="en-ID" dirty="0"/>
          </a:p>
        </p:txBody>
      </p:sp>
      <p:sp>
        <p:nvSpPr>
          <p:cNvPr id="4" name="Content Placeholder 3">
            <a:extLst>
              <a:ext uri="{FF2B5EF4-FFF2-40B4-BE49-F238E27FC236}">
                <a16:creationId xmlns:a16="http://schemas.microsoft.com/office/drawing/2014/main" id="{4352946C-99CA-1D9D-3B12-71BCA05CBB32}"/>
              </a:ext>
            </a:extLst>
          </p:cNvPr>
          <p:cNvSpPr>
            <a:spLocks noGrp="1"/>
          </p:cNvSpPr>
          <p:nvPr>
            <p:ph sz="quarter" idx="11"/>
          </p:nvPr>
        </p:nvSpPr>
        <p:spPr>
          <a:xfrm>
            <a:off x="1954305" y="3590210"/>
            <a:ext cx="14002871" cy="5961840"/>
          </a:xfrm>
        </p:spPr>
        <p:txBody>
          <a:bodyPr>
            <a:noAutofit/>
          </a:bodyPr>
          <a:lstStyle/>
          <a:p>
            <a:pPr marL="0" indent="0">
              <a:buNone/>
            </a:pPr>
            <a:r>
              <a:rPr lang="en-US" sz="3500" dirty="0"/>
              <a:t>Each class involved in an association may specify a multiplicity. Some typical examples of multiplicity:</a:t>
            </a:r>
          </a:p>
        </p:txBody>
      </p:sp>
      <p:graphicFrame>
        <p:nvGraphicFramePr>
          <p:cNvPr id="5" name="Table 4">
            <a:extLst>
              <a:ext uri="{FF2B5EF4-FFF2-40B4-BE49-F238E27FC236}">
                <a16:creationId xmlns:a16="http://schemas.microsoft.com/office/drawing/2014/main" id="{32961357-4C46-AF3F-D513-72D44793E0DF}"/>
              </a:ext>
            </a:extLst>
          </p:cNvPr>
          <p:cNvGraphicFramePr>
            <a:graphicFrameLocks noGrp="1"/>
          </p:cNvGraphicFramePr>
          <p:nvPr>
            <p:extLst>
              <p:ext uri="{D42A27DB-BD31-4B8C-83A1-F6EECF244321}">
                <p14:modId xmlns:p14="http://schemas.microsoft.com/office/powerpoint/2010/main" val="3061431065"/>
              </p:ext>
            </p:extLst>
          </p:nvPr>
        </p:nvGraphicFramePr>
        <p:xfrm>
          <a:off x="5685182" y="6009642"/>
          <a:ext cx="13358191" cy="5604683"/>
        </p:xfrm>
        <a:graphic>
          <a:graphicData uri="http://schemas.openxmlformats.org/drawingml/2006/table">
            <a:tbl>
              <a:tblPr>
                <a:tableStyleId>{5C22544A-7EE6-4342-B048-85BDC9FD1C3A}</a:tableStyleId>
              </a:tblPr>
              <a:tblGrid>
                <a:gridCol w="3694024">
                  <a:extLst>
                    <a:ext uri="{9D8B030D-6E8A-4147-A177-3AD203B41FA5}">
                      <a16:colId xmlns:a16="http://schemas.microsoft.com/office/drawing/2014/main" val="1767117837"/>
                    </a:ext>
                  </a:extLst>
                </a:gridCol>
                <a:gridCol w="9664167">
                  <a:extLst>
                    <a:ext uri="{9D8B030D-6E8A-4147-A177-3AD203B41FA5}">
                      <a16:colId xmlns:a16="http://schemas.microsoft.com/office/drawing/2014/main" val="491655177"/>
                    </a:ext>
                  </a:extLst>
                </a:gridCol>
              </a:tblGrid>
              <a:tr h="640966">
                <a:tc>
                  <a:txBody>
                    <a:bodyPr/>
                    <a:lstStyle/>
                    <a:p>
                      <a:pPr algn="ctr" fontAlgn="ctr"/>
                      <a:r>
                        <a:rPr lang="en-US" sz="3000" u="none" strike="noStrike">
                          <a:effectLst/>
                        </a:rPr>
                        <a:t>Multiplicity</a:t>
                      </a:r>
                      <a:endParaRPr lang="en-US" sz="3000" b="0" i="0" u="none" strike="noStrike">
                        <a:solidFill>
                          <a:srgbClr val="000000"/>
                        </a:solidFill>
                        <a:effectLst/>
                        <a:latin typeface="Georgia" panose="02040502050405020303" pitchFamily="18" charset="0"/>
                      </a:endParaRPr>
                    </a:p>
                  </a:txBody>
                  <a:tcPr marL="16193" marR="16193" marT="16193" marB="0" anchor="ctr">
                    <a:solidFill>
                      <a:schemeClr val="tx2">
                        <a:lumMod val="40000"/>
                        <a:lumOff val="60000"/>
                      </a:schemeClr>
                    </a:solidFill>
                  </a:tcPr>
                </a:tc>
                <a:tc>
                  <a:txBody>
                    <a:bodyPr/>
                    <a:lstStyle/>
                    <a:p>
                      <a:pPr algn="ctr" fontAlgn="ctr"/>
                      <a:r>
                        <a:rPr lang="en-US" sz="3000" u="none" strike="noStrike" dirty="0">
                          <a:effectLst/>
                        </a:rPr>
                        <a:t>Cardinality</a:t>
                      </a:r>
                      <a:endParaRPr lang="en-US" sz="3000" b="0" i="0" u="none" strike="noStrike" dirty="0">
                        <a:solidFill>
                          <a:srgbClr val="000000"/>
                        </a:solidFill>
                        <a:effectLst/>
                        <a:latin typeface="Georgia" panose="02040502050405020303" pitchFamily="18" charset="0"/>
                      </a:endParaRPr>
                    </a:p>
                  </a:txBody>
                  <a:tcPr marL="16193" marR="16193" marT="16193" marB="0" anchor="ctr">
                    <a:solidFill>
                      <a:schemeClr val="tx2">
                        <a:lumMod val="40000"/>
                        <a:lumOff val="60000"/>
                      </a:schemeClr>
                    </a:solidFill>
                  </a:tcPr>
                </a:tc>
                <a:extLst>
                  <a:ext uri="{0D108BD9-81ED-4DB2-BD59-A6C34878D82A}">
                    <a16:rowId xmlns:a16="http://schemas.microsoft.com/office/drawing/2014/main" val="3385397547"/>
                  </a:ext>
                </a:extLst>
              </a:tr>
              <a:tr h="640966">
                <a:tc>
                  <a:txBody>
                    <a:bodyPr/>
                    <a:lstStyle/>
                    <a:p>
                      <a:pPr algn="ctr" fontAlgn="t"/>
                      <a:r>
                        <a:rPr lang="en-US" sz="3000" u="none" strike="noStrike">
                          <a:effectLst/>
                        </a:rPr>
                        <a:t>0..0</a:t>
                      </a:r>
                      <a:endParaRPr lang="en-US" sz="3000" b="0" i="0" u="none" strike="noStrike">
                        <a:solidFill>
                          <a:srgbClr val="000000"/>
                        </a:solidFill>
                        <a:effectLst/>
                        <a:latin typeface="Georgia" panose="02040502050405020303" pitchFamily="18" charset="0"/>
                      </a:endParaRPr>
                    </a:p>
                  </a:txBody>
                  <a:tcPr marL="16193" marR="16193" marT="16193" marB="0"/>
                </a:tc>
                <a:tc>
                  <a:txBody>
                    <a:bodyPr/>
                    <a:lstStyle/>
                    <a:p>
                      <a:pPr algn="l" fontAlgn="t"/>
                      <a:r>
                        <a:rPr lang="en-US" sz="3000" u="none" strike="noStrike">
                          <a:effectLst/>
                        </a:rPr>
                        <a:t>Collection must be empty</a:t>
                      </a:r>
                      <a:endParaRPr lang="en-US" sz="3000" b="0" i="0" u="none" strike="noStrike">
                        <a:solidFill>
                          <a:srgbClr val="000000"/>
                        </a:solidFill>
                        <a:effectLst/>
                        <a:latin typeface="Georgia" panose="02040502050405020303" pitchFamily="18" charset="0"/>
                      </a:endParaRPr>
                    </a:p>
                  </a:txBody>
                  <a:tcPr marL="16193" marR="16193" marT="16193" marB="0"/>
                </a:tc>
                <a:extLst>
                  <a:ext uri="{0D108BD9-81ED-4DB2-BD59-A6C34878D82A}">
                    <a16:rowId xmlns:a16="http://schemas.microsoft.com/office/drawing/2014/main" val="2877398737"/>
                  </a:ext>
                </a:extLst>
              </a:tr>
              <a:tr h="640966">
                <a:tc>
                  <a:txBody>
                    <a:bodyPr/>
                    <a:lstStyle/>
                    <a:p>
                      <a:pPr algn="ctr" fontAlgn="t"/>
                      <a:r>
                        <a:rPr lang="en-US" sz="3000" u="none" strike="noStrike">
                          <a:effectLst/>
                        </a:rPr>
                        <a:t>0..1</a:t>
                      </a:r>
                      <a:endParaRPr lang="en-US" sz="3000" b="0" i="0" u="none" strike="noStrike">
                        <a:solidFill>
                          <a:srgbClr val="000000"/>
                        </a:solidFill>
                        <a:effectLst/>
                        <a:latin typeface="Georgia" panose="02040502050405020303" pitchFamily="18" charset="0"/>
                      </a:endParaRPr>
                    </a:p>
                  </a:txBody>
                  <a:tcPr marL="16193" marR="16193" marT="16193" marB="0"/>
                </a:tc>
                <a:tc>
                  <a:txBody>
                    <a:bodyPr/>
                    <a:lstStyle/>
                    <a:p>
                      <a:pPr algn="l" fontAlgn="t"/>
                      <a:r>
                        <a:rPr lang="en-US" sz="3000" u="none" strike="noStrike">
                          <a:effectLst/>
                        </a:rPr>
                        <a:t>No instances or one instance</a:t>
                      </a:r>
                      <a:endParaRPr lang="en-US" sz="3000" b="0" i="0" u="none" strike="noStrike">
                        <a:solidFill>
                          <a:srgbClr val="000000"/>
                        </a:solidFill>
                        <a:effectLst/>
                        <a:latin typeface="Georgia" panose="02040502050405020303" pitchFamily="18" charset="0"/>
                      </a:endParaRPr>
                    </a:p>
                  </a:txBody>
                  <a:tcPr marL="16193" marR="16193" marT="16193" marB="0"/>
                </a:tc>
                <a:extLst>
                  <a:ext uri="{0D108BD9-81ED-4DB2-BD59-A6C34878D82A}">
                    <a16:rowId xmlns:a16="http://schemas.microsoft.com/office/drawing/2014/main" val="656316964"/>
                  </a:ext>
                </a:extLst>
              </a:tr>
              <a:tr h="640966">
                <a:tc>
                  <a:txBody>
                    <a:bodyPr/>
                    <a:lstStyle/>
                    <a:p>
                      <a:pPr algn="ctr" fontAlgn="t"/>
                      <a:r>
                        <a:rPr lang="en-US" sz="3000" u="none" strike="noStrike">
                          <a:effectLst/>
                        </a:rPr>
                        <a:t>1..1</a:t>
                      </a:r>
                      <a:endParaRPr lang="en-US" sz="3000" b="0" i="0" u="none" strike="noStrike">
                        <a:solidFill>
                          <a:srgbClr val="000000"/>
                        </a:solidFill>
                        <a:effectLst/>
                        <a:latin typeface="Georgia" panose="02040502050405020303" pitchFamily="18" charset="0"/>
                      </a:endParaRPr>
                    </a:p>
                  </a:txBody>
                  <a:tcPr marL="16193" marR="16193" marT="16193" marB="0"/>
                </a:tc>
                <a:tc>
                  <a:txBody>
                    <a:bodyPr/>
                    <a:lstStyle/>
                    <a:p>
                      <a:pPr algn="l" fontAlgn="t"/>
                      <a:r>
                        <a:rPr lang="en-US" sz="3000" u="none" strike="noStrike">
                          <a:effectLst/>
                        </a:rPr>
                        <a:t>Exactly one instance</a:t>
                      </a:r>
                      <a:endParaRPr lang="en-US" sz="3000" b="0" i="0" u="none" strike="noStrike">
                        <a:solidFill>
                          <a:srgbClr val="000000"/>
                        </a:solidFill>
                        <a:effectLst/>
                        <a:latin typeface="Georgia" panose="02040502050405020303" pitchFamily="18" charset="0"/>
                      </a:endParaRPr>
                    </a:p>
                  </a:txBody>
                  <a:tcPr marL="16193" marR="16193" marT="16193" marB="0"/>
                </a:tc>
                <a:extLst>
                  <a:ext uri="{0D108BD9-81ED-4DB2-BD59-A6C34878D82A}">
                    <a16:rowId xmlns:a16="http://schemas.microsoft.com/office/drawing/2014/main" val="1106202012"/>
                  </a:ext>
                </a:extLst>
              </a:tr>
              <a:tr h="640966">
                <a:tc>
                  <a:txBody>
                    <a:bodyPr/>
                    <a:lstStyle/>
                    <a:p>
                      <a:pPr algn="ctr" fontAlgn="t"/>
                      <a:r>
                        <a:rPr lang="en-US" sz="3000" u="none" strike="noStrike">
                          <a:effectLst/>
                        </a:rPr>
                        <a:t>0..*</a:t>
                      </a:r>
                      <a:endParaRPr lang="en-US" sz="3000" b="0" i="0" u="none" strike="noStrike">
                        <a:solidFill>
                          <a:srgbClr val="000000"/>
                        </a:solidFill>
                        <a:effectLst/>
                        <a:latin typeface="Georgia" panose="02040502050405020303" pitchFamily="18" charset="0"/>
                      </a:endParaRPr>
                    </a:p>
                  </a:txBody>
                  <a:tcPr marL="16193" marR="16193" marT="16193" marB="0"/>
                </a:tc>
                <a:tc>
                  <a:txBody>
                    <a:bodyPr/>
                    <a:lstStyle/>
                    <a:p>
                      <a:pPr algn="l" fontAlgn="t"/>
                      <a:r>
                        <a:rPr lang="en-US" sz="3000" u="none" strike="noStrike">
                          <a:effectLst/>
                        </a:rPr>
                        <a:t>Zero or more instances</a:t>
                      </a:r>
                      <a:endParaRPr lang="en-US" sz="3000" b="0" i="0" u="none" strike="noStrike">
                        <a:solidFill>
                          <a:srgbClr val="000000"/>
                        </a:solidFill>
                        <a:effectLst/>
                        <a:latin typeface="Georgia" panose="02040502050405020303" pitchFamily="18" charset="0"/>
                      </a:endParaRPr>
                    </a:p>
                  </a:txBody>
                  <a:tcPr marL="16193" marR="16193" marT="16193" marB="0"/>
                </a:tc>
                <a:extLst>
                  <a:ext uri="{0D108BD9-81ED-4DB2-BD59-A6C34878D82A}">
                    <a16:rowId xmlns:a16="http://schemas.microsoft.com/office/drawing/2014/main" val="2106717626"/>
                  </a:ext>
                </a:extLst>
              </a:tr>
              <a:tr h="640966">
                <a:tc>
                  <a:txBody>
                    <a:bodyPr/>
                    <a:lstStyle/>
                    <a:p>
                      <a:pPr algn="ctr" fontAlgn="t"/>
                      <a:r>
                        <a:rPr lang="en-US" sz="3000" u="none" strike="noStrike">
                          <a:effectLst/>
                        </a:rPr>
                        <a:t>1..*</a:t>
                      </a:r>
                      <a:endParaRPr lang="en-US" sz="3000" b="0" i="0" u="none" strike="noStrike">
                        <a:solidFill>
                          <a:srgbClr val="000000"/>
                        </a:solidFill>
                        <a:effectLst/>
                        <a:latin typeface="Georgia" panose="02040502050405020303" pitchFamily="18" charset="0"/>
                      </a:endParaRPr>
                    </a:p>
                  </a:txBody>
                  <a:tcPr marL="16193" marR="16193" marT="16193" marB="0"/>
                </a:tc>
                <a:tc>
                  <a:txBody>
                    <a:bodyPr/>
                    <a:lstStyle/>
                    <a:p>
                      <a:pPr algn="l" fontAlgn="t"/>
                      <a:r>
                        <a:rPr lang="en-US" sz="3000" u="none" strike="noStrike">
                          <a:effectLst/>
                        </a:rPr>
                        <a:t>At least one instance</a:t>
                      </a:r>
                      <a:endParaRPr lang="en-US" sz="3000" b="0" i="0" u="none" strike="noStrike">
                        <a:solidFill>
                          <a:srgbClr val="000000"/>
                        </a:solidFill>
                        <a:effectLst/>
                        <a:latin typeface="Georgia" panose="02040502050405020303" pitchFamily="18" charset="0"/>
                      </a:endParaRPr>
                    </a:p>
                  </a:txBody>
                  <a:tcPr marL="16193" marR="16193" marT="16193" marB="0"/>
                </a:tc>
                <a:extLst>
                  <a:ext uri="{0D108BD9-81ED-4DB2-BD59-A6C34878D82A}">
                    <a16:rowId xmlns:a16="http://schemas.microsoft.com/office/drawing/2014/main" val="2938916413"/>
                  </a:ext>
                </a:extLst>
              </a:tr>
              <a:tr h="640966">
                <a:tc>
                  <a:txBody>
                    <a:bodyPr/>
                    <a:lstStyle/>
                    <a:p>
                      <a:pPr algn="ctr" fontAlgn="t"/>
                      <a:r>
                        <a:rPr lang="en-US" sz="3000" u="none" strike="noStrike">
                          <a:effectLst/>
                        </a:rPr>
                        <a:t>5..5</a:t>
                      </a:r>
                      <a:endParaRPr lang="en-US" sz="3000" b="0" i="0" u="none" strike="noStrike">
                        <a:solidFill>
                          <a:srgbClr val="000000"/>
                        </a:solidFill>
                        <a:effectLst/>
                        <a:latin typeface="Georgia" panose="02040502050405020303" pitchFamily="18" charset="0"/>
                      </a:endParaRPr>
                    </a:p>
                  </a:txBody>
                  <a:tcPr marL="16193" marR="16193" marT="16193" marB="0"/>
                </a:tc>
                <a:tc>
                  <a:txBody>
                    <a:bodyPr/>
                    <a:lstStyle/>
                    <a:p>
                      <a:pPr algn="l" fontAlgn="t"/>
                      <a:r>
                        <a:rPr lang="en-US" sz="3000" u="none" strike="noStrike">
                          <a:effectLst/>
                        </a:rPr>
                        <a:t>Exactly 5 instances</a:t>
                      </a:r>
                      <a:endParaRPr lang="en-US" sz="3000" b="0" i="0" u="none" strike="noStrike">
                        <a:solidFill>
                          <a:srgbClr val="000000"/>
                        </a:solidFill>
                        <a:effectLst/>
                        <a:latin typeface="Georgia" panose="02040502050405020303" pitchFamily="18" charset="0"/>
                      </a:endParaRPr>
                    </a:p>
                  </a:txBody>
                  <a:tcPr marL="16193" marR="16193" marT="16193" marB="0"/>
                </a:tc>
                <a:extLst>
                  <a:ext uri="{0D108BD9-81ED-4DB2-BD59-A6C34878D82A}">
                    <a16:rowId xmlns:a16="http://schemas.microsoft.com/office/drawing/2014/main" val="1436794738"/>
                  </a:ext>
                </a:extLst>
              </a:tr>
              <a:tr h="1117921">
                <a:tc>
                  <a:txBody>
                    <a:bodyPr/>
                    <a:lstStyle/>
                    <a:p>
                      <a:pPr algn="ctr" fontAlgn="t"/>
                      <a:r>
                        <a:rPr lang="en-US" sz="3000" u="none" strike="noStrike" dirty="0" err="1">
                          <a:effectLst/>
                        </a:rPr>
                        <a:t>m..n</a:t>
                      </a:r>
                      <a:endParaRPr lang="en-US" sz="3000" b="0" i="0" u="none" strike="noStrike" dirty="0">
                        <a:solidFill>
                          <a:srgbClr val="000000"/>
                        </a:solidFill>
                        <a:effectLst/>
                        <a:latin typeface="Georgia" panose="02040502050405020303" pitchFamily="18" charset="0"/>
                      </a:endParaRPr>
                    </a:p>
                  </a:txBody>
                  <a:tcPr marL="16193" marR="16193" marT="16193" marB="0"/>
                </a:tc>
                <a:tc>
                  <a:txBody>
                    <a:bodyPr/>
                    <a:lstStyle/>
                    <a:p>
                      <a:pPr algn="l" fontAlgn="t"/>
                      <a:r>
                        <a:rPr lang="en-US" sz="3000" u="none" strike="noStrike" dirty="0">
                          <a:effectLst/>
                        </a:rPr>
                        <a:t>At least m but no more than n instances</a:t>
                      </a:r>
                      <a:endParaRPr lang="en-US" sz="3000" b="0" i="0" u="none" strike="noStrike" dirty="0">
                        <a:solidFill>
                          <a:srgbClr val="000000"/>
                        </a:solidFill>
                        <a:effectLst/>
                        <a:latin typeface="Georgia" panose="02040502050405020303" pitchFamily="18" charset="0"/>
                      </a:endParaRPr>
                    </a:p>
                  </a:txBody>
                  <a:tcPr marL="16193" marR="16193" marT="16193" marB="0"/>
                </a:tc>
                <a:extLst>
                  <a:ext uri="{0D108BD9-81ED-4DB2-BD59-A6C34878D82A}">
                    <a16:rowId xmlns:a16="http://schemas.microsoft.com/office/drawing/2014/main" val="785919648"/>
                  </a:ext>
                </a:extLst>
              </a:tr>
            </a:tbl>
          </a:graphicData>
        </a:graphic>
      </p:graphicFrame>
    </p:spTree>
    <p:extLst>
      <p:ext uri="{BB962C8B-B14F-4D97-AF65-F5344CB8AC3E}">
        <p14:creationId xmlns:p14="http://schemas.microsoft.com/office/powerpoint/2010/main" val="336454811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DBE22-EE1A-8B06-80F9-765F1C89626F}"/>
              </a:ext>
            </a:extLst>
          </p:cNvPr>
          <p:cNvSpPr>
            <a:spLocks noGrp="1"/>
          </p:cNvSpPr>
          <p:nvPr>
            <p:ph type="title"/>
          </p:nvPr>
        </p:nvSpPr>
        <p:spPr/>
        <p:txBody>
          <a:bodyPr>
            <a:normAutofit fontScale="90000"/>
          </a:bodyPr>
          <a:lstStyle/>
          <a:p>
            <a:r>
              <a:rPr lang="en-ID" dirty="0"/>
              <a:t>Class relationship</a:t>
            </a:r>
          </a:p>
        </p:txBody>
      </p:sp>
      <p:sp>
        <p:nvSpPr>
          <p:cNvPr id="3" name="Text Placeholder 2">
            <a:extLst>
              <a:ext uri="{FF2B5EF4-FFF2-40B4-BE49-F238E27FC236}">
                <a16:creationId xmlns:a16="http://schemas.microsoft.com/office/drawing/2014/main" id="{9516FAD9-5740-9689-F91C-E25EDFD19601}"/>
              </a:ext>
            </a:extLst>
          </p:cNvPr>
          <p:cNvSpPr>
            <a:spLocks noGrp="1"/>
          </p:cNvSpPr>
          <p:nvPr>
            <p:ph type="body" sz="quarter" idx="10"/>
          </p:nvPr>
        </p:nvSpPr>
        <p:spPr/>
        <p:txBody>
          <a:bodyPr/>
          <a:lstStyle/>
          <a:p>
            <a:r>
              <a:rPr lang="en-US" dirty="0"/>
              <a:t>Association</a:t>
            </a:r>
            <a:endParaRPr lang="en-ID" dirty="0"/>
          </a:p>
        </p:txBody>
      </p:sp>
      <p:sp>
        <p:nvSpPr>
          <p:cNvPr id="4" name="Content Placeholder 3">
            <a:extLst>
              <a:ext uri="{FF2B5EF4-FFF2-40B4-BE49-F238E27FC236}">
                <a16:creationId xmlns:a16="http://schemas.microsoft.com/office/drawing/2014/main" id="{A6CF599A-4023-1175-16C7-A0923A1D8C73}"/>
              </a:ext>
            </a:extLst>
          </p:cNvPr>
          <p:cNvSpPr>
            <a:spLocks noGrp="1"/>
          </p:cNvSpPr>
          <p:nvPr>
            <p:ph sz="quarter" idx="11"/>
          </p:nvPr>
        </p:nvSpPr>
        <p:spPr>
          <a:xfrm>
            <a:off x="2167377" y="3900078"/>
            <a:ext cx="18612811" cy="6588627"/>
          </a:xfrm>
        </p:spPr>
        <p:txBody>
          <a:bodyPr>
            <a:noAutofit/>
          </a:bodyPr>
          <a:lstStyle/>
          <a:p>
            <a:pPr marL="0" indent="0">
              <a:buNone/>
            </a:pPr>
            <a:r>
              <a:rPr lang="en-US" sz="3000" dirty="0"/>
              <a:t>Each student may take any number of courses, and each course must have at least five and at most sixty students. Each course is taught by only one faculty member, and a faculty member may teach from zero to three courses per semester</a:t>
            </a:r>
          </a:p>
        </p:txBody>
      </p:sp>
      <p:pic>
        <p:nvPicPr>
          <p:cNvPr id="5" name="Picture 4">
            <a:extLst>
              <a:ext uri="{FF2B5EF4-FFF2-40B4-BE49-F238E27FC236}">
                <a16:creationId xmlns:a16="http://schemas.microsoft.com/office/drawing/2014/main" id="{3B0904A6-6CE9-5268-D84D-92BC25BFC0C8}"/>
              </a:ext>
            </a:extLst>
          </p:cNvPr>
          <p:cNvPicPr>
            <a:picLocks noChangeAspect="1"/>
          </p:cNvPicPr>
          <p:nvPr/>
        </p:nvPicPr>
        <p:blipFill>
          <a:blip r:embed="rId2"/>
          <a:stretch>
            <a:fillRect/>
          </a:stretch>
        </p:blipFill>
        <p:spPr>
          <a:xfrm>
            <a:off x="4093587" y="6293658"/>
            <a:ext cx="16527575" cy="2293751"/>
          </a:xfrm>
          <a:prstGeom prst="rect">
            <a:avLst/>
          </a:prstGeom>
        </p:spPr>
      </p:pic>
    </p:spTree>
    <p:extLst>
      <p:ext uri="{BB962C8B-B14F-4D97-AF65-F5344CB8AC3E}">
        <p14:creationId xmlns:p14="http://schemas.microsoft.com/office/powerpoint/2010/main" val="179048773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DBE22-EE1A-8B06-80F9-765F1C89626F}"/>
              </a:ext>
            </a:extLst>
          </p:cNvPr>
          <p:cNvSpPr>
            <a:spLocks noGrp="1"/>
          </p:cNvSpPr>
          <p:nvPr>
            <p:ph type="title"/>
          </p:nvPr>
        </p:nvSpPr>
        <p:spPr/>
        <p:txBody>
          <a:bodyPr>
            <a:normAutofit fontScale="90000"/>
          </a:bodyPr>
          <a:lstStyle/>
          <a:p>
            <a:r>
              <a:rPr lang="en-ID" dirty="0"/>
              <a:t>Class relationship</a:t>
            </a:r>
          </a:p>
        </p:txBody>
      </p:sp>
      <p:sp>
        <p:nvSpPr>
          <p:cNvPr id="3" name="Text Placeholder 2">
            <a:extLst>
              <a:ext uri="{FF2B5EF4-FFF2-40B4-BE49-F238E27FC236}">
                <a16:creationId xmlns:a16="http://schemas.microsoft.com/office/drawing/2014/main" id="{9516FAD9-5740-9689-F91C-E25EDFD19601}"/>
              </a:ext>
            </a:extLst>
          </p:cNvPr>
          <p:cNvSpPr>
            <a:spLocks noGrp="1"/>
          </p:cNvSpPr>
          <p:nvPr>
            <p:ph type="body" sz="quarter" idx="10"/>
          </p:nvPr>
        </p:nvSpPr>
        <p:spPr/>
        <p:txBody>
          <a:bodyPr/>
          <a:lstStyle/>
          <a:p>
            <a:r>
              <a:rPr lang="en-US" dirty="0"/>
              <a:t>Association</a:t>
            </a:r>
            <a:endParaRPr lang="en-ID" dirty="0"/>
          </a:p>
        </p:txBody>
      </p:sp>
      <p:sp>
        <p:nvSpPr>
          <p:cNvPr id="4" name="Content Placeholder 3">
            <a:extLst>
              <a:ext uri="{FF2B5EF4-FFF2-40B4-BE49-F238E27FC236}">
                <a16:creationId xmlns:a16="http://schemas.microsoft.com/office/drawing/2014/main" id="{A6CF599A-4023-1175-16C7-A0923A1D8C73}"/>
              </a:ext>
            </a:extLst>
          </p:cNvPr>
          <p:cNvSpPr>
            <a:spLocks noGrp="1"/>
          </p:cNvSpPr>
          <p:nvPr>
            <p:ph sz="quarter" idx="11"/>
          </p:nvPr>
        </p:nvSpPr>
        <p:spPr>
          <a:xfrm>
            <a:off x="2167378" y="3900078"/>
            <a:ext cx="10872762" cy="6588627"/>
          </a:xfrm>
        </p:spPr>
        <p:txBody>
          <a:bodyPr>
            <a:noAutofit/>
          </a:bodyPr>
          <a:lstStyle/>
          <a:p>
            <a:r>
              <a:rPr lang="en-US" sz="2500" dirty="0"/>
              <a:t>In Java code, you can implement associations by using data fields and methods.</a:t>
            </a:r>
          </a:p>
          <a:p>
            <a:r>
              <a:rPr lang="en-US" sz="2500" dirty="0"/>
              <a:t>The relation “a student takes a course” is implemented using the </a:t>
            </a:r>
            <a:r>
              <a:rPr lang="en-US" sz="2500" dirty="0" err="1"/>
              <a:t>addCourse</a:t>
            </a:r>
            <a:r>
              <a:rPr lang="en-US" sz="2500" dirty="0"/>
              <a:t> method in the Student class and the </a:t>
            </a:r>
            <a:r>
              <a:rPr lang="en-US" sz="2500" dirty="0" err="1"/>
              <a:t>addStudent</a:t>
            </a:r>
            <a:r>
              <a:rPr lang="en-US" sz="2500" dirty="0"/>
              <a:t> method in the Course class. </a:t>
            </a:r>
          </a:p>
          <a:p>
            <a:r>
              <a:rPr lang="en-US" sz="2500" dirty="0"/>
              <a:t>The relation “a faculty teaches a course” is implemented using the </a:t>
            </a:r>
            <a:r>
              <a:rPr lang="en-US" sz="2500" dirty="0" err="1"/>
              <a:t>addCourse</a:t>
            </a:r>
            <a:r>
              <a:rPr lang="en-US" sz="2500" dirty="0"/>
              <a:t> method in the Faculty class and the </a:t>
            </a:r>
            <a:r>
              <a:rPr lang="en-US" sz="2500" dirty="0" err="1"/>
              <a:t>setFaculty</a:t>
            </a:r>
            <a:r>
              <a:rPr lang="en-US" sz="2500" dirty="0"/>
              <a:t> method in the Course class. </a:t>
            </a:r>
          </a:p>
          <a:p>
            <a:r>
              <a:rPr lang="en-US" sz="2500" dirty="0"/>
              <a:t>The Student class may use a list to store the courses that the student is taking</a:t>
            </a:r>
          </a:p>
          <a:p>
            <a:r>
              <a:rPr lang="en-US" sz="2500" dirty="0"/>
              <a:t>Faculty class may use a list to store the courses that the faculty is teaching</a:t>
            </a:r>
          </a:p>
          <a:p>
            <a:r>
              <a:rPr lang="en-US" sz="2500" dirty="0"/>
              <a:t>Course class may use a list to store students enrolled in the course and a data field to store the instructor who teaches the course. </a:t>
            </a:r>
          </a:p>
        </p:txBody>
      </p:sp>
      <p:pic>
        <p:nvPicPr>
          <p:cNvPr id="7" name="Picture 6">
            <a:extLst>
              <a:ext uri="{FF2B5EF4-FFF2-40B4-BE49-F238E27FC236}">
                <a16:creationId xmlns:a16="http://schemas.microsoft.com/office/drawing/2014/main" id="{179505EB-217B-C1BA-28A8-6A856DCB6C45}"/>
              </a:ext>
            </a:extLst>
          </p:cNvPr>
          <p:cNvPicPr>
            <a:picLocks noChangeAspect="1"/>
          </p:cNvPicPr>
          <p:nvPr/>
        </p:nvPicPr>
        <p:blipFill rotWithShape="1">
          <a:blip r:embed="rId2"/>
          <a:srcRect l="-1" r="-197" b="36493"/>
          <a:stretch/>
        </p:blipFill>
        <p:spPr>
          <a:xfrm>
            <a:off x="15461506" y="2317587"/>
            <a:ext cx="6105343" cy="2970030"/>
          </a:xfrm>
          <a:prstGeom prst="rect">
            <a:avLst/>
          </a:prstGeom>
        </p:spPr>
      </p:pic>
      <p:pic>
        <p:nvPicPr>
          <p:cNvPr id="9" name="Picture 8">
            <a:extLst>
              <a:ext uri="{FF2B5EF4-FFF2-40B4-BE49-F238E27FC236}">
                <a16:creationId xmlns:a16="http://schemas.microsoft.com/office/drawing/2014/main" id="{705C5AB7-2C9B-E450-B8A9-BF57E6A9634A}"/>
              </a:ext>
            </a:extLst>
          </p:cNvPr>
          <p:cNvPicPr>
            <a:picLocks noChangeAspect="1"/>
          </p:cNvPicPr>
          <p:nvPr/>
        </p:nvPicPr>
        <p:blipFill>
          <a:blip r:embed="rId3"/>
          <a:stretch>
            <a:fillRect/>
          </a:stretch>
        </p:blipFill>
        <p:spPr>
          <a:xfrm>
            <a:off x="15461506" y="5449149"/>
            <a:ext cx="5931951" cy="4428076"/>
          </a:xfrm>
          <a:prstGeom prst="rect">
            <a:avLst/>
          </a:prstGeom>
        </p:spPr>
      </p:pic>
      <p:pic>
        <p:nvPicPr>
          <p:cNvPr id="11" name="Picture 10">
            <a:extLst>
              <a:ext uri="{FF2B5EF4-FFF2-40B4-BE49-F238E27FC236}">
                <a16:creationId xmlns:a16="http://schemas.microsoft.com/office/drawing/2014/main" id="{7DDF155E-9312-0D14-0474-EB6EB2DFEE22}"/>
              </a:ext>
            </a:extLst>
          </p:cNvPr>
          <p:cNvPicPr>
            <a:picLocks noChangeAspect="1"/>
          </p:cNvPicPr>
          <p:nvPr/>
        </p:nvPicPr>
        <p:blipFill rotWithShape="1">
          <a:blip r:embed="rId4"/>
          <a:srcRect b="33242"/>
          <a:stretch/>
        </p:blipFill>
        <p:spPr>
          <a:xfrm>
            <a:off x="15548201" y="10038757"/>
            <a:ext cx="5931951" cy="2970029"/>
          </a:xfrm>
          <a:prstGeom prst="rect">
            <a:avLst/>
          </a:prstGeom>
        </p:spPr>
      </p:pic>
    </p:spTree>
    <p:extLst>
      <p:ext uri="{BB962C8B-B14F-4D97-AF65-F5344CB8AC3E}">
        <p14:creationId xmlns:p14="http://schemas.microsoft.com/office/powerpoint/2010/main" val="352434730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DBE22-EE1A-8B06-80F9-765F1C89626F}"/>
              </a:ext>
            </a:extLst>
          </p:cNvPr>
          <p:cNvSpPr>
            <a:spLocks noGrp="1"/>
          </p:cNvSpPr>
          <p:nvPr>
            <p:ph type="title"/>
          </p:nvPr>
        </p:nvSpPr>
        <p:spPr/>
        <p:txBody>
          <a:bodyPr>
            <a:normAutofit fontScale="90000"/>
          </a:bodyPr>
          <a:lstStyle/>
          <a:p>
            <a:r>
              <a:rPr lang="en-ID" dirty="0"/>
              <a:t>Class relationship</a:t>
            </a:r>
          </a:p>
        </p:txBody>
      </p:sp>
      <p:sp>
        <p:nvSpPr>
          <p:cNvPr id="3" name="Text Placeholder 2">
            <a:extLst>
              <a:ext uri="{FF2B5EF4-FFF2-40B4-BE49-F238E27FC236}">
                <a16:creationId xmlns:a16="http://schemas.microsoft.com/office/drawing/2014/main" id="{9516FAD9-5740-9689-F91C-E25EDFD19601}"/>
              </a:ext>
            </a:extLst>
          </p:cNvPr>
          <p:cNvSpPr>
            <a:spLocks noGrp="1"/>
          </p:cNvSpPr>
          <p:nvPr>
            <p:ph type="body" sz="quarter" idx="10"/>
          </p:nvPr>
        </p:nvSpPr>
        <p:spPr/>
        <p:txBody>
          <a:bodyPr/>
          <a:lstStyle/>
          <a:p>
            <a:r>
              <a:rPr lang="en-US" dirty="0"/>
              <a:t>Aggregation and composition</a:t>
            </a:r>
            <a:endParaRPr lang="en-ID" dirty="0"/>
          </a:p>
        </p:txBody>
      </p:sp>
      <p:sp>
        <p:nvSpPr>
          <p:cNvPr id="4" name="Content Placeholder 3">
            <a:extLst>
              <a:ext uri="{FF2B5EF4-FFF2-40B4-BE49-F238E27FC236}">
                <a16:creationId xmlns:a16="http://schemas.microsoft.com/office/drawing/2014/main" id="{A6CF599A-4023-1175-16C7-A0923A1D8C73}"/>
              </a:ext>
            </a:extLst>
          </p:cNvPr>
          <p:cNvSpPr>
            <a:spLocks noGrp="1"/>
          </p:cNvSpPr>
          <p:nvPr>
            <p:ph sz="quarter" idx="11"/>
          </p:nvPr>
        </p:nvSpPr>
        <p:spPr>
          <a:xfrm>
            <a:off x="2167377" y="3900079"/>
            <a:ext cx="19837857" cy="803546"/>
          </a:xfrm>
        </p:spPr>
        <p:txBody>
          <a:bodyPr>
            <a:noAutofit/>
          </a:bodyPr>
          <a:lstStyle/>
          <a:p>
            <a:r>
              <a:rPr lang="en-US" sz="2500" dirty="0"/>
              <a:t>While association is modelling the general kinds of relationship between classes, there are 2 special relationship:</a:t>
            </a:r>
          </a:p>
          <a:p>
            <a:endParaRPr lang="en-US" sz="2500" dirty="0"/>
          </a:p>
        </p:txBody>
      </p:sp>
      <p:sp>
        <p:nvSpPr>
          <p:cNvPr id="5" name="Content Placeholder 3">
            <a:extLst>
              <a:ext uri="{FF2B5EF4-FFF2-40B4-BE49-F238E27FC236}">
                <a16:creationId xmlns:a16="http://schemas.microsoft.com/office/drawing/2014/main" id="{B1CA0233-9F66-FA6F-B87A-0132D319262B}"/>
              </a:ext>
            </a:extLst>
          </p:cNvPr>
          <p:cNvSpPr txBox="1">
            <a:spLocks/>
          </p:cNvSpPr>
          <p:nvPr/>
        </p:nvSpPr>
        <p:spPr>
          <a:xfrm>
            <a:off x="2273071" y="4907243"/>
            <a:ext cx="9663181" cy="65886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None/>
            </a:pPr>
            <a:r>
              <a:rPr lang="en-US" sz="3000" b="1" dirty="0"/>
              <a:t>Aggregation</a:t>
            </a:r>
          </a:p>
          <a:p>
            <a:r>
              <a:rPr lang="en-US" sz="3000" dirty="0"/>
              <a:t>Aggregation is a special form of association that represents an ownership relationship between two objects. </a:t>
            </a:r>
          </a:p>
          <a:p>
            <a:r>
              <a:rPr lang="en-US" sz="3000" dirty="0"/>
              <a:t>Aggregation models has-a relationships. The owner object is called an aggregating object, and its class is called an aggregating class. </a:t>
            </a:r>
          </a:p>
          <a:p>
            <a:r>
              <a:rPr lang="en-US" sz="3000" dirty="0"/>
              <a:t>The subject object is called an aggregated object, and its class is called an aggregated class</a:t>
            </a:r>
          </a:p>
        </p:txBody>
      </p:sp>
      <p:sp>
        <p:nvSpPr>
          <p:cNvPr id="6" name="Content Placeholder 3">
            <a:extLst>
              <a:ext uri="{FF2B5EF4-FFF2-40B4-BE49-F238E27FC236}">
                <a16:creationId xmlns:a16="http://schemas.microsoft.com/office/drawing/2014/main" id="{333F2664-BCE1-A5BF-8FDB-BC4938AAD5F7}"/>
              </a:ext>
            </a:extLst>
          </p:cNvPr>
          <p:cNvSpPr txBox="1">
            <a:spLocks/>
          </p:cNvSpPr>
          <p:nvPr/>
        </p:nvSpPr>
        <p:spPr>
          <a:xfrm>
            <a:off x="12192000" y="4907242"/>
            <a:ext cx="9663181" cy="65886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None/>
            </a:pPr>
            <a:r>
              <a:rPr lang="en-US" sz="3000" b="1" dirty="0"/>
              <a:t>Composition</a:t>
            </a:r>
          </a:p>
          <a:p>
            <a:r>
              <a:rPr lang="en-US" sz="3000" dirty="0"/>
              <a:t>Aggregation between two objects as composition if the existence of the aggregated object is dependent on the aggregating object</a:t>
            </a:r>
          </a:p>
          <a:p>
            <a:r>
              <a:rPr lang="en-US" sz="3000" dirty="0"/>
              <a:t>if a relationship is composition, the aggregated object cannot exist on its own</a:t>
            </a:r>
          </a:p>
          <a:p>
            <a:r>
              <a:rPr lang="en-US" sz="3000" dirty="0"/>
              <a:t>More about part-of relationship (aggregated class is part of aggregating class)</a:t>
            </a:r>
          </a:p>
        </p:txBody>
      </p:sp>
    </p:spTree>
    <p:extLst>
      <p:ext uri="{BB962C8B-B14F-4D97-AF65-F5344CB8AC3E}">
        <p14:creationId xmlns:p14="http://schemas.microsoft.com/office/powerpoint/2010/main" val="424816173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DBE22-EE1A-8B06-80F9-765F1C89626F}"/>
              </a:ext>
            </a:extLst>
          </p:cNvPr>
          <p:cNvSpPr>
            <a:spLocks noGrp="1"/>
          </p:cNvSpPr>
          <p:nvPr>
            <p:ph type="title"/>
          </p:nvPr>
        </p:nvSpPr>
        <p:spPr/>
        <p:txBody>
          <a:bodyPr>
            <a:normAutofit fontScale="90000"/>
          </a:bodyPr>
          <a:lstStyle/>
          <a:p>
            <a:r>
              <a:rPr lang="en-ID" dirty="0"/>
              <a:t>Class relationship</a:t>
            </a:r>
          </a:p>
        </p:txBody>
      </p:sp>
      <p:sp>
        <p:nvSpPr>
          <p:cNvPr id="3" name="Text Placeholder 2">
            <a:extLst>
              <a:ext uri="{FF2B5EF4-FFF2-40B4-BE49-F238E27FC236}">
                <a16:creationId xmlns:a16="http://schemas.microsoft.com/office/drawing/2014/main" id="{9516FAD9-5740-9689-F91C-E25EDFD19601}"/>
              </a:ext>
            </a:extLst>
          </p:cNvPr>
          <p:cNvSpPr>
            <a:spLocks noGrp="1"/>
          </p:cNvSpPr>
          <p:nvPr>
            <p:ph type="body" sz="quarter" idx="10"/>
          </p:nvPr>
        </p:nvSpPr>
        <p:spPr/>
        <p:txBody>
          <a:bodyPr/>
          <a:lstStyle/>
          <a:p>
            <a:r>
              <a:rPr lang="en-US" dirty="0"/>
              <a:t>Aggregation and composition</a:t>
            </a:r>
            <a:endParaRPr lang="en-ID" dirty="0"/>
          </a:p>
        </p:txBody>
      </p:sp>
      <p:sp>
        <p:nvSpPr>
          <p:cNvPr id="4" name="Content Placeholder 3">
            <a:extLst>
              <a:ext uri="{FF2B5EF4-FFF2-40B4-BE49-F238E27FC236}">
                <a16:creationId xmlns:a16="http://schemas.microsoft.com/office/drawing/2014/main" id="{A6CF599A-4023-1175-16C7-A0923A1D8C73}"/>
              </a:ext>
            </a:extLst>
          </p:cNvPr>
          <p:cNvSpPr>
            <a:spLocks noGrp="1"/>
          </p:cNvSpPr>
          <p:nvPr>
            <p:ph sz="quarter" idx="11"/>
          </p:nvPr>
        </p:nvSpPr>
        <p:spPr>
          <a:xfrm>
            <a:off x="2167377" y="3900079"/>
            <a:ext cx="19837857" cy="3613904"/>
          </a:xfrm>
        </p:spPr>
        <p:txBody>
          <a:bodyPr>
            <a:noAutofit/>
          </a:bodyPr>
          <a:lstStyle/>
          <a:p>
            <a:pPr marL="0" indent="0">
              <a:buNone/>
            </a:pPr>
            <a:r>
              <a:rPr lang="en-US" sz="2800" dirty="0"/>
              <a:t>For example:</a:t>
            </a:r>
          </a:p>
          <a:p>
            <a:r>
              <a:rPr lang="en-US" sz="2800" b="1" dirty="0"/>
              <a:t>“a student </a:t>
            </a:r>
            <a:r>
              <a:rPr lang="en-US" sz="2800" dirty="0"/>
              <a:t>has </a:t>
            </a:r>
            <a:r>
              <a:rPr lang="en-US" sz="2800" b="1" dirty="0"/>
              <a:t>a name” </a:t>
            </a:r>
            <a:r>
              <a:rPr lang="en-US" sz="2800" dirty="0"/>
              <a:t>is </a:t>
            </a:r>
            <a:r>
              <a:rPr lang="en-US" sz="2800" b="1" dirty="0"/>
              <a:t>a composition relationship </a:t>
            </a:r>
            <a:r>
              <a:rPr lang="en-US" sz="2800" dirty="0"/>
              <a:t>between </a:t>
            </a:r>
            <a:r>
              <a:rPr lang="en-US" sz="2800" b="1" dirty="0"/>
              <a:t>the Student class </a:t>
            </a:r>
            <a:r>
              <a:rPr lang="en-US" sz="2800" dirty="0"/>
              <a:t>and </a:t>
            </a:r>
            <a:r>
              <a:rPr lang="en-US" sz="2800" b="1" dirty="0"/>
              <a:t>the Name class</a:t>
            </a:r>
            <a:r>
              <a:rPr lang="en-US" sz="2800" dirty="0"/>
              <a:t>, </a:t>
            </a:r>
          </a:p>
          <a:p>
            <a:r>
              <a:rPr lang="en-US" sz="2800" dirty="0"/>
              <a:t>“</a:t>
            </a:r>
            <a:r>
              <a:rPr lang="en-US" sz="2800" b="1" dirty="0"/>
              <a:t>a student </a:t>
            </a:r>
            <a:r>
              <a:rPr lang="en-US" sz="2800" dirty="0"/>
              <a:t>has </a:t>
            </a:r>
            <a:r>
              <a:rPr lang="en-US" sz="2800" b="1" dirty="0"/>
              <a:t>an address</a:t>
            </a:r>
            <a:r>
              <a:rPr lang="en-US" sz="2800" dirty="0"/>
              <a:t>” is </a:t>
            </a:r>
            <a:r>
              <a:rPr lang="en-US" sz="2800" b="1" dirty="0"/>
              <a:t>an aggregation relationship</a:t>
            </a:r>
            <a:r>
              <a:rPr lang="en-US" sz="2800" dirty="0"/>
              <a:t> between </a:t>
            </a:r>
            <a:r>
              <a:rPr lang="en-US" sz="2800" b="1" dirty="0"/>
              <a:t>the Student class </a:t>
            </a:r>
            <a:r>
              <a:rPr lang="en-US" sz="2800" dirty="0"/>
              <a:t>and t</a:t>
            </a:r>
            <a:r>
              <a:rPr lang="en-US" sz="2800" b="1" dirty="0"/>
              <a:t>he Address class</a:t>
            </a:r>
            <a:r>
              <a:rPr lang="en-US" sz="2800" dirty="0"/>
              <a:t>, since an address can be shared by several students. </a:t>
            </a:r>
          </a:p>
          <a:p>
            <a:endParaRPr lang="en-US" sz="2800" dirty="0"/>
          </a:p>
          <a:p>
            <a:endParaRPr lang="en-US" sz="2800" dirty="0"/>
          </a:p>
          <a:p>
            <a:endParaRPr lang="en-US" sz="2800" dirty="0"/>
          </a:p>
          <a:p>
            <a:endParaRPr lang="en-US" sz="2800" dirty="0"/>
          </a:p>
        </p:txBody>
      </p:sp>
      <p:pic>
        <p:nvPicPr>
          <p:cNvPr id="8" name="Picture 7">
            <a:extLst>
              <a:ext uri="{FF2B5EF4-FFF2-40B4-BE49-F238E27FC236}">
                <a16:creationId xmlns:a16="http://schemas.microsoft.com/office/drawing/2014/main" id="{A4A571F4-AABD-4386-ECD6-6DF8A3CAE715}"/>
              </a:ext>
            </a:extLst>
          </p:cNvPr>
          <p:cNvPicPr>
            <a:picLocks noChangeAspect="1"/>
          </p:cNvPicPr>
          <p:nvPr/>
        </p:nvPicPr>
        <p:blipFill>
          <a:blip r:embed="rId2"/>
          <a:stretch>
            <a:fillRect/>
          </a:stretch>
        </p:blipFill>
        <p:spPr>
          <a:xfrm>
            <a:off x="4592818" y="7728950"/>
            <a:ext cx="12682879" cy="2605545"/>
          </a:xfrm>
          <a:prstGeom prst="rect">
            <a:avLst/>
          </a:prstGeom>
        </p:spPr>
      </p:pic>
    </p:spTree>
    <p:extLst>
      <p:ext uri="{BB962C8B-B14F-4D97-AF65-F5344CB8AC3E}">
        <p14:creationId xmlns:p14="http://schemas.microsoft.com/office/powerpoint/2010/main" val="185718323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DBE22-EE1A-8B06-80F9-765F1C89626F}"/>
              </a:ext>
            </a:extLst>
          </p:cNvPr>
          <p:cNvSpPr>
            <a:spLocks noGrp="1"/>
          </p:cNvSpPr>
          <p:nvPr>
            <p:ph type="title"/>
          </p:nvPr>
        </p:nvSpPr>
        <p:spPr/>
        <p:txBody>
          <a:bodyPr>
            <a:normAutofit fontScale="90000"/>
          </a:bodyPr>
          <a:lstStyle/>
          <a:p>
            <a:r>
              <a:rPr lang="en-ID" dirty="0"/>
              <a:t>Class relationship</a:t>
            </a:r>
          </a:p>
        </p:txBody>
      </p:sp>
      <p:sp>
        <p:nvSpPr>
          <p:cNvPr id="3" name="Text Placeholder 2">
            <a:extLst>
              <a:ext uri="{FF2B5EF4-FFF2-40B4-BE49-F238E27FC236}">
                <a16:creationId xmlns:a16="http://schemas.microsoft.com/office/drawing/2014/main" id="{9516FAD9-5740-9689-F91C-E25EDFD19601}"/>
              </a:ext>
            </a:extLst>
          </p:cNvPr>
          <p:cNvSpPr>
            <a:spLocks noGrp="1"/>
          </p:cNvSpPr>
          <p:nvPr>
            <p:ph type="body" sz="quarter" idx="10"/>
          </p:nvPr>
        </p:nvSpPr>
        <p:spPr/>
        <p:txBody>
          <a:bodyPr/>
          <a:lstStyle/>
          <a:p>
            <a:r>
              <a:rPr lang="en-US" dirty="0"/>
              <a:t>Aggregation and composition</a:t>
            </a:r>
            <a:endParaRPr lang="en-ID" dirty="0"/>
          </a:p>
        </p:txBody>
      </p:sp>
      <p:sp>
        <p:nvSpPr>
          <p:cNvPr id="4" name="Content Placeholder 3">
            <a:extLst>
              <a:ext uri="{FF2B5EF4-FFF2-40B4-BE49-F238E27FC236}">
                <a16:creationId xmlns:a16="http://schemas.microsoft.com/office/drawing/2014/main" id="{A6CF599A-4023-1175-16C7-A0923A1D8C73}"/>
              </a:ext>
            </a:extLst>
          </p:cNvPr>
          <p:cNvSpPr>
            <a:spLocks noGrp="1"/>
          </p:cNvSpPr>
          <p:nvPr>
            <p:ph sz="quarter" idx="11"/>
          </p:nvPr>
        </p:nvSpPr>
        <p:spPr>
          <a:xfrm>
            <a:off x="2167377" y="3900079"/>
            <a:ext cx="19837857" cy="6794425"/>
          </a:xfrm>
        </p:spPr>
        <p:txBody>
          <a:bodyPr>
            <a:noAutofit/>
          </a:bodyPr>
          <a:lstStyle/>
          <a:p>
            <a:r>
              <a:rPr lang="en-US" sz="3000" dirty="0"/>
              <a:t>An aggregation relationship is usually represented as a data field in the aggregating class. </a:t>
            </a:r>
          </a:p>
          <a:p>
            <a:endParaRPr lang="en-US" sz="3000" dirty="0"/>
          </a:p>
        </p:txBody>
      </p:sp>
      <p:pic>
        <p:nvPicPr>
          <p:cNvPr id="8" name="Picture 7">
            <a:extLst>
              <a:ext uri="{FF2B5EF4-FFF2-40B4-BE49-F238E27FC236}">
                <a16:creationId xmlns:a16="http://schemas.microsoft.com/office/drawing/2014/main" id="{A4A571F4-AABD-4386-ECD6-6DF8A3CAE715}"/>
              </a:ext>
            </a:extLst>
          </p:cNvPr>
          <p:cNvPicPr>
            <a:picLocks noChangeAspect="1"/>
          </p:cNvPicPr>
          <p:nvPr/>
        </p:nvPicPr>
        <p:blipFill>
          <a:blip r:embed="rId2"/>
          <a:stretch>
            <a:fillRect/>
          </a:stretch>
        </p:blipFill>
        <p:spPr>
          <a:xfrm>
            <a:off x="4681627" y="5085383"/>
            <a:ext cx="12682879" cy="2605545"/>
          </a:xfrm>
          <a:prstGeom prst="rect">
            <a:avLst/>
          </a:prstGeom>
        </p:spPr>
      </p:pic>
      <p:pic>
        <p:nvPicPr>
          <p:cNvPr id="9" name="Picture 8">
            <a:extLst>
              <a:ext uri="{FF2B5EF4-FFF2-40B4-BE49-F238E27FC236}">
                <a16:creationId xmlns:a16="http://schemas.microsoft.com/office/drawing/2014/main" id="{81163A0C-E31B-821E-0977-62811E593E6E}"/>
              </a:ext>
            </a:extLst>
          </p:cNvPr>
          <p:cNvPicPr>
            <a:picLocks noChangeAspect="1"/>
          </p:cNvPicPr>
          <p:nvPr/>
        </p:nvPicPr>
        <p:blipFill>
          <a:blip r:embed="rId3"/>
          <a:stretch>
            <a:fillRect/>
          </a:stretch>
        </p:blipFill>
        <p:spPr>
          <a:xfrm>
            <a:off x="4681627" y="8164981"/>
            <a:ext cx="12677199" cy="2529523"/>
          </a:xfrm>
          <a:prstGeom prst="rect">
            <a:avLst/>
          </a:prstGeom>
        </p:spPr>
      </p:pic>
    </p:spTree>
    <p:extLst>
      <p:ext uri="{BB962C8B-B14F-4D97-AF65-F5344CB8AC3E}">
        <p14:creationId xmlns:p14="http://schemas.microsoft.com/office/powerpoint/2010/main" val="94693974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DBE22-EE1A-8B06-80F9-765F1C89626F}"/>
              </a:ext>
            </a:extLst>
          </p:cNvPr>
          <p:cNvSpPr>
            <a:spLocks noGrp="1"/>
          </p:cNvSpPr>
          <p:nvPr>
            <p:ph type="title"/>
          </p:nvPr>
        </p:nvSpPr>
        <p:spPr/>
        <p:txBody>
          <a:bodyPr>
            <a:normAutofit fontScale="90000"/>
          </a:bodyPr>
          <a:lstStyle/>
          <a:p>
            <a:r>
              <a:rPr lang="en-ID" dirty="0"/>
              <a:t>Class relationship</a:t>
            </a:r>
          </a:p>
        </p:txBody>
      </p:sp>
      <p:sp>
        <p:nvSpPr>
          <p:cNvPr id="3" name="Text Placeholder 2">
            <a:extLst>
              <a:ext uri="{FF2B5EF4-FFF2-40B4-BE49-F238E27FC236}">
                <a16:creationId xmlns:a16="http://schemas.microsoft.com/office/drawing/2014/main" id="{9516FAD9-5740-9689-F91C-E25EDFD19601}"/>
              </a:ext>
            </a:extLst>
          </p:cNvPr>
          <p:cNvSpPr>
            <a:spLocks noGrp="1"/>
          </p:cNvSpPr>
          <p:nvPr>
            <p:ph type="body" sz="quarter" idx="10"/>
          </p:nvPr>
        </p:nvSpPr>
        <p:spPr/>
        <p:txBody>
          <a:bodyPr/>
          <a:lstStyle/>
          <a:p>
            <a:r>
              <a:rPr lang="en-US" dirty="0"/>
              <a:t>Aggregation and composition</a:t>
            </a:r>
            <a:endParaRPr lang="en-ID" dirty="0"/>
          </a:p>
        </p:txBody>
      </p:sp>
      <p:sp>
        <p:nvSpPr>
          <p:cNvPr id="4" name="Content Placeholder 3">
            <a:extLst>
              <a:ext uri="{FF2B5EF4-FFF2-40B4-BE49-F238E27FC236}">
                <a16:creationId xmlns:a16="http://schemas.microsoft.com/office/drawing/2014/main" id="{A6CF599A-4023-1175-16C7-A0923A1D8C73}"/>
              </a:ext>
            </a:extLst>
          </p:cNvPr>
          <p:cNvSpPr>
            <a:spLocks noGrp="1"/>
          </p:cNvSpPr>
          <p:nvPr>
            <p:ph sz="quarter" idx="11"/>
          </p:nvPr>
        </p:nvSpPr>
        <p:spPr>
          <a:xfrm>
            <a:off x="2167377" y="3900079"/>
            <a:ext cx="19837857" cy="6794425"/>
          </a:xfrm>
        </p:spPr>
        <p:txBody>
          <a:bodyPr>
            <a:noAutofit/>
          </a:bodyPr>
          <a:lstStyle/>
          <a:p>
            <a:r>
              <a:rPr lang="en-US" sz="3000" dirty="0"/>
              <a:t>An aggregation relationship is usually represented as a data field in the aggregating class. </a:t>
            </a:r>
          </a:p>
          <a:p>
            <a:endParaRPr lang="en-US" sz="3000" dirty="0"/>
          </a:p>
        </p:txBody>
      </p:sp>
      <p:pic>
        <p:nvPicPr>
          <p:cNvPr id="8" name="Picture 7">
            <a:extLst>
              <a:ext uri="{FF2B5EF4-FFF2-40B4-BE49-F238E27FC236}">
                <a16:creationId xmlns:a16="http://schemas.microsoft.com/office/drawing/2014/main" id="{A4A571F4-AABD-4386-ECD6-6DF8A3CAE715}"/>
              </a:ext>
            </a:extLst>
          </p:cNvPr>
          <p:cNvPicPr>
            <a:picLocks noChangeAspect="1"/>
          </p:cNvPicPr>
          <p:nvPr/>
        </p:nvPicPr>
        <p:blipFill>
          <a:blip r:embed="rId2"/>
          <a:stretch>
            <a:fillRect/>
          </a:stretch>
        </p:blipFill>
        <p:spPr>
          <a:xfrm>
            <a:off x="4681627" y="5085383"/>
            <a:ext cx="12682879" cy="2605545"/>
          </a:xfrm>
          <a:prstGeom prst="rect">
            <a:avLst/>
          </a:prstGeom>
        </p:spPr>
      </p:pic>
      <p:pic>
        <p:nvPicPr>
          <p:cNvPr id="9" name="Picture 8">
            <a:extLst>
              <a:ext uri="{FF2B5EF4-FFF2-40B4-BE49-F238E27FC236}">
                <a16:creationId xmlns:a16="http://schemas.microsoft.com/office/drawing/2014/main" id="{81163A0C-E31B-821E-0977-62811E593E6E}"/>
              </a:ext>
            </a:extLst>
          </p:cNvPr>
          <p:cNvPicPr>
            <a:picLocks noChangeAspect="1"/>
          </p:cNvPicPr>
          <p:nvPr/>
        </p:nvPicPr>
        <p:blipFill>
          <a:blip r:embed="rId3"/>
          <a:stretch>
            <a:fillRect/>
          </a:stretch>
        </p:blipFill>
        <p:spPr>
          <a:xfrm>
            <a:off x="4681627" y="8164981"/>
            <a:ext cx="12677199" cy="2529523"/>
          </a:xfrm>
          <a:prstGeom prst="rect">
            <a:avLst/>
          </a:prstGeom>
        </p:spPr>
      </p:pic>
    </p:spTree>
    <p:extLst>
      <p:ext uri="{BB962C8B-B14F-4D97-AF65-F5344CB8AC3E}">
        <p14:creationId xmlns:p14="http://schemas.microsoft.com/office/powerpoint/2010/main" val="362063793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5B279-F977-A96C-636A-1A8234C2B5A8}"/>
              </a:ext>
            </a:extLst>
          </p:cNvPr>
          <p:cNvSpPr>
            <a:spLocks noGrp="1"/>
          </p:cNvSpPr>
          <p:nvPr>
            <p:ph type="title"/>
          </p:nvPr>
        </p:nvSpPr>
        <p:spPr/>
        <p:txBody>
          <a:bodyPr>
            <a:normAutofit fontScale="90000"/>
          </a:bodyPr>
          <a:lstStyle/>
          <a:p>
            <a:r>
              <a:rPr lang="en-ID" dirty="0"/>
              <a:t>Class relationship</a:t>
            </a:r>
          </a:p>
        </p:txBody>
      </p:sp>
      <p:sp>
        <p:nvSpPr>
          <p:cNvPr id="3" name="Text Placeholder 2">
            <a:extLst>
              <a:ext uri="{FF2B5EF4-FFF2-40B4-BE49-F238E27FC236}">
                <a16:creationId xmlns:a16="http://schemas.microsoft.com/office/drawing/2014/main" id="{C10634EC-34D7-C2D4-33A0-864E3BDC923F}"/>
              </a:ext>
            </a:extLst>
          </p:cNvPr>
          <p:cNvSpPr>
            <a:spLocks noGrp="1"/>
          </p:cNvSpPr>
          <p:nvPr>
            <p:ph type="body" sz="quarter" idx="10"/>
          </p:nvPr>
        </p:nvSpPr>
        <p:spPr/>
        <p:txBody>
          <a:bodyPr/>
          <a:lstStyle/>
          <a:p>
            <a:r>
              <a:rPr lang="en-US" dirty="0"/>
              <a:t>Aggregation example</a:t>
            </a:r>
            <a:endParaRPr lang="en-ID" dirty="0"/>
          </a:p>
        </p:txBody>
      </p:sp>
      <p:sp>
        <p:nvSpPr>
          <p:cNvPr id="4" name="Content Placeholder 3">
            <a:extLst>
              <a:ext uri="{FF2B5EF4-FFF2-40B4-BE49-F238E27FC236}">
                <a16:creationId xmlns:a16="http://schemas.microsoft.com/office/drawing/2014/main" id="{E09A9225-EBED-7570-C8D0-8AFB3234E68F}"/>
              </a:ext>
            </a:extLst>
          </p:cNvPr>
          <p:cNvSpPr>
            <a:spLocks noGrp="1"/>
          </p:cNvSpPr>
          <p:nvPr>
            <p:ph sz="quarter" idx="11"/>
          </p:nvPr>
        </p:nvSpPr>
        <p:spPr>
          <a:xfrm>
            <a:off x="2167377" y="4241127"/>
            <a:ext cx="20036640" cy="4522264"/>
          </a:xfrm>
        </p:spPr>
        <p:txBody>
          <a:bodyPr/>
          <a:lstStyle/>
          <a:p>
            <a:r>
              <a:rPr lang="en-US" dirty="0"/>
              <a:t>Aggregation is simpler to define, as each class independent in the lifecycle, while maintain has-a relationship.</a:t>
            </a:r>
          </a:p>
          <a:p>
            <a:r>
              <a:rPr lang="en-US" dirty="0"/>
              <a:t>Here we will define three classes: </a:t>
            </a:r>
            <a:r>
              <a:rPr lang="en-US" b="1" dirty="0"/>
              <a:t>Book</a:t>
            </a:r>
            <a:r>
              <a:rPr lang="en-US" dirty="0"/>
              <a:t>, </a:t>
            </a:r>
            <a:r>
              <a:rPr lang="en-US" b="1" dirty="0"/>
              <a:t>Publisher</a:t>
            </a:r>
            <a:r>
              <a:rPr lang="en-US" dirty="0"/>
              <a:t>, and </a:t>
            </a:r>
            <a:r>
              <a:rPr lang="en-US" b="1" dirty="0"/>
              <a:t>Author</a:t>
            </a:r>
            <a:r>
              <a:rPr lang="en-US" dirty="0"/>
              <a:t>.</a:t>
            </a:r>
          </a:p>
          <a:p>
            <a:r>
              <a:rPr lang="en-US" dirty="0"/>
              <a:t>The aggregating class is Book, Aggregated class is Publisher and Author.</a:t>
            </a:r>
            <a:endParaRPr lang="en-ID" dirty="0"/>
          </a:p>
        </p:txBody>
      </p:sp>
      <p:pic>
        <p:nvPicPr>
          <p:cNvPr id="6" name="Picture 5">
            <a:extLst>
              <a:ext uri="{FF2B5EF4-FFF2-40B4-BE49-F238E27FC236}">
                <a16:creationId xmlns:a16="http://schemas.microsoft.com/office/drawing/2014/main" id="{2243B332-CD82-2786-5826-56BD756B7C32}"/>
              </a:ext>
            </a:extLst>
          </p:cNvPr>
          <p:cNvPicPr>
            <a:picLocks noChangeAspect="1"/>
          </p:cNvPicPr>
          <p:nvPr/>
        </p:nvPicPr>
        <p:blipFill>
          <a:blip r:embed="rId2"/>
          <a:stretch>
            <a:fillRect/>
          </a:stretch>
        </p:blipFill>
        <p:spPr>
          <a:xfrm>
            <a:off x="1590261" y="7481265"/>
            <a:ext cx="8592995" cy="5056327"/>
          </a:xfrm>
          <a:prstGeom prst="rect">
            <a:avLst/>
          </a:prstGeom>
        </p:spPr>
      </p:pic>
      <p:pic>
        <p:nvPicPr>
          <p:cNvPr id="8" name="Picture 7">
            <a:extLst>
              <a:ext uri="{FF2B5EF4-FFF2-40B4-BE49-F238E27FC236}">
                <a16:creationId xmlns:a16="http://schemas.microsoft.com/office/drawing/2014/main" id="{0257ED70-281A-9105-21D5-90D5AC8CD5CF}"/>
              </a:ext>
            </a:extLst>
          </p:cNvPr>
          <p:cNvPicPr>
            <a:picLocks noChangeAspect="1"/>
          </p:cNvPicPr>
          <p:nvPr/>
        </p:nvPicPr>
        <p:blipFill>
          <a:blip r:embed="rId3"/>
          <a:stretch>
            <a:fillRect/>
          </a:stretch>
        </p:blipFill>
        <p:spPr>
          <a:xfrm>
            <a:off x="10760372" y="7481265"/>
            <a:ext cx="11491234" cy="4362677"/>
          </a:xfrm>
          <a:prstGeom prst="rect">
            <a:avLst/>
          </a:prstGeom>
        </p:spPr>
      </p:pic>
    </p:spTree>
    <p:extLst>
      <p:ext uri="{BB962C8B-B14F-4D97-AF65-F5344CB8AC3E}">
        <p14:creationId xmlns:p14="http://schemas.microsoft.com/office/powerpoint/2010/main" val="151452522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D0BE9-B7E7-C3C2-F633-59C3BBAE1EF5}"/>
              </a:ext>
            </a:extLst>
          </p:cNvPr>
          <p:cNvSpPr>
            <a:spLocks noGrp="1"/>
          </p:cNvSpPr>
          <p:nvPr>
            <p:ph type="title"/>
          </p:nvPr>
        </p:nvSpPr>
        <p:spPr/>
        <p:txBody>
          <a:bodyPr>
            <a:normAutofit fontScale="90000"/>
          </a:bodyPr>
          <a:lstStyle/>
          <a:p>
            <a:r>
              <a:rPr lang="en-ID" dirty="0"/>
              <a:t>Class relationship</a:t>
            </a:r>
          </a:p>
        </p:txBody>
      </p:sp>
      <p:sp>
        <p:nvSpPr>
          <p:cNvPr id="3" name="Text Placeholder 2">
            <a:extLst>
              <a:ext uri="{FF2B5EF4-FFF2-40B4-BE49-F238E27FC236}">
                <a16:creationId xmlns:a16="http://schemas.microsoft.com/office/drawing/2014/main" id="{EBE8224F-ACA8-AC93-423C-75CDC7D638B8}"/>
              </a:ext>
            </a:extLst>
          </p:cNvPr>
          <p:cNvSpPr>
            <a:spLocks noGrp="1"/>
          </p:cNvSpPr>
          <p:nvPr>
            <p:ph type="body" sz="quarter" idx="10"/>
          </p:nvPr>
        </p:nvSpPr>
        <p:spPr/>
        <p:txBody>
          <a:bodyPr/>
          <a:lstStyle/>
          <a:p>
            <a:r>
              <a:rPr lang="en-US" dirty="0"/>
              <a:t>Aggregation example</a:t>
            </a:r>
            <a:endParaRPr lang="en-ID" dirty="0"/>
          </a:p>
          <a:p>
            <a:endParaRPr lang="en-ID" dirty="0"/>
          </a:p>
        </p:txBody>
      </p:sp>
      <p:sp>
        <p:nvSpPr>
          <p:cNvPr id="4" name="Content Placeholder 3">
            <a:extLst>
              <a:ext uri="{FF2B5EF4-FFF2-40B4-BE49-F238E27FC236}">
                <a16:creationId xmlns:a16="http://schemas.microsoft.com/office/drawing/2014/main" id="{7BF3BDE8-100A-ED5F-66FA-6C28981C07FF}"/>
              </a:ext>
            </a:extLst>
          </p:cNvPr>
          <p:cNvSpPr>
            <a:spLocks noGrp="1"/>
          </p:cNvSpPr>
          <p:nvPr>
            <p:ph sz="quarter" idx="11"/>
          </p:nvPr>
        </p:nvSpPr>
        <p:spPr>
          <a:xfrm>
            <a:off x="2325757" y="3458818"/>
            <a:ext cx="20243298" cy="1217092"/>
          </a:xfrm>
        </p:spPr>
        <p:txBody>
          <a:bodyPr>
            <a:normAutofit/>
          </a:bodyPr>
          <a:lstStyle/>
          <a:p>
            <a:r>
              <a:rPr lang="en-US" sz="3000" dirty="0"/>
              <a:t>As we can see, the Author and Publisher class was owned by Book class as data fields. Indicating Has-A relationship</a:t>
            </a:r>
          </a:p>
          <a:p>
            <a:pPr marL="0" indent="0">
              <a:buNone/>
            </a:pPr>
            <a:endParaRPr lang="en-US" sz="3000" dirty="0"/>
          </a:p>
          <a:p>
            <a:endParaRPr lang="en-US" sz="3000" dirty="0"/>
          </a:p>
          <a:p>
            <a:endParaRPr lang="en-US" sz="3000" dirty="0"/>
          </a:p>
          <a:p>
            <a:endParaRPr lang="en-US" sz="3000" dirty="0"/>
          </a:p>
          <a:p>
            <a:endParaRPr lang="en-US" sz="3000" dirty="0"/>
          </a:p>
        </p:txBody>
      </p:sp>
      <p:pic>
        <p:nvPicPr>
          <p:cNvPr id="6" name="Picture 5">
            <a:extLst>
              <a:ext uri="{FF2B5EF4-FFF2-40B4-BE49-F238E27FC236}">
                <a16:creationId xmlns:a16="http://schemas.microsoft.com/office/drawing/2014/main" id="{E64A503B-17C7-10E8-7901-853EB7B91EBB}"/>
              </a:ext>
            </a:extLst>
          </p:cNvPr>
          <p:cNvPicPr>
            <a:picLocks noChangeAspect="1"/>
          </p:cNvPicPr>
          <p:nvPr/>
        </p:nvPicPr>
        <p:blipFill>
          <a:blip r:embed="rId2"/>
          <a:stretch>
            <a:fillRect/>
          </a:stretch>
        </p:blipFill>
        <p:spPr>
          <a:xfrm>
            <a:off x="6381982" y="5050602"/>
            <a:ext cx="11108539" cy="5636555"/>
          </a:xfrm>
          <a:prstGeom prst="rect">
            <a:avLst/>
          </a:prstGeom>
        </p:spPr>
      </p:pic>
    </p:spTree>
    <p:extLst>
      <p:ext uri="{BB962C8B-B14F-4D97-AF65-F5344CB8AC3E}">
        <p14:creationId xmlns:p14="http://schemas.microsoft.com/office/powerpoint/2010/main" val="30846975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D0BE9-B7E7-C3C2-F633-59C3BBAE1EF5}"/>
              </a:ext>
            </a:extLst>
          </p:cNvPr>
          <p:cNvSpPr>
            <a:spLocks noGrp="1"/>
          </p:cNvSpPr>
          <p:nvPr>
            <p:ph type="title"/>
          </p:nvPr>
        </p:nvSpPr>
        <p:spPr/>
        <p:txBody>
          <a:bodyPr>
            <a:normAutofit fontScale="90000"/>
          </a:bodyPr>
          <a:lstStyle/>
          <a:p>
            <a:r>
              <a:rPr lang="en-ID" dirty="0"/>
              <a:t>Class relationship</a:t>
            </a:r>
          </a:p>
        </p:txBody>
      </p:sp>
      <p:sp>
        <p:nvSpPr>
          <p:cNvPr id="3" name="Text Placeholder 2">
            <a:extLst>
              <a:ext uri="{FF2B5EF4-FFF2-40B4-BE49-F238E27FC236}">
                <a16:creationId xmlns:a16="http://schemas.microsoft.com/office/drawing/2014/main" id="{EBE8224F-ACA8-AC93-423C-75CDC7D638B8}"/>
              </a:ext>
            </a:extLst>
          </p:cNvPr>
          <p:cNvSpPr>
            <a:spLocks noGrp="1"/>
          </p:cNvSpPr>
          <p:nvPr>
            <p:ph type="body" sz="quarter" idx="10"/>
          </p:nvPr>
        </p:nvSpPr>
        <p:spPr/>
        <p:txBody>
          <a:bodyPr/>
          <a:lstStyle/>
          <a:p>
            <a:r>
              <a:rPr lang="en-US" dirty="0"/>
              <a:t>Aggregation example</a:t>
            </a:r>
            <a:endParaRPr lang="en-ID" dirty="0"/>
          </a:p>
          <a:p>
            <a:endParaRPr lang="en-ID" dirty="0"/>
          </a:p>
        </p:txBody>
      </p:sp>
      <p:sp>
        <p:nvSpPr>
          <p:cNvPr id="4" name="Content Placeholder 3">
            <a:extLst>
              <a:ext uri="{FF2B5EF4-FFF2-40B4-BE49-F238E27FC236}">
                <a16:creationId xmlns:a16="http://schemas.microsoft.com/office/drawing/2014/main" id="{7BF3BDE8-100A-ED5F-66FA-6C28981C07FF}"/>
              </a:ext>
            </a:extLst>
          </p:cNvPr>
          <p:cNvSpPr>
            <a:spLocks noGrp="1"/>
          </p:cNvSpPr>
          <p:nvPr>
            <p:ph sz="quarter" idx="11"/>
          </p:nvPr>
        </p:nvSpPr>
        <p:spPr>
          <a:xfrm>
            <a:off x="2325757" y="3458818"/>
            <a:ext cx="20243298" cy="1217092"/>
          </a:xfrm>
        </p:spPr>
        <p:txBody>
          <a:bodyPr>
            <a:normAutofit/>
          </a:bodyPr>
          <a:lstStyle/>
          <a:p>
            <a:r>
              <a:rPr lang="en-US" sz="3000" dirty="0"/>
              <a:t>Because of the independence, each class can be instantiated individually</a:t>
            </a:r>
          </a:p>
        </p:txBody>
      </p:sp>
      <p:pic>
        <p:nvPicPr>
          <p:cNvPr id="7" name="Picture 6">
            <a:extLst>
              <a:ext uri="{FF2B5EF4-FFF2-40B4-BE49-F238E27FC236}">
                <a16:creationId xmlns:a16="http://schemas.microsoft.com/office/drawing/2014/main" id="{2A14D20B-67C9-B8E4-B904-E6AFAEAB45C4}"/>
              </a:ext>
            </a:extLst>
          </p:cNvPr>
          <p:cNvPicPr>
            <a:picLocks noChangeAspect="1"/>
          </p:cNvPicPr>
          <p:nvPr/>
        </p:nvPicPr>
        <p:blipFill>
          <a:blip r:embed="rId2"/>
          <a:stretch>
            <a:fillRect/>
          </a:stretch>
        </p:blipFill>
        <p:spPr>
          <a:xfrm>
            <a:off x="4540258" y="4675910"/>
            <a:ext cx="15303483" cy="6306734"/>
          </a:xfrm>
          <a:prstGeom prst="rect">
            <a:avLst/>
          </a:prstGeom>
        </p:spPr>
      </p:pic>
    </p:spTree>
    <p:extLst>
      <p:ext uri="{BB962C8B-B14F-4D97-AF65-F5344CB8AC3E}">
        <p14:creationId xmlns:p14="http://schemas.microsoft.com/office/powerpoint/2010/main" val="104669018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B00D7-B0D2-289D-D711-FC94DE6327DA}"/>
              </a:ext>
            </a:extLst>
          </p:cNvPr>
          <p:cNvSpPr>
            <a:spLocks noGrp="1"/>
          </p:cNvSpPr>
          <p:nvPr>
            <p:ph type="title"/>
          </p:nvPr>
        </p:nvSpPr>
        <p:spPr/>
        <p:txBody>
          <a:bodyPr>
            <a:normAutofit fontScale="90000"/>
          </a:bodyPr>
          <a:lstStyle/>
          <a:p>
            <a:r>
              <a:rPr lang="en-ID" dirty="0"/>
              <a:t>Class relationship</a:t>
            </a:r>
          </a:p>
        </p:txBody>
      </p:sp>
      <p:sp>
        <p:nvSpPr>
          <p:cNvPr id="3" name="Text Placeholder 2">
            <a:extLst>
              <a:ext uri="{FF2B5EF4-FFF2-40B4-BE49-F238E27FC236}">
                <a16:creationId xmlns:a16="http://schemas.microsoft.com/office/drawing/2014/main" id="{1D275847-80DD-B89F-14FB-36855010054F}"/>
              </a:ext>
            </a:extLst>
          </p:cNvPr>
          <p:cNvSpPr>
            <a:spLocks noGrp="1"/>
          </p:cNvSpPr>
          <p:nvPr>
            <p:ph type="body" sz="quarter" idx="10"/>
          </p:nvPr>
        </p:nvSpPr>
        <p:spPr/>
        <p:txBody>
          <a:bodyPr/>
          <a:lstStyle/>
          <a:p>
            <a:r>
              <a:rPr lang="en-US" dirty="0" err="1"/>
              <a:t>COMPOsition</a:t>
            </a:r>
            <a:r>
              <a:rPr lang="en-US" dirty="0"/>
              <a:t> example</a:t>
            </a:r>
            <a:endParaRPr lang="en-ID" dirty="0"/>
          </a:p>
        </p:txBody>
      </p:sp>
      <p:sp>
        <p:nvSpPr>
          <p:cNvPr id="4" name="Content Placeholder 3">
            <a:extLst>
              <a:ext uri="{FF2B5EF4-FFF2-40B4-BE49-F238E27FC236}">
                <a16:creationId xmlns:a16="http://schemas.microsoft.com/office/drawing/2014/main" id="{7AC4BC7D-68D9-F8AB-6450-59B8A1452F7F}"/>
              </a:ext>
            </a:extLst>
          </p:cNvPr>
          <p:cNvSpPr>
            <a:spLocks noGrp="1"/>
          </p:cNvSpPr>
          <p:nvPr>
            <p:ph sz="quarter" idx="11"/>
          </p:nvPr>
        </p:nvSpPr>
        <p:spPr>
          <a:xfrm>
            <a:off x="2167377" y="3419061"/>
            <a:ext cx="10654101" cy="7877211"/>
          </a:xfrm>
        </p:spPr>
        <p:txBody>
          <a:bodyPr>
            <a:noAutofit/>
          </a:bodyPr>
          <a:lstStyle/>
          <a:p>
            <a:r>
              <a:rPr lang="en-US" sz="3000" dirty="0"/>
              <a:t>While aggregation is simpler to understand (the aggregated class can be independent by itself), composition can be more challenging to be understood.</a:t>
            </a:r>
          </a:p>
          <a:p>
            <a:r>
              <a:rPr lang="en-US" sz="3000" dirty="0"/>
              <a:t>Example below. Lets say that we have 2 class named Job and Person. </a:t>
            </a:r>
          </a:p>
          <a:p>
            <a:r>
              <a:rPr lang="en-US" sz="3000" dirty="0"/>
              <a:t>Person need the job class to be exists (instantiated), and the Job class (the aggregated class) wont be instantiated independently by </a:t>
            </a:r>
            <a:r>
              <a:rPr lang="en-US" sz="3000" b="1" dirty="0"/>
              <a:t>our design. </a:t>
            </a:r>
          </a:p>
          <a:p>
            <a:r>
              <a:rPr lang="en-US" sz="3000" dirty="0"/>
              <a:t>To achieve this, the job class will be instantiated </a:t>
            </a:r>
            <a:r>
              <a:rPr lang="en-US" sz="3000" b="1" dirty="0"/>
              <a:t>inside</a:t>
            </a:r>
            <a:r>
              <a:rPr lang="en-US" sz="3000" dirty="0"/>
              <a:t> the constructor of person class. </a:t>
            </a:r>
          </a:p>
          <a:p>
            <a:r>
              <a:rPr lang="en-US" sz="3000" dirty="0"/>
              <a:t>For example, here is the job class</a:t>
            </a:r>
            <a:endParaRPr lang="en-ID" sz="3000" dirty="0"/>
          </a:p>
        </p:txBody>
      </p:sp>
      <p:pic>
        <p:nvPicPr>
          <p:cNvPr id="6" name="Picture 5">
            <a:extLst>
              <a:ext uri="{FF2B5EF4-FFF2-40B4-BE49-F238E27FC236}">
                <a16:creationId xmlns:a16="http://schemas.microsoft.com/office/drawing/2014/main" id="{45A25130-00ED-AC8D-2E87-A0D447F3B95A}"/>
              </a:ext>
            </a:extLst>
          </p:cNvPr>
          <p:cNvPicPr>
            <a:picLocks noChangeAspect="1"/>
          </p:cNvPicPr>
          <p:nvPr/>
        </p:nvPicPr>
        <p:blipFill>
          <a:blip r:embed="rId2"/>
          <a:stretch>
            <a:fillRect/>
          </a:stretch>
        </p:blipFill>
        <p:spPr>
          <a:xfrm>
            <a:off x="14424382" y="3223274"/>
            <a:ext cx="7541095" cy="9570821"/>
          </a:xfrm>
          <a:prstGeom prst="rect">
            <a:avLst/>
          </a:prstGeom>
        </p:spPr>
      </p:pic>
    </p:spTree>
    <p:extLst>
      <p:ext uri="{BB962C8B-B14F-4D97-AF65-F5344CB8AC3E}">
        <p14:creationId xmlns:p14="http://schemas.microsoft.com/office/powerpoint/2010/main" val="152261396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B00D7-B0D2-289D-D711-FC94DE6327DA}"/>
              </a:ext>
            </a:extLst>
          </p:cNvPr>
          <p:cNvSpPr>
            <a:spLocks noGrp="1"/>
          </p:cNvSpPr>
          <p:nvPr>
            <p:ph type="title"/>
          </p:nvPr>
        </p:nvSpPr>
        <p:spPr/>
        <p:txBody>
          <a:bodyPr>
            <a:normAutofit fontScale="90000"/>
          </a:bodyPr>
          <a:lstStyle/>
          <a:p>
            <a:r>
              <a:rPr lang="en-ID" dirty="0"/>
              <a:t>Class relationship</a:t>
            </a:r>
          </a:p>
        </p:txBody>
      </p:sp>
      <p:sp>
        <p:nvSpPr>
          <p:cNvPr id="3" name="Text Placeholder 2">
            <a:extLst>
              <a:ext uri="{FF2B5EF4-FFF2-40B4-BE49-F238E27FC236}">
                <a16:creationId xmlns:a16="http://schemas.microsoft.com/office/drawing/2014/main" id="{1D275847-80DD-B89F-14FB-36855010054F}"/>
              </a:ext>
            </a:extLst>
          </p:cNvPr>
          <p:cNvSpPr>
            <a:spLocks noGrp="1"/>
          </p:cNvSpPr>
          <p:nvPr>
            <p:ph type="body" sz="quarter" idx="10"/>
          </p:nvPr>
        </p:nvSpPr>
        <p:spPr/>
        <p:txBody>
          <a:bodyPr/>
          <a:lstStyle/>
          <a:p>
            <a:r>
              <a:rPr lang="en-US" dirty="0" err="1"/>
              <a:t>COMPOsition</a:t>
            </a:r>
            <a:r>
              <a:rPr lang="en-US" dirty="0"/>
              <a:t> example</a:t>
            </a:r>
            <a:endParaRPr lang="en-ID" dirty="0"/>
          </a:p>
        </p:txBody>
      </p:sp>
      <p:sp>
        <p:nvSpPr>
          <p:cNvPr id="4" name="Content Placeholder 3">
            <a:extLst>
              <a:ext uri="{FF2B5EF4-FFF2-40B4-BE49-F238E27FC236}">
                <a16:creationId xmlns:a16="http://schemas.microsoft.com/office/drawing/2014/main" id="{7AC4BC7D-68D9-F8AB-6450-59B8A1452F7F}"/>
              </a:ext>
            </a:extLst>
          </p:cNvPr>
          <p:cNvSpPr>
            <a:spLocks noGrp="1"/>
          </p:cNvSpPr>
          <p:nvPr>
            <p:ph sz="quarter" idx="11"/>
          </p:nvPr>
        </p:nvSpPr>
        <p:spPr>
          <a:xfrm>
            <a:off x="2167377" y="3419061"/>
            <a:ext cx="10654101" cy="8424881"/>
          </a:xfrm>
        </p:spPr>
        <p:txBody>
          <a:bodyPr>
            <a:normAutofit/>
          </a:bodyPr>
          <a:lstStyle/>
          <a:p>
            <a:r>
              <a:rPr lang="en-US" dirty="0"/>
              <a:t>The person class is owning the Job class by data field/ attributes</a:t>
            </a:r>
          </a:p>
          <a:p>
            <a:r>
              <a:rPr lang="en-US" dirty="0"/>
              <a:t>Object of Job class will be instantiated inside the constructor of person class</a:t>
            </a:r>
          </a:p>
          <a:p>
            <a:endParaRPr lang="en-US" dirty="0"/>
          </a:p>
          <a:p>
            <a:r>
              <a:rPr lang="en-US" dirty="0"/>
              <a:t>In our main program, only person class that will be instantiated as an object.</a:t>
            </a:r>
          </a:p>
          <a:p>
            <a:endParaRPr lang="en-US" dirty="0"/>
          </a:p>
          <a:p>
            <a:r>
              <a:rPr lang="en-ID" dirty="0"/>
              <a:t>Hence, when person object is instantiated, job object also </a:t>
            </a:r>
            <a:br>
              <a:rPr lang="en-ID" dirty="0"/>
            </a:br>
            <a:r>
              <a:rPr lang="en-ID" dirty="0"/>
              <a:t>instantiated inside. </a:t>
            </a:r>
          </a:p>
          <a:p>
            <a:r>
              <a:rPr lang="en-ID" dirty="0"/>
              <a:t>When person object is destroyed, job object also destroyed</a:t>
            </a:r>
          </a:p>
        </p:txBody>
      </p:sp>
      <p:pic>
        <p:nvPicPr>
          <p:cNvPr id="7" name="Picture 6">
            <a:extLst>
              <a:ext uri="{FF2B5EF4-FFF2-40B4-BE49-F238E27FC236}">
                <a16:creationId xmlns:a16="http://schemas.microsoft.com/office/drawing/2014/main" id="{2A9ACAF4-69AA-CB84-5D16-CE3C6BD9897F}"/>
              </a:ext>
            </a:extLst>
          </p:cNvPr>
          <p:cNvPicPr>
            <a:picLocks noChangeAspect="1"/>
          </p:cNvPicPr>
          <p:nvPr/>
        </p:nvPicPr>
        <p:blipFill>
          <a:blip r:embed="rId2"/>
          <a:stretch>
            <a:fillRect/>
          </a:stretch>
        </p:blipFill>
        <p:spPr>
          <a:xfrm>
            <a:off x="13643450" y="2724743"/>
            <a:ext cx="7427507" cy="5335479"/>
          </a:xfrm>
          <a:prstGeom prst="rect">
            <a:avLst/>
          </a:prstGeom>
        </p:spPr>
      </p:pic>
      <p:grpSp>
        <p:nvGrpSpPr>
          <p:cNvPr id="10" name="Group 9">
            <a:extLst>
              <a:ext uri="{FF2B5EF4-FFF2-40B4-BE49-F238E27FC236}">
                <a16:creationId xmlns:a16="http://schemas.microsoft.com/office/drawing/2014/main" id="{384D0B70-3F82-7C22-64BA-BE9F423CE552}"/>
              </a:ext>
            </a:extLst>
          </p:cNvPr>
          <p:cNvGrpSpPr/>
          <p:nvPr/>
        </p:nvGrpSpPr>
        <p:grpSpPr>
          <a:xfrm>
            <a:off x="7951132" y="4964729"/>
            <a:ext cx="6759000" cy="839880"/>
            <a:chOff x="7951132" y="4964729"/>
            <a:chExt cx="6759000" cy="839880"/>
          </a:xfrm>
        </p:grpSpPr>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153BFAAA-46CA-9B68-6434-673D5FCB5509}"/>
                    </a:ext>
                  </a:extLst>
                </p14:cNvPr>
                <p14:cNvContentPartPr/>
                <p14:nvPr/>
              </p14:nvContentPartPr>
              <p14:xfrm>
                <a:off x="8093332" y="5175689"/>
                <a:ext cx="6616800" cy="628920"/>
              </p14:xfrm>
            </p:contentPart>
          </mc:Choice>
          <mc:Fallback xmlns="">
            <p:pic>
              <p:nvPicPr>
                <p:cNvPr id="8" name="Ink 7">
                  <a:extLst>
                    <a:ext uri="{FF2B5EF4-FFF2-40B4-BE49-F238E27FC236}">
                      <a16:creationId xmlns:a16="http://schemas.microsoft.com/office/drawing/2014/main" id="{153BFAAA-46CA-9B68-6434-673D5FCB5509}"/>
                    </a:ext>
                  </a:extLst>
                </p:cNvPr>
                <p:cNvPicPr/>
                <p:nvPr/>
              </p:nvPicPr>
              <p:blipFill>
                <a:blip r:embed="rId4"/>
                <a:stretch>
                  <a:fillRect/>
                </a:stretch>
              </p:blipFill>
              <p:spPr>
                <a:xfrm>
                  <a:off x="8087212" y="5169569"/>
                  <a:ext cx="6629040" cy="641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EC07B332-C235-58D0-4823-9B3519A8884C}"/>
                    </a:ext>
                  </a:extLst>
                </p14:cNvPr>
                <p14:cNvContentPartPr/>
                <p14:nvPr/>
              </p14:nvContentPartPr>
              <p14:xfrm>
                <a:off x="7951132" y="4964729"/>
                <a:ext cx="251640" cy="256680"/>
              </p14:xfrm>
            </p:contentPart>
          </mc:Choice>
          <mc:Fallback xmlns="">
            <p:pic>
              <p:nvPicPr>
                <p:cNvPr id="9" name="Ink 8">
                  <a:extLst>
                    <a:ext uri="{FF2B5EF4-FFF2-40B4-BE49-F238E27FC236}">
                      <a16:creationId xmlns:a16="http://schemas.microsoft.com/office/drawing/2014/main" id="{EC07B332-C235-58D0-4823-9B3519A8884C}"/>
                    </a:ext>
                  </a:extLst>
                </p:cNvPr>
                <p:cNvPicPr/>
                <p:nvPr/>
              </p:nvPicPr>
              <p:blipFill>
                <a:blip r:embed="rId6"/>
                <a:stretch>
                  <a:fillRect/>
                </a:stretch>
              </p:blipFill>
              <p:spPr>
                <a:xfrm>
                  <a:off x="7945012" y="4958609"/>
                  <a:ext cx="263880" cy="268920"/>
                </a:xfrm>
                <a:prstGeom prst="rect">
                  <a:avLst/>
                </a:prstGeom>
              </p:spPr>
            </p:pic>
          </mc:Fallback>
        </mc:AlternateContent>
      </p:grpSp>
      <p:pic>
        <p:nvPicPr>
          <p:cNvPr id="12" name="Picture 11">
            <a:extLst>
              <a:ext uri="{FF2B5EF4-FFF2-40B4-BE49-F238E27FC236}">
                <a16:creationId xmlns:a16="http://schemas.microsoft.com/office/drawing/2014/main" id="{BD4DF963-3104-9D78-D301-7FEC71A369DE}"/>
              </a:ext>
            </a:extLst>
          </p:cNvPr>
          <p:cNvPicPr>
            <a:picLocks noChangeAspect="1"/>
          </p:cNvPicPr>
          <p:nvPr/>
        </p:nvPicPr>
        <p:blipFill>
          <a:blip r:embed="rId7"/>
          <a:stretch>
            <a:fillRect/>
          </a:stretch>
        </p:blipFill>
        <p:spPr>
          <a:xfrm>
            <a:off x="13536250" y="8441206"/>
            <a:ext cx="10062812" cy="2611107"/>
          </a:xfrm>
          <a:prstGeom prst="rect">
            <a:avLst/>
          </a:prstGeom>
        </p:spPr>
      </p:pic>
      <p:grpSp>
        <p:nvGrpSpPr>
          <p:cNvPr id="18" name="Group 17">
            <a:extLst>
              <a:ext uri="{FF2B5EF4-FFF2-40B4-BE49-F238E27FC236}">
                <a16:creationId xmlns:a16="http://schemas.microsoft.com/office/drawing/2014/main" id="{FD5C2FB0-C6F9-4417-5DC5-08C4BA3C35BD}"/>
              </a:ext>
            </a:extLst>
          </p:cNvPr>
          <p:cNvGrpSpPr/>
          <p:nvPr/>
        </p:nvGrpSpPr>
        <p:grpSpPr>
          <a:xfrm>
            <a:off x="10893772" y="7589849"/>
            <a:ext cx="2484360" cy="1375200"/>
            <a:chOff x="10893772" y="7589849"/>
            <a:chExt cx="2484360" cy="1375200"/>
          </a:xfrm>
        </p:grpSpPr>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2A3214F9-6C8E-EC7C-3E4F-EE8A858C4EB4}"/>
                    </a:ext>
                  </a:extLst>
                </p14:cNvPr>
                <p14:cNvContentPartPr/>
                <p14:nvPr/>
              </p14:nvContentPartPr>
              <p14:xfrm>
                <a:off x="10974412" y="7613609"/>
                <a:ext cx="2403720" cy="1351440"/>
              </p14:xfrm>
            </p:contentPart>
          </mc:Choice>
          <mc:Fallback xmlns="">
            <p:pic>
              <p:nvPicPr>
                <p:cNvPr id="16" name="Ink 15">
                  <a:extLst>
                    <a:ext uri="{FF2B5EF4-FFF2-40B4-BE49-F238E27FC236}">
                      <a16:creationId xmlns:a16="http://schemas.microsoft.com/office/drawing/2014/main" id="{2A3214F9-6C8E-EC7C-3E4F-EE8A858C4EB4}"/>
                    </a:ext>
                  </a:extLst>
                </p:cNvPr>
                <p:cNvPicPr/>
                <p:nvPr/>
              </p:nvPicPr>
              <p:blipFill>
                <a:blip r:embed="rId9"/>
                <a:stretch>
                  <a:fillRect/>
                </a:stretch>
              </p:blipFill>
              <p:spPr>
                <a:xfrm>
                  <a:off x="10968292" y="7607489"/>
                  <a:ext cx="2415960" cy="1363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7" name="Ink 16">
                  <a:extLst>
                    <a:ext uri="{FF2B5EF4-FFF2-40B4-BE49-F238E27FC236}">
                      <a16:creationId xmlns:a16="http://schemas.microsoft.com/office/drawing/2014/main" id="{BEEFDEFD-4782-3097-8952-E396888AE646}"/>
                    </a:ext>
                  </a:extLst>
                </p14:cNvPr>
                <p14:cNvContentPartPr/>
                <p14:nvPr/>
              </p14:nvContentPartPr>
              <p14:xfrm>
                <a:off x="10893772" y="7589849"/>
                <a:ext cx="330840" cy="127080"/>
              </p14:xfrm>
            </p:contentPart>
          </mc:Choice>
          <mc:Fallback xmlns="">
            <p:pic>
              <p:nvPicPr>
                <p:cNvPr id="17" name="Ink 16">
                  <a:extLst>
                    <a:ext uri="{FF2B5EF4-FFF2-40B4-BE49-F238E27FC236}">
                      <a16:creationId xmlns:a16="http://schemas.microsoft.com/office/drawing/2014/main" id="{BEEFDEFD-4782-3097-8952-E396888AE646}"/>
                    </a:ext>
                  </a:extLst>
                </p:cNvPr>
                <p:cNvPicPr/>
                <p:nvPr/>
              </p:nvPicPr>
              <p:blipFill>
                <a:blip r:embed="rId11"/>
                <a:stretch>
                  <a:fillRect/>
                </a:stretch>
              </p:blipFill>
              <p:spPr>
                <a:xfrm>
                  <a:off x="10887652" y="7583729"/>
                  <a:ext cx="343080" cy="139320"/>
                </a:xfrm>
                <a:prstGeom prst="rect">
                  <a:avLst/>
                </a:prstGeom>
              </p:spPr>
            </p:pic>
          </mc:Fallback>
        </mc:AlternateContent>
      </p:grpSp>
    </p:spTree>
    <p:extLst>
      <p:ext uri="{BB962C8B-B14F-4D97-AF65-F5344CB8AC3E}">
        <p14:creationId xmlns:p14="http://schemas.microsoft.com/office/powerpoint/2010/main" val="351431655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667F6-C977-1E5B-4529-5FE22C83BF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97CD1-BC46-3BF5-C35A-346C544CECC5}"/>
              </a:ext>
            </a:extLst>
          </p:cNvPr>
          <p:cNvSpPr>
            <a:spLocks noGrp="1"/>
          </p:cNvSpPr>
          <p:nvPr>
            <p:ph type="title"/>
          </p:nvPr>
        </p:nvSpPr>
        <p:spPr/>
        <p:txBody>
          <a:bodyPr>
            <a:normAutofit fontScale="90000"/>
          </a:bodyPr>
          <a:lstStyle/>
          <a:p>
            <a:r>
              <a:rPr lang="en-ID" dirty="0"/>
              <a:t>Exercise</a:t>
            </a:r>
          </a:p>
        </p:txBody>
      </p:sp>
      <p:sp>
        <p:nvSpPr>
          <p:cNvPr id="4" name="Content Placeholder 3">
            <a:extLst>
              <a:ext uri="{FF2B5EF4-FFF2-40B4-BE49-F238E27FC236}">
                <a16:creationId xmlns:a16="http://schemas.microsoft.com/office/drawing/2014/main" id="{36E809C7-2268-CFDD-31BB-3D787B261B9C}"/>
              </a:ext>
            </a:extLst>
          </p:cNvPr>
          <p:cNvSpPr>
            <a:spLocks noGrp="1"/>
          </p:cNvSpPr>
          <p:nvPr>
            <p:ph sz="quarter" idx="11"/>
          </p:nvPr>
        </p:nvSpPr>
        <p:spPr>
          <a:xfrm>
            <a:off x="2167377" y="3733800"/>
            <a:ext cx="20159223" cy="9060296"/>
          </a:xfrm>
        </p:spPr>
        <p:txBody>
          <a:bodyPr>
            <a:noAutofit/>
          </a:bodyPr>
          <a:lstStyle/>
          <a:p>
            <a:pPr marL="0" indent="0">
              <a:spcBef>
                <a:spcPts val="0"/>
              </a:spcBef>
              <a:buNone/>
            </a:pPr>
            <a:r>
              <a:rPr lang="en-US" sz="3000" dirty="0"/>
              <a:t>In a car rental company:</a:t>
            </a:r>
          </a:p>
          <a:p>
            <a:pPr>
              <a:spcBef>
                <a:spcPts val="0"/>
              </a:spcBef>
            </a:pPr>
            <a:r>
              <a:rPr lang="en-US" sz="3000" dirty="0"/>
              <a:t>A Customer can rent a Car, but the Customer can still exist without the Car, and the Car can still exist without the Customer.</a:t>
            </a:r>
          </a:p>
          <a:p>
            <a:pPr>
              <a:spcBef>
                <a:spcPts val="0"/>
              </a:spcBef>
            </a:pPr>
            <a:r>
              <a:rPr lang="en-US" sz="3000" dirty="0"/>
              <a:t>The </a:t>
            </a:r>
            <a:r>
              <a:rPr lang="en-US" sz="3000" dirty="0" err="1"/>
              <a:t>RentalCompany</a:t>
            </a:r>
            <a:r>
              <a:rPr lang="en-US" sz="3000" dirty="0"/>
              <a:t> has a list of Cars. If the company shuts down, the cars can be transferred to another company.</a:t>
            </a:r>
          </a:p>
          <a:p>
            <a:pPr>
              <a:spcBef>
                <a:spcPts val="0"/>
              </a:spcBef>
            </a:pPr>
            <a:r>
              <a:rPr lang="en-US" sz="3000" dirty="0"/>
              <a:t>Every Car always has an Engine that is created together with the Car. If the Car is destroyed, the Engine is also gone.</a:t>
            </a:r>
          </a:p>
          <a:p>
            <a:pPr marL="0" indent="0">
              <a:spcBef>
                <a:spcPts val="0"/>
              </a:spcBef>
              <a:buNone/>
            </a:pPr>
            <a:endParaRPr lang="en-US" sz="3000" dirty="0"/>
          </a:p>
          <a:p>
            <a:pPr marL="0" indent="0">
              <a:spcBef>
                <a:spcPts val="0"/>
              </a:spcBef>
              <a:buNone/>
            </a:pPr>
            <a:r>
              <a:rPr lang="en-US" sz="3000" dirty="0"/>
              <a:t>Your tasks:</a:t>
            </a:r>
          </a:p>
          <a:p>
            <a:pPr marL="514350" indent="-514350">
              <a:spcBef>
                <a:spcPts val="0"/>
              </a:spcBef>
              <a:buSzPct val="100000"/>
              <a:buFont typeface="+mj-lt"/>
              <a:buAutoNum type="arabicPeriod"/>
            </a:pPr>
            <a:r>
              <a:rPr lang="en-US" sz="3000" dirty="0"/>
              <a:t>Create the following classes: Customer, Car, Engine, </a:t>
            </a:r>
            <a:r>
              <a:rPr lang="en-US" sz="3000" dirty="0" err="1"/>
              <a:t>RentalCompany</a:t>
            </a:r>
            <a:r>
              <a:rPr lang="en-US" sz="3000" dirty="0"/>
              <a:t>.</a:t>
            </a:r>
          </a:p>
          <a:p>
            <a:pPr marL="514350" indent="-514350">
              <a:spcBef>
                <a:spcPts val="0"/>
              </a:spcBef>
              <a:buSzPct val="100000"/>
              <a:buFont typeface="+mj-lt"/>
              <a:buAutoNum type="arabicPeriod"/>
            </a:pPr>
            <a:r>
              <a:rPr lang="en-US" sz="3000" dirty="0"/>
              <a:t>Explain the relationships between the classes.</a:t>
            </a:r>
          </a:p>
          <a:p>
            <a:pPr marL="514350" indent="-514350">
              <a:spcBef>
                <a:spcPts val="0"/>
              </a:spcBef>
              <a:buSzPct val="100000"/>
              <a:buFont typeface="+mj-lt"/>
              <a:buAutoNum type="arabicPeriod"/>
            </a:pPr>
            <a:r>
              <a:rPr lang="en-US" sz="3000" dirty="0"/>
              <a:t>Create a program to simulate the following scenario:</a:t>
            </a:r>
          </a:p>
          <a:p>
            <a:pPr marL="1081088" lvl="1" indent="-457200">
              <a:spcBef>
                <a:spcPts val="0"/>
              </a:spcBef>
            </a:pPr>
            <a:r>
              <a:rPr lang="en-US" sz="3000" dirty="0"/>
              <a:t>The </a:t>
            </a:r>
            <a:r>
              <a:rPr lang="en-US" sz="3000" dirty="0" err="1"/>
              <a:t>RentalCompany</a:t>
            </a:r>
            <a:r>
              <a:rPr lang="en-US" sz="3000" dirty="0"/>
              <a:t> named </a:t>
            </a:r>
            <a:r>
              <a:rPr lang="en-US" sz="3000" dirty="0" err="1"/>
              <a:t>LocalRent</a:t>
            </a:r>
            <a:r>
              <a:rPr lang="en-US" sz="3000" dirty="0"/>
              <a:t> has 4 cars.</a:t>
            </a:r>
          </a:p>
          <a:p>
            <a:pPr marL="1081088" lvl="1" indent="-457200">
              <a:spcBef>
                <a:spcPts val="0"/>
              </a:spcBef>
            </a:pPr>
            <a:r>
              <a:rPr lang="en-US" sz="3000" dirty="0"/>
              <a:t>Jojo rents 1 car with a gasoline engine.</a:t>
            </a:r>
          </a:p>
          <a:p>
            <a:pPr marL="1081088" lvl="1" indent="-457200">
              <a:spcBef>
                <a:spcPts val="0"/>
              </a:spcBef>
            </a:pPr>
            <a:r>
              <a:rPr lang="en-US" sz="3000" dirty="0"/>
              <a:t>Jojo returns the car.</a:t>
            </a:r>
          </a:p>
          <a:p>
            <a:pPr marL="1081088" lvl="1" indent="-457200">
              <a:spcBef>
                <a:spcPts val="0"/>
              </a:spcBef>
            </a:pPr>
            <a:r>
              <a:rPr lang="en-US" sz="3000" dirty="0"/>
              <a:t>After that, </a:t>
            </a:r>
            <a:r>
              <a:rPr lang="en-US" sz="3000" dirty="0" err="1"/>
              <a:t>LocalRent</a:t>
            </a:r>
            <a:r>
              <a:rPr lang="en-US" sz="3000" dirty="0"/>
              <a:t> closes, and all the cars are transferred to LocalRent2. </a:t>
            </a:r>
          </a:p>
        </p:txBody>
      </p:sp>
      <p:sp>
        <p:nvSpPr>
          <p:cNvPr id="7" name="Text Placeholder 6">
            <a:extLst>
              <a:ext uri="{FF2B5EF4-FFF2-40B4-BE49-F238E27FC236}">
                <a16:creationId xmlns:a16="http://schemas.microsoft.com/office/drawing/2014/main" id="{4DE2EF47-29A1-81D4-27A4-2C5AD0016FEB}"/>
              </a:ext>
            </a:extLst>
          </p:cNvPr>
          <p:cNvSpPr>
            <a:spLocks noGrp="1"/>
          </p:cNvSpPr>
          <p:nvPr>
            <p:ph type="body" sz="quarter" idx="10"/>
          </p:nvPr>
        </p:nvSpPr>
        <p:spPr/>
        <p:txBody>
          <a:bodyPr/>
          <a:lstStyle/>
          <a:p>
            <a:r>
              <a:rPr lang="en-US" dirty="0"/>
              <a:t>Car rent system</a:t>
            </a:r>
          </a:p>
          <a:p>
            <a:endParaRPr lang="en-US" dirty="0"/>
          </a:p>
        </p:txBody>
      </p:sp>
    </p:spTree>
    <p:extLst>
      <p:ext uri="{BB962C8B-B14F-4D97-AF65-F5344CB8AC3E}">
        <p14:creationId xmlns:p14="http://schemas.microsoft.com/office/powerpoint/2010/main" val="41040811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F04D2-FD20-91F6-44F1-8C0AD9D62E4E}"/>
              </a:ext>
            </a:extLst>
          </p:cNvPr>
          <p:cNvSpPr>
            <a:spLocks noGrp="1"/>
          </p:cNvSpPr>
          <p:nvPr>
            <p:ph type="title"/>
          </p:nvPr>
        </p:nvSpPr>
        <p:spPr/>
        <p:txBody>
          <a:bodyPr>
            <a:normAutofit fontScale="90000"/>
          </a:bodyPr>
          <a:lstStyle/>
          <a:p>
            <a:r>
              <a:rPr lang="en-ID" dirty="0"/>
              <a:t>Class relationship</a:t>
            </a:r>
          </a:p>
        </p:txBody>
      </p:sp>
      <p:sp>
        <p:nvSpPr>
          <p:cNvPr id="3" name="Text Placeholder 2">
            <a:extLst>
              <a:ext uri="{FF2B5EF4-FFF2-40B4-BE49-F238E27FC236}">
                <a16:creationId xmlns:a16="http://schemas.microsoft.com/office/drawing/2014/main" id="{5516A363-572F-5B7A-64A5-77F3E2FAB445}"/>
              </a:ext>
            </a:extLst>
          </p:cNvPr>
          <p:cNvSpPr>
            <a:spLocks noGrp="1"/>
          </p:cNvSpPr>
          <p:nvPr>
            <p:ph type="body" sz="quarter" idx="10"/>
          </p:nvPr>
        </p:nvSpPr>
        <p:spPr/>
        <p:txBody>
          <a:bodyPr/>
          <a:lstStyle/>
          <a:p>
            <a:r>
              <a:rPr lang="en-US" dirty="0"/>
              <a:t>References</a:t>
            </a:r>
            <a:endParaRPr lang="en-ID" dirty="0"/>
          </a:p>
        </p:txBody>
      </p:sp>
      <p:sp>
        <p:nvSpPr>
          <p:cNvPr id="4" name="Content Placeholder 3">
            <a:extLst>
              <a:ext uri="{FF2B5EF4-FFF2-40B4-BE49-F238E27FC236}">
                <a16:creationId xmlns:a16="http://schemas.microsoft.com/office/drawing/2014/main" id="{59BC9EFA-7CF4-9284-3843-6CC0B1A1CB56}"/>
              </a:ext>
            </a:extLst>
          </p:cNvPr>
          <p:cNvSpPr>
            <a:spLocks noGrp="1"/>
          </p:cNvSpPr>
          <p:nvPr>
            <p:ph sz="quarter" idx="11"/>
          </p:nvPr>
        </p:nvSpPr>
        <p:spPr>
          <a:xfrm>
            <a:off x="3955774" y="4114800"/>
            <a:ext cx="15246096" cy="5741896"/>
          </a:xfrm>
        </p:spPr>
        <p:txBody>
          <a:bodyPr/>
          <a:lstStyle/>
          <a:p>
            <a:r>
              <a:rPr lang="en-US" dirty="0"/>
              <a:t>Daniel Liang, Introduction to Java Programming and Data Structure, 12</a:t>
            </a:r>
            <a:r>
              <a:rPr lang="en-US" baseline="30000" dirty="0"/>
              <a:t>th</a:t>
            </a:r>
            <a:r>
              <a:rPr lang="en-US" dirty="0"/>
              <a:t> edition</a:t>
            </a:r>
            <a:r>
              <a:rPr lang="en-US"/>
              <a:t>. </a:t>
            </a:r>
            <a:endParaRPr lang="en-ID">
              <a:hlinkClick r:id="rId2"/>
            </a:endParaRPr>
          </a:p>
          <a:p>
            <a:r>
              <a:rPr lang="en-ID" dirty="0">
                <a:hlinkClick r:id="rId2"/>
              </a:rPr>
              <a:t>https://www.digitalocean.com/community/tutorials/composition-in-java-example</a:t>
            </a:r>
            <a:endParaRPr lang="en-ID" dirty="0"/>
          </a:p>
          <a:p>
            <a:r>
              <a:rPr lang="en-ID" dirty="0">
                <a:hlinkClick r:id="rId3"/>
              </a:rPr>
              <a:t>https://www.studytonight.com/java/aggregation.php</a:t>
            </a:r>
            <a:endParaRPr lang="en-ID" dirty="0"/>
          </a:p>
          <a:p>
            <a:endParaRPr lang="en-ID" dirty="0"/>
          </a:p>
        </p:txBody>
      </p:sp>
    </p:spTree>
    <p:extLst>
      <p:ext uri="{BB962C8B-B14F-4D97-AF65-F5344CB8AC3E}">
        <p14:creationId xmlns:p14="http://schemas.microsoft.com/office/powerpoint/2010/main" val="1499765198"/>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c2d5289-3ec1-4d76-80c1-a1cd17baf85c" xsi:nil="true"/>
    <lcf76f155ced4ddcb4097134ff3c332f xmlns="02437cf3-862c-4aa8-bd7e-caeecb8e11df">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4CA077843E12C45ABBF89EA0D3E6ECB" ma:contentTypeVersion="12" ma:contentTypeDescription="Create a new document." ma:contentTypeScope="" ma:versionID="f220297e283031e9eab2ed307e5e4cdc">
  <xsd:schema xmlns:xsd="http://www.w3.org/2001/XMLSchema" xmlns:xs="http://www.w3.org/2001/XMLSchema" xmlns:p="http://schemas.microsoft.com/office/2006/metadata/properties" xmlns:ns2="02437cf3-862c-4aa8-bd7e-caeecb8e11df" xmlns:ns3="fc2d5289-3ec1-4d76-80c1-a1cd17baf85c" targetNamespace="http://schemas.microsoft.com/office/2006/metadata/properties" ma:root="true" ma:fieldsID="1da8f879ae0b13e42b7077458e0d2470" ns2:_="" ns3:_="">
    <xsd:import namespace="02437cf3-862c-4aa8-bd7e-caeecb8e11df"/>
    <xsd:import namespace="fc2d5289-3ec1-4d76-80c1-a1cd17baf85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437cf3-862c-4aa8-bd7e-caeecb8e11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2802744-7fd5-42e0-b4ac-2f85b671ef9f"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c2d5289-3ec1-4d76-80c1-a1cd17baf85c"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5ed2725a-0247-41b8-b239-ecd86c77a8ad}" ma:internalName="TaxCatchAll" ma:showField="CatchAllData" ma:web="fc2d5289-3ec1-4d76-80c1-a1cd17baf85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2408326-6C62-41E3-B5A9-3364D4C67D52}">
  <ds:schemaRefs>
    <ds:schemaRef ds:uri="http://schemas.microsoft.com/office/2006/metadata/properties"/>
    <ds:schemaRef ds:uri="http://schemas.microsoft.com/office/infopath/2007/PartnerControls"/>
    <ds:schemaRef ds:uri="6456c2c6-d044-4477-96fa-bf2a90b8f8d0"/>
    <ds:schemaRef ds:uri="aa01e5cc-3673-4952-8508-9ae9704a600f"/>
    <ds:schemaRef ds:uri="http://schemas.microsoft.com/sharepoint/v4"/>
    <ds:schemaRef ds:uri="fc2d5289-3ec1-4d76-80c1-a1cd17baf85c"/>
    <ds:schemaRef ds:uri="02437cf3-862c-4aa8-bd7e-caeecb8e11df"/>
  </ds:schemaRefs>
</ds:datastoreItem>
</file>

<file path=customXml/itemProps2.xml><?xml version="1.0" encoding="utf-8"?>
<ds:datastoreItem xmlns:ds="http://schemas.openxmlformats.org/officeDocument/2006/customXml" ds:itemID="{8106D65E-A301-4392-8947-4C1DE3E2EF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2437cf3-862c-4aa8-bd7e-caeecb8e11df"/>
    <ds:schemaRef ds:uri="fc2d5289-3ec1-4d76-80c1-a1cd17baf85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2D9D6C2-160E-46F4-A1F8-8EC0CCD4A79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Week 1 - Intro to Java Programming</Template>
  <TotalTime>2014</TotalTime>
  <Words>1067</Words>
  <Application>Microsoft Office PowerPoint</Application>
  <PresentationFormat>Custom</PresentationFormat>
  <Paragraphs>126</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Open Sans Light</vt:lpstr>
      <vt:lpstr>Open Sans Semibold</vt:lpstr>
      <vt:lpstr>Georgia</vt:lpstr>
      <vt:lpstr>Open Sans ExtraBold</vt:lpstr>
      <vt:lpstr>OCRB</vt:lpstr>
      <vt:lpstr>Arial</vt:lpstr>
      <vt:lpstr>21_BasicWhite</vt:lpstr>
      <vt:lpstr>Class relationship</vt:lpstr>
      <vt:lpstr>Outline</vt:lpstr>
      <vt:lpstr>Class relationship</vt:lpstr>
      <vt:lpstr>Class relationship</vt:lpstr>
      <vt:lpstr>Introduction to java programming</vt:lpstr>
      <vt:lpstr>Class relationship</vt:lpstr>
      <vt:lpstr>Class relationship</vt:lpstr>
      <vt:lpstr>Class relationship</vt:lpstr>
      <vt:lpstr>Class relationship</vt:lpstr>
      <vt:lpstr>Class relationship</vt:lpstr>
      <vt:lpstr>Class relationship</vt:lpstr>
      <vt:lpstr>Class relationship</vt:lpstr>
      <vt:lpstr>Class relationship</vt:lpstr>
      <vt:lpstr>Class relationship</vt:lpstr>
      <vt:lpstr>Class relationship</vt:lpstr>
      <vt:lpstr>Class relationship</vt:lpstr>
      <vt:lpstr>Exercise</vt:lpstr>
      <vt:lpstr>Class relationship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Algorithm</dc:title>
  <dc:creator>Muhammad Fikri Hasani</dc:creator>
  <cp:lastModifiedBy>Eva Aprianti</cp:lastModifiedBy>
  <cp:revision>3</cp:revision>
  <dcterms:created xsi:type="dcterms:W3CDTF">2023-11-28T09:27:32Z</dcterms:created>
  <dcterms:modified xsi:type="dcterms:W3CDTF">2026-09-10T11:55:48Z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0x010100B4CA077843E12C45ABBF89EA0D3E6ECB</vt:lpwstr>
  </property>
  <property fmtid="{D5CDD505-2E9C-101B-9397-08002B2CF9AE}" pid="3" name="_dlc_DocIdItemGuid">
    <vt:lpwstr>f6acf105-cfc7-4ae7-91af-942356af3d1a</vt:lpwstr>
  </property>
</Properties>
</file>