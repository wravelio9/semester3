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308" r:id="rId4"/>
    <p:sldId id="258" r:id="rId5"/>
    <p:sldId id="336" r:id="rId6"/>
    <p:sldId id="366" r:id="rId7"/>
    <p:sldId id="337" r:id="rId8"/>
    <p:sldId id="367" r:id="rId9"/>
    <p:sldId id="338" r:id="rId10"/>
    <p:sldId id="350" r:id="rId11"/>
    <p:sldId id="351" r:id="rId12"/>
    <p:sldId id="352" r:id="rId13"/>
    <p:sldId id="353" r:id="rId14"/>
    <p:sldId id="309" r:id="rId15"/>
    <p:sldId id="369" r:id="rId16"/>
    <p:sldId id="361" r:id="rId17"/>
    <p:sldId id="370" r:id="rId18"/>
    <p:sldId id="371" r:id="rId19"/>
    <p:sldId id="372" r:id="rId20"/>
    <p:sldId id="373" r:id="rId21"/>
    <p:sldId id="374" r:id="rId22"/>
    <p:sldId id="375" r:id="rId23"/>
    <p:sldId id="334" r:id="rId24"/>
    <p:sldId id="335" r:id="rId25"/>
    <p:sldId id="376" r:id="rId26"/>
    <p:sldId id="362" r:id="rId27"/>
    <p:sldId id="363" r:id="rId28"/>
    <p:sldId id="364" r:id="rId29"/>
    <p:sldId id="365" r:id="rId30"/>
    <p:sldId id="278" r:id="rId31"/>
  </p:sldIdLst>
  <p:sldSz cx="24384000" cy="13716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OCRB" panose="020F0502020204030204" pitchFamily="49" charset="0"/>
      <p:regular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ExtraBold" panose="020F0502020204030204" pitchFamily="34" charset="0"/>
      <p:bold r:id="rId43"/>
      <p:italic r:id="rId44"/>
      <p:boldItalic r:id="rId45"/>
    </p:embeddedFont>
    <p:embeddedFont>
      <p:font typeface="Open Sans Light" panose="020F0502020204030204" pitchFamily="34" charset="0"/>
      <p:regular r:id="rId46"/>
      <p:italic r:id="rId47"/>
    </p:embeddedFont>
    <p:embeddedFont>
      <p:font typeface="Open Sans Semibold" panose="020F0502020204030204" pitchFamily="34" charset="0"/>
      <p:regular r:id="rId48"/>
      <p:bold r:id="rId49"/>
      <p:italic r:id="rId50"/>
      <p:boldItalic r:id="rId5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FFF7D6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38" autoAdjust="0"/>
    <p:restoredTop sz="95604"/>
  </p:normalViewPr>
  <p:slideViewPr>
    <p:cSldViewPr snapToGrid="0" snapToObjects="1">
      <p:cViewPr varScale="1">
        <p:scale>
          <a:sx n="35" d="100"/>
          <a:sy n="35" d="100"/>
        </p:scale>
        <p:origin x="208" y="5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Ananda Putri Masaling" userId="d889fca3-0297-4ee7-bfd8-ca7480643ec1" providerId="ADAL" clId="{5AAFE8E2-5E44-54CB-A18C-3BE6DB92F9CC}"/>
    <pc:docChg chg="custSel modSld">
      <pc:chgData name="Nikita Ananda Putri Masaling" userId="d889fca3-0297-4ee7-bfd8-ca7480643ec1" providerId="ADAL" clId="{5AAFE8E2-5E44-54CB-A18C-3BE6DB92F9CC}" dt="2026-08-21T04:09:35.190" v="80" actId="27636"/>
      <pc:docMkLst>
        <pc:docMk/>
      </pc:docMkLst>
      <pc:sldChg chg="modSp mod">
        <pc:chgData name="Nikita Ananda Putri Masaling" userId="d889fca3-0297-4ee7-bfd8-ca7480643ec1" providerId="ADAL" clId="{5AAFE8E2-5E44-54CB-A18C-3BE6DB92F9CC}" dt="2026-08-21T03:33:34.446" v="29" actId="12788"/>
        <pc:sldMkLst>
          <pc:docMk/>
          <pc:sldMk cId="3807564589" sldId="256"/>
        </pc:sldMkLst>
        <pc:spChg chg="mod">
          <ac:chgData name="Nikita Ananda Putri Masaling" userId="d889fca3-0297-4ee7-bfd8-ca7480643ec1" providerId="ADAL" clId="{5AAFE8E2-5E44-54CB-A18C-3BE6DB92F9CC}" dt="2026-08-21T03:33:34.446" v="29" actId="12788"/>
          <ac:spMkLst>
            <pc:docMk/>
            <pc:sldMk cId="3807564589" sldId="256"/>
            <ac:spMk id="4" creationId="{319DA326-32BB-7EBF-F49C-D0308881B79F}"/>
          </ac:spMkLst>
        </pc:spChg>
      </pc:sldChg>
      <pc:sldChg chg="modSp mod">
        <pc:chgData name="Nikita Ananda Putri Masaling" userId="d889fca3-0297-4ee7-bfd8-ca7480643ec1" providerId="ADAL" clId="{5AAFE8E2-5E44-54CB-A18C-3BE6DB92F9CC}" dt="2026-08-21T03:55:09.263" v="32" actId="123"/>
        <pc:sldMkLst>
          <pc:docMk/>
          <pc:sldMk cId="1889462471" sldId="258"/>
        </pc:sldMkLst>
        <pc:spChg chg="mod">
          <ac:chgData name="Nikita Ananda Putri Masaling" userId="d889fca3-0297-4ee7-bfd8-ca7480643ec1" providerId="ADAL" clId="{5AAFE8E2-5E44-54CB-A18C-3BE6DB92F9CC}" dt="2026-08-21T03:55:09.263" v="32" actId="123"/>
          <ac:spMkLst>
            <pc:docMk/>
            <pc:sldMk cId="1889462471" sldId="258"/>
            <ac:spMk id="4" creationId="{72B426B6-A02E-F758-7A2B-554FFF354A1A}"/>
          </ac:spMkLst>
        </pc:spChg>
      </pc:sldChg>
      <pc:sldChg chg="modSp">
        <pc:chgData name="Nikita Ananda Putri Masaling" userId="d889fca3-0297-4ee7-bfd8-ca7480643ec1" providerId="ADAL" clId="{5AAFE8E2-5E44-54CB-A18C-3BE6DB92F9CC}" dt="2026-08-21T03:54:26.573" v="30"/>
        <pc:sldMkLst>
          <pc:docMk/>
          <pc:sldMk cId="184663633" sldId="308"/>
        </pc:sldMkLst>
        <pc:spChg chg="mod">
          <ac:chgData name="Nikita Ananda Putri Masaling" userId="d889fca3-0297-4ee7-bfd8-ca7480643ec1" providerId="ADAL" clId="{5AAFE8E2-5E44-54CB-A18C-3BE6DB92F9CC}" dt="2026-08-21T03:54:26.573" v="30"/>
          <ac:spMkLst>
            <pc:docMk/>
            <pc:sldMk cId="184663633" sldId="308"/>
            <ac:spMk id="4" creationId="{316C8106-38DC-428F-D042-636BD720D8EB}"/>
          </ac:spMkLst>
        </pc:spChg>
      </pc:sldChg>
      <pc:sldChg chg="modSp mod">
        <pc:chgData name="Nikita Ananda Putri Masaling" userId="d889fca3-0297-4ee7-bfd8-ca7480643ec1" providerId="ADAL" clId="{5AAFE8E2-5E44-54CB-A18C-3BE6DB92F9CC}" dt="2026-08-21T03:55:06.137" v="31" actId="123"/>
        <pc:sldMkLst>
          <pc:docMk/>
          <pc:sldMk cId="1350169647" sldId="336"/>
        </pc:sldMkLst>
        <pc:spChg chg="mod">
          <ac:chgData name="Nikita Ananda Putri Masaling" userId="d889fca3-0297-4ee7-bfd8-ca7480643ec1" providerId="ADAL" clId="{5AAFE8E2-5E44-54CB-A18C-3BE6DB92F9CC}" dt="2026-08-21T03:55:06.137" v="31" actId="123"/>
          <ac:spMkLst>
            <pc:docMk/>
            <pc:sldMk cId="1350169647" sldId="336"/>
            <ac:spMk id="4" creationId="{7BE3D71B-5718-14BC-B2AA-E5625DAAF7FA}"/>
          </ac:spMkLst>
        </pc:spChg>
      </pc:sldChg>
      <pc:sldChg chg="modSp">
        <pc:chgData name="Nikita Ananda Putri Masaling" userId="d889fca3-0297-4ee7-bfd8-ca7480643ec1" providerId="ADAL" clId="{5AAFE8E2-5E44-54CB-A18C-3BE6DB92F9CC}" dt="2026-08-21T03:55:36.496" v="33" actId="123"/>
        <pc:sldMkLst>
          <pc:docMk/>
          <pc:sldMk cId="789362887" sldId="338"/>
        </pc:sldMkLst>
        <pc:spChg chg="mod">
          <ac:chgData name="Nikita Ananda Putri Masaling" userId="d889fca3-0297-4ee7-bfd8-ca7480643ec1" providerId="ADAL" clId="{5AAFE8E2-5E44-54CB-A18C-3BE6DB92F9CC}" dt="2026-08-21T03:55:36.496" v="33" actId="123"/>
          <ac:spMkLst>
            <pc:docMk/>
            <pc:sldMk cId="789362887" sldId="338"/>
            <ac:spMk id="4" creationId="{E40638A1-7732-C0AC-1C87-C3B928F31DD3}"/>
          </ac:spMkLst>
        </pc:spChg>
      </pc:sldChg>
      <pc:sldChg chg="modSp mod">
        <pc:chgData name="Nikita Ananda Putri Masaling" userId="d889fca3-0297-4ee7-bfd8-ca7480643ec1" providerId="ADAL" clId="{5AAFE8E2-5E44-54CB-A18C-3BE6DB92F9CC}" dt="2026-08-21T04:08:08.152" v="72" actId="123"/>
        <pc:sldMkLst>
          <pc:docMk/>
          <pc:sldMk cId="4151728930" sldId="351"/>
        </pc:sldMkLst>
        <pc:spChg chg="mod">
          <ac:chgData name="Nikita Ananda Putri Masaling" userId="d889fca3-0297-4ee7-bfd8-ca7480643ec1" providerId="ADAL" clId="{5AAFE8E2-5E44-54CB-A18C-3BE6DB92F9CC}" dt="2026-08-21T04:08:08.152" v="72" actId="123"/>
          <ac:spMkLst>
            <pc:docMk/>
            <pc:sldMk cId="4151728930" sldId="351"/>
            <ac:spMk id="4" creationId="{22A86A8F-E79A-BD56-1964-CACDDE04DF7F}"/>
          </ac:spMkLst>
        </pc:spChg>
      </pc:sldChg>
      <pc:sldChg chg="modSp mod">
        <pc:chgData name="Nikita Ananda Putri Masaling" userId="d889fca3-0297-4ee7-bfd8-ca7480643ec1" providerId="ADAL" clId="{5AAFE8E2-5E44-54CB-A18C-3BE6DB92F9CC}" dt="2026-08-21T04:08:14.385" v="73" actId="123"/>
        <pc:sldMkLst>
          <pc:docMk/>
          <pc:sldMk cId="565459600" sldId="352"/>
        </pc:sldMkLst>
        <pc:spChg chg="mod">
          <ac:chgData name="Nikita Ananda Putri Masaling" userId="d889fca3-0297-4ee7-bfd8-ca7480643ec1" providerId="ADAL" clId="{5AAFE8E2-5E44-54CB-A18C-3BE6DB92F9CC}" dt="2026-08-21T04:08:14.385" v="73" actId="123"/>
          <ac:spMkLst>
            <pc:docMk/>
            <pc:sldMk cId="565459600" sldId="352"/>
            <ac:spMk id="4" creationId="{82E49071-D647-BF97-8916-EA5F2735C7D7}"/>
          </ac:spMkLst>
        </pc:spChg>
      </pc:sldChg>
      <pc:sldChg chg="modSp">
        <pc:chgData name="Nikita Ananda Putri Masaling" userId="d889fca3-0297-4ee7-bfd8-ca7480643ec1" providerId="ADAL" clId="{5AAFE8E2-5E44-54CB-A18C-3BE6DB92F9CC}" dt="2026-08-21T04:08:22.491" v="74" actId="123"/>
        <pc:sldMkLst>
          <pc:docMk/>
          <pc:sldMk cId="1379394381" sldId="353"/>
        </pc:sldMkLst>
        <pc:spChg chg="mod">
          <ac:chgData name="Nikita Ananda Putri Masaling" userId="d889fca3-0297-4ee7-bfd8-ca7480643ec1" providerId="ADAL" clId="{5AAFE8E2-5E44-54CB-A18C-3BE6DB92F9CC}" dt="2026-08-21T04:08:22.491" v="74" actId="123"/>
          <ac:spMkLst>
            <pc:docMk/>
            <pc:sldMk cId="1379394381" sldId="353"/>
            <ac:spMk id="4" creationId="{82B5094F-253B-4607-1237-6B60ED0A4267}"/>
          </ac:spMkLst>
        </pc:spChg>
      </pc:sldChg>
    </pc:docChg>
  </pc:docChgLst>
  <pc:docChgLst>
    <pc:chgData name="HENRY LUCKY" userId="9f9f0d3b-fafb-4a1f-811e-e1ce60336648" providerId="ADAL" clId="{87B23BC5-493B-58B6-9C8D-8C75A953FAD3}"/>
    <pc:docChg chg="undo custSel addSld delSld modSld">
      <pc:chgData name="HENRY LUCKY" userId="9f9f0d3b-fafb-4a1f-811e-e1ce60336648" providerId="ADAL" clId="{87B23BC5-493B-58B6-9C8D-8C75A953FAD3}" dt="2026-09-04T19:45:51.517" v="1611" actId="20577"/>
      <pc:docMkLst>
        <pc:docMk/>
      </pc:docMkLst>
      <pc:sldChg chg="modSp mod">
        <pc:chgData name="HENRY LUCKY" userId="9f9f0d3b-fafb-4a1f-811e-e1ce60336648" providerId="ADAL" clId="{87B23BC5-493B-58B6-9C8D-8C75A953FAD3}" dt="2026-09-04T17:56:04.265" v="9" actId="20577"/>
        <pc:sldMkLst>
          <pc:docMk/>
          <pc:sldMk cId="2766454393" sldId="257"/>
        </pc:sldMkLst>
        <pc:spChg chg="mod">
          <ac:chgData name="HENRY LUCKY" userId="9f9f0d3b-fafb-4a1f-811e-e1ce60336648" providerId="ADAL" clId="{87B23BC5-493B-58B6-9C8D-8C75A953FAD3}" dt="2026-09-04T17:56:04.265" v="9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addSp modSp mod">
        <pc:chgData name="HENRY LUCKY" userId="9f9f0d3b-fafb-4a1f-811e-e1ce60336648" providerId="ADAL" clId="{87B23BC5-493B-58B6-9C8D-8C75A953FAD3}" dt="2026-09-04T18:08:47.260" v="84" actId="1076"/>
        <pc:sldMkLst>
          <pc:docMk/>
          <pc:sldMk cId="1889462471" sldId="258"/>
        </pc:sldMkLst>
        <pc:spChg chg="mod">
          <ac:chgData name="HENRY LUCKY" userId="9f9f0d3b-fafb-4a1f-811e-e1ce60336648" providerId="ADAL" clId="{87B23BC5-493B-58B6-9C8D-8C75A953FAD3}" dt="2026-09-04T17:56:24.388" v="10"/>
          <ac:spMkLst>
            <pc:docMk/>
            <pc:sldMk cId="1889462471" sldId="258"/>
            <ac:spMk id="2" creationId="{9D3EE913-EE39-C321-5882-05A506DB3444}"/>
          </ac:spMkLst>
        </pc:spChg>
        <pc:spChg chg="mod">
          <ac:chgData name="HENRY LUCKY" userId="9f9f0d3b-fafb-4a1f-811e-e1ce60336648" providerId="ADAL" clId="{87B23BC5-493B-58B6-9C8D-8C75A953FAD3}" dt="2026-09-04T18:04:59.043" v="34" actId="20577"/>
          <ac:spMkLst>
            <pc:docMk/>
            <pc:sldMk cId="1889462471" sldId="258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9-04T18:05:04.156" v="35" actId="20577"/>
          <ac:spMkLst>
            <pc:docMk/>
            <pc:sldMk cId="1889462471" sldId="258"/>
            <ac:spMk id="4" creationId="{72B426B6-A02E-F758-7A2B-554FFF354A1A}"/>
          </ac:spMkLst>
        </pc:spChg>
        <pc:picChg chg="add mod">
          <ac:chgData name="HENRY LUCKY" userId="9f9f0d3b-fafb-4a1f-811e-e1ce60336648" providerId="ADAL" clId="{87B23BC5-493B-58B6-9C8D-8C75A953FAD3}" dt="2026-09-04T18:08:47.260" v="84" actId="1076"/>
          <ac:picMkLst>
            <pc:docMk/>
            <pc:sldMk cId="1889462471" sldId="258"/>
            <ac:picMk id="5" creationId="{873DD26E-68C2-FDBC-7F10-D8E666774613}"/>
          </ac:picMkLst>
        </pc:picChg>
      </pc:sldChg>
      <pc:sldChg chg="del">
        <pc:chgData name="HENRY LUCKY" userId="9f9f0d3b-fafb-4a1f-811e-e1ce60336648" providerId="ADAL" clId="{87B23BC5-493B-58B6-9C8D-8C75A953FAD3}" dt="2026-09-04T18:52:51.304" v="506" actId="2696"/>
        <pc:sldMkLst>
          <pc:docMk/>
          <pc:sldMk cId="3405509346" sldId="259"/>
        </pc:sldMkLst>
      </pc:sldChg>
      <pc:sldChg chg="modSp mod">
        <pc:chgData name="HENRY LUCKY" userId="9f9f0d3b-fafb-4a1f-811e-e1ce60336648" providerId="ADAL" clId="{87B23BC5-493B-58B6-9C8D-8C75A953FAD3}" dt="2026-09-04T19:45:51.517" v="1611" actId="20577"/>
        <pc:sldMkLst>
          <pc:docMk/>
          <pc:sldMk cId="3774771954" sldId="278"/>
        </pc:sldMkLst>
        <pc:spChg chg="mod">
          <ac:chgData name="HENRY LUCKY" userId="9f9f0d3b-fafb-4a1f-811e-e1ce60336648" providerId="ADAL" clId="{87B23BC5-493B-58B6-9C8D-8C75A953FAD3}" dt="2026-09-04T19:45:51.517" v="1611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modSp mod modShow">
        <pc:chgData name="HENRY LUCKY" userId="9f9f0d3b-fafb-4a1f-811e-e1ce60336648" providerId="ADAL" clId="{87B23BC5-493B-58B6-9C8D-8C75A953FAD3}" dt="2026-09-04T19:44:39.268" v="1561" actId="20577"/>
        <pc:sldMkLst>
          <pc:docMk/>
          <pc:sldMk cId="3929743956" sldId="309"/>
        </pc:sldMkLst>
        <pc:spChg chg="mod">
          <ac:chgData name="HENRY LUCKY" userId="9f9f0d3b-fafb-4a1f-811e-e1ce60336648" providerId="ADAL" clId="{87B23BC5-493B-58B6-9C8D-8C75A953FAD3}" dt="2026-09-04T18:57:48.309" v="518"/>
          <ac:spMkLst>
            <pc:docMk/>
            <pc:sldMk cId="3929743956" sldId="309"/>
            <ac:spMk id="2" creationId="{C8106F2D-C1AF-C9B2-72AD-559B913936C2}"/>
          </ac:spMkLst>
        </pc:spChg>
        <pc:spChg chg="mod">
          <ac:chgData name="HENRY LUCKY" userId="9f9f0d3b-fafb-4a1f-811e-e1ce60336648" providerId="ADAL" clId="{87B23BC5-493B-58B6-9C8D-8C75A953FAD3}" dt="2026-09-04T18:57:54.584" v="519"/>
          <ac:spMkLst>
            <pc:docMk/>
            <pc:sldMk cId="3929743956" sldId="309"/>
            <ac:spMk id="3" creationId="{3DAD719E-75C3-5F2E-EAB2-1064D1E8B5D2}"/>
          </ac:spMkLst>
        </pc:spChg>
        <pc:spChg chg="mod">
          <ac:chgData name="HENRY LUCKY" userId="9f9f0d3b-fafb-4a1f-811e-e1ce60336648" providerId="ADAL" clId="{87B23BC5-493B-58B6-9C8D-8C75A953FAD3}" dt="2026-09-04T19:44:39.268" v="1561" actId="20577"/>
          <ac:spMkLst>
            <pc:docMk/>
            <pc:sldMk cId="3929743956" sldId="309"/>
            <ac:spMk id="4" creationId="{4D4E4912-074B-3574-6E8B-258C624ECB28}"/>
          </ac:spMkLst>
        </pc:spChg>
      </pc:sldChg>
      <pc:sldChg chg="modSp mod">
        <pc:chgData name="HENRY LUCKY" userId="9f9f0d3b-fafb-4a1f-811e-e1ce60336648" providerId="ADAL" clId="{87B23BC5-493B-58B6-9C8D-8C75A953FAD3}" dt="2026-09-04T19:35:58.755" v="1336" actId="20577"/>
        <pc:sldMkLst>
          <pc:docMk/>
          <pc:sldMk cId="1882852525" sldId="334"/>
        </pc:sldMkLst>
        <pc:spChg chg="mod">
          <ac:chgData name="HENRY LUCKY" userId="9f9f0d3b-fafb-4a1f-811e-e1ce60336648" providerId="ADAL" clId="{87B23BC5-493B-58B6-9C8D-8C75A953FAD3}" dt="2026-09-04T19:35:58.755" v="1336" actId="20577"/>
          <ac:spMkLst>
            <pc:docMk/>
            <pc:sldMk cId="1882852525" sldId="334"/>
            <ac:spMk id="4" creationId="{C29C2CE5-A3E8-9383-F708-28F2C13D0D10}"/>
          </ac:spMkLst>
        </pc:spChg>
      </pc:sldChg>
      <pc:sldChg chg="modSp mod">
        <pc:chgData name="HENRY LUCKY" userId="9f9f0d3b-fafb-4a1f-811e-e1ce60336648" providerId="ADAL" clId="{87B23BC5-493B-58B6-9C8D-8C75A953FAD3}" dt="2026-09-04T19:42:12.383" v="1452" actId="113"/>
        <pc:sldMkLst>
          <pc:docMk/>
          <pc:sldMk cId="1538712254" sldId="335"/>
        </pc:sldMkLst>
        <pc:spChg chg="mod">
          <ac:chgData name="HENRY LUCKY" userId="9f9f0d3b-fafb-4a1f-811e-e1ce60336648" providerId="ADAL" clId="{87B23BC5-493B-58B6-9C8D-8C75A953FAD3}" dt="2026-09-04T19:39:12.968" v="1400" actId="20577"/>
          <ac:spMkLst>
            <pc:docMk/>
            <pc:sldMk cId="1538712254" sldId="335"/>
            <ac:spMk id="3" creationId="{8A7CDDA6-47F0-D21A-1287-73DE12AE70BA}"/>
          </ac:spMkLst>
        </pc:spChg>
        <pc:spChg chg="mod">
          <ac:chgData name="HENRY LUCKY" userId="9f9f0d3b-fafb-4a1f-811e-e1ce60336648" providerId="ADAL" clId="{87B23BC5-493B-58B6-9C8D-8C75A953FAD3}" dt="2026-09-04T19:42:12.383" v="1452" actId="113"/>
          <ac:spMkLst>
            <pc:docMk/>
            <pc:sldMk cId="1538712254" sldId="335"/>
            <ac:spMk id="4" creationId="{9B4B44C8-A6ED-A683-33EE-A99E42E2D6DB}"/>
          </ac:spMkLst>
        </pc:spChg>
      </pc:sldChg>
      <pc:sldChg chg="modSp mod">
        <pc:chgData name="HENRY LUCKY" userId="9f9f0d3b-fafb-4a1f-811e-e1ce60336648" providerId="ADAL" clId="{87B23BC5-493B-58B6-9C8D-8C75A953FAD3}" dt="2026-09-04T18:09:55.842" v="87" actId="113"/>
        <pc:sldMkLst>
          <pc:docMk/>
          <pc:sldMk cId="1350169647" sldId="336"/>
        </pc:sldMkLst>
        <pc:spChg chg="mod">
          <ac:chgData name="HENRY LUCKY" userId="9f9f0d3b-fafb-4a1f-811e-e1ce60336648" providerId="ADAL" clId="{87B23BC5-493B-58B6-9C8D-8C75A953FAD3}" dt="2026-09-04T17:56:29.613" v="11"/>
          <ac:spMkLst>
            <pc:docMk/>
            <pc:sldMk cId="1350169647" sldId="336"/>
            <ac:spMk id="2" creationId="{1728C2C4-D5E1-8229-FA08-0A4CEB2AADE6}"/>
          </ac:spMkLst>
        </pc:spChg>
        <pc:spChg chg="mod">
          <ac:chgData name="HENRY LUCKY" userId="9f9f0d3b-fafb-4a1f-811e-e1ce60336648" providerId="ADAL" clId="{87B23BC5-493B-58B6-9C8D-8C75A953FAD3}" dt="2026-09-04T18:05:29.517" v="36"/>
          <ac:spMkLst>
            <pc:docMk/>
            <pc:sldMk cId="1350169647" sldId="336"/>
            <ac:spMk id="3" creationId="{F5F44F53-7F82-59D6-5F46-C2A4005A3BEC}"/>
          </ac:spMkLst>
        </pc:spChg>
        <pc:spChg chg="mod">
          <ac:chgData name="HENRY LUCKY" userId="9f9f0d3b-fafb-4a1f-811e-e1ce60336648" providerId="ADAL" clId="{87B23BC5-493B-58B6-9C8D-8C75A953FAD3}" dt="2026-09-04T18:09:55.842" v="87" actId="113"/>
          <ac:spMkLst>
            <pc:docMk/>
            <pc:sldMk cId="1350169647" sldId="336"/>
            <ac:spMk id="4" creationId="{7BE3D71B-5718-14BC-B2AA-E5625DAAF7FA}"/>
          </ac:spMkLst>
        </pc:spChg>
      </pc:sldChg>
      <pc:sldChg chg="modSp mod">
        <pc:chgData name="HENRY LUCKY" userId="9f9f0d3b-fafb-4a1f-811e-e1ce60336648" providerId="ADAL" clId="{87B23BC5-493B-58B6-9C8D-8C75A953FAD3}" dt="2026-09-04T18:24:46.139" v="282" actId="948"/>
        <pc:sldMkLst>
          <pc:docMk/>
          <pc:sldMk cId="2833409513" sldId="337"/>
        </pc:sldMkLst>
        <pc:spChg chg="mod">
          <ac:chgData name="HENRY LUCKY" userId="9f9f0d3b-fafb-4a1f-811e-e1ce60336648" providerId="ADAL" clId="{87B23BC5-493B-58B6-9C8D-8C75A953FAD3}" dt="2026-09-04T17:56:36.771" v="12"/>
          <ac:spMkLst>
            <pc:docMk/>
            <pc:sldMk cId="2833409513" sldId="337"/>
            <ac:spMk id="2" creationId="{32C4B2EF-5B02-E782-3744-E3395B1BDCFE}"/>
          </ac:spMkLst>
        </pc:spChg>
        <pc:spChg chg="mod">
          <ac:chgData name="HENRY LUCKY" userId="9f9f0d3b-fafb-4a1f-811e-e1ce60336648" providerId="ADAL" clId="{87B23BC5-493B-58B6-9C8D-8C75A953FAD3}" dt="2026-09-04T18:20:21.383" v="231"/>
          <ac:spMkLst>
            <pc:docMk/>
            <pc:sldMk cId="2833409513" sldId="337"/>
            <ac:spMk id="3" creationId="{B3A207AE-C58D-98E1-D5F1-CA67D7B27A63}"/>
          </ac:spMkLst>
        </pc:spChg>
        <pc:spChg chg="mod">
          <ac:chgData name="HENRY LUCKY" userId="9f9f0d3b-fafb-4a1f-811e-e1ce60336648" providerId="ADAL" clId="{87B23BC5-493B-58B6-9C8D-8C75A953FAD3}" dt="2026-09-04T18:24:46.139" v="282" actId="948"/>
          <ac:spMkLst>
            <pc:docMk/>
            <pc:sldMk cId="2833409513" sldId="337"/>
            <ac:spMk id="4" creationId="{BFE4122D-CCDC-83EC-88AD-053F9151A8E1}"/>
          </ac:spMkLst>
        </pc:spChg>
      </pc:sldChg>
      <pc:sldChg chg="modSp mod">
        <pc:chgData name="HENRY LUCKY" userId="9f9f0d3b-fafb-4a1f-811e-e1ce60336648" providerId="ADAL" clId="{87B23BC5-493B-58B6-9C8D-8C75A953FAD3}" dt="2026-09-04T18:51:47.159" v="499"/>
        <pc:sldMkLst>
          <pc:docMk/>
          <pc:sldMk cId="789362887" sldId="338"/>
        </pc:sldMkLst>
        <pc:spChg chg="mod">
          <ac:chgData name="HENRY LUCKY" userId="9f9f0d3b-fafb-4a1f-811e-e1ce60336648" providerId="ADAL" clId="{87B23BC5-493B-58B6-9C8D-8C75A953FAD3}" dt="2026-09-04T17:56:41.088" v="13"/>
          <ac:spMkLst>
            <pc:docMk/>
            <pc:sldMk cId="789362887" sldId="338"/>
            <ac:spMk id="2" creationId="{5EDC5686-994D-947F-46F2-0508DD48A659}"/>
          </ac:spMkLst>
        </pc:spChg>
        <pc:spChg chg="mod">
          <ac:chgData name="HENRY LUCKY" userId="9f9f0d3b-fafb-4a1f-811e-e1ce60336648" providerId="ADAL" clId="{87B23BC5-493B-58B6-9C8D-8C75A953FAD3}" dt="2026-09-04T18:49:47.082" v="480" actId="27636"/>
          <ac:spMkLst>
            <pc:docMk/>
            <pc:sldMk cId="789362887" sldId="338"/>
            <ac:spMk id="3" creationId="{BF12ADAF-CD04-5A56-0E86-986FB005A324}"/>
          </ac:spMkLst>
        </pc:spChg>
        <pc:spChg chg="mod">
          <ac:chgData name="HENRY LUCKY" userId="9f9f0d3b-fafb-4a1f-811e-e1ce60336648" providerId="ADAL" clId="{87B23BC5-493B-58B6-9C8D-8C75A953FAD3}" dt="2026-09-04T18:51:47.159" v="499"/>
          <ac:spMkLst>
            <pc:docMk/>
            <pc:sldMk cId="789362887" sldId="338"/>
            <ac:spMk id="4" creationId="{E40638A1-7732-C0AC-1C87-C3B928F31DD3}"/>
          </ac:spMkLst>
        </pc:spChg>
      </pc:sldChg>
      <pc:sldChg chg="modSp del">
        <pc:chgData name="HENRY LUCKY" userId="9f9f0d3b-fafb-4a1f-811e-e1ce60336648" providerId="ADAL" clId="{87B23BC5-493B-58B6-9C8D-8C75A953FAD3}" dt="2026-09-04T18:52:25.131" v="500" actId="2696"/>
        <pc:sldMkLst>
          <pc:docMk/>
          <pc:sldMk cId="3414423789" sldId="339"/>
        </pc:sldMkLst>
        <pc:spChg chg="mod">
          <ac:chgData name="HENRY LUCKY" userId="9f9f0d3b-fafb-4a1f-811e-e1ce60336648" providerId="ADAL" clId="{87B23BC5-493B-58B6-9C8D-8C75A953FAD3}" dt="2026-09-04T17:56:45.743" v="14"/>
          <ac:spMkLst>
            <pc:docMk/>
            <pc:sldMk cId="3414423789" sldId="339"/>
            <ac:spMk id="2" creationId="{6CD2BF55-9BF8-6D12-5B2F-64800038266F}"/>
          </ac:spMkLst>
        </pc:spChg>
      </pc:sldChg>
      <pc:sldChg chg="modSp del">
        <pc:chgData name="HENRY LUCKY" userId="9f9f0d3b-fafb-4a1f-811e-e1ce60336648" providerId="ADAL" clId="{87B23BC5-493B-58B6-9C8D-8C75A953FAD3}" dt="2026-09-04T18:52:25.665" v="501" actId="2696"/>
        <pc:sldMkLst>
          <pc:docMk/>
          <pc:sldMk cId="1900596177" sldId="340"/>
        </pc:sldMkLst>
        <pc:spChg chg="mod">
          <ac:chgData name="HENRY LUCKY" userId="9f9f0d3b-fafb-4a1f-811e-e1ce60336648" providerId="ADAL" clId="{87B23BC5-493B-58B6-9C8D-8C75A953FAD3}" dt="2026-09-04T17:56:49.761" v="15"/>
          <ac:spMkLst>
            <pc:docMk/>
            <pc:sldMk cId="1900596177" sldId="340"/>
            <ac:spMk id="2" creationId="{510CCCE3-3318-DCA1-CBCB-BA820ACB729A}"/>
          </ac:spMkLst>
        </pc:spChg>
      </pc:sldChg>
      <pc:sldChg chg="del">
        <pc:chgData name="HENRY LUCKY" userId="9f9f0d3b-fafb-4a1f-811e-e1ce60336648" providerId="ADAL" clId="{87B23BC5-493B-58B6-9C8D-8C75A953FAD3}" dt="2026-09-04T18:52:26.585" v="502" actId="2696"/>
        <pc:sldMkLst>
          <pc:docMk/>
          <pc:sldMk cId="424410018" sldId="341"/>
        </pc:sldMkLst>
      </pc:sldChg>
      <pc:sldChg chg="del">
        <pc:chgData name="HENRY LUCKY" userId="9f9f0d3b-fafb-4a1f-811e-e1ce60336648" providerId="ADAL" clId="{87B23BC5-493B-58B6-9C8D-8C75A953FAD3}" dt="2026-09-04T18:52:30.720" v="503" actId="2696"/>
        <pc:sldMkLst>
          <pc:docMk/>
          <pc:sldMk cId="4051336892" sldId="342"/>
        </pc:sldMkLst>
      </pc:sldChg>
      <pc:sldChg chg="del">
        <pc:chgData name="HENRY LUCKY" userId="9f9f0d3b-fafb-4a1f-811e-e1ce60336648" providerId="ADAL" clId="{87B23BC5-493B-58B6-9C8D-8C75A953FAD3}" dt="2026-09-04T18:52:31.534" v="504" actId="2696"/>
        <pc:sldMkLst>
          <pc:docMk/>
          <pc:sldMk cId="2961466892" sldId="343"/>
        </pc:sldMkLst>
      </pc:sldChg>
      <pc:sldChg chg="del">
        <pc:chgData name="HENRY LUCKY" userId="9f9f0d3b-fafb-4a1f-811e-e1ce60336648" providerId="ADAL" clId="{87B23BC5-493B-58B6-9C8D-8C75A953FAD3}" dt="2026-09-04T18:52:46.558" v="505" actId="2696"/>
        <pc:sldMkLst>
          <pc:docMk/>
          <pc:sldMk cId="2479357759" sldId="344"/>
        </pc:sldMkLst>
      </pc:sldChg>
      <pc:sldChg chg="del">
        <pc:chgData name="HENRY LUCKY" userId="9f9f0d3b-fafb-4a1f-811e-e1ce60336648" providerId="ADAL" clId="{87B23BC5-493B-58B6-9C8D-8C75A953FAD3}" dt="2026-09-04T18:52:52.416" v="507" actId="2696"/>
        <pc:sldMkLst>
          <pc:docMk/>
          <pc:sldMk cId="915159995" sldId="345"/>
        </pc:sldMkLst>
      </pc:sldChg>
      <pc:sldChg chg="del">
        <pc:chgData name="HENRY LUCKY" userId="9f9f0d3b-fafb-4a1f-811e-e1ce60336648" providerId="ADAL" clId="{87B23BC5-493B-58B6-9C8D-8C75A953FAD3}" dt="2026-09-04T18:52:54.041" v="508" actId="2696"/>
        <pc:sldMkLst>
          <pc:docMk/>
          <pc:sldMk cId="2533654755" sldId="346"/>
        </pc:sldMkLst>
      </pc:sldChg>
      <pc:sldChg chg="del">
        <pc:chgData name="HENRY LUCKY" userId="9f9f0d3b-fafb-4a1f-811e-e1ce60336648" providerId="ADAL" clId="{87B23BC5-493B-58B6-9C8D-8C75A953FAD3}" dt="2026-09-04T18:53:03.651" v="509" actId="2696"/>
        <pc:sldMkLst>
          <pc:docMk/>
          <pc:sldMk cId="1695088688" sldId="347"/>
        </pc:sldMkLst>
      </pc:sldChg>
      <pc:sldChg chg="del">
        <pc:chgData name="HENRY LUCKY" userId="9f9f0d3b-fafb-4a1f-811e-e1ce60336648" providerId="ADAL" clId="{87B23BC5-493B-58B6-9C8D-8C75A953FAD3}" dt="2026-09-04T18:53:18.025" v="510" actId="2696"/>
        <pc:sldMkLst>
          <pc:docMk/>
          <pc:sldMk cId="4238057304" sldId="348"/>
        </pc:sldMkLst>
      </pc:sldChg>
      <pc:sldChg chg="del">
        <pc:chgData name="HENRY LUCKY" userId="9f9f0d3b-fafb-4a1f-811e-e1ce60336648" providerId="ADAL" clId="{87B23BC5-493B-58B6-9C8D-8C75A953FAD3}" dt="2026-09-04T18:53:19.563" v="511" actId="2696"/>
        <pc:sldMkLst>
          <pc:docMk/>
          <pc:sldMk cId="1570015622" sldId="349"/>
        </pc:sldMkLst>
      </pc:sldChg>
      <pc:sldChg chg="del mod modShow">
        <pc:chgData name="HENRY LUCKY" userId="9f9f0d3b-fafb-4a1f-811e-e1ce60336648" providerId="ADAL" clId="{87B23BC5-493B-58B6-9C8D-8C75A953FAD3}" dt="2026-09-04T19:13:32.137" v="743" actId="2696"/>
        <pc:sldMkLst>
          <pc:docMk/>
          <pc:sldMk cId="578404446" sldId="354"/>
        </pc:sldMkLst>
      </pc:sldChg>
      <pc:sldChg chg="del mod modShow">
        <pc:chgData name="HENRY LUCKY" userId="9f9f0d3b-fafb-4a1f-811e-e1ce60336648" providerId="ADAL" clId="{87B23BC5-493B-58B6-9C8D-8C75A953FAD3}" dt="2026-09-04T19:13:31.848" v="739" actId="2696"/>
        <pc:sldMkLst>
          <pc:docMk/>
          <pc:sldMk cId="1815429229" sldId="355"/>
        </pc:sldMkLst>
      </pc:sldChg>
      <pc:sldChg chg="del mod modShow">
        <pc:chgData name="HENRY LUCKY" userId="9f9f0d3b-fafb-4a1f-811e-e1ce60336648" providerId="ADAL" clId="{87B23BC5-493B-58B6-9C8D-8C75A953FAD3}" dt="2026-09-04T19:13:32.082" v="742" actId="2696"/>
        <pc:sldMkLst>
          <pc:docMk/>
          <pc:sldMk cId="4230013255" sldId="356"/>
        </pc:sldMkLst>
      </pc:sldChg>
      <pc:sldChg chg="del mod modShow">
        <pc:chgData name="HENRY LUCKY" userId="9f9f0d3b-fafb-4a1f-811e-e1ce60336648" providerId="ADAL" clId="{87B23BC5-493B-58B6-9C8D-8C75A953FAD3}" dt="2026-09-04T19:13:31.944" v="741" actId="2696"/>
        <pc:sldMkLst>
          <pc:docMk/>
          <pc:sldMk cId="389040367" sldId="357"/>
        </pc:sldMkLst>
      </pc:sldChg>
      <pc:sldChg chg="del mod modShow">
        <pc:chgData name="HENRY LUCKY" userId="9f9f0d3b-fafb-4a1f-811e-e1ce60336648" providerId="ADAL" clId="{87B23BC5-493B-58B6-9C8D-8C75A953FAD3}" dt="2026-09-04T19:13:31.771" v="738" actId="2696"/>
        <pc:sldMkLst>
          <pc:docMk/>
          <pc:sldMk cId="639302136" sldId="358"/>
        </pc:sldMkLst>
      </pc:sldChg>
      <pc:sldChg chg="del">
        <pc:chgData name="HENRY LUCKY" userId="9f9f0d3b-fafb-4a1f-811e-e1ce60336648" providerId="ADAL" clId="{87B23BC5-493B-58B6-9C8D-8C75A953FAD3}" dt="2026-09-04T18:54:19.563" v="512" actId="2696"/>
        <pc:sldMkLst>
          <pc:docMk/>
          <pc:sldMk cId="483788180" sldId="359"/>
        </pc:sldMkLst>
      </pc:sldChg>
      <pc:sldChg chg="del">
        <pc:chgData name="HENRY LUCKY" userId="9f9f0d3b-fafb-4a1f-811e-e1ce60336648" providerId="ADAL" clId="{87B23BC5-493B-58B6-9C8D-8C75A953FAD3}" dt="2026-09-04T18:54:21.994" v="513" actId="2696"/>
        <pc:sldMkLst>
          <pc:docMk/>
          <pc:sldMk cId="2291785546" sldId="360"/>
        </pc:sldMkLst>
      </pc:sldChg>
      <pc:sldChg chg="modSp mod modShow">
        <pc:chgData name="HENRY LUCKY" userId="9f9f0d3b-fafb-4a1f-811e-e1ce60336648" providerId="ADAL" clId="{87B23BC5-493B-58B6-9C8D-8C75A953FAD3}" dt="2026-09-04T19:13:52.206" v="753" actId="20577"/>
        <pc:sldMkLst>
          <pc:docMk/>
          <pc:sldMk cId="589053223" sldId="361"/>
        </pc:sldMkLst>
        <pc:spChg chg="mod">
          <ac:chgData name="HENRY LUCKY" userId="9f9f0d3b-fafb-4a1f-811e-e1ce60336648" providerId="ADAL" clId="{87B23BC5-493B-58B6-9C8D-8C75A953FAD3}" dt="2026-09-04T19:13:46.509" v="744"/>
          <ac:spMkLst>
            <pc:docMk/>
            <pc:sldMk cId="589053223" sldId="361"/>
            <ac:spMk id="2" creationId="{0A349CF2-85A3-86B8-D9C0-FD458EEA63CC}"/>
          </ac:spMkLst>
        </pc:spChg>
        <pc:spChg chg="mod">
          <ac:chgData name="HENRY LUCKY" userId="9f9f0d3b-fafb-4a1f-811e-e1ce60336648" providerId="ADAL" clId="{87B23BC5-493B-58B6-9C8D-8C75A953FAD3}" dt="2026-09-04T19:13:52.206" v="753" actId="20577"/>
          <ac:spMkLst>
            <pc:docMk/>
            <pc:sldMk cId="589053223" sldId="361"/>
            <ac:spMk id="3" creationId="{D67EC7E1-BDC5-66B7-869A-AF88FD11F116}"/>
          </ac:spMkLst>
        </pc:spChg>
      </pc:sldChg>
      <pc:sldChg chg="modSp">
        <pc:chgData name="HENRY LUCKY" userId="9f9f0d3b-fafb-4a1f-811e-e1ce60336648" providerId="ADAL" clId="{87B23BC5-493B-58B6-9C8D-8C75A953FAD3}" dt="2026-09-04T19:37:22.875" v="1379"/>
        <pc:sldMkLst>
          <pc:docMk/>
          <pc:sldMk cId="868471705" sldId="362"/>
        </pc:sldMkLst>
        <pc:spChg chg="mod">
          <ac:chgData name="HENRY LUCKY" userId="9f9f0d3b-fafb-4a1f-811e-e1ce60336648" providerId="ADAL" clId="{87B23BC5-493B-58B6-9C8D-8C75A953FAD3}" dt="2026-09-04T19:37:22.875" v="1379"/>
          <ac:spMkLst>
            <pc:docMk/>
            <pc:sldMk cId="868471705" sldId="362"/>
            <ac:spMk id="3" creationId="{6519B02B-E96A-9D9A-9452-F0473D346E4A}"/>
          </ac:spMkLst>
        </pc:spChg>
      </pc:sldChg>
      <pc:sldChg chg="modSp">
        <pc:chgData name="HENRY LUCKY" userId="9f9f0d3b-fafb-4a1f-811e-e1ce60336648" providerId="ADAL" clId="{87B23BC5-493B-58B6-9C8D-8C75A953FAD3}" dt="2026-09-04T19:37:26.468" v="1380"/>
        <pc:sldMkLst>
          <pc:docMk/>
          <pc:sldMk cId="1033750737" sldId="363"/>
        </pc:sldMkLst>
        <pc:spChg chg="mod">
          <ac:chgData name="HENRY LUCKY" userId="9f9f0d3b-fafb-4a1f-811e-e1ce60336648" providerId="ADAL" clId="{87B23BC5-493B-58B6-9C8D-8C75A953FAD3}" dt="2026-09-04T19:37:26.468" v="1380"/>
          <ac:spMkLst>
            <pc:docMk/>
            <pc:sldMk cId="1033750737" sldId="363"/>
            <ac:spMk id="3" creationId="{53FA0F3D-A88D-4DF0-4115-F7DC960D13A5}"/>
          </ac:spMkLst>
        </pc:spChg>
      </pc:sldChg>
      <pc:sldChg chg="modSp">
        <pc:chgData name="HENRY LUCKY" userId="9f9f0d3b-fafb-4a1f-811e-e1ce60336648" providerId="ADAL" clId="{87B23BC5-493B-58B6-9C8D-8C75A953FAD3}" dt="2026-09-04T19:37:30.567" v="1381"/>
        <pc:sldMkLst>
          <pc:docMk/>
          <pc:sldMk cId="4109639456" sldId="364"/>
        </pc:sldMkLst>
        <pc:spChg chg="mod">
          <ac:chgData name="HENRY LUCKY" userId="9f9f0d3b-fafb-4a1f-811e-e1ce60336648" providerId="ADAL" clId="{87B23BC5-493B-58B6-9C8D-8C75A953FAD3}" dt="2026-09-04T19:37:30.567" v="1381"/>
          <ac:spMkLst>
            <pc:docMk/>
            <pc:sldMk cId="4109639456" sldId="364"/>
            <ac:spMk id="3" creationId="{7617EEFE-BA69-7CA7-7377-E6CA7551B435}"/>
          </ac:spMkLst>
        </pc:spChg>
      </pc:sldChg>
      <pc:sldChg chg="modSp">
        <pc:chgData name="HENRY LUCKY" userId="9f9f0d3b-fafb-4a1f-811e-e1ce60336648" providerId="ADAL" clId="{87B23BC5-493B-58B6-9C8D-8C75A953FAD3}" dt="2026-09-04T19:37:34.877" v="1382"/>
        <pc:sldMkLst>
          <pc:docMk/>
          <pc:sldMk cId="1366951612" sldId="365"/>
        </pc:sldMkLst>
        <pc:spChg chg="mod">
          <ac:chgData name="HENRY LUCKY" userId="9f9f0d3b-fafb-4a1f-811e-e1ce60336648" providerId="ADAL" clId="{87B23BC5-493B-58B6-9C8D-8C75A953FAD3}" dt="2026-09-04T19:37:34.877" v="1382"/>
          <ac:spMkLst>
            <pc:docMk/>
            <pc:sldMk cId="1366951612" sldId="365"/>
            <ac:spMk id="3" creationId="{FA8C28E9-96F1-01DB-E44A-CB005F657C1B}"/>
          </ac:spMkLst>
        </pc:spChg>
      </pc:sldChg>
      <pc:sldChg chg="modSp add mod">
        <pc:chgData name="HENRY LUCKY" userId="9f9f0d3b-fafb-4a1f-811e-e1ce60336648" providerId="ADAL" clId="{87B23BC5-493B-58B6-9C8D-8C75A953FAD3}" dt="2026-09-04T18:19:16.324" v="230" actId="20577"/>
        <pc:sldMkLst>
          <pc:docMk/>
          <pc:sldMk cId="4206109148" sldId="366"/>
        </pc:sldMkLst>
        <pc:spChg chg="mod">
          <ac:chgData name="HENRY LUCKY" userId="9f9f0d3b-fafb-4a1f-811e-e1ce60336648" providerId="ADAL" clId="{87B23BC5-493B-58B6-9C8D-8C75A953FAD3}" dt="2026-09-04T18:19:16.324" v="230" actId="20577"/>
          <ac:spMkLst>
            <pc:docMk/>
            <pc:sldMk cId="4206109148" sldId="366"/>
            <ac:spMk id="4" creationId="{E5CF8921-FBDE-980C-6258-FB49B0B5F753}"/>
          </ac:spMkLst>
        </pc:spChg>
      </pc:sldChg>
      <pc:sldChg chg="modSp add mod modNotesTx">
        <pc:chgData name="HENRY LUCKY" userId="9f9f0d3b-fafb-4a1f-811e-e1ce60336648" providerId="ADAL" clId="{87B23BC5-493B-58B6-9C8D-8C75A953FAD3}" dt="2026-09-04T18:41:27.552" v="476" actId="20577"/>
        <pc:sldMkLst>
          <pc:docMk/>
          <pc:sldMk cId="479523967" sldId="367"/>
        </pc:sldMkLst>
        <pc:spChg chg="mod">
          <ac:chgData name="HENRY LUCKY" userId="9f9f0d3b-fafb-4a1f-811e-e1ce60336648" providerId="ADAL" clId="{87B23BC5-493B-58B6-9C8D-8C75A953FAD3}" dt="2026-09-04T18:23:44.745" v="278"/>
          <ac:spMkLst>
            <pc:docMk/>
            <pc:sldMk cId="479523967" sldId="367"/>
            <ac:spMk id="3" creationId="{4EA1F8FE-EAA2-989F-ADB0-D5EDDDAFCBA3}"/>
          </ac:spMkLst>
        </pc:spChg>
        <pc:spChg chg="mod">
          <ac:chgData name="HENRY LUCKY" userId="9f9f0d3b-fafb-4a1f-811e-e1ce60336648" providerId="ADAL" clId="{87B23BC5-493B-58B6-9C8D-8C75A953FAD3}" dt="2026-09-04T18:39:29.978" v="442" actId="20577"/>
          <ac:spMkLst>
            <pc:docMk/>
            <pc:sldMk cId="479523967" sldId="367"/>
            <ac:spMk id="4" creationId="{1BD86429-F422-B60D-570A-31FA28D09103}"/>
          </ac:spMkLst>
        </pc:spChg>
      </pc:sldChg>
      <pc:sldChg chg="add del">
        <pc:chgData name="HENRY LUCKY" userId="9f9f0d3b-fafb-4a1f-811e-e1ce60336648" providerId="ADAL" clId="{87B23BC5-493B-58B6-9C8D-8C75A953FAD3}" dt="2026-09-04T19:13:31.848" v="740" actId="2696"/>
        <pc:sldMkLst>
          <pc:docMk/>
          <pc:sldMk cId="2885016127" sldId="368"/>
        </pc:sldMkLst>
      </pc:sldChg>
      <pc:sldChg chg="modSp add mod">
        <pc:chgData name="HENRY LUCKY" userId="9f9f0d3b-fafb-4a1f-811e-e1ce60336648" providerId="ADAL" clId="{87B23BC5-493B-58B6-9C8D-8C75A953FAD3}" dt="2026-09-04T19:12:58.539" v="736" actId="20577"/>
        <pc:sldMkLst>
          <pc:docMk/>
          <pc:sldMk cId="2163760827" sldId="369"/>
        </pc:sldMkLst>
        <pc:spChg chg="mod">
          <ac:chgData name="HENRY LUCKY" userId="9f9f0d3b-fafb-4a1f-811e-e1ce60336648" providerId="ADAL" clId="{87B23BC5-493B-58B6-9C8D-8C75A953FAD3}" dt="2026-09-04T19:07:03.349" v="583"/>
          <ac:spMkLst>
            <pc:docMk/>
            <pc:sldMk cId="2163760827" sldId="369"/>
            <ac:spMk id="3" creationId="{D5058ED3-334F-E70C-440E-F9E2B2E3BC95}"/>
          </ac:spMkLst>
        </pc:spChg>
        <pc:spChg chg="mod">
          <ac:chgData name="HENRY LUCKY" userId="9f9f0d3b-fafb-4a1f-811e-e1ce60336648" providerId="ADAL" clId="{87B23BC5-493B-58B6-9C8D-8C75A953FAD3}" dt="2026-09-04T19:12:58.539" v="736" actId="20577"/>
          <ac:spMkLst>
            <pc:docMk/>
            <pc:sldMk cId="2163760827" sldId="369"/>
            <ac:spMk id="4" creationId="{7CC264BC-3107-16AD-66F3-AC75F3AACF00}"/>
          </ac:spMkLst>
        </pc:spChg>
      </pc:sldChg>
      <pc:sldChg chg="modSp add mod">
        <pc:chgData name="HENRY LUCKY" userId="9f9f0d3b-fafb-4a1f-811e-e1ce60336648" providerId="ADAL" clId="{87B23BC5-493B-58B6-9C8D-8C75A953FAD3}" dt="2026-09-04T19:17:07.274" v="817" actId="15"/>
        <pc:sldMkLst>
          <pc:docMk/>
          <pc:sldMk cId="4193121713" sldId="370"/>
        </pc:sldMkLst>
        <pc:spChg chg="mod">
          <ac:chgData name="HENRY LUCKY" userId="9f9f0d3b-fafb-4a1f-811e-e1ce60336648" providerId="ADAL" clId="{87B23BC5-493B-58B6-9C8D-8C75A953FAD3}" dt="2026-09-04T19:15:31.244" v="755"/>
          <ac:spMkLst>
            <pc:docMk/>
            <pc:sldMk cId="4193121713" sldId="370"/>
            <ac:spMk id="2" creationId="{DE54E7E2-E319-FBCD-8D0B-C2F216BDFCD1}"/>
          </ac:spMkLst>
        </pc:spChg>
        <pc:spChg chg="mod">
          <ac:chgData name="HENRY LUCKY" userId="9f9f0d3b-fafb-4a1f-811e-e1ce60336648" providerId="ADAL" clId="{87B23BC5-493B-58B6-9C8D-8C75A953FAD3}" dt="2026-09-04T19:15:40.480" v="759" actId="27636"/>
          <ac:spMkLst>
            <pc:docMk/>
            <pc:sldMk cId="4193121713" sldId="370"/>
            <ac:spMk id="3" creationId="{2684DB9A-EEFA-C404-8E56-9BCA93D82A05}"/>
          </ac:spMkLst>
        </pc:spChg>
        <pc:spChg chg="mod">
          <ac:chgData name="HENRY LUCKY" userId="9f9f0d3b-fafb-4a1f-811e-e1ce60336648" providerId="ADAL" clId="{87B23BC5-493B-58B6-9C8D-8C75A953FAD3}" dt="2026-09-04T19:17:07.274" v="817" actId="15"/>
          <ac:spMkLst>
            <pc:docMk/>
            <pc:sldMk cId="4193121713" sldId="370"/>
            <ac:spMk id="4" creationId="{2F93A649-5249-C9B7-7F2E-B509A3533B56}"/>
          </ac:spMkLst>
        </pc:spChg>
      </pc:sldChg>
      <pc:sldChg chg="modSp add mod">
        <pc:chgData name="HENRY LUCKY" userId="9f9f0d3b-fafb-4a1f-811e-e1ce60336648" providerId="ADAL" clId="{87B23BC5-493B-58B6-9C8D-8C75A953FAD3}" dt="2026-09-04T19:19:55.513" v="836" actId="12"/>
        <pc:sldMkLst>
          <pc:docMk/>
          <pc:sldMk cId="2953739714" sldId="371"/>
        </pc:sldMkLst>
        <pc:spChg chg="mod">
          <ac:chgData name="HENRY LUCKY" userId="9f9f0d3b-fafb-4a1f-811e-e1ce60336648" providerId="ADAL" clId="{87B23BC5-493B-58B6-9C8D-8C75A953FAD3}" dt="2026-09-04T19:18:17.094" v="824" actId="27636"/>
          <ac:spMkLst>
            <pc:docMk/>
            <pc:sldMk cId="2953739714" sldId="371"/>
            <ac:spMk id="3" creationId="{85CFC35B-F869-7542-C0EB-8997BB6272C1}"/>
          </ac:spMkLst>
        </pc:spChg>
        <pc:spChg chg="mod">
          <ac:chgData name="HENRY LUCKY" userId="9f9f0d3b-fafb-4a1f-811e-e1ce60336648" providerId="ADAL" clId="{87B23BC5-493B-58B6-9C8D-8C75A953FAD3}" dt="2026-09-04T19:19:55.513" v="836" actId="12"/>
          <ac:spMkLst>
            <pc:docMk/>
            <pc:sldMk cId="2953739714" sldId="371"/>
            <ac:spMk id="4" creationId="{FC2E87FE-1DE5-FE63-F3D0-6BD3C6DD4F76}"/>
          </ac:spMkLst>
        </pc:spChg>
      </pc:sldChg>
      <pc:sldChg chg="modSp add mod">
        <pc:chgData name="HENRY LUCKY" userId="9f9f0d3b-fafb-4a1f-811e-e1ce60336648" providerId="ADAL" clId="{87B23BC5-493B-58B6-9C8D-8C75A953FAD3}" dt="2026-09-04T19:21:58.857" v="875" actId="20577"/>
        <pc:sldMkLst>
          <pc:docMk/>
          <pc:sldMk cId="1031155696" sldId="372"/>
        </pc:sldMkLst>
        <pc:spChg chg="mod">
          <ac:chgData name="HENRY LUCKY" userId="9f9f0d3b-fafb-4a1f-811e-e1ce60336648" providerId="ADAL" clId="{87B23BC5-493B-58B6-9C8D-8C75A953FAD3}" dt="2026-09-04T19:20:31.659" v="841" actId="27636"/>
          <ac:spMkLst>
            <pc:docMk/>
            <pc:sldMk cId="1031155696" sldId="372"/>
            <ac:spMk id="3" creationId="{55C693B6-B63A-B3E0-6A88-41841660B91A}"/>
          </ac:spMkLst>
        </pc:spChg>
        <pc:spChg chg="mod">
          <ac:chgData name="HENRY LUCKY" userId="9f9f0d3b-fafb-4a1f-811e-e1ce60336648" providerId="ADAL" clId="{87B23BC5-493B-58B6-9C8D-8C75A953FAD3}" dt="2026-09-04T19:21:58.857" v="875" actId="20577"/>
          <ac:spMkLst>
            <pc:docMk/>
            <pc:sldMk cId="1031155696" sldId="372"/>
            <ac:spMk id="4" creationId="{3B29E339-EB98-285C-6F45-3434F18FD564}"/>
          </ac:spMkLst>
        </pc:spChg>
      </pc:sldChg>
      <pc:sldChg chg="addSp modSp add mod">
        <pc:chgData name="HENRY LUCKY" userId="9f9f0d3b-fafb-4a1f-811e-e1ce60336648" providerId="ADAL" clId="{87B23BC5-493B-58B6-9C8D-8C75A953FAD3}" dt="2026-09-04T19:31:13.710" v="1241" actId="20577"/>
        <pc:sldMkLst>
          <pc:docMk/>
          <pc:sldMk cId="294505951" sldId="373"/>
        </pc:sldMkLst>
        <pc:spChg chg="mod">
          <ac:chgData name="HENRY LUCKY" userId="9f9f0d3b-fafb-4a1f-811e-e1ce60336648" providerId="ADAL" clId="{87B23BC5-493B-58B6-9C8D-8C75A953FAD3}" dt="2026-09-04T19:22:19.385" v="876"/>
          <ac:spMkLst>
            <pc:docMk/>
            <pc:sldMk cId="294505951" sldId="373"/>
            <ac:spMk id="2" creationId="{6ABF1476-7742-3D5E-B5D3-F154FBCDD614}"/>
          </ac:spMkLst>
        </pc:spChg>
        <pc:spChg chg="mod">
          <ac:chgData name="HENRY LUCKY" userId="9f9f0d3b-fafb-4a1f-811e-e1ce60336648" providerId="ADAL" clId="{87B23BC5-493B-58B6-9C8D-8C75A953FAD3}" dt="2026-09-04T19:22:27.871" v="877"/>
          <ac:spMkLst>
            <pc:docMk/>
            <pc:sldMk cId="294505951" sldId="373"/>
            <ac:spMk id="3" creationId="{AC80C424-D23A-AE22-6ADC-932D31556333}"/>
          </ac:spMkLst>
        </pc:spChg>
        <pc:spChg chg="mod">
          <ac:chgData name="HENRY LUCKY" userId="9f9f0d3b-fafb-4a1f-811e-e1ce60336648" providerId="ADAL" clId="{87B23BC5-493B-58B6-9C8D-8C75A953FAD3}" dt="2026-09-04T19:24:38.278" v="927" actId="20577"/>
          <ac:spMkLst>
            <pc:docMk/>
            <pc:sldMk cId="294505951" sldId="373"/>
            <ac:spMk id="4" creationId="{22FD4466-6C95-ABAE-EDDF-FD58A51A8EFF}"/>
          </ac:spMkLst>
        </pc:spChg>
        <pc:graphicFrameChg chg="add mod modGraphic">
          <ac:chgData name="HENRY LUCKY" userId="9f9f0d3b-fafb-4a1f-811e-e1ce60336648" providerId="ADAL" clId="{87B23BC5-493B-58B6-9C8D-8C75A953FAD3}" dt="2026-09-04T19:31:13.710" v="1241" actId="20577"/>
          <ac:graphicFrameMkLst>
            <pc:docMk/>
            <pc:sldMk cId="294505951" sldId="373"/>
            <ac:graphicFrameMk id="5" creationId="{46FAECFB-DA6A-B597-6F0C-14C2E88E76FB}"/>
          </ac:graphicFrameMkLst>
        </pc:graphicFrameChg>
      </pc:sldChg>
      <pc:sldChg chg="delSp modSp add mod">
        <pc:chgData name="HENRY LUCKY" userId="9f9f0d3b-fafb-4a1f-811e-e1ce60336648" providerId="ADAL" clId="{87B23BC5-493B-58B6-9C8D-8C75A953FAD3}" dt="2026-09-04T19:32:40.480" v="1249" actId="20577"/>
        <pc:sldMkLst>
          <pc:docMk/>
          <pc:sldMk cId="3472187836" sldId="374"/>
        </pc:sldMkLst>
        <pc:spChg chg="mod">
          <ac:chgData name="HENRY LUCKY" userId="9f9f0d3b-fafb-4a1f-811e-e1ce60336648" providerId="ADAL" clId="{87B23BC5-493B-58B6-9C8D-8C75A953FAD3}" dt="2026-09-04T19:32:40.480" v="1249" actId="20577"/>
          <ac:spMkLst>
            <pc:docMk/>
            <pc:sldMk cId="3472187836" sldId="374"/>
            <ac:spMk id="3" creationId="{F2448807-E738-4689-9816-7668EDE919A0}"/>
          </ac:spMkLst>
        </pc:spChg>
        <pc:spChg chg="mod">
          <ac:chgData name="HENRY LUCKY" userId="9f9f0d3b-fafb-4a1f-811e-e1ce60336648" providerId="ADAL" clId="{87B23BC5-493B-58B6-9C8D-8C75A953FAD3}" dt="2026-09-04T19:30:09.300" v="1221" actId="20577"/>
          <ac:spMkLst>
            <pc:docMk/>
            <pc:sldMk cId="3472187836" sldId="374"/>
            <ac:spMk id="4" creationId="{F4118B0E-E25C-172C-CEA4-144A7B5F82F0}"/>
          </ac:spMkLst>
        </pc:spChg>
        <pc:graphicFrameChg chg="del">
          <ac:chgData name="HENRY LUCKY" userId="9f9f0d3b-fafb-4a1f-811e-e1ce60336648" providerId="ADAL" clId="{87B23BC5-493B-58B6-9C8D-8C75A953FAD3}" dt="2026-09-04T19:29:45.517" v="1213" actId="478"/>
          <ac:graphicFrameMkLst>
            <pc:docMk/>
            <pc:sldMk cId="3472187836" sldId="374"/>
            <ac:graphicFrameMk id="5" creationId="{13A02789-D16B-5F0E-E820-E3E314A28DE8}"/>
          </ac:graphicFrameMkLst>
        </pc:graphicFrameChg>
      </pc:sldChg>
      <pc:sldChg chg="modSp add mod">
        <pc:chgData name="HENRY LUCKY" userId="9f9f0d3b-fafb-4a1f-811e-e1ce60336648" providerId="ADAL" clId="{87B23BC5-493B-58B6-9C8D-8C75A953FAD3}" dt="2026-09-04T19:33:48.218" v="1273" actId="20577"/>
        <pc:sldMkLst>
          <pc:docMk/>
          <pc:sldMk cId="4285184711" sldId="375"/>
        </pc:sldMkLst>
        <pc:spChg chg="mod">
          <ac:chgData name="HENRY LUCKY" userId="9f9f0d3b-fafb-4a1f-811e-e1ce60336648" providerId="ADAL" clId="{87B23BC5-493B-58B6-9C8D-8C75A953FAD3}" dt="2026-09-04T19:33:11.285" v="1251"/>
          <ac:spMkLst>
            <pc:docMk/>
            <pc:sldMk cId="4285184711" sldId="375"/>
            <ac:spMk id="3" creationId="{659B234F-C542-AC48-4151-3FF25ADAC60E}"/>
          </ac:spMkLst>
        </pc:spChg>
        <pc:spChg chg="mod">
          <ac:chgData name="HENRY LUCKY" userId="9f9f0d3b-fafb-4a1f-811e-e1ce60336648" providerId="ADAL" clId="{87B23BC5-493B-58B6-9C8D-8C75A953FAD3}" dt="2026-09-04T19:33:48.218" v="1273" actId="20577"/>
          <ac:spMkLst>
            <pc:docMk/>
            <pc:sldMk cId="4285184711" sldId="375"/>
            <ac:spMk id="4" creationId="{056B508E-66C9-A4AB-F460-EC4AE26D93BD}"/>
          </ac:spMkLst>
        </pc:spChg>
      </pc:sldChg>
      <pc:sldChg chg="add">
        <pc:chgData name="HENRY LUCKY" userId="9f9f0d3b-fafb-4a1f-811e-e1ce60336648" providerId="ADAL" clId="{87B23BC5-493B-58B6-9C8D-8C75A953FAD3}" dt="2026-09-04T19:39:00.199" v="1383"/>
        <pc:sldMkLst>
          <pc:docMk/>
          <pc:sldMk cId="2806610427" sldId="3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B51E-960C-0A16-7D28-D30D37DF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86C52-A769-8C6D-21A8-65238006B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D2537-8715-0408-3A51-A308DADF4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335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41B3-ADAC-FF6B-29C2-89BD84FE2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685CF-702B-E4DF-E6CE-BD3E0C988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687AF-DD94-F2F3-5AB5-EA77F5475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263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7FEC-8307-F1CC-8375-7F95CF8F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C3FE8-40A4-36A2-E2E5-1DCE77045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C9EF4-AC98-63A1-69C2-BC3C224D3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57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FE539-56A5-D34E-8179-479D447B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C50CB-2AED-CA73-EC37-38CD0A523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CA4E5-A517-C30D-A795-872E4C3CB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there are </a:t>
            </a:r>
            <a:r>
              <a:rPr lang="en-ID" dirty="0"/>
              <a:t>non-comparison sorting algorithms (like Counting Sort or Radix Sort) which manage to bypass this Omega(n log n) speed limit entirely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975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F7602-6735-155E-A5FD-66882CCF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E09BB-7F97-D7D6-C9DA-5C024C87D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3695A-199F-9DC0-8691-CA7074715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18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6A421-6D9F-B815-9243-F5DC0697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93CE6-12B7-E599-081C-420060DBD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5E0E0-78CC-1D57-99AE-A4AB3811A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92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3E9C-AB51-D82B-443E-3541F401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45AE4-B907-A31E-06D3-565696D67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66F7-8831-9B01-DD62-4371F3289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476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271A-4E86-662D-C20B-98EB680E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C6499-AFFA-AFD6-B323-C8A320B26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EEF4A-7E25-E6EF-D56C-32CA1BECF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303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87778-C997-5A6E-772E-A4E64F1C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D44B2-9BF6-3BBE-F59A-A845383AD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24927-E929-5A81-9A46-3F0DCE623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709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4BF9-A41B-045C-EB51-6EE56172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F77FD-B313-F581-4867-B6390C86E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00ED0-B879-F95F-A7E0-FE2F98194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561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60BFB-5D09-3269-C898-0803CB169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79A9B-B43F-263B-7A75-47580C967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07357-6B6C-1CA7-E754-26D22D14A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894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8104-8F11-8E25-9697-856349C9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BF1CE-A5E3-22DF-2DF2-8DB5408F9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3B171-940A-B699-5502-3DB4A06B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4758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210F-76F1-76D1-BE81-CED136DA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D93FA-108F-96B6-F1F1-8A947344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2DB0E-F8B2-A93C-39F1-15C60E5B0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328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DF5F-9371-377B-F791-CAC3CC5A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E5A03-3A55-0A3B-F94B-28F6997E6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428D2-879C-9823-84C7-DE6F43678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898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C3C4-F8D1-6BDF-EA60-8D08AA5A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00B74-C1D6-88AA-F2CB-8CBBC85BA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14FE5-7695-0F6F-CEE6-B958FD3F3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91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60551-0A6C-9DC5-42E0-B673E5A9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7789E-446A-9CC7-305C-586374BD3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FDAA7-D664-B8BF-F7F4-380F3C006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959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5BA6-3A0E-BA77-F1FD-6A306415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1C99A-8E30-21B6-492F-B2295DD13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0830C-FCBA-9E19-81D6-C31219E94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372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DE2D-575D-9745-EDBA-3E1B2A6A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4E989-D5CF-1C99-4F1B-DF8343086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BFBF6-2836-F710-1A09-759B208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258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90AD-5D35-A521-B025-D45D25C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3319-5D4A-F287-8CC5-579B5774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B86-BDA9-52AC-7B13-B40299DB1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160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6EC5-526D-03C2-0CFE-ABEF34E0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9D492-2AF5-843B-936F-A249BCD12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AC6C2-26EF-AA9A-85B4-CAF8C4F5B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1936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83F0-8443-AA77-6B89-3BFF29F0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5264D-3180-6240-60D2-9B1B1C6D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B0102-CA10-10AC-FC41-077D66199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747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56C8-1726-E64C-08C7-37F7AB0E3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2FF79-CC09-10E0-E861-ED84344B4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C28B5-329C-98C4-2C7A-AB397DFF0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0300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196F4-7F2F-7EF6-A0D1-23A40AFF4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909B5-37ED-165C-8DBA-BD8E34860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A39D7-527B-B11A-7EDB-EE7F0A927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1352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AD8E-E1F4-F435-4DD9-23B405EA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C8DB0-1FF8-500D-9699-473FA9E00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218C2-A0D4-BA80-90B5-A6D1B7697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670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Characterizing Running Times</a:t>
            </a:r>
            <a:endParaRPr lang="en-ID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272850" y="11538583"/>
            <a:ext cx="5838300" cy="745888"/>
          </a:xfrm>
        </p:spPr>
        <p:txBody>
          <a:bodyPr/>
          <a:lstStyle/>
          <a:p>
            <a:r>
              <a:rPr lang="en-US" dirty="0"/>
              <a:t>Nikita Ananda Putri Masaling,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materials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Asymptotic Notation: O, </a:t>
            </a:r>
            <a:r>
              <a:rPr lang="en-ID" dirty="0" err="1"/>
              <a:t>Ω</a:t>
            </a:r>
            <a:r>
              <a:rPr lang="en-ID" dirty="0"/>
              <a:t>, </a:t>
            </a:r>
            <a:r>
              <a:rPr lang="en-ID" dirty="0" err="1"/>
              <a:t>Θ</a:t>
            </a:r>
            <a:endParaRPr lang="en-ID" dirty="0"/>
          </a:p>
          <a:p>
            <a:r>
              <a:rPr lang="en-ID" dirty="0"/>
              <a:t>Common Functions and Their Growth Rates</a:t>
            </a:r>
          </a:p>
          <a:p>
            <a:r>
              <a:rPr lang="en-ID" dirty="0"/>
              <a:t>Proving Bounds Formally and Informally</a:t>
            </a:r>
          </a:p>
          <a:p>
            <a:r>
              <a:rPr lang="en-ID" dirty="0"/>
              <a:t>Comparing Algorithm Efficiency Using Asymptotic Notation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pPr algn="just"/>
            <a:r>
              <a:rPr lang="en-US" dirty="0"/>
              <a:t>LO 1: </a:t>
            </a:r>
            <a:r>
              <a:rPr lang="en-ID" dirty="0"/>
              <a:t>Evaluate the time and space complexity of algorithms using asymptotic notation and formal analysis methods, and prove algorithm correctness using loop invariants, induction, or exchange arguments.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Notation: O, </a:t>
            </a:r>
            <a:r>
              <a:rPr lang="en-ID" dirty="0" err="1"/>
              <a:t>Ω</a:t>
            </a:r>
            <a:r>
              <a:rPr lang="en-ID" dirty="0"/>
              <a:t>, </a:t>
            </a:r>
            <a:r>
              <a:rPr lang="en-ID" dirty="0" err="1"/>
              <a:t>Θ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intro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931259"/>
          </a:xfrm>
        </p:spPr>
        <p:txBody>
          <a:bodyPr>
            <a:normAutofit/>
          </a:bodyPr>
          <a:lstStyle/>
          <a:p>
            <a:r>
              <a:rPr lang="en-ID" dirty="0"/>
              <a:t>Asymptotic notation characterizes the growth behaviour of functions as n → ∞, suppressing constant factors and lower-order terms. </a:t>
            </a:r>
          </a:p>
          <a:p>
            <a:r>
              <a:rPr lang="en-ID" dirty="0"/>
              <a:t>We apply it to running times, space requirements, or any resource function.</a:t>
            </a:r>
          </a:p>
        </p:txBody>
      </p:sp>
      <p:pic>
        <p:nvPicPr>
          <p:cNvPr id="5" name="Picture 4" descr="A picture containing line, diagram, plot, font&#10;&#10;Description automatically generated">
            <a:extLst>
              <a:ext uri="{FF2B5EF4-FFF2-40B4-BE49-F238E27FC236}">
                <a16:creationId xmlns:a16="http://schemas.microsoft.com/office/drawing/2014/main" id="{873DD26E-68C2-FDBC-7F10-D8E666774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117" y="7326243"/>
            <a:ext cx="16962270" cy="615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441E1-0383-1E1B-EC64-5FA6E5FF1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C2C4-D5E1-8229-FA08-0A4CEB2A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Notation: O, </a:t>
            </a:r>
            <a:r>
              <a:rPr lang="en-ID" dirty="0" err="1"/>
              <a:t>Ω</a:t>
            </a:r>
            <a:r>
              <a:rPr lang="en-ID" dirty="0"/>
              <a:t>, </a:t>
            </a:r>
            <a:r>
              <a:rPr lang="en-ID" dirty="0" err="1"/>
              <a:t>Θ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44F53-7F82-59D6-5F46-C2A4005A3B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O-Notation (Asymptotic Upper Bound)</a:t>
            </a:r>
            <a:endParaRPr lang="en-ID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E3D71B-5718-14BC-B2AA-E5625DAAF7F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D" b="1" dirty="0"/>
                  <a:t>Definition (CLRS, p. 50):</a:t>
                </a:r>
                <a:r>
                  <a:rPr lang="en-ID" dirty="0"/>
                  <a:t>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</a:rPr>
                        <m:t>𝜪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={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there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exist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constants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all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ID" dirty="0"/>
                  <a:t>We write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ID" dirty="0"/>
                  <a:t>and say "f(n) is O(g(n))" or "f(n) grows no faster than g(n)".</a:t>
                </a:r>
              </a:p>
              <a:p>
                <a:r>
                  <a:rPr lang="en-ID" b="1" dirty="0"/>
                  <a:t>Intuition: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ID" dirty="0"/>
                  <a:t> is an </a:t>
                </a:r>
                <a:r>
                  <a:rPr lang="en-ID" b="1" dirty="0"/>
                  <a:t>asymptotic upper bound</a:t>
                </a:r>
                <a:r>
                  <a:rPr lang="en-ID" dirty="0"/>
                  <a:t> —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is a ceiling on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up to a constant factor, eventually.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E3D71B-5718-14BC-B2AA-E5625DAAF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380" t="-1404" r="-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16964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03F2-EA3C-D86A-8ABB-61B58E651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7D8B-EE8A-2BB7-1054-7F97176A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Notation: O, </a:t>
            </a:r>
            <a:r>
              <a:rPr lang="en-ID" dirty="0" err="1"/>
              <a:t>Ω</a:t>
            </a:r>
            <a:r>
              <a:rPr lang="en-ID" dirty="0"/>
              <a:t>, </a:t>
            </a:r>
            <a:r>
              <a:rPr lang="en-ID" dirty="0" err="1"/>
              <a:t>Θ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4B16-39D0-BA4A-FDB9-0AE4D2362F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O-Notation (Asymptotic Upper Bound)</a:t>
            </a:r>
            <a:endParaRPr lang="en-ID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CF8921-FBDE-980C-6258-FB49B0B5F75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D" b="1" dirty="0"/>
                  <a:t>Example:</a:t>
                </a:r>
                <a:r>
                  <a:rPr lang="en-ID" dirty="0"/>
                  <a:t> 2n² + 3n + 1 = O(n²).</a:t>
                </a:r>
              </a:p>
              <a:p>
                <a:r>
                  <a:rPr lang="en-ID" b="1" dirty="0"/>
                  <a:t>Proof:</a:t>
                </a:r>
                <a:r>
                  <a:rPr lang="en-ID" dirty="0"/>
                  <a:t> We need c and n₀ such that 2n² + 3n + 1 ≤ c·n² for all n ≥ n₀.</a:t>
                </a:r>
              </a:p>
              <a:p>
                <a:pPr lvl="1"/>
                <a:r>
                  <a:rPr lang="en-ID" dirty="0"/>
                  <a:t>For n ≥ 1: using overestimation we can have: </a:t>
                </a:r>
              </a:p>
              <a:p>
                <a:pPr marL="756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D" i="1" dirty="0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ID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ID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D" i="1" dirty="0" smtClean="0">
                          <a:latin typeface="Cambria Math" panose="02040503050406030204" pitchFamily="18" charset="0"/>
                        </a:rPr>
                        <m:t>+ 3</m:t>
                      </m:r>
                      <m:r>
                        <a:rPr lang="en-ID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D" i="1" dirty="0" smtClean="0">
                          <a:latin typeface="Cambria Math" panose="02040503050406030204" pitchFamily="18" charset="0"/>
                        </a:rPr>
                        <m:t> + 1 ≤2</m:t>
                      </m:r>
                      <m:sSup>
                        <m:sSupPr>
                          <m:ctrlPr>
                            <a:rPr lang="en-ID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ID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D" i="1" dirty="0">
                          <a:latin typeface="Cambria Math" panose="02040503050406030204" pitchFamily="18" charset="0"/>
                        </a:rPr>
                        <m:t>+ 3</m:t>
                      </m:r>
                      <m:sSup>
                        <m:sSupPr>
                          <m:ctrlPr>
                            <a:rPr lang="en-ID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D" i="1" dirty="0">
                          <a:latin typeface="Cambria Math" panose="02040503050406030204" pitchFamily="18" charset="0"/>
                        </a:rPr>
                        <m:t> + 1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756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D" i="1" dirty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ID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ID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D" i="1" dirty="0">
                          <a:latin typeface="Cambria Math" panose="02040503050406030204" pitchFamily="18" charset="0"/>
                        </a:rPr>
                        <m:t>+ 3</m:t>
                      </m:r>
                      <m:r>
                        <a:rPr lang="en-ID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D" i="1" dirty="0">
                          <a:latin typeface="Cambria Math" panose="02040503050406030204" pitchFamily="18" charset="0"/>
                        </a:rPr>
                        <m:t> + 1 ≤6</m:t>
                      </m:r>
                      <m:sSup>
                        <m:sSupPr>
                          <m:ctrlPr>
                            <a:rPr lang="en-ID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ID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𝑐ℎ𝑜𝑜𝑠𝑖𝑛𝑔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6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𝑡ℎ𝑒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pPr marL="756000" lvl="1" indent="0">
                  <a:buNone/>
                </a:pPr>
                <a:r>
                  <a:rPr lang="en-ID" dirty="0"/>
                  <a:t>When c = 6, n₀ = 1 satisfies the inequality ✓</a:t>
                </a:r>
              </a:p>
              <a:p>
                <a:r>
                  <a:rPr lang="en-ID" b="1" dirty="0"/>
                  <a:t>Common mistake:</a:t>
                </a:r>
                <a:r>
                  <a:rPr lang="en-ID" dirty="0"/>
                  <a:t> O-notation gives an upper bound, not a tight one. 2n² = O(n³) is technically correct but not the tightest statement.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CF8921-FBDE-980C-6258-FB49B0B5F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380" t="-1404" r="-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10914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3735E-6187-7D72-4619-7517483D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B2EF-5B02-E782-3744-E3395B1B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Notation: O, </a:t>
            </a:r>
            <a:r>
              <a:rPr lang="en-ID" dirty="0" err="1"/>
              <a:t>Ω</a:t>
            </a:r>
            <a:r>
              <a:rPr lang="en-ID" dirty="0"/>
              <a:t>, </a:t>
            </a:r>
            <a:r>
              <a:rPr lang="en-ID" dirty="0" err="1"/>
              <a:t>Θ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207AE-C58D-98E1-D5F1-CA67D7B27A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 err="1"/>
              <a:t>Ω</a:t>
            </a:r>
            <a:r>
              <a:rPr lang="en-ID" dirty="0"/>
              <a:t>-Notation (Asymptotic Lower Bound)</a:t>
            </a:r>
            <a:endParaRPr lang="en-ID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FE4122D-CCDC-83EC-88AD-053F9151A8E1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D" b="1" dirty="0"/>
                  <a:t>Definition (CLRS, p. 52):</a:t>
                </a:r>
                <a:r>
                  <a:rPr lang="en-ID" dirty="0"/>
                  <a:t>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𝛀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={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there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exist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constants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all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>
                  <a:spcBef>
                    <a:spcPts val="3600"/>
                  </a:spcBef>
                </a:pPr>
                <a:r>
                  <a:rPr lang="en-ID" dirty="0"/>
                  <a:t>We write f(n) = </a:t>
                </a:r>
                <a:r>
                  <a:rPr lang="en-ID" dirty="0" err="1"/>
                  <a:t>Ω</a:t>
                </a:r>
                <a:r>
                  <a:rPr lang="en-ID" dirty="0"/>
                  <a:t>(g(n)) and say "f(n) grows at least as fast as g(n)".</a:t>
                </a:r>
              </a:p>
              <a:p>
                <a:pPr>
                  <a:spcBef>
                    <a:spcPts val="3600"/>
                  </a:spcBef>
                </a:pPr>
                <a:r>
                  <a:rPr lang="en-ID" b="1" dirty="0"/>
                  <a:t>Intuition: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ID" dirty="0"/>
                  <a:t> is an </a:t>
                </a:r>
                <a:r>
                  <a:rPr lang="en-ID" b="1" dirty="0"/>
                  <a:t>asymptotic lower bound</a:t>
                </a:r>
                <a:r>
                  <a:rPr lang="en-ID" dirty="0"/>
                  <a:t> —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is a floor on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up to a constant factor, eventually.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FE4122D-CCDC-83EC-88AD-053F9151A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380" t="-1404" r="-1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40951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0E31F-7855-D6EC-5646-FBCF57AA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CD51-3D60-2802-2797-2D529918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Notation: O, </a:t>
            </a:r>
            <a:r>
              <a:rPr lang="en-ID" dirty="0" err="1"/>
              <a:t>Ω</a:t>
            </a:r>
            <a:r>
              <a:rPr lang="en-ID" dirty="0"/>
              <a:t>, </a:t>
            </a:r>
            <a:r>
              <a:rPr lang="en-ID" dirty="0" err="1"/>
              <a:t>Θ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1F8FE-EAA2-989F-ADB0-D5EDDDAFCB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 err="1"/>
              <a:t>Ω</a:t>
            </a:r>
            <a:r>
              <a:rPr lang="en-ID" dirty="0"/>
              <a:t>-Notation (Asymptotic Lower Bound)</a:t>
            </a:r>
            <a:endParaRPr lang="en-ID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86429-F422-B60D-570A-31FA28D0910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9225921"/>
          </a:xfrm>
        </p:spPr>
        <p:txBody>
          <a:bodyPr>
            <a:normAutofit/>
          </a:bodyPr>
          <a:lstStyle/>
          <a:p>
            <a:r>
              <a:rPr lang="en-ID" b="1" dirty="0"/>
              <a:t>Example:</a:t>
            </a:r>
            <a:r>
              <a:rPr lang="en-ID" dirty="0"/>
              <a:t> 2n² + 3n + 1 = </a:t>
            </a:r>
            <a:r>
              <a:rPr lang="en-ID" dirty="0" err="1"/>
              <a:t>Ω</a:t>
            </a:r>
            <a:r>
              <a:rPr lang="en-ID" dirty="0"/>
              <a:t>(n²).</a:t>
            </a:r>
          </a:p>
          <a:p>
            <a:r>
              <a:rPr lang="en-ID" b="1" dirty="0"/>
              <a:t>Proof:</a:t>
            </a:r>
            <a:r>
              <a:rPr lang="en-ID" dirty="0"/>
              <a:t> We need c and n₀ such that c·n² ≤ 2n² + 3n + 1 for all n ≥ n₀.</a:t>
            </a:r>
          </a:p>
          <a:p>
            <a:pPr lvl="1"/>
            <a:r>
              <a:rPr lang="en-ID" dirty="0"/>
              <a:t>In this case, it is safe to choose c = 1, as n² ≤ 2n² is always true for any real numbers. </a:t>
            </a:r>
          </a:p>
          <a:p>
            <a:pPr lvl="1"/>
            <a:r>
              <a:rPr lang="en-ID" dirty="0"/>
              <a:t>The term + 3n + 1 are also positive when n &gt; 0</a:t>
            </a:r>
          </a:p>
          <a:p>
            <a:pPr marL="756000" lvl="1" indent="0">
              <a:buNone/>
            </a:pPr>
            <a:r>
              <a:rPr lang="en-ID" dirty="0"/>
              <a:t>When c = 1, n₀ = 1 satisfies the inequality ✓</a:t>
            </a:r>
          </a:p>
          <a:p>
            <a:r>
              <a:rPr lang="en-ID" b="1" dirty="0"/>
              <a:t>Algorithmic use:</a:t>
            </a:r>
            <a:r>
              <a:rPr lang="en-ID" dirty="0"/>
              <a:t> </a:t>
            </a:r>
            <a:r>
              <a:rPr lang="en-ID" dirty="0" err="1"/>
              <a:t>Ω</a:t>
            </a:r>
            <a:r>
              <a:rPr lang="en-ID" dirty="0"/>
              <a:t> establishes </a:t>
            </a:r>
            <a:r>
              <a:rPr lang="en-ID" b="1" dirty="0"/>
              <a:t>lower bounds on algorithm running times</a:t>
            </a:r>
            <a:r>
              <a:rPr lang="en-ID" dirty="0"/>
              <a:t> and on problem difficulty. The comparison-based sorting lower bound </a:t>
            </a:r>
            <a:r>
              <a:rPr lang="en-ID" dirty="0" err="1"/>
              <a:t>Ω</a:t>
            </a:r>
            <a:r>
              <a:rPr lang="en-ID" dirty="0"/>
              <a:t>(n log n) means no comparison-based sort can beat n log n.</a:t>
            </a:r>
          </a:p>
        </p:txBody>
      </p:sp>
    </p:spTree>
    <p:extLst>
      <p:ext uri="{BB962C8B-B14F-4D97-AF65-F5344CB8AC3E}">
        <p14:creationId xmlns:p14="http://schemas.microsoft.com/office/powerpoint/2010/main" val="47952396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E6D1-2863-E9D4-1B4C-96567D27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5686-994D-947F-46F2-0508DD48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Notation: O, </a:t>
            </a:r>
            <a:r>
              <a:rPr lang="en-ID" dirty="0" err="1"/>
              <a:t>Ω</a:t>
            </a:r>
            <a:r>
              <a:rPr lang="en-ID" dirty="0"/>
              <a:t>, </a:t>
            </a:r>
            <a:r>
              <a:rPr lang="en-ID" dirty="0" err="1"/>
              <a:t>Θ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2ADAF-CD04-5A56-0E86-986FB005A3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3488259" cy="803546"/>
          </a:xfrm>
        </p:spPr>
        <p:txBody>
          <a:bodyPr>
            <a:normAutofit/>
          </a:bodyPr>
          <a:lstStyle/>
          <a:p>
            <a:r>
              <a:rPr lang="en-ID" dirty="0" err="1"/>
              <a:t>Θ</a:t>
            </a:r>
            <a:r>
              <a:rPr lang="en-ID" dirty="0"/>
              <a:t>-Notation (Asymptotically Tight Bound)</a:t>
            </a:r>
            <a:endParaRPr lang="en-ID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40638A1-7732-C0AC-1C87-C3B928F31DD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-notation (Big-Theta or Theta)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={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: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there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exist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constants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i="0" dirty="0"/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all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≥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If you can show that a function is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for some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then you have shown that the function is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i="1" dirty="0"/>
                  <a:t>.</a:t>
                </a:r>
              </a:p>
              <a:p>
                <a:pPr algn="just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ID" dirty="0"/>
                  <a:t>For example, since the previous function is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the function is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40638A1-7732-C0AC-1C87-C3B928F31D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380" t="-1248" r="-14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36288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D6AC7-FA32-6817-4FAA-4B78755F7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5B95-96BE-0337-6CF2-A99CB574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6AC91-0727-653B-BFD1-3E9E4D3D64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375556" cy="803546"/>
          </a:xfrm>
        </p:spPr>
        <p:txBody>
          <a:bodyPr>
            <a:normAutofit fontScale="92500"/>
          </a:bodyPr>
          <a:lstStyle/>
          <a:p>
            <a:r>
              <a:rPr lang="en-US" dirty="0"/>
              <a:t>proper use of asymptotic notations to characterize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C0089D6-766C-299C-9F94-1B0E7622FF0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Insertion sort: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We can correctly say that insertion sort’s </a:t>
                </a:r>
                <a:r>
                  <a:rPr lang="en-US" sz="4800" b="1" dirty="0">
                    <a:latin typeface="+mj-lt"/>
                  </a:rPr>
                  <a:t>worst-case running time</a:t>
                </a:r>
                <a:r>
                  <a:rPr lang="en-US" sz="4800" dirty="0">
                    <a:latin typeface="+mj-lt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4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4800" dirty="0">
                  <a:latin typeface="+mj-lt"/>
                </a:endParaRP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Although all three ways are correct,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4800" dirty="0">
                    <a:latin typeface="+mj-lt"/>
                  </a:rPr>
                  <a:t> bound is the most precise and hence the most preferred.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We can correctly say that insertion sort’s </a:t>
                </a:r>
                <a:r>
                  <a:rPr lang="en-US" sz="4800" b="1" dirty="0">
                    <a:latin typeface="+mj-lt"/>
                  </a:rPr>
                  <a:t>best-case running time </a:t>
                </a:r>
                <a:r>
                  <a:rPr lang="en-US" sz="4800" dirty="0">
                    <a:latin typeface="+mj-lt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4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48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C0089D6-766C-299C-9F94-1B0E7622F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570" t="-534" r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38295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9C8EB-6B78-1293-35A8-2C359FF36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7641-B7C4-F2DE-FF59-13ADE836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C8A21-E062-F6FA-7066-3D29115CF0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375556" cy="803546"/>
          </a:xfrm>
        </p:spPr>
        <p:txBody>
          <a:bodyPr>
            <a:normAutofit fontScale="92500"/>
          </a:bodyPr>
          <a:lstStyle/>
          <a:p>
            <a:r>
              <a:rPr lang="en-US" dirty="0"/>
              <a:t>proper use of asymptotic notations to characterize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A86A8F-E79A-BD56-1964-CACDDE04DF7F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Merge sort:</a:t>
                </a:r>
              </a:p>
              <a:p>
                <a:pPr lvl="1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Since merge sort runs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80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 time in all cases, we don’t have to specify worst-case, best-case or any other cases.</a:t>
                </a:r>
              </a:p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If an algorithm has a running time of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+20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800" dirty="0">
                    <a:latin typeface="+mj-lt"/>
                  </a:rPr>
                  <a:t> in all cases, it’s best to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(3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+20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 is also correct, however neither is as useful as writing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 in this case.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2A86A8F-E79A-BD56-1964-CACDDE04D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533" t="-556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72893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25AB-BF0A-9A55-AB1B-445EACBF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8436-C0FF-F3AC-B004-913E64CD8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C1BF8-702D-05FB-4D8F-7BA87DF2E3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375556" cy="803546"/>
          </a:xfrm>
        </p:spPr>
        <p:txBody>
          <a:bodyPr>
            <a:normAutofit fontScale="92500"/>
          </a:bodyPr>
          <a:lstStyle/>
          <a:p>
            <a:r>
              <a:rPr lang="en-US" dirty="0"/>
              <a:t>Wrong use of asymptotic notations to characterize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E49071-D647-BF97-8916-EA5F2735C7D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Insertion sort:</a:t>
                </a:r>
              </a:p>
              <a:p>
                <a:pPr lvl="1" algn="just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Insertion sort’s </a:t>
                </a:r>
                <a:r>
                  <a:rPr lang="en-US" sz="4800" b="1" dirty="0">
                    <a:latin typeface="+mj-lt"/>
                  </a:rPr>
                  <a:t>running time</a:t>
                </a:r>
                <a:r>
                  <a:rPr lang="en-US" sz="4800" dirty="0">
                    <a:latin typeface="+mj-lt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480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4800" dirty="0">
                    <a:latin typeface="+mj-lt"/>
                  </a:rPr>
                  <a:t>. &lt;- </a:t>
                </a:r>
                <a:r>
                  <a:rPr lang="en-US" sz="4800" b="1" dirty="0">
                    <a:latin typeface="+mj-lt"/>
                  </a:rPr>
                  <a:t>Overstatement</a:t>
                </a:r>
                <a:r>
                  <a:rPr lang="en-US" sz="4800" dirty="0">
                    <a:latin typeface="+mj-lt"/>
                  </a:rPr>
                  <a:t>, because by omitting “worst-case”, we’re left with a blanket statement covering all cases.</a:t>
                </a:r>
              </a:p>
              <a:p>
                <a:pPr lvl="1" algn="just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Insertion sort’s </a:t>
                </a:r>
                <a:r>
                  <a:rPr lang="en-US" sz="4800" b="1" dirty="0">
                    <a:latin typeface="+mj-lt"/>
                  </a:rPr>
                  <a:t>running time</a:t>
                </a:r>
                <a:r>
                  <a:rPr lang="en-US" sz="4800" dirty="0">
                    <a:latin typeface="+mj-lt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4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4800" dirty="0">
                    <a:latin typeface="+mj-lt"/>
                  </a:rPr>
                  <a:t>. &lt;- </a:t>
                </a:r>
                <a:r>
                  <a:rPr lang="en-US" sz="4800" b="1" dirty="0">
                    <a:latin typeface="+mj-lt"/>
                  </a:rPr>
                  <a:t>Correct</a:t>
                </a:r>
                <a:r>
                  <a:rPr lang="en-US" sz="4800" dirty="0">
                    <a:latin typeface="+mj-lt"/>
                  </a:rPr>
                  <a:t>, in all cases, its running time grows no faster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4800" dirty="0">
                    <a:latin typeface="+mj-lt"/>
                  </a:rPr>
                  <a:t>.</a:t>
                </a:r>
              </a:p>
              <a:p>
                <a:pPr lvl="1" algn="just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Insertion sort’s </a:t>
                </a:r>
                <a:r>
                  <a:rPr lang="en-US" sz="4800" b="1" dirty="0">
                    <a:latin typeface="+mj-lt"/>
                  </a:rPr>
                  <a:t>running time</a:t>
                </a:r>
                <a:r>
                  <a:rPr lang="en-US" sz="4800" dirty="0">
                    <a:latin typeface="+mj-lt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4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800" dirty="0">
                    <a:latin typeface="+mj-lt"/>
                  </a:rPr>
                  <a:t>&lt;- </a:t>
                </a:r>
                <a:r>
                  <a:rPr lang="en-US" sz="4800" b="1" dirty="0">
                    <a:latin typeface="+mj-lt"/>
                  </a:rPr>
                  <a:t>Correct</a:t>
                </a:r>
                <a:r>
                  <a:rPr lang="en-US" sz="4800" dirty="0">
                    <a:latin typeface="+mj-lt"/>
                  </a:rPr>
                  <a:t>, its running time grows at least as fast as </a:t>
                </a:r>
                <a14:m>
                  <m:oMath xmlns:m="http://schemas.openxmlformats.org/officeDocument/2006/math"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800" i="1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E49071-D647-BF97-8916-EA5F2735C7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533" t="-1528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45960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B006E-DD53-43E7-601F-23AA94523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87C2-910A-7908-BD07-FF806067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Asymptotic notation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8F5CC-2223-E048-C0E5-54A4AD63DA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5375556" cy="803546"/>
          </a:xfrm>
        </p:spPr>
        <p:txBody>
          <a:bodyPr>
            <a:normAutofit fontScale="92500"/>
          </a:bodyPr>
          <a:lstStyle/>
          <a:p>
            <a:r>
              <a:rPr lang="en-US" dirty="0"/>
              <a:t>Wrong use of asymptotic notations to characterize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B5094F-253B-4607-1237-6B60ED0A426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People occasionally conflate </a:t>
                </a:r>
                <a14:m>
                  <m:oMath xmlns:m="http://schemas.openxmlformats.org/officeDocument/2006/math">
                    <m:r>
                      <a:rPr lang="en-US" sz="4800" i="1" dirty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4800" dirty="0">
                    <a:latin typeface="+mj-lt"/>
                  </a:rPr>
                  <a:t>-notation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4800" dirty="0">
                    <a:latin typeface="+mj-lt"/>
                  </a:rPr>
                  <a:t>-notation by mistakenly using </a:t>
                </a:r>
                <a14:m>
                  <m:oMath xmlns:m="http://schemas.openxmlformats.org/officeDocument/2006/math">
                    <m:r>
                      <a:rPr lang="en-US" sz="4800" i="1" dirty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4800" dirty="0">
                    <a:latin typeface="+mj-lt"/>
                  </a:rPr>
                  <a:t>-notation to indicate an asymptotically tight bound.</a:t>
                </a:r>
              </a:p>
              <a:p>
                <a:pPr lvl="1" algn="just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4800" dirty="0">
                    <a:latin typeface="+mj-lt"/>
                  </a:rPr>
                  <a:t>“An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80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-time algorithm runs faster than 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-time algorithm”. &lt;- </a:t>
                </a:r>
                <a:r>
                  <a:rPr lang="en-US" sz="4800" b="1" dirty="0">
                    <a:latin typeface="+mj-lt"/>
                  </a:rPr>
                  <a:t>Incorrect</a:t>
                </a:r>
                <a:r>
                  <a:rPr lang="en-US" sz="4800" dirty="0">
                    <a:latin typeface="+mj-lt"/>
                  </a:rPr>
                  <a:t>, O-notation denotes only an asymptotic upper bound, that so-called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-time algorithm might run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80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dirty="0">
                    <a:latin typeface="+mj-lt"/>
                  </a:rPr>
                  <a:t>-time.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2B5094F-253B-4607-1237-6B60ED0A4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533" t="-1528" r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39438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Common Functions and Their Growth Rates</a:t>
            </a:r>
            <a:endParaRPr lang="en-ID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Monotone Growth Hierarchy</a:t>
            </a:r>
            <a:endParaRPr lang="en-ID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4E4912-074B-3574-6E8B-258C624ECB28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For sufficiently large n (with 0 &lt; α &lt; 1 and k ≥ 1):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D" sz="48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D" sz="4800" b="1" i="1" dirty="0" smtClean="0">
                          <a:latin typeface="Cambria Math" panose="02040503050406030204" pitchFamily="18" charset="0"/>
                        </a:rPr>
                        <m:t> &lt;</m:t>
                      </m:r>
                      <m:func>
                        <m:funcPr>
                          <m:ctrlPr>
                            <a:rPr lang="en-ID" sz="4800" b="1" i="0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D" sz="4800" b="1" i="0" dirty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func>
                            <m:funcPr>
                              <m:ctrlPr>
                                <a:rPr lang="en-ID" sz="4800" b="1" i="0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ID" sz="48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ID" sz="48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func>
                      <m:r>
                        <a:rPr lang="en-ID" sz="4800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en-ID" sz="4800" b="1" i="0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D" sz="4800" b="1" i="0" dirty="0" smtClean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r>
                            <a:rPr lang="en-ID" sz="48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  <m:r>
                        <a:rPr lang="en-ID" sz="4800" b="1" i="1" dirty="0">
                          <a:latin typeface="Cambria Math" panose="02040503050406030204" pitchFamily="18" charset="0"/>
                        </a:rPr>
                        <m:t>&lt; </m:t>
                      </m:r>
                      <m:sSup>
                        <m:sSupPr>
                          <m:ctrlPr>
                            <a:rPr lang="en-ID" sz="4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4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ID" sz="4800" b="1" i="1" dirty="0">
                              <a:latin typeface="Cambria Math" panose="02040503050406030204" pitchFamily="18" charset="0"/>
                            </a:rPr>
                            <m:t>𝜶</m:t>
                          </m:r>
                        </m:sup>
                      </m:sSup>
                      <m:r>
                        <a:rPr lang="en-ID" sz="4800" b="1" i="1" dirty="0">
                          <a:latin typeface="Cambria Math" panose="02040503050406030204" pitchFamily="18" charset="0"/>
                        </a:rPr>
                        <m:t> &lt; </m:t>
                      </m:r>
                      <m:sSup>
                        <m:sSupPr>
                          <m:ctrlPr>
                            <a:rPr lang="en-ID" sz="4800" b="1" i="1" dirty="0" err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4800" b="1" i="1" dirty="0" err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ID" sz="4800" b="1" i="1" dirty="0" err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ID" sz="4800" b="1" i="1" dirty="0">
                          <a:latin typeface="Cambria Math" panose="02040503050406030204" pitchFamily="18" charset="0"/>
                        </a:rPr>
                        <m:t> &lt; </m:t>
                      </m:r>
                      <m:sSup>
                        <m:sSupPr>
                          <m:ctrlPr>
                            <a:rPr lang="en-ID" sz="4800" b="1" i="1" dirty="0" err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4800" b="1" i="1" dirty="0" err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ID" sz="4800" b="1" i="1" dirty="0" err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func>
                        <m:funcPr>
                          <m:ctrlPr>
                            <a:rPr lang="en-ID" sz="4800" b="1" i="0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D" sz="4800" b="1" i="0" dirty="0">
                              <a:latin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r>
                            <a:rPr lang="en-ID" sz="4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  <m:r>
                        <a:rPr lang="en-ID" sz="4800" b="1" i="1" dirty="0">
                          <a:latin typeface="Cambria Math" panose="02040503050406030204" pitchFamily="18" charset="0"/>
                        </a:rPr>
                        <m:t>&lt; </m:t>
                      </m:r>
                      <m:sSup>
                        <m:sSupPr>
                          <m:ctrlPr>
                            <a:rPr lang="en-ID" sz="4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48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D" sz="4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ID" sz="4800" b="1" i="1" dirty="0"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ID" sz="4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D" sz="4800" b="1" i="1" dirty="0">
                          <a:latin typeface="Cambria Math" panose="02040503050406030204" pitchFamily="18" charset="0"/>
                        </a:rPr>
                        <m:t>! &lt; </m:t>
                      </m:r>
                      <m:sSup>
                        <m:sSupPr>
                          <m:ctrlPr>
                            <a:rPr lang="en-ID" sz="4800" b="1" i="1" dirty="0" err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D" sz="4800" b="1" i="1" dirty="0" err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ID" sz="4800" b="1" i="1" dirty="0" err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ID" sz="4800" b="1" i="1" dirty="0">
                  <a:latin typeface="Cambria Math" panose="02040503050406030204" pitchFamily="18" charset="0"/>
                </a:endParaRPr>
              </a:p>
              <a:p>
                <a:r>
                  <a:rPr lang="en-ID" b="1" dirty="0"/>
                  <a:t>Note that left side has slower growth than right side, but smaller in value</a:t>
                </a:r>
              </a:p>
              <a:p>
                <a:r>
                  <a:rPr lang="en-ID" b="1" dirty="0"/>
                  <a:t>Key relationships:</a:t>
                </a:r>
                <a:endParaRPr lang="en-ID" dirty="0"/>
              </a:p>
              <a:p>
                <a:pPr lvl="1"/>
                <a:r>
                  <a:rPr lang="en-ID" dirty="0"/>
                  <a:t>Any logarithm grows slower than any polynomial</a:t>
                </a:r>
              </a:p>
              <a:p>
                <a:pPr lvl="1"/>
                <a:r>
                  <a:rPr lang="en-ID" dirty="0"/>
                  <a:t>Any polynomial grows slower than any exponential</a:t>
                </a:r>
              </a:p>
              <a:p>
                <a:pPr lvl="1"/>
                <a:r>
                  <a:rPr lang="en-ID" dirty="0"/>
                  <a:t>Exponentials grow much slower than factorials.</a:t>
                </a:r>
              </a:p>
              <a:p>
                <a:pPr marL="0" indent="0">
                  <a:buNone/>
                </a:pPr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4E4912-074B-3574-6E8B-258C624E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533" t="-1250" r="-1800" b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974395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E215D-A6C3-138E-741A-21E816A8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5AB2-2634-56A3-D1BF-5982F4E1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Common Functions and Their Growth Rates</a:t>
            </a:r>
            <a:endParaRPr lang="en-ID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58ED3-334F-E70C-440E-F9E2B2E3B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Logarithm Properties</a:t>
            </a:r>
            <a:endParaRPr lang="en-ID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CC264BC-3107-16AD-66F3-AC75F3AACF0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Because we use Asymptotic notation, the base of a logarithm is irrelevant (changes only the constant):</a:t>
                </a:r>
              </a:p>
              <a:p>
                <a:endParaRPr lang="en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ID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D" i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D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D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ID" i="1" dirty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ID" i="1" dirty="0" err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ID" i="1" dirty="0" err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D" i="0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D" i="0" dirty="0" err="1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D" i="1" dirty="0" err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ID" i="1" dirty="0" err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ID" i="0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D" i="0" dirty="0" err="1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D" i="1" dirty="0" err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ID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ID" dirty="0"/>
                  <a:t>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ID" i="1" dirty="0" err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ID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D" dirty="0" err="1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D" i="1" dirty="0" err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den>
                    </m:f>
                    <m:r>
                      <a:rPr lang="en-ID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/>
                  <a:t>as constant, therefore,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D" i="1" dirty="0" err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D" i="0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D" i="0" dirty="0" err="1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D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D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ID" i="0" dirty="0" err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ID" i="1" dirty="0" err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D" i="0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D" i="0" dirty="0" err="1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D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ID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D" dirty="0"/>
              </a:p>
              <a:p>
                <a:r>
                  <a:rPr lang="en-ID" dirty="0"/>
                  <a:t>The textbook write </a:t>
                </a:r>
                <a:r>
                  <a:rPr lang="en-ID" b="1" dirty="0" err="1"/>
                  <a:t>lg</a:t>
                </a:r>
                <a:r>
                  <a:rPr lang="en-ID" b="1" dirty="0"/>
                  <a:t> n</a:t>
                </a:r>
                <a:r>
                  <a:rPr lang="en-ID" dirty="0"/>
                  <a:t> for log₂ n and </a:t>
                </a:r>
                <a:r>
                  <a:rPr lang="en-ID" b="1" dirty="0"/>
                  <a:t>ln n</a:t>
                </a:r>
                <a:r>
                  <a:rPr lang="en-ID" dirty="0"/>
                  <a:t> for the natural logarithm just to be precise.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CC264BC-3107-16AD-66F3-AC75F3AAC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0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76082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91ABC-FE36-2DBC-DCD4-DD9086BD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9CF2-85A3-86B8-D9C0-FD458EEA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Common Functions and Their Growth Rates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EC7E1-BDC5-66B7-869A-AF88FD11F1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Fibonacci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C8127DE-F441-A200-9DF1-2D5061DA948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US" dirty="0">
                    <a:solidFill>
                      <a:srgbClr val="212121"/>
                    </a:solidFill>
                    <a:latin typeface="+mj-lt"/>
                  </a:rPr>
                  <a:t>Fibonacci numbers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>
                    <a:solidFill>
                      <a:srgbClr val="212121"/>
                    </a:solidFill>
                    <a:latin typeface="+mj-lt"/>
                  </a:rPr>
                  <a:t>We define Fibonacci numbers as follows:</a:t>
                </a:r>
              </a:p>
              <a:p>
                <a:pPr marL="609600" lvl="1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21212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21212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1212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21212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rgbClr val="21212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0                        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1                        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12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21212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21212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rgbClr val="21212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21212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21212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21212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solidFill>
                                        <a:srgbClr val="21212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21212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rgbClr val="212121"/>
                  </a:solidFill>
                  <a:latin typeface="+mj-lt"/>
                </a:endParaRPr>
              </a:p>
              <a:p>
                <a:pPr lvl="1">
                  <a:spcBef>
                    <a:spcPts val="0"/>
                  </a:spcBef>
                </a:pPr>
                <a:r>
                  <a:rPr lang="en-US" dirty="0">
                    <a:solidFill>
                      <a:srgbClr val="212121"/>
                    </a:solidFill>
                    <a:latin typeface="+mj-lt"/>
                  </a:rPr>
                  <a:t>It is related to the golden ratio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1212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>
                    <a:solidFill>
                      <a:srgbClr val="212121"/>
                    </a:solidFill>
                    <a:latin typeface="+mj-lt"/>
                  </a:rPr>
                  <a:t> and its conjugate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2121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21212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212121"/>
                    </a:solidFill>
                    <a:latin typeface="+mj-lt"/>
                  </a:rPr>
                  <a:t>, which are the two roots of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21212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21212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21212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21212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21212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21212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>
                  <a:solidFill>
                    <a:srgbClr val="21212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C8127DE-F441-A200-9DF1-2D5061DA94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9" t="-1268" r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05322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7888-8AA5-3A52-D2B1-25046C0A3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E7E2-E319-FBCD-8D0B-C2F216BD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Proving Bounds Formally and Informally</a:t>
            </a:r>
            <a:br>
              <a:rPr lang="en-ID" b="0" dirty="0"/>
            </a:br>
            <a:br>
              <a:rPr lang="en-ID" b="0" dirty="0"/>
            </a:br>
            <a:endParaRPr lang="en-ID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4DB9A-EEFA-C404-8E56-9BCA93D82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518441" cy="803546"/>
          </a:xfrm>
        </p:spPr>
        <p:txBody>
          <a:bodyPr>
            <a:normAutofit/>
          </a:bodyPr>
          <a:lstStyle/>
          <a:p>
            <a:r>
              <a:rPr lang="en-ID" dirty="0"/>
              <a:t>Formal Proof Technique: Definition Method</a:t>
            </a:r>
            <a:endParaRPr lang="en-ID" b="0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3A649-5249-C9B7-7F2E-B509A3533B5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ID" dirty="0"/>
              <a:t>To prove f(n) = O(g(n)):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Write out the inequality f(n) ≤ </a:t>
            </a:r>
            <a:r>
              <a:rPr lang="en-ID" dirty="0" err="1"/>
              <a:t>c·g</a:t>
            </a:r>
            <a:r>
              <a:rPr lang="en-ID" dirty="0"/>
              <a:t>(n).</a:t>
            </a:r>
          </a:p>
          <a:p>
            <a:pPr lvl="1">
              <a:buFont typeface="Wingdings" pitchFamily="2" charset="2"/>
              <a:buChar char="Ø"/>
            </a:pPr>
            <a:r>
              <a:rPr lang="en-ID" dirty="0"/>
              <a:t>Find explicit c and n₀ satisfying it.</a:t>
            </a:r>
          </a:p>
          <a:p>
            <a:pPr marL="0" indent="0">
              <a:buNone/>
            </a:pPr>
            <a:endParaRPr lang="en-ID" dirty="0"/>
          </a:p>
          <a:p>
            <a:r>
              <a:rPr lang="en-ID" b="1" dirty="0"/>
              <a:t>Example:</a:t>
            </a:r>
            <a:r>
              <a:rPr lang="en-ID" dirty="0"/>
              <a:t> Prove 7n³ + 100n² = O(n³)</a:t>
            </a:r>
          </a:p>
          <a:p>
            <a:pPr lvl="1"/>
            <a:r>
              <a:rPr lang="en-ID" dirty="0"/>
              <a:t>For n ≥ 1: using overestimation we can have 100n² ≤ 100n³, so 7n³ + 100n² ≤ 107n³.</a:t>
            </a:r>
          </a:p>
          <a:p>
            <a:pPr lvl="1"/>
            <a:r>
              <a:rPr lang="en-ID" dirty="0"/>
              <a:t>Choose c = 107, n₀ = 1. ✓</a:t>
            </a:r>
          </a:p>
        </p:txBody>
      </p:sp>
    </p:spTree>
    <p:extLst>
      <p:ext uri="{BB962C8B-B14F-4D97-AF65-F5344CB8AC3E}">
        <p14:creationId xmlns:p14="http://schemas.microsoft.com/office/powerpoint/2010/main" val="419312171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C5D0-2324-C58F-DD0C-DFD4B6F3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8356-7D34-AEB6-2E3A-58460CE3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Proving Bounds Formally and Informally</a:t>
            </a:r>
            <a:br>
              <a:rPr lang="en-ID" b="0" dirty="0"/>
            </a:br>
            <a:br>
              <a:rPr lang="en-ID" b="0" dirty="0"/>
            </a:br>
            <a:endParaRPr lang="en-ID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FC35B-F869-7542-C0EB-8997BB6272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032265" cy="803546"/>
          </a:xfrm>
        </p:spPr>
        <p:txBody>
          <a:bodyPr>
            <a:normAutofit/>
          </a:bodyPr>
          <a:lstStyle/>
          <a:p>
            <a:r>
              <a:rPr lang="en-ID" dirty="0"/>
              <a:t>Informal Argument: "Drop Low-Order Terms and Constants"</a:t>
            </a:r>
            <a:endParaRPr lang="en-ID" b="0" dirty="0"/>
          </a:p>
          <a:p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C2E87FE-1DE5-FE63-F3D0-6BD3C6DD4F7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For a polynomial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ₖ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ᵏ + 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ₖ₋₁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ᵏ⁻¹ + … + 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₀ (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ₖ &gt; 0)</m:t>
                    </m:r>
                  </m:oMath>
                </a14:m>
                <a:r>
                  <a:rPr lang="en-ID" dirty="0"/>
                  <a:t>: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ID" b="1" i="0" dirty="0" err="1"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ᵏ)</m:t>
                    </m:r>
                  </m:oMath>
                </a14:m>
                <a:endParaRPr lang="en-ID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-ID" dirty="0"/>
                  <a:t>Justification: for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m:rPr>
                        <m:sty m:val="p"/>
                      </m:rPr>
                      <a:rPr lang="en-ID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⁡(1,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·|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ₖ₋₁/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ₖ|, …)</m:t>
                    </m:r>
                  </m:oMath>
                </a14:m>
                <a:r>
                  <a:rPr lang="en-ID" dirty="0"/>
                  <a:t>, the leading term dominates.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C2E87FE-1DE5-FE63-F3D0-6BD3C6DD4F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73971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44D7-4862-02C6-37F5-0A0C316D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C5023-92D1-53B6-4276-FBF4EFAC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Proving Bounds Formally and Informally</a:t>
            </a:r>
            <a:br>
              <a:rPr lang="en-ID" b="0" dirty="0"/>
            </a:br>
            <a:br>
              <a:rPr lang="en-ID" b="0" dirty="0"/>
            </a:br>
            <a:endParaRPr lang="en-ID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693B6-B63A-B3E0-6A88-41841660B9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518441" cy="803546"/>
          </a:xfrm>
        </p:spPr>
        <p:txBody>
          <a:bodyPr>
            <a:normAutofit/>
          </a:bodyPr>
          <a:lstStyle/>
          <a:p>
            <a:r>
              <a:rPr lang="en-ID" dirty="0"/>
              <a:t>Common Pitfalls</a:t>
            </a:r>
            <a:endParaRPr lang="en-ID" b="0" dirty="0"/>
          </a:p>
          <a:p>
            <a:endParaRPr lang="en-ID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B29E339-EB98-285C-6F45-3434F18FD564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r>
                  <a:rPr lang="en-ID" b="1" dirty="0"/>
                  <a:t>O is not equality:</a:t>
                </a:r>
                <a:r>
                  <a:rPr lang="en-ID" dirty="0"/>
                  <a:t> Writing f(n) = O(g(n)) uses "=" as shorthand for "f(n) ∈ O(g(n))". The relation is not symmetric.</a:t>
                </a:r>
              </a:p>
              <a:p>
                <a:r>
                  <a:rPr lang="en-ID" b="1" dirty="0"/>
                  <a:t>Asymptotic bounds are not exact:</a:t>
                </a:r>
                <a:r>
                  <a:rPr lang="en-ID" dirty="0"/>
                  <a:t> O(n²) says nothing about the running time for small inputs (n &lt; n₀).</a:t>
                </a:r>
              </a:p>
              <a:p>
                <a:r>
                  <a:rPr lang="en-ID" b="1" dirty="0"/>
                  <a:t>Tight bounds vs. upper bounds:</a:t>
                </a:r>
                <a:r>
                  <a:rPr lang="en-ID" dirty="0"/>
                  <a:t> Always aim for the tightest applicable bound. Saying "Insertion Sort is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D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" is technically true but useless.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B29E339-EB98-285C-6F45-3434F18FD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1400" t="-1250" r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115569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D76E-4A89-516C-66AB-8C60F92F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1476-7742-3D5E-B5D3-F154FBCDD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Comparing Algorithm Efficiency</a:t>
            </a:r>
            <a:br>
              <a:rPr lang="en-ID" b="0" dirty="0"/>
            </a:br>
            <a:br>
              <a:rPr lang="en-ID" b="0" dirty="0"/>
            </a:br>
            <a:endParaRPr lang="en-ID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0C424-D23A-AE22-6ADC-932D315563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518441" cy="803546"/>
          </a:xfrm>
        </p:spPr>
        <p:txBody>
          <a:bodyPr>
            <a:normAutofit/>
          </a:bodyPr>
          <a:lstStyle/>
          <a:p>
            <a:r>
              <a:rPr lang="en-ID" dirty="0"/>
              <a:t>Using Asymptotic Notation to Choose Algorithms</a:t>
            </a:r>
            <a:endParaRPr lang="en-ID" b="0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D4466-6C95-ABAE-EDDF-FD58A51A8E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ID" dirty="0"/>
              <a:t>Here is some ways to choose sorting algorithms: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6FAECFB-DA6A-B597-6F0C-14C2E88E7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8737981"/>
                  </p:ext>
                </p:extLst>
              </p:nvPr>
            </p:nvGraphicFramePr>
            <p:xfrm>
              <a:off x="3184358" y="4847552"/>
              <a:ext cx="18015285" cy="603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46478">
                      <a:extLst>
                        <a:ext uri="{9D8B030D-6E8A-4147-A177-3AD203B41FA5}">
                          <a16:colId xmlns:a16="http://schemas.microsoft.com/office/drawing/2014/main" val="3028449642"/>
                        </a:ext>
                      </a:extLst>
                    </a:gridCol>
                    <a:gridCol w="8534400">
                      <a:extLst>
                        <a:ext uri="{9D8B030D-6E8A-4147-A177-3AD203B41FA5}">
                          <a16:colId xmlns:a16="http://schemas.microsoft.com/office/drawing/2014/main" val="666303101"/>
                        </a:ext>
                      </a:extLst>
                    </a:gridCol>
                    <a:gridCol w="4934407">
                      <a:extLst>
                        <a:ext uri="{9D8B030D-6E8A-4147-A177-3AD203B41FA5}">
                          <a16:colId xmlns:a16="http://schemas.microsoft.com/office/drawing/2014/main" val="2216739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0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Time 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Best for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03355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Bubble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000" b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Educational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96569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Insertion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40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40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 worst,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 best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Small n, nearly sorted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9187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Merge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sz="4000" b="0" i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4000" b="0" i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000" b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General purpose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5661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Heap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sz="4000" b="0" i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4000" b="0" i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000" b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In-place, predictable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28940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Quick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US" sz="40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40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40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4000" b="0" i="1" smtClean="0">
                                          <a:solidFill>
                                            <a:schemeClr val="bg2">
                                              <a:lumMod val="1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𝑒𝑥𝑝𝑒𝑐𝑡𝑒𝑑</m:t>
                              </m:r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40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4000" b="0" i="1" smtClean="0">
                                      <a:solidFill>
                                        <a:schemeClr val="bg2">
                                          <a:lumMod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40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 worst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General, fast in practice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19262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6FAECFB-DA6A-B597-6F0C-14C2E88E76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8737981"/>
                  </p:ext>
                </p:extLst>
              </p:nvPr>
            </p:nvGraphicFramePr>
            <p:xfrm>
              <a:off x="3184358" y="4847552"/>
              <a:ext cx="18015285" cy="603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46478">
                      <a:extLst>
                        <a:ext uri="{9D8B030D-6E8A-4147-A177-3AD203B41FA5}">
                          <a16:colId xmlns:a16="http://schemas.microsoft.com/office/drawing/2014/main" val="3028449642"/>
                        </a:ext>
                      </a:extLst>
                    </a:gridCol>
                    <a:gridCol w="8534400">
                      <a:extLst>
                        <a:ext uri="{9D8B030D-6E8A-4147-A177-3AD203B41FA5}">
                          <a16:colId xmlns:a16="http://schemas.microsoft.com/office/drawing/2014/main" val="666303101"/>
                        </a:ext>
                      </a:extLst>
                    </a:gridCol>
                    <a:gridCol w="4934407">
                      <a:extLst>
                        <a:ext uri="{9D8B030D-6E8A-4147-A177-3AD203B41FA5}">
                          <a16:colId xmlns:a16="http://schemas.microsoft.com/office/drawing/2014/main" val="221673920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40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Algorithm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Time 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Best for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033554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Bubble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195" t="-114286" r="-57949" b="-689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Educational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9656972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Insertion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195" t="-116505" r="-57949" b="-274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Small n, nearly sorted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918705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Merge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195" t="-405455" r="-57949" b="-4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General purpose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5661342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Heap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195" t="-267308" r="-57949" b="-1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In-place, predictable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2894041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Quick Sort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195" t="-370874" r="-57949" b="-20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General, fast in practice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19262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50595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54EE5-1CE7-2BC0-B4DE-57FE5E17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B607-7117-26C3-7581-9E4923A8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Comparing Algorithm Efficiency</a:t>
            </a:r>
            <a:br>
              <a:rPr lang="en-ID" b="0" dirty="0"/>
            </a:br>
            <a:br>
              <a:rPr lang="en-ID" b="0" dirty="0"/>
            </a:br>
            <a:endParaRPr lang="en-ID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48807-E738-4689-9816-7668EDE91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518441" cy="803546"/>
          </a:xfrm>
        </p:spPr>
        <p:txBody>
          <a:bodyPr>
            <a:normAutofit/>
          </a:bodyPr>
          <a:lstStyle/>
          <a:p>
            <a:r>
              <a:rPr lang="en-ID" dirty="0"/>
              <a:t>General Practical Guidance</a:t>
            </a:r>
            <a:endParaRPr lang="en-ID" b="0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18B0E-E25C-172C-CEA4-144A7B5F82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ID" dirty="0"/>
              <a:t>For n &lt; 50: constant factors dominate; insertion sort is often fastest in practice.</a:t>
            </a:r>
          </a:p>
          <a:p>
            <a:r>
              <a:rPr lang="en-ID" dirty="0"/>
              <a:t>For n up to 10⁴: O(n²) may be acceptable.</a:t>
            </a:r>
          </a:p>
          <a:p>
            <a:r>
              <a:rPr lang="en-ID" dirty="0"/>
              <a:t>For n &gt; 10⁶: O(n log n) or better is typically required.</a:t>
            </a:r>
          </a:p>
          <a:p>
            <a:r>
              <a:rPr lang="en-ID" dirty="0"/>
              <a:t>For n &gt; 10⁸: O(n) algorithms are preferred.</a:t>
            </a:r>
          </a:p>
        </p:txBody>
      </p:sp>
    </p:spTree>
    <p:extLst>
      <p:ext uri="{BB962C8B-B14F-4D97-AF65-F5344CB8AC3E}">
        <p14:creationId xmlns:p14="http://schemas.microsoft.com/office/powerpoint/2010/main" val="347218783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E7581-E877-C532-4C14-2C9694F4F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8E74-7AE7-93A9-F980-4906DF88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Comparing Algorithm Efficiency</a:t>
            </a:r>
            <a:br>
              <a:rPr lang="en-ID" b="0" dirty="0"/>
            </a:br>
            <a:br>
              <a:rPr lang="en-ID" b="0" dirty="0"/>
            </a:br>
            <a:endParaRPr lang="en-ID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B234F-C542-AC48-4151-3FF25ADAC6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2518441" cy="803546"/>
          </a:xfrm>
        </p:spPr>
        <p:txBody>
          <a:bodyPr>
            <a:normAutofit/>
          </a:bodyPr>
          <a:lstStyle/>
          <a:p>
            <a:r>
              <a:rPr lang="en-ID" dirty="0"/>
              <a:t>Space Complexity and the Time-Space </a:t>
            </a:r>
            <a:r>
              <a:rPr lang="en-ID" dirty="0" err="1"/>
              <a:t>Tradeoff</a:t>
            </a:r>
            <a:endParaRPr lang="en-ID" b="0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B508E-66C9-A4AB-F460-EC4AE26D93B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ID" b="1" dirty="0"/>
              <a:t>In-place:</a:t>
            </a:r>
            <a:r>
              <a:rPr lang="en-ID" dirty="0"/>
              <a:t> O(1) additional space (e.g., insertion sort, heapsort).</a:t>
            </a:r>
          </a:p>
          <a:p>
            <a:r>
              <a:rPr lang="en-ID" b="1" dirty="0"/>
              <a:t>Not in-place:</a:t>
            </a:r>
            <a:r>
              <a:rPr lang="en-ID" dirty="0"/>
              <a:t> O(n) additional space (e.g., merge sort).</a:t>
            </a:r>
          </a:p>
          <a:p>
            <a:r>
              <a:rPr lang="en-ID" b="1" dirty="0"/>
              <a:t>Hash tables:</a:t>
            </a:r>
            <a:r>
              <a:rPr lang="en-ID" dirty="0"/>
              <a:t> O(n) space, O(1) average lookup — classic time-space </a:t>
            </a:r>
            <a:r>
              <a:rPr lang="en-ID" dirty="0" err="1"/>
              <a:t>tradeoff</a:t>
            </a:r>
            <a:r>
              <a:rPr lang="en-ID" dirty="0"/>
              <a:t>.</a:t>
            </a:r>
          </a:p>
          <a:p>
            <a:r>
              <a:rPr lang="en-ID" dirty="0"/>
              <a:t>Often we can reduce time by spending more space (</a:t>
            </a:r>
            <a:r>
              <a:rPr lang="en-ID" dirty="0" err="1"/>
              <a:t>memoization</a:t>
            </a:r>
            <a:r>
              <a:rPr lang="en-ID" dirty="0"/>
              <a:t>, hash tables) or reduce space by spending more time (recomputing instead of caching).</a:t>
            </a:r>
          </a:p>
        </p:txBody>
      </p:sp>
    </p:spTree>
    <p:extLst>
      <p:ext uri="{BB962C8B-B14F-4D97-AF65-F5344CB8AC3E}">
        <p14:creationId xmlns:p14="http://schemas.microsoft.com/office/powerpoint/2010/main" val="428518471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4745-38F4-6B70-C5E6-490DEC1C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9FB6-5216-72D8-C2D6-855C73F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0BD9-2B4B-AAF0-7C79-E2CD378F4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29C2CE5-A3E8-9383-F708-28F2C13D0D1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20049246" cy="9138176"/>
              </a:xfrm>
            </p:spPr>
            <p:txBody>
              <a:bodyPr>
                <a:normAutofit/>
              </a:bodyPr>
              <a:lstStyle/>
              <a:p>
                <a:r>
                  <a:rPr lang="en-ID" b="1" dirty="0"/>
                  <a:t>O(g(n))</a:t>
                </a:r>
                <a:r>
                  <a:rPr lang="en-ID" dirty="0"/>
                  <a:t> = asymptotic upper bound: f grows no faster than g.</a:t>
                </a:r>
              </a:p>
              <a:p>
                <a:r>
                  <a:rPr lang="en-ID" b="1" dirty="0" err="1"/>
                  <a:t>Ω</a:t>
                </a:r>
                <a:r>
                  <a:rPr lang="en-ID" b="1" dirty="0"/>
                  <a:t>(g(n))</a:t>
                </a:r>
                <a:r>
                  <a:rPr lang="en-ID" dirty="0"/>
                  <a:t> = asymptotic lower bound: f grows at least as fast as g.</a:t>
                </a:r>
              </a:p>
              <a:p>
                <a:r>
                  <a:rPr lang="en-ID" b="1" dirty="0" err="1"/>
                  <a:t>Θ</a:t>
                </a:r>
                <a:r>
                  <a:rPr lang="en-ID" b="1" dirty="0"/>
                  <a:t>(g(n))</a:t>
                </a:r>
                <a:r>
                  <a:rPr lang="en-ID" dirty="0"/>
                  <a:t> = tight bound: f and g grow at the same rate.</a:t>
                </a:r>
              </a:p>
              <a:p>
                <a:r>
                  <a:rPr lang="en-ID" dirty="0"/>
                  <a:t>Growth hierarchy: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ID" i="0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D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ID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ID" i="0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D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ID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D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D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2ⁿ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D" dirty="0"/>
              </a:p>
              <a:p>
                <a:r>
                  <a:rPr lang="en-ID" dirty="0"/>
                  <a:t>To prove f = O(g): exhibit constants c, n₀</a:t>
                </a:r>
              </a:p>
              <a:p>
                <a:r>
                  <a:rPr lang="en-ID" dirty="0"/>
                  <a:t>Asymptotic notation enables algorithm comparison independent of hardware and implementation constants.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29C2CE5-A3E8-9383-F708-28F2C13D0D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20049246" cy="9138176"/>
              </a:xfrm>
              <a:blipFill>
                <a:blip r:embed="rId3"/>
                <a:stretch>
                  <a:fillRect l="-1329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85252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B5EF-EDE6-A5C1-32F8-99BB891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9DF9-DA86-1C2B-B43B-04A7374D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DDA6-47F0-D21A-1287-73DE12AE7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General 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B4B44C8-A6ED-A683-33EE-A99E42E2D6D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20049246" cy="9138176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ID" dirty="0"/>
                  <a:t>Prove from the definition that 5n² + 10n = </a:t>
                </a:r>
                <a:r>
                  <a:rPr lang="en-ID" dirty="0" err="1"/>
                  <a:t>Θ</a:t>
                </a:r>
                <a:r>
                  <a:rPr lang="en-ID" dirty="0"/>
                  <a:t>(n²). Provide explicit c₁, c₂, and n₀.</a:t>
                </a:r>
              </a:p>
              <a:p>
                <a:pPr>
                  <a:buFont typeface="+mj-lt"/>
                  <a:buAutoNum type="arabicPeriod"/>
                </a:pPr>
                <a:r>
                  <a:rPr lang="en-ID" dirty="0"/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ID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D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?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D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D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? Justify using prove by definition</a:t>
                </a:r>
              </a:p>
              <a:p>
                <a:pPr>
                  <a:buFont typeface="+mj-lt"/>
                  <a:buAutoNum type="arabicPeriod"/>
                </a:pPr>
                <a:r>
                  <a:rPr lang="en-ID" dirty="0"/>
                  <a:t>Rank the following from slowest to fastest asymptotic </a:t>
                </a:r>
                <a:r>
                  <a:rPr lang="en-ID" b="1" dirty="0"/>
                  <a:t>growth</a:t>
                </a:r>
                <a:r>
                  <a:rPr lang="en-ID" dirty="0"/>
                  <a:t>: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!, </m:t>
                    </m:r>
                    <m:sSup>
                      <m:sSup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D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D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ID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D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rad>
                      <m:radPr>
                        <m:degHide m:val="on"/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D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ID" i="1" dirty="0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ID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ID" i="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D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ID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ID" dirty="0"/>
                  <a:t>.</a:t>
                </a:r>
              </a:p>
              <a:p>
                <a:pPr>
                  <a:buFont typeface="+mj-lt"/>
                  <a:buAutoNum type="arabicPeriod"/>
                </a:pPr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B4B44C8-A6ED-A683-33EE-A99E42E2D6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20049246" cy="9138176"/>
              </a:xfrm>
              <a:blipFill>
                <a:blip r:embed="rId3"/>
                <a:stretch>
                  <a:fillRect l="-1646" t="-2361" r="-2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71225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EF978-6927-6468-9327-E1B2E35C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8C3B-424B-86D8-260B-638B7F7AF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FCED4-1BD0-5540-C019-789C2B04F8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Guess the running time of these procedures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D4035-9AF6-4BF6-C41A-31CB54C8EFE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 lnSpcReduction="10000"/>
          </a:bodyPr>
          <a:lstStyle/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procedure SampleProgram1(n, c)   // c &gt; 0 is a constant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n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while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&gt; 0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CONSTANT_</a:t>
            </a: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WORK()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D5D5D5">
                  <a:lumMod val="10000"/>
                </a:srgbClr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  <a:sym typeface="Helvetica Neue"/>
            </a:endParaRP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- c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while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end procedure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D5D5D5">
                  <a:lumMod val="10000"/>
                </a:srgbClr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  <a:sym typeface="Helvetica Neue"/>
            </a:endParaRP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procedure SampleProgram2(n, c)   // c &gt; 1 is a constant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1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while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&lt; n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* c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while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end procedure</a:t>
            </a:r>
          </a:p>
        </p:txBody>
      </p:sp>
    </p:spTree>
    <p:extLst>
      <p:ext uri="{BB962C8B-B14F-4D97-AF65-F5344CB8AC3E}">
        <p14:creationId xmlns:p14="http://schemas.microsoft.com/office/powerpoint/2010/main" val="280661042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8E44B-68EB-C60A-80D0-53F729F8D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8BC0-4D45-ACC5-77B9-A67C93E5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9B02B-E96A-9D9A-9452-F0473D346E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Guess the running time of these procedures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06B80-ECF8-1833-F368-917EDC3A76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procedure SampleProgram3(n)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for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0 to n-1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j = 1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while j &lt; n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    j = j * 2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end while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end procedure</a:t>
            </a:r>
          </a:p>
        </p:txBody>
      </p:sp>
    </p:spTree>
    <p:extLst>
      <p:ext uri="{BB962C8B-B14F-4D97-AF65-F5344CB8AC3E}">
        <p14:creationId xmlns:p14="http://schemas.microsoft.com/office/powerpoint/2010/main" val="86847170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9B90A-C242-EAA1-78FB-07D3A32B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B0A8-C2C2-2EAD-43D7-2764F036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A0F3D-A88D-4DF0-4115-F7DC960D13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Guess the running time of these procedures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8F092-2E0E-573E-11F6-8F15D4ECC7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procedure SampleProgram4(n)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// Loop A: runs n times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for </a:t>
            </a:r>
            <a:r>
              <a:rPr kumimoji="0" lang="en-US" sz="37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0 to n-1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endParaRPr kumimoji="0" lang="en-US" sz="3700" b="0" i="0" u="none" strike="noStrike" kern="0" cap="none" spc="0" normalizeH="0" baseline="0" noProof="0" dirty="0">
              <a:ln>
                <a:noFill/>
              </a:ln>
              <a:solidFill>
                <a:srgbClr val="D5D5D5">
                  <a:lumMod val="10000"/>
                </a:srgbClr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  <a:sym typeface="Helvetica Neue"/>
            </a:endParaRP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// Loop B: </a:t>
            </a:r>
            <a:r>
              <a:rPr kumimoji="0" lang="en-US" sz="37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triples each time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</a:t>
            </a:r>
            <a:r>
              <a:rPr kumimoji="0" lang="en-US" sz="37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1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while </a:t>
            </a:r>
            <a:r>
              <a:rPr kumimoji="0" lang="en-US" sz="37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&lt; n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</a:t>
            </a:r>
            <a:r>
              <a:rPr kumimoji="0" lang="en-US" sz="37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</a:t>
            </a:r>
            <a:r>
              <a:rPr kumimoji="0" lang="en-US" sz="37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* 3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while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endParaRPr kumimoji="0" lang="en-US" sz="3700" b="0" i="0" u="none" strike="noStrike" kern="0" cap="none" spc="0" normalizeH="0" baseline="0" noProof="0" dirty="0">
              <a:ln>
                <a:noFill/>
              </a:ln>
              <a:solidFill>
                <a:srgbClr val="D5D5D5">
                  <a:lumMod val="10000"/>
                </a:srgbClr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  <a:sym typeface="Helvetica Neue"/>
            </a:endParaRP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// Loop C: fixed number of iterations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for </a:t>
            </a:r>
            <a:r>
              <a:rPr kumimoji="0" lang="en-US" sz="37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1 to 999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37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end procedure</a:t>
            </a:r>
          </a:p>
        </p:txBody>
      </p:sp>
    </p:spTree>
    <p:extLst>
      <p:ext uri="{BB962C8B-B14F-4D97-AF65-F5344CB8AC3E}">
        <p14:creationId xmlns:p14="http://schemas.microsoft.com/office/powerpoint/2010/main" val="103375073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5B7D-6EAC-29CA-6205-F54BA5B3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E914F-D2A0-DF73-2846-395AADFF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7EEFE-BA69-7CA7-7377-E6CA7551B4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Guess the running time of these procedures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85333-719D-25EF-C353-5B9C447FF3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procedure SampleProgram5(n)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// Block 1: inner j multiplies by 3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for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0 to n-1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j = 1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while j &lt; n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    j ← j * 3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end while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D5D5D5">
                  <a:lumMod val="10000"/>
                </a:srgbClr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  <a:sym typeface="Helvetica Neue"/>
            </a:endParaRP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// Block 2: inner j increments by 1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for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0 to n-1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for j = 2 to n-1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end procedure</a:t>
            </a:r>
          </a:p>
        </p:txBody>
      </p:sp>
    </p:spTree>
    <p:extLst>
      <p:ext uri="{BB962C8B-B14F-4D97-AF65-F5344CB8AC3E}">
        <p14:creationId xmlns:p14="http://schemas.microsoft.com/office/powerpoint/2010/main" val="410963945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79E2-08D2-20E0-DFF7-968F9CEF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52F4-FB09-3062-0328-9921F4B96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C28E9-96F1-01DB-E44A-CB005F657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Guess the running time of these procedures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C6FB5-97D9-A43D-257A-BB782A1A02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procedure SampleProgram6(n, m)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// Block for n: inner j multiplies by 3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for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0 to n-1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j = 1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while j &lt; n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    j ← j * 3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end while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D5D5D5">
                  <a:lumMod val="10000"/>
                </a:srgbClr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  <a:sym typeface="Helvetica Neue"/>
            </a:endParaRP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// Block for m: inner j increments by 1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for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= 0 to m-1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for j = 1 to m-1 do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    CONSTANT_WORK()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    end for</a:t>
            </a:r>
          </a:p>
          <a:p>
            <a:pPr marL="0" marR="0" lvl="0" indent="0" algn="l" defTabSz="2438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D5D5D5">
                    <a:lumMod val="1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Helvetica Neue"/>
              </a:rPr>
              <a:t>end procedure</a:t>
            </a:r>
          </a:p>
        </p:txBody>
      </p:sp>
    </p:spTree>
    <p:extLst>
      <p:ext uri="{BB962C8B-B14F-4D97-AF65-F5344CB8AC3E}">
        <p14:creationId xmlns:p14="http://schemas.microsoft.com/office/powerpoint/2010/main" val="136695161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680977"/>
          </a:xfrm>
        </p:spPr>
        <p:txBody>
          <a:bodyPr>
            <a:normAutofit/>
          </a:bodyPr>
          <a:lstStyle/>
          <a:p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 </a:t>
            </a:r>
            <a:r>
              <a:rPr lang="en-ID" i="1" dirty="0"/>
              <a:t>Introduction to Algorithms, 4th Edition.</a:t>
            </a:r>
            <a:r>
              <a:rPr lang="en-ID" dirty="0"/>
              <a:t> MIT Press. Ch. 3.1 – 3.3</a:t>
            </a:r>
          </a:p>
          <a:p>
            <a:r>
              <a:rPr lang="en-ID" dirty="0" err="1"/>
              <a:t>Skiena</a:t>
            </a:r>
            <a:r>
              <a:rPr lang="en-ID" dirty="0"/>
              <a:t>, S.S. (2020). </a:t>
            </a:r>
            <a:r>
              <a:rPr lang="en-ID" i="1" dirty="0"/>
              <a:t>The Algorithm Design Manual, 3rd Edition.</a:t>
            </a:r>
            <a:r>
              <a:rPr lang="en-ID" dirty="0"/>
              <a:t> Springer. Ch. 2.2 - 2.4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5267</TotalTime>
  <Words>2571</Words>
  <Application>Microsoft Office PowerPoint</Application>
  <PresentationFormat>Custom</PresentationFormat>
  <Paragraphs>254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Open Sans ExtraBold</vt:lpstr>
      <vt:lpstr>Cambria Math</vt:lpstr>
      <vt:lpstr>Consolas</vt:lpstr>
      <vt:lpstr>Wingdings</vt:lpstr>
      <vt:lpstr>Open Sans</vt:lpstr>
      <vt:lpstr>Open Sans Light</vt:lpstr>
      <vt:lpstr>Open Sans Semibold</vt:lpstr>
      <vt:lpstr>OCRB</vt:lpstr>
      <vt:lpstr>21_BasicWhite</vt:lpstr>
      <vt:lpstr>Characterizing Running Times</vt:lpstr>
      <vt:lpstr>Outline materials</vt:lpstr>
      <vt:lpstr>Learning Outcomes</vt:lpstr>
      <vt:lpstr>Asymptotic Notation: O, Ω, Θ</vt:lpstr>
      <vt:lpstr>Asymptotic Notation: O, Ω, Θ</vt:lpstr>
      <vt:lpstr>Asymptotic Notation: O, Ω, Θ</vt:lpstr>
      <vt:lpstr>Asymptotic Notation: O, Ω, Θ</vt:lpstr>
      <vt:lpstr>Asymptotic Notation: O, Ω, Θ</vt:lpstr>
      <vt:lpstr>Asymptotic Notation: O, Ω, Θ</vt:lpstr>
      <vt:lpstr>Asymptotic notation</vt:lpstr>
      <vt:lpstr>Asymptotic notation</vt:lpstr>
      <vt:lpstr>Asymptotic notation</vt:lpstr>
      <vt:lpstr>Asymptotic notation</vt:lpstr>
      <vt:lpstr>Common Functions and Their Growth Rates</vt:lpstr>
      <vt:lpstr>Common Functions and Their Growth Rates</vt:lpstr>
      <vt:lpstr>Common Functions and Their Growth Rates</vt:lpstr>
      <vt:lpstr>Proving Bounds Formally and Informally  </vt:lpstr>
      <vt:lpstr>Proving Bounds Formally and Informally  </vt:lpstr>
      <vt:lpstr>Proving Bounds Formally and Informally  </vt:lpstr>
      <vt:lpstr>Comparing Algorithm Efficiency  </vt:lpstr>
      <vt:lpstr>Comparing Algorithm Efficiency  </vt:lpstr>
      <vt:lpstr>Comparing Algorithm Efficiency  </vt:lpstr>
      <vt:lpstr>Summary</vt:lpstr>
      <vt:lpstr>Exercises</vt:lpstr>
      <vt:lpstr>Exercises</vt:lpstr>
      <vt:lpstr>Exercises</vt:lpstr>
      <vt:lpstr>Exercises</vt:lpstr>
      <vt:lpstr>Exercises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Wilson Ravelio</cp:lastModifiedBy>
  <cp:revision>83</cp:revision>
  <dcterms:created xsi:type="dcterms:W3CDTF">2023-11-17T02:51:40Z</dcterms:created>
  <dcterms:modified xsi:type="dcterms:W3CDTF">2026-09-16T07:26:36Z</dcterms:modified>
</cp:coreProperties>
</file>