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308" r:id="rId4"/>
    <p:sldId id="258" r:id="rId5"/>
    <p:sldId id="278" r:id="rId6"/>
  </p:sldIdLst>
  <p:sldSz cx="24384000" cy="13716000"/>
  <p:notesSz cx="6858000" cy="9144000"/>
  <p:embeddedFontLst>
    <p:embeddedFont>
      <p:font typeface="OCRB" panose="020B0609020202020204" pitchFamily="49" charset="77"/>
      <p:regular r:id="rId8"/>
    </p:embeddedFont>
    <p:embeddedFont>
      <p:font typeface="Open Sans" panose="020B0606030504020204" pitchFamily="34" charset="0"/>
      <p:regular r:id="rId9"/>
      <p:bold r:id="rId10"/>
      <p:italic r:id="rId11"/>
      <p:boldItalic r:id="rId12"/>
    </p:embeddedFont>
    <p:embeddedFont>
      <p:font typeface="Open Sans ExtraBold" panose="020B0906030804020204" pitchFamily="34" charset="0"/>
      <p:bold r:id="rId13"/>
      <p:italic r:id="rId14"/>
      <p:boldItalic r:id="rId15"/>
    </p:embeddedFont>
    <p:embeddedFont>
      <p:font typeface="Open Sans Light" panose="020B0306030504020204" pitchFamily="34" charset="0"/>
      <p:regular r:id="rId16"/>
      <p:italic r:id="rId17"/>
    </p:embeddedFont>
    <p:embeddedFont>
      <p:font typeface="Open Sans Semibold" panose="020B0706030804020204" pitchFamily="34" charset="0"/>
      <p:regular r:id="rId18"/>
      <p:bold r:id="rId19"/>
      <p:italic r:id="rId20"/>
      <p:boldItalic r:id="rId21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0A012-F62C-3C4C-B96E-EFA062AAD053}" v="6" dt="2026-06-29T08:07:26.706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26" autoAdjust="0"/>
    <p:restoredTop sz="95643"/>
  </p:normalViewPr>
  <p:slideViewPr>
    <p:cSldViewPr snapToGrid="0" snapToObjects="1">
      <p:cViewPr varScale="1">
        <p:scale>
          <a:sx n="55" d="100"/>
          <a:sy n="55" d="100"/>
        </p:scale>
        <p:origin x="280" y="248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viewProps" Target="viewProp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LUCKY" userId="9f9f0d3b-fafb-4a1f-811e-e1ce60336648" providerId="ADAL" clId="{87B23BC5-493B-58B6-9C8D-8C75A953FAD3}"/>
    <pc:docChg chg="custSel addSld delSld modSld">
      <pc:chgData name="HENRY LUCKY" userId="9f9f0d3b-fafb-4a1f-811e-e1ce60336648" providerId="ADAL" clId="{87B23BC5-493B-58B6-9C8D-8C75A953FAD3}" dt="2026-06-29T08:07:26.706" v="82"/>
      <pc:docMkLst>
        <pc:docMk/>
      </pc:docMkLst>
      <pc:sldChg chg="modSp mod">
        <pc:chgData name="HENRY LUCKY" userId="9f9f0d3b-fafb-4a1f-811e-e1ce60336648" providerId="ADAL" clId="{87B23BC5-493B-58B6-9C8D-8C75A953FAD3}" dt="2026-06-29T08:07:26.706" v="82"/>
        <pc:sldMkLst>
          <pc:docMk/>
          <pc:sldMk cId="3807564589" sldId="256"/>
        </pc:sldMkLst>
        <pc:spChg chg="mod">
          <ac:chgData name="HENRY LUCKY" userId="9f9f0d3b-fafb-4a1f-811e-e1ce60336648" providerId="ADAL" clId="{87B23BC5-493B-58B6-9C8D-8C75A953FAD3}" dt="2026-06-29T08:07:18.770" v="81" actId="20577"/>
          <ac:spMkLst>
            <pc:docMk/>
            <pc:sldMk cId="3807564589" sldId="256"/>
            <ac:spMk id="2" creationId="{50F9371B-F92F-AED8-457A-F4BAE6779B8C}"/>
          </ac:spMkLst>
        </pc:spChg>
        <pc:spChg chg="mod">
          <ac:chgData name="HENRY LUCKY" userId="9f9f0d3b-fafb-4a1f-811e-e1ce60336648" providerId="ADAL" clId="{87B23BC5-493B-58B6-9C8D-8C75A953FAD3}" dt="2026-06-29T08:07:26.706" v="82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HENRY LUCKY" userId="9f9f0d3b-fafb-4a1f-811e-e1ce60336648" providerId="ADAL" clId="{87B23BC5-493B-58B6-9C8D-8C75A953FAD3}" dt="2026-06-29T08:05:25.197" v="9" actId="20577"/>
        <pc:sldMkLst>
          <pc:docMk/>
          <pc:sldMk cId="2766454393" sldId="257"/>
        </pc:sldMkLst>
        <pc:spChg chg="mod">
          <ac:chgData name="HENRY LUCKY" userId="9f9f0d3b-fafb-4a1f-811e-e1ce60336648" providerId="ADAL" clId="{87B23BC5-493B-58B6-9C8D-8C75A953FAD3}" dt="2026-06-29T08:05:25.197" v="9" actId="20577"/>
          <ac:spMkLst>
            <pc:docMk/>
            <pc:sldMk cId="2766454393" sldId="257"/>
            <ac:spMk id="3" creationId="{0002D373-5BC5-C51D-92C2-C090C3857861}"/>
          </ac:spMkLst>
        </pc:spChg>
        <pc:spChg chg="mod">
          <ac:chgData name="HENRY LUCKY" userId="9f9f0d3b-fafb-4a1f-811e-e1ce60336648" providerId="ADAL" clId="{87B23BC5-493B-58B6-9C8D-8C75A953FAD3}" dt="2026-06-29T08:05:21.999" v="6" actId="5793"/>
          <ac:spMkLst>
            <pc:docMk/>
            <pc:sldMk cId="2766454393" sldId="257"/>
            <ac:spMk id="4" creationId="{72B426B6-A02E-F758-7A2B-554FFF354A1A}"/>
          </ac:spMkLst>
        </pc:spChg>
      </pc:sldChg>
      <pc:sldChg chg="modSp mod">
        <pc:chgData name="HENRY LUCKY" userId="9f9f0d3b-fafb-4a1f-811e-e1ce60336648" providerId="ADAL" clId="{87B23BC5-493B-58B6-9C8D-8C75A953FAD3}" dt="2026-06-29T08:06:11.268" v="39" actId="20577"/>
        <pc:sldMkLst>
          <pc:docMk/>
          <pc:sldMk cId="1889462471" sldId="258"/>
        </pc:sldMkLst>
        <pc:spChg chg="mod">
          <ac:chgData name="HENRY LUCKY" userId="9f9f0d3b-fafb-4a1f-811e-e1ce60336648" providerId="ADAL" clId="{87B23BC5-493B-58B6-9C8D-8C75A953FAD3}" dt="2026-06-29T08:06:11.268" v="39" actId="20577"/>
          <ac:spMkLst>
            <pc:docMk/>
            <pc:sldMk cId="1889462471" sldId="258"/>
            <ac:spMk id="3" creationId="{0002D373-5BC5-C51D-92C2-C090C3857861}"/>
          </ac:spMkLst>
        </pc:spChg>
        <pc:spChg chg="mod">
          <ac:chgData name="HENRY LUCKY" userId="9f9f0d3b-fafb-4a1f-811e-e1ce60336648" providerId="ADAL" clId="{87B23BC5-493B-58B6-9C8D-8C75A953FAD3}" dt="2026-06-29T08:06:07.997" v="36"/>
          <ac:spMkLst>
            <pc:docMk/>
            <pc:sldMk cId="1889462471" sldId="258"/>
            <ac:spMk id="4" creationId="{72B426B6-A02E-F758-7A2B-554FFF354A1A}"/>
          </ac:spMkLst>
        </pc:spChg>
      </pc:sldChg>
      <pc:sldChg chg="del">
        <pc:chgData name="HENRY LUCKY" userId="9f9f0d3b-fafb-4a1f-811e-e1ce60336648" providerId="ADAL" clId="{87B23BC5-493B-58B6-9C8D-8C75A953FAD3}" dt="2026-06-29T08:06:46.188" v="40" actId="2696"/>
        <pc:sldMkLst>
          <pc:docMk/>
          <pc:sldMk cId="3405509346" sldId="259"/>
        </pc:sldMkLst>
      </pc:sldChg>
      <pc:sldChg chg="modSp mod">
        <pc:chgData name="HENRY LUCKY" userId="9f9f0d3b-fafb-4a1f-811e-e1ce60336648" providerId="ADAL" clId="{87B23BC5-493B-58B6-9C8D-8C75A953FAD3}" dt="2026-06-29T08:07:12.346" v="79" actId="20577"/>
        <pc:sldMkLst>
          <pc:docMk/>
          <pc:sldMk cId="3774771954" sldId="278"/>
        </pc:sldMkLst>
        <pc:spChg chg="mod">
          <ac:chgData name="HENRY LUCKY" userId="9f9f0d3b-fafb-4a1f-811e-e1ce60336648" providerId="ADAL" clId="{87B23BC5-493B-58B6-9C8D-8C75A953FAD3}" dt="2026-06-29T08:07:12.346" v="79" actId="20577"/>
          <ac:spMkLst>
            <pc:docMk/>
            <pc:sldMk cId="3774771954" sldId="278"/>
            <ac:spMk id="3" creationId="{C9FD4B36-DB29-EC9E-2767-9ED5EA04575E}"/>
          </ac:spMkLst>
        </pc:spChg>
        <pc:spChg chg="mod">
          <ac:chgData name="HENRY LUCKY" userId="9f9f0d3b-fafb-4a1f-811e-e1ce60336648" providerId="ADAL" clId="{87B23BC5-493B-58B6-9C8D-8C75A953FAD3}" dt="2026-06-29T08:07:07.998" v="76" actId="20577"/>
          <ac:spMkLst>
            <pc:docMk/>
            <pc:sldMk cId="3774771954" sldId="278"/>
            <ac:spMk id="6" creationId="{CFC03F54-B3BC-80AB-98AC-C3ABDC8D86EE}"/>
          </ac:spMkLst>
        </pc:spChg>
      </pc:sldChg>
      <pc:sldChg chg="del">
        <pc:chgData name="HENRY LUCKY" userId="9f9f0d3b-fafb-4a1f-811e-e1ce60336648" providerId="ADAL" clId="{87B23BC5-493B-58B6-9C8D-8C75A953FAD3}" dt="2026-06-29T08:06:46.208" v="64" actId="2696"/>
        <pc:sldMkLst>
          <pc:docMk/>
          <pc:sldMk cId="3313985567" sldId="279"/>
        </pc:sldMkLst>
      </pc:sldChg>
      <pc:sldChg chg="del">
        <pc:chgData name="HENRY LUCKY" userId="9f9f0d3b-fafb-4a1f-811e-e1ce60336648" providerId="ADAL" clId="{87B23BC5-493B-58B6-9C8D-8C75A953FAD3}" dt="2026-06-29T08:06:46.197" v="59" actId="2696"/>
        <pc:sldMkLst>
          <pc:docMk/>
          <pc:sldMk cId="854869600" sldId="280"/>
        </pc:sldMkLst>
      </pc:sldChg>
      <pc:sldChg chg="del">
        <pc:chgData name="HENRY LUCKY" userId="9f9f0d3b-fafb-4a1f-811e-e1ce60336648" providerId="ADAL" clId="{87B23BC5-493B-58B6-9C8D-8C75A953FAD3}" dt="2026-06-29T08:06:46.194" v="51" actId="2696"/>
        <pc:sldMkLst>
          <pc:docMk/>
          <pc:sldMk cId="4150387714" sldId="281"/>
        </pc:sldMkLst>
      </pc:sldChg>
      <pc:sldChg chg="del">
        <pc:chgData name="HENRY LUCKY" userId="9f9f0d3b-fafb-4a1f-811e-e1ce60336648" providerId="ADAL" clId="{87B23BC5-493B-58B6-9C8D-8C75A953FAD3}" dt="2026-06-29T08:06:46.216" v="68" actId="2696"/>
        <pc:sldMkLst>
          <pc:docMk/>
          <pc:sldMk cId="1093623020" sldId="282"/>
        </pc:sldMkLst>
      </pc:sldChg>
      <pc:sldChg chg="del">
        <pc:chgData name="HENRY LUCKY" userId="9f9f0d3b-fafb-4a1f-811e-e1ce60336648" providerId="ADAL" clId="{87B23BC5-493B-58B6-9C8D-8C75A953FAD3}" dt="2026-06-29T08:06:46.209" v="65" actId="2696"/>
        <pc:sldMkLst>
          <pc:docMk/>
          <pc:sldMk cId="52613528" sldId="283"/>
        </pc:sldMkLst>
      </pc:sldChg>
      <pc:sldChg chg="del">
        <pc:chgData name="HENRY LUCKY" userId="9f9f0d3b-fafb-4a1f-811e-e1ce60336648" providerId="ADAL" clId="{87B23BC5-493B-58B6-9C8D-8C75A953FAD3}" dt="2026-06-29T08:06:46.198" v="62" actId="2696"/>
        <pc:sldMkLst>
          <pc:docMk/>
          <pc:sldMk cId="2128467087" sldId="284"/>
        </pc:sldMkLst>
      </pc:sldChg>
      <pc:sldChg chg="del">
        <pc:chgData name="HENRY LUCKY" userId="9f9f0d3b-fafb-4a1f-811e-e1ce60336648" providerId="ADAL" clId="{87B23BC5-493B-58B6-9C8D-8C75A953FAD3}" dt="2026-06-29T08:06:46.191" v="44" actId="2696"/>
        <pc:sldMkLst>
          <pc:docMk/>
          <pc:sldMk cId="1488372" sldId="286"/>
        </pc:sldMkLst>
      </pc:sldChg>
      <pc:sldChg chg="del">
        <pc:chgData name="HENRY LUCKY" userId="9f9f0d3b-fafb-4a1f-811e-e1ce60336648" providerId="ADAL" clId="{87B23BC5-493B-58B6-9C8D-8C75A953FAD3}" dt="2026-06-29T08:06:46.209" v="66" actId="2696"/>
        <pc:sldMkLst>
          <pc:docMk/>
          <pc:sldMk cId="988800201" sldId="287"/>
        </pc:sldMkLst>
      </pc:sldChg>
      <pc:sldChg chg="del">
        <pc:chgData name="HENRY LUCKY" userId="9f9f0d3b-fafb-4a1f-811e-e1ce60336648" providerId="ADAL" clId="{87B23BC5-493B-58B6-9C8D-8C75A953FAD3}" dt="2026-06-29T08:06:46.199" v="63" actId="2696"/>
        <pc:sldMkLst>
          <pc:docMk/>
          <pc:sldMk cId="2628690687" sldId="288"/>
        </pc:sldMkLst>
      </pc:sldChg>
      <pc:sldChg chg="del">
        <pc:chgData name="HENRY LUCKY" userId="9f9f0d3b-fafb-4a1f-811e-e1ce60336648" providerId="ADAL" clId="{87B23BC5-493B-58B6-9C8D-8C75A953FAD3}" dt="2026-06-29T08:06:46.192" v="45" actId="2696"/>
        <pc:sldMkLst>
          <pc:docMk/>
          <pc:sldMk cId="3473393206" sldId="289"/>
        </pc:sldMkLst>
      </pc:sldChg>
      <pc:sldChg chg="del">
        <pc:chgData name="HENRY LUCKY" userId="9f9f0d3b-fafb-4a1f-811e-e1ce60336648" providerId="ADAL" clId="{87B23BC5-493B-58B6-9C8D-8C75A953FAD3}" dt="2026-06-29T08:06:46.195" v="52" actId="2696"/>
        <pc:sldMkLst>
          <pc:docMk/>
          <pc:sldMk cId="2868146463" sldId="290"/>
        </pc:sldMkLst>
      </pc:sldChg>
      <pc:sldChg chg="del">
        <pc:chgData name="HENRY LUCKY" userId="9f9f0d3b-fafb-4a1f-811e-e1ce60336648" providerId="ADAL" clId="{87B23BC5-493B-58B6-9C8D-8C75A953FAD3}" dt="2026-06-29T08:06:46.193" v="48" actId="2696"/>
        <pc:sldMkLst>
          <pc:docMk/>
          <pc:sldMk cId="748574037" sldId="291"/>
        </pc:sldMkLst>
      </pc:sldChg>
      <pc:sldChg chg="del">
        <pc:chgData name="HENRY LUCKY" userId="9f9f0d3b-fafb-4a1f-811e-e1ce60336648" providerId="ADAL" clId="{87B23BC5-493B-58B6-9C8D-8C75A953FAD3}" dt="2026-06-29T08:06:46.198" v="60" actId="2696"/>
        <pc:sldMkLst>
          <pc:docMk/>
          <pc:sldMk cId="3171439779" sldId="292"/>
        </pc:sldMkLst>
      </pc:sldChg>
      <pc:sldChg chg="del">
        <pc:chgData name="HENRY LUCKY" userId="9f9f0d3b-fafb-4a1f-811e-e1ce60336648" providerId="ADAL" clId="{87B23BC5-493B-58B6-9C8D-8C75A953FAD3}" dt="2026-06-29T08:06:46.198" v="61" actId="2696"/>
        <pc:sldMkLst>
          <pc:docMk/>
          <pc:sldMk cId="22589130" sldId="293"/>
        </pc:sldMkLst>
      </pc:sldChg>
      <pc:sldChg chg="del">
        <pc:chgData name="HENRY LUCKY" userId="9f9f0d3b-fafb-4a1f-811e-e1ce60336648" providerId="ADAL" clId="{87B23BC5-493B-58B6-9C8D-8C75A953FAD3}" dt="2026-06-29T08:06:46.193" v="49" actId="2696"/>
        <pc:sldMkLst>
          <pc:docMk/>
          <pc:sldMk cId="3206424987" sldId="294"/>
        </pc:sldMkLst>
      </pc:sldChg>
      <pc:sldChg chg="del">
        <pc:chgData name="HENRY LUCKY" userId="9f9f0d3b-fafb-4a1f-811e-e1ce60336648" providerId="ADAL" clId="{87B23BC5-493B-58B6-9C8D-8C75A953FAD3}" dt="2026-06-29T08:06:46.194" v="50" actId="2696"/>
        <pc:sldMkLst>
          <pc:docMk/>
          <pc:sldMk cId="3006288675" sldId="295"/>
        </pc:sldMkLst>
      </pc:sldChg>
      <pc:sldChg chg="del">
        <pc:chgData name="HENRY LUCKY" userId="9f9f0d3b-fafb-4a1f-811e-e1ce60336648" providerId="ADAL" clId="{87B23BC5-493B-58B6-9C8D-8C75A953FAD3}" dt="2026-06-29T08:06:46.209" v="67" actId="2696"/>
        <pc:sldMkLst>
          <pc:docMk/>
          <pc:sldMk cId="591841125" sldId="296"/>
        </pc:sldMkLst>
      </pc:sldChg>
      <pc:sldChg chg="del">
        <pc:chgData name="HENRY LUCKY" userId="9f9f0d3b-fafb-4a1f-811e-e1ce60336648" providerId="ADAL" clId="{87B23BC5-493B-58B6-9C8D-8C75A953FAD3}" dt="2026-06-29T08:06:46.196" v="55" actId="2696"/>
        <pc:sldMkLst>
          <pc:docMk/>
          <pc:sldMk cId="1865604329" sldId="297"/>
        </pc:sldMkLst>
      </pc:sldChg>
      <pc:sldChg chg="del">
        <pc:chgData name="HENRY LUCKY" userId="9f9f0d3b-fafb-4a1f-811e-e1ce60336648" providerId="ADAL" clId="{87B23BC5-493B-58B6-9C8D-8C75A953FAD3}" dt="2026-06-29T08:06:46.197" v="57" actId="2696"/>
        <pc:sldMkLst>
          <pc:docMk/>
          <pc:sldMk cId="4211146551" sldId="298"/>
        </pc:sldMkLst>
      </pc:sldChg>
      <pc:sldChg chg="del">
        <pc:chgData name="HENRY LUCKY" userId="9f9f0d3b-fafb-4a1f-811e-e1ce60336648" providerId="ADAL" clId="{87B23BC5-493B-58B6-9C8D-8C75A953FAD3}" dt="2026-06-29T08:06:46.196" v="56" actId="2696"/>
        <pc:sldMkLst>
          <pc:docMk/>
          <pc:sldMk cId="1539591977" sldId="299"/>
        </pc:sldMkLst>
      </pc:sldChg>
      <pc:sldChg chg="del">
        <pc:chgData name="HENRY LUCKY" userId="9f9f0d3b-fafb-4a1f-811e-e1ce60336648" providerId="ADAL" clId="{87B23BC5-493B-58B6-9C8D-8C75A953FAD3}" dt="2026-06-29T08:06:46.197" v="58" actId="2696"/>
        <pc:sldMkLst>
          <pc:docMk/>
          <pc:sldMk cId="3579548776" sldId="300"/>
        </pc:sldMkLst>
      </pc:sldChg>
      <pc:sldChg chg="del">
        <pc:chgData name="HENRY LUCKY" userId="9f9f0d3b-fafb-4a1f-811e-e1ce60336648" providerId="ADAL" clId="{87B23BC5-493B-58B6-9C8D-8C75A953FAD3}" dt="2026-06-29T08:06:46.196" v="54" actId="2696"/>
        <pc:sldMkLst>
          <pc:docMk/>
          <pc:sldMk cId="2667845042" sldId="301"/>
        </pc:sldMkLst>
      </pc:sldChg>
      <pc:sldChg chg="del">
        <pc:chgData name="HENRY LUCKY" userId="9f9f0d3b-fafb-4a1f-811e-e1ce60336648" providerId="ADAL" clId="{87B23BC5-493B-58B6-9C8D-8C75A953FAD3}" dt="2026-06-29T08:06:46.189" v="41" actId="2696"/>
        <pc:sldMkLst>
          <pc:docMk/>
          <pc:sldMk cId="3223313578" sldId="302"/>
        </pc:sldMkLst>
      </pc:sldChg>
      <pc:sldChg chg="del">
        <pc:chgData name="HENRY LUCKY" userId="9f9f0d3b-fafb-4a1f-811e-e1ce60336648" providerId="ADAL" clId="{87B23BC5-493B-58B6-9C8D-8C75A953FAD3}" dt="2026-06-29T08:06:46.192" v="46" actId="2696"/>
        <pc:sldMkLst>
          <pc:docMk/>
          <pc:sldMk cId="4259956279" sldId="303"/>
        </pc:sldMkLst>
      </pc:sldChg>
      <pc:sldChg chg="del">
        <pc:chgData name="HENRY LUCKY" userId="9f9f0d3b-fafb-4a1f-811e-e1ce60336648" providerId="ADAL" clId="{87B23BC5-493B-58B6-9C8D-8C75A953FAD3}" dt="2026-06-29T08:06:46.190" v="42" actId="2696"/>
        <pc:sldMkLst>
          <pc:docMk/>
          <pc:sldMk cId="1937606093" sldId="304"/>
        </pc:sldMkLst>
      </pc:sldChg>
      <pc:sldChg chg="del">
        <pc:chgData name="HENRY LUCKY" userId="9f9f0d3b-fafb-4a1f-811e-e1ce60336648" providerId="ADAL" clId="{87B23BC5-493B-58B6-9C8D-8C75A953FAD3}" dt="2026-06-29T08:06:46.195" v="53" actId="2696"/>
        <pc:sldMkLst>
          <pc:docMk/>
          <pc:sldMk cId="2234406861" sldId="305"/>
        </pc:sldMkLst>
      </pc:sldChg>
      <pc:sldChg chg="del">
        <pc:chgData name="HENRY LUCKY" userId="9f9f0d3b-fafb-4a1f-811e-e1ce60336648" providerId="ADAL" clId="{87B23BC5-493B-58B6-9C8D-8C75A953FAD3}" dt="2026-06-29T08:06:46.193" v="47" actId="2696"/>
        <pc:sldMkLst>
          <pc:docMk/>
          <pc:sldMk cId="110743237" sldId="306"/>
        </pc:sldMkLst>
      </pc:sldChg>
      <pc:sldChg chg="del">
        <pc:chgData name="HENRY LUCKY" userId="9f9f0d3b-fafb-4a1f-811e-e1ce60336648" providerId="ADAL" clId="{87B23BC5-493B-58B6-9C8D-8C75A953FAD3}" dt="2026-06-29T08:06:46.190" v="43" actId="2696"/>
        <pc:sldMkLst>
          <pc:docMk/>
          <pc:sldMk cId="1047143983" sldId="307"/>
        </pc:sldMkLst>
      </pc:sldChg>
      <pc:sldChg chg="modSp add mod">
        <pc:chgData name="HENRY LUCKY" userId="9f9f0d3b-fafb-4a1f-811e-e1ce60336648" providerId="ADAL" clId="{87B23BC5-493B-58B6-9C8D-8C75A953FAD3}" dt="2026-06-29T08:05:59.043" v="35" actId="20577"/>
        <pc:sldMkLst>
          <pc:docMk/>
          <pc:sldMk cId="2499277683" sldId="308"/>
        </pc:sldMkLst>
        <pc:spChg chg="mod">
          <ac:chgData name="HENRY LUCKY" userId="9f9f0d3b-fafb-4a1f-811e-e1ce60336648" providerId="ADAL" clId="{87B23BC5-493B-58B6-9C8D-8C75A953FAD3}" dt="2026-06-29T08:05:31.650" v="17" actId="20577"/>
          <ac:spMkLst>
            <pc:docMk/>
            <pc:sldMk cId="2499277683" sldId="308"/>
            <ac:spMk id="2" creationId="{021E07EB-6848-E193-1BA0-64C0232CCB1F}"/>
          </ac:spMkLst>
        </pc:spChg>
        <pc:spChg chg="mod">
          <ac:chgData name="HENRY LUCKY" userId="9f9f0d3b-fafb-4a1f-811e-e1ce60336648" providerId="ADAL" clId="{87B23BC5-493B-58B6-9C8D-8C75A953FAD3}" dt="2026-06-29T08:05:59.043" v="35" actId="20577"/>
          <ac:spMkLst>
            <pc:docMk/>
            <pc:sldMk cId="2499277683" sldId="308"/>
            <ac:spMk id="4" creationId="{1A71C45D-2567-7B4F-9847-F7A07C86B71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522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FE72C-95B7-A5C5-E0EA-BE11AABEB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1B8F81-658B-D296-9D14-DB6B81BBA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E3B743-FCFE-585C-9B2F-B2931B512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666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68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26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Review II: Cumulative Review (Sessions 15–25)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Henry Lucky,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26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714223"/>
            <a:ext cx="21325669" cy="957974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D" dirty="0"/>
              <a:t>This session addresses </a:t>
            </a:r>
            <a:r>
              <a:rPr lang="en-ID" b="1" dirty="0"/>
              <a:t>LO 1</a:t>
            </a:r>
            <a:r>
              <a:rPr lang="en-ID" dirty="0"/>
              <a:t>, </a:t>
            </a:r>
            <a:r>
              <a:rPr lang="en-ID" b="1" dirty="0"/>
              <a:t>LO 2</a:t>
            </a:r>
            <a:r>
              <a:rPr lang="en-ID" dirty="0"/>
              <a:t>, </a:t>
            </a:r>
            <a:r>
              <a:rPr lang="en-ID" b="1" dirty="0"/>
              <a:t>LO 3</a:t>
            </a:r>
            <a:r>
              <a:rPr lang="en-ID" dirty="0"/>
              <a:t>, and </a:t>
            </a:r>
            <a:r>
              <a:rPr lang="en-ID" b="1" dirty="0"/>
              <a:t>LO 4</a:t>
            </a:r>
            <a:r>
              <a:rPr lang="en-ID" dirty="0"/>
              <a:t>.</a:t>
            </a:r>
          </a:p>
          <a:p>
            <a:r>
              <a:rPr lang="en-ID" b="1" dirty="0"/>
              <a:t>LO 1:</a:t>
            </a:r>
            <a:r>
              <a:rPr lang="en-ID" dirty="0"/>
              <a:t> Evaluate the time and space complexity of algorithms using asymptotic notation and formal analysis methods, and prove algorithm correctness using loop invariants, induction, or exchange arguments.</a:t>
            </a:r>
          </a:p>
          <a:p>
            <a:r>
              <a:rPr lang="en-ID" b="1" dirty="0"/>
              <a:t>LO 2:</a:t>
            </a:r>
            <a:r>
              <a:rPr lang="en-ID" dirty="0"/>
              <a:t> </a:t>
            </a:r>
            <a:r>
              <a:rPr lang="en-ID" dirty="0" err="1"/>
              <a:t>Analyze</a:t>
            </a:r>
            <a:r>
              <a:rPr lang="en-ID" dirty="0"/>
              <a:t> unfamiliar computational problems by identifying their structural properties, classifying them into known algorithmic categories including graph, string, and combinatorial problems and recommending a solution strategy with justification.</a:t>
            </a:r>
          </a:p>
          <a:p>
            <a:r>
              <a:rPr lang="en-ID" b="1" dirty="0"/>
              <a:t>LO 3:</a:t>
            </a:r>
            <a:r>
              <a:rPr lang="en-ID" dirty="0"/>
              <a:t> Design solutions to unfamiliar computational problems by selecting and applying appropriate strategies including Divide and Conquer, Greedy, Dynamic Programming, and Backtracking.</a:t>
            </a:r>
          </a:p>
          <a:p>
            <a:r>
              <a:rPr lang="en-ID" b="1" dirty="0"/>
              <a:t>LO 4:</a:t>
            </a:r>
            <a:r>
              <a:rPr lang="en-ID" dirty="0"/>
              <a:t> Assess the computational complexity of problems by distinguishing tractable from intractable cases, verify NP membership through polynomial-time verification, and recognize NP-hardness by mapping problem structure to known NP-complete instances.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573C7-CE9D-1642-B02A-CFD3C2996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E07EB-6848-E193-1BA0-64C0232CC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Session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51011-0C4C-B853-9E21-1C6147DBEF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26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71C45D-2567-7B4F-9847-F7A07C86B71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714223"/>
            <a:ext cx="21325669" cy="957974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D" dirty="0"/>
              <a:t>By the end of this session, students will be able to:</a:t>
            </a:r>
          </a:p>
          <a:p>
            <a:r>
              <a:rPr lang="en-ID" dirty="0"/>
              <a:t>LO 1 - Synthesize complexity analysis across Sessions 15–25; compare pseudo-polynomial O(</a:t>
            </a:r>
            <a:r>
              <a:rPr lang="en-ID" dirty="0" err="1"/>
              <a:t>nW</a:t>
            </a:r>
            <a:r>
              <a:rPr lang="en-ID" dirty="0"/>
              <a:t>), polynomial O((V+E)log V), and exponential O(2ⁿn²) (Held-Karp) complexities; evaluate when each is the best achievable.</a:t>
            </a:r>
          </a:p>
          <a:p>
            <a:r>
              <a:rPr lang="en-ID" dirty="0"/>
              <a:t>LO 2 - Select among DP, greedy, graph, backtracking, and approximation paradigms for novel problems based on structural features (overlapping subproblems, greedy-choice property, NP-hardness, tractability); accurately classify problems as tractable or intractable.</a:t>
            </a:r>
          </a:p>
          <a:p>
            <a:r>
              <a:rPr lang="en-ID" dirty="0"/>
              <a:t>LO 3 - Apply the full design repertoire to exam-style problems: DP state definition and recurrence, greedy exchange argument, graph relaxation, backtracking pruning, and approximation ratio construction; apply the Held-Karp recurrence </a:t>
            </a:r>
            <a:r>
              <a:rPr lang="en-ID" dirty="0" err="1"/>
              <a:t>dp</a:t>
            </a:r>
            <a:r>
              <a:rPr lang="en-ID" dirty="0"/>
              <a:t>[S][v] = min_{</a:t>
            </a:r>
            <a:r>
              <a:rPr lang="en-ID" dirty="0" err="1"/>
              <a:t>u∈S</a:t>
            </a:r>
            <a:r>
              <a:rPr lang="en-ID" dirty="0"/>
              <a:t>{v}}(</a:t>
            </a:r>
            <a:r>
              <a:rPr lang="en-ID" dirty="0" err="1"/>
              <a:t>dp</a:t>
            </a:r>
            <a:r>
              <a:rPr lang="en-ID" dirty="0"/>
              <a:t>[S{v}][u]+w(</a:t>
            </a:r>
            <a:r>
              <a:rPr lang="en-ID" dirty="0" err="1"/>
              <a:t>u,v</a:t>
            </a:r>
            <a:r>
              <a:rPr lang="en-ID" dirty="0"/>
              <a:t>)) for exact TSP.</a:t>
            </a:r>
          </a:p>
          <a:p>
            <a:r>
              <a:rPr lang="en-ID" dirty="0"/>
              <a:t>LO 4 - Verify NP-membership via polynomial-time verifier, prove NP-hardness via reduction, and evaluate approximation guarantees for problems from Sessions 15–25; distinguish FPTAS guarantees from heuristic claims.</a:t>
            </a:r>
          </a:p>
        </p:txBody>
      </p:sp>
    </p:spTree>
    <p:extLst>
      <p:ext uri="{BB962C8B-B14F-4D97-AF65-F5344CB8AC3E}">
        <p14:creationId xmlns:p14="http://schemas.microsoft.com/office/powerpoint/2010/main" val="249927768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26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dirty="0"/>
              <a:t>Dynamic Programming — Problem Identification and State Design</a:t>
            </a:r>
          </a:p>
          <a:p>
            <a:r>
              <a:rPr lang="en-ID" dirty="0"/>
              <a:t>Graph Algorithms — Choosing the Right Algorithm</a:t>
            </a:r>
          </a:p>
          <a:p>
            <a:r>
              <a:rPr lang="en-ID" dirty="0"/>
              <a:t>NP-Completeness — Recognition and Structural Similarity Recap</a:t>
            </a:r>
          </a:p>
          <a:p>
            <a:r>
              <a:rPr lang="en-ID" dirty="0"/>
              <a:t>Approximation Algorithms — Ratio Calculation and Comparison</a:t>
            </a:r>
          </a:p>
          <a:p>
            <a:r>
              <a:rPr lang="en-ID" dirty="0"/>
              <a:t>Cross-Paradigm Problem Solving — </a:t>
            </a:r>
            <a:r>
              <a:rPr lang="en-ID" dirty="0" err="1"/>
              <a:t>Skiena</a:t>
            </a:r>
            <a:r>
              <a:rPr lang="en-ID" dirty="0"/>
              <a:t> </a:t>
            </a:r>
            <a:r>
              <a:rPr lang="en-ID" dirty="0" err="1"/>
              <a:t>Catalog</a:t>
            </a:r>
            <a:r>
              <a:rPr lang="en-ID" dirty="0"/>
              <a:t> Practice</a:t>
            </a:r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Cormen</a:t>
            </a:r>
            <a:r>
              <a:rPr lang="en-ID" dirty="0"/>
              <a:t>, T.H., </a:t>
            </a:r>
            <a:r>
              <a:rPr lang="en-ID" dirty="0" err="1"/>
              <a:t>Leiserson</a:t>
            </a:r>
            <a:r>
              <a:rPr lang="en-ID" dirty="0"/>
              <a:t>, C.E., Rivest, R.L., &amp; Stein, C. (2022). </a:t>
            </a:r>
            <a:r>
              <a:rPr lang="en-ID" i="1" dirty="0"/>
              <a:t>Introduction to Algorithms, 4th Edition.</a:t>
            </a:r>
            <a:r>
              <a:rPr lang="en-ID" dirty="0"/>
              <a:t> MIT Press.</a:t>
            </a:r>
          </a:p>
          <a:p>
            <a:r>
              <a:rPr lang="en-ID" dirty="0" err="1"/>
              <a:t>Skiena</a:t>
            </a:r>
            <a:r>
              <a:rPr lang="en-ID" dirty="0"/>
              <a:t>, S.S. (2020). </a:t>
            </a:r>
            <a:r>
              <a:rPr lang="en-ID" i="1" dirty="0"/>
              <a:t>The Algorithm Design Manual, 3rd Edition.</a:t>
            </a:r>
            <a:r>
              <a:rPr lang="en-ID" dirty="0"/>
              <a:t> Springer.</a:t>
            </a:r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4369</TotalTime>
  <Words>475</Words>
  <Application>Microsoft Macintosh PowerPoint</Application>
  <PresentationFormat>Custom</PresentationFormat>
  <Paragraphs>28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Open Sans ExtraBold</vt:lpstr>
      <vt:lpstr>Arial</vt:lpstr>
      <vt:lpstr>Open Sans</vt:lpstr>
      <vt:lpstr>Open Sans Light</vt:lpstr>
      <vt:lpstr>Open Sans Semibold</vt:lpstr>
      <vt:lpstr>OCRB</vt:lpstr>
      <vt:lpstr>21_BasicWhite</vt:lpstr>
      <vt:lpstr>Review II: Cumulative Review (Sessions 15–25)</vt:lpstr>
      <vt:lpstr>Learning Outcomes</vt:lpstr>
      <vt:lpstr>Session Outcomes</vt:lpstr>
      <vt:lpstr>outline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HENRY LUCKY</cp:lastModifiedBy>
  <cp:revision>40</cp:revision>
  <dcterms:created xsi:type="dcterms:W3CDTF">2023-11-17T02:51:40Z</dcterms:created>
  <dcterms:modified xsi:type="dcterms:W3CDTF">2026-06-29T08:07:36Z</dcterms:modified>
</cp:coreProperties>
</file>