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308" r:id="rId4"/>
    <p:sldId id="258" r:id="rId5"/>
    <p:sldId id="259" r:id="rId6"/>
    <p:sldId id="309" r:id="rId7"/>
    <p:sldId id="331" r:id="rId8"/>
    <p:sldId id="310" r:id="rId9"/>
    <p:sldId id="311" r:id="rId10"/>
    <p:sldId id="312" r:id="rId11"/>
    <p:sldId id="313" r:id="rId12"/>
    <p:sldId id="314" r:id="rId13"/>
    <p:sldId id="315" r:id="rId14"/>
    <p:sldId id="316" r:id="rId15"/>
    <p:sldId id="323" r:id="rId16"/>
    <p:sldId id="324" r:id="rId17"/>
    <p:sldId id="325" r:id="rId18"/>
    <p:sldId id="326" r:id="rId19"/>
    <p:sldId id="327" r:id="rId20"/>
    <p:sldId id="328" r:id="rId21"/>
    <p:sldId id="329" r:id="rId22"/>
    <p:sldId id="317" r:id="rId23"/>
    <p:sldId id="318" r:id="rId24"/>
    <p:sldId id="319" r:id="rId25"/>
    <p:sldId id="320" r:id="rId26"/>
    <p:sldId id="321" r:id="rId27"/>
    <p:sldId id="322" r:id="rId28"/>
    <p:sldId id="330" r:id="rId29"/>
    <p:sldId id="278" r:id="rId30"/>
  </p:sldIdLst>
  <p:sldSz cx="24384000" cy="13716000"/>
  <p:notesSz cx="6858000" cy="9144000"/>
  <p:embeddedFontLst>
    <p:embeddedFont>
      <p:font typeface="Cambria Math" panose="02040503050406030204" pitchFamily="18" charset="0"/>
      <p:regular r:id="rId32"/>
    </p:embeddedFont>
    <p:embeddedFont>
      <p:font typeface="Consolas" panose="020B0609020204030204" pitchFamily="49" charset="0"/>
      <p:regular r:id="rId33"/>
      <p:bold r:id="rId34"/>
      <p:italic r:id="rId35"/>
      <p:boldItalic r:id="rId36"/>
    </p:embeddedFont>
    <p:embeddedFont>
      <p:font typeface="OCRB" panose="020B0609020202020204" pitchFamily="49" charset="77"/>
      <p:regular r:id="rId37"/>
    </p:embeddedFont>
    <p:embeddedFont>
      <p:font typeface="Open Sans" panose="020B0606030504020204" pitchFamily="34" charset="0"/>
      <p:regular r:id="rId38"/>
      <p:bold r:id="rId39"/>
      <p:italic r:id="rId40"/>
      <p:boldItalic r:id="rId41"/>
    </p:embeddedFont>
    <p:embeddedFont>
      <p:font typeface="Open Sans ExtraBold" panose="020B0906030804020204" pitchFamily="34" charset="0"/>
      <p:bold r:id="rId42"/>
      <p:italic r:id="rId43"/>
      <p:boldItalic r:id="rId44"/>
    </p:embeddedFont>
    <p:embeddedFont>
      <p:font typeface="Open Sans Light" panose="020B0306030504020204" pitchFamily="34" charset="0"/>
      <p:regular r:id="rId45"/>
      <p:italic r:id="rId46"/>
    </p:embeddedFont>
    <p:embeddedFont>
      <p:font typeface="Open Sans Semibold" panose="020B0706030804020204" pitchFamily="34" charset="0"/>
      <p:regular r:id="rId47"/>
      <p:bold r:id="rId48"/>
      <p:italic r:id="rId49"/>
      <p:boldItalic r:id="rId50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B5FF"/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6C4962-88A0-494E-BD8B-750E8A402C59}" v="957" dt="2026-06-30T07:45:42.797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61" autoAdjust="0"/>
    <p:restoredTop sz="95988"/>
  </p:normalViewPr>
  <p:slideViewPr>
    <p:cSldViewPr snapToGrid="0" snapToObjects="1">
      <p:cViewPr varScale="1">
        <p:scale>
          <a:sx n="50" d="100"/>
          <a:sy n="50" d="100"/>
        </p:scale>
        <p:origin x="192" y="528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font" Target="fonts/font16.fntdata"/><Relationship Id="rId50" Type="http://schemas.openxmlformats.org/officeDocument/2006/relationships/font" Target="fonts/font19.fntdata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font" Target="fonts/font14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font" Target="fonts/font13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48" Type="http://schemas.openxmlformats.org/officeDocument/2006/relationships/font" Target="fonts/font17.fntdata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font" Target="fonts/font15.fntdata"/><Relationship Id="rId20" Type="http://schemas.openxmlformats.org/officeDocument/2006/relationships/slide" Target="slides/slide19.xml"/><Relationship Id="rId41" Type="http://schemas.openxmlformats.org/officeDocument/2006/relationships/font" Target="fonts/font10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49" Type="http://schemas.openxmlformats.org/officeDocument/2006/relationships/font" Target="fonts/font18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Y LUCKY" userId="9f9f0d3b-fafb-4a1f-811e-e1ce60336648" providerId="ADAL" clId="{87B23BC5-493B-58B6-9C8D-8C75A953FAD3}"/>
    <pc:docChg chg="undo custSel addSld delSld modSld sldOrd">
      <pc:chgData name="HENRY LUCKY" userId="9f9f0d3b-fafb-4a1f-811e-e1ce60336648" providerId="ADAL" clId="{87B23BC5-493B-58B6-9C8D-8C75A953FAD3}" dt="2026-06-30T07:52:31.644" v="5671" actId="27636"/>
      <pc:docMkLst>
        <pc:docMk/>
      </pc:docMkLst>
      <pc:sldChg chg="modSp mod">
        <pc:chgData name="HENRY LUCKY" userId="9f9f0d3b-fafb-4a1f-811e-e1ce60336648" providerId="ADAL" clId="{87B23BC5-493B-58B6-9C8D-8C75A953FAD3}" dt="2026-06-24T08:32:16.133" v="36" actId="20577"/>
        <pc:sldMkLst>
          <pc:docMk/>
          <pc:sldMk cId="3807564589" sldId="256"/>
        </pc:sldMkLst>
        <pc:spChg chg="mod">
          <ac:chgData name="HENRY LUCKY" userId="9f9f0d3b-fafb-4a1f-811e-e1ce60336648" providerId="ADAL" clId="{87B23BC5-493B-58B6-9C8D-8C75A953FAD3}" dt="2026-06-24T08:31:46.066" v="3" actId="20577"/>
          <ac:spMkLst>
            <pc:docMk/>
            <pc:sldMk cId="3807564589" sldId="256"/>
            <ac:spMk id="2" creationId="{50F9371B-F92F-AED8-457A-F4BAE6779B8C}"/>
          </ac:spMkLst>
        </pc:spChg>
        <pc:spChg chg="mod">
          <ac:chgData name="HENRY LUCKY" userId="9f9f0d3b-fafb-4a1f-811e-e1ce60336648" providerId="ADAL" clId="{87B23BC5-493B-58B6-9C8D-8C75A953FAD3}" dt="2026-06-24T08:32:16.133" v="36" actId="20577"/>
          <ac:spMkLst>
            <pc:docMk/>
            <pc:sldMk cId="3807564589" sldId="256"/>
            <ac:spMk id="3" creationId="{05C0E2BF-BBBC-BF27-4255-C5149D193112}"/>
          </ac:spMkLst>
        </pc:spChg>
      </pc:sldChg>
      <pc:sldChg chg="modSp mod">
        <pc:chgData name="HENRY LUCKY" userId="9f9f0d3b-fafb-4a1f-811e-e1ce60336648" providerId="ADAL" clId="{87B23BC5-493B-58B6-9C8D-8C75A953FAD3}" dt="2026-06-30T07:45:51.475" v="5610" actId="20577"/>
        <pc:sldMkLst>
          <pc:docMk/>
          <pc:sldMk cId="2766454393" sldId="257"/>
        </pc:sldMkLst>
        <pc:spChg chg="mod">
          <ac:chgData name="HENRY LUCKY" userId="9f9f0d3b-fafb-4a1f-811e-e1ce60336648" providerId="ADAL" clId="{87B23BC5-493B-58B6-9C8D-8C75A953FAD3}" dt="2026-06-24T08:35:11.910" v="124" actId="20577"/>
          <ac:spMkLst>
            <pc:docMk/>
            <pc:sldMk cId="2766454393" sldId="257"/>
            <ac:spMk id="3" creationId="{0002D373-5BC5-C51D-92C2-C090C3857861}"/>
          </ac:spMkLst>
        </pc:spChg>
        <pc:spChg chg="mod">
          <ac:chgData name="HENRY LUCKY" userId="9f9f0d3b-fafb-4a1f-811e-e1ce60336648" providerId="ADAL" clId="{87B23BC5-493B-58B6-9C8D-8C75A953FAD3}" dt="2026-06-30T07:45:51.475" v="5610" actId="20577"/>
          <ac:spMkLst>
            <pc:docMk/>
            <pc:sldMk cId="2766454393" sldId="257"/>
            <ac:spMk id="4" creationId="{72B426B6-A02E-F758-7A2B-554FFF354A1A}"/>
          </ac:spMkLst>
        </pc:spChg>
      </pc:sldChg>
      <pc:sldChg chg="modSp mod">
        <pc:chgData name="HENRY LUCKY" userId="9f9f0d3b-fafb-4a1f-811e-e1ce60336648" providerId="ADAL" clId="{87B23BC5-493B-58B6-9C8D-8C75A953FAD3}" dt="2026-06-29T04:35:35.899" v="3605" actId="20577"/>
        <pc:sldMkLst>
          <pc:docMk/>
          <pc:sldMk cId="1889462471" sldId="258"/>
        </pc:sldMkLst>
        <pc:spChg chg="mod">
          <ac:chgData name="HENRY LUCKY" userId="9f9f0d3b-fafb-4a1f-811e-e1ce60336648" providerId="ADAL" clId="{87B23BC5-493B-58B6-9C8D-8C75A953FAD3}" dt="2026-06-24T08:35:20.262" v="131" actId="20577"/>
          <ac:spMkLst>
            <pc:docMk/>
            <pc:sldMk cId="1889462471" sldId="258"/>
            <ac:spMk id="3" creationId="{0002D373-5BC5-C51D-92C2-C090C3857861}"/>
          </ac:spMkLst>
        </pc:spChg>
        <pc:spChg chg="mod">
          <ac:chgData name="HENRY LUCKY" userId="9f9f0d3b-fafb-4a1f-811e-e1ce60336648" providerId="ADAL" clId="{87B23BC5-493B-58B6-9C8D-8C75A953FAD3}" dt="2026-06-29T04:35:35.899" v="3605" actId="20577"/>
          <ac:spMkLst>
            <pc:docMk/>
            <pc:sldMk cId="1889462471" sldId="258"/>
            <ac:spMk id="4" creationId="{72B426B6-A02E-F758-7A2B-554FFF354A1A}"/>
          </ac:spMkLst>
        </pc:spChg>
      </pc:sldChg>
      <pc:sldChg chg="modSp mod">
        <pc:chgData name="HENRY LUCKY" userId="9f9f0d3b-fafb-4a1f-811e-e1ce60336648" providerId="ADAL" clId="{87B23BC5-493B-58B6-9C8D-8C75A953FAD3}" dt="2026-06-24T08:43:33.534" v="261" actId="113"/>
        <pc:sldMkLst>
          <pc:docMk/>
          <pc:sldMk cId="3405509346" sldId="259"/>
        </pc:sldMkLst>
        <pc:spChg chg="mod">
          <ac:chgData name="HENRY LUCKY" userId="9f9f0d3b-fafb-4a1f-811e-e1ce60336648" providerId="ADAL" clId="{87B23BC5-493B-58B6-9C8D-8C75A953FAD3}" dt="2026-06-24T08:37:04.854" v="148"/>
          <ac:spMkLst>
            <pc:docMk/>
            <pc:sldMk cId="3405509346" sldId="259"/>
            <ac:spMk id="2" creationId="{338A328C-1B95-C676-8144-17B68BDBF8C0}"/>
          </ac:spMkLst>
        </pc:spChg>
        <pc:spChg chg="mod">
          <ac:chgData name="HENRY LUCKY" userId="9f9f0d3b-fafb-4a1f-811e-e1ce60336648" providerId="ADAL" clId="{87B23BC5-493B-58B6-9C8D-8C75A953FAD3}" dt="2026-06-24T08:37:24.336" v="196" actId="20577"/>
          <ac:spMkLst>
            <pc:docMk/>
            <pc:sldMk cId="3405509346" sldId="259"/>
            <ac:spMk id="3" creationId="{C9FD4B36-DB29-EC9E-2767-9ED5EA04575E}"/>
          </ac:spMkLst>
        </pc:spChg>
        <pc:spChg chg="mod">
          <ac:chgData name="HENRY LUCKY" userId="9f9f0d3b-fafb-4a1f-811e-e1ce60336648" providerId="ADAL" clId="{87B23BC5-493B-58B6-9C8D-8C75A953FAD3}" dt="2026-06-24T08:43:33.534" v="261" actId="113"/>
          <ac:spMkLst>
            <pc:docMk/>
            <pc:sldMk cId="3405509346" sldId="259"/>
            <ac:spMk id="4" creationId="{F50E50B6-6863-4D06-4C7D-4E3B74F82B76}"/>
          </ac:spMkLst>
        </pc:spChg>
      </pc:sldChg>
      <pc:sldChg chg="modSp mod">
        <pc:chgData name="HENRY LUCKY" userId="9f9f0d3b-fafb-4a1f-811e-e1ce60336648" providerId="ADAL" clId="{87B23BC5-493B-58B6-9C8D-8C75A953FAD3}" dt="2026-06-29T05:29:55.736" v="5597" actId="20577"/>
        <pc:sldMkLst>
          <pc:docMk/>
          <pc:sldMk cId="3774771954" sldId="278"/>
        </pc:sldMkLst>
        <pc:spChg chg="mod">
          <ac:chgData name="HENRY LUCKY" userId="9f9f0d3b-fafb-4a1f-811e-e1ce60336648" providerId="ADAL" clId="{87B23BC5-493B-58B6-9C8D-8C75A953FAD3}" dt="2026-06-29T05:29:55.736" v="5597" actId="20577"/>
          <ac:spMkLst>
            <pc:docMk/>
            <pc:sldMk cId="3774771954" sldId="278"/>
            <ac:spMk id="3" creationId="{C9FD4B36-DB29-EC9E-2767-9ED5EA04575E}"/>
          </ac:spMkLst>
        </pc:spChg>
        <pc:spChg chg="mod">
          <ac:chgData name="HENRY LUCKY" userId="9f9f0d3b-fafb-4a1f-811e-e1ce60336648" providerId="ADAL" clId="{87B23BC5-493B-58B6-9C8D-8C75A953FAD3}" dt="2026-06-29T05:29:49.608" v="5594" actId="20577"/>
          <ac:spMkLst>
            <pc:docMk/>
            <pc:sldMk cId="3774771954" sldId="278"/>
            <ac:spMk id="6" creationId="{CFC03F54-B3BC-80AB-98AC-C3ABDC8D86EE}"/>
          </ac:spMkLst>
        </pc:spChg>
      </pc:sldChg>
      <pc:sldChg chg="modSp add mod">
        <pc:chgData name="HENRY LUCKY" userId="9f9f0d3b-fafb-4a1f-811e-e1ce60336648" providerId="ADAL" clId="{87B23BC5-493B-58B6-9C8D-8C75A953FAD3}" dt="2026-06-29T04:33:31.266" v="3562" actId="20577"/>
        <pc:sldMkLst>
          <pc:docMk/>
          <pc:sldMk cId="4104451841" sldId="308"/>
        </pc:sldMkLst>
        <pc:spChg chg="mod">
          <ac:chgData name="HENRY LUCKY" userId="9f9f0d3b-fafb-4a1f-811e-e1ce60336648" providerId="ADAL" clId="{87B23BC5-493B-58B6-9C8D-8C75A953FAD3}" dt="2026-06-24T08:35:16.513" v="128" actId="20577"/>
          <ac:spMkLst>
            <pc:docMk/>
            <pc:sldMk cId="4104451841" sldId="308"/>
            <ac:spMk id="3" creationId="{C7C2B734-6458-38DA-3B04-62A88804B28B}"/>
          </ac:spMkLst>
        </pc:spChg>
        <pc:spChg chg="mod">
          <ac:chgData name="HENRY LUCKY" userId="9f9f0d3b-fafb-4a1f-811e-e1ce60336648" providerId="ADAL" clId="{87B23BC5-493B-58B6-9C8D-8C75A953FAD3}" dt="2026-06-29T04:33:31.266" v="3562" actId="20577"/>
          <ac:spMkLst>
            <pc:docMk/>
            <pc:sldMk cId="4104451841" sldId="308"/>
            <ac:spMk id="4" creationId="{51451EDD-D6BF-942F-89E6-54044DF80728}"/>
          </ac:spMkLst>
        </pc:spChg>
      </pc:sldChg>
      <pc:sldChg chg="modSp add mod">
        <pc:chgData name="HENRY LUCKY" userId="9f9f0d3b-fafb-4a1f-811e-e1ce60336648" providerId="ADAL" clId="{87B23BC5-493B-58B6-9C8D-8C75A953FAD3}" dt="2026-06-24T08:44:38.422" v="286" actId="14100"/>
        <pc:sldMkLst>
          <pc:docMk/>
          <pc:sldMk cId="527512541" sldId="309"/>
        </pc:sldMkLst>
        <pc:spChg chg="mod">
          <ac:chgData name="HENRY LUCKY" userId="9f9f0d3b-fafb-4a1f-811e-e1ce60336648" providerId="ADAL" clId="{87B23BC5-493B-58B6-9C8D-8C75A953FAD3}" dt="2026-06-24T08:44:11.991" v="279" actId="20577"/>
          <ac:spMkLst>
            <pc:docMk/>
            <pc:sldMk cId="527512541" sldId="309"/>
            <ac:spMk id="3" creationId="{DBEBB9C3-CF29-2285-2B5E-96A4673D9715}"/>
          </ac:spMkLst>
        </pc:spChg>
        <pc:spChg chg="mod">
          <ac:chgData name="HENRY LUCKY" userId="9f9f0d3b-fafb-4a1f-811e-e1ce60336648" providerId="ADAL" clId="{87B23BC5-493B-58B6-9C8D-8C75A953FAD3}" dt="2026-06-24T08:44:38.422" v="286" actId="14100"/>
          <ac:spMkLst>
            <pc:docMk/>
            <pc:sldMk cId="527512541" sldId="309"/>
            <ac:spMk id="4" creationId="{826AC2E8-B89D-E358-0570-56CBB590E455}"/>
          </ac:spMkLst>
        </pc:spChg>
      </pc:sldChg>
      <pc:sldChg chg="modSp add mod">
        <pc:chgData name="HENRY LUCKY" userId="9f9f0d3b-fafb-4a1f-811e-e1ce60336648" providerId="ADAL" clId="{87B23BC5-493B-58B6-9C8D-8C75A953FAD3}" dt="2026-06-29T05:17:20.746" v="4916" actId="27636"/>
        <pc:sldMkLst>
          <pc:docMk/>
          <pc:sldMk cId="1298709384" sldId="310"/>
        </pc:sldMkLst>
        <pc:spChg chg="mod">
          <ac:chgData name="HENRY LUCKY" userId="9f9f0d3b-fafb-4a1f-811e-e1ce60336648" providerId="ADAL" clId="{87B23BC5-493B-58B6-9C8D-8C75A953FAD3}" dt="2026-06-24T09:02:41.519" v="339" actId="20577"/>
          <ac:spMkLst>
            <pc:docMk/>
            <pc:sldMk cId="1298709384" sldId="310"/>
            <ac:spMk id="2" creationId="{DD99D236-0911-682B-0296-E516C163E2BA}"/>
          </ac:spMkLst>
        </pc:spChg>
        <pc:spChg chg="mod">
          <ac:chgData name="HENRY LUCKY" userId="9f9f0d3b-fafb-4a1f-811e-e1ce60336648" providerId="ADAL" clId="{87B23BC5-493B-58B6-9C8D-8C75A953FAD3}" dt="2026-06-24T09:02:53.580" v="353" actId="20577"/>
          <ac:spMkLst>
            <pc:docMk/>
            <pc:sldMk cId="1298709384" sldId="310"/>
            <ac:spMk id="3" creationId="{CAA2154D-871A-83B2-7D04-028EE738F863}"/>
          </ac:spMkLst>
        </pc:spChg>
        <pc:spChg chg="mod">
          <ac:chgData name="HENRY LUCKY" userId="9f9f0d3b-fafb-4a1f-811e-e1ce60336648" providerId="ADAL" clId="{87B23BC5-493B-58B6-9C8D-8C75A953FAD3}" dt="2026-06-29T05:17:20.746" v="4916" actId="27636"/>
          <ac:spMkLst>
            <pc:docMk/>
            <pc:sldMk cId="1298709384" sldId="310"/>
            <ac:spMk id="4" creationId="{078F83FA-0716-58CB-62A4-2FAE2395FA92}"/>
          </ac:spMkLst>
        </pc:spChg>
      </pc:sldChg>
      <pc:sldChg chg="addSp modSp add mod">
        <pc:chgData name="HENRY LUCKY" userId="9f9f0d3b-fafb-4a1f-811e-e1ce60336648" providerId="ADAL" clId="{87B23BC5-493B-58B6-9C8D-8C75A953FAD3}" dt="2026-06-29T02:49:20.717" v="532" actId="20577"/>
        <pc:sldMkLst>
          <pc:docMk/>
          <pc:sldMk cId="2304811471" sldId="311"/>
        </pc:sldMkLst>
        <pc:spChg chg="mod">
          <ac:chgData name="HENRY LUCKY" userId="9f9f0d3b-fafb-4a1f-811e-e1ce60336648" providerId="ADAL" clId="{87B23BC5-493B-58B6-9C8D-8C75A953FAD3}" dt="2026-06-29T02:49:20.717" v="532" actId="20577"/>
          <ac:spMkLst>
            <pc:docMk/>
            <pc:sldMk cId="2304811471" sldId="311"/>
            <ac:spMk id="4" creationId="{13B39AE9-94C3-C5AA-A28A-9A5F1545B785}"/>
          </ac:spMkLst>
        </pc:spChg>
        <pc:spChg chg="add mod">
          <ac:chgData name="HENRY LUCKY" userId="9f9f0d3b-fafb-4a1f-811e-e1ce60336648" providerId="ADAL" clId="{87B23BC5-493B-58B6-9C8D-8C75A953FAD3}" dt="2026-06-29T02:48:20.135" v="478" actId="14100"/>
          <ac:spMkLst>
            <pc:docMk/>
            <pc:sldMk cId="2304811471" sldId="311"/>
            <ac:spMk id="5" creationId="{E90D3CEF-2D32-367D-74B0-68703BBF7C3A}"/>
          </ac:spMkLst>
        </pc:spChg>
        <pc:spChg chg="add mod">
          <ac:chgData name="HENRY LUCKY" userId="9f9f0d3b-fafb-4a1f-811e-e1ce60336648" providerId="ADAL" clId="{87B23BC5-493B-58B6-9C8D-8C75A953FAD3}" dt="2026-06-29T02:48:11.801" v="477" actId="14100"/>
          <ac:spMkLst>
            <pc:docMk/>
            <pc:sldMk cId="2304811471" sldId="311"/>
            <ac:spMk id="6" creationId="{840F08F8-DAD3-7848-F0E8-D792FCF5C517}"/>
          </ac:spMkLst>
        </pc:spChg>
      </pc:sldChg>
      <pc:sldChg chg="addSp delSp modSp add mod">
        <pc:chgData name="HENRY LUCKY" userId="9f9f0d3b-fafb-4a1f-811e-e1ce60336648" providerId="ADAL" clId="{87B23BC5-493B-58B6-9C8D-8C75A953FAD3}" dt="2026-06-29T03:28:36.997" v="2077" actId="14100"/>
        <pc:sldMkLst>
          <pc:docMk/>
          <pc:sldMk cId="3208939997" sldId="312"/>
        </pc:sldMkLst>
        <pc:spChg chg="mod">
          <ac:chgData name="HENRY LUCKY" userId="9f9f0d3b-fafb-4a1f-811e-e1ce60336648" providerId="ADAL" clId="{87B23BC5-493B-58B6-9C8D-8C75A953FAD3}" dt="2026-06-29T02:50:19.801" v="540" actId="20577"/>
          <ac:spMkLst>
            <pc:docMk/>
            <pc:sldMk cId="3208939997" sldId="312"/>
            <ac:spMk id="3" creationId="{98AF56BB-93A2-9C03-2951-3205E2B403BC}"/>
          </ac:spMkLst>
        </pc:spChg>
        <pc:spChg chg="del mod">
          <ac:chgData name="HENRY LUCKY" userId="9f9f0d3b-fafb-4a1f-811e-e1ce60336648" providerId="ADAL" clId="{87B23BC5-493B-58B6-9C8D-8C75A953FAD3}" dt="2026-06-29T02:51:02.712" v="543" actId="3680"/>
          <ac:spMkLst>
            <pc:docMk/>
            <pc:sldMk cId="3208939997" sldId="312"/>
            <ac:spMk id="4" creationId="{91072033-E191-61BF-202C-10743F7252F3}"/>
          </ac:spMkLst>
        </pc:spChg>
        <pc:spChg chg="add mod">
          <ac:chgData name="HENRY LUCKY" userId="9f9f0d3b-fafb-4a1f-811e-e1ce60336648" providerId="ADAL" clId="{87B23BC5-493B-58B6-9C8D-8C75A953FAD3}" dt="2026-06-29T03:28:36.997" v="2077" actId="14100"/>
          <ac:spMkLst>
            <pc:docMk/>
            <pc:sldMk cId="3208939997" sldId="312"/>
            <ac:spMk id="7" creationId="{61F63DD0-AC70-13AF-9AB7-BF3D93668B9C}"/>
          </ac:spMkLst>
        </pc:spChg>
        <pc:graphicFrameChg chg="add del mod ord modGraphic">
          <ac:chgData name="HENRY LUCKY" userId="9f9f0d3b-fafb-4a1f-811e-e1ce60336648" providerId="ADAL" clId="{87B23BC5-493B-58B6-9C8D-8C75A953FAD3}" dt="2026-06-29T02:56:39.554" v="645" actId="21"/>
          <ac:graphicFrameMkLst>
            <pc:docMk/>
            <pc:sldMk cId="3208939997" sldId="312"/>
            <ac:graphicFrameMk id="5" creationId="{C2182C5D-3CC6-F810-70A8-EC8F3A0B3662}"/>
          </ac:graphicFrameMkLst>
        </pc:graphicFrameChg>
        <pc:graphicFrameChg chg="add mod modGraphic">
          <ac:chgData name="HENRY LUCKY" userId="9f9f0d3b-fafb-4a1f-811e-e1ce60336648" providerId="ADAL" clId="{87B23BC5-493B-58B6-9C8D-8C75A953FAD3}" dt="2026-06-29T03:27:15.982" v="1967" actId="207"/>
          <ac:graphicFrameMkLst>
            <pc:docMk/>
            <pc:sldMk cId="3208939997" sldId="312"/>
            <ac:graphicFrameMk id="8" creationId="{E332E0FE-DAC0-0FBF-D208-A4F651128009}"/>
          </ac:graphicFrameMkLst>
        </pc:graphicFrameChg>
      </pc:sldChg>
      <pc:sldChg chg="modSp add mod">
        <pc:chgData name="HENRY LUCKY" userId="9f9f0d3b-fafb-4a1f-811e-e1ce60336648" providerId="ADAL" clId="{87B23BC5-493B-58B6-9C8D-8C75A953FAD3}" dt="2026-06-29T03:22:59.630" v="1910" actId="20577"/>
        <pc:sldMkLst>
          <pc:docMk/>
          <pc:sldMk cId="2806454383" sldId="313"/>
        </pc:sldMkLst>
        <pc:spChg chg="mod">
          <ac:chgData name="HENRY LUCKY" userId="9f9f0d3b-fafb-4a1f-811e-e1ce60336648" providerId="ADAL" clId="{87B23BC5-493B-58B6-9C8D-8C75A953FAD3}" dt="2026-06-29T03:22:59.630" v="1910" actId="20577"/>
          <ac:spMkLst>
            <pc:docMk/>
            <pc:sldMk cId="2806454383" sldId="313"/>
            <ac:spMk id="7" creationId="{7CB72EB9-3FE7-24B7-D6D3-682BF42E88A1}"/>
          </ac:spMkLst>
        </pc:spChg>
        <pc:graphicFrameChg chg="mod modGraphic">
          <ac:chgData name="HENRY LUCKY" userId="9f9f0d3b-fafb-4a1f-811e-e1ce60336648" providerId="ADAL" clId="{87B23BC5-493B-58B6-9C8D-8C75A953FAD3}" dt="2026-06-29T03:21:23.821" v="1905" actId="207"/>
          <ac:graphicFrameMkLst>
            <pc:docMk/>
            <pc:sldMk cId="2806454383" sldId="313"/>
            <ac:graphicFrameMk id="8" creationId="{49289FFE-EDDB-F4DA-09EC-1149BA72FD38}"/>
          </ac:graphicFrameMkLst>
        </pc:graphicFrameChg>
      </pc:sldChg>
      <pc:sldChg chg="modSp add mod">
        <pc:chgData name="HENRY LUCKY" userId="9f9f0d3b-fafb-4a1f-811e-e1ce60336648" providerId="ADAL" clId="{87B23BC5-493B-58B6-9C8D-8C75A953FAD3}" dt="2026-06-29T03:21:28.077" v="1906" actId="207"/>
        <pc:sldMkLst>
          <pc:docMk/>
          <pc:sldMk cId="3779928593" sldId="314"/>
        </pc:sldMkLst>
        <pc:spChg chg="mod">
          <ac:chgData name="HENRY LUCKY" userId="9f9f0d3b-fafb-4a1f-811e-e1ce60336648" providerId="ADAL" clId="{87B23BC5-493B-58B6-9C8D-8C75A953FAD3}" dt="2026-06-29T03:08:37.587" v="1329" actId="27636"/>
          <ac:spMkLst>
            <pc:docMk/>
            <pc:sldMk cId="3779928593" sldId="314"/>
            <ac:spMk id="7" creationId="{72D30FB7-36D6-904D-0266-FC8C8A54CEE3}"/>
          </ac:spMkLst>
        </pc:spChg>
        <pc:graphicFrameChg chg="mod modGraphic">
          <ac:chgData name="HENRY LUCKY" userId="9f9f0d3b-fafb-4a1f-811e-e1ce60336648" providerId="ADAL" clId="{87B23BC5-493B-58B6-9C8D-8C75A953FAD3}" dt="2026-06-29T03:21:28.077" v="1906" actId="207"/>
          <ac:graphicFrameMkLst>
            <pc:docMk/>
            <pc:sldMk cId="3779928593" sldId="314"/>
            <ac:graphicFrameMk id="8" creationId="{6B9642D8-5898-4287-3601-D136FB64805E}"/>
          </ac:graphicFrameMkLst>
        </pc:graphicFrameChg>
      </pc:sldChg>
      <pc:sldChg chg="modSp add mod modNotesTx">
        <pc:chgData name="HENRY LUCKY" userId="9f9f0d3b-fafb-4a1f-811e-e1ce60336648" providerId="ADAL" clId="{87B23BC5-493B-58B6-9C8D-8C75A953FAD3}" dt="2026-06-29T03:21:31.361" v="1907" actId="207"/>
        <pc:sldMkLst>
          <pc:docMk/>
          <pc:sldMk cId="381069001" sldId="315"/>
        </pc:sldMkLst>
        <pc:spChg chg="mod">
          <ac:chgData name="HENRY LUCKY" userId="9f9f0d3b-fafb-4a1f-811e-e1ce60336648" providerId="ADAL" clId="{87B23BC5-493B-58B6-9C8D-8C75A953FAD3}" dt="2026-06-29T03:15:22.001" v="1721" actId="20577"/>
          <ac:spMkLst>
            <pc:docMk/>
            <pc:sldMk cId="381069001" sldId="315"/>
            <ac:spMk id="7" creationId="{F0DDBC6A-5A69-9CB2-C0E3-DDCE0D1A1AE9}"/>
          </ac:spMkLst>
        </pc:spChg>
        <pc:graphicFrameChg chg="modGraphic">
          <ac:chgData name="HENRY LUCKY" userId="9f9f0d3b-fafb-4a1f-811e-e1ce60336648" providerId="ADAL" clId="{87B23BC5-493B-58B6-9C8D-8C75A953FAD3}" dt="2026-06-29T03:21:31.361" v="1907" actId="207"/>
          <ac:graphicFrameMkLst>
            <pc:docMk/>
            <pc:sldMk cId="381069001" sldId="315"/>
            <ac:graphicFrameMk id="8" creationId="{E87459E0-3B9A-26EC-42E3-B9E1A206BAF2}"/>
          </ac:graphicFrameMkLst>
        </pc:graphicFrameChg>
      </pc:sldChg>
      <pc:sldChg chg="add del">
        <pc:chgData name="HENRY LUCKY" userId="9f9f0d3b-fafb-4a1f-811e-e1ce60336648" providerId="ADAL" clId="{87B23BC5-493B-58B6-9C8D-8C75A953FAD3}" dt="2026-06-29T03:21:41.923" v="1908" actId="2696"/>
        <pc:sldMkLst>
          <pc:docMk/>
          <pc:sldMk cId="2044880130" sldId="316"/>
        </pc:sldMkLst>
      </pc:sldChg>
      <pc:sldChg chg="modSp add mod">
        <pc:chgData name="HENRY LUCKY" userId="9f9f0d3b-fafb-4a1f-811e-e1ce60336648" providerId="ADAL" clId="{87B23BC5-493B-58B6-9C8D-8C75A953FAD3}" dt="2026-06-29T03:43:00.555" v="2140" actId="27636"/>
        <pc:sldMkLst>
          <pc:docMk/>
          <pc:sldMk cId="3033935288" sldId="316"/>
        </pc:sldMkLst>
        <pc:spChg chg="mod">
          <ac:chgData name="HENRY LUCKY" userId="9f9f0d3b-fafb-4a1f-811e-e1ce60336648" providerId="ADAL" clId="{87B23BC5-493B-58B6-9C8D-8C75A953FAD3}" dt="2026-06-29T03:40:54.961" v="2097" actId="20577"/>
          <ac:spMkLst>
            <pc:docMk/>
            <pc:sldMk cId="3033935288" sldId="316"/>
            <ac:spMk id="3" creationId="{F2530A53-FE4F-DEE5-04E9-BEF7CF5A286E}"/>
          </ac:spMkLst>
        </pc:spChg>
        <pc:spChg chg="mod">
          <ac:chgData name="HENRY LUCKY" userId="9f9f0d3b-fafb-4a1f-811e-e1ce60336648" providerId="ADAL" clId="{87B23BC5-493B-58B6-9C8D-8C75A953FAD3}" dt="2026-06-29T03:43:00.555" v="2140" actId="27636"/>
          <ac:spMkLst>
            <pc:docMk/>
            <pc:sldMk cId="3033935288" sldId="316"/>
            <ac:spMk id="4" creationId="{CEB93361-9E9A-B30D-4C25-F4B958EDB904}"/>
          </ac:spMkLst>
        </pc:spChg>
        <pc:spChg chg="mod">
          <ac:chgData name="HENRY LUCKY" userId="9f9f0d3b-fafb-4a1f-811e-e1ce60336648" providerId="ADAL" clId="{87B23BC5-493B-58B6-9C8D-8C75A953FAD3}" dt="2026-06-29T03:42:51.209" v="2135" actId="14100"/>
          <ac:spMkLst>
            <pc:docMk/>
            <pc:sldMk cId="3033935288" sldId="316"/>
            <ac:spMk id="5" creationId="{B1DC69CE-A34E-0670-71DC-C9A6004F438D}"/>
          </ac:spMkLst>
        </pc:spChg>
        <pc:spChg chg="mod">
          <ac:chgData name="HENRY LUCKY" userId="9f9f0d3b-fafb-4a1f-811e-e1ce60336648" providerId="ADAL" clId="{87B23BC5-493B-58B6-9C8D-8C75A953FAD3}" dt="2026-06-29T03:42:46.711" v="2134" actId="404"/>
          <ac:spMkLst>
            <pc:docMk/>
            <pc:sldMk cId="3033935288" sldId="316"/>
            <ac:spMk id="6" creationId="{AAAE52F2-1BA2-EF69-C3C5-701450F780E1}"/>
          </ac:spMkLst>
        </pc:spChg>
      </pc:sldChg>
      <pc:sldChg chg="modSp add mod">
        <pc:chgData name="HENRY LUCKY" userId="9f9f0d3b-fafb-4a1f-811e-e1ce60336648" providerId="ADAL" clId="{87B23BC5-493B-58B6-9C8D-8C75A953FAD3}" dt="2026-06-29T04:34:25.255" v="3563"/>
        <pc:sldMkLst>
          <pc:docMk/>
          <pc:sldMk cId="206758396" sldId="317"/>
        </pc:sldMkLst>
        <pc:spChg chg="mod">
          <ac:chgData name="HENRY LUCKY" userId="9f9f0d3b-fafb-4a1f-811e-e1ce60336648" providerId="ADAL" clId="{87B23BC5-493B-58B6-9C8D-8C75A953FAD3}" dt="2026-06-29T04:34:25.255" v="3563"/>
          <ac:spMkLst>
            <pc:docMk/>
            <pc:sldMk cId="206758396" sldId="317"/>
            <ac:spMk id="2" creationId="{AEBB4F4A-6482-CEBC-4AE7-D894D5056985}"/>
          </ac:spMkLst>
        </pc:spChg>
        <pc:spChg chg="mod">
          <ac:chgData name="HENRY LUCKY" userId="9f9f0d3b-fafb-4a1f-811e-e1ce60336648" providerId="ADAL" clId="{87B23BC5-493B-58B6-9C8D-8C75A953FAD3}" dt="2026-06-29T03:45:04.296" v="2176" actId="20577"/>
          <ac:spMkLst>
            <pc:docMk/>
            <pc:sldMk cId="206758396" sldId="317"/>
            <ac:spMk id="3" creationId="{AF65AAD8-CDC3-545B-C469-26FC144A2164}"/>
          </ac:spMkLst>
        </pc:spChg>
        <pc:spChg chg="mod">
          <ac:chgData name="HENRY LUCKY" userId="9f9f0d3b-fafb-4a1f-811e-e1ce60336648" providerId="ADAL" clId="{87B23BC5-493B-58B6-9C8D-8C75A953FAD3}" dt="2026-06-29T03:50:12.247" v="2327" actId="20577"/>
          <ac:spMkLst>
            <pc:docMk/>
            <pc:sldMk cId="206758396" sldId="317"/>
            <ac:spMk id="4" creationId="{17C6F26C-D18C-C3BC-928F-CB2B9510127A}"/>
          </ac:spMkLst>
        </pc:spChg>
        <pc:spChg chg="mod">
          <ac:chgData name="HENRY LUCKY" userId="9f9f0d3b-fafb-4a1f-811e-e1ce60336648" providerId="ADAL" clId="{87B23BC5-493B-58B6-9C8D-8C75A953FAD3}" dt="2026-06-29T03:49:59.116" v="2318" actId="1035"/>
          <ac:spMkLst>
            <pc:docMk/>
            <pc:sldMk cId="206758396" sldId="317"/>
            <ac:spMk id="5" creationId="{58A8C23B-C614-C846-6AEA-E60B69A0EF9F}"/>
          </ac:spMkLst>
        </pc:spChg>
        <pc:spChg chg="mod">
          <ac:chgData name="HENRY LUCKY" userId="9f9f0d3b-fafb-4a1f-811e-e1ce60336648" providerId="ADAL" clId="{87B23BC5-493B-58B6-9C8D-8C75A953FAD3}" dt="2026-06-29T03:49:59.116" v="2318" actId="1035"/>
          <ac:spMkLst>
            <pc:docMk/>
            <pc:sldMk cId="206758396" sldId="317"/>
            <ac:spMk id="6" creationId="{DA81A674-F2FE-83E8-8C7B-DB8F0C2C803F}"/>
          </ac:spMkLst>
        </pc:spChg>
      </pc:sldChg>
      <pc:sldChg chg="add del">
        <pc:chgData name="HENRY LUCKY" userId="9f9f0d3b-fafb-4a1f-811e-e1ce60336648" providerId="ADAL" clId="{87B23BC5-493B-58B6-9C8D-8C75A953FAD3}" dt="2026-06-29T03:21:43.059" v="1909" actId="2696"/>
        <pc:sldMkLst>
          <pc:docMk/>
          <pc:sldMk cId="1808840964" sldId="317"/>
        </pc:sldMkLst>
      </pc:sldChg>
      <pc:sldChg chg="delSp modSp add mod">
        <pc:chgData name="HENRY LUCKY" userId="9f9f0d3b-fafb-4a1f-811e-e1ce60336648" providerId="ADAL" clId="{87B23BC5-493B-58B6-9C8D-8C75A953FAD3}" dt="2026-06-29T04:34:32.064" v="3564"/>
        <pc:sldMkLst>
          <pc:docMk/>
          <pc:sldMk cId="692772002" sldId="318"/>
        </pc:sldMkLst>
        <pc:spChg chg="mod">
          <ac:chgData name="HENRY LUCKY" userId="9f9f0d3b-fafb-4a1f-811e-e1ce60336648" providerId="ADAL" clId="{87B23BC5-493B-58B6-9C8D-8C75A953FAD3}" dt="2026-06-29T04:34:32.064" v="3564"/>
          <ac:spMkLst>
            <pc:docMk/>
            <pc:sldMk cId="692772002" sldId="318"/>
            <ac:spMk id="2" creationId="{E49D4578-6DB2-2654-6621-3FB40AE4FE20}"/>
          </ac:spMkLst>
        </pc:spChg>
        <pc:spChg chg="mod">
          <ac:chgData name="HENRY LUCKY" userId="9f9f0d3b-fafb-4a1f-811e-e1ce60336648" providerId="ADAL" clId="{87B23BC5-493B-58B6-9C8D-8C75A953FAD3}" dt="2026-06-29T03:51:05.471" v="2329" actId="20577"/>
          <ac:spMkLst>
            <pc:docMk/>
            <pc:sldMk cId="692772002" sldId="318"/>
            <ac:spMk id="4" creationId="{104CC7E1-A0EC-2526-2A25-AD821E82691F}"/>
          </ac:spMkLst>
        </pc:spChg>
        <pc:spChg chg="del">
          <ac:chgData name="HENRY LUCKY" userId="9f9f0d3b-fafb-4a1f-811e-e1ce60336648" providerId="ADAL" clId="{87B23BC5-493B-58B6-9C8D-8C75A953FAD3}" dt="2026-06-29T03:47:35.686" v="2272" actId="478"/>
          <ac:spMkLst>
            <pc:docMk/>
            <pc:sldMk cId="692772002" sldId="318"/>
            <ac:spMk id="5" creationId="{F91244B0-A3F8-F884-293C-442F812425AB}"/>
          </ac:spMkLst>
        </pc:spChg>
        <pc:spChg chg="del">
          <ac:chgData name="HENRY LUCKY" userId="9f9f0d3b-fafb-4a1f-811e-e1ce60336648" providerId="ADAL" clId="{87B23BC5-493B-58B6-9C8D-8C75A953FAD3}" dt="2026-06-29T03:47:35.686" v="2272" actId="478"/>
          <ac:spMkLst>
            <pc:docMk/>
            <pc:sldMk cId="692772002" sldId="318"/>
            <ac:spMk id="6" creationId="{5A67DD65-0081-3C02-CAE4-D1CD6955BF00}"/>
          </ac:spMkLst>
        </pc:spChg>
      </pc:sldChg>
      <pc:sldChg chg="modSp add mod">
        <pc:chgData name="HENRY LUCKY" userId="9f9f0d3b-fafb-4a1f-811e-e1ce60336648" providerId="ADAL" clId="{87B23BC5-493B-58B6-9C8D-8C75A953FAD3}" dt="2026-06-29T04:34:36.114" v="3565"/>
        <pc:sldMkLst>
          <pc:docMk/>
          <pc:sldMk cId="2106250963" sldId="319"/>
        </pc:sldMkLst>
        <pc:spChg chg="mod">
          <ac:chgData name="HENRY LUCKY" userId="9f9f0d3b-fafb-4a1f-811e-e1ce60336648" providerId="ADAL" clId="{87B23BC5-493B-58B6-9C8D-8C75A953FAD3}" dt="2026-06-29T04:34:36.114" v="3565"/>
          <ac:spMkLst>
            <pc:docMk/>
            <pc:sldMk cId="2106250963" sldId="319"/>
            <ac:spMk id="2" creationId="{015CDC2E-5C67-7601-A3A2-A39CA0211EB8}"/>
          </ac:spMkLst>
        </pc:spChg>
        <pc:spChg chg="mod">
          <ac:chgData name="HENRY LUCKY" userId="9f9f0d3b-fafb-4a1f-811e-e1ce60336648" providerId="ADAL" clId="{87B23BC5-493B-58B6-9C8D-8C75A953FAD3}" dt="2026-06-29T03:51:24.021" v="2362" actId="20577"/>
          <ac:spMkLst>
            <pc:docMk/>
            <pc:sldMk cId="2106250963" sldId="319"/>
            <ac:spMk id="3" creationId="{98C0F3D8-3C44-E201-83D2-06F4EAB7EFA7}"/>
          </ac:spMkLst>
        </pc:spChg>
        <pc:spChg chg="mod">
          <ac:chgData name="HENRY LUCKY" userId="9f9f0d3b-fafb-4a1f-811e-e1ce60336648" providerId="ADAL" clId="{87B23BC5-493B-58B6-9C8D-8C75A953FAD3}" dt="2026-06-29T03:51:45.134" v="2367" actId="20577"/>
          <ac:spMkLst>
            <pc:docMk/>
            <pc:sldMk cId="2106250963" sldId="319"/>
            <ac:spMk id="7" creationId="{95F0F3AE-DDCD-404C-890A-ACF276BDFF2D}"/>
          </ac:spMkLst>
        </pc:spChg>
        <pc:graphicFrameChg chg="modGraphic">
          <ac:chgData name="HENRY LUCKY" userId="9f9f0d3b-fafb-4a1f-811e-e1ce60336648" providerId="ADAL" clId="{87B23BC5-493B-58B6-9C8D-8C75A953FAD3}" dt="2026-06-29T03:51:34.902" v="2363" actId="2165"/>
          <ac:graphicFrameMkLst>
            <pc:docMk/>
            <pc:sldMk cId="2106250963" sldId="319"/>
            <ac:graphicFrameMk id="8" creationId="{903FF3F1-2784-5501-7520-2048875B46B2}"/>
          </ac:graphicFrameMkLst>
        </pc:graphicFrameChg>
      </pc:sldChg>
      <pc:sldChg chg="modSp add mod">
        <pc:chgData name="HENRY LUCKY" userId="9f9f0d3b-fafb-4a1f-811e-e1ce60336648" providerId="ADAL" clId="{87B23BC5-493B-58B6-9C8D-8C75A953FAD3}" dt="2026-06-29T04:34:42.412" v="3566"/>
        <pc:sldMkLst>
          <pc:docMk/>
          <pc:sldMk cId="277748057" sldId="320"/>
        </pc:sldMkLst>
        <pc:spChg chg="mod">
          <ac:chgData name="HENRY LUCKY" userId="9f9f0d3b-fafb-4a1f-811e-e1ce60336648" providerId="ADAL" clId="{87B23BC5-493B-58B6-9C8D-8C75A953FAD3}" dt="2026-06-29T04:34:42.412" v="3566"/>
          <ac:spMkLst>
            <pc:docMk/>
            <pc:sldMk cId="277748057" sldId="320"/>
            <ac:spMk id="2" creationId="{FFF7C921-D9B5-3498-A091-D97FDDAF8911}"/>
          </ac:spMkLst>
        </pc:spChg>
        <pc:spChg chg="mod">
          <ac:chgData name="HENRY LUCKY" userId="9f9f0d3b-fafb-4a1f-811e-e1ce60336648" providerId="ADAL" clId="{87B23BC5-493B-58B6-9C8D-8C75A953FAD3}" dt="2026-06-29T03:54:59.868" v="2463" actId="20577"/>
          <ac:spMkLst>
            <pc:docMk/>
            <pc:sldMk cId="277748057" sldId="320"/>
            <ac:spMk id="7" creationId="{BFF11EBD-F361-F8C6-8720-815258428C0B}"/>
          </ac:spMkLst>
        </pc:spChg>
        <pc:graphicFrameChg chg="modGraphic">
          <ac:chgData name="HENRY LUCKY" userId="9f9f0d3b-fafb-4a1f-811e-e1ce60336648" providerId="ADAL" clId="{87B23BC5-493B-58B6-9C8D-8C75A953FAD3}" dt="2026-06-29T03:52:13.382" v="2378" actId="20577"/>
          <ac:graphicFrameMkLst>
            <pc:docMk/>
            <pc:sldMk cId="277748057" sldId="320"/>
            <ac:graphicFrameMk id="8" creationId="{CDDDA708-CD8E-1322-BC8A-60407FCD3928}"/>
          </ac:graphicFrameMkLst>
        </pc:graphicFrameChg>
      </pc:sldChg>
      <pc:sldChg chg="modSp add mod">
        <pc:chgData name="HENRY LUCKY" userId="9f9f0d3b-fafb-4a1f-811e-e1ce60336648" providerId="ADAL" clId="{87B23BC5-493B-58B6-9C8D-8C75A953FAD3}" dt="2026-06-29T04:34:46.344" v="3567"/>
        <pc:sldMkLst>
          <pc:docMk/>
          <pc:sldMk cId="3720429925" sldId="321"/>
        </pc:sldMkLst>
        <pc:spChg chg="mod">
          <ac:chgData name="HENRY LUCKY" userId="9f9f0d3b-fafb-4a1f-811e-e1ce60336648" providerId="ADAL" clId="{87B23BC5-493B-58B6-9C8D-8C75A953FAD3}" dt="2026-06-29T04:34:46.344" v="3567"/>
          <ac:spMkLst>
            <pc:docMk/>
            <pc:sldMk cId="3720429925" sldId="321"/>
            <ac:spMk id="2" creationId="{FEA60663-4122-9930-F65B-CC298E45767C}"/>
          </ac:spMkLst>
        </pc:spChg>
        <pc:spChg chg="mod">
          <ac:chgData name="HENRY LUCKY" userId="9f9f0d3b-fafb-4a1f-811e-e1ce60336648" providerId="ADAL" clId="{87B23BC5-493B-58B6-9C8D-8C75A953FAD3}" dt="2026-06-29T03:56:19.844" v="2488" actId="20577"/>
          <ac:spMkLst>
            <pc:docMk/>
            <pc:sldMk cId="3720429925" sldId="321"/>
            <ac:spMk id="7" creationId="{133B55DC-9EFF-ED1E-E276-6C4AE2F90E42}"/>
          </ac:spMkLst>
        </pc:spChg>
        <pc:graphicFrameChg chg="modGraphic">
          <ac:chgData name="HENRY LUCKY" userId="9f9f0d3b-fafb-4a1f-811e-e1ce60336648" providerId="ADAL" clId="{87B23BC5-493B-58B6-9C8D-8C75A953FAD3}" dt="2026-06-29T03:59:20.480" v="2538" actId="20577"/>
          <ac:graphicFrameMkLst>
            <pc:docMk/>
            <pc:sldMk cId="3720429925" sldId="321"/>
            <ac:graphicFrameMk id="8" creationId="{FD38E2AC-DDE0-A92E-8690-7A991D1EDADB}"/>
          </ac:graphicFrameMkLst>
        </pc:graphicFrameChg>
      </pc:sldChg>
      <pc:sldChg chg="modSp add mod modNotesTx">
        <pc:chgData name="HENRY LUCKY" userId="9f9f0d3b-fafb-4a1f-811e-e1ce60336648" providerId="ADAL" clId="{87B23BC5-493B-58B6-9C8D-8C75A953FAD3}" dt="2026-06-29T05:12:31.349" v="4653" actId="20577"/>
        <pc:sldMkLst>
          <pc:docMk/>
          <pc:sldMk cId="1740347595" sldId="322"/>
        </pc:sldMkLst>
        <pc:spChg chg="mod">
          <ac:chgData name="HENRY LUCKY" userId="9f9f0d3b-fafb-4a1f-811e-e1ce60336648" providerId="ADAL" clId="{87B23BC5-493B-58B6-9C8D-8C75A953FAD3}" dt="2026-06-29T04:34:49.676" v="3568"/>
          <ac:spMkLst>
            <pc:docMk/>
            <pc:sldMk cId="1740347595" sldId="322"/>
            <ac:spMk id="2" creationId="{C3BD00D2-F047-C3D2-CAC5-68C7B946BBBA}"/>
          </ac:spMkLst>
        </pc:spChg>
        <pc:spChg chg="mod">
          <ac:chgData name="HENRY LUCKY" userId="9f9f0d3b-fafb-4a1f-811e-e1ce60336648" providerId="ADAL" clId="{87B23BC5-493B-58B6-9C8D-8C75A953FAD3}" dt="2026-06-29T04:02:00.406" v="2751" actId="20577"/>
          <ac:spMkLst>
            <pc:docMk/>
            <pc:sldMk cId="1740347595" sldId="322"/>
            <ac:spMk id="7" creationId="{679545A9-5789-A689-EF0A-3BCACC9CA399}"/>
          </ac:spMkLst>
        </pc:spChg>
        <pc:graphicFrameChg chg="modGraphic">
          <ac:chgData name="HENRY LUCKY" userId="9f9f0d3b-fafb-4a1f-811e-e1ce60336648" providerId="ADAL" clId="{87B23BC5-493B-58B6-9C8D-8C75A953FAD3}" dt="2026-06-29T03:59:18.177" v="2536" actId="20577"/>
          <ac:graphicFrameMkLst>
            <pc:docMk/>
            <pc:sldMk cId="1740347595" sldId="322"/>
            <ac:graphicFrameMk id="8" creationId="{9B8BED00-5455-D02E-E8DC-E0B0CA886FB4}"/>
          </ac:graphicFrameMkLst>
        </pc:graphicFrameChg>
      </pc:sldChg>
      <pc:sldChg chg="modSp add mod ord modNotesTx">
        <pc:chgData name="HENRY LUCKY" userId="9f9f0d3b-fafb-4a1f-811e-e1ce60336648" providerId="ADAL" clId="{87B23BC5-493B-58B6-9C8D-8C75A953FAD3}" dt="2026-06-29T04:30:33" v="3541" actId="20577"/>
        <pc:sldMkLst>
          <pc:docMk/>
          <pc:sldMk cId="3946301166" sldId="323"/>
        </pc:sldMkLst>
        <pc:spChg chg="mod">
          <ac:chgData name="HENRY LUCKY" userId="9f9f0d3b-fafb-4a1f-811e-e1ce60336648" providerId="ADAL" clId="{87B23BC5-493B-58B6-9C8D-8C75A953FAD3}" dt="2026-06-29T04:06:25.076" v="2784" actId="14100"/>
          <ac:spMkLst>
            <pc:docMk/>
            <pc:sldMk cId="3946301166" sldId="323"/>
            <ac:spMk id="3" creationId="{64E64AE8-B389-D76D-5A2D-9B795C589619}"/>
          </ac:spMkLst>
        </pc:spChg>
        <pc:spChg chg="mod">
          <ac:chgData name="HENRY LUCKY" userId="9f9f0d3b-fafb-4a1f-811e-e1ce60336648" providerId="ADAL" clId="{87B23BC5-493B-58B6-9C8D-8C75A953FAD3}" dt="2026-06-29T04:30:33" v="3541" actId="20577"/>
          <ac:spMkLst>
            <pc:docMk/>
            <pc:sldMk cId="3946301166" sldId="323"/>
            <ac:spMk id="4" creationId="{DA7D89BA-9C46-5A53-0628-FA55138D5265}"/>
          </ac:spMkLst>
        </pc:spChg>
      </pc:sldChg>
      <pc:sldChg chg="modSp add mod">
        <pc:chgData name="HENRY LUCKY" userId="9f9f0d3b-fafb-4a1f-811e-e1ce60336648" providerId="ADAL" clId="{87B23BC5-493B-58B6-9C8D-8C75A953FAD3}" dt="2026-06-29T04:32:13.167" v="3561" actId="20577"/>
        <pc:sldMkLst>
          <pc:docMk/>
          <pc:sldMk cId="1922900997" sldId="324"/>
        </pc:sldMkLst>
        <pc:spChg chg="mod">
          <ac:chgData name="HENRY LUCKY" userId="9f9f0d3b-fafb-4a1f-811e-e1ce60336648" providerId="ADAL" clId="{87B23BC5-493B-58B6-9C8D-8C75A953FAD3}" dt="2026-06-29T04:32:13.167" v="3561" actId="20577"/>
          <ac:spMkLst>
            <pc:docMk/>
            <pc:sldMk cId="1922900997" sldId="324"/>
            <ac:spMk id="4" creationId="{A98C8CC6-4AE2-5788-F9B4-D9212E0DCA81}"/>
          </ac:spMkLst>
        </pc:spChg>
      </pc:sldChg>
      <pc:sldChg chg="modSp add mod">
        <pc:chgData name="HENRY LUCKY" userId="9f9f0d3b-fafb-4a1f-811e-e1ce60336648" providerId="ADAL" clId="{87B23BC5-493B-58B6-9C8D-8C75A953FAD3}" dt="2026-06-29T04:57:48.680" v="4172" actId="20577"/>
        <pc:sldMkLst>
          <pc:docMk/>
          <pc:sldMk cId="880958511" sldId="325"/>
        </pc:sldMkLst>
        <pc:spChg chg="mod">
          <ac:chgData name="HENRY LUCKY" userId="9f9f0d3b-fafb-4a1f-811e-e1ce60336648" providerId="ADAL" clId="{87B23BC5-493B-58B6-9C8D-8C75A953FAD3}" dt="2026-06-29T04:36:31.406" v="3641" actId="20577"/>
          <ac:spMkLst>
            <pc:docMk/>
            <pc:sldMk cId="880958511" sldId="325"/>
            <ac:spMk id="2" creationId="{A9590869-6FE1-E3F2-0403-9D9587FA82D5}"/>
          </ac:spMkLst>
        </pc:spChg>
        <pc:spChg chg="mod">
          <ac:chgData name="HENRY LUCKY" userId="9f9f0d3b-fafb-4a1f-811e-e1ce60336648" providerId="ADAL" clId="{87B23BC5-493B-58B6-9C8D-8C75A953FAD3}" dt="2026-06-29T04:56:06.276" v="3993" actId="20577"/>
          <ac:spMkLst>
            <pc:docMk/>
            <pc:sldMk cId="880958511" sldId="325"/>
            <ac:spMk id="3" creationId="{8C2B9D3B-A7B7-CBA6-6404-7AF3CDE32A35}"/>
          </ac:spMkLst>
        </pc:spChg>
        <pc:spChg chg="mod">
          <ac:chgData name="HENRY LUCKY" userId="9f9f0d3b-fafb-4a1f-811e-e1ce60336648" providerId="ADAL" clId="{87B23BC5-493B-58B6-9C8D-8C75A953FAD3}" dt="2026-06-29T04:57:48.680" v="4172" actId="20577"/>
          <ac:spMkLst>
            <pc:docMk/>
            <pc:sldMk cId="880958511" sldId="325"/>
            <ac:spMk id="4" creationId="{8D89FD8F-60D5-FFC8-3D77-4FEFCD044C8F}"/>
          </ac:spMkLst>
        </pc:spChg>
      </pc:sldChg>
      <pc:sldChg chg="add del">
        <pc:chgData name="HENRY LUCKY" userId="9f9f0d3b-fafb-4a1f-811e-e1ce60336648" providerId="ADAL" clId="{87B23BC5-493B-58B6-9C8D-8C75A953FAD3}" dt="2026-06-29T04:24:44.396" v="3356"/>
        <pc:sldMkLst>
          <pc:docMk/>
          <pc:sldMk cId="2791768739" sldId="325"/>
        </pc:sldMkLst>
      </pc:sldChg>
      <pc:sldChg chg="modSp add mod">
        <pc:chgData name="HENRY LUCKY" userId="9f9f0d3b-fafb-4a1f-811e-e1ce60336648" providerId="ADAL" clId="{87B23BC5-493B-58B6-9C8D-8C75A953FAD3}" dt="2026-06-29T05:00:26.953" v="4188" actId="20577"/>
        <pc:sldMkLst>
          <pc:docMk/>
          <pc:sldMk cId="3872396201" sldId="326"/>
        </pc:sldMkLst>
        <pc:spChg chg="mod">
          <ac:chgData name="HENRY LUCKY" userId="9f9f0d3b-fafb-4a1f-811e-e1ce60336648" providerId="ADAL" clId="{87B23BC5-493B-58B6-9C8D-8C75A953FAD3}" dt="2026-06-29T05:00:23.538" v="4178"/>
          <ac:spMkLst>
            <pc:docMk/>
            <pc:sldMk cId="3872396201" sldId="326"/>
            <ac:spMk id="2" creationId="{7119AF98-EFF4-45DB-D247-D2D70409A617}"/>
          </ac:spMkLst>
        </pc:spChg>
        <pc:spChg chg="mod">
          <ac:chgData name="HENRY LUCKY" userId="9f9f0d3b-fafb-4a1f-811e-e1ce60336648" providerId="ADAL" clId="{87B23BC5-493B-58B6-9C8D-8C75A953FAD3}" dt="2026-06-29T05:00:26.953" v="4188" actId="20577"/>
          <ac:spMkLst>
            <pc:docMk/>
            <pc:sldMk cId="3872396201" sldId="326"/>
            <ac:spMk id="3" creationId="{E05D1B3A-D4B8-82F2-8AD3-CE179D7F6056}"/>
          </ac:spMkLst>
        </pc:spChg>
        <pc:spChg chg="mod">
          <ac:chgData name="HENRY LUCKY" userId="9f9f0d3b-fafb-4a1f-811e-e1ce60336648" providerId="ADAL" clId="{87B23BC5-493B-58B6-9C8D-8C75A953FAD3}" dt="2026-06-29T04:59:42.167" v="4177" actId="20577"/>
          <ac:spMkLst>
            <pc:docMk/>
            <pc:sldMk cId="3872396201" sldId="326"/>
            <ac:spMk id="4" creationId="{9D0696E9-768A-9A8E-58B5-EEDC3D63BCA9}"/>
          </ac:spMkLst>
        </pc:spChg>
        <pc:spChg chg="mod">
          <ac:chgData name="HENRY LUCKY" userId="9f9f0d3b-fafb-4a1f-811e-e1ce60336648" providerId="ADAL" clId="{87B23BC5-493B-58B6-9C8D-8C75A953FAD3}" dt="2026-06-29T04:58:17.897" v="4175" actId="14100"/>
          <ac:spMkLst>
            <pc:docMk/>
            <pc:sldMk cId="3872396201" sldId="326"/>
            <ac:spMk id="5" creationId="{C16C2593-E425-30EF-5E50-934C38F846AF}"/>
          </ac:spMkLst>
        </pc:spChg>
        <pc:spChg chg="mod">
          <ac:chgData name="HENRY LUCKY" userId="9f9f0d3b-fafb-4a1f-811e-e1ce60336648" providerId="ADAL" clId="{87B23BC5-493B-58B6-9C8D-8C75A953FAD3}" dt="2026-06-29T04:58:13.405" v="4174"/>
          <ac:spMkLst>
            <pc:docMk/>
            <pc:sldMk cId="3872396201" sldId="326"/>
            <ac:spMk id="6" creationId="{02F73C58-2994-57BF-2DF2-E28D3F1AD31A}"/>
          </ac:spMkLst>
        </pc:spChg>
      </pc:sldChg>
      <pc:sldChg chg="addSp delSp modSp add mod">
        <pc:chgData name="HENRY LUCKY" userId="9f9f0d3b-fafb-4a1f-811e-e1ce60336648" providerId="ADAL" clId="{87B23BC5-493B-58B6-9C8D-8C75A953FAD3}" dt="2026-06-29T05:11:00.541" v="4574" actId="20577"/>
        <pc:sldMkLst>
          <pc:docMk/>
          <pc:sldMk cId="2032268333" sldId="327"/>
        </pc:sldMkLst>
        <pc:spChg chg="mod">
          <ac:chgData name="HENRY LUCKY" userId="9f9f0d3b-fafb-4a1f-811e-e1ce60336648" providerId="ADAL" clId="{87B23BC5-493B-58B6-9C8D-8C75A953FAD3}" dt="2026-06-29T05:00:39.855" v="4211" actId="20577"/>
          <ac:spMkLst>
            <pc:docMk/>
            <pc:sldMk cId="2032268333" sldId="327"/>
            <ac:spMk id="3" creationId="{1568B83F-5243-B81A-4A5C-9802DF828AE8}"/>
          </ac:spMkLst>
        </pc:spChg>
        <pc:spChg chg="del">
          <ac:chgData name="HENRY LUCKY" userId="9f9f0d3b-fafb-4a1f-811e-e1ce60336648" providerId="ADAL" clId="{87B23BC5-493B-58B6-9C8D-8C75A953FAD3}" dt="2026-06-29T05:05:38.696" v="4357" actId="478"/>
          <ac:spMkLst>
            <pc:docMk/>
            <pc:sldMk cId="2032268333" sldId="327"/>
            <ac:spMk id="4" creationId="{397AC344-9C21-3E5C-8093-D1EA57905BA4}"/>
          </ac:spMkLst>
        </pc:spChg>
        <pc:spChg chg="del">
          <ac:chgData name="HENRY LUCKY" userId="9f9f0d3b-fafb-4a1f-811e-e1ce60336648" providerId="ADAL" clId="{87B23BC5-493B-58B6-9C8D-8C75A953FAD3}" dt="2026-06-29T05:00:34.311" v="4192" actId="478"/>
          <ac:spMkLst>
            <pc:docMk/>
            <pc:sldMk cId="2032268333" sldId="327"/>
            <ac:spMk id="5" creationId="{AD8CF17F-93E3-DD97-3A61-E8306ADCA5CA}"/>
          </ac:spMkLst>
        </pc:spChg>
        <pc:spChg chg="del mod">
          <ac:chgData name="HENRY LUCKY" userId="9f9f0d3b-fafb-4a1f-811e-e1ce60336648" providerId="ADAL" clId="{87B23BC5-493B-58B6-9C8D-8C75A953FAD3}" dt="2026-06-29T05:00:33.578" v="4191" actId="478"/>
          <ac:spMkLst>
            <pc:docMk/>
            <pc:sldMk cId="2032268333" sldId="327"/>
            <ac:spMk id="6" creationId="{B5653B55-35CA-A934-6BB0-A7AFB2120513}"/>
          </ac:spMkLst>
        </pc:spChg>
        <pc:spChg chg="add del mod">
          <ac:chgData name="HENRY LUCKY" userId="9f9f0d3b-fafb-4a1f-811e-e1ce60336648" providerId="ADAL" clId="{87B23BC5-493B-58B6-9C8D-8C75A953FAD3}" dt="2026-06-29T05:03:06.138" v="4221"/>
          <ac:spMkLst>
            <pc:docMk/>
            <pc:sldMk cId="2032268333" sldId="327"/>
            <ac:spMk id="8" creationId="{A97201A1-70F2-74A8-C82B-A36D19167E95}"/>
          </ac:spMkLst>
        </pc:spChg>
        <pc:spChg chg="add mod">
          <ac:chgData name="HENRY LUCKY" userId="9f9f0d3b-fafb-4a1f-811e-e1ce60336648" providerId="ADAL" clId="{87B23BC5-493B-58B6-9C8D-8C75A953FAD3}" dt="2026-06-29T05:11:00.541" v="4574" actId="20577"/>
          <ac:spMkLst>
            <pc:docMk/>
            <pc:sldMk cId="2032268333" sldId="327"/>
            <ac:spMk id="10" creationId="{350A7D7B-5C3B-9944-2604-960F9C8979AD}"/>
          </ac:spMkLst>
        </pc:spChg>
        <pc:spChg chg="add del mod">
          <ac:chgData name="HENRY LUCKY" userId="9f9f0d3b-fafb-4a1f-811e-e1ce60336648" providerId="ADAL" clId="{87B23BC5-493B-58B6-9C8D-8C75A953FAD3}" dt="2026-06-29T05:05:40.643" v="4358" actId="478"/>
          <ac:spMkLst>
            <pc:docMk/>
            <pc:sldMk cId="2032268333" sldId="327"/>
            <ac:spMk id="12" creationId="{8813F32B-8205-B53A-A3F3-E052535C58BC}"/>
          </ac:spMkLst>
        </pc:spChg>
        <pc:graphicFrameChg chg="add del mod modGraphic">
          <ac:chgData name="HENRY LUCKY" userId="9f9f0d3b-fafb-4a1f-811e-e1ce60336648" providerId="ADAL" clId="{87B23BC5-493B-58B6-9C8D-8C75A953FAD3}" dt="2026-06-29T05:03:01.370" v="4217" actId="21"/>
          <ac:graphicFrameMkLst>
            <pc:docMk/>
            <pc:sldMk cId="2032268333" sldId="327"/>
            <ac:graphicFrameMk id="7" creationId="{B1DE72BD-811A-0FB8-5EDB-B68DA2D0501C}"/>
          </ac:graphicFrameMkLst>
        </pc:graphicFrameChg>
        <pc:graphicFrameChg chg="add mod modGraphic">
          <ac:chgData name="HENRY LUCKY" userId="9f9f0d3b-fafb-4a1f-811e-e1ce60336648" providerId="ADAL" clId="{87B23BC5-493B-58B6-9C8D-8C75A953FAD3}" dt="2026-06-29T05:04:21.908" v="4265" actId="207"/>
          <ac:graphicFrameMkLst>
            <pc:docMk/>
            <pc:sldMk cId="2032268333" sldId="327"/>
            <ac:graphicFrameMk id="9" creationId="{DFBD8686-B7D4-3780-3C12-C5059F5407E2}"/>
          </ac:graphicFrameMkLst>
        </pc:graphicFrameChg>
      </pc:sldChg>
      <pc:sldChg chg="modSp add mod">
        <pc:chgData name="HENRY LUCKY" userId="9f9f0d3b-fafb-4a1f-811e-e1ce60336648" providerId="ADAL" clId="{87B23BC5-493B-58B6-9C8D-8C75A953FAD3}" dt="2026-06-29T05:10:56.531" v="4566" actId="20577"/>
        <pc:sldMkLst>
          <pc:docMk/>
          <pc:sldMk cId="1136084837" sldId="328"/>
        </pc:sldMkLst>
        <pc:spChg chg="mod">
          <ac:chgData name="HENRY LUCKY" userId="9f9f0d3b-fafb-4a1f-811e-e1ce60336648" providerId="ADAL" clId="{87B23BC5-493B-58B6-9C8D-8C75A953FAD3}" dt="2026-06-29T05:10:56.531" v="4566" actId="20577"/>
          <ac:spMkLst>
            <pc:docMk/>
            <pc:sldMk cId="1136084837" sldId="328"/>
            <ac:spMk id="10" creationId="{B374398E-C236-F4AA-4326-3DAA847B4E78}"/>
          </ac:spMkLst>
        </pc:spChg>
        <pc:graphicFrameChg chg="modGraphic">
          <ac:chgData name="HENRY LUCKY" userId="9f9f0d3b-fafb-4a1f-811e-e1ce60336648" providerId="ADAL" clId="{87B23BC5-493B-58B6-9C8D-8C75A953FAD3}" dt="2026-06-29T05:08:05.791" v="4448" actId="207"/>
          <ac:graphicFrameMkLst>
            <pc:docMk/>
            <pc:sldMk cId="1136084837" sldId="328"/>
            <ac:graphicFrameMk id="9" creationId="{CE9C3ACB-52FB-085E-885B-B940F251DC80}"/>
          </ac:graphicFrameMkLst>
        </pc:graphicFrameChg>
      </pc:sldChg>
      <pc:sldChg chg="add del">
        <pc:chgData name="HENRY LUCKY" userId="9f9f0d3b-fafb-4a1f-811e-e1ce60336648" providerId="ADAL" clId="{87B23BC5-493B-58B6-9C8D-8C75A953FAD3}" dt="2026-06-29T05:01:18.084" v="4216" actId="2696"/>
        <pc:sldMkLst>
          <pc:docMk/>
          <pc:sldMk cId="3874111671" sldId="328"/>
        </pc:sldMkLst>
      </pc:sldChg>
      <pc:sldChg chg="modSp add mod">
        <pc:chgData name="HENRY LUCKY" userId="9f9f0d3b-fafb-4a1f-811e-e1ce60336648" providerId="ADAL" clId="{87B23BC5-493B-58B6-9C8D-8C75A953FAD3}" dt="2026-06-30T07:52:31.644" v="5671" actId="27636"/>
        <pc:sldMkLst>
          <pc:docMk/>
          <pc:sldMk cId="3376412903" sldId="329"/>
        </pc:sldMkLst>
        <pc:spChg chg="mod">
          <ac:chgData name="HENRY LUCKY" userId="9f9f0d3b-fafb-4a1f-811e-e1ce60336648" providerId="ADAL" clId="{87B23BC5-493B-58B6-9C8D-8C75A953FAD3}" dt="2026-06-30T07:52:31.644" v="5671" actId="27636"/>
          <ac:spMkLst>
            <pc:docMk/>
            <pc:sldMk cId="3376412903" sldId="329"/>
            <ac:spMk id="10" creationId="{3B9A9711-79FC-9724-8D8F-174B2DF6F8E2}"/>
          </ac:spMkLst>
        </pc:spChg>
        <pc:graphicFrameChg chg="modGraphic">
          <ac:chgData name="HENRY LUCKY" userId="9f9f0d3b-fafb-4a1f-811e-e1ce60336648" providerId="ADAL" clId="{87B23BC5-493B-58B6-9C8D-8C75A953FAD3}" dt="2026-06-29T05:08:11.498" v="4450" actId="207"/>
          <ac:graphicFrameMkLst>
            <pc:docMk/>
            <pc:sldMk cId="3376412903" sldId="329"/>
            <ac:graphicFrameMk id="9" creationId="{1599F61E-82EE-ED31-28AD-1474C23626FD}"/>
          </ac:graphicFrameMkLst>
        </pc:graphicFrameChg>
      </pc:sldChg>
      <pc:sldChg chg="modSp new mod">
        <pc:chgData name="HENRY LUCKY" userId="9f9f0d3b-fafb-4a1f-811e-e1ce60336648" providerId="ADAL" clId="{87B23BC5-493B-58B6-9C8D-8C75A953FAD3}" dt="2026-06-29T05:16:22.662" v="4908" actId="20577"/>
        <pc:sldMkLst>
          <pc:docMk/>
          <pc:sldMk cId="1980341432" sldId="330"/>
        </pc:sldMkLst>
        <pc:spChg chg="mod">
          <ac:chgData name="HENRY LUCKY" userId="9f9f0d3b-fafb-4a1f-811e-e1ce60336648" providerId="ADAL" clId="{87B23BC5-493B-58B6-9C8D-8C75A953FAD3}" dt="2026-06-29T05:12:59.721" v="4662" actId="20577"/>
          <ac:spMkLst>
            <pc:docMk/>
            <pc:sldMk cId="1980341432" sldId="330"/>
            <ac:spMk id="2" creationId="{E662C104-EFCA-D9B5-B27B-ED28AAD2A296}"/>
          </ac:spMkLst>
        </pc:spChg>
        <pc:spChg chg="mod">
          <ac:chgData name="HENRY LUCKY" userId="9f9f0d3b-fafb-4a1f-811e-e1ce60336648" providerId="ADAL" clId="{87B23BC5-493B-58B6-9C8D-8C75A953FAD3}" dt="2026-06-29T05:13:02.667" v="4672" actId="20577"/>
          <ac:spMkLst>
            <pc:docMk/>
            <pc:sldMk cId="1980341432" sldId="330"/>
            <ac:spMk id="3" creationId="{18A90060-5D6B-3E9F-485B-5799F0BC9FB5}"/>
          </ac:spMkLst>
        </pc:spChg>
        <pc:spChg chg="mod">
          <ac:chgData name="HENRY LUCKY" userId="9f9f0d3b-fafb-4a1f-811e-e1ce60336648" providerId="ADAL" clId="{87B23BC5-493B-58B6-9C8D-8C75A953FAD3}" dt="2026-06-29T05:16:22.662" v="4908" actId="20577"/>
          <ac:spMkLst>
            <pc:docMk/>
            <pc:sldMk cId="1980341432" sldId="330"/>
            <ac:spMk id="4" creationId="{FA56B10D-B6A0-27CF-7839-F29C48433D87}"/>
          </ac:spMkLst>
        </pc:spChg>
      </pc:sldChg>
      <pc:sldChg chg="modSp add mod modNotesTx">
        <pc:chgData name="HENRY LUCKY" userId="9f9f0d3b-fafb-4a1f-811e-e1ce60336648" providerId="ADAL" clId="{87B23BC5-493B-58B6-9C8D-8C75A953FAD3}" dt="2026-06-29T05:28:55.111" v="5580" actId="20577"/>
        <pc:sldMkLst>
          <pc:docMk/>
          <pc:sldMk cId="786658528" sldId="331"/>
        </pc:sldMkLst>
        <pc:spChg chg="mod">
          <ac:chgData name="HENRY LUCKY" userId="9f9f0d3b-fafb-4a1f-811e-e1ce60336648" providerId="ADAL" clId="{87B23BC5-493B-58B6-9C8D-8C75A953FAD3}" dt="2026-06-29T05:18:06.943" v="4942" actId="20577"/>
          <ac:spMkLst>
            <pc:docMk/>
            <pc:sldMk cId="786658528" sldId="331"/>
            <ac:spMk id="3" creationId="{DB441FD0-4C5C-879E-5A7B-95325E9218E8}"/>
          </ac:spMkLst>
        </pc:spChg>
        <pc:spChg chg="mod">
          <ac:chgData name="HENRY LUCKY" userId="9f9f0d3b-fafb-4a1f-811e-e1ce60336648" providerId="ADAL" clId="{87B23BC5-493B-58B6-9C8D-8C75A953FAD3}" dt="2026-06-29T05:28:55.111" v="5580" actId="20577"/>
          <ac:spMkLst>
            <pc:docMk/>
            <pc:sldMk cId="786658528" sldId="331"/>
            <ac:spMk id="4" creationId="{0BE7542E-9A59-2712-8408-9AE57190244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522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FC845-D94C-9FAF-485F-A3E0F2682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1956CD-6937-1FAC-A688-5470B21985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A8698F-60A5-452A-04FC-B8CC860172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3251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6688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095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742A6-103D-FD2F-0E10-726B3957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122D7A-F469-FEAB-D759-7988357C78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B76A26-9321-8110-8B17-CC5E9966D9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5031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07D3D-9E9C-B24A-FC40-F86426250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87E4AA-CE9E-BF9E-7EB3-B1568D4495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BFEAD0-8D54-4766-F01F-5F555D0C3D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2200" b="1" i="0" u="none" strike="noStrike" dirty="0">
                <a:effectLst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"/>
              </a:rPr>
              <a:t>The Binary Choice Rule</a:t>
            </a:r>
          </a:p>
          <a:p>
            <a:r>
              <a:rPr lang="en-ID" sz="2200" b="0" i="0" u="none" strike="noStrike" dirty="0">
                <a:effectLst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"/>
              </a:rPr>
              <a:t>For any item, there are only 2 options:</a:t>
            </a:r>
          </a:p>
          <a:p>
            <a:r>
              <a:rPr lang="en-ID" sz="2200" b="1" i="0" u="none" strike="noStrike" dirty="0">
                <a:effectLst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"/>
              </a:rPr>
              <a:t>0</a:t>
            </a:r>
            <a:r>
              <a:rPr lang="en-ID" sz="2200" b="0" i="0" u="none" strike="noStrike" dirty="0">
                <a:effectLst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"/>
              </a:rPr>
              <a:t>: Leave the item out.</a:t>
            </a:r>
          </a:p>
          <a:p>
            <a:r>
              <a:rPr lang="en-ID" sz="2200" b="1" i="0" u="none" strike="noStrike" dirty="0">
                <a:effectLst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"/>
              </a:rPr>
              <a:t>1</a:t>
            </a:r>
            <a:r>
              <a:rPr lang="en-ID" sz="2200" b="0" i="0" u="none" strike="noStrike" dirty="0">
                <a:effectLst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"/>
              </a:rPr>
              <a:t>: Put the item in.</a:t>
            </a:r>
          </a:p>
          <a:p>
            <a:r>
              <a:rPr lang="en-ID" sz="2200" b="0" i="0" u="none" strike="noStrike" dirty="0">
                <a:effectLst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"/>
              </a:rPr>
              <a:t>If you have n items, you multiply the number of choices for each item together: 2x2x2x…x2=2^n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9477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8FCB5-25BB-D7E0-03BE-5B8311DCC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888859-5955-F3C5-A965-5B7283434F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B03CFB-E980-9904-963F-7D7F4CC655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1902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02DB9-AF77-EB82-3003-5A576963D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175800-2BC5-128A-754C-466B1C83ED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86E7E4-C9DD-00F7-370F-CFE7EA371C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3685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FAD9B-A8BB-FC20-FA8D-EEB92A6F5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3D9668-0330-01D0-0CBA-804D8D224D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887BB8-B525-F462-845D-56CCD0A379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0453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14B15-8D74-0CF1-9BDE-59A35E6C0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C9786B-70DC-BF61-73CD-76B5BD1A73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60444F-B2A4-AB46-BEA8-354D3D860A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84824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3CBFD-34B1-7F9F-5047-69EE30E26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E05019-E75A-11CE-62F9-82FABC5959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4A7F06-14A5-1975-2AC8-2C3D19150B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8370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814C7-072C-F253-0821-22E37F9B8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A4A89E-8302-A57E-7B51-D730564252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C7D977-82D2-A4B9-4928-B08F449D0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color means either </a:t>
            </a:r>
            <a:r>
              <a:rPr lang="en-US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r>
              <a:rPr lang="en-US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[i-1][c - w[</a:t>
            </a:r>
            <a:r>
              <a:rPr lang="en-US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]]  or </a:t>
            </a:r>
            <a:r>
              <a:rPr lang="en-US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r>
              <a:rPr lang="en-US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[i-1][c] here, depends whether w[</a:t>
            </a:r>
            <a:r>
              <a:rPr lang="en-US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&gt; c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2828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EA9F2-9E76-3AFD-3D81-1CDD8E305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99A4D6-9C40-4AB1-BF7B-ED9060CE57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7FEABF-DFB0-024F-FAA6-079C83C2EC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1327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32E7A-20F6-C788-D184-CF6F898DB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0969CA-6E88-5D46-D081-74BDF128F6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2562A8ED-51ED-6700-3D14-EB452D68B68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ID" dirty="0"/>
                  <a:t>For </a:t>
                </a:r>
                <a14:m>
                  <m:oMath xmlns:m="http://schemas.openxmlformats.org/officeDocument/2006/math">
                    <m:r>
                      <a:rPr lang="en-ID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D" dirty="0"/>
                  <a:t> part, remember 32-bit integer stores exactly 2^32 distinct values. So the number of bits needed can be gotten from log base 2 of the integer value.</a:t>
                </a:r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2562A8ED-51ED-6700-3D14-EB452D68B68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ID" dirty="0"/>
                  <a:t>For </a:t>
                </a:r>
                <a:r>
                  <a:rPr lang="en-ID" i="0" dirty="0">
                    <a:latin typeface="Cambria Math" panose="02040503050406030204" pitchFamily="18" charset="0"/>
                  </a:rPr>
                  <a:t>𝑏</a:t>
                </a:r>
                <a:r>
                  <a:rPr lang="en-US" b="0" i="0" dirty="0">
                    <a:latin typeface="Cambria Math" panose="02040503050406030204" pitchFamily="18" charset="0"/>
                  </a:rPr>
                  <a:t>=log_2⁡(𝑊)</a:t>
                </a:r>
                <a:r>
                  <a:rPr lang="en-ID" dirty="0"/>
                  <a:t> part, remember 32-bit integer stores exactly 2^32 distinct values. So the number of bits needed can be gotten from log base 2 of the integer value.</a:t>
                </a:r>
                <a:endParaRPr lang="en-US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06822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C9FC7-9DE1-5271-E9CA-483D11B0E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8FFF7B-40CF-CD02-D5E2-C42FE38A60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DF95B1D8-97E3-74A6-C812-EA2290AAB63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ID" dirty="0"/>
                  <a:t>For </a:t>
                </a:r>
                <a14:m>
                  <m:oMath xmlns:m="http://schemas.openxmlformats.org/officeDocument/2006/math">
                    <m:r>
                      <a:rPr lang="en-ID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D" dirty="0"/>
                  <a:t> part, remember 32-bit integer stores exactly 2^32 distinct values. So the number of bits needed can be gotten from log base 2 of the integer.</a:t>
                </a:r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DF95B1D8-97E3-74A6-C812-EA2290AAB63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ID" dirty="0"/>
                  <a:t>For </a:t>
                </a:r>
                <a:r>
                  <a:rPr lang="en-ID" i="0" dirty="0">
                    <a:latin typeface="Cambria Math" panose="02040503050406030204" pitchFamily="18" charset="0"/>
                  </a:rPr>
                  <a:t>𝑏</a:t>
                </a:r>
                <a:r>
                  <a:rPr lang="en-US" b="0" i="0" dirty="0">
                    <a:latin typeface="Cambria Math" panose="02040503050406030204" pitchFamily="18" charset="0"/>
                  </a:rPr>
                  <a:t>=log_2⁡(𝑊)</a:t>
                </a:r>
                <a:r>
                  <a:rPr lang="en-ID" dirty="0"/>
                  <a:t> part, remember 32-bit integer stores exactly 2^32 distinct values. So the number of bits needed can be gotten from log base 2 of the integer.</a:t>
                </a:r>
                <a:endParaRPr lang="en-US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63349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4E073-90F4-006A-E466-645619200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D36980-A3D7-2186-2162-28C7435E20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AC1A2C-9FA6-0C67-3482-88E6BC2896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3381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73181-2B50-65B1-31CC-633F3B7AA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FF091C-9193-6C3E-BB26-B4685E94A0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518FF4-9D9D-FC9F-4068-45AB863DFA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3745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0FEC4-78C3-7586-39AC-357C43BDA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C8EFF7-E921-7A7A-C892-A7E6D1D744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8C2260-D5A6-F298-568F-4775B8351B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6991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0F569-EF92-0F72-5A16-9CC3A11EB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FA49C6-924D-C5A1-3564-BA8A05314A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B9B3E4-8D2F-A90F-38B5-A93659BB36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94805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8B8D9-BCD0-884F-2E8D-5BC8AC5F0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24207C-12E6-70F8-660B-D9A6186FBE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91D3C6-9E1A-579D-4E62-0D4CDF4208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4450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EEBAA-7554-998E-0DAE-3875DB173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D792C5-49BF-34FA-8B39-859C8DEB31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E9B9AA-8927-75A0-6663-4DA0571BDB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7974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6F10F-CD1A-7089-DEC3-F4E895691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66D707-0FBA-E5BD-B5B5-23621D788A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C026B1-6C6E-7A69-887C-00D87BDCFB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6415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A2082-F57B-2A1F-6F74-1908AA6EA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078BF7-1FBB-80FF-914B-B87344002C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5444D3-895B-8147-327A-38F12BA78A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54360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5DF48-FB7D-2A5C-5362-420CEC03C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6F681D-C879-4D96-A90E-7DEDB796AC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B0CA3D-46DD-A327-8E01-9069773E05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04592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E038F-2BCB-6E28-995D-A92CD41A5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2CD0D4-C78E-224A-E819-2771716C72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81D66F-B328-454A-29B3-110629C3FA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2072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74962-3DEE-C382-E162-E2D1DAC22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4ED39F-4278-142E-DE7C-B112CFB6D4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087D57-AAF1-0859-7BA7-1360708E9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downside of space optimization is the inability to retrace the optimal set.</a:t>
            </a:r>
          </a:p>
        </p:txBody>
      </p:sp>
    </p:spTree>
    <p:extLst>
      <p:ext uri="{BB962C8B-B14F-4D97-AF65-F5344CB8AC3E}">
        <p14:creationId xmlns:p14="http://schemas.microsoft.com/office/powerpoint/2010/main" val="1701426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svg"/><Relationship Id="rId7" Type="http://schemas.openxmlformats.org/officeDocument/2006/relationships/image" Target="../media/image5.pn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23987A6D-AD04-0FF1-0C66-3D62A8BBD9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Session 16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programming: 0/1 knapsack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Henry Lucky, </a:t>
            </a:r>
            <a:r>
              <a:rPr lang="en-US" dirty="0" err="1"/>
              <a:t>S.Kom</a:t>
            </a:r>
            <a:r>
              <a:rPr lang="en-US" dirty="0"/>
              <a:t>., </a:t>
            </a:r>
            <a:r>
              <a:rPr lang="en-US" dirty="0" err="1"/>
              <a:t>M.Kom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16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D" dirty="0"/>
              <a:t>This session addresses:</a:t>
            </a:r>
          </a:p>
          <a:p>
            <a:r>
              <a:rPr lang="en-ID" b="1" dirty="0"/>
              <a:t>LO1: E</a:t>
            </a:r>
            <a:r>
              <a:rPr lang="en-ID" dirty="0"/>
              <a:t>valuate the time and space complexity of algorithms using asymptotic notation and formal analysis methods, and prove algorithm correctness using loop invariants, induction, or exchange arguments.</a:t>
            </a:r>
          </a:p>
          <a:p>
            <a:r>
              <a:rPr lang="en-ID" b="1" dirty="0"/>
              <a:t>LO3: D</a:t>
            </a:r>
            <a:r>
              <a:rPr lang="en-ID" dirty="0"/>
              <a:t>esign solutions to unfamiliar computational problems by selecting and applying appropriate strategies including Divide and Conquer, Greedy, Dynamic Programming, and Backtracking.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76645439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10C45-66E7-2728-98C1-6EC8C1D0D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54372-BA09-F743-4446-4CE59272C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2B734-6458-38DA-3B04-62A88804B2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16</a:t>
            </a:r>
          </a:p>
          <a:p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451EDD-D6BF-942F-89E6-54044DF8072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D" dirty="0"/>
              <a:t>By the end of this session, students will be able to:</a:t>
            </a:r>
          </a:p>
          <a:p>
            <a:r>
              <a:rPr lang="en-ID" dirty="0"/>
              <a:t>LO 1 – Evaluate pseudo-polynomial O(</a:t>
            </a:r>
            <a:r>
              <a:rPr lang="en-ID" dirty="0" err="1"/>
              <a:t>nW</a:t>
            </a:r>
            <a:r>
              <a:rPr lang="en-ID" dirty="0"/>
              <a:t>) vs. polynomial complexity for 0/1 Knapsack; explain why O(</a:t>
            </a:r>
            <a:r>
              <a:rPr lang="en-ID" dirty="0" err="1"/>
              <a:t>nW</a:t>
            </a:r>
            <a:r>
              <a:rPr lang="en-ID" dirty="0"/>
              <a:t>) is not polynomial in the input size; </a:t>
            </a:r>
            <a:r>
              <a:rPr lang="en-ID" dirty="0" err="1"/>
              <a:t>analyze</a:t>
            </a:r>
            <a:r>
              <a:rPr lang="en-ID" dirty="0"/>
              <a:t> rolling-array space optimization to O(W).</a:t>
            </a:r>
          </a:p>
          <a:p>
            <a:r>
              <a:rPr lang="en-ID" dirty="0"/>
              <a:t>LO 3 – Design the 2D DP table for 0/1 Knapsack; implement top-down </a:t>
            </a:r>
            <a:r>
              <a:rPr lang="en-ID" dirty="0" err="1"/>
              <a:t>memoization</a:t>
            </a:r>
            <a:r>
              <a:rPr lang="en-ID" dirty="0"/>
              <a:t> and bottom-up tabulation; reconstruct the optimal item set from the table.</a:t>
            </a:r>
          </a:p>
          <a:p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10445184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16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ID" dirty="0"/>
              <a:t>0/1 Knapsack Problem Formulation</a:t>
            </a:r>
          </a:p>
          <a:p>
            <a:r>
              <a:rPr lang="en-ID" dirty="0"/>
              <a:t>Dynamic Programming Approaches</a:t>
            </a:r>
          </a:p>
          <a:p>
            <a:r>
              <a:rPr lang="en-ID" dirty="0"/>
              <a:t>Reconstructing the optimal item set</a:t>
            </a:r>
          </a:p>
          <a:p>
            <a:r>
              <a:rPr lang="en-ID" dirty="0"/>
              <a:t>Space Optimization — Rolling Array Technique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8946247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0/1 Knapsack Problem Formulation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Problem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50E50B6-6863-4D06-4C7D-4E3B74F82B76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7377" y="3714224"/>
                <a:ext cx="19032265" cy="9138176"/>
              </a:xfrm>
            </p:spPr>
            <p:txBody>
              <a:bodyPr>
                <a:normAutofit/>
              </a:bodyPr>
              <a:lstStyle/>
              <a:p>
                <a:r>
                  <a:rPr lang="en-ID" dirty="0"/>
                  <a:t>Given:</a:t>
                </a:r>
              </a:p>
              <a:p>
                <a:pPr lvl="1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ID" dirty="0"/>
                  <a:t> items, each with weight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D" b="1" i="1" dirty="0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ID" b="1" dirty="0"/>
                  <a:t> </a:t>
                </a:r>
                <a:r>
                  <a:rPr lang="en-ID" dirty="0"/>
                  <a:t>and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D" b="1" i="1" dirty="0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ID" b="1" dirty="0"/>
                  <a:t> </a:t>
                </a:r>
                <a:r>
                  <a:rPr lang="en-ID" dirty="0"/>
                  <a:t>(positive integers).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en-ID" dirty="0"/>
                  <a:t>A knapsack of capacity </a:t>
                </a:r>
                <a14:m>
                  <m:oMath xmlns:m="http://schemas.openxmlformats.org/officeDocument/2006/math"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𝑾</m:t>
                    </m:r>
                  </m:oMath>
                </a14:m>
                <a:r>
                  <a:rPr lang="en-ID" dirty="0"/>
                  <a:t>.</a:t>
                </a:r>
                <a:endParaRPr lang="en-US" dirty="0">
                  <a:solidFill>
                    <a:schemeClr val="bg2">
                      <a:lumMod val="10000"/>
                    </a:schemeClr>
                  </a:solidFill>
                </a:endParaRPr>
              </a:p>
              <a:p>
                <a:r>
                  <a:rPr lang="en-ID" b="1" dirty="0"/>
                  <a:t>Decision constraint:</a:t>
                </a:r>
                <a:r>
                  <a:rPr lang="en-ID" dirty="0"/>
                  <a:t> Each item is either taken entirely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D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ID" dirty="0"/>
                  <a:t>) or not taken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D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ID" dirty="0"/>
                  <a:t>) — no fractions.</a:t>
                </a:r>
              </a:p>
              <a:p>
                <a:r>
                  <a:rPr lang="en-ID" b="1" dirty="0"/>
                  <a:t>Objective:</a:t>
                </a:r>
                <a:r>
                  <a:rPr lang="en-ID" dirty="0"/>
                  <a:t> Maximize </a:t>
                </a:r>
                <a14:m>
                  <m:oMath xmlns:m="http://schemas.openxmlformats.org/officeDocument/2006/math"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∑ᵢ </m:t>
                    </m:r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D" b="1" i="1" dirty="0" err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D" b="1" i="1" dirty="0" err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ID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D" dirty="0"/>
                  <a:t>subject to </a:t>
                </a:r>
                <a14:m>
                  <m:oMath xmlns:m="http://schemas.openxmlformats.org/officeDocument/2006/math"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∑ᵢ </m:t>
                    </m:r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D" b="1" i="1" dirty="0" err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D" b="1" i="1" dirty="0" err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ID" b="1" i="1" dirty="0">
                        <a:latin typeface="Cambria Math" panose="02040503050406030204" pitchFamily="18" charset="0"/>
                      </a:rPr>
                      <m:t> ≤ </m:t>
                    </m:r>
                    <m:r>
                      <a:rPr lang="en-ID" b="1" i="1" dirty="0">
                        <a:latin typeface="Cambria Math" panose="02040503050406030204" pitchFamily="18" charset="0"/>
                      </a:rPr>
                      <m:t>𝑾</m:t>
                    </m:r>
                  </m:oMath>
                </a14:m>
                <a:r>
                  <a:rPr lang="en-ID" dirty="0"/>
                  <a:t>.</a:t>
                </a:r>
              </a:p>
              <a:p>
                <a:endParaRPr lang="en-ID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50E50B6-6863-4D06-4C7D-4E3B74F82B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7377" y="3714224"/>
                <a:ext cx="19032265" cy="9138176"/>
              </a:xfrm>
              <a:blipFill>
                <a:blip r:embed="rId3"/>
                <a:stretch>
                  <a:fillRect l="-1400" t="-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550934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072C4-802D-D32E-4B78-5B2D8B8DE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A71E6-A5CC-94FE-CB1F-14DD2DD3B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0/1 Knapsack Problem Formulation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EBB9C3-CF29-2285-2B5E-96A4673D97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Why greedy fails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6AC2E8-B89D-E358-0570-56CBB590E45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20059577" cy="9138176"/>
          </a:xfrm>
        </p:spPr>
        <p:txBody>
          <a:bodyPr>
            <a:normAutofit/>
          </a:bodyPr>
          <a:lstStyle/>
          <a:p>
            <a:r>
              <a:rPr lang="en-ID" b="1" dirty="0"/>
              <a:t>Counterexample:</a:t>
            </a:r>
            <a:r>
              <a:rPr lang="en-ID" dirty="0"/>
              <a:t> W = 50, items: (wᵢ, vᵢ) = (10, 60), (20, 100), (30, 120).</a:t>
            </a:r>
          </a:p>
          <a:p>
            <a:r>
              <a:rPr lang="en-ID" dirty="0"/>
              <a:t>Value densities: 60/10=6, 100/20=5, 120/30=4.</a:t>
            </a:r>
          </a:p>
          <a:p>
            <a:r>
              <a:rPr lang="en-ID" b="1" dirty="0"/>
              <a:t>Fractional greedy:</a:t>
            </a:r>
            <a:r>
              <a:rPr lang="en-ID" dirty="0"/>
              <a:t> take all of item 1 (60), all of item 2 (100), 20/30 of item 3 → total = 60+100+80 = 240.</a:t>
            </a:r>
          </a:p>
          <a:p>
            <a:r>
              <a:rPr lang="en-ID" b="1" dirty="0"/>
              <a:t>0/1 greedy (take highest density first):</a:t>
            </a:r>
            <a:r>
              <a:rPr lang="en-ID" dirty="0"/>
              <a:t> take item 1 (10,60) + item 2 (20,100) = total value 160, weight 30 ≤ 50. Could also take item 3 (30,120): 10+20+30=60&gt;50; no. Take item 1+3: 10+30=40≤50, value=60+120=180. Take item 2+3: 20+30=50≤50, value=100+120=220. Greedy by density gives 160; optimal is 220.</a:t>
            </a:r>
          </a:p>
        </p:txBody>
      </p:sp>
    </p:spTree>
    <p:extLst>
      <p:ext uri="{BB962C8B-B14F-4D97-AF65-F5344CB8AC3E}">
        <p14:creationId xmlns:p14="http://schemas.microsoft.com/office/powerpoint/2010/main" val="52751254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C07F2-1E3F-FE4C-F0AE-D7018DE81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B4F14-C1DD-FDF4-DEA0-CA0282107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0/1 Knapsack Problem Formulation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441FD0-4C5C-879E-5A7B-95325E9218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The brute-force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BE7542E-9A59-2712-8408-9AE571902448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7377" y="3714224"/>
                <a:ext cx="20059577" cy="9138176"/>
              </a:xfrm>
            </p:spPr>
            <p:txBody>
              <a:bodyPr>
                <a:normAutofit/>
              </a:bodyPr>
              <a:lstStyle/>
              <a:p>
                <a:r>
                  <a:rPr lang="en-ID" dirty="0"/>
                  <a:t>For the brute-force algorithm, we can search all possible powerset of the item.</a:t>
                </a:r>
              </a:p>
              <a:p>
                <a:r>
                  <a:rPr lang="en-ID" dirty="0"/>
                  <a:t>Because each of the n item has 2 options: include it or exclude it, therefore we will have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ID" dirty="0"/>
                  <a:t> possibilities.</a:t>
                </a:r>
              </a:p>
              <a:p>
                <a:r>
                  <a:rPr lang="en-ID" dirty="0"/>
                  <a:t>For example, when n=3 item, we will check {}, {A}, {B}, {C}, {A, B}, {A, C}, {B, C}, and {A, B, C}.</a:t>
                </a:r>
              </a:p>
              <a:p>
                <a:r>
                  <a:rPr lang="en-ID" dirty="0"/>
                  <a:t>Because we need to check all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ID" dirty="0"/>
                  <a:t> possibilities to get the maximum value, the time complexity here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𝑶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D" dirty="0"/>
                  <a:t>, which is exponential and very slow on many items input.</a:t>
                </a:r>
              </a:p>
              <a:p>
                <a:r>
                  <a:rPr lang="en-ID" dirty="0"/>
                  <a:t>Therefore, a more efficient approach is needed (DP).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BE7542E-9A59-2712-8408-9AE5719024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7377" y="3714224"/>
                <a:ext cx="20059577" cy="9138176"/>
              </a:xfrm>
              <a:blipFill>
                <a:blip r:embed="rId3"/>
                <a:stretch>
                  <a:fillRect l="-1328" t="-1250" r="-18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665852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03300-AF69-A4A6-4B61-D8AC391C8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9D236-0911-682B-0296-E516C163E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Dynamic programming approaches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A2154D-871A-83B2-7D04-028EE738F8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DP Formulation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78F83FA-0716-58CB-62A4-2FAE2395FA92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7377" y="3714223"/>
                <a:ext cx="20059577" cy="9737081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ID" b="1" dirty="0"/>
                  <a:t>State Definition: 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en-ID" dirty="0"/>
                  <a:t>Let </a:t>
                </a:r>
                <a14:m>
                  <m:oMath xmlns:m="http://schemas.openxmlformats.org/officeDocument/2006/math"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𝒅𝒑</m:t>
                    </m:r>
                    <m:r>
                      <a:rPr lang="en-ID" b="1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ID" b="1" i="1" dirty="0" err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ID" b="1" i="1" dirty="0">
                        <a:latin typeface="Cambria Math" panose="02040503050406030204" pitchFamily="18" charset="0"/>
                      </a:rPr>
                      <m:t>][</m:t>
                    </m:r>
                    <m:r>
                      <a:rPr lang="en-ID" b="1" i="1" dirty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ID" b="1" i="1" dirty="0">
                        <a:latin typeface="Cambria Math" panose="02040503050406030204" pitchFamily="18" charset="0"/>
                      </a:rPr>
                      <m:t>]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D" dirty="0"/>
                  <a:t>= maximum value achievable using the first </a:t>
                </a:r>
                <a14:m>
                  <m:oMath xmlns:m="http://schemas.openxmlformats.org/officeDocument/2006/math"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ID" dirty="0"/>
                  <a:t> items with total weight </a:t>
                </a:r>
                <a14:m>
                  <m:oMath xmlns:m="http://schemas.openxmlformats.org/officeDocument/2006/math"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≤ </m:t>
                    </m:r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ID" dirty="0"/>
                  <a:t>.</a:t>
                </a:r>
                <a:endParaRPr lang="en-ID" b="1" dirty="0"/>
              </a:p>
              <a:p>
                <a:r>
                  <a:rPr lang="en-ID" b="1" dirty="0"/>
                  <a:t>Recurrence: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D" i="1" dirty="0" smtClean="0">
                        <a:latin typeface="Cambria Math" panose="02040503050406030204" pitchFamily="18" charset="0"/>
                      </a:rPr>
                      <m:t>𝑑𝑝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[0][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] = 0 </m:t>
                    </m:r>
                  </m:oMath>
                </a14:m>
                <a:r>
                  <a:rPr lang="en-ID" dirty="0"/>
                  <a:t>for all </a:t>
                </a:r>
                <a14:m>
                  <m:oMath xmlns:m="http://schemas.openxmlformats.org/officeDocument/2006/math">
                    <m:r>
                      <a:rPr lang="en-ID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ID" dirty="0"/>
                  <a:t> (no items) </a:t>
                </a:r>
                <a14:m>
                  <m:oMath xmlns:m="http://schemas.openxmlformats.org/officeDocument/2006/math">
                    <m:r>
                      <a:rPr lang="en-ID" i="1" dirty="0" smtClean="0">
                        <a:latin typeface="Cambria Math" panose="02040503050406030204" pitchFamily="18" charset="0"/>
                      </a:rPr>
                      <m:t>𝑑𝑝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ID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][0] = 0 </m:t>
                    </m:r>
                  </m:oMath>
                </a14:m>
                <a:r>
                  <a:rPr lang="en-ID" dirty="0"/>
                  <a:t>for all </a:t>
                </a:r>
                <a14:m>
                  <m:oMath xmlns:m="http://schemas.openxmlformats.org/officeDocument/2006/math">
                    <m:r>
                      <a:rPr lang="en-ID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D" dirty="0"/>
                  <a:t> (no capacity)</a:t>
                </a:r>
              </a:p>
              <a:p>
                <a:pPr lvl="1"/>
                <a:r>
                  <a:rPr lang="en-ID" dirty="0"/>
                  <a:t>For </a:t>
                </a:r>
                <a14:m>
                  <m:oMath xmlns:m="http://schemas.openxmlformats.org/officeDocument/2006/math">
                    <m:r>
                      <a:rPr lang="en-ID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 ≥ 1</m:t>
                    </m:r>
                  </m:oMath>
                </a14:m>
                <a:r>
                  <a:rPr lang="en-ID" dirty="0"/>
                  <a:t>:</a:t>
                </a:r>
              </a:p>
              <a:p>
                <a:pPr lvl="2"/>
                <a:r>
                  <a:rPr lang="en-ID" dirty="0"/>
                  <a:t>If </a:t>
                </a:r>
                <a14:m>
                  <m:oMath xmlns:m="http://schemas.openxmlformats.org/officeDocument/2006/math">
                    <m:r>
                      <a:rPr lang="en-ID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ID" i="1" dirty="0" smtClean="0">
                        <a:latin typeface="Cambria Math" panose="02040503050406030204" pitchFamily="18" charset="0"/>
                      </a:rPr>
                      <m:t>ᵢ &gt; </m:t>
                    </m:r>
                    <m:r>
                      <a:rPr lang="en-ID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ID" i="1" dirty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ID" i="1" dirty="0" err="1">
                        <a:latin typeface="Cambria Math" panose="02040503050406030204" pitchFamily="18" charset="0"/>
                      </a:rPr>
                      <m:t>𝑑𝑝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ID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][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] = </m:t>
                    </m:r>
                    <m:r>
                      <a:rPr lang="en-ID" i="1" dirty="0" err="1">
                        <a:latin typeface="Cambria Math" panose="02040503050406030204" pitchFamily="18" charset="0"/>
                      </a:rPr>
                      <m:t>𝑑𝑝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−1][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en-ID" dirty="0"/>
                  <a:t>(can't take item </a:t>
                </a:r>
                <a14:m>
                  <m:oMath xmlns:m="http://schemas.openxmlformats.org/officeDocument/2006/math">
                    <m:r>
                      <a:rPr lang="en-ID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D" dirty="0"/>
                  <a:t>, exclude it)</a:t>
                </a:r>
              </a:p>
              <a:p>
                <a:pPr lvl="2"/>
                <a:r>
                  <a:rPr lang="en-ID" dirty="0"/>
                  <a:t>If </a:t>
                </a:r>
                <a14:m>
                  <m:oMath xmlns:m="http://schemas.openxmlformats.org/officeDocument/2006/math">
                    <m:r>
                      <a:rPr lang="en-ID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ID" i="1" dirty="0" smtClean="0">
                        <a:latin typeface="Cambria Math" panose="02040503050406030204" pitchFamily="18" charset="0"/>
                      </a:rPr>
                      <m:t>ᵢ ≤ </m:t>
                    </m:r>
                    <m:r>
                      <a:rPr lang="en-ID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ID" i="1" dirty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ID" i="1" dirty="0" err="1">
                        <a:latin typeface="Cambria Math" panose="02040503050406030204" pitchFamily="18" charset="0"/>
                      </a:rPr>
                      <m:t>𝑑𝑝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ID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][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] = </m:t>
                    </m:r>
                    <m:r>
                      <m:rPr>
                        <m:sty m:val="p"/>
                      </m:rPr>
                      <a:rPr lang="en-ID" i="1" dirty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ID" i="1" dirty="0" err="1">
                        <a:latin typeface="Cambria Math" panose="02040503050406030204" pitchFamily="18" charset="0"/>
                      </a:rPr>
                      <m:t>𝑑𝑝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−1][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], 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ᵢ + </m:t>
                    </m:r>
                    <m:r>
                      <a:rPr lang="en-ID" i="1" dirty="0" err="1">
                        <a:latin typeface="Cambria Math" panose="02040503050406030204" pitchFamily="18" charset="0"/>
                      </a:rPr>
                      <m:t>𝑑𝑝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−1][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ᵢ])</m:t>
                    </m:r>
                  </m:oMath>
                </a14:m>
                <a:r>
                  <a:rPr lang="en-ID" dirty="0"/>
                  <a:t> (choice to exclude item </a:t>
                </a:r>
                <a14:m>
                  <m:oMath xmlns:m="http://schemas.openxmlformats.org/officeDocument/2006/math">
                    <m:r>
                      <a:rPr lang="en-ID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D" dirty="0"/>
                  <a:t> or include item </a:t>
                </a:r>
                <a14:m>
                  <m:oMath xmlns:m="http://schemas.openxmlformats.org/officeDocument/2006/math">
                    <m:r>
                      <a:rPr lang="en-ID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D" b="1" dirty="0"/>
                  <a:t>)</a:t>
                </a:r>
              </a:p>
              <a:p>
                <a:r>
                  <a:rPr lang="en-ID" b="1" dirty="0"/>
                  <a:t>Optimal Substructure: </a:t>
                </a:r>
                <a:r>
                  <a:rPr lang="en-ID" dirty="0"/>
                  <a:t>The optimal solution for (</a:t>
                </a:r>
                <a:r>
                  <a:rPr lang="en-ID" dirty="0" err="1"/>
                  <a:t>i</a:t>
                </a:r>
                <a:r>
                  <a:rPr lang="en-ID" dirty="0"/>
                  <a:t>, w) is built from the optimal solution for a smaller subproblem (i−1, w) or (i−1, w−wᵢ).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78F83FA-0716-58CB-62A4-2FAE2395FA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7377" y="3714223"/>
                <a:ext cx="20059577" cy="9737081"/>
              </a:xfrm>
              <a:blipFill>
                <a:blip r:embed="rId3"/>
                <a:stretch>
                  <a:fillRect l="-1202" t="-1823" r="-8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870938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C00BC-824E-9C50-1944-C012AE2BB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01F36-EE06-C297-8E1E-698B9CF98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Dynamic programming approaches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4704BD-9345-309E-BA24-D79D88CA41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DP Formulation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B39AE9-94C3-C5AA-A28A-9A5F1545B78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20059577" cy="9138176"/>
          </a:xfrm>
        </p:spPr>
        <p:txBody>
          <a:bodyPr>
            <a:normAutofit/>
          </a:bodyPr>
          <a:lstStyle/>
          <a:p>
            <a:endParaRPr lang="en-ID" b="1" dirty="0"/>
          </a:p>
          <a:p>
            <a:endParaRPr lang="en-ID" b="1" dirty="0"/>
          </a:p>
          <a:p>
            <a:endParaRPr lang="en-ID" b="1" dirty="0"/>
          </a:p>
          <a:p>
            <a:endParaRPr lang="en-ID" b="1" dirty="0"/>
          </a:p>
          <a:p>
            <a:endParaRPr lang="en-ID" b="1" dirty="0"/>
          </a:p>
          <a:p>
            <a:endParaRPr lang="en-ID" b="1" dirty="0"/>
          </a:p>
          <a:p>
            <a:r>
              <a:rPr lang="en-ID" b="1" dirty="0"/>
              <a:t>Time complexity: O(</a:t>
            </a:r>
            <a:r>
              <a:rPr lang="en-ID" b="1" dirty="0" err="1"/>
              <a:t>nW</a:t>
            </a:r>
            <a:r>
              <a:rPr lang="en-ID" b="1" dirty="0"/>
              <a:t>)</a:t>
            </a:r>
          </a:p>
          <a:p>
            <a:r>
              <a:rPr lang="en-ID" b="1" dirty="0"/>
              <a:t>Space complexity: O(</a:t>
            </a:r>
            <a:r>
              <a:rPr lang="en-ID" b="1" dirty="0" err="1"/>
              <a:t>nW</a:t>
            </a:r>
            <a:r>
              <a:rPr lang="en-ID" b="1" dirty="0"/>
              <a:t>)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90D3CEF-2D32-367D-74B0-68703BBF7C3A}"/>
              </a:ext>
            </a:extLst>
          </p:cNvPr>
          <p:cNvSpPr/>
          <p:nvPr/>
        </p:nvSpPr>
        <p:spPr>
          <a:xfrm>
            <a:off x="2167377" y="3693699"/>
            <a:ext cx="20059577" cy="65331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 sz="72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40F08F8-DAD3-7848-F0E8-D792FCF5C517}"/>
              </a:ext>
            </a:extLst>
          </p:cNvPr>
          <p:cNvSpPr/>
          <p:nvPr/>
        </p:nvSpPr>
        <p:spPr>
          <a:xfrm>
            <a:off x="2915820" y="4215485"/>
            <a:ext cx="18813212" cy="325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KNAPSACK-01(v, w, n, W)</a:t>
            </a: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Create table 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[0..n][0..W], all zeros</a:t>
            </a: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for 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1 to n</a:t>
            </a: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    for c = 0 to W</a:t>
            </a: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        if w[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&gt; c</a:t>
            </a: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            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][c] = 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[i-1][c]</a:t>
            </a: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         else</a:t>
            </a: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             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][c] = max(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[i-1][c], v[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+ 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[i-1][c - w[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]])</a:t>
            </a: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 return 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[n][W]</a:t>
            </a:r>
          </a:p>
        </p:txBody>
      </p:sp>
    </p:spTree>
    <p:extLst>
      <p:ext uri="{BB962C8B-B14F-4D97-AF65-F5344CB8AC3E}">
        <p14:creationId xmlns:p14="http://schemas.microsoft.com/office/powerpoint/2010/main" val="230481147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283F7-2F12-72DB-C0F4-D03D78B7A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A8FB4-BCEB-863F-BFC3-F098E2F43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Dynamic programming approaches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F56BB-93A2-9C03-2951-3205E2B403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Example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1F63DD0-AC70-13AF-9AB7-BF3D93668B9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6" y="3714224"/>
            <a:ext cx="20572307" cy="9039250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ID" dirty="0"/>
              <a:t>Example instance:</a:t>
            </a:r>
          </a:p>
          <a:p>
            <a:pPr lvl="1"/>
            <a:r>
              <a:rPr lang="en-ID" dirty="0"/>
              <a:t>W = 5, items: (w, v) = (2, 6), (2, 10), (3, 12)</a:t>
            </a:r>
          </a:p>
          <a:p>
            <a:r>
              <a:rPr lang="en-ID" dirty="0"/>
              <a:t>Firstly, initialize the table with 0s. Actually we only need the first row and column to be 0 (</a:t>
            </a:r>
            <a:r>
              <a:rPr lang="en-ID" dirty="0" err="1"/>
              <a:t>dp</a:t>
            </a:r>
            <a:r>
              <a:rPr lang="en-ID" dirty="0"/>
              <a:t>[</a:t>
            </a:r>
            <a:r>
              <a:rPr lang="en-ID" dirty="0" err="1"/>
              <a:t>i</a:t>
            </a:r>
            <a:r>
              <a:rPr lang="en-ID" dirty="0"/>
              <a:t>][0] for all </a:t>
            </a:r>
            <a:r>
              <a:rPr lang="en-ID" dirty="0" err="1"/>
              <a:t>i</a:t>
            </a:r>
            <a:r>
              <a:rPr lang="en-ID" dirty="0"/>
              <a:t> and </a:t>
            </a:r>
            <a:r>
              <a:rPr lang="en-ID" dirty="0" err="1"/>
              <a:t>dp</a:t>
            </a:r>
            <a:r>
              <a:rPr lang="en-ID" dirty="0"/>
              <a:t>[0][c] for all c)</a:t>
            </a:r>
            <a:endParaRPr lang="en-US" dirty="0"/>
          </a:p>
        </p:txBody>
      </p:sp>
      <p:graphicFrame>
        <p:nvGraphicFramePr>
          <p:cNvPr id="8" name="Content Placeholder 4">
            <a:extLst>
              <a:ext uri="{FF2B5EF4-FFF2-40B4-BE49-F238E27FC236}">
                <a16:creationId xmlns:a16="http://schemas.microsoft.com/office/drawing/2014/main" id="{E332E0FE-DAC0-0FBF-D208-A4F65112800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8237842"/>
              </p:ext>
            </p:extLst>
          </p:nvPr>
        </p:nvGraphicFramePr>
        <p:xfrm>
          <a:off x="2166938" y="3714750"/>
          <a:ext cx="19309297" cy="411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58471">
                  <a:extLst>
                    <a:ext uri="{9D8B030D-6E8A-4147-A177-3AD203B41FA5}">
                      <a16:colId xmlns:a16="http://schemas.microsoft.com/office/drawing/2014/main" val="260125764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281369953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4023869937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2248718642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2904038718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2949623854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2527399084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4800" b="0" i="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9322618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</a:t>
                      </a: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=0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98364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</a:t>
                      </a: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=1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031668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</a:t>
                      </a: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=2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26341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</a:t>
                      </a: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=3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4976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8939997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BA201-0428-70E3-626C-DDF1BBCAC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50F88-19E9-CCAE-40C5-3DF3177A1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Dynamic programming approaches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D6AFC1-B3CB-D43A-6895-DCC7A38F86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Example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CB72EB9-3FE7-24B7-D6D3-682BF42E88A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ID" dirty="0"/>
              <a:t>For every </a:t>
            </a:r>
            <a:r>
              <a:rPr lang="en-ID" dirty="0" err="1"/>
              <a:t>i</a:t>
            </a:r>
            <a:r>
              <a:rPr lang="en-ID" baseline="30000" dirty="0" err="1"/>
              <a:t>th</a:t>
            </a:r>
            <a:r>
              <a:rPr lang="en-ID" dirty="0"/>
              <a:t> item, check for every capacity c, whether to include or exclude the item, starting with </a:t>
            </a:r>
            <a:r>
              <a:rPr lang="en-ID" dirty="0" err="1"/>
              <a:t>i</a:t>
            </a:r>
            <a:r>
              <a:rPr lang="en-ID" dirty="0"/>
              <a:t>=1.</a:t>
            </a:r>
          </a:p>
          <a:p>
            <a:r>
              <a:rPr lang="en-ID" dirty="0"/>
              <a:t>When </a:t>
            </a:r>
            <a:r>
              <a:rPr lang="en-ID" dirty="0" err="1"/>
              <a:t>i</a:t>
            </a:r>
            <a:r>
              <a:rPr lang="en-ID" dirty="0"/>
              <a:t>=1, we only consider the first item which is (2, 6), so we can include that item when c = 2 and put the v=6 in the table.</a:t>
            </a:r>
            <a:endParaRPr lang="en-US" dirty="0"/>
          </a:p>
        </p:txBody>
      </p:sp>
      <p:graphicFrame>
        <p:nvGraphicFramePr>
          <p:cNvPr id="8" name="Content Placeholder 4">
            <a:extLst>
              <a:ext uri="{FF2B5EF4-FFF2-40B4-BE49-F238E27FC236}">
                <a16:creationId xmlns:a16="http://schemas.microsoft.com/office/drawing/2014/main" id="{49289FFE-EDDB-F4DA-09EC-1149BA72FD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1257611"/>
              </p:ext>
            </p:extLst>
          </p:nvPr>
        </p:nvGraphicFramePr>
        <p:xfrm>
          <a:off x="2166938" y="3714750"/>
          <a:ext cx="19309297" cy="411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58471">
                  <a:extLst>
                    <a:ext uri="{9D8B030D-6E8A-4147-A177-3AD203B41FA5}">
                      <a16:colId xmlns:a16="http://schemas.microsoft.com/office/drawing/2014/main" val="260125764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281369953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4023869937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2248718642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2904038718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2949623854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2527399084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4800" b="0" i="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9322618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</a:t>
                      </a: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=0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98364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</a:t>
                      </a: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=1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031668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</a:t>
                      </a: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=2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26341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</a:t>
                      </a: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=3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4976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6454383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01CE9-6CAB-4190-EF8B-4B4355160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FF118-6ECB-9BB9-E6F6-DE1FA8242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Dynamic programming approaches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D93FCB-6F0C-032B-61C8-43C6EDE6D2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Example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2D30FB7-36D6-904D-0266-FC8C8A54CEE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3"/>
            <a:ext cx="21125760" cy="9664893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ID" dirty="0"/>
              <a:t>Continue to consider the 2</a:t>
            </a:r>
            <a:r>
              <a:rPr lang="en-ID" baseline="30000" dirty="0"/>
              <a:t>nd</a:t>
            </a:r>
            <a:r>
              <a:rPr lang="en-ID" dirty="0"/>
              <a:t> item (</a:t>
            </a:r>
            <a:r>
              <a:rPr lang="en-ID" dirty="0" err="1"/>
              <a:t>i</a:t>
            </a:r>
            <a:r>
              <a:rPr lang="en-ID" dirty="0"/>
              <a:t>=2). The 2</a:t>
            </a:r>
            <a:r>
              <a:rPr lang="en-ID" baseline="30000" dirty="0"/>
              <a:t>nd</a:t>
            </a:r>
            <a:r>
              <a:rPr lang="en-ID" dirty="0"/>
              <a:t> item is (2, 10).</a:t>
            </a:r>
          </a:p>
          <a:p>
            <a:r>
              <a:rPr lang="en-ID" dirty="0"/>
              <a:t>At c=2, rather than bringing the 1</a:t>
            </a:r>
            <a:r>
              <a:rPr lang="en-ID" baseline="30000" dirty="0"/>
              <a:t>st</a:t>
            </a:r>
            <a:r>
              <a:rPr lang="en-ID" dirty="0"/>
              <a:t> item, we should just bring the 2</a:t>
            </a:r>
            <a:r>
              <a:rPr lang="en-ID" baseline="30000" dirty="0"/>
              <a:t>nd</a:t>
            </a:r>
            <a:r>
              <a:rPr lang="en-ID" dirty="0"/>
              <a:t> item which worth more. This is the </a:t>
            </a:r>
            <a:r>
              <a:rPr lang="en-US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v[</a:t>
            </a:r>
            <a:r>
              <a:rPr lang="en-US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+ </a:t>
            </a:r>
            <a:r>
              <a:rPr lang="en-US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r>
              <a:rPr lang="en-US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[i-1][c - w[</a:t>
            </a:r>
            <a:r>
              <a:rPr lang="en-US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]] a</a:t>
            </a:r>
            <a:r>
              <a:rPr lang="en-ID" dirty="0"/>
              <a:t>t work.</a:t>
            </a:r>
          </a:p>
          <a:p>
            <a:r>
              <a:rPr lang="en-US" dirty="0"/>
              <a:t>At c=4, we have enough capacity to bring both 1</a:t>
            </a:r>
            <a:r>
              <a:rPr lang="en-US" baseline="30000" dirty="0"/>
              <a:t>st</a:t>
            </a:r>
            <a:r>
              <a:rPr lang="en-US" dirty="0"/>
              <a:t> and 2</a:t>
            </a:r>
            <a:r>
              <a:rPr lang="en-US" baseline="30000" dirty="0"/>
              <a:t>nd</a:t>
            </a:r>
            <a:r>
              <a:rPr lang="en-US" dirty="0"/>
              <a:t> items.</a:t>
            </a:r>
          </a:p>
          <a:p>
            <a:r>
              <a:rPr lang="en-US" dirty="0"/>
              <a:t>Note that the same color define </a:t>
            </a:r>
            <a:r>
              <a:rPr lang="en-US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r>
              <a:rPr lang="en-US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[i-1][c - w[</a:t>
            </a:r>
            <a:r>
              <a:rPr lang="en-US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]] </a:t>
            </a:r>
            <a:endParaRPr lang="en-US" dirty="0"/>
          </a:p>
        </p:txBody>
      </p:sp>
      <p:graphicFrame>
        <p:nvGraphicFramePr>
          <p:cNvPr id="8" name="Content Placeholder 4">
            <a:extLst>
              <a:ext uri="{FF2B5EF4-FFF2-40B4-BE49-F238E27FC236}">
                <a16:creationId xmlns:a16="http://schemas.microsoft.com/office/drawing/2014/main" id="{6B9642D8-5898-4287-3601-D136FB6480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03354843"/>
              </p:ext>
            </p:extLst>
          </p:nvPr>
        </p:nvGraphicFramePr>
        <p:xfrm>
          <a:off x="2166938" y="3714750"/>
          <a:ext cx="19309297" cy="411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58471">
                  <a:extLst>
                    <a:ext uri="{9D8B030D-6E8A-4147-A177-3AD203B41FA5}">
                      <a16:colId xmlns:a16="http://schemas.microsoft.com/office/drawing/2014/main" val="260125764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281369953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4023869937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2248718642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2904038718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2949623854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2527399084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4800" b="0" i="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9322618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</a:t>
                      </a: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=0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98364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</a:t>
                      </a: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=1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031668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</a:t>
                      </a: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=2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26341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</a:t>
                      </a: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=3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4976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9928593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F4526-A05C-90E6-38BF-626F2D6A3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A7422-1EA9-3651-E16D-6857F798B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Dynamic programming approaches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76879-E383-D1F5-EB43-282A908531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Example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0DDBC6A-5A69-9CB2-C0E3-DDCE0D1A1AE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6" y="3714223"/>
            <a:ext cx="22216624" cy="10001777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ID" dirty="0"/>
              <a:t>Continue to consider the 3</a:t>
            </a:r>
            <a:r>
              <a:rPr lang="en-ID" baseline="30000" dirty="0"/>
              <a:t>rd</a:t>
            </a:r>
            <a:r>
              <a:rPr lang="en-ID" dirty="0"/>
              <a:t> item (</a:t>
            </a:r>
            <a:r>
              <a:rPr lang="en-ID" dirty="0" err="1"/>
              <a:t>i</a:t>
            </a:r>
            <a:r>
              <a:rPr lang="en-ID" dirty="0"/>
              <a:t>=3). The 2</a:t>
            </a:r>
            <a:r>
              <a:rPr lang="en-ID" baseline="30000" dirty="0"/>
              <a:t>nd</a:t>
            </a:r>
            <a:r>
              <a:rPr lang="en-ID" dirty="0"/>
              <a:t> item is (3, 12).</a:t>
            </a:r>
          </a:p>
          <a:p>
            <a:r>
              <a:rPr lang="en-ID" dirty="0"/>
              <a:t>At c=2, we cannot bring the 3</a:t>
            </a:r>
            <a:r>
              <a:rPr lang="en-ID" baseline="30000" dirty="0"/>
              <a:t>rd</a:t>
            </a:r>
            <a:r>
              <a:rPr lang="en-ID" dirty="0"/>
              <a:t> item yet because not enough capacity (</a:t>
            </a:r>
            <a:r>
              <a:rPr lang="en-US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w[</a:t>
            </a:r>
            <a:r>
              <a:rPr lang="en-US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&gt; c</a:t>
            </a:r>
            <a:r>
              <a:rPr lang="en-ID" dirty="0"/>
              <a:t>), but at c=3, we can and it is the most worth item to bring.</a:t>
            </a:r>
          </a:p>
          <a:p>
            <a:r>
              <a:rPr lang="en-ID" dirty="0"/>
              <a:t>At c=4, we exclude 3</a:t>
            </a:r>
            <a:r>
              <a:rPr lang="en-ID" baseline="30000" dirty="0"/>
              <a:t>rd</a:t>
            </a:r>
            <a:r>
              <a:rPr lang="en-ID" dirty="0"/>
              <a:t> item because 1</a:t>
            </a:r>
            <a:r>
              <a:rPr lang="en-ID" baseline="30000" dirty="0"/>
              <a:t>st</a:t>
            </a:r>
            <a:r>
              <a:rPr lang="en-ID" dirty="0"/>
              <a:t> and 2</a:t>
            </a:r>
            <a:r>
              <a:rPr lang="en-ID" baseline="30000" dirty="0"/>
              <a:t>nd</a:t>
            </a:r>
            <a:r>
              <a:rPr lang="en-ID" dirty="0"/>
              <a:t> items has higher value (16 &gt; 12).</a:t>
            </a:r>
          </a:p>
          <a:p>
            <a:r>
              <a:rPr lang="en-ID" dirty="0"/>
              <a:t>At c=5, finally we have enough capacity to bring 2</a:t>
            </a:r>
            <a:r>
              <a:rPr lang="en-ID" baseline="30000" dirty="0"/>
              <a:t>nd</a:t>
            </a:r>
            <a:r>
              <a:rPr lang="en-ID" dirty="0"/>
              <a:t> and 3</a:t>
            </a:r>
            <a:r>
              <a:rPr lang="en-ID" baseline="30000" dirty="0"/>
              <a:t>rd</a:t>
            </a:r>
            <a:r>
              <a:rPr lang="en-ID" dirty="0"/>
              <a:t> items to get 22.</a:t>
            </a:r>
          </a:p>
        </p:txBody>
      </p:sp>
      <p:graphicFrame>
        <p:nvGraphicFramePr>
          <p:cNvPr id="8" name="Content Placeholder 4">
            <a:extLst>
              <a:ext uri="{FF2B5EF4-FFF2-40B4-BE49-F238E27FC236}">
                <a16:creationId xmlns:a16="http://schemas.microsoft.com/office/drawing/2014/main" id="{E87459E0-3B9A-26EC-42E3-B9E1A206BAF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5813210"/>
              </p:ext>
            </p:extLst>
          </p:nvPr>
        </p:nvGraphicFramePr>
        <p:xfrm>
          <a:off x="2166938" y="3714750"/>
          <a:ext cx="19309297" cy="411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58471">
                  <a:extLst>
                    <a:ext uri="{9D8B030D-6E8A-4147-A177-3AD203B41FA5}">
                      <a16:colId xmlns:a16="http://schemas.microsoft.com/office/drawing/2014/main" val="260125764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281369953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4023869937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2248718642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2904038718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2949623854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2527399084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4800" b="0" i="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9322618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</a:t>
                      </a: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=0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98364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</a:t>
                      </a: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=1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031668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</a:t>
                      </a: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=2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/>
                        </a:gs>
                        <a:gs pos="57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/>
                        </a:gs>
                        <a:gs pos="61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26341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</a:t>
                      </a: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=3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4976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069001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9B15E-ECED-B234-14AD-F6D04AFC1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D766C-9069-E63A-885B-CD4825D47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Dynamic programming approaches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530A53-FE4F-DEE5-04E9-BEF7CF5A28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Top-down approach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B93361-9E9A-B30D-4C25-F4B958EDB90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20059577" cy="9592702"/>
          </a:xfrm>
        </p:spPr>
        <p:txBody>
          <a:bodyPr>
            <a:normAutofit lnSpcReduction="10000"/>
          </a:bodyPr>
          <a:lstStyle/>
          <a:p>
            <a:endParaRPr lang="en-ID" b="1" dirty="0"/>
          </a:p>
          <a:p>
            <a:endParaRPr lang="en-ID" b="1" dirty="0"/>
          </a:p>
          <a:p>
            <a:endParaRPr lang="en-ID" b="1" dirty="0"/>
          </a:p>
          <a:p>
            <a:endParaRPr lang="en-ID" b="1" dirty="0"/>
          </a:p>
          <a:p>
            <a:pPr marL="0" indent="0">
              <a:buNone/>
            </a:pPr>
            <a:endParaRPr lang="en-ID" b="1" dirty="0"/>
          </a:p>
          <a:p>
            <a:pPr marL="0" indent="0">
              <a:buNone/>
            </a:pPr>
            <a:endParaRPr lang="en-ID" b="1" dirty="0"/>
          </a:p>
          <a:p>
            <a:r>
              <a:rPr lang="en-ID" b="1" dirty="0"/>
              <a:t>Time: O(</a:t>
            </a:r>
            <a:r>
              <a:rPr lang="en-ID" b="1" dirty="0" err="1"/>
              <a:t>nW</a:t>
            </a:r>
            <a:r>
              <a:rPr lang="en-ID" b="1" dirty="0"/>
              <a:t>) </a:t>
            </a:r>
            <a:r>
              <a:rPr lang="en-ID" dirty="0"/>
              <a:t>each (</a:t>
            </a:r>
            <a:r>
              <a:rPr lang="en-ID" dirty="0" err="1"/>
              <a:t>i</a:t>
            </a:r>
            <a:r>
              <a:rPr lang="en-ID" dirty="0"/>
              <a:t>, c) pair computed once; </a:t>
            </a:r>
            <a:r>
              <a:rPr lang="en-ID" b="1" dirty="0"/>
              <a:t>Space: O(</a:t>
            </a:r>
            <a:r>
              <a:rPr lang="en-ID" b="1" dirty="0" err="1"/>
              <a:t>nW</a:t>
            </a:r>
            <a:r>
              <a:rPr lang="en-ID" b="1" dirty="0"/>
              <a:t>)</a:t>
            </a:r>
            <a:r>
              <a:rPr lang="en-ID" dirty="0"/>
              <a:t> + O(n) recursion stack</a:t>
            </a:r>
          </a:p>
          <a:p>
            <a:r>
              <a:rPr lang="en-ID" b="1" dirty="0"/>
              <a:t>When to prefer top-down:</a:t>
            </a:r>
            <a:r>
              <a:rPr lang="en-ID" dirty="0"/>
              <a:t> If many (</a:t>
            </a:r>
            <a:r>
              <a:rPr lang="en-ID" dirty="0" err="1"/>
              <a:t>i</a:t>
            </a:r>
            <a:r>
              <a:rPr lang="en-ID" dirty="0"/>
              <a:t>, c) pairs are never needed (sparse), top-down only computes the needed entries, saving time.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1DC69CE-A34E-0670-71DC-C9A6004F438D}"/>
              </a:ext>
            </a:extLst>
          </p:cNvPr>
          <p:cNvSpPr/>
          <p:nvPr/>
        </p:nvSpPr>
        <p:spPr>
          <a:xfrm>
            <a:off x="2167377" y="3693699"/>
            <a:ext cx="20059577" cy="61481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 sz="72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AAE52F2-1BA2-EF69-C3C5-701450F780E1}"/>
              </a:ext>
            </a:extLst>
          </p:cNvPr>
          <p:cNvSpPr/>
          <p:nvPr/>
        </p:nvSpPr>
        <p:spPr>
          <a:xfrm>
            <a:off x="2915820" y="4047044"/>
            <a:ext cx="18813212" cy="325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3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 = 2D array of -1</a:t>
            </a:r>
          </a:p>
          <a:p>
            <a:pPr algn="l"/>
            <a:endParaRPr lang="en-US" sz="3200" dirty="0">
              <a:solidFill>
                <a:srgbClr val="00000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algn="l"/>
            <a:r>
              <a:rPr lang="en-US" sz="3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KNAPSACK-MEMO(</a:t>
            </a:r>
            <a:r>
              <a:rPr lang="en-US" sz="32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3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c)</a:t>
            </a:r>
          </a:p>
          <a:p>
            <a:pPr algn="l"/>
            <a:r>
              <a:rPr lang="en-US" sz="3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if </a:t>
            </a:r>
            <a:r>
              <a:rPr lang="en-US" sz="32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3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0 or c == 0: return 0</a:t>
            </a:r>
          </a:p>
          <a:p>
            <a:pPr algn="l"/>
            <a:r>
              <a:rPr lang="en-US" sz="3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if memo[</a:t>
            </a:r>
            <a:r>
              <a:rPr lang="en-US" sz="32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3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][c] ≠ -1: return memo[</a:t>
            </a:r>
            <a:r>
              <a:rPr lang="en-US" sz="32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3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][c]</a:t>
            </a:r>
          </a:p>
          <a:p>
            <a:pPr algn="l"/>
            <a:r>
              <a:rPr lang="en-US" sz="3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if w[</a:t>
            </a:r>
            <a:r>
              <a:rPr lang="en-US" sz="32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3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&gt; c</a:t>
            </a:r>
          </a:p>
          <a:p>
            <a:pPr algn="l"/>
            <a:r>
              <a:rPr lang="en-US" sz="3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    result = KNAPSACK-MEMO(i-1, c)</a:t>
            </a:r>
          </a:p>
          <a:p>
            <a:pPr algn="l"/>
            <a:r>
              <a:rPr lang="en-US" sz="3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else</a:t>
            </a:r>
          </a:p>
          <a:p>
            <a:pPr algn="l"/>
            <a:r>
              <a:rPr lang="en-US" sz="3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     result = max(KNAPSACK-MEMO(i-1, c), v[</a:t>
            </a:r>
            <a:r>
              <a:rPr lang="en-US" sz="32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3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+ KNAPSACK-MEMO(i-1, c-w[</a:t>
            </a:r>
            <a:r>
              <a:rPr lang="en-US" sz="32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3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]))</a:t>
            </a:r>
          </a:p>
          <a:p>
            <a:pPr algn="l"/>
            <a:r>
              <a:rPr lang="en-US" sz="3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 memo[</a:t>
            </a:r>
            <a:r>
              <a:rPr lang="en-US" sz="32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3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][c] = result</a:t>
            </a:r>
          </a:p>
          <a:p>
            <a:pPr algn="l"/>
            <a:r>
              <a:rPr lang="en-US" sz="3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 return result</a:t>
            </a:r>
          </a:p>
        </p:txBody>
      </p:sp>
    </p:spTree>
    <p:extLst>
      <p:ext uri="{BB962C8B-B14F-4D97-AF65-F5344CB8AC3E}">
        <p14:creationId xmlns:p14="http://schemas.microsoft.com/office/powerpoint/2010/main" val="3033935288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0482F-96F3-DA7B-C461-5940A2A11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ED6A7-F342-D6CC-F1C9-16DC9484C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Dynamic programming approaches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E64AE8-B389-D76D-5A2D-9B795C5896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5182160" cy="803546"/>
          </a:xfrm>
        </p:spPr>
        <p:txBody>
          <a:bodyPr>
            <a:normAutofit/>
          </a:bodyPr>
          <a:lstStyle/>
          <a:p>
            <a:r>
              <a:rPr lang="en-ID" dirty="0"/>
              <a:t>On pseudo-polynomial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A7D89BA-9C46-5A53-0628-FA55138D5265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7377" y="3714224"/>
                <a:ext cx="20764812" cy="9138176"/>
              </a:xfrm>
            </p:spPr>
            <p:txBody>
              <a:bodyPr>
                <a:normAutofit/>
              </a:bodyPr>
              <a:lstStyle/>
              <a:p>
                <a:r>
                  <a:rPr lang="en-ID" dirty="0"/>
                  <a:t>This session is a bit early, but you need to know that </a:t>
                </a:r>
                <a14:m>
                  <m:oMath xmlns:m="http://schemas.openxmlformats.org/officeDocument/2006/math"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D" b="1" i="1" dirty="0" err="1" smtClean="0">
                        <a:latin typeface="Cambria Math" panose="02040503050406030204" pitchFamily="18" charset="0"/>
                      </a:rPr>
                      <m:t>𝒏𝑾</m:t>
                    </m:r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D" b="1" dirty="0"/>
                  <a:t> </a:t>
                </a:r>
                <a:r>
                  <a:rPr lang="en-ID" dirty="0"/>
                  <a:t>is called a </a:t>
                </a:r>
                <a:r>
                  <a:rPr lang="en-ID" b="1" dirty="0"/>
                  <a:t>pseudo-polynomial</a:t>
                </a:r>
                <a:r>
                  <a:rPr lang="en-ID" dirty="0"/>
                  <a:t> complexity class, not a polynomial class.</a:t>
                </a:r>
              </a:p>
              <a:p>
                <a:r>
                  <a:rPr lang="en-ID" dirty="0"/>
                  <a:t>A polynomial class is anything that is polynomial, such as </a:t>
                </a:r>
                <a14:m>
                  <m:oMath xmlns:m="http://schemas.openxmlformats.org/officeDocument/2006/math">
                    <m:r>
                      <a:rPr lang="en-ID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ID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D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ID" dirty="0"/>
                  <a:t>, </a:t>
                </a:r>
                <a14:m>
                  <m:oMath xmlns:m="http://schemas.openxmlformats.org/officeDocument/2006/math">
                    <m:r>
                      <a:rPr lang="en-ID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D" dirty="0"/>
                  <a:t>, </a:t>
                </a:r>
                <a14:m>
                  <m:oMath xmlns:m="http://schemas.openxmlformats.org/officeDocument/2006/math">
                    <m:r>
                      <a:rPr lang="en-ID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ID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D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D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D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D" dirty="0"/>
                  <a:t>, etc.</a:t>
                </a:r>
              </a:p>
              <a:p>
                <a:r>
                  <a:rPr lang="en-ID" dirty="0"/>
                  <a:t>So, why doesn’t </a:t>
                </a:r>
                <a14:m>
                  <m:oMath xmlns:m="http://schemas.openxmlformats.org/officeDocument/2006/math"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D" b="1" i="1" dirty="0" err="1" smtClean="0">
                        <a:latin typeface="Cambria Math" panose="02040503050406030204" pitchFamily="18" charset="0"/>
                      </a:rPr>
                      <m:t>𝒏𝑾</m:t>
                    </m:r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D" dirty="0"/>
                  <a:t> a polynomial class? </a:t>
                </a:r>
              </a:p>
              <a:p>
                <a:pPr lvl="1"/>
                <a:r>
                  <a:rPr lang="en-ID" dirty="0"/>
                  <a:t>Because the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𝑾</m:t>
                    </m:r>
                  </m:oMath>
                </a14:m>
                <a:r>
                  <a:rPr lang="en-ID" dirty="0"/>
                  <a:t> here is not the real size of the input (like number of items in an array such as the </a:t>
                </a:r>
                <a14:m>
                  <m:oMath xmlns:m="http://schemas.openxmlformats.org/officeDocument/2006/math"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ID" dirty="0"/>
                  <a:t>). It is an integer.</a:t>
                </a:r>
              </a:p>
              <a:p>
                <a:pPr lvl="1"/>
                <a:r>
                  <a:rPr lang="en-ID" dirty="0"/>
                  <a:t>In complexity theory, input size </a:t>
                </a:r>
                <a14:m>
                  <m:oMath xmlns:m="http://schemas.openxmlformats.org/officeDocument/2006/math">
                    <m:r>
                      <a:rPr lang="en-ID" b="1" i="1" dirty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ID" dirty="0"/>
                  <a:t> is the length of the input string in bits.</a:t>
                </a:r>
              </a:p>
              <a:p>
                <a:pPr lvl="1"/>
                <a:r>
                  <a:rPr lang="en-ID" dirty="0"/>
                  <a:t>To represent a knapsack capacity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𝑾</m:t>
                    </m:r>
                  </m:oMath>
                </a14:m>
                <a:r>
                  <a:rPr lang="en-ID" dirty="0"/>
                  <a:t>, you need </a:t>
                </a:r>
                <a14:m>
                  <m:oMath xmlns:m="http://schemas.openxmlformats.org/officeDocument/2006/math">
                    <m:r>
                      <a:rPr lang="en-ID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D" dirty="0"/>
                  <a:t> bits. Therefore,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𝑾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𝒃</m:t>
                        </m:r>
                      </m:sup>
                    </m:sSup>
                  </m:oMath>
                </a14:m>
                <a:endParaRPr lang="en-ID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A7D89BA-9C46-5A53-0628-FA55138D52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7377" y="3714224"/>
                <a:ext cx="20764812" cy="9138176"/>
              </a:xfrm>
              <a:blipFill>
                <a:blip r:embed="rId3"/>
                <a:stretch>
                  <a:fillRect l="-1284" t="-1111" r="-856" b="-23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6301166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45DAB-4D2A-E80F-23E5-C4F82727E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B3DAA-8AE9-FAA2-E7AA-FF6B873C1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Dynamic programming approaches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B1D4F-17CE-2E38-2033-ACC485C00E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5182160" cy="803546"/>
          </a:xfrm>
        </p:spPr>
        <p:txBody>
          <a:bodyPr>
            <a:normAutofit/>
          </a:bodyPr>
          <a:lstStyle/>
          <a:p>
            <a:r>
              <a:rPr lang="en-ID" dirty="0"/>
              <a:t>On pseudo-polynomial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98C8CC6-4AE2-5788-F9B4-D9212E0DCA81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7377" y="3714224"/>
                <a:ext cx="20764812" cy="913817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That makes the real complexity to be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</m:d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𝒃</m:t>
                        </m:r>
                      </m:sup>
                    </m:sSup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D" dirty="0"/>
                  <a:t>, which is not polynomial, but </a:t>
                </a:r>
                <a:r>
                  <a:rPr lang="en-ID" b="1" dirty="0"/>
                  <a:t>exponential</a:t>
                </a:r>
                <a:r>
                  <a:rPr lang="en-ID" dirty="0"/>
                  <a:t> to b.</a:t>
                </a:r>
              </a:p>
              <a:p>
                <a:r>
                  <a:rPr lang="en-ID" dirty="0"/>
                  <a:t>Algorithms with this behaviour are called </a:t>
                </a:r>
                <a:r>
                  <a:rPr lang="en-ID" b="1" dirty="0"/>
                  <a:t>pseudo-polynomial</a:t>
                </a:r>
                <a:r>
                  <a:rPr lang="en-ID" dirty="0"/>
                  <a:t>. They act like polynomial algorithms when capacity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𝑾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D" dirty="0"/>
                  <a:t>is small, but explode into exponential time as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𝑾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D" dirty="0"/>
                  <a:t>becomes large.</a:t>
                </a:r>
              </a:p>
              <a:p>
                <a:r>
                  <a:rPr lang="en-ID" dirty="0"/>
                  <a:t>You will learn more about other algorithm and problem classes in session 22 and 23.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98C8CC6-4AE2-5788-F9B4-D9212E0DCA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7377" y="3714224"/>
                <a:ext cx="20764812" cy="9138176"/>
              </a:xfrm>
              <a:blipFill>
                <a:blip r:embed="rId3"/>
                <a:stretch>
                  <a:fillRect l="-1284" t="-833" r="-1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2900997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37DFE-ED3D-C0F1-EF44-EBF170654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90869-6FE1-E3F2-0403-9D9587FA8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Reconstructing the optimal item 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2B9D3B-A7B7-CBA6-6404-7AF3CDE32A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5182160" cy="803546"/>
          </a:xfrm>
        </p:spPr>
        <p:txBody>
          <a:bodyPr>
            <a:normAutofit/>
          </a:bodyPr>
          <a:lstStyle/>
          <a:p>
            <a:r>
              <a:rPr lang="en-ID" dirty="0"/>
              <a:t>Idea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89FD8F-60D5-FFC8-3D77-4FEFCD044C8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20764812" cy="9138176"/>
          </a:xfrm>
        </p:spPr>
        <p:txBody>
          <a:bodyPr>
            <a:normAutofit/>
          </a:bodyPr>
          <a:lstStyle/>
          <a:p>
            <a:r>
              <a:rPr lang="en-US" dirty="0"/>
              <a:t>We have got the optimal value now. What if we also need the exact items that are taken?</a:t>
            </a:r>
          </a:p>
          <a:p>
            <a:r>
              <a:rPr lang="en-US" dirty="0"/>
              <a:t>The algorithm works by making a choice for each item at each capacity, whether to include or exclude the item.</a:t>
            </a:r>
          </a:p>
          <a:p>
            <a:r>
              <a:rPr lang="en-US" dirty="0"/>
              <a:t>The idea is to know whenever the algorithm choose to include the item </a:t>
            </a:r>
            <a:r>
              <a:rPr lang="en-US" dirty="0" err="1"/>
              <a:t>i</a:t>
            </a:r>
            <a:r>
              <a:rPr lang="en-US" dirty="0"/>
              <a:t> at certain capacity c, so we can trace it.</a:t>
            </a:r>
          </a:p>
          <a:p>
            <a:r>
              <a:rPr lang="en-US" dirty="0"/>
              <a:t>If we look closer, whenever the algo choose to include the item </a:t>
            </a:r>
            <a:r>
              <a:rPr lang="en-US" dirty="0" err="1"/>
              <a:t>i</a:t>
            </a:r>
            <a:r>
              <a:rPr lang="en-US" dirty="0"/>
              <a:t>, </a:t>
            </a:r>
            <a:r>
              <a:rPr lang="en-US" dirty="0" err="1"/>
              <a:t>dp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][c] will have different value than </a:t>
            </a:r>
            <a:r>
              <a:rPr lang="en-US" dirty="0" err="1"/>
              <a:t>dp</a:t>
            </a:r>
            <a:r>
              <a:rPr lang="en-US" dirty="0"/>
              <a:t>[i-1][c], so we can use this in our pseudocode.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880958511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FF67A-34FF-FCCA-0CD2-F676E56B9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AF98-EFF4-45DB-D247-D2D70409A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Reconstructing the optimal item 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5D1B3A-D4B8-82F2-8AD3-CE179D7F60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Pseudocode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0696E9-768A-9A8E-58B5-EEDC3D63BCA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20059577" cy="9138176"/>
          </a:xfrm>
        </p:spPr>
        <p:txBody>
          <a:bodyPr>
            <a:normAutofit/>
          </a:bodyPr>
          <a:lstStyle/>
          <a:p>
            <a:endParaRPr lang="en-ID" b="1" dirty="0"/>
          </a:p>
          <a:p>
            <a:endParaRPr lang="en-ID" b="1" dirty="0"/>
          </a:p>
          <a:p>
            <a:endParaRPr lang="en-ID" b="1" dirty="0"/>
          </a:p>
          <a:p>
            <a:endParaRPr lang="en-ID" b="1" dirty="0"/>
          </a:p>
          <a:p>
            <a:endParaRPr lang="en-ID" b="1" dirty="0"/>
          </a:p>
          <a:p>
            <a:endParaRPr lang="en-ID" b="1" dirty="0"/>
          </a:p>
          <a:p>
            <a:endParaRPr lang="en-ID" b="1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16C2593-E425-30EF-5E50-934C38F846AF}"/>
              </a:ext>
            </a:extLst>
          </p:cNvPr>
          <p:cNvSpPr/>
          <p:nvPr/>
        </p:nvSpPr>
        <p:spPr>
          <a:xfrm>
            <a:off x="2167377" y="3693699"/>
            <a:ext cx="20059577" cy="58834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 sz="72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2F73C58-2994-57BF-2DF2-E28D3F1AD31A}"/>
              </a:ext>
            </a:extLst>
          </p:cNvPr>
          <p:cNvSpPr/>
          <p:nvPr/>
        </p:nvSpPr>
        <p:spPr>
          <a:xfrm>
            <a:off x="2915820" y="4215485"/>
            <a:ext cx="18813212" cy="325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RETRACE-01(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w, n, W)</a:t>
            </a: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c = W</a:t>
            </a: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Create list 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selected_items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initially empty</a:t>
            </a: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for 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n down to 1</a:t>
            </a: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    if 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][c] != 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[i-1][c]</a:t>
            </a: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        Add 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 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selected_items</a:t>
            </a:r>
            <a:endParaRPr lang="en-US" sz="4000" dirty="0">
              <a:solidFill>
                <a:srgbClr val="00000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         c = c - w[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 return 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selected_items</a:t>
            </a:r>
            <a:endParaRPr lang="en-US" sz="4000" dirty="0">
              <a:solidFill>
                <a:srgbClr val="00000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72396201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A34B3-9502-ADBD-F93A-27B637B0F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86172-2199-7DEA-6890-CA6EEC592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Reconstructing the optimal item 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68B83F-5243-B81A-4A5C-9802DF828A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Retracement example</a:t>
            </a:r>
          </a:p>
        </p:txBody>
      </p:sp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DFBD8686-B7D4-3780-3C12-C5059F5407E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1839628"/>
              </p:ext>
            </p:extLst>
          </p:nvPr>
        </p:nvGraphicFramePr>
        <p:xfrm>
          <a:off x="2166938" y="3714750"/>
          <a:ext cx="19309297" cy="411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58471">
                  <a:extLst>
                    <a:ext uri="{9D8B030D-6E8A-4147-A177-3AD203B41FA5}">
                      <a16:colId xmlns:a16="http://schemas.microsoft.com/office/drawing/2014/main" val="260125764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281369953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4023869937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2248718642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2904038718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2949623854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2527399084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4800" b="0" i="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9322618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</a:t>
                      </a: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=0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98364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</a:t>
                      </a: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=1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031668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</a:t>
                      </a: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=2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26341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</a:t>
                      </a: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=3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497655"/>
                  </a:ext>
                </a:extLst>
              </a:tr>
            </a:tbl>
          </a:graphicData>
        </a:graphic>
      </p:graphicFrame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350A7D7B-5C3B-9944-2604-960F9C8979AD}"/>
              </a:ext>
            </a:extLst>
          </p:cNvPr>
          <p:cNvSpPr txBox="1">
            <a:spLocks/>
          </p:cNvSpPr>
          <p:nvPr/>
        </p:nvSpPr>
        <p:spPr>
          <a:xfrm>
            <a:off x="2167377" y="8321026"/>
            <a:ext cx="20764812" cy="4531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742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365760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ID" dirty="0"/>
              <a:t>Start at </a:t>
            </a:r>
            <a:r>
              <a:rPr lang="en-ID" dirty="0" err="1"/>
              <a:t>dp</a:t>
            </a:r>
            <a:r>
              <a:rPr lang="en-ID" dirty="0"/>
              <a:t>[n][W] at </a:t>
            </a:r>
            <a:r>
              <a:rPr lang="en-ID" dirty="0" err="1"/>
              <a:t>dp</a:t>
            </a:r>
            <a:r>
              <a:rPr lang="en-ID" dirty="0"/>
              <a:t>[3][5].</a:t>
            </a:r>
          </a:p>
          <a:p>
            <a:r>
              <a:rPr lang="en-ID" dirty="0"/>
              <a:t>Check </a:t>
            </a:r>
            <a:r>
              <a:rPr lang="en-ID" dirty="0" err="1"/>
              <a:t>dp</a:t>
            </a:r>
            <a:r>
              <a:rPr lang="en-ID" dirty="0"/>
              <a:t>[3][5] != </a:t>
            </a:r>
            <a:r>
              <a:rPr lang="en-ID" dirty="0" err="1"/>
              <a:t>dp</a:t>
            </a:r>
            <a:r>
              <a:rPr lang="en-ID" dirty="0"/>
              <a:t>[2][5], which is yes, so that mean item 3 is selected.</a:t>
            </a:r>
          </a:p>
          <a:p>
            <a:r>
              <a:rPr lang="en-ID" dirty="0"/>
              <a:t>Go to the next iteration with </a:t>
            </a:r>
            <a:r>
              <a:rPr lang="en-ID" dirty="0" err="1"/>
              <a:t>i</a:t>
            </a:r>
            <a:r>
              <a:rPr lang="en-ID" dirty="0"/>
              <a:t>=2 and decreasing c by w[3] (3)</a:t>
            </a:r>
          </a:p>
        </p:txBody>
      </p:sp>
    </p:spTree>
    <p:extLst>
      <p:ext uri="{BB962C8B-B14F-4D97-AF65-F5344CB8AC3E}">
        <p14:creationId xmlns:p14="http://schemas.microsoft.com/office/powerpoint/2010/main" val="2032268333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530DB-29B4-9793-B112-5094F936C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72E4E-C37E-08C8-6895-01743822F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Reconstructing the optimal item 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CF8DF8-598E-481A-ACAF-0E6AAF6829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Retracement example</a:t>
            </a:r>
          </a:p>
        </p:txBody>
      </p:sp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CE9C3ACB-52FB-085E-885B-B940F251DC8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32938385"/>
              </p:ext>
            </p:extLst>
          </p:nvPr>
        </p:nvGraphicFramePr>
        <p:xfrm>
          <a:off x="2166938" y="3714750"/>
          <a:ext cx="19309297" cy="411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58471">
                  <a:extLst>
                    <a:ext uri="{9D8B030D-6E8A-4147-A177-3AD203B41FA5}">
                      <a16:colId xmlns:a16="http://schemas.microsoft.com/office/drawing/2014/main" val="260125764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281369953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4023869937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2248718642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2904038718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2949623854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2527399084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4800" b="0" i="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9322618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</a:t>
                      </a: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=0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98364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</a:t>
                      </a: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=1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031668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</a:t>
                      </a: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=2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26341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</a:t>
                      </a: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=3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497655"/>
                  </a:ext>
                </a:extLst>
              </a:tr>
            </a:tbl>
          </a:graphicData>
        </a:graphic>
      </p:graphicFrame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374398E-C236-F4AA-4326-3DAA847B4E78}"/>
              </a:ext>
            </a:extLst>
          </p:cNvPr>
          <p:cNvSpPr txBox="1">
            <a:spLocks/>
          </p:cNvSpPr>
          <p:nvPr/>
        </p:nvSpPr>
        <p:spPr>
          <a:xfrm>
            <a:off x="2167377" y="8321026"/>
            <a:ext cx="20764812" cy="4531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742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365760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ID" dirty="0"/>
              <a:t>We are at </a:t>
            </a:r>
            <a:r>
              <a:rPr lang="en-ID" dirty="0" err="1"/>
              <a:t>dp</a:t>
            </a:r>
            <a:r>
              <a:rPr lang="en-ID" dirty="0"/>
              <a:t>[2][3] now</a:t>
            </a:r>
          </a:p>
          <a:p>
            <a:r>
              <a:rPr lang="en-ID" dirty="0"/>
              <a:t>Check </a:t>
            </a:r>
            <a:r>
              <a:rPr lang="en-ID" dirty="0" err="1"/>
              <a:t>dp</a:t>
            </a:r>
            <a:r>
              <a:rPr lang="en-ID" dirty="0"/>
              <a:t>[2][3] != </a:t>
            </a:r>
            <a:r>
              <a:rPr lang="en-ID" dirty="0" err="1"/>
              <a:t>dp</a:t>
            </a:r>
            <a:r>
              <a:rPr lang="en-ID" dirty="0"/>
              <a:t>[1][3], which is yes, so that mean item 2 is selected.</a:t>
            </a:r>
          </a:p>
          <a:p>
            <a:r>
              <a:rPr lang="en-ID" dirty="0"/>
              <a:t>Go to the next iteration with </a:t>
            </a:r>
            <a:r>
              <a:rPr lang="en-ID" dirty="0" err="1"/>
              <a:t>i</a:t>
            </a:r>
            <a:r>
              <a:rPr lang="en-ID" dirty="0"/>
              <a:t>=1 and decreasing c by w[2] (2)</a:t>
            </a:r>
          </a:p>
        </p:txBody>
      </p:sp>
    </p:spTree>
    <p:extLst>
      <p:ext uri="{BB962C8B-B14F-4D97-AF65-F5344CB8AC3E}">
        <p14:creationId xmlns:p14="http://schemas.microsoft.com/office/powerpoint/2010/main" val="1136084837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1FAE5-038B-314F-A4AC-CD6035B26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FC0A0-E350-B59B-5FB3-DC0690DCA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Reconstructing the optimal item 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55709-0E2F-DBF7-0132-5EDEC107E5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Retracement example</a:t>
            </a:r>
          </a:p>
        </p:txBody>
      </p:sp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1599F61E-82EE-ED31-28AD-1474C23626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5620861"/>
              </p:ext>
            </p:extLst>
          </p:nvPr>
        </p:nvGraphicFramePr>
        <p:xfrm>
          <a:off x="2166938" y="3714750"/>
          <a:ext cx="19309297" cy="411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58471">
                  <a:extLst>
                    <a:ext uri="{9D8B030D-6E8A-4147-A177-3AD203B41FA5}">
                      <a16:colId xmlns:a16="http://schemas.microsoft.com/office/drawing/2014/main" val="260125764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281369953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4023869937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2248718642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2904038718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2949623854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2527399084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4800" b="0" i="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9322618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</a:t>
                      </a: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=0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98364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</a:t>
                      </a: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=1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031668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</a:t>
                      </a: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=2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26341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</a:t>
                      </a: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=3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497655"/>
                  </a:ext>
                </a:extLst>
              </a:tr>
            </a:tbl>
          </a:graphicData>
        </a:graphic>
      </p:graphicFrame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3B9A9711-79FC-9724-8D8F-174B2DF6F8E2}"/>
              </a:ext>
            </a:extLst>
          </p:cNvPr>
          <p:cNvSpPr txBox="1">
            <a:spLocks/>
          </p:cNvSpPr>
          <p:nvPr/>
        </p:nvSpPr>
        <p:spPr>
          <a:xfrm>
            <a:off x="2167376" y="8321026"/>
            <a:ext cx="21480023" cy="4531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742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365760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ID" dirty="0"/>
              <a:t>We are at </a:t>
            </a:r>
            <a:r>
              <a:rPr lang="en-ID" dirty="0" err="1"/>
              <a:t>dp</a:t>
            </a:r>
            <a:r>
              <a:rPr lang="en-ID" dirty="0"/>
              <a:t>[1][0] now</a:t>
            </a:r>
          </a:p>
          <a:p>
            <a:r>
              <a:rPr lang="en-ID" dirty="0"/>
              <a:t>Check </a:t>
            </a:r>
            <a:r>
              <a:rPr lang="en-ID" dirty="0" err="1"/>
              <a:t>dp</a:t>
            </a:r>
            <a:r>
              <a:rPr lang="en-ID" dirty="0"/>
              <a:t>[1][0] != </a:t>
            </a:r>
            <a:r>
              <a:rPr lang="en-ID" dirty="0" err="1"/>
              <a:t>dp</a:t>
            </a:r>
            <a:r>
              <a:rPr lang="en-ID" dirty="0"/>
              <a:t>[0][0], which is no, so that mean item 1 is not selected.</a:t>
            </a:r>
          </a:p>
          <a:p>
            <a:r>
              <a:rPr lang="en-ID" dirty="0"/>
              <a:t>The iteration ends here as there is no items to be checked next.</a:t>
            </a:r>
          </a:p>
          <a:p>
            <a:r>
              <a:rPr lang="en-ID" dirty="0"/>
              <a:t>Therefore, we have item 2 and item 3 in our knapsack as the optimal item set.</a:t>
            </a:r>
          </a:p>
        </p:txBody>
      </p:sp>
    </p:spTree>
    <p:extLst>
      <p:ext uri="{BB962C8B-B14F-4D97-AF65-F5344CB8AC3E}">
        <p14:creationId xmlns:p14="http://schemas.microsoft.com/office/powerpoint/2010/main" val="3376412903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FF9AD-1851-567E-FD9D-708E0F625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B4F4A-6482-CEBC-4AE7-D894D5056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Space Optimization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65AAD8-CDC3-545B-C469-26FC144A21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Space optimization: rolling array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C6F26C-D18C-C3BC-928F-CB2B9510127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20059577" cy="9138176"/>
          </a:xfrm>
        </p:spPr>
        <p:txBody>
          <a:bodyPr>
            <a:normAutofit/>
          </a:bodyPr>
          <a:lstStyle/>
          <a:p>
            <a:r>
              <a:rPr lang="en-ID" dirty="0"/>
              <a:t>The recurrence </a:t>
            </a:r>
            <a:r>
              <a:rPr lang="en-ID" dirty="0" err="1"/>
              <a:t>dp</a:t>
            </a:r>
            <a:r>
              <a:rPr lang="en-ID" dirty="0"/>
              <a:t>[</a:t>
            </a:r>
            <a:r>
              <a:rPr lang="en-ID" dirty="0" err="1"/>
              <a:t>i</a:t>
            </a:r>
            <a:r>
              <a:rPr lang="en-ID" dirty="0"/>
              <a:t>][c] only depends on row i−1, not i-2, i-3, i-4, etc. We can keep only two rows (current and previous as i-1), reducing space from </a:t>
            </a:r>
            <a:r>
              <a:rPr lang="en-ID" b="1" dirty="0"/>
              <a:t>O(</a:t>
            </a:r>
            <a:r>
              <a:rPr lang="en-ID" b="1" dirty="0" err="1"/>
              <a:t>nW</a:t>
            </a:r>
            <a:r>
              <a:rPr lang="en-ID" b="1" dirty="0"/>
              <a:t>) </a:t>
            </a:r>
            <a:r>
              <a:rPr lang="en-ID" dirty="0"/>
              <a:t>to </a:t>
            </a:r>
            <a:r>
              <a:rPr lang="en-ID" b="1" dirty="0"/>
              <a:t>O(W)</a:t>
            </a:r>
            <a:r>
              <a:rPr lang="en-ID" dirty="0"/>
              <a:t>.</a:t>
            </a:r>
            <a:br>
              <a:rPr lang="en-ID" dirty="0"/>
            </a:br>
            <a:endParaRPr lang="en-ID" b="1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8A8C23B-C614-C846-6AEA-E60B69A0EF9F}"/>
              </a:ext>
            </a:extLst>
          </p:cNvPr>
          <p:cNvSpPr/>
          <p:nvPr/>
        </p:nvSpPr>
        <p:spPr>
          <a:xfrm>
            <a:off x="2167377" y="6124076"/>
            <a:ext cx="20059577" cy="579783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 sz="72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A81A674-F2FE-83E8-8C7B-DB8F0C2C803F}"/>
              </a:ext>
            </a:extLst>
          </p:cNvPr>
          <p:cNvSpPr/>
          <p:nvPr/>
        </p:nvSpPr>
        <p:spPr>
          <a:xfrm>
            <a:off x="2915820" y="6645862"/>
            <a:ext cx="18813212" cy="325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algn="l">
              <a:buNone/>
            </a:pPr>
            <a:r>
              <a:rPr lang="en-ID" sz="4000" b="0" i="0" dirty="0">
                <a:solidFill>
                  <a:schemeClr val="bg2">
                    <a:lumMod val="10000"/>
                  </a:schemeClr>
                </a:solidFill>
                <a:effectLst/>
                <a:latin typeface="Menlo" panose="020B0609030804020204" pitchFamily="49" charset="0"/>
              </a:rPr>
              <a:t>KNAPSACK-1D(v, w, n, W)</a:t>
            </a:r>
          </a:p>
          <a:p>
            <a:pPr indent="0" algn="l">
              <a:buNone/>
            </a:pPr>
            <a:r>
              <a:rPr lang="en-ID" sz="4000" b="0" i="0" dirty="0">
                <a:solidFill>
                  <a:schemeClr val="bg2">
                    <a:lumMod val="10000"/>
                  </a:schemeClr>
                </a:solidFill>
                <a:effectLst/>
                <a:latin typeface="Menlo" panose="020B0609030804020204" pitchFamily="49" charset="0"/>
              </a:rPr>
              <a:t>1  </a:t>
            </a:r>
            <a:r>
              <a:rPr lang="en-ID" sz="4000" b="0" i="0" dirty="0" err="1">
                <a:solidFill>
                  <a:schemeClr val="bg2">
                    <a:lumMod val="10000"/>
                  </a:schemeClr>
                </a:solidFill>
                <a:effectLst/>
                <a:latin typeface="Menlo" panose="020B0609030804020204" pitchFamily="49" charset="0"/>
              </a:rPr>
              <a:t>dp</a:t>
            </a:r>
            <a:r>
              <a:rPr lang="en-ID" sz="4000" b="0" i="0" dirty="0">
                <a:solidFill>
                  <a:schemeClr val="bg2">
                    <a:lumMod val="10000"/>
                  </a:schemeClr>
                </a:solidFill>
                <a:effectLst/>
                <a:latin typeface="Menlo" panose="020B0609030804020204" pitchFamily="49" charset="0"/>
              </a:rPr>
              <a:t>[0..W] = all zeros</a:t>
            </a:r>
          </a:p>
          <a:p>
            <a:pPr indent="0" algn="l">
              <a:buNone/>
            </a:pPr>
            <a:r>
              <a:rPr lang="en-ID" sz="4000" b="0" i="0" dirty="0">
                <a:solidFill>
                  <a:schemeClr val="bg2">
                    <a:lumMod val="10000"/>
                  </a:schemeClr>
                </a:solidFill>
                <a:effectLst/>
                <a:latin typeface="Menlo" panose="020B0609030804020204" pitchFamily="49" charset="0"/>
              </a:rPr>
              <a:t>2  for </a:t>
            </a:r>
            <a:r>
              <a:rPr lang="en-ID" sz="4000" b="0" i="0" dirty="0" err="1">
                <a:solidFill>
                  <a:schemeClr val="bg2">
                    <a:lumMod val="10000"/>
                  </a:schemeClr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ID" sz="4000" b="0" i="0" dirty="0">
                <a:solidFill>
                  <a:schemeClr val="bg2">
                    <a:lumMod val="10000"/>
                  </a:schemeClr>
                </a:solidFill>
                <a:effectLst/>
                <a:latin typeface="Menlo" panose="020B0609030804020204" pitchFamily="49" charset="0"/>
              </a:rPr>
              <a:t> = 1 to n</a:t>
            </a:r>
          </a:p>
          <a:p>
            <a:pPr indent="0" algn="l">
              <a:buNone/>
            </a:pPr>
            <a:r>
              <a:rPr lang="en-ID" sz="4000" b="0" i="0" dirty="0">
                <a:solidFill>
                  <a:schemeClr val="bg2">
                    <a:lumMod val="10000"/>
                  </a:schemeClr>
                </a:solidFill>
                <a:effectLst/>
                <a:latin typeface="Menlo" panose="020B0609030804020204" pitchFamily="49" charset="0"/>
              </a:rPr>
              <a:t>3      </a:t>
            </a:r>
            <a:r>
              <a:rPr lang="en-ID" sz="3600" b="0" i="0" dirty="0">
                <a:solidFill>
                  <a:schemeClr val="accent1"/>
                </a:solidFill>
                <a:effectLst/>
                <a:latin typeface="Menlo" panose="020B0609030804020204" pitchFamily="49" charset="0"/>
              </a:rPr>
              <a:t>// traverse right-to-left to avoid using updated values</a:t>
            </a:r>
          </a:p>
          <a:p>
            <a:pPr indent="0" algn="l">
              <a:buNone/>
            </a:pPr>
            <a:r>
              <a:rPr lang="en-ID" sz="4000" b="0" i="0" dirty="0">
                <a:solidFill>
                  <a:schemeClr val="bg2">
                    <a:lumMod val="10000"/>
                  </a:schemeClr>
                </a:solidFill>
                <a:effectLst/>
                <a:latin typeface="Menlo" panose="020B0609030804020204" pitchFamily="49" charset="0"/>
              </a:rPr>
              <a:t>4      for c = W </a:t>
            </a:r>
            <a:r>
              <a:rPr lang="en-ID" sz="4000" b="0" i="0" dirty="0" err="1">
                <a:solidFill>
                  <a:schemeClr val="bg2">
                    <a:lumMod val="10000"/>
                  </a:schemeClr>
                </a:solidFill>
                <a:effectLst/>
                <a:latin typeface="Menlo" panose="020B0609030804020204" pitchFamily="49" charset="0"/>
              </a:rPr>
              <a:t>downto</a:t>
            </a:r>
            <a:r>
              <a:rPr lang="en-ID" sz="4000" b="0" i="0" dirty="0">
                <a:solidFill>
                  <a:schemeClr val="bg2">
                    <a:lumMod val="10000"/>
                  </a:schemeClr>
                </a:solidFill>
                <a:effectLst/>
                <a:latin typeface="Menlo" panose="020B0609030804020204" pitchFamily="49" charset="0"/>
              </a:rPr>
              <a:t> w[</a:t>
            </a:r>
            <a:r>
              <a:rPr lang="en-ID" sz="4000" b="0" i="0" dirty="0" err="1">
                <a:solidFill>
                  <a:schemeClr val="bg2">
                    <a:lumMod val="10000"/>
                  </a:schemeClr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ID" sz="4000" b="0" i="0" dirty="0">
                <a:solidFill>
                  <a:schemeClr val="bg2">
                    <a:lumMod val="10000"/>
                  </a:schemeClr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pPr indent="0" algn="l">
              <a:buNone/>
            </a:pPr>
            <a:r>
              <a:rPr lang="en-ID" sz="4000" b="0" i="0" dirty="0">
                <a:solidFill>
                  <a:schemeClr val="bg2">
                    <a:lumMod val="10000"/>
                  </a:schemeClr>
                </a:solidFill>
                <a:effectLst/>
                <a:latin typeface="Menlo" panose="020B0609030804020204" pitchFamily="49" charset="0"/>
              </a:rPr>
              <a:t>5          </a:t>
            </a:r>
            <a:r>
              <a:rPr lang="en-ID" sz="4000" b="0" i="0" dirty="0" err="1">
                <a:solidFill>
                  <a:schemeClr val="bg2">
                    <a:lumMod val="10000"/>
                  </a:schemeClr>
                </a:solidFill>
                <a:effectLst/>
                <a:latin typeface="Menlo" panose="020B0609030804020204" pitchFamily="49" charset="0"/>
              </a:rPr>
              <a:t>dp</a:t>
            </a:r>
            <a:r>
              <a:rPr lang="en-ID" sz="4000" b="0" i="0" dirty="0">
                <a:solidFill>
                  <a:schemeClr val="bg2">
                    <a:lumMod val="10000"/>
                  </a:schemeClr>
                </a:solidFill>
                <a:effectLst/>
                <a:latin typeface="Menlo" panose="020B0609030804020204" pitchFamily="49" charset="0"/>
              </a:rPr>
              <a:t>[c] = max(</a:t>
            </a:r>
            <a:r>
              <a:rPr lang="en-ID" sz="4000" b="0" i="0" dirty="0" err="1">
                <a:solidFill>
                  <a:schemeClr val="bg2">
                    <a:lumMod val="10000"/>
                  </a:schemeClr>
                </a:solidFill>
                <a:effectLst/>
                <a:latin typeface="Menlo" panose="020B0609030804020204" pitchFamily="49" charset="0"/>
              </a:rPr>
              <a:t>dp</a:t>
            </a:r>
            <a:r>
              <a:rPr lang="en-ID" sz="4000" b="0" i="0" dirty="0">
                <a:solidFill>
                  <a:schemeClr val="bg2">
                    <a:lumMod val="10000"/>
                  </a:schemeClr>
                </a:solidFill>
                <a:effectLst/>
                <a:latin typeface="Menlo" panose="020B0609030804020204" pitchFamily="49" charset="0"/>
              </a:rPr>
              <a:t>[c], v[</a:t>
            </a:r>
            <a:r>
              <a:rPr lang="en-ID" sz="4000" b="0" i="0" dirty="0" err="1">
                <a:solidFill>
                  <a:schemeClr val="bg2">
                    <a:lumMod val="10000"/>
                  </a:schemeClr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ID" sz="4000" b="0" i="0" dirty="0">
                <a:solidFill>
                  <a:schemeClr val="bg2">
                    <a:lumMod val="10000"/>
                  </a:schemeClr>
                </a:solidFill>
                <a:effectLst/>
                <a:latin typeface="Menlo" panose="020B0609030804020204" pitchFamily="49" charset="0"/>
              </a:rPr>
              <a:t>] + </a:t>
            </a:r>
            <a:r>
              <a:rPr lang="en-ID" sz="4000" b="0" i="0" dirty="0" err="1">
                <a:solidFill>
                  <a:schemeClr val="bg2">
                    <a:lumMod val="10000"/>
                  </a:schemeClr>
                </a:solidFill>
                <a:effectLst/>
                <a:latin typeface="Menlo" panose="020B0609030804020204" pitchFamily="49" charset="0"/>
              </a:rPr>
              <a:t>dp</a:t>
            </a:r>
            <a:r>
              <a:rPr lang="en-ID" sz="4000" b="0" i="0" dirty="0">
                <a:solidFill>
                  <a:schemeClr val="bg2">
                    <a:lumMod val="10000"/>
                  </a:schemeClr>
                </a:solidFill>
                <a:effectLst/>
                <a:latin typeface="Menlo" panose="020B0609030804020204" pitchFamily="49" charset="0"/>
              </a:rPr>
              <a:t>[c - w[</a:t>
            </a:r>
            <a:r>
              <a:rPr lang="en-ID" sz="4000" b="0" i="0" dirty="0" err="1">
                <a:solidFill>
                  <a:schemeClr val="bg2">
                    <a:lumMod val="10000"/>
                  </a:schemeClr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ID" sz="4000" b="0" i="0" dirty="0">
                <a:solidFill>
                  <a:schemeClr val="bg2">
                    <a:lumMod val="10000"/>
                  </a:schemeClr>
                </a:solidFill>
                <a:effectLst/>
                <a:latin typeface="Menlo" panose="020B0609030804020204" pitchFamily="49" charset="0"/>
              </a:rPr>
              <a:t>]])</a:t>
            </a:r>
          </a:p>
          <a:p>
            <a:pPr indent="0" algn="l">
              <a:buNone/>
            </a:pPr>
            <a:r>
              <a:rPr lang="en-ID" sz="4000" b="0" i="0" dirty="0">
                <a:solidFill>
                  <a:schemeClr val="bg2">
                    <a:lumMod val="10000"/>
                  </a:schemeClr>
                </a:solidFill>
                <a:effectLst/>
                <a:latin typeface="Menlo" panose="020B0609030804020204" pitchFamily="49" charset="0"/>
              </a:rPr>
              <a:t>6  return </a:t>
            </a:r>
            <a:r>
              <a:rPr lang="en-ID" sz="4000" b="0" i="0" dirty="0" err="1">
                <a:solidFill>
                  <a:schemeClr val="bg2">
                    <a:lumMod val="10000"/>
                  </a:schemeClr>
                </a:solidFill>
                <a:effectLst/>
                <a:latin typeface="Menlo" panose="020B0609030804020204" pitchFamily="49" charset="0"/>
              </a:rPr>
              <a:t>dp</a:t>
            </a:r>
            <a:r>
              <a:rPr lang="en-ID" sz="4000" b="0" i="0" dirty="0">
                <a:solidFill>
                  <a:schemeClr val="bg2">
                    <a:lumMod val="10000"/>
                  </a:schemeClr>
                </a:solidFill>
                <a:effectLst/>
                <a:latin typeface="Menlo" panose="020B0609030804020204" pitchFamily="49" charset="0"/>
              </a:rPr>
              <a:t>[W]</a:t>
            </a:r>
            <a:endParaRPr lang="en-ID" sz="4000" b="0" i="0" dirty="0">
              <a:solidFill>
                <a:schemeClr val="bg2">
                  <a:lumMod val="10000"/>
                </a:schemeClr>
              </a:solidFill>
              <a:effectLst/>
              <a:latin typeface="Courier New" panose="02070309020205020404" pitchFamily="49" charset="0"/>
            </a:endParaRPr>
          </a:p>
          <a:p>
            <a:pPr algn="l"/>
            <a:endParaRPr lang="en-US" sz="6000" dirty="0">
              <a:solidFill>
                <a:schemeClr val="bg2">
                  <a:lumMod val="10000"/>
                </a:schemeClr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6758396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EECCB-4FE4-CD67-1C97-EF0A457D1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D4578-6DB2-2654-6621-3FB40AE4F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Space Optimization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1E81E9-5D00-2E54-AE72-784E18EC96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Space optimization: rolling array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4CC7E1-A0EC-2526-2A25-AD821E82691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20059577" cy="9138176"/>
          </a:xfrm>
        </p:spPr>
        <p:txBody>
          <a:bodyPr>
            <a:normAutofit/>
          </a:bodyPr>
          <a:lstStyle/>
          <a:p>
            <a:r>
              <a:rPr lang="en-ID" b="1" dirty="0"/>
              <a:t>Why right-to-left?</a:t>
            </a:r>
            <a:r>
              <a:rPr lang="en-ID" dirty="0"/>
              <a:t> </a:t>
            </a:r>
          </a:p>
          <a:p>
            <a:pPr lvl="1">
              <a:buFont typeface="Wingdings" pitchFamily="2" charset="2"/>
              <a:buChar char="Ø"/>
            </a:pPr>
            <a:r>
              <a:rPr lang="en-ID" dirty="0"/>
              <a:t>If we iterated left-to-right, </a:t>
            </a:r>
            <a:r>
              <a:rPr lang="en-ID" dirty="0" err="1"/>
              <a:t>dp</a:t>
            </a:r>
            <a:r>
              <a:rPr lang="en-ID" dirty="0"/>
              <a:t>[c−wᵢ] might already be updated with item i's inclusion, leading to item </a:t>
            </a:r>
            <a:r>
              <a:rPr lang="en-ID" dirty="0" err="1"/>
              <a:t>i</a:t>
            </a:r>
            <a:r>
              <a:rPr lang="en-ID" dirty="0"/>
              <a:t> being counted twice (converting 0/1 to unbounded knapsack). </a:t>
            </a:r>
          </a:p>
          <a:p>
            <a:pPr lvl="1">
              <a:buFont typeface="Wingdings" pitchFamily="2" charset="2"/>
              <a:buChar char="Ø"/>
            </a:pPr>
            <a:r>
              <a:rPr lang="en-ID" dirty="0"/>
              <a:t>Right-to-left ensures </a:t>
            </a:r>
            <a:r>
              <a:rPr lang="en-ID" dirty="0" err="1"/>
              <a:t>dp</a:t>
            </a:r>
            <a:r>
              <a:rPr lang="en-ID" dirty="0"/>
              <a:t>[c−wᵢ] still reflects the state before considering item </a:t>
            </a:r>
            <a:r>
              <a:rPr lang="en-ID" dirty="0" err="1"/>
              <a:t>i</a:t>
            </a:r>
            <a:r>
              <a:rPr lang="en-ID" dirty="0"/>
              <a:t>.</a:t>
            </a:r>
            <a:br>
              <a:rPr lang="en-ID" dirty="0"/>
            </a:br>
            <a:endParaRPr lang="en-ID" b="1" dirty="0"/>
          </a:p>
        </p:txBody>
      </p:sp>
    </p:spTree>
    <p:extLst>
      <p:ext uri="{BB962C8B-B14F-4D97-AF65-F5344CB8AC3E}">
        <p14:creationId xmlns:p14="http://schemas.microsoft.com/office/powerpoint/2010/main" val="692772002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3094B-3243-6175-4B78-3513D02DF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CDC2E-5C67-7601-A3A2-A39CA0211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Space Optimization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C0F3D8-3C44-E201-83D2-06F4EAB7EF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Example Trace using the same number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5F0F3AE-DDCD-404C-890A-ACF276BDFF2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6" y="3714224"/>
            <a:ext cx="20572307" cy="9039250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ID" dirty="0"/>
              <a:t>Example instance:</a:t>
            </a:r>
          </a:p>
          <a:p>
            <a:pPr lvl="1"/>
            <a:r>
              <a:rPr lang="en-ID" dirty="0"/>
              <a:t>W = 5, items: (w, v) = (2, 6), (2, 10), (3, 12)</a:t>
            </a:r>
          </a:p>
          <a:p>
            <a:r>
              <a:rPr lang="en-ID" dirty="0"/>
              <a:t>Firstly, initialize the table with 0s. </a:t>
            </a:r>
            <a:endParaRPr lang="en-US" dirty="0"/>
          </a:p>
        </p:txBody>
      </p:sp>
      <p:graphicFrame>
        <p:nvGraphicFramePr>
          <p:cNvPr id="8" name="Content Placeholder 4">
            <a:extLst>
              <a:ext uri="{FF2B5EF4-FFF2-40B4-BE49-F238E27FC236}">
                <a16:creationId xmlns:a16="http://schemas.microsoft.com/office/drawing/2014/main" id="{903FF3F1-2784-5501-7520-2048875B46B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6802931"/>
              </p:ext>
            </p:extLst>
          </p:nvPr>
        </p:nvGraphicFramePr>
        <p:xfrm>
          <a:off x="2166938" y="3714750"/>
          <a:ext cx="19309297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58471">
                  <a:extLst>
                    <a:ext uri="{9D8B030D-6E8A-4147-A177-3AD203B41FA5}">
                      <a16:colId xmlns:a16="http://schemas.microsoft.com/office/drawing/2014/main" val="260125764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281369953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4023869937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2248718642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2904038718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2949623854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2527399084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4800" b="0" i="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9322618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</a:t>
                      </a: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=0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983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6250963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4BEEE-777F-D48E-6F60-3B7CEE007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7C921-D9B5-3498-A091-D97FDDAF8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Space Optimization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55011D-3448-0FDD-573F-1DC159ACE2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Example Trace using the same number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FF11EBD-F361-F8C6-8720-815258428C0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6" y="3714224"/>
            <a:ext cx="20572307" cy="9039250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ID" dirty="0"/>
              <a:t>The 1</a:t>
            </a:r>
            <a:r>
              <a:rPr lang="en-ID" baseline="30000" dirty="0"/>
              <a:t>st</a:t>
            </a:r>
            <a:r>
              <a:rPr lang="en-ID" dirty="0"/>
              <a:t> item is (w=2, v=6), so</a:t>
            </a:r>
          </a:p>
          <a:p>
            <a:pPr lvl="1"/>
            <a:r>
              <a:rPr lang="en-ID" dirty="0"/>
              <a:t>c=5 → </a:t>
            </a:r>
            <a:r>
              <a:rPr lang="en-ID" dirty="0" err="1"/>
              <a:t>dp</a:t>
            </a:r>
            <a:r>
              <a:rPr lang="en-ID" dirty="0"/>
              <a:t>[5]=max(0,6+dp[3])=6; </a:t>
            </a:r>
          </a:p>
          <a:p>
            <a:pPr lvl="1"/>
            <a:r>
              <a:rPr lang="en-ID" dirty="0"/>
              <a:t>c=4 → 6; </a:t>
            </a:r>
          </a:p>
          <a:p>
            <a:pPr lvl="1"/>
            <a:r>
              <a:rPr lang="en-ID" dirty="0"/>
              <a:t>c=3 → 6; </a:t>
            </a:r>
          </a:p>
          <a:p>
            <a:pPr lvl="1"/>
            <a:r>
              <a:rPr lang="en-ID" dirty="0"/>
              <a:t>c=2 → 6.</a:t>
            </a:r>
            <a:br>
              <a:rPr lang="en-ID" dirty="0"/>
            </a:br>
            <a:endParaRPr lang="en-US" dirty="0"/>
          </a:p>
        </p:txBody>
      </p:sp>
      <p:graphicFrame>
        <p:nvGraphicFramePr>
          <p:cNvPr id="8" name="Content Placeholder 4">
            <a:extLst>
              <a:ext uri="{FF2B5EF4-FFF2-40B4-BE49-F238E27FC236}">
                <a16:creationId xmlns:a16="http://schemas.microsoft.com/office/drawing/2014/main" id="{CDDDA708-CD8E-1322-BC8A-60407FCD39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00251845"/>
              </p:ext>
            </p:extLst>
          </p:nvPr>
        </p:nvGraphicFramePr>
        <p:xfrm>
          <a:off x="2166938" y="3714750"/>
          <a:ext cx="19309297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58471">
                  <a:extLst>
                    <a:ext uri="{9D8B030D-6E8A-4147-A177-3AD203B41FA5}">
                      <a16:colId xmlns:a16="http://schemas.microsoft.com/office/drawing/2014/main" val="260125764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281369953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4023869937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2248718642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2904038718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2949623854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2527399084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4800" b="0" i="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9322618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</a:t>
                      </a: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=1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983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748057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A9545-ADB6-7CB2-3ECC-5BE7EE9F2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60663-4122-9930-F65B-CC298E457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Space Optimization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6E3B94-921C-AD68-681E-F5E09C75FE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Example Trace using the same number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3B55DC-9EFF-ED1E-E276-6C4AE2F90E4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6" y="3714224"/>
            <a:ext cx="20572307" cy="9039250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ID" dirty="0"/>
              <a:t>The 2</a:t>
            </a:r>
            <a:r>
              <a:rPr lang="en-ID" baseline="30000" dirty="0"/>
              <a:t>nd</a:t>
            </a:r>
            <a:r>
              <a:rPr lang="en-ID" dirty="0"/>
              <a:t> item is (w=2, v=10), so</a:t>
            </a:r>
          </a:p>
          <a:p>
            <a:pPr lvl="1"/>
            <a:r>
              <a:rPr lang="en-ID" dirty="0"/>
              <a:t>c=5 → </a:t>
            </a:r>
            <a:r>
              <a:rPr lang="en-ID" dirty="0" err="1"/>
              <a:t>dp</a:t>
            </a:r>
            <a:r>
              <a:rPr lang="en-ID" dirty="0"/>
              <a:t>[5]=max(6,10+dp[3])=16; </a:t>
            </a:r>
          </a:p>
          <a:p>
            <a:pPr lvl="1"/>
            <a:r>
              <a:rPr lang="en-ID" dirty="0"/>
              <a:t>c=4 → max(6,10+dp[2])=16; </a:t>
            </a:r>
          </a:p>
          <a:p>
            <a:pPr lvl="1"/>
            <a:r>
              <a:rPr lang="en-ID" dirty="0"/>
              <a:t>c=3 → max(6,10+dp[1])=10; </a:t>
            </a:r>
          </a:p>
          <a:p>
            <a:pPr lvl="1"/>
            <a:r>
              <a:rPr lang="en-ID" dirty="0"/>
              <a:t>c=2 → max(6,10+dp[0])=10.</a:t>
            </a:r>
            <a:br>
              <a:rPr lang="en-ID" dirty="0"/>
            </a:br>
            <a:endParaRPr lang="en-US" dirty="0"/>
          </a:p>
        </p:txBody>
      </p:sp>
      <p:graphicFrame>
        <p:nvGraphicFramePr>
          <p:cNvPr id="8" name="Content Placeholder 4">
            <a:extLst>
              <a:ext uri="{FF2B5EF4-FFF2-40B4-BE49-F238E27FC236}">
                <a16:creationId xmlns:a16="http://schemas.microsoft.com/office/drawing/2014/main" id="{FD38E2AC-DDE0-A92E-8690-7A991D1EDAD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6568308"/>
              </p:ext>
            </p:extLst>
          </p:nvPr>
        </p:nvGraphicFramePr>
        <p:xfrm>
          <a:off x="2166938" y="3714750"/>
          <a:ext cx="19309297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58471">
                  <a:extLst>
                    <a:ext uri="{9D8B030D-6E8A-4147-A177-3AD203B41FA5}">
                      <a16:colId xmlns:a16="http://schemas.microsoft.com/office/drawing/2014/main" val="260125764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281369953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4023869937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2248718642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2904038718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2949623854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2527399084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4800" b="0" i="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9322618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</a:t>
                      </a: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=2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983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0429925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F7CFD-843F-0011-BC2C-0D77B8DF8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D00D2-F047-C3D2-CAC5-68C7B946B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Space Optimization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79A69-4018-57AF-12AE-43BB1E4F62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Example Trace using the same number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79545A9-5789-A689-EF0A-3BCACC9CA39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6" y="3714224"/>
            <a:ext cx="20572307" cy="9039250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ID" dirty="0"/>
              <a:t>The 3</a:t>
            </a:r>
            <a:r>
              <a:rPr lang="en-ID" baseline="30000" dirty="0"/>
              <a:t>rd</a:t>
            </a:r>
            <a:r>
              <a:rPr lang="en-ID" dirty="0"/>
              <a:t> item is (w=3, v=12), so</a:t>
            </a:r>
          </a:p>
          <a:p>
            <a:pPr lvl="1"/>
            <a:r>
              <a:rPr lang="en-ID" dirty="0"/>
              <a:t>c=5 → </a:t>
            </a:r>
            <a:r>
              <a:rPr lang="en-ID" dirty="0" err="1"/>
              <a:t>dp</a:t>
            </a:r>
            <a:r>
              <a:rPr lang="en-ID" dirty="0"/>
              <a:t>[5]=max(16,12+dp[2])=22; </a:t>
            </a:r>
          </a:p>
          <a:p>
            <a:pPr lvl="1"/>
            <a:r>
              <a:rPr lang="en-ID" dirty="0"/>
              <a:t>c=4 → max(16,12+dp[1])=16; </a:t>
            </a:r>
          </a:p>
          <a:p>
            <a:pPr lvl="1"/>
            <a:r>
              <a:rPr lang="en-ID" dirty="0"/>
              <a:t>c=3 → max(10,12+dp[0])=12; </a:t>
            </a:r>
          </a:p>
          <a:p>
            <a:r>
              <a:rPr lang="en-ID" dirty="0"/>
              <a:t>Why c=2 is not calculated? Simply because it will reach </a:t>
            </a:r>
            <a:r>
              <a:rPr lang="en-ID" dirty="0" err="1"/>
              <a:t>dp</a:t>
            </a:r>
            <a:r>
              <a:rPr lang="en-ID" dirty="0"/>
              <a:t>[-1] which is impossible (out of range). The pseudocode limit the iteration to run from W until w[</a:t>
            </a:r>
            <a:r>
              <a:rPr lang="en-ID" dirty="0" err="1"/>
              <a:t>i</a:t>
            </a:r>
            <a:r>
              <a:rPr lang="en-ID" dirty="0"/>
              <a:t>], not until 0.</a:t>
            </a:r>
          </a:p>
        </p:txBody>
      </p:sp>
      <p:graphicFrame>
        <p:nvGraphicFramePr>
          <p:cNvPr id="8" name="Content Placeholder 4">
            <a:extLst>
              <a:ext uri="{FF2B5EF4-FFF2-40B4-BE49-F238E27FC236}">
                <a16:creationId xmlns:a16="http://schemas.microsoft.com/office/drawing/2014/main" id="{9B8BED00-5455-D02E-E8DC-E0B0CA886FB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01143139"/>
              </p:ext>
            </p:extLst>
          </p:nvPr>
        </p:nvGraphicFramePr>
        <p:xfrm>
          <a:off x="2166938" y="3714750"/>
          <a:ext cx="19309297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58471">
                  <a:extLst>
                    <a:ext uri="{9D8B030D-6E8A-4147-A177-3AD203B41FA5}">
                      <a16:colId xmlns:a16="http://schemas.microsoft.com/office/drawing/2014/main" val="260125764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281369953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4023869937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2248718642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2904038718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2949623854"/>
                    </a:ext>
                  </a:extLst>
                </a:gridCol>
                <a:gridCol w="2758471">
                  <a:extLst>
                    <a:ext uri="{9D8B030D-6E8A-4147-A177-3AD203B41FA5}">
                      <a16:colId xmlns:a16="http://schemas.microsoft.com/office/drawing/2014/main" val="2527399084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D" sz="4800" b="0" i="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c=5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9322618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</a:t>
                      </a: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=3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800" b="0" i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983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0347595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2C104-EFCA-D9B5-B27B-ED28AAD2A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A90060-5D6B-3E9F-485B-5799F0BC9F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Session 16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56B10D-B6A0-27CF-7839-F29C48433D8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21005444" cy="9303944"/>
          </a:xfrm>
        </p:spPr>
        <p:txBody>
          <a:bodyPr>
            <a:normAutofit/>
          </a:bodyPr>
          <a:lstStyle/>
          <a:p>
            <a:r>
              <a:rPr lang="en-ID" b="1" dirty="0"/>
              <a:t>0/1 Knapsack:</a:t>
            </a:r>
            <a:r>
              <a:rPr lang="en-ID" dirty="0"/>
              <a:t> each item taken entirely or not. Greedy fails here, so DP is  required for faster algo than brute-force approach.</a:t>
            </a:r>
          </a:p>
          <a:p>
            <a:r>
              <a:rPr lang="en-ID" b="1" dirty="0"/>
              <a:t>State:</a:t>
            </a:r>
            <a:r>
              <a:rPr lang="en-ID" dirty="0"/>
              <a:t> </a:t>
            </a:r>
            <a:r>
              <a:rPr lang="en-ID" dirty="0" err="1"/>
              <a:t>dp</a:t>
            </a:r>
            <a:r>
              <a:rPr lang="en-ID" dirty="0"/>
              <a:t>[</a:t>
            </a:r>
            <a:r>
              <a:rPr lang="en-ID" dirty="0" err="1"/>
              <a:t>i</a:t>
            </a:r>
            <a:r>
              <a:rPr lang="en-ID" dirty="0"/>
              <a:t>][c] = max value using first </a:t>
            </a:r>
            <a:r>
              <a:rPr lang="en-ID" dirty="0" err="1"/>
              <a:t>i</a:t>
            </a:r>
            <a:r>
              <a:rPr lang="en-ID" dirty="0"/>
              <a:t> items with capacity c.</a:t>
            </a:r>
          </a:p>
          <a:p>
            <a:r>
              <a:rPr lang="en-ID" b="1" dirty="0"/>
              <a:t>Recurrence:</a:t>
            </a:r>
            <a:r>
              <a:rPr lang="en-ID" dirty="0"/>
              <a:t> </a:t>
            </a:r>
            <a:r>
              <a:rPr lang="en-ID" dirty="0" err="1"/>
              <a:t>dp</a:t>
            </a:r>
            <a:r>
              <a:rPr lang="en-ID" dirty="0"/>
              <a:t>[</a:t>
            </a:r>
            <a:r>
              <a:rPr lang="en-ID" dirty="0" err="1"/>
              <a:t>i</a:t>
            </a:r>
            <a:r>
              <a:rPr lang="en-ID" dirty="0"/>
              <a:t>][c] = max(</a:t>
            </a:r>
            <a:r>
              <a:rPr lang="en-ID" dirty="0" err="1"/>
              <a:t>dp</a:t>
            </a:r>
            <a:r>
              <a:rPr lang="en-ID" dirty="0"/>
              <a:t>[i−1][c], vᵢ + </a:t>
            </a:r>
            <a:r>
              <a:rPr lang="en-ID" dirty="0" err="1"/>
              <a:t>dp</a:t>
            </a:r>
            <a:r>
              <a:rPr lang="en-ID" dirty="0"/>
              <a:t>[i−1][c−wᵢ]) if wᵢ ≤ c.</a:t>
            </a:r>
          </a:p>
          <a:p>
            <a:r>
              <a:rPr lang="en-ID" b="1" dirty="0"/>
              <a:t>Time:</a:t>
            </a:r>
            <a:r>
              <a:rPr lang="en-ID" dirty="0"/>
              <a:t> O(</a:t>
            </a:r>
            <a:r>
              <a:rPr lang="en-ID" dirty="0" err="1"/>
              <a:t>nW</a:t>
            </a:r>
            <a:r>
              <a:rPr lang="en-ID" dirty="0"/>
              <a:t>); </a:t>
            </a:r>
            <a:r>
              <a:rPr lang="en-ID" b="1" dirty="0"/>
              <a:t>Space:</a:t>
            </a:r>
            <a:r>
              <a:rPr lang="en-ID" dirty="0"/>
              <a:t> O(</a:t>
            </a:r>
            <a:r>
              <a:rPr lang="en-ID" dirty="0" err="1"/>
              <a:t>nW</a:t>
            </a:r>
            <a:r>
              <a:rPr lang="en-ID" dirty="0"/>
              <a:t>) → optimized to O(W) with rolling array.</a:t>
            </a:r>
          </a:p>
          <a:p>
            <a:r>
              <a:rPr lang="en-ID" dirty="0"/>
              <a:t>O(</a:t>
            </a:r>
            <a:r>
              <a:rPr lang="en-ID" dirty="0" err="1"/>
              <a:t>nW</a:t>
            </a:r>
            <a:r>
              <a:rPr lang="en-ID" dirty="0"/>
              <a:t>) is called a pseudo polynomial algorithm.</a:t>
            </a:r>
          </a:p>
          <a:p>
            <a:r>
              <a:rPr lang="en-ID" b="1" dirty="0"/>
              <a:t>Reconstructing the optimal item set </a:t>
            </a:r>
            <a:r>
              <a:rPr lang="en-ID" dirty="0"/>
              <a:t>can be done by retracing when the algo choose to include the item.</a:t>
            </a:r>
          </a:p>
          <a:p>
            <a:r>
              <a:rPr lang="en-ID" b="1" dirty="0"/>
              <a:t>Rolling array requires right-to-left traversal</a:t>
            </a:r>
            <a:r>
              <a:rPr lang="en-ID" dirty="0"/>
              <a:t> to preserve 0/1 constraint.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341432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Session 16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C03F54-B3BC-80AB-98AC-C3ABDC8D86E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ID" dirty="0" err="1"/>
              <a:t>Cormen</a:t>
            </a:r>
            <a:r>
              <a:rPr lang="en-ID" dirty="0"/>
              <a:t>, T.H., </a:t>
            </a:r>
            <a:r>
              <a:rPr lang="en-ID" dirty="0" err="1"/>
              <a:t>Leiserson</a:t>
            </a:r>
            <a:r>
              <a:rPr lang="en-ID" dirty="0"/>
              <a:t>, C.E., Rivest, R.L., &amp; Stein, C. (2022). </a:t>
            </a:r>
            <a:r>
              <a:rPr lang="en-ID" i="1" dirty="0"/>
              <a:t>Introduction to Algorithms, 4th Edition.</a:t>
            </a:r>
            <a:r>
              <a:rPr lang="en-ID" dirty="0"/>
              <a:t> MIT Press. Ch. 14.3 — Elements of Dynamic Programming (p. 382)</a:t>
            </a:r>
          </a:p>
          <a:p>
            <a:r>
              <a:rPr lang="en-ID" dirty="0" err="1"/>
              <a:t>Skiena</a:t>
            </a:r>
            <a:r>
              <a:rPr lang="en-ID" dirty="0"/>
              <a:t>, S.S. (2020). </a:t>
            </a:r>
            <a:r>
              <a:rPr lang="en-ID" i="1" dirty="0"/>
              <a:t>The Algorithm Design Manual, 3rd Edition.</a:t>
            </a:r>
            <a:r>
              <a:rPr lang="en-ID" dirty="0"/>
              <a:t> Springer. Ch. 16.10 — Knapsack Problem (p. 497), Ch. 10.5 — Unordered Partition or Subset Sum (p. 329)</a:t>
            </a:r>
          </a:p>
        </p:txBody>
      </p:sp>
    </p:spTree>
    <p:extLst>
      <p:ext uri="{BB962C8B-B14F-4D97-AF65-F5344CB8AC3E}">
        <p14:creationId xmlns:p14="http://schemas.microsoft.com/office/powerpoint/2010/main" val="377477195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Metadata/LabelInfo.xml><?xml version="1.0" encoding="utf-8"?>
<clbl:labelList xmlns:clbl="http://schemas.microsoft.com/office/2020/mipLabelMetadata">
  <clbl:label id="{3485b963-82ba-4a6f-810f-b5cc226ff898}" enabled="0" method="" siteId="{3485b963-82ba-4a6f-810f-b5cc226ff8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21_BasicWhite</Template>
  <TotalTime>4621</TotalTime>
  <Words>3370</Words>
  <Application>Microsoft Macintosh PowerPoint</Application>
  <PresentationFormat>Custom</PresentationFormat>
  <Paragraphs>537</Paragraphs>
  <Slides>29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1" baseType="lpstr">
      <vt:lpstr>Wingdings</vt:lpstr>
      <vt:lpstr>Consolas</vt:lpstr>
      <vt:lpstr>Open Sans Light</vt:lpstr>
      <vt:lpstr>OCRB</vt:lpstr>
      <vt:lpstr>Menlo</vt:lpstr>
      <vt:lpstr>Open Sans ExtraBold</vt:lpstr>
      <vt:lpstr>Cambria Math</vt:lpstr>
      <vt:lpstr>Open Sans Semibold</vt:lpstr>
      <vt:lpstr>Open Sans</vt:lpstr>
      <vt:lpstr>Arial</vt:lpstr>
      <vt:lpstr>Courier New</vt:lpstr>
      <vt:lpstr>21_BasicWhite</vt:lpstr>
      <vt:lpstr>Dynamic programming: 0/1 knapsack</vt:lpstr>
      <vt:lpstr>Learning Outcomes</vt:lpstr>
      <vt:lpstr>Learning Outcomes</vt:lpstr>
      <vt:lpstr>outline</vt:lpstr>
      <vt:lpstr>0/1 Knapsack Problem Formulation</vt:lpstr>
      <vt:lpstr>0/1 Knapsack Problem Formulation</vt:lpstr>
      <vt:lpstr>0/1 Knapsack Problem Formulation</vt:lpstr>
      <vt:lpstr>Dynamic programming approaches</vt:lpstr>
      <vt:lpstr>Dynamic programming approaches</vt:lpstr>
      <vt:lpstr>Dynamic programming approaches</vt:lpstr>
      <vt:lpstr>Dynamic programming approaches</vt:lpstr>
      <vt:lpstr>Dynamic programming approaches</vt:lpstr>
      <vt:lpstr>Dynamic programming approaches</vt:lpstr>
      <vt:lpstr>Dynamic programming approaches</vt:lpstr>
      <vt:lpstr>Dynamic programming approaches</vt:lpstr>
      <vt:lpstr>Dynamic programming approaches</vt:lpstr>
      <vt:lpstr>Reconstructing the optimal item set</vt:lpstr>
      <vt:lpstr>Reconstructing the optimal item set</vt:lpstr>
      <vt:lpstr>Reconstructing the optimal item set</vt:lpstr>
      <vt:lpstr>Reconstructing the optimal item set</vt:lpstr>
      <vt:lpstr>Reconstructing the optimal item set</vt:lpstr>
      <vt:lpstr>Space Optimization</vt:lpstr>
      <vt:lpstr>Space Optimization</vt:lpstr>
      <vt:lpstr>Space Optimization</vt:lpstr>
      <vt:lpstr>Space Optimization</vt:lpstr>
      <vt:lpstr>Space Optimization</vt:lpstr>
      <vt:lpstr>Space Optimization</vt:lpstr>
      <vt:lpstr>Summary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HENRY LUCKY</dc:creator>
  <cp:lastModifiedBy>HENRY LUCKY</cp:lastModifiedBy>
  <cp:revision>40</cp:revision>
  <dcterms:created xsi:type="dcterms:W3CDTF">2023-11-17T02:51:40Z</dcterms:created>
  <dcterms:modified xsi:type="dcterms:W3CDTF">2026-06-30T07:52:37Z</dcterms:modified>
</cp:coreProperties>
</file>