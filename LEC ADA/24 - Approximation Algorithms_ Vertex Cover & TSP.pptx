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308" r:id="rId4"/>
    <p:sldId id="258" r:id="rId5"/>
    <p:sldId id="278" r:id="rId6"/>
  </p:sldIdLst>
  <p:sldSz cx="24384000" cy="13716000"/>
  <p:notesSz cx="6858000" cy="9144000"/>
  <p:embeddedFontLst>
    <p:embeddedFont>
      <p:font typeface="OCRB" panose="020B0609020202020204" pitchFamily="49" charset="77"/>
      <p:regular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  <p:embeddedFont>
      <p:font typeface="Open Sans ExtraBold" panose="020B0906030804020204" pitchFamily="34" charset="0"/>
      <p:bold r:id="rId13"/>
      <p:italic r:id="rId14"/>
      <p:boldItalic r:id="rId15"/>
    </p:embeddedFont>
    <p:embeddedFont>
      <p:font typeface="Open Sans Light" panose="020B0306030504020204" pitchFamily="34" charset="0"/>
      <p:regular r:id="rId16"/>
      <p:italic r:id="rId17"/>
    </p:embeddedFont>
    <p:embeddedFont>
      <p:font typeface="Open Sans Semibold" panose="020B0706030804020204" pitchFamily="34" charset="0"/>
      <p:regular r:id="rId18"/>
      <p:bold r:id="rId19"/>
      <p:italic r:id="rId20"/>
      <p:boldItalic r:id="rId2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9AB38-C96F-B443-B2A3-A181FBDB2BD0}" v="7" dt="2026-06-29T08:02:21.86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26" autoAdjust="0"/>
    <p:restoredTop sz="95643"/>
  </p:normalViewPr>
  <p:slideViewPr>
    <p:cSldViewPr snapToGrid="0" snapToObjects="1">
      <p:cViewPr varScale="1">
        <p:scale>
          <a:sx n="55" d="100"/>
          <a:sy n="55" d="100"/>
        </p:scale>
        <p:origin x="280" y="24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custSel addSld delSld modSld">
      <pc:chgData name="HENRY LUCKY" userId="9f9f0d3b-fafb-4a1f-811e-e1ce60336648" providerId="ADAL" clId="{87B23BC5-493B-58B6-9C8D-8C75A953FAD3}" dt="2026-06-29T08:02:38.395" v="89" actId="20577"/>
      <pc:docMkLst>
        <pc:docMk/>
      </pc:docMkLst>
      <pc:sldChg chg="modSp mod">
        <pc:chgData name="HENRY LUCKY" userId="9f9f0d3b-fafb-4a1f-811e-e1ce60336648" providerId="ADAL" clId="{87B23BC5-493B-58B6-9C8D-8C75A953FAD3}" dt="2026-06-29T07:54:27.721" v="32" actId="20577"/>
        <pc:sldMkLst>
          <pc:docMk/>
          <pc:sldMk cId="3807564589" sldId="256"/>
        </pc:sldMkLst>
        <pc:spChg chg="mod">
          <ac:chgData name="HENRY LUCKY" userId="9f9f0d3b-fafb-4a1f-811e-e1ce60336648" providerId="ADAL" clId="{87B23BC5-493B-58B6-9C8D-8C75A953FAD3}" dt="2026-06-29T07:54:27.721" v="32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HENRY LUCKY" userId="9f9f0d3b-fafb-4a1f-811e-e1ce60336648" providerId="ADAL" clId="{87B23BC5-493B-58B6-9C8D-8C75A953FAD3}" dt="2026-06-29T07:54:24.658" v="30" actId="27636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HENRY LUCKY" userId="9f9f0d3b-fafb-4a1f-811e-e1ce60336648" providerId="ADAL" clId="{87B23BC5-493B-58B6-9C8D-8C75A953FAD3}" dt="2026-06-29T08:01:53.697" v="33" actId="20577"/>
        <pc:sldMkLst>
          <pc:docMk/>
          <pc:sldMk cId="2766454393" sldId="257"/>
        </pc:sldMkLst>
        <pc:spChg chg="mod">
          <ac:chgData name="HENRY LUCKY" userId="9f9f0d3b-fafb-4a1f-811e-e1ce60336648" providerId="ADAL" clId="{87B23BC5-493B-58B6-9C8D-8C75A953FAD3}" dt="2026-06-29T08:01:53.697" v="33" actId="20577"/>
          <ac:spMkLst>
            <pc:docMk/>
            <pc:sldMk cId="2766454393" sldId="257"/>
            <ac:spMk id="3" creationId="{0002D373-5BC5-C51D-92C2-C090C3857861}"/>
          </ac:spMkLst>
        </pc:spChg>
        <pc:spChg chg="mod">
          <ac:chgData name="HENRY LUCKY" userId="9f9f0d3b-fafb-4a1f-811e-e1ce60336648" providerId="ADAL" clId="{87B23BC5-493B-58B6-9C8D-8C75A953FAD3}" dt="2026-06-29T07:53:37.989" v="9" actId="27636"/>
          <ac:spMkLst>
            <pc:docMk/>
            <pc:sldMk cId="2766454393" sldId="257"/>
            <ac:spMk id="4" creationId="{72B426B6-A02E-F758-7A2B-554FFF354A1A}"/>
          </ac:spMkLst>
        </pc:spChg>
      </pc:sldChg>
      <pc:sldChg chg="modSp">
        <pc:chgData name="HENRY LUCKY" userId="9f9f0d3b-fafb-4a1f-811e-e1ce60336648" providerId="ADAL" clId="{87B23BC5-493B-58B6-9C8D-8C75A953FAD3}" dt="2026-06-29T08:02:03.211" v="35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9T08:02:03.211" v="35"/>
          <ac:spMkLst>
            <pc:docMk/>
            <pc:sldMk cId="1889462471" sldId="258"/>
            <ac:spMk id="4" creationId="{72B426B6-A02E-F758-7A2B-554FFF354A1A}"/>
          </ac:spMkLst>
        </pc:spChg>
      </pc:sldChg>
      <pc:sldChg chg="del">
        <pc:chgData name="HENRY LUCKY" userId="9f9f0d3b-fafb-4a1f-811e-e1ce60336648" providerId="ADAL" clId="{87B23BC5-493B-58B6-9C8D-8C75A953FAD3}" dt="2026-06-29T08:02:12.837" v="36" actId="2696"/>
        <pc:sldMkLst>
          <pc:docMk/>
          <pc:sldMk cId="3405509346" sldId="259"/>
        </pc:sldMkLst>
      </pc:sldChg>
      <pc:sldChg chg="modSp mod">
        <pc:chgData name="HENRY LUCKY" userId="9f9f0d3b-fafb-4a1f-811e-e1ce60336648" providerId="ADAL" clId="{87B23BC5-493B-58B6-9C8D-8C75A953FAD3}" dt="2026-06-29T08:02:38.395" v="89" actId="20577"/>
        <pc:sldMkLst>
          <pc:docMk/>
          <pc:sldMk cId="3774771954" sldId="278"/>
        </pc:sldMkLst>
        <pc:spChg chg="mod">
          <ac:chgData name="HENRY LUCKY" userId="9f9f0d3b-fafb-4a1f-811e-e1ce60336648" providerId="ADAL" clId="{87B23BC5-493B-58B6-9C8D-8C75A953FAD3}" dt="2026-06-29T08:02:38.395" v="89" actId="20577"/>
          <ac:spMkLst>
            <pc:docMk/>
            <pc:sldMk cId="3774771954" sldId="278"/>
            <ac:spMk id="6" creationId="{CFC03F54-B3BC-80AB-98AC-C3ABDC8D86EE}"/>
          </ac:spMkLst>
        </pc:spChg>
      </pc:sldChg>
      <pc:sldChg chg="del">
        <pc:chgData name="HENRY LUCKY" userId="9f9f0d3b-fafb-4a1f-811e-e1ce60336648" providerId="ADAL" clId="{87B23BC5-493B-58B6-9C8D-8C75A953FAD3}" dt="2026-06-29T08:02:12.843" v="37" actId="2696"/>
        <pc:sldMkLst>
          <pc:docMk/>
          <pc:sldMk cId="3313985567" sldId="279"/>
        </pc:sldMkLst>
      </pc:sldChg>
      <pc:sldChg chg="del">
        <pc:chgData name="HENRY LUCKY" userId="9f9f0d3b-fafb-4a1f-811e-e1ce60336648" providerId="ADAL" clId="{87B23BC5-493B-58B6-9C8D-8C75A953FAD3}" dt="2026-06-29T08:02:12.855" v="45" actId="2696"/>
        <pc:sldMkLst>
          <pc:docMk/>
          <pc:sldMk cId="854869600" sldId="280"/>
        </pc:sldMkLst>
      </pc:sldChg>
      <pc:sldChg chg="del">
        <pc:chgData name="HENRY LUCKY" userId="9f9f0d3b-fafb-4a1f-811e-e1ce60336648" providerId="ADAL" clId="{87B23BC5-493B-58B6-9C8D-8C75A953FAD3}" dt="2026-06-29T08:02:12.868" v="54" actId="2696"/>
        <pc:sldMkLst>
          <pc:docMk/>
          <pc:sldMk cId="4150387714" sldId="281"/>
        </pc:sldMkLst>
      </pc:sldChg>
      <pc:sldChg chg="del">
        <pc:chgData name="HENRY LUCKY" userId="9f9f0d3b-fafb-4a1f-811e-e1ce60336648" providerId="ADAL" clId="{87B23BC5-493B-58B6-9C8D-8C75A953FAD3}" dt="2026-06-29T08:02:12.871" v="60" actId="2696"/>
        <pc:sldMkLst>
          <pc:docMk/>
          <pc:sldMk cId="1093623020" sldId="282"/>
        </pc:sldMkLst>
      </pc:sldChg>
      <pc:sldChg chg="del">
        <pc:chgData name="HENRY LUCKY" userId="9f9f0d3b-fafb-4a1f-811e-e1ce60336648" providerId="ADAL" clId="{87B23BC5-493B-58B6-9C8D-8C75A953FAD3}" dt="2026-06-29T08:02:12.846" v="41" actId="2696"/>
        <pc:sldMkLst>
          <pc:docMk/>
          <pc:sldMk cId="52613528" sldId="283"/>
        </pc:sldMkLst>
      </pc:sldChg>
      <pc:sldChg chg="del">
        <pc:chgData name="HENRY LUCKY" userId="9f9f0d3b-fafb-4a1f-811e-e1ce60336648" providerId="ADAL" clId="{87B23BC5-493B-58B6-9C8D-8C75A953FAD3}" dt="2026-06-29T08:02:12.877" v="63" actId="2696"/>
        <pc:sldMkLst>
          <pc:docMk/>
          <pc:sldMk cId="2128467087" sldId="284"/>
        </pc:sldMkLst>
      </pc:sldChg>
      <pc:sldChg chg="del">
        <pc:chgData name="HENRY LUCKY" userId="9f9f0d3b-fafb-4a1f-811e-e1ce60336648" providerId="ADAL" clId="{87B23BC5-493B-58B6-9C8D-8C75A953FAD3}" dt="2026-06-29T08:02:12.845" v="40" actId="2696"/>
        <pc:sldMkLst>
          <pc:docMk/>
          <pc:sldMk cId="1488372" sldId="286"/>
        </pc:sldMkLst>
      </pc:sldChg>
      <pc:sldChg chg="del">
        <pc:chgData name="HENRY LUCKY" userId="9f9f0d3b-fafb-4a1f-811e-e1ce60336648" providerId="ADAL" clId="{87B23BC5-493B-58B6-9C8D-8C75A953FAD3}" dt="2026-06-29T08:02:12.857" v="50" actId="2696"/>
        <pc:sldMkLst>
          <pc:docMk/>
          <pc:sldMk cId="988800201" sldId="287"/>
        </pc:sldMkLst>
      </pc:sldChg>
      <pc:sldChg chg="del">
        <pc:chgData name="HENRY LUCKY" userId="9f9f0d3b-fafb-4a1f-811e-e1ce60336648" providerId="ADAL" clId="{87B23BC5-493B-58B6-9C8D-8C75A953FAD3}" dt="2026-06-29T08:02:12.858" v="52" actId="2696"/>
        <pc:sldMkLst>
          <pc:docMk/>
          <pc:sldMk cId="2628690687" sldId="288"/>
        </pc:sldMkLst>
      </pc:sldChg>
      <pc:sldChg chg="del">
        <pc:chgData name="HENRY LUCKY" userId="9f9f0d3b-fafb-4a1f-811e-e1ce60336648" providerId="ADAL" clId="{87B23BC5-493B-58B6-9C8D-8C75A953FAD3}" dt="2026-06-29T08:02:12.846" v="42" actId="2696"/>
        <pc:sldMkLst>
          <pc:docMk/>
          <pc:sldMk cId="3473393206" sldId="289"/>
        </pc:sldMkLst>
      </pc:sldChg>
      <pc:sldChg chg="del">
        <pc:chgData name="HENRY LUCKY" userId="9f9f0d3b-fafb-4a1f-811e-e1ce60336648" providerId="ADAL" clId="{87B23BC5-493B-58B6-9C8D-8C75A953FAD3}" dt="2026-06-29T08:02:12.868" v="56" actId="2696"/>
        <pc:sldMkLst>
          <pc:docMk/>
          <pc:sldMk cId="2868146463" sldId="290"/>
        </pc:sldMkLst>
      </pc:sldChg>
      <pc:sldChg chg="del">
        <pc:chgData name="HENRY LUCKY" userId="9f9f0d3b-fafb-4a1f-811e-e1ce60336648" providerId="ADAL" clId="{87B23BC5-493B-58B6-9C8D-8C75A953FAD3}" dt="2026-06-29T08:02:12.882" v="64" actId="2696"/>
        <pc:sldMkLst>
          <pc:docMk/>
          <pc:sldMk cId="748574037" sldId="291"/>
        </pc:sldMkLst>
      </pc:sldChg>
      <pc:sldChg chg="del">
        <pc:chgData name="HENRY LUCKY" userId="9f9f0d3b-fafb-4a1f-811e-e1ce60336648" providerId="ADAL" clId="{87B23BC5-493B-58B6-9C8D-8C75A953FAD3}" dt="2026-06-29T08:02:12.868" v="55" actId="2696"/>
        <pc:sldMkLst>
          <pc:docMk/>
          <pc:sldMk cId="3171439779" sldId="292"/>
        </pc:sldMkLst>
      </pc:sldChg>
      <pc:sldChg chg="del">
        <pc:chgData name="HENRY LUCKY" userId="9f9f0d3b-fafb-4a1f-811e-e1ce60336648" providerId="ADAL" clId="{87B23BC5-493B-58B6-9C8D-8C75A953FAD3}" dt="2026-06-29T08:02:12.858" v="51" actId="2696"/>
        <pc:sldMkLst>
          <pc:docMk/>
          <pc:sldMk cId="22589130" sldId="293"/>
        </pc:sldMkLst>
      </pc:sldChg>
      <pc:sldChg chg="del">
        <pc:chgData name="HENRY LUCKY" userId="9f9f0d3b-fafb-4a1f-811e-e1ce60336648" providerId="ADAL" clId="{87B23BC5-493B-58B6-9C8D-8C75A953FAD3}" dt="2026-06-29T08:02:12.844" v="39" actId="2696"/>
        <pc:sldMkLst>
          <pc:docMk/>
          <pc:sldMk cId="3206424987" sldId="294"/>
        </pc:sldMkLst>
      </pc:sldChg>
      <pc:sldChg chg="del">
        <pc:chgData name="HENRY LUCKY" userId="9f9f0d3b-fafb-4a1f-811e-e1ce60336648" providerId="ADAL" clId="{87B23BC5-493B-58B6-9C8D-8C75A953FAD3}" dt="2026-06-29T08:02:12.856" v="46" actId="2696"/>
        <pc:sldMkLst>
          <pc:docMk/>
          <pc:sldMk cId="3006288675" sldId="295"/>
        </pc:sldMkLst>
      </pc:sldChg>
      <pc:sldChg chg="del">
        <pc:chgData name="HENRY LUCKY" userId="9f9f0d3b-fafb-4a1f-811e-e1ce60336648" providerId="ADAL" clId="{87B23BC5-493B-58B6-9C8D-8C75A953FAD3}" dt="2026-06-29T08:02:12.856" v="47" actId="2696"/>
        <pc:sldMkLst>
          <pc:docMk/>
          <pc:sldMk cId="591841125" sldId="296"/>
        </pc:sldMkLst>
      </pc:sldChg>
      <pc:sldChg chg="del">
        <pc:chgData name="HENRY LUCKY" userId="9f9f0d3b-fafb-4a1f-811e-e1ce60336648" providerId="ADAL" clId="{87B23BC5-493B-58B6-9C8D-8C75A953FAD3}" dt="2026-06-29T08:02:12.847" v="43" actId="2696"/>
        <pc:sldMkLst>
          <pc:docMk/>
          <pc:sldMk cId="1865604329" sldId="297"/>
        </pc:sldMkLst>
      </pc:sldChg>
      <pc:sldChg chg="del">
        <pc:chgData name="HENRY LUCKY" userId="9f9f0d3b-fafb-4a1f-811e-e1ce60336648" providerId="ADAL" clId="{87B23BC5-493B-58B6-9C8D-8C75A953FAD3}" dt="2026-06-29T08:02:12.876" v="62" actId="2696"/>
        <pc:sldMkLst>
          <pc:docMk/>
          <pc:sldMk cId="4211146551" sldId="298"/>
        </pc:sldMkLst>
      </pc:sldChg>
      <pc:sldChg chg="del">
        <pc:chgData name="HENRY LUCKY" userId="9f9f0d3b-fafb-4a1f-811e-e1ce60336648" providerId="ADAL" clId="{87B23BC5-493B-58B6-9C8D-8C75A953FAD3}" dt="2026-06-29T08:02:12.844" v="38" actId="2696"/>
        <pc:sldMkLst>
          <pc:docMk/>
          <pc:sldMk cId="1539591977" sldId="299"/>
        </pc:sldMkLst>
      </pc:sldChg>
      <pc:sldChg chg="del">
        <pc:chgData name="HENRY LUCKY" userId="9f9f0d3b-fafb-4a1f-811e-e1ce60336648" providerId="ADAL" clId="{87B23BC5-493B-58B6-9C8D-8C75A953FAD3}" dt="2026-06-29T08:02:12.857" v="48" actId="2696"/>
        <pc:sldMkLst>
          <pc:docMk/>
          <pc:sldMk cId="3579548776" sldId="300"/>
        </pc:sldMkLst>
      </pc:sldChg>
      <pc:sldChg chg="del">
        <pc:chgData name="HENRY LUCKY" userId="9f9f0d3b-fafb-4a1f-811e-e1ce60336648" providerId="ADAL" clId="{87B23BC5-493B-58B6-9C8D-8C75A953FAD3}" dt="2026-06-29T08:02:12.869" v="57" actId="2696"/>
        <pc:sldMkLst>
          <pc:docMk/>
          <pc:sldMk cId="2667845042" sldId="301"/>
        </pc:sldMkLst>
      </pc:sldChg>
      <pc:sldChg chg="del">
        <pc:chgData name="HENRY LUCKY" userId="9f9f0d3b-fafb-4a1f-811e-e1ce60336648" providerId="ADAL" clId="{87B23BC5-493B-58B6-9C8D-8C75A953FAD3}" dt="2026-06-29T08:02:12.869" v="59" actId="2696"/>
        <pc:sldMkLst>
          <pc:docMk/>
          <pc:sldMk cId="3223313578" sldId="302"/>
        </pc:sldMkLst>
      </pc:sldChg>
      <pc:sldChg chg="del">
        <pc:chgData name="HENRY LUCKY" userId="9f9f0d3b-fafb-4a1f-811e-e1ce60336648" providerId="ADAL" clId="{87B23BC5-493B-58B6-9C8D-8C75A953FAD3}" dt="2026-06-29T08:02:12.857" v="49" actId="2696"/>
        <pc:sldMkLst>
          <pc:docMk/>
          <pc:sldMk cId="4259956279" sldId="303"/>
        </pc:sldMkLst>
      </pc:sldChg>
      <pc:sldChg chg="del">
        <pc:chgData name="HENRY LUCKY" userId="9f9f0d3b-fafb-4a1f-811e-e1ce60336648" providerId="ADAL" clId="{87B23BC5-493B-58B6-9C8D-8C75A953FAD3}" dt="2026-06-29T08:02:12.859" v="53" actId="2696"/>
        <pc:sldMkLst>
          <pc:docMk/>
          <pc:sldMk cId="1937606093" sldId="304"/>
        </pc:sldMkLst>
      </pc:sldChg>
      <pc:sldChg chg="del">
        <pc:chgData name="HENRY LUCKY" userId="9f9f0d3b-fafb-4a1f-811e-e1ce60336648" providerId="ADAL" clId="{87B23BC5-493B-58B6-9C8D-8C75A953FAD3}" dt="2026-06-29T08:02:12.847" v="44" actId="2696"/>
        <pc:sldMkLst>
          <pc:docMk/>
          <pc:sldMk cId="2234406861" sldId="305"/>
        </pc:sldMkLst>
      </pc:sldChg>
      <pc:sldChg chg="del">
        <pc:chgData name="HENRY LUCKY" userId="9f9f0d3b-fafb-4a1f-811e-e1ce60336648" providerId="ADAL" clId="{87B23BC5-493B-58B6-9C8D-8C75A953FAD3}" dt="2026-06-29T08:02:12.872" v="61" actId="2696"/>
        <pc:sldMkLst>
          <pc:docMk/>
          <pc:sldMk cId="110743237" sldId="306"/>
        </pc:sldMkLst>
      </pc:sldChg>
      <pc:sldChg chg="del">
        <pc:chgData name="HENRY LUCKY" userId="9f9f0d3b-fafb-4a1f-811e-e1ce60336648" providerId="ADAL" clId="{87B23BC5-493B-58B6-9C8D-8C75A953FAD3}" dt="2026-06-29T08:02:12.869" v="58" actId="2696"/>
        <pc:sldMkLst>
          <pc:docMk/>
          <pc:sldMk cId="1047143983" sldId="307"/>
        </pc:sldMkLst>
      </pc:sldChg>
      <pc:sldChg chg="modSp add mod">
        <pc:chgData name="HENRY LUCKY" userId="9f9f0d3b-fafb-4a1f-811e-e1ce60336648" providerId="ADAL" clId="{87B23BC5-493B-58B6-9C8D-8C75A953FAD3}" dt="2026-06-29T08:01:55.489" v="34" actId="20577"/>
        <pc:sldMkLst>
          <pc:docMk/>
          <pc:sldMk cId="2226695045" sldId="308"/>
        </pc:sldMkLst>
        <pc:spChg chg="mod">
          <ac:chgData name="HENRY LUCKY" userId="9f9f0d3b-fafb-4a1f-811e-e1ce60336648" providerId="ADAL" clId="{87B23BC5-493B-58B6-9C8D-8C75A953FAD3}" dt="2026-06-29T08:01:55.489" v="34" actId="20577"/>
          <ac:spMkLst>
            <pc:docMk/>
            <pc:sldMk cId="2226695045" sldId="308"/>
            <ac:spMk id="3" creationId="{E11943ED-E632-6CF2-5953-0163A2DCA202}"/>
          </ac:spMkLst>
        </pc:spChg>
        <pc:spChg chg="mod">
          <ac:chgData name="HENRY LUCKY" userId="9f9f0d3b-fafb-4a1f-811e-e1ce60336648" providerId="ADAL" clId="{87B23BC5-493B-58B6-9C8D-8C75A953FAD3}" dt="2026-06-29T07:54:02.431" v="28" actId="20577"/>
          <ac:spMkLst>
            <pc:docMk/>
            <pc:sldMk cId="2226695045" sldId="308"/>
            <ac:spMk id="4" creationId="{97C7EB33-16E5-7EC6-9E84-D6D3B97841D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45298-D8B4-12B6-8184-A7CFE51E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4DD58-5C0A-27EA-9E9B-710F4B30F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542F1-7490-A878-3A2E-B71DF818B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845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24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b="1" dirty="0"/>
              <a:t>Approximation Algorithms: Vertex Cover &amp; TSP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833300" cy="9415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/>
              <a:t>This session addresses </a:t>
            </a:r>
            <a:r>
              <a:rPr lang="en-ID" b="1" dirty="0"/>
              <a:t>LO 2</a:t>
            </a:r>
            <a:r>
              <a:rPr lang="en-ID" dirty="0"/>
              <a:t>, </a:t>
            </a:r>
            <a:r>
              <a:rPr lang="en-ID" b="1" dirty="0"/>
              <a:t>LO 3</a:t>
            </a:r>
            <a:r>
              <a:rPr lang="en-ID" dirty="0"/>
              <a:t>, and </a:t>
            </a:r>
            <a:r>
              <a:rPr lang="en-ID" b="1" dirty="0"/>
              <a:t>LO 4</a:t>
            </a:r>
            <a:r>
              <a:rPr lang="en-ID" dirty="0"/>
              <a:t>.</a:t>
            </a:r>
          </a:p>
          <a:p>
            <a:r>
              <a:rPr lang="en-ID" b="1" dirty="0"/>
              <a:t>LO 2:</a:t>
            </a:r>
            <a:r>
              <a:rPr lang="en-ID" dirty="0"/>
              <a:t>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r>
              <a:rPr lang="en-ID" b="1" dirty="0"/>
              <a:t>LO 3:</a:t>
            </a:r>
            <a:r>
              <a:rPr lang="en-ID" dirty="0"/>
              <a:t> Design solutions to unfamiliar computational problems by selecting and applying appropriate strategies including Divide and Conquer, Greedy, Dynamic Programming, and Backtracking.</a:t>
            </a:r>
          </a:p>
          <a:p>
            <a:r>
              <a:rPr lang="en-ID" b="1" dirty="0"/>
              <a:t>LO 4:</a:t>
            </a:r>
            <a:r>
              <a:rPr lang="en-ID" dirty="0"/>
              <a:t> Assess the computational complexity of problems by distinguishing tractable from intractable cases, verify NP membership through polynomial-time verification, and recognize NP-hardness by mapping problem structure to known NP-complete instances.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DFD-0D68-3A40-686A-3744C3051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4404-FBBD-AC97-1DC3-81D08DD89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943ED-E632-6CF2-5953-0163A2DCA2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24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7EB33-16E5-7EC6-9E84-D6D3B97841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833300" cy="941562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2 - Identify when NP-hardness necessitates an approximation algorithm; distinguish metric TSP (admits 2-approximation via triangle inequality) from general TSP (no constant-ratio approximation unless P=NP).</a:t>
            </a:r>
          </a:p>
          <a:p>
            <a:r>
              <a:rPr lang="en-ID" dirty="0"/>
              <a:t>LO 3 - Design and apply APPROX-VERTEX-COVER (matching-based, 2-approximation) and APPROX-TSP-TOUR (MST + preorder walk + triangle-inequality shortcutting, 2-approximation); calculate the approximation ratio for specific instances.</a:t>
            </a:r>
          </a:p>
          <a:p>
            <a:r>
              <a:rPr lang="en-ID" dirty="0"/>
              <a:t>LO 4 - Verify 2-approximation bounds (VC: C ≤ 2C* via matching lower bound; TSP: w(H) ≤ 2w(T) ≤ 2C*); prove that general TSP has no polynomial-time constant-ratio approximation via the Hamiltonian Cycle reduction (CLRS Theorem 35.3).</a:t>
            </a:r>
            <a:br>
              <a:rPr lang="en-ID" dirty="0"/>
            </a:b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2669504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Approximation — Practical Motivation</a:t>
            </a:r>
          </a:p>
          <a:p>
            <a:r>
              <a:rPr lang="en-ID" dirty="0"/>
              <a:t>Vertex Cover 2-Approximation</a:t>
            </a:r>
          </a:p>
          <a:p>
            <a:r>
              <a:rPr lang="en-ID" dirty="0"/>
              <a:t>TSP with Triangle Inequality — 2-Approximation</a:t>
            </a:r>
          </a:p>
          <a:p>
            <a:r>
              <a:rPr lang="en-ID" dirty="0"/>
              <a:t>Calculating Approximation Ratios on Specific Instances</a:t>
            </a:r>
          </a:p>
          <a:p>
            <a:r>
              <a:rPr lang="en-ID" dirty="0"/>
              <a:t>Limits of Approximation — Inapproximability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 Ch. 35.1 — The Vertex-Cover Problem (p. 1106); Ch. 35.2 — The Traveling-Salesperson Problem (p. 1109)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 Ch. 12.1 — Approximation Algorithms (p. 389); Ch. 12.2 — Approximating Vertex Cover (p. 390); Ch. 12.3 — Euclidean TSP (p. 393)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4376</TotalTime>
  <Words>415</Words>
  <Application>Microsoft Macintosh PowerPoint</Application>
  <PresentationFormat>Custom</PresentationFormat>
  <Paragraphs>26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Open Sans ExtraBold</vt:lpstr>
      <vt:lpstr>Arial</vt:lpstr>
      <vt:lpstr>Open Sans</vt:lpstr>
      <vt:lpstr>Open Sans Light</vt:lpstr>
      <vt:lpstr>Open Sans Semibold</vt:lpstr>
      <vt:lpstr>OCRB</vt:lpstr>
      <vt:lpstr>21_BasicWhite</vt:lpstr>
      <vt:lpstr>Approximation Algorithms: Vertex Cover &amp; TSP</vt:lpstr>
      <vt:lpstr>Learning Outcomes</vt:lpstr>
      <vt:lpstr>Learning Outcomes</vt:lpstr>
      <vt:lpstr>outline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2026-06-29T08:02:44Z</dcterms:modified>
</cp:coreProperties>
</file>