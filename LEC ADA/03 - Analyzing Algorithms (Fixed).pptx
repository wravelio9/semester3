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7"/>
  </p:notesMasterIdLst>
  <p:sldIdLst>
    <p:sldId id="256" r:id="rId2"/>
    <p:sldId id="257" r:id="rId3"/>
    <p:sldId id="308" r:id="rId4"/>
    <p:sldId id="258" r:id="rId5"/>
    <p:sldId id="351" r:id="rId6"/>
    <p:sldId id="365" r:id="rId7"/>
    <p:sldId id="336" r:id="rId8"/>
    <p:sldId id="356" r:id="rId9"/>
    <p:sldId id="337" r:id="rId10"/>
    <p:sldId id="352" r:id="rId11"/>
    <p:sldId id="353" r:id="rId12"/>
    <p:sldId id="354" r:id="rId13"/>
    <p:sldId id="355" r:id="rId14"/>
    <p:sldId id="357" r:id="rId15"/>
    <p:sldId id="358" r:id="rId16"/>
    <p:sldId id="359" r:id="rId17"/>
    <p:sldId id="360" r:id="rId18"/>
    <p:sldId id="361" r:id="rId19"/>
    <p:sldId id="362" r:id="rId20"/>
    <p:sldId id="363" r:id="rId21"/>
    <p:sldId id="364" r:id="rId22"/>
    <p:sldId id="334" r:id="rId23"/>
    <p:sldId id="335" r:id="rId24"/>
    <p:sldId id="350" r:id="rId25"/>
    <p:sldId id="278" r:id="rId26"/>
  </p:sldIdLst>
  <p:sldSz cx="24384000" cy="13716000"/>
  <p:notesSz cx="6858000" cy="9144000"/>
  <p:embeddedFontLst>
    <p:embeddedFont>
      <p:font typeface="Cambria Math" panose="02040503050406030204" pitchFamily="18" charset="0"/>
      <p:regular r:id="rId28"/>
    </p:embeddedFont>
    <p:embeddedFont>
      <p:font typeface="OCRB" panose="020B0609020202020204" pitchFamily="49" charset="77"/>
      <p:regular r:id="rId29"/>
    </p:embeddedFont>
    <p:embeddedFont>
      <p:font typeface="Open Sans" panose="020B0606030504020204" pitchFamily="34" charset="0"/>
      <p:regular r:id="rId30"/>
      <p:bold r:id="rId31"/>
      <p:italic r:id="rId32"/>
      <p:boldItalic r:id="rId33"/>
    </p:embeddedFont>
    <p:embeddedFont>
      <p:font typeface="Open Sans ExtraBold" panose="020B0906030804020204" pitchFamily="34" charset="0"/>
      <p:bold r:id="rId34"/>
      <p:italic r:id="rId35"/>
      <p:boldItalic r:id="rId36"/>
    </p:embeddedFont>
    <p:embeddedFont>
      <p:font typeface="Open Sans Light" panose="020B0306030504020204" pitchFamily="34" charset="0"/>
      <p:regular r:id="rId37"/>
      <p:italic r:id="rId38"/>
    </p:embeddedFont>
    <p:embeddedFont>
      <p:font typeface="Open Sans Semibold" panose="020B0706030804020204" pitchFamily="34" charset="0"/>
      <p:regular r:id="rId39"/>
      <p:bold r:id="rId40"/>
      <p:italic r:id="rId41"/>
      <p:boldItalic r:id="rId4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a:srgbClr val="FFF7D6"/>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47" autoAdjust="0"/>
    <p:restoredTop sz="95529"/>
  </p:normalViewPr>
  <p:slideViewPr>
    <p:cSldViewPr snapToGrid="0" snapToObjects="1">
      <p:cViewPr varScale="1">
        <p:scale>
          <a:sx n="51" d="100"/>
          <a:sy n="51" d="100"/>
        </p:scale>
        <p:origin x="280" y="400"/>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undo custSel addSld delSld modSld">
      <pc:chgData name="HENRY LUCKY" userId="9f9f0d3b-fafb-4a1f-811e-e1ce60336648" providerId="ADAL" clId="{87B23BC5-493B-58B6-9C8D-8C75A953FAD3}" dt="2026-09-04T17:47:56.392" v="2676" actId="20577"/>
      <pc:docMkLst>
        <pc:docMk/>
      </pc:docMkLst>
      <pc:sldChg chg="modSp mod">
        <pc:chgData name="HENRY LUCKY" userId="9f9f0d3b-fafb-4a1f-811e-e1ce60336648" providerId="ADAL" clId="{87B23BC5-493B-58B6-9C8D-8C75A953FAD3}" dt="2026-09-04T15:05:23.876" v="12" actId="20577"/>
        <pc:sldMkLst>
          <pc:docMk/>
          <pc:sldMk cId="2766454393" sldId="257"/>
        </pc:sldMkLst>
        <pc:spChg chg="mod">
          <ac:chgData name="HENRY LUCKY" userId="9f9f0d3b-fafb-4a1f-811e-e1ce60336648" providerId="ADAL" clId="{87B23BC5-493B-58B6-9C8D-8C75A953FAD3}" dt="2026-09-04T15:05:23.876" v="12" actId="20577"/>
          <ac:spMkLst>
            <pc:docMk/>
            <pc:sldMk cId="2766454393" sldId="257"/>
            <ac:spMk id="4" creationId="{72B426B6-A02E-F758-7A2B-554FFF354A1A}"/>
          </ac:spMkLst>
        </pc:spChg>
      </pc:sldChg>
      <pc:sldChg chg="delSp modSp add del mod">
        <pc:chgData name="HENRY LUCKY" userId="9f9f0d3b-fafb-4a1f-811e-e1ce60336648" providerId="ADAL" clId="{87B23BC5-493B-58B6-9C8D-8C75A953FAD3}" dt="2026-09-04T15:08:10.386" v="108" actId="2696"/>
        <pc:sldMkLst>
          <pc:docMk/>
          <pc:sldMk cId="1889462471" sldId="258"/>
        </pc:sldMkLst>
        <pc:spChg chg="mod">
          <ac:chgData name="HENRY LUCKY" userId="9f9f0d3b-fafb-4a1f-811e-e1ce60336648" providerId="ADAL" clId="{87B23BC5-493B-58B6-9C8D-8C75A953FAD3}" dt="2026-09-04T15:05:57.048" v="13"/>
          <ac:spMkLst>
            <pc:docMk/>
            <pc:sldMk cId="1889462471" sldId="258"/>
            <ac:spMk id="2" creationId="{9D3EE913-EE39-C321-5882-05A506DB3444}"/>
          </ac:spMkLst>
        </pc:spChg>
        <pc:spChg chg="mod">
          <ac:chgData name="HENRY LUCKY" userId="9f9f0d3b-fafb-4a1f-811e-e1ce60336648" providerId="ADAL" clId="{87B23BC5-493B-58B6-9C8D-8C75A953FAD3}" dt="2026-09-04T15:06:03.745" v="33" actId="20577"/>
          <ac:spMkLst>
            <pc:docMk/>
            <pc:sldMk cId="1889462471" sldId="258"/>
            <ac:spMk id="3" creationId="{0002D373-5BC5-C51D-92C2-C090C3857861}"/>
          </ac:spMkLst>
        </pc:spChg>
        <pc:spChg chg="mod">
          <ac:chgData name="HENRY LUCKY" userId="9f9f0d3b-fafb-4a1f-811e-e1ce60336648" providerId="ADAL" clId="{87B23BC5-493B-58B6-9C8D-8C75A953FAD3}" dt="2026-09-04T15:07:28.529" v="66" actId="12"/>
          <ac:spMkLst>
            <pc:docMk/>
            <pc:sldMk cId="1889462471" sldId="258"/>
            <ac:spMk id="4" creationId="{72B426B6-A02E-F758-7A2B-554FFF354A1A}"/>
          </ac:spMkLst>
        </pc:spChg>
        <pc:picChg chg="del">
          <ac:chgData name="HENRY LUCKY" userId="9f9f0d3b-fafb-4a1f-811e-e1ce60336648" providerId="ADAL" clId="{87B23BC5-493B-58B6-9C8D-8C75A953FAD3}" dt="2026-09-04T15:06:10.978" v="34" actId="478"/>
          <ac:picMkLst>
            <pc:docMk/>
            <pc:sldMk cId="1889462471" sldId="258"/>
            <ac:picMk id="6" creationId="{B775CBEA-9669-FFE2-7DE8-2B483EBA8D40}"/>
          </ac:picMkLst>
        </pc:picChg>
      </pc:sldChg>
      <pc:sldChg chg="add del">
        <pc:chgData name="HENRY LUCKY" userId="9f9f0d3b-fafb-4a1f-811e-e1ce60336648" providerId="ADAL" clId="{87B23BC5-493B-58B6-9C8D-8C75A953FAD3}" dt="2026-09-04T15:18:54.771" v="271" actId="2696"/>
        <pc:sldMkLst>
          <pc:docMk/>
          <pc:sldMk cId="3405509346" sldId="259"/>
        </pc:sldMkLst>
      </pc:sldChg>
      <pc:sldChg chg="modSp mod">
        <pc:chgData name="HENRY LUCKY" userId="9f9f0d3b-fafb-4a1f-811e-e1ce60336648" providerId="ADAL" clId="{87B23BC5-493B-58B6-9C8D-8C75A953FAD3}" dt="2026-09-04T17:34:06.713" v="2407" actId="20577"/>
        <pc:sldMkLst>
          <pc:docMk/>
          <pc:sldMk cId="3774771954" sldId="278"/>
        </pc:sldMkLst>
        <pc:spChg chg="mod">
          <ac:chgData name="HENRY LUCKY" userId="9f9f0d3b-fafb-4a1f-811e-e1ce60336648" providerId="ADAL" clId="{87B23BC5-493B-58B6-9C8D-8C75A953FAD3}" dt="2026-09-04T17:34:06.713" v="2407" actId="20577"/>
          <ac:spMkLst>
            <pc:docMk/>
            <pc:sldMk cId="3774771954" sldId="278"/>
            <ac:spMk id="6" creationId="{CFC03F54-B3BC-80AB-98AC-C3ABDC8D86EE}"/>
          </ac:spMkLst>
        </pc:spChg>
      </pc:sldChg>
      <pc:sldChg chg="add del">
        <pc:chgData name="HENRY LUCKY" userId="9f9f0d3b-fafb-4a1f-811e-e1ce60336648" providerId="ADAL" clId="{87B23BC5-493B-58B6-9C8D-8C75A953FAD3}" dt="2026-09-04T17:13:15.644" v="1708" actId="2696"/>
        <pc:sldMkLst>
          <pc:docMk/>
          <pc:sldMk cId="3929743956" sldId="309"/>
        </pc:sldMkLst>
      </pc:sldChg>
      <pc:sldChg chg="add del">
        <pc:chgData name="HENRY LUCKY" userId="9f9f0d3b-fafb-4a1f-811e-e1ce60336648" providerId="ADAL" clId="{87B23BC5-493B-58B6-9C8D-8C75A953FAD3}" dt="2026-09-04T17:01:18.081" v="1587" actId="2696"/>
        <pc:sldMkLst>
          <pc:docMk/>
          <pc:sldMk cId="593540318" sldId="310"/>
        </pc:sldMkLst>
      </pc:sldChg>
      <pc:sldChg chg="modSp add del mod">
        <pc:chgData name="HENRY LUCKY" userId="9f9f0d3b-fafb-4a1f-811e-e1ce60336648" providerId="ADAL" clId="{87B23BC5-493B-58B6-9C8D-8C75A953FAD3}" dt="2026-09-04T17:30:37.455" v="2358" actId="20577"/>
        <pc:sldMkLst>
          <pc:docMk/>
          <pc:sldMk cId="1882852525" sldId="334"/>
        </pc:sldMkLst>
        <pc:spChg chg="mod">
          <ac:chgData name="HENRY LUCKY" userId="9f9f0d3b-fafb-4a1f-811e-e1ce60336648" providerId="ADAL" clId="{87B23BC5-493B-58B6-9C8D-8C75A953FAD3}" dt="2026-09-04T17:30:37.455" v="2358" actId="20577"/>
          <ac:spMkLst>
            <pc:docMk/>
            <pc:sldMk cId="1882852525" sldId="334"/>
            <ac:spMk id="4" creationId="{C29C2CE5-A3E8-9383-F708-28F2C13D0D10}"/>
          </ac:spMkLst>
        </pc:spChg>
      </pc:sldChg>
      <pc:sldChg chg="add del">
        <pc:chgData name="HENRY LUCKY" userId="9f9f0d3b-fafb-4a1f-811e-e1ce60336648" providerId="ADAL" clId="{87B23BC5-493B-58B6-9C8D-8C75A953FAD3}" dt="2026-09-04T15:08:10.381" v="101" actId="2696"/>
        <pc:sldMkLst>
          <pc:docMk/>
          <pc:sldMk cId="1538712254" sldId="335"/>
        </pc:sldMkLst>
      </pc:sldChg>
      <pc:sldChg chg="addSp delSp modSp add del mod">
        <pc:chgData name="HENRY LUCKY" userId="9f9f0d3b-fafb-4a1f-811e-e1ce60336648" providerId="ADAL" clId="{87B23BC5-493B-58B6-9C8D-8C75A953FAD3}" dt="2026-09-04T15:53:17.496" v="878" actId="20577"/>
        <pc:sldMkLst>
          <pc:docMk/>
          <pc:sldMk cId="2824597520" sldId="336"/>
        </pc:sldMkLst>
        <pc:spChg chg="mod">
          <ac:chgData name="HENRY LUCKY" userId="9f9f0d3b-fafb-4a1f-811e-e1ce60336648" providerId="ADAL" clId="{87B23BC5-493B-58B6-9C8D-8C75A953FAD3}" dt="2026-09-04T15:14:07.591" v="167" actId="20577"/>
          <ac:spMkLst>
            <pc:docMk/>
            <pc:sldMk cId="2824597520" sldId="336"/>
            <ac:spMk id="2" creationId="{69EBDE12-153A-F8D0-9189-8EB9C25F706A}"/>
          </ac:spMkLst>
        </pc:spChg>
        <pc:spChg chg="mod">
          <ac:chgData name="HENRY LUCKY" userId="9f9f0d3b-fafb-4a1f-811e-e1ce60336648" providerId="ADAL" clId="{87B23BC5-493B-58B6-9C8D-8C75A953FAD3}" dt="2026-09-04T15:53:17.496" v="878" actId="20577"/>
          <ac:spMkLst>
            <pc:docMk/>
            <pc:sldMk cId="2824597520" sldId="336"/>
            <ac:spMk id="3" creationId="{E09D9C00-12D1-6697-724B-E8B930DF6686}"/>
          </ac:spMkLst>
        </pc:spChg>
        <pc:spChg chg="add del mod">
          <ac:chgData name="HENRY LUCKY" userId="9f9f0d3b-fafb-4a1f-811e-e1ce60336648" providerId="ADAL" clId="{87B23BC5-493B-58B6-9C8D-8C75A953FAD3}" dt="2026-09-04T15:52:51.172" v="859" actId="478"/>
          <ac:spMkLst>
            <pc:docMk/>
            <pc:sldMk cId="2824597520" sldId="336"/>
            <ac:spMk id="6" creationId="{29C07D00-E092-7F25-DC31-823DA2DB4D19}"/>
          </ac:spMkLst>
        </pc:spChg>
        <pc:spChg chg="del mod">
          <ac:chgData name="HENRY LUCKY" userId="9f9f0d3b-fafb-4a1f-811e-e1ce60336648" providerId="ADAL" clId="{87B23BC5-493B-58B6-9C8D-8C75A953FAD3}" dt="2026-09-04T15:13:47.684" v="154" actId="478"/>
          <ac:spMkLst>
            <pc:docMk/>
            <pc:sldMk cId="2824597520" sldId="336"/>
            <ac:spMk id="9" creationId="{441F53C3-754E-CF08-683F-B086609F3F95}"/>
          </ac:spMkLst>
        </pc:spChg>
        <pc:picChg chg="add del mod">
          <ac:chgData name="HENRY LUCKY" userId="9f9f0d3b-fafb-4a1f-811e-e1ce60336648" providerId="ADAL" clId="{87B23BC5-493B-58B6-9C8D-8C75A953FAD3}" dt="2026-09-04T15:52:48.556" v="858" actId="478"/>
          <ac:picMkLst>
            <pc:docMk/>
            <pc:sldMk cId="2824597520" sldId="336"/>
            <ac:picMk id="4" creationId="{669452BC-3521-4360-5CE1-DC1E91C5EA50}"/>
          </ac:picMkLst>
        </pc:picChg>
        <pc:picChg chg="add mod">
          <ac:chgData name="HENRY LUCKY" userId="9f9f0d3b-fafb-4a1f-811e-e1ce60336648" providerId="ADAL" clId="{87B23BC5-493B-58B6-9C8D-8C75A953FAD3}" dt="2026-09-04T15:53:01.558" v="862" actId="1076"/>
          <ac:picMkLst>
            <pc:docMk/>
            <pc:sldMk cId="2824597520" sldId="336"/>
            <ac:picMk id="7" creationId="{CE2660D9-FE7C-C401-8118-D623C39A0939}"/>
          </ac:picMkLst>
        </pc:picChg>
      </pc:sldChg>
      <pc:sldChg chg="addSp delSp modSp add del mod">
        <pc:chgData name="HENRY LUCKY" userId="9f9f0d3b-fafb-4a1f-811e-e1ce60336648" providerId="ADAL" clId="{87B23BC5-493B-58B6-9C8D-8C75A953FAD3}" dt="2026-09-04T15:28:07.400" v="485" actId="1035"/>
        <pc:sldMkLst>
          <pc:docMk/>
          <pc:sldMk cId="400120949" sldId="337"/>
        </pc:sldMkLst>
        <pc:spChg chg="mod">
          <ac:chgData name="HENRY LUCKY" userId="9f9f0d3b-fafb-4a1f-811e-e1ce60336648" providerId="ADAL" clId="{87B23BC5-493B-58B6-9C8D-8C75A953FAD3}" dt="2026-09-04T15:18:37.755" v="249" actId="20577"/>
          <ac:spMkLst>
            <pc:docMk/>
            <pc:sldMk cId="400120949" sldId="337"/>
            <ac:spMk id="2" creationId="{D2FB2DF1-84B2-9495-7584-61B356356DA1}"/>
          </ac:spMkLst>
        </pc:spChg>
        <pc:spChg chg="mod">
          <ac:chgData name="HENRY LUCKY" userId="9f9f0d3b-fafb-4a1f-811e-e1ce60336648" providerId="ADAL" clId="{87B23BC5-493B-58B6-9C8D-8C75A953FAD3}" dt="2026-09-04T15:18:44.489" v="269" actId="20577"/>
          <ac:spMkLst>
            <pc:docMk/>
            <pc:sldMk cId="400120949" sldId="337"/>
            <ac:spMk id="3" creationId="{9243793B-FFB4-8AEC-F776-B9081388B7DC}"/>
          </ac:spMkLst>
        </pc:spChg>
        <pc:spChg chg="mod">
          <ac:chgData name="HENRY LUCKY" userId="9f9f0d3b-fafb-4a1f-811e-e1ce60336648" providerId="ADAL" clId="{87B23BC5-493B-58B6-9C8D-8C75A953FAD3}" dt="2026-09-04T15:27:53.928" v="480" actId="20577"/>
          <ac:spMkLst>
            <pc:docMk/>
            <pc:sldMk cId="400120949" sldId="337"/>
            <ac:spMk id="4" creationId="{3E1D3084-86F1-3711-B6A0-1A4262A24C0C}"/>
          </ac:spMkLst>
        </pc:spChg>
        <pc:spChg chg="del">
          <ac:chgData name="HENRY LUCKY" userId="9f9f0d3b-fafb-4a1f-811e-e1ce60336648" providerId="ADAL" clId="{87B23BC5-493B-58B6-9C8D-8C75A953FAD3}" dt="2026-09-04T15:19:20.893" v="273" actId="478"/>
          <ac:spMkLst>
            <pc:docMk/>
            <pc:sldMk cId="400120949" sldId="337"/>
            <ac:spMk id="6" creationId="{03188263-DDEC-F3B2-37A1-23C8C833F426}"/>
          </ac:spMkLst>
        </pc:spChg>
        <pc:picChg chg="add mod">
          <ac:chgData name="HENRY LUCKY" userId="9f9f0d3b-fafb-4a1f-811e-e1ce60336648" providerId="ADAL" clId="{87B23BC5-493B-58B6-9C8D-8C75A953FAD3}" dt="2026-09-04T15:28:07.400" v="485" actId="1035"/>
          <ac:picMkLst>
            <pc:docMk/>
            <pc:sldMk cId="400120949" sldId="337"/>
            <ac:picMk id="5" creationId="{1754F345-4D03-E7E0-4E16-26D0BAB97955}"/>
          </ac:picMkLst>
        </pc:picChg>
      </pc:sldChg>
      <pc:sldChg chg="add del">
        <pc:chgData name="HENRY LUCKY" userId="9f9f0d3b-fafb-4a1f-811e-e1ce60336648" providerId="ADAL" clId="{87B23BC5-493B-58B6-9C8D-8C75A953FAD3}" dt="2026-09-04T15:18:52.646" v="270" actId="2696"/>
        <pc:sldMkLst>
          <pc:docMk/>
          <pc:sldMk cId="1209115744" sldId="338"/>
        </pc:sldMkLst>
      </pc:sldChg>
      <pc:sldChg chg="add del">
        <pc:chgData name="HENRY LUCKY" userId="9f9f0d3b-fafb-4a1f-811e-e1ce60336648" providerId="ADAL" clId="{87B23BC5-493B-58B6-9C8D-8C75A953FAD3}" dt="2026-09-04T15:31:22.104" v="532" actId="2696"/>
        <pc:sldMkLst>
          <pc:docMk/>
          <pc:sldMk cId="525166090" sldId="339"/>
        </pc:sldMkLst>
      </pc:sldChg>
      <pc:sldChg chg="add del">
        <pc:chgData name="HENRY LUCKY" userId="9f9f0d3b-fafb-4a1f-811e-e1ce60336648" providerId="ADAL" clId="{87B23BC5-493B-58B6-9C8D-8C75A953FAD3}" dt="2026-09-04T15:21:51.657" v="319" actId="2696"/>
        <pc:sldMkLst>
          <pc:docMk/>
          <pc:sldMk cId="3933023334" sldId="340"/>
        </pc:sldMkLst>
      </pc:sldChg>
      <pc:sldChg chg="add del">
        <pc:chgData name="HENRY LUCKY" userId="9f9f0d3b-fafb-4a1f-811e-e1ce60336648" providerId="ADAL" clId="{87B23BC5-493B-58B6-9C8D-8C75A953FAD3}" dt="2026-09-04T17:13:16.804" v="1709" actId="2696"/>
        <pc:sldMkLst>
          <pc:docMk/>
          <pc:sldMk cId="2129809918" sldId="341"/>
        </pc:sldMkLst>
      </pc:sldChg>
      <pc:sldChg chg="add del">
        <pc:chgData name="HENRY LUCKY" userId="9f9f0d3b-fafb-4a1f-811e-e1ce60336648" providerId="ADAL" clId="{87B23BC5-493B-58B6-9C8D-8C75A953FAD3}" dt="2026-09-04T17:01:17.616" v="1586" actId="2696"/>
        <pc:sldMkLst>
          <pc:docMk/>
          <pc:sldMk cId="831048551" sldId="342"/>
        </pc:sldMkLst>
      </pc:sldChg>
      <pc:sldChg chg="add del">
        <pc:chgData name="HENRY LUCKY" userId="9f9f0d3b-fafb-4a1f-811e-e1ce60336648" providerId="ADAL" clId="{87B23BC5-493B-58B6-9C8D-8C75A953FAD3}" dt="2026-09-04T17:01:18.385" v="1588" actId="2696"/>
        <pc:sldMkLst>
          <pc:docMk/>
          <pc:sldMk cId="1955805181" sldId="343"/>
        </pc:sldMkLst>
      </pc:sldChg>
      <pc:sldChg chg="add del">
        <pc:chgData name="HENRY LUCKY" userId="9f9f0d3b-fafb-4a1f-811e-e1ce60336648" providerId="ADAL" clId="{87B23BC5-493B-58B6-9C8D-8C75A953FAD3}" dt="2026-09-04T17:01:18.720" v="1589" actId="2696"/>
        <pc:sldMkLst>
          <pc:docMk/>
          <pc:sldMk cId="2576680549" sldId="344"/>
        </pc:sldMkLst>
      </pc:sldChg>
      <pc:sldChg chg="add del">
        <pc:chgData name="HENRY LUCKY" userId="9f9f0d3b-fafb-4a1f-811e-e1ce60336648" providerId="ADAL" clId="{87B23BC5-493B-58B6-9C8D-8C75A953FAD3}" dt="2026-09-04T17:01:19.079" v="1590" actId="2696"/>
        <pc:sldMkLst>
          <pc:docMk/>
          <pc:sldMk cId="4173492330" sldId="345"/>
        </pc:sldMkLst>
      </pc:sldChg>
      <pc:sldChg chg="add del">
        <pc:chgData name="HENRY LUCKY" userId="9f9f0d3b-fafb-4a1f-811e-e1ce60336648" providerId="ADAL" clId="{87B23BC5-493B-58B6-9C8D-8C75A953FAD3}" dt="2026-09-04T17:01:20.364" v="1592" actId="2696"/>
        <pc:sldMkLst>
          <pc:docMk/>
          <pc:sldMk cId="1090918419" sldId="346"/>
        </pc:sldMkLst>
      </pc:sldChg>
      <pc:sldChg chg="add del">
        <pc:chgData name="HENRY LUCKY" userId="9f9f0d3b-fafb-4a1f-811e-e1ce60336648" providerId="ADAL" clId="{87B23BC5-493B-58B6-9C8D-8C75A953FAD3}" dt="2026-09-04T17:01:20.190" v="1591" actId="2696"/>
        <pc:sldMkLst>
          <pc:docMk/>
          <pc:sldMk cId="2280210686" sldId="347"/>
        </pc:sldMkLst>
      </pc:sldChg>
      <pc:sldChg chg="add del">
        <pc:chgData name="HENRY LUCKY" userId="9f9f0d3b-fafb-4a1f-811e-e1ce60336648" providerId="ADAL" clId="{87B23BC5-493B-58B6-9C8D-8C75A953FAD3}" dt="2026-09-04T17:01:20.865" v="1593" actId="2696"/>
        <pc:sldMkLst>
          <pc:docMk/>
          <pc:sldMk cId="2352208021" sldId="348"/>
        </pc:sldMkLst>
      </pc:sldChg>
      <pc:sldChg chg="add del">
        <pc:chgData name="HENRY LUCKY" userId="9f9f0d3b-fafb-4a1f-811e-e1ce60336648" providerId="ADAL" clId="{87B23BC5-493B-58B6-9C8D-8C75A953FAD3}" dt="2026-09-04T17:01:21.347" v="1594" actId="2696"/>
        <pc:sldMkLst>
          <pc:docMk/>
          <pc:sldMk cId="3230765138" sldId="349"/>
        </pc:sldMkLst>
      </pc:sldChg>
      <pc:sldChg chg="modSp add del mod">
        <pc:chgData name="HENRY LUCKY" userId="9f9f0d3b-fafb-4a1f-811e-e1ce60336648" providerId="ADAL" clId="{87B23BC5-493B-58B6-9C8D-8C75A953FAD3}" dt="2026-09-04T17:45:49.260" v="2666" actId="20577"/>
        <pc:sldMkLst>
          <pc:docMk/>
          <pc:sldMk cId="3966812833" sldId="350"/>
        </pc:sldMkLst>
        <pc:spChg chg="mod">
          <ac:chgData name="HENRY LUCKY" userId="9f9f0d3b-fafb-4a1f-811e-e1ce60336648" providerId="ADAL" clId="{87B23BC5-493B-58B6-9C8D-8C75A953FAD3}" dt="2026-09-04T17:45:49.260" v="2666" actId="20577"/>
          <ac:spMkLst>
            <pc:docMk/>
            <pc:sldMk cId="3966812833" sldId="350"/>
            <ac:spMk id="4" creationId="{48BD6BA2-6F9D-DB76-E463-79F918CD4EEA}"/>
          </ac:spMkLst>
        </pc:spChg>
      </pc:sldChg>
      <pc:sldChg chg="modSp add mod">
        <pc:chgData name="HENRY LUCKY" userId="9f9f0d3b-fafb-4a1f-811e-e1ce60336648" providerId="ADAL" clId="{87B23BC5-493B-58B6-9C8D-8C75A953FAD3}" dt="2026-09-04T15:09:39.761" v="144" actId="27636"/>
        <pc:sldMkLst>
          <pc:docMk/>
          <pc:sldMk cId="1292187986" sldId="351"/>
        </pc:sldMkLst>
        <pc:spChg chg="mod">
          <ac:chgData name="HENRY LUCKY" userId="9f9f0d3b-fafb-4a1f-811e-e1ce60336648" providerId="ADAL" clId="{87B23BC5-493B-58B6-9C8D-8C75A953FAD3}" dt="2026-09-04T15:08:21.601" v="110"/>
          <ac:spMkLst>
            <pc:docMk/>
            <pc:sldMk cId="1292187986" sldId="351"/>
            <ac:spMk id="3" creationId="{58B1203D-6AB1-4A56-047D-213ABC962924}"/>
          </ac:spMkLst>
        </pc:spChg>
        <pc:spChg chg="mod">
          <ac:chgData name="HENRY LUCKY" userId="9f9f0d3b-fafb-4a1f-811e-e1ce60336648" providerId="ADAL" clId="{87B23BC5-493B-58B6-9C8D-8C75A953FAD3}" dt="2026-09-04T15:09:39.761" v="144" actId="27636"/>
          <ac:spMkLst>
            <pc:docMk/>
            <pc:sldMk cId="1292187986" sldId="351"/>
            <ac:spMk id="4" creationId="{8C697E25-BB99-C693-0091-769021B70F40}"/>
          </ac:spMkLst>
        </pc:spChg>
      </pc:sldChg>
      <pc:sldChg chg="addSp modSp new mod">
        <pc:chgData name="HENRY LUCKY" userId="9f9f0d3b-fafb-4a1f-811e-e1ce60336648" providerId="ADAL" clId="{87B23BC5-493B-58B6-9C8D-8C75A953FAD3}" dt="2026-09-04T15:25:41.795" v="408"/>
        <pc:sldMkLst>
          <pc:docMk/>
          <pc:sldMk cId="2560886044" sldId="352"/>
        </pc:sldMkLst>
        <pc:spChg chg="mod">
          <ac:chgData name="HENRY LUCKY" userId="9f9f0d3b-fafb-4a1f-811e-e1ce60336648" providerId="ADAL" clId="{87B23BC5-493B-58B6-9C8D-8C75A953FAD3}" dt="2026-09-04T15:22:02.223" v="322" actId="27636"/>
          <ac:spMkLst>
            <pc:docMk/>
            <pc:sldMk cId="2560886044" sldId="352"/>
            <ac:spMk id="2" creationId="{96EF180E-6DD9-F2B5-A37E-152E6B996ADF}"/>
          </ac:spMkLst>
        </pc:spChg>
        <pc:spChg chg="mod">
          <ac:chgData name="HENRY LUCKY" userId="9f9f0d3b-fafb-4a1f-811e-e1ce60336648" providerId="ADAL" clId="{87B23BC5-493B-58B6-9C8D-8C75A953FAD3}" dt="2026-09-04T15:22:10.471" v="324" actId="14100"/>
          <ac:spMkLst>
            <pc:docMk/>
            <pc:sldMk cId="2560886044" sldId="352"/>
            <ac:spMk id="3" creationId="{249B9F62-5F77-BA3F-91AF-EBF27077CF5F}"/>
          </ac:spMkLst>
        </pc:spChg>
        <pc:spChg chg="mod">
          <ac:chgData name="HENRY LUCKY" userId="9f9f0d3b-fafb-4a1f-811e-e1ce60336648" providerId="ADAL" clId="{87B23BC5-493B-58B6-9C8D-8C75A953FAD3}" dt="2026-09-04T15:25:41.795" v="408"/>
          <ac:spMkLst>
            <pc:docMk/>
            <pc:sldMk cId="2560886044" sldId="352"/>
            <ac:spMk id="4" creationId="{78A390FE-A9EB-9D0F-80B1-56AB74F13664}"/>
          </ac:spMkLst>
        </pc:spChg>
        <pc:picChg chg="add mod">
          <ac:chgData name="HENRY LUCKY" userId="9f9f0d3b-fafb-4a1f-811e-e1ce60336648" providerId="ADAL" clId="{87B23BC5-493B-58B6-9C8D-8C75A953FAD3}" dt="2026-09-04T15:23:10.410" v="345" actId="1076"/>
          <ac:picMkLst>
            <pc:docMk/>
            <pc:sldMk cId="2560886044" sldId="352"/>
            <ac:picMk id="5" creationId="{A35E4B7C-544A-4F67-DA1A-0F53310B54D1}"/>
          </ac:picMkLst>
        </pc:picChg>
      </pc:sldChg>
      <pc:sldChg chg="add del">
        <pc:chgData name="HENRY LUCKY" userId="9f9f0d3b-fafb-4a1f-811e-e1ce60336648" providerId="ADAL" clId="{87B23BC5-493B-58B6-9C8D-8C75A953FAD3}" dt="2026-09-04T15:18:13.831" v="240" actId="2696"/>
        <pc:sldMkLst>
          <pc:docMk/>
          <pc:sldMk cId="3214311550" sldId="352"/>
        </pc:sldMkLst>
      </pc:sldChg>
      <pc:sldChg chg="addSp delSp modSp add mod">
        <pc:chgData name="HENRY LUCKY" userId="9f9f0d3b-fafb-4a1f-811e-e1ce60336648" providerId="ADAL" clId="{87B23BC5-493B-58B6-9C8D-8C75A953FAD3}" dt="2026-09-04T15:31:06.376" v="531" actId="1076"/>
        <pc:sldMkLst>
          <pc:docMk/>
          <pc:sldMk cId="2027399084" sldId="353"/>
        </pc:sldMkLst>
        <pc:spChg chg="mod">
          <ac:chgData name="HENRY LUCKY" userId="9f9f0d3b-fafb-4a1f-811e-e1ce60336648" providerId="ADAL" clId="{87B23BC5-493B-58B6-9C8D-8C75A953FAD3}" dt="2026-09-04T15:26:20.038" v="427" actId="20577"/>
          <ac:spMkLst>
            <pc:docMk/>
            <pc:sldMk cId="2027399084" sldId="353"/>
            <ac:spMk id="3" creationId="{8EDDFE7D-8156-0C03-9345-11A663D8BF98}"/>
          </ac:spMkLst>
        </pc:spChg>
        <pc:spChg chg="mod">
          <ac:chgData name="HENRY LUCKY" userId="9f9f0d3b-fafb-4a1f-811e-e1ce60336648" providerId="ADAL" clId="{87B23BC5-493B-58B6-9C8D-8C75A953FAD3}" dt="2026-09-04T15:30:02.998" v="520" actId="27636"/>
          <ac:spMkLst>
            <pc:docMk/>
            <pc:sldMk cId="2027399084" sldId="353"/>
            <ac:spMk id="4" creationId="{8E035E70-35F8-7FFF-2CDE-1B1B6722DB94}"/>
          </ac:spMkLst>
        </pc:spChg>
        <pc:picChg chg="del">
          <ac:chgData name="HENRY LUCKY" userId="9f9f0d3b-fafb-4a1f-811e-e1ce60336648" providerId="ADAL" clId="{87B23BC5-493B-58B6-9C8D-8C75A953FAD3}" dt="2026-09-04T15:28:52.138" v="486" actId="478"/>
          <ac:picMkLst>
            <pc:docMk/>
            <pc:sldMk cId="2027399084" sldId="353"/>
            <ac:picMk id="5" creationId="{808CDDA6-8AD0-407C-4464-D3262D7EA63E}"/>
          </ac:picMkLst>
        </pc:picChg>
        <pc:picChg chg="add mod">
          <ac:chgData name="HENRY LUCKY" userId="9f9f0d3b-fafb-4a1f-811e-e1ce60336648" providerId="ADAL" clId="{87B23BC5-493B-58B6-9C8D-8C75A953FAD3}" dt="2026-09-04T15:30:45.593" v="526" actId="1076"/>
          <ac:picMkLst>
            <pc:docMk/>
            <pc:sldMk cId="2027399084" sldId="353"/>
            <ac:picMk id="6" creationId="{13CC9B8B-6E7F-24C7-8098-97CBE9AAEFEE}"/>
          </ac:picMkLst>
        </pc:picChg>
        <pc:picChg chg="add mod">
          <ac:chgData name="HENRY LUCKY" userId="9f9f0d3b-fafb-4a1f-811e-e1ce60336648" providerId="ADAL" clId="{87B23BC5-493B-58B6-9C8D-8C75A953FAD3}" dt="2026-09-04T15:30:48.093" v="527" actId="1076"/>
          <ac:picMkLst>
            <pc:docMk/>
            <pc:sldMk cId="2027399084" sldId="353"/>
            <ac:picMk id="7" creationId="{EC81F6C9-84AA-0848-6238-F11590B7751C}"/>
          </ac:picMkLst>
        </pc:picChg>
        <pc:picChg chg="add mod">
          <ac:chgData name="HENRY LUCKY" userId="9f9f0d3b-fafb-4a1f-811e-e1ce60336648" providerId="ADAL" clId="{87B23BC5-493B-58B6-9C8D-8C75A953FAD3}" dt="2026-09-04T15:31:06.376" v="531" actId="1076"/>
          <ac:picMkLst>
            <pc:docMk/>
            <pc:sldMk cId="2027399084" sldId="353"/>
            <ac:picMk id="8" creationId="{2A9AC806-7882-504D-C89F-3ABA6B73E4F2}"/>
          </ac:picMkLst>
        </pc:picChg>
      </pc:sldChg>
      <pc:sldChg chg="delSp modSp add mod">
        <pc:chgData name="HENRY LUCKY" userId="9f9f0d3b-fafb-4a1f-811e-e1ce60336648" providerId="ADAL" clId="{87B23BC5-493B-58B6-9C8D-8C75A953FAD3}" dt="2026-09-04T16:12:01.750" v="1194" actId="20577"/>
        <pc:sldMkLst>
          <pc:docMk/>
          <pc:sldMk cId="2338120953" sldId="354"/>
        </pc:sldMkLst>
        <pc:spChg chg="mod">
          <ac:chgData name="HENRY LUCKY" userId="9f9f0d3b-fafb-4a1f-811e-e1ce60336648" providerId="ADAL" clId="{87B23BC5-493B-58B6-9C8D-8C75A953FAD3}" dt="2026-09-04T15:31:33.878" v="535" actId="20577"/>
          <ac:spMkLst>
            <pc:docMk/>
            <pc:sldMk cId="2338120953" sldId="354"/>
            <ac:spMk id="3" creationId="{7D62AB44-C348-C753-28A5-0CD124BE6B39}"/>
          </ac:spMkLst>
        </pc:spChg>
        <pc:spChg chg="mod">
          <ac:chgData name="HENRY LUCKY" userId="9f9f0d3b-fafb-4a1f-811e-e1ce60336648" providerId="ADAL" clId="{87B23BC5-493B-58B6-9C8D-8C75A953FAD3}" dt="2026-09-04T16:12:01.750" v="1194" actId="20577"/>
          <ac:spMkLst>
            <pc:docMk/>
            <pc:sldMk cId="2338120953" sldId="354"/>
            <ac:spMk id="4" creationId="{607509F2-658F-4BE2-5475-468AB92DD01B}"/>
          </ac:spMkLst>
        </pc:spChg>
        <pc:picChg chg="del">
          <ac:chgData name="HENRY LUCKY" userId="9f9f0d3b-fafb-4a1f-811e-e1ce60336648" providerId="ADAL" clId="{87B23BC5-493B-58B6-9C8D-8C75A953FAD3}" dt="2026-09-04T15:31:55.944" v="537" actId="478"/>
          <ac:picMkLst>
            <pc:docMk/>
            <pc:sldMk cId="2338120953" sldId="354"/>
            <ac:picMk id="6" creationId="{9479F187-87E4-2875-2EA7-A497BC760454}"/>
          </ac:picMkLst>
        </pc:picChg>
        <pc:picChg chg="del">
          <ac:chgData name="HENRY LUCKY" userId="9f9f0d3b-fafb-4a1f-811e-e1ce60336648" providerId="ADAL" clId="{87B23BC5-493B-58B6-9C8D-8C75A953FAD3}" dt="2026-09-04T15:31:57.186" v="538" actId="478"/>
          <ac:picMkLst>
            <pc:docMk/>
            <pc:sldMk cId="2338120953" sldId="354"/>
            <ac:picMk id="7" creationId="{6A1D83E3-D1C6-2223-988C-C9E1D92B2A9F}"/>
          </ac:picMkLst>
        </pc:picChg>
        <pc:picChg chg="del">
          <ac:chgData name="HENRY LUCKY" userId="9f9f0d3b-fafb-4a1f-811e-e1ce60336648" providerId="ADAL" clId="{87B23BC5-493B-58B6-9C8D-8C75A953FAD3}" dt="2026-09-04T15:31:54.527" v="536" actId="478"/>
          <ac:picMkLst>
            <pc:docMk/>
            <pc:sldMk cId="2338120953" sldId="354"/>
            <ac:picMk id="8" creationId="{5C3F2DFF-1E70-D1C3-3B04-98B5C5301669}"/>
          </ac:picMkLst>
        </pc:picChg>
      </pc:sldChg>
      <pc:sldChg chg="modSp add mod">
        <pc:chgData name="HENRY LUCKY" userId="9f9f0d3b-fafb-4a1f-811e-e1ce60336648" providerId="ADAL" clId="{87B23BC5-493B-58B6-9C8D-8C75A953FAD3}" dt="2026-09-04T17:40:17.241" v="2453" actId="20577"/>
        <pc:sldMkLst>
          <pc:docMk/>
          <pc:sldMk cId="3956155490" sldId="355"/>
        </pc:sldMkLst>
        <pc:spChg chg="mod">
          <ac:chgData name="HENRY LUCKY" userId="9f9f0d3b-fafb-4a1f-811e-e1ce60336648" providerId="ADAL" clId="{87B23BC5-493B-58B6-9C8D-8C75A953FAD3}" dt="2026-09-04T17:40:17.241" v="2453" actId="20577"/>
          <ac:spMkLst>
            <pc:docMk/>
            <pc:sldMk cId="3956155490" sldId="355"/>
            <ac:spMk id="4" creationId="{D3D5115B-D983-5E82-2081-4D0D6932B75E}"/>
          </ac:spMkLst>
        </pc:spChg>
      </pc:sldChg>
      <pc:sldChg chg="delSp add mod">
        <pc:chgData name="HENRY LUCKY" userId="9f9f0d3b-fafb-4a1f-811e-e1ce60336648" providerId="ADAL" clId="{87B23BC5-493B-58B6-9C8D-8C75A953FAD3}" dt="2026-09-04T15:52:41.680" v="856" actId="478"/>
        <pc:sldMkLst>
          <pc:docMk/>
          <pc:sldMk cId="974227259" sldId="356"/>
        </pc:sldMkLst>
        <pc:picChg chg="del">
          <ac:chgData name="HENRY LUCKY" userId="9f9f0d3b-fafb-4a1f-811e-e1ce60336648" providerId="ADAL" clId="{87B23BC5-493B-58B6-9C8D-8C75A953FAD3}" dt="2026-09-04T15:52:41.680" v="856" actId="478"/>
          <ac:picMkLst>
            <pc:docMk/>
            <pc:sldMk cId="974227259" sldId="356"/>
            <ac:picMk id="7" creationId="{3DE3360D-E3E4-C537-488E-E373F5156D24}"/>
          </ac:picMkLst>
        </pc:picChg>
      </pc:sldChg>
      <pc:sldChg chg="modSp add mod">
        <pc:chgData name="HENRY LUCKY" userId="9f9f0d3b-fafb-4a1f-811e-e1ce60336648" providerId="ADAL" clId="{87B23BC5-493B-58B6-9C8D-8C75A953FAD3}" dt="2026-09-04T17:34:43.038" v="2425" actId="113"/>
        <pc:sldMkLst>
          <pc:docMk/>
          <pc:sldMk cId="3515674370" sldId="357"/>
        </pc:sldMkLst>
        <pc:spChg chg="mod">
          <ac:chgData name="HENRY LUCKY" userId="9f9f0d3b-fafb-4a1f-811e-e1ce60336648" providerId="ADAL" clId="{87B23BC5-493B-58B6-9C8D-8C75A953FAD3}" dt="2026-09-04T17:34:43.038" v="2425" actId="113"/>
          <ac:spMkLst>
            <pc:docMk/>
            <pc:sldMk cId="3515674370" sldId="357"/>
            <ac:spMk id="4" creationId="{AE8D61DE-FEBC-9B81-0D54-1C6EDF21A51D}"/>
          </ac:spMkLst>
        </pc:spChg>
      </pc:sldChg>
      <pc:sldChg chg="modSp add mod">
        <pc:chgData name="HENRY LUCKY" userId="9f9f0d3b-fafb-4a1f-811e-e1ce60336648" providerId="ADAL" clId="{87B23BC5-493B-58B6-9C8D-8C75A953FAD3}" dt="2026-09-04T16:56:11.363" v="1465" actId="113"/>
        <pc:sldMkLst>
          <pc:docMk/>
          <pc:sldMk cId="1083897885" sldId="358"/>
        </pc:sldMkLst>
        <pc:spChg chg="mod">
          <ac:chgData name="HENRY LUCKY" userId="9f9f0d3b-fafb-4a1f-811e-e1ce60336648" providerId="ADAL" clId="{87B23BC5-493B-58B6-9C8D-8C75A953FAD3}" dt="2026-09-04T16:54:53.028" v="1449" actId="20577"/>
          <ac:spMkLst>
            <pc:docMk/>
            <pc:sldMk cId="1083897885" sldId="358"/>
            <ac:spMk id="3" creationId="{7106A512-4C63-0CFB-07DA-A9F04C2443C5}"/>
          </ac:spMkLst>
        </pc:spChg>
        <pc:spChg chg="mod">
          <ac:chgData name="HENRY LUCKY" userId="9f9f0d3b-fafb-4a1f-811e-e1ce60336648" providerId="ADAL" clId="{87B23BC5-493B-58B6-9C8D-8C75A953FAD3}" dt="2026-09-04T16:56:11.363" v="1465" actId="113"/>
          <ac:spMkLst>
            <pc:docMk/>
            <pc:sldMk cId="1083897885" sldId="358"/>
            <ac:spMk id="4" creationId="{293B2AA5-FC97-D5AC-445B-CFEB3CC2DFA1}"/>
          </ac:spMkLst>
        </pc:spChg>
      </pc:sldChg>
      <pc:sldChg chg="modSp add mod">
        <pc:chgData name="HENRY LUCKY" userId="9f9f0d3b-fafb-4a1f-811e-e1ce60336648" providerId="ADAL" clId="{87B23BC5-493B-58B6-9C8D-8C75A953FAD3}" dt="2026-09-04T16:59:35.440" v="1585" actId="20577"/>
        <pc:sldMkLst>
          <pc:docMk/>
          <pc:sldMk cId="2919665295" sldId="359"/>
        </pc:sldMkLst>
        <pc:spChg chg="mod">
          <ac:chgData name="HENRY LUCKY" userId="9f9f0d3b-fafb-4a1f-811e-e1ce60336648" providerId="ADAL" clId="{87B23BC5-493B-58B6-9C8D-8C75A953FAD3}" dt="2026-09-04T16:57:18.882" v="1467"/>
          <ac:spMkLst>
            <pc:docMk/>
            <pc:sldMk cId="2919665295" sldId="359"/>
            <ac:spMk id="3" creationId="{7102FE61-233C-1ACA-6EE6-AD2FAFF9FC79}"/>
          </ac:spMkLst>
        </pc:spChg>
        <pc:spChg chg="mod">
          <ac:chgData name="HENRY LUCKY" userId="9f9f0d3b-fafb-4a1f-811e-e1ce60336648" providerId="ADAL" clId="{87B23BC5-493B-58B6-9C8D-8C75A953FAD3}" dt="2026-09-04T16:59:35.440" v="1585" actId="20577"/>
          <ac:spMkLst>
            <pc:docMk/>
            <pc:sldMk cId="2919665295" sldId="359"/>
            <ac:spMk id="4" creationId="{EA4D7F29-4984-F175-7EB2-9A50FB178EDC}"/>
          </ac:spMkLst>
        </pc:spChg>
      </pc:sldChg>
      <pc:sldChg chg="modSp add mod">
        <pc:chgData name="HENRY LUCKY" userId="9f9f0d3b-fafb-4a1f-811e-e1ce60336648" providerId="ADAL" clId="{87B23BC5-493B-58B6-9C8D-8C75A953FAD3}" dt="2026-09-04T17:36:28.512" v="2428" actId="20577"/>
        <pc:sldMkLst>
          <pc:docMk/>
          <pc:sldMk cId="2593910702" sldId="360"/>
        </pc:sldMkLst>
        <pc:spChg chg="mod">
          <ac:chgData name="HENRY LUCKY" userId="9f9f0d3b-fafb-4a1f-811e-e1ce60336648" providerId="ADAL" clId="{87B23BC5-493B-58B6-9C8D-8C75A953FAD3}" dt="2026-09-04T17:02:30.691" v="1610" actId="20577"/>
          <ac:spMkLst>
            <pc:docMk/>
            <pc:sldMk cId="2593910702" sldId="360"/>
            <ac:spMk id="2" creationId="{57C980F7-BB47-3E67-DD16-061FE370E058}"/>
          </ac:spMkLst>
        </pc:spChg>
        <pc:spChg chg="mod">
          <ac:chgData name="HENRY LUCKY" userId="9f9f0d3b-fafb-4a1f-811e-e1ce60336648" providerId="ADAL" clId="{87B23BC5-493B-58B6-9C8D-8C75A953FAD3}" dt="2026-09-04T17:02:41.251" v="1635" actId="20577"/>
          <ac:spMkLst>
            <pc:docMk/>
            <pc:sldMk cId="2593910702" sldId="360"/>
            <ac:spMk id="3" creationId="{3C526A17-D5F1-D689-5F4F-B83C4C4293A7}"/>
          </ac:spMkLst>
        </pc:spChg>
        <pc:spChg chg="mod">
          <ac:chgData name="HENRY LUCKY" userId="9f9f0d3b-fafb-4a1f-811e-e1ce60336648" providerId="ADAL" clId="{87B23BC5-493B-58B6-9C8D-8C75A953FAD3}" dt="2026-09-04T17:36:28.512" v="2428" actId="20577"/>
          <ac:spMkLst>
            <pc:docMk/>
            <pc:sldMk cId="2593910702" sldId="360"/>
            <ac:spMk id="4" creationId="{44C8109A-8A5C-2B51-D029-DE8ACA6ED336}"/>
          </ac:spMkLst>
        </pc:spChg>
      </pc:sldChg>
      <pc:sldChg chg="modSp add mod">
        <pc:chgData name="HENRY LUCKY" userId="9f9f0d3b-fafb-4a1f-811e-e1ce60336648" providerId="ADAL" clId="{87B23BC5-493B-58B6-9C8D-8C75A953FAD3}" dt="2026-09-04T17:07:47.882" v="1707" actId="20577"/>
        <pc:sldMkLst>
          <pc:docMk/>
          <pc:sldMk cId="1996405434" sldId="361"/>
        </pc:sldMkLst>
        <pc:spChg chg="mod">
          <ac:chgData name="HENRY LUCKY" userId="9f9f0d3b-fafb-4a1f-811e-e1ce60336648" providerId="ADAL" clId="{87B23BC5-493B-58B6-9C8D-8C75A953FAD3}" dt="2026-09-04T17:07:47.882" v="1707" actId="20577"/>
          <ac:spMkLst>
            <pc:docMk/>
            <pc:sldMk cId="1996405434" sldId="361"/>
            <ac:spMk id="4" creationId="{A79E386D-CC1F-9C90-656C-D185AF734E11}"/>
          </ac:spMkLst>
        </pc:spChg>
      </pc:sldChg>
      <pc:sldChg chg="addSp delSp modSp add mod">
        <pc:chgData name="HENRY LUCKY" userId="9f9f0d3b-fafb-4a1f-811e-e1ce60336648" providerId="ADAL" clId="{87B23BC5-493B-58B6-9C8D-8C75A953FAD3}" dt="2026-09-04T17:44:38.848" v="2663" actId="1076"/>
        <pc:sldMkLst>
          <pc:docMk/>
          <pc:sldMk cId="258609932" sldId="362"/>
        </pc:sldMkLst>
        <pc:spChg chg="mod">
          <ac:chgData name="HENRY LUCKY" userId="9f9f0d3b-fafb-4a1f-811e-e1ce60336648" providerId="ADAL" clId="{87B23BC5-493B-58B6-9C8D-8C75A953FAD3}" dt="2026-09-04T17:16:22.523" v="1907" actId="20577"/>
          <ac:spMkLst>
            <pc:docMk/>
            <pc:sldMk cId="258609932" sldId="362"/>
            <ac:spMk id="3" creationId="{464DA03E-894D-C39C-DFD3-F45B5E2E72E4}"/>
          </ac:spMkLst>
        </pc:spChg>
        <pc:spChg chg="del mod">
          <ac:chgData name="HENRY LUCKY" userId="9f9f0d3b-fafb-4a1f-811e-e1ce60336648" providerId="ADAL" clId="{87B23BC5-493B-58B6-9C8D-8C75A953FAD3}" dt="2026-09-04T17:14:06.319" v="1749" actId="3680"/>
          <ac:spMkLst>
            <pc:docMk/>
            <pc:sldMk cId="258609932" sldId="362"/>
            <ac:spMk id="4" creationId="{875B9BBF-13FB-6E80-1034-77FEF5C3D201}"/>
          </ac:spMkLst>
        </pc:spChg>
        <pc:spChg chg="add mod">
          <ac:chgData name="HENRY LUCKY" userId="9f9f0d3b-fafb-4a1f-811e-e1ce60336648" providerId="ADAL" clId="{87B23BC5-493B-58B6-9C8D-8C75A953FAD3}" dt="2026-09-04T17:44:38.848" v="2663" actId="1076"/>
          <ac:spMkLst>
            <pc:docMk/>
            <pc:sldMk cId="258609932" sldId="362"/>
            <ac:spMk id="6" creationId="{C9DE4368-E054-4339-FC6F-D17D70C5096D}"/>
          </ac:spMkLst>
        </pc:spChg>
        <pc:graphicFrameChg chg="add mod ord modGraphic">
          <ac:chgData name="HENRY LUCKY" userId="9f9f0d3b-fafb-4a1f-811e-e1ce60336648" providerId="ADAL" clId="{87B23BC5-493B-58B6-9C8D-8C75A953FAD3}" dt="2026-09-04T17:15:57.191" v="1880" actId="113"/>
          <ac:graphicFrameMkLst>
            <pc:docMk/>
            <pc:sldMk cId="258609932" sldId="362"/>
            <ac:graphicFrameMk id="5" creationId="{E522F34C-28BD-4E42-5646-D9EC100D0F8E}"/>
          </ac:graphicFrameMkLst>
        </pc:graphicFrameChg>
      </pc:sldChg>
      <pc:sldChg chg="addSp modSp add mod">
        <pc:chgData name="HENRY LUCKY" userId="9f9f0d3b-fafb-4a1f-811e-e1ce60336648" providerId="ADAL" clId="{87B23BC5-493B-58B6-9C8D-8C75A953FAD3}" dt="2026-09-04T17:30:56.004" v="2368" actId="20577"/>
        <pc:sldMkLst>
          <pc:docMk/>
          <pc:sldMk cId="3757430691" sldId="363"/>
        </pc:sldMkLst>
        <pc:spChg chg="mod">
          <ac:chgData name="HENRY LUCKY" userId="9f9f0d3b-fafb-4a1f-811e-e1ce60336648" providerId="ADAL" clId="{87B23BC5-493B-58B6-9C8D-8C75A953FAD3}" dt="2026-09-04T17:17:05.998" v="1957" actId="20577"/>
          <ac:spMkLst>
            <pc:docMk/>
            <pc:sldMk cId="3757430691" sldId="363"/>
            <ac:spMk id="3" creationId="{0E7CDBF1-3EDA-ED32-B18E-EDE79ADC30AC}"/>
          </ac:spMkLst>
        </pc:spChg>
        <pc:spChg chg="mod">
          <ac:chgData name="HENRY LUCKY" userId="9f9f0d3b-fafb-4a1f-811e-e1ce60336648" providerId="ADAL" clId="{87B23BC5-493B-58B6-9C8D-8C75A953FAD3}" dt="2026-09-04T17:30:56.004" v="2368" actId="20577"/>
          <ac:spMkLst>
            <pc:docMk/>
            <pc:sldMk cId="3757430691" sldId="363"/>
            <ac:spMk id="4" creationId="{EEF24DAF-C20F-98AD-F75A-A5E2E60B8D94}"/>
          </ac:spMkLst>
        </pc:spChg>
        <pc:graphicFrameChg chg="add mod modGraphic">
          <ac:chgData name="HENRY LUCKY" userId="9f9f0d3b-fafb-4a1f-811e-e1ce60336648" providerId="ADAL" clId="{87B23BC5-493B-58B6-9C8D-8C75A953FAD3}" dt="2026-09-04T17:29:02.394" v="2320" actId="1076"/>
          <ac:graphicFrameMkLst>
            <pc:docMk/>
            <pc:sldMk cId="3757430691" sldId="363"/>
            <ac:graphicFrameMk id="5" creationId="{4463F551-1794-42F7-5D63-DE4EFC0CE9AE}"/>
          </ac:graphicFrameMkLst>
        </pc:graphicFrameChg>
      </pc:sldChg>
      <pc:sldChg chg="delSp modSp add mod">
        <pc:chgData name="HENRY LUCKY" userId="9f9f0d3b-fafb-4a1f-811e-e1ce60336648" providerId="ADAL" clId="{87B23BC5-493B-58B6-9C8D-8C75A953FAD3}" dt="2026-09-04T17:29:30.664" v="2327" actId="20577"/>
        <pc:sldMkLst>
          <pc:docMk/>
          <pc:sldMk cId="3258456505" sldId="364"/>
        </pc:sldMkLst>
        <pc:spChg chg="mod">
          <ac:chgData name="HENRY LUCKY" userId="9f9f0d3b-fafb-4a1f-811e-e1ce60336648" providerId="ADAL" clId="{87B23BC5-493B-58B6-9C8D-8C75A953FAD3}" dt="2026-09-04T17:28:15.914" v="2303"/>
          <ac:spMkLst>
            <pc:docMk/>
            <pc:sldMk cId="3258456505" sldId="364"/>
            <ac:spMk id="3" creationId="{EAC5F865-9745-AE3C-E9EC-3AAC88D95A07}"/>
          </ac:spMkLst>
        </pc:spChg>
        <pc:spChg chg="mod">
          <ac:chgData name="HENRY LUCKY" userId="9f9f0d3b-fafb-4a1f-811e-e1ce60336648" providerId="ADAL" clId="{87B23BC5-493B-58B6-9C8D-8C75A953FAD3}" dt="2026-09-04T17:29:30.664" v="2327" actId="20577"/>
          <ac:spMkLst>
            <pc:docMk/>
            <pc:sldMk cId="3258456505" sldId="364"/>
            <ac:spMk id="4" creationId="{075602AC-E38E-62DD-9BDC-FF83AFEF937B}"/>
          </ac:spMkLst>
        </pc:spChg>
        <pc:graphicFrameChg chg="del">
          <ac:chgData name="HENRY LUCKY" userId="9f9f0d3b-fafb-4a1f-811e-e1ce60336648" providerId="ADAL" clId="{87B23BC5-493B-58B6-9C8D-8C75A953FAD3}" dt="2026-09-04T17:28:23.066" v="2304" actId="478"/>
          <ac:graphicFrameMkLst>
            <pc:docMk/>
            <pc:sldMk cId="3258456505" sldId="364"/>
            <ac:graphicFrameMk id="5" creationId="{9740A0D8-D3FD-B4E5-A090-AFF0CC6FDBBE}"/>
          </ac:graphicFrameMkLst>
        </pc:graphicFrameChg>
      </pc:sldChg>
      <pc:sldChg chg="modSp add mod">
        <pc:chgData name="HENRY LUCKY" userId="9f9f0d3b-fafb-4a1f-811e-e1ce60336648" providerId="ADAL" clId="{87B23BC5-493B-58B6-9C8D-8C75A953FAD3}" dt="2026-09-04T17:47:56.392" v="2676" actId="20577"/>
        <pc:sldMkLst>
          <pc:docMk/>
          <pc:sldMk cId="82401546" sldId="365"/>
        </pc:sldMkLst>
        <pc:spChg chg="mod">
          <ac:chgData name="HENRY LUCKY" userId="9f9f0d3b-fafb-4a1f-811e-e1ce60336648" providerId="ADAL" clId="{87B23BC5-493B-58B6-9C8D-8C75A953FAD3}" dt="2026-09-04T17:47:56.392" v="2676" actId="20577"/>
          <ac:spMkLst>
            <pc:docMk/>
            <pc:sldMk cId="82401546" sldId="365"/>
            <ac:spMk id="4" creationId="{FB415514-C192-1349-EF94-0CC4E29CEE86}"/>
          </ac:spMkLst>
        </pc:spChg>
      </pc:sldChg>
    </pc:docChg>
  </pc:docChgLst>
  <pc:docChgLst>
    <pc:chgData name="Nikita Ananda Putri Masaling" userId="d889fca3-0297-4ee7-bfd8-ca7480643ec1" providerId="ADAL" clId="{5AAFE8E2-5E44-54CB-A18C-3BE6DB92F9CC}"/>
    <pc:docChg chg="undo redo custSel modSld">
      <pc:chgData name="Nikita Ananda Putri Masaling" userId="d889fca3-0297-4ee7-bfd8-ca7480643ec1" providerId="ADAL" clId="{5AAFE8E2-5E44-54CB-A18C-3BE6DB92F9CC}" dt="2026-08-20T15:07:12.818" v="101" actId="123"/>
      <pc:docMkLst>
        <pc:docMk/>
      </pc:docMkLst>
      <pc:sldChg chg="modSp mod">
        <pc:chgData name="Nikita Ananda Putri Masaling" userId="d889fca3-0297-4ee7-bfd8-ca7480643ec1" providerId="ADAL" clId="{5AAFE8E2-5E44-54CB-A18C-3BE6DB92F9CC}" dt="2026-08-20T14:59:23.113" v="42" actId="12788"/>
        <pc:sldMkLst>
          <pc:docMk/>
          <pc:sldMk cId="3807564589" sldId="256"/>
        </pc:sldMkLst>
        <pc:spChg chg="mod">
          <ac:chgData name="Nikita Ananda Putri Masaling" userId="d889fca3-0297-4ee7-bfd8-ca7480643ec1" providerId="ADAL" clId="{5AAFE8E2-5E44-54CB-A18C-3BE6DB92F9CC}" dt="2026-08-20T14:59:23.113" v="42" actId="12788"/>
          <ac:spMkLst>
            <pc:docMk/>
            <pc:sldMk cId="3807564589" sldId="256"/>
            <ac:spMk id="4" creationId="{319DA326-32BB-7EBF-F49C-D0308881B79F}"/>
          </ac:spMkLst>
        </pc:spChg>
      </pc:sldChg>
      <pc:sldChg chg="modSp mod">
        <pc:chgData name="Nikita Ananda Putri Masaling" userId="d889fca3-0297-4ee7-bfd8-ca7480643ec1" providerId="ADAL" clId="{5AAFE8E2-5E44-54CB-A18C-3BE6DB92F9CC}" dt="2026-08-20T14:58:38.949" v="8" actId="123"/>
        <pc:sldMkLst>
          <pc:docMk/>
          <pc:sldMk cId="1889462471" sldId="258"/>
        </pc:sldMkLst>
        <pc:spChg chg="mod">
          <ac:chgData name="Nikita Ananda Putri Masaling" userId="d889fca3-0297-4ee7-bfd8-ca7480643ec1" providerId="ADAL" clId="{5AAFE8E2-5E44-54CB-A18C-3BE6DB92F9CC}" dt="2026-08-20T14:58:38.949" v="8" actId="123"/>
          <ac:spMkLst>
            <pc:docMk/>
            <pc:sldMk cId="1889462471" sldId="258"/>
            <ac:spMk id="4" creationId="{72B426B6-A02E-F758-7A2B-554FFF354A1A}"/>
          </ac:spMkLst>
        </pc:spChg>
      </pc:sldChg>
      <pc:sldChg chg="addSp modSp mod">
        <pc:chgData name="Nikita Ananda Putri Masaling" userId="d889fca3-0297-4ee7-bfd8-ca7480643ec1" providerId="ADAL" clId="{5AAFE8E2-5E44-54CB-A18C-3BE6DB92F9CC}" dt="2026-08-20T14:56:53.127" v="5"/>
        <pc:sldMkLst>
          <pc:docMk/>
          <pc:sldMk cId="184663633" sldId="308"/>
        </pc:sldMkLst>
        <pc:spChg chg="mod">
          <ac:chgData name="Nikita Ananda Putri Masaling" userId="d889fca3-0297-4ee7-bfd8-ca7480643ec1" providerId="ADAL" clId="{5AAFE8E2-5E44-54CB-A18C-3BE6DB92F9CC}" dt="2026-08-20T14:56:53.127" v="5"/>
          <ac:spMkLst>
            <pc:docMk/>
            <pc:sldMk cId="184663633" sldId="308"/>
            <ac:spMk id="4" creationId="{316C8106-38DC-428F-D042-636BD720D8EB}"/>
          </ac:spMkLst>
        </pc:spChg>
      </pc:sldChg>
      <pc:sldChg chg="modSp mod">
        <pc:chgData name="Nikita Ananda Putri Masaling" userId="d889fca3-0297-4ee7-bfd8-ca7480643ec1" providerId="ADAL" clId="{5AAFE8E2-5E44-54CB-A18C-3BE6DB92F9CC}" dt="2026-08-20T14:59:34.776" v="48" actId="1076"/>
        <pc:sldMkLst>
          <pc:docMk/>
          <pc:sldMk cId="2824597520" sldId="33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F8FC2-5C26-33A7-9770-5DF518D25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90C54-60C5-266B-567C-0E58520CB2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BA69FD-7CBA-83C2-82A4-30021C20778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5730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9B9F-4B3F-FC51-8168-F68991150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B3A3F-354F-6818-6AE2-A449FFF2D8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750194-4915-0FBD-AEF0-C1E58BFCAB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01826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312F-7A91-E7F1-CE5F-17445426F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523AD-E1C0-A35F-9FF8-36F1EEB5FD4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0CAE73-2628-2525-54E8-6117C58F874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52635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E2CC2-81F1-4876-FDC6-47E233D98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4BE75-F2C1-955F-F990-76FA38E211C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9DFC918-77C5-E1C6-7FBD-E0158006E3A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00344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5A03C-4CAA-CEE7-7577-DBBEF7957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6EE46-1EFE-C294-18EA-BB446E04C6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9C380D-1073-9D35-D919-878EB186418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9290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A04BA-B3CF-3716-96C4-777A4A8BDA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29BEE-7889-A33D-5018-9C90E497B1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274C21-7486-39A4-88D2-4B9A65C4C4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8765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FDE2D-575D-9745-EDBA-3E1B2A6A1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4E989-D5CF-1C99-4F1B-DF83430867F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DBFBF6-2836-F710-1A09-759B208B01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7125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90AD-5D35-A521-B025-D45D25CBF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33319-5D4A-F287-8CC5-579B57744B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BACB86-BDA9-52AC-7B13-B40299DB135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3516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FB4AD-DAB9-9D3F-0948-E0FB690D1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97F7A-C69B-7AC2-59B7-5DD5BBBDAB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272338A-0BFE-9CD3-43A5-3BB914F277B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02893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03</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ID" b="1" dirty="0" err="1"/>
              <a:t>Analyzing</a:t>
            </a:r>
            <a:r>
              <a:rPr lang="en-ID" b="1" dirty="0"/>
              <a:t> Algorithms</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013799" y="11538583"/>
            <a:ext cx="6356403" cy="745888"/>
          </a:xfrm>
        </p:spPr>
        <p:txBody>
          <a:bodyPr/>
          <a:lstStyle/>
          <a:p>
            <a:r>
              <a:rPr lang="en-US" dirty="0"/>
              <a:t>Nikita Ananda Putri Masaling,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 materials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3</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RAM Model of Computation</a:t>
            </a:r>
          </a:p>
          <a:p>
            <a:r>
              <a:rPr lang="en-ID" dirty="0"/>
              <a:t>Insertion Sort as a Running Example</a:t>
            </a:r>
          </a:p>
          <a:p>
            <a:r>
              <a:rPr lang="en-ID" dirty="0"/>
              <a:t>Worst-Case, Average-Case, and Best-Case Analysis</a:t>
            </a:r>
          </a:p>
          <a:p>
            <a:r>
              <a:rPr lang="en-ID" dirty="0"/>
              <a:t>Order of Growth — Informal Complexity Arguments</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1F8D-55B0-83E8-D26D-92158A982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251A2-AC99-FA15-EE33-A71934EB4DA6}"/>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F310198E-B608-50F8-3760-250A6613ACB0}"/>
              </a:ext>
            </a:extLst>
          </p:cNvPr>
          <p:cNvSpPr>
            <a:spLocks noGrp="1"/>
          </p:cNvSpPr>
          <p:nvPr>
            <p:ph type="body" sz="quarter" idx="10"/>
          </p:nvPr>
        </p:nvSpPr>
        <p:spPr/>
        <p:txBody>
          <a:bodyPr/>
          <a:lstStyle/>
          <a:p>
            <a:r>
              <a:rPr lang="en-ID" dirty="0"/>
              <a:t>Session 3</a:t>
            </a:r>
          </a:p>
        </p:txBody>
      </p:sp>
      <p:sp>
        <p:nvSpPr>
          <p:cNvPr id="4" name="Content Placeholder 3">
            <a:extLst>
              <a:ext uri="{FF2B5EF4-FFF2-40B4-BE49-F238E27FC236}">
                <a16:creationId xmlns:a16="http://schemas.microsoft.com/office/drawing/2014/main" id="{316C8106-38DC-428F-D042-636BD720D8EB}"/>
              </a:ext>
            </a:extLst>
          </p:cNvPr>
          <p:cNvSpPr>
            <a:spLocks noGrp="1"/>
          </p:cNvSpPr>
          <p:nvPr>
            <p:ph sz="quarter" idx="11"/>
          </p:nvPr>
        </p:nvSpPr>
        <p:spPr/>
        <p:txBody>
          <a:bodyPr>
            <a:normAutofit/>
          </a:bodyPr>
          <a:lstStyle/>
          <a:p>
            <a:pPr marL="0" indent="0">
              <a:buNone/>
            </a:pPr>
            <a:r>
              <a:rPr lang="en-US" dirty="0"/>
              <a:t>By the end of this session, students will be able to:</a:t>
            </a:r>
          </a:p>
          <a:p>
            <a:pPr algn="just"/>
            <a:r>
              <a:rPr lang="en-US" dirty="0"/>
              <a:t>LO 1: Evaluate the time and space complexity of algorithms using asymptotic notation and formal analysis methods, and prove algorithm correctness using loop invariants, induction, or exchange arguments.</a:t>
            </a:r>
          </a:p>
        </p:txBody>
      </p:sp>
    </p:spTree>
    <p:extLst>
      <p:ext uri="{BB962C8B-B14F-4D97-AF65-F5344CB8AC3E}">
        <p14:creationId xmlns:p14="http://schemas.microsoft.com/office/powerpoint/2010/main" val="18466363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RAM Model of Computation</a:t>
            </a:r>
            <a:endParaRPr lang="en-ID" b="0"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Why we need a Model?</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To </a:t>
            </a:r>
            <a:r>
              <a:rPr lang="en-ID" dirty="0" err="1"/>
              <a:t>analyze</a:t>
            </a:r>
            <a:r>
              <a:rPr lang="en-ID" dirty="0"/>
              <a:t> an algorithm's running time, we need a model of the computing machine that is:</a:t>
            </a:r>
          </a:p>
          <a:p>
            <a:pPr lvl="1">
              <a:buFont typeface="Wingdings" pitchFamily="2" charset="2"/>
              <a:buChar char="Ø"/>
            </a:pPr>
            <a:r>
              <a:rPr lang="en-ID" b="1" dirty="0"/>
              <a:t>Simple enough</a:t>
            </a:r>
            <a:r>
              <a:rPr lang="en-ID" dirty="0"/>
              <a:t> to be mathematically tractable.</a:t>
            </a:r>
          </a:p>
          <a:p>
            <a:pPr lvl="1">
              <a:buFont typeface="Wingdings" pitchFamily="2" charset="2"/>
              <a:buChar char="Ø"/>
            </a:pPr>
            <a:r>
              <a:rPr lang="en-ID" b="1" dirty="0"/>
              <a:t>Powerful enough</a:t>
            </a:r>
            <a:r>
              <a:rPr lang="en-ID" dirty="0"/>
              <a:t> to reflect real-machine performance.</a:t>
            </a:r>
          </a:p>
          <a:p>
            <a:pPr lvl="1">
              <a:buFont typeface="Wingdings" pitchFamily="2" charset="2"/>
              <a:buChar char="Ø"/>
            </a:pPr>
            <a:endParaRPr lang="en-ID" dirty="0"/>
          </a:p>
          <a:p>
            <a:pPr>
              <a:buFont typeface="Wingdings" pitchFamily="2" charset="2"/>
              <a:buChar char="ü"/>
            </a:pPr>
            <a:r>
              <a:rPr lang="en-ID" dirty="0"/>
              <a:t>The </a:t>
            </a:r>
            <a:r>
              <a:rPr lang="en-ID" b="1" dirty="0"/>
              <a:t>Random Access Machine (RAM) model</a:t>
            </a:r>
            <a:r>
              <a:rPr lang="en-ID" dirty="0"/>
              <a:t> serves this purpose </a:t>
            </a:r>
          </a:p>
          <a:p>
            <a:pPr lvl="1">
              <a:buFont typeface="Wingdings" pitchFamily="2" charset="2"/>
              <a:buChar char="Ø"/>
            </a:pPr>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C3D8C-BC07-290E-8154-0EE715EA0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F2D1F-2F58-52BF-3DC4-35A84DFBB120}"/>
              </a:ext>
            </a:extLst>
          </p:cNvPr>
          <p:cNvSpPr>
            <a:spLocks noGrp="1"/>
          </p:cNvSpPr>
          <p:nvPr>
            <p:ph type="title"/>
          </p:nvPr>
        </p:nvSpPr>
        <p:spPr/>
        <p:txBody>
          <a:bodyPr>
            <a:normAutofit fontScale="90000"/>
          </a:bodyPr>
          <a:lstStyle/>
          <a:p>
            <a:r>
              <a:rPr lang="en-ID" dirty="0"/>
              <a:t>RAM Model of Computation</a:t>
            </a:r>
            <a:endParaRPr lang="en-ID" b="0" dirty="0"/>
          </a:p>
        </p:txBody>
      </p:sp>
      <p:sp>
        <p:nvSpPr>
          <p:cNvPr id="3" name="Text Placeholder 2">
            <a:extLst>
              <a:ext uri="{FF2B5EF4-FFF2-40B4-BE49-F238E27FC236}">
                <a16:creationId xmlns:a16="http://schemas.microsoft.com/office/drawing/2014/main" id="{58B1203D-6AB1-4A56-047D-213ABC962924}"/>
              </a:ext>
            </a:extLst>
          </p:cNvPr>
          <p:cNvSpPr>
            <a:spLocks noGrp="1"/>
          </p:cNvSpPr>
          <p:nvPr>
            <p:ph type="body" sz="quarter" idx="10"/>
          </p:nvPr>
        </p:nvSpPr>
        <p:spPr/>
        <p:txBody>
          <a:bodyPr/>
          <a:lstStyle/>
          <a:p>
            <a:r>
              <a:rPr lang="en-ID" dirty="0"/>
              <a:t>RAM Model Assumptions</a:t>
            </a:r>
            <a:endParaRPr lang="en-ID" b="0" dirty="0"/>
          </a:p>
        </p:txBody>
      </p:sp>
      <p:sp>
        <p:nvSpPr>
          <p:cNvPr id="4" name="Content Placeholder 3">
            <a:extLst>
              <a:ext uri="{FF2B5EF4-FFF2-40B4-BE49-F238E27FC236}">
                <a16:creationId xmlns:a16="http://schemas.microsoft.com/office/drawing/2014/main" id="{8C697E25-BB99-C693-0091-769021B70F40}"/>
              </a:ext>
            </a:extLst>
          </p:cNvPr>
          <p:cNvSpPr>
            <a:spLocks noGrp="1"/>
          </p:cNvSpPr>
          <p:nvPr>
            <p:ph sz="quarter" idx="11"/>
          </p:nvPr>
        </p:nvSpPr>
        <p:spPr/>
        <p:txBody>
          <a:bodyPr>
            <a:normAutofit fontScale="92500" lnSpcReduction="10000"/>
          </a:bodyPr>
          <a:lstStyle/>
          <a:p>
            <a:r>
              <a:rPr lang="en-ID" dirty="0"/>
              <a:t>Instructions execute </a:t>
            </a:r>
            <a:r>
              <a:rPr lang="en-ID" b="1" dirty="0"/>
              <a:t>one at a time</a:t>
            </a:r>
            <a:r>
              <a:rPr lang="en-ID" dirty="0"/>
              <a:t> (no concurrency).</a:t>
            </a:r>
          </a:p>
          <a:p>
            <a:r>
              <a:rPr lang="en-ID" dirty="0"/>
              <a:t>Each of the following takes </a:t>
            </a:r>
            <a:r>
              <a:rPr lang="en-ID" b="1" dirty="0"/>
              <a:t>one time step (unit cost):</a:t>
            </a:r>
            <a:endParaRPr lang="en-ID" dirty="0"/>
          </a:p>
          <a:p>
            <a:pPr lvl="1"/>
            <a:r>
              <a:rPr lang="en-ID" dirty="0"/>
              <a:t>Arithmetic: +, −, ×, /, mod, floor, ceiling.</a:t>
            </a:r>
          </a:p>
          <a:p>
            <a:pPr lvl="1"/>
            <a:r>
              <a:rPr lang="en-ID" dirty="0"/>
              <a:t>Data movement: assignment, load, store.</a:t>
            </a:r>
          </a:p>
          <a:p>
            <a:pPr lvl="1"/>
            <a:r>
              <a:rPr lang="en-ID" dirty="0"/>
              <a:t>Control: conditional and unconditional branch, subroutine call and return.</a:t>
            </a:r>
          </a:p>
          <a:p>
            <a:r>
              <a:rPr lang="en-ID" dirty="0"/>
              <a:t>Each </a:t>
            </a:r>
            <a:r>
              <a:rPr lang="en-ID" b="1" dirty="0"/>
              <a:t>memory access</a:t>
            </a:r>
            <a:r>
              <a:rPr lang="en-ID" dirty="0"/>
              <a:t> (read or write of a single word) takes one step.</a:t>
            </a:r>
          </a:p>
          <a:p>
            <a:r>
              <a:rPr lang="en-ID" b="1" dirty="0"/>
              <a:t>Data types:</a:t>
            </a:r>
            <a:r>
              <a:rPr lang="en-ID" dirty="0"/>
              <a:t> integers and floating-point numbers, each fitting in one word of memory. We do not model overflow.</a:t>
            </a:r>
          </a:p>
        </p:txBody>
      </p:sp>
    </p:spTree>
    <p:extLst>
      <p:ext uri="{BB962C8B-B14F-4D97-AF65-F5344CB8AC3E}">
        <p14:creationId xmlns:p14="http://schemas.microsoft.com/office/powerpoint/2010/main" val="129218798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73C8-8FFD-7182-2D49-539839648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16D31-074A-57AB-326A-1C46FE32D4D4}"/>
              </a:ext>
            </a:extLst>
          </p:cNvPr>
          <p:cNvSpPr>
            <a:spLocks noGrp="1"/>
          </p:cNvSpPr>
          <p:nvPr>
            <p:ph type="title"/>
          </p:nvPr>
        </p:nvSpPr>
        <p:spPr/>
        <p:txBody>
          <a:bodyPr>
            <a:normAutofit fontScale="90000"/>
          </a:bodyPr>
          <a:lstStyle/>
          <a:p>
            <a:r>
              <a:rPr lang="en-ID" dirty="0"/>
              <a:t>RAM Model of Computation</a:t>
            </a:r>
            <a:endParaRPr lang="en-ID" b="0" dirty="0"/>
          </a:p>
        </p:txBody>
      </p:sp>
      <p:sp>
        <p:nvSpPr>
          <p:cNvPr id="3" name="Text Placeholder 2">
            <a:extLst>
              <a:ext uri="{FF2B5EF4-FFF2-40B4-BE49-F238E27FC236}">
                <a16:creationId xmlns:a16="http://schemas.microsoft.com/office/drawing/2014/main" id="{B671C4DB-7EB8-5CA6-00CF-6B50FF5C3FD1}"/>
              </a:ext>
            </a:extLst>
          </p:cNvPr>
          <p:cNvSpPr>
            <a:spLocks noGrp="1"/>
          </p:cNvSpPr>
          <p:nvPr>
            <p:ph type="body" sz="quarter" idx="10"/>
          </p:nvPr>
        </p:nvSpPr>
        <p:spPr/>
        <p:txBody>
          <a:bodyPr/>
          <a:lstStyle/>
          <a:p>
            <a:r>
              <a:rPr lang="en-ID" dirty="0"/>
              <a:t>RAM Model Assumptions</a:t>
            </a:r>
            <a:endParaRPr lang="en-ID" b="0" dirty="0"/>
          </a:p>
        </p:txBody>
      </p:sp>
      <p:sp>
        <p:nvSpPr>
          <p:cNvPr id="4" name="Content Placeholder 3">
            <a:extLst>
              <a:ext uri="{FF2B5EF4-FFF2-40B4-BE49-F238E27FC236}">
                <a16:creationId xmlns:a16="http://schemas.microsoft.com/office/drawing/2014/main" id="{FB415514-C192-1349-EF94-0CC4E29CEE86}"/>
              </a:ext>
            </a:extLst>
          </p:cNvPr>
          <p:cNvSpPr>
            <a:spLocks noGrp="1"/>
          </p:cNvSpPr>
          <p:nvPr>
            <p:ph sz="quarter" idx="11"/>
          </p:nvPr>
        </p:nvSpPr>
        <p:spPr/>
        <p:txBody>
          <a:bodyPr>
            <a:normAutofit/>
          </a:bodyPr>
          <a:lstStyle/>
          <a:p>
            <a:r>
              <a:rPr lang="en-ID" dirty="0"/>
              <a:t>The RAM model gives a clean </a:t>
            </a:r>
            <a:r>
              <a:rPr lang="en-ID" b="1" dirty="0"/>
              <a:t>worst-case upper bound</a:t>
            </a:r>
            <a:r>
              <a:rPr lang="en-ID" dirty="0"/>
              <a:t> that closely predicts real performance up to constant factors for most algorithms on modern hardware.</a:t>
            </a:r>
          </a:p>
        </p:txBody>
      </p:sp>
    </p:spTree>
    <p:extLst>
      <p:ext uri="{BB962C8B-B14F-4D97-AF65-F5344CB8AC3E}">
        <p14:creationId xmlns:p14="http://schemas.microsoft.com/office/powerpoint/2010/main" val="8240154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1B239-58AD-6E46-5B0B-950E756DA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BDE12-153A-F8D0-9189-8EB9C25F706A}"/>
              </a:ext>
            </a:extLst>
          </p:cNvPr>
          <p:cNvSpPr>
            <a:spLocks noGrp="1"/>
          </p:cNvSpPr>
          <p:nvPr>
            <p:ph type="title"/>
          </p:nvPr>
        </p:nvSpPr>
        <p:spPr/>
        <p:txBody>
          <a:bodyPr>
            <a:normAutofit fontScale="90000"/>
          </a:bodyPr>
          <a:lstStyle/>
          <a:p>
            <a:r>
              <a:rPr lang="en-US" dirty="0"/>
              <a:t>Insertion sort Analysis</a:t>
            </a:r>
            <a:endParaRPr lang="en-ID" dirty="0"/>
          </a:p>
        </p:txBody>
      </p:sp>
      <p:sp>
        <p:nvSpPr>
          <p:cNvPr id="3" name="Text Placeholder 2">
            <a:extLst>
              <a:ext uri="{FF2B5EF4-FFF2-40B4-BE49-F238E27FC236}">
                <a16:creationId xmlns:a16="http://schemas.microsoft.com/office/drawing/2014/main" id="{E09D9C00-12D1-6697-724B-E8B930DF6686}"/>
              </a:ext>
            </a:extLst>
          </p:cNvPr>
          <p:cNvSpPr>
            <a:spLocks noGrp="1"/>
          </p:cNvSpPr>
          <p:nvPr>
            <p:ph type="body" sz="quarter" idx="10"/>
          </p:nvPr>
        </p:nvSpPr>
        <p:spPr/>
        <p:txBody>
          <a:bodyPr/>
          <a:lstStyle/>
          <a:p>
            <a:r>
              <a:rPr lang="en-ID" dirty="0"/>
              <a:t>The Intuition</a:t>
            </a:r>
          </a:p>
        </p:txBody>
      </p:sp>
      <p:pic>
        <p:nvPicPr>
          <p:cNvPr id="7" name="Picture 6" descr="Insertion Sort | Mollify LMS">
            <a:extLst>
              <a:ext uri="{FF2B5EF4-FFF2-40B4-BE49-F238E27FC236}">
                <a16:creationId xmlns:a16="http://schemas.microsoft.com/office/drawing/2014/main" id="{CE2660D9-FE7C-C401-8118-D623C39A0939}"/>
              </a:ext>
            </a:extLst>
          </p:cNvPr>
          <p:cNvPicPr>
            <a:picLocks noChangeAspect="1"/>
          </p:cNvPicPr>
          <p:nvPr/>
        </p:nvPicPr>
        <p:blipFill>
          <a:blip r:embed="rId3"/>
          <a:stretch>
            <a:fillRect/>
          </a:stretch>
        </p:blipFill>
        <p:spPr>
          <a:xfrm>
            <a:off x="4834216" y="3223274"/>
            <a:ext cx="14715568" cy="9844922"/>
          </a:xfrm>
          <a:prstGeom prst="rect">
            <a:avLst/>
          </a:prstGeom>
        </p:spPr>
      </p:pic>
    </p:spTree>
    <p:extLst>
      <p:ext uri="{BB962C8B-B14F-4D97-AF65-F5344CB8AC3E}">
        <p14:creationId xmlns:p14="http://schemas.microsoft.com/office/powerpoint/2010/main" val="282459752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7BDEB-6A68-AF29-C764-2033D599E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358260-4967-C541-C8A3-C96BB2BB3422}"/>
              </a:ext>
            </a:extLst>
          </p:cNvPr>
          <p:cNvSpPr>
            <a:spLocks noGrp="1"/>
          </p:cNvSpPr>
          <p:nvPr>
            <p:ph type="title"/>
          </p:nvPr>
        </p:nvSpPr>
        <p:spPr/>
        <p:txBody>
          <a:bodyPr>
            <a:normAutofit fontScale="90000"/>
          </a:bodyPr>
          <a:lstStyle/>
          <a:p>
            <a:r>
              <a:rPr lang="en-US" dirty="0"/>
              <a:t>Insertion sort Analysis</a:t>
            </a:r>
            <a:endParaRPr lang="en-ID" dirty="0"/>
          </a:p>
        </p:txBody>
      </p:sp>
      <p:sp>
        <p:nvSpPr>
          <p:cNvPr id="3" name="Text Placeholder 2">
            <a:extLst>
              <a:ext uri="{FF2B5EF4-FFF2-40B4-BE49-F238E27FC236}">
                <a16:creationId xmlns:a16="http://schemas.microsoft.com/office/drawing/2014/main" id="{8029C0F8-E73A-6E7C-3E37-624476409022}"/>
              </a:ext>
            </a:extLst>
          </p:cNvPr>
          <p:cNvSpPr>
            <a:spLocks noGrp="1"/>
          </p:cNvSpPr>
          <p:nvPr>
            <p:ph type="body" sz="quarter" idx="10"/>
          </p:nvPr>
        </p:nvSpPr>
        <p:spPr/>
        <p:txBody>
          <a:bodyPr/>
          <a:lstStyle/>
          <a:p>
            <a:r>
              <a:rPr lang="en-ID" dirty="0"/>
              <a:t>The algorithm</a:t>
            </a:r>
          </a:p>
        </p:txBody>
      </p:sp>
      <p:pic>
        <p:nvPicPr>
          <p:cNvPr id="4" name="Picture 3" descr="A picture containing text, receipt, font, screenshot&#10;&#10;Description automatically generated">
            <a:extLst>
              <a:ext uri="{FF2B5EF4-FFF2-40B4-BE49-F238E27FC236}">
                <a16:creationId xmlns:a16="http://schemas.microsoft.com/office/drawing/2014/main" id="{E170C62A-9287-282A-A7B1-FD69BEDA9E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377" y="3519070"/>
            <a:ext cx="20226910" cy="7402930"/>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AA419BF-396B-53C1-3106-7FD4C04DDF97}"/>
                  </a:ext>
                </a:extLst>
              </p:cNvPr>
              <p:cNvSpPr txBox="1"/>
              <p:nvPr/>
            </p:nvSpPr>
            <p:spPr>
              <a:xfrm>
                <a:off x="2167377" y="11296272"/>
                <a:ext cx="20226910" cy="18312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D" sz="4000" b="0" dirty="0">
                    <a:solidFill>
                      <a:schemeClr val="bg2">
                        <a:lumMod val="10000"/>
                      </a:schemeClr>
                    </a:solidFill>
                    <a:effectLst/>
                    <a:latin typeface="+mn-lt"/>
                  </a:rPr>
                  <a:t>Let </a:t>
                </a:r>
                <a14:m>
                  <m:oMath xmlns:m="http://schemas.openxmlformats.org/officeDocument/2006/math">
                    <m:sSub>
                      <m:sSubPr>
                        <m:ctrlPr>
                          <a:rPr lang="en-ID" sz="4000" b="1" i="1" dirty="0" smtClean="0">
                            <a:solidFill>
                              <a:schemeClr val="bg2">
                                <a:lumMod val="10000"/>
                              </a:schemeClr>
                            </a:solidFill>
                            <a:effectLst/>
                            <a:latin typeface="Cambria Math" panose="02040503050406030204" pitchFamily="18" charset="0"/>
                          </a:rPr>
                        </m:ctrlPr>
                      </m:sSubPr>
                      <m:e>
                        <m:r>
                          <a:rPr lang="en-ID" sz="4000" b="1" i="1" dirty="0" smtClean="0">
                            <a:solidFill>
                              <a:schemeClr val="bg2">
                                <a:lumMod val="10000"/>
                              </a:schemeClr>
                            </a:solidFill>
                            <a:effectLst/>
                            <a:latin typeface="Cambria Math" panose="02040503050406030204" pitchFamily="18" charset="0"/>
                          </a:rPr>
                          <m:t>𝒕</m:t>
                        </m:r>
                      </m:e>
                      <m:sub>
                        <m:r>
                          <a:rPr lang="en-US" sz="4000" b="1" i="1" dirty="0" smtClean="0">
                            <a:solidFill>
                              <a:schemeClr val="bg2">
                                <a:lumMod val="10000"/>
                              </a:schemeClr>
                            </a:solidFill>
                            <a:effectLst/>
                            <a:latin typeface="Cambria Math" panose="02040503050406030204" pitchFamily="18" charset="0"/>
                          </a:rPr>
                          <m:t>𝒊</m:t>
                        </m:r>
                      </m:sub>
                    </m:sSub>
                    <m:r>
                      <a:rPr lang="en-US" sz="4000" b="1" i="1" dirty="0" smtClean="0">
                        <a:solidFill>
                          <a:schemeClr val="bg2">
                            <a:lumMod val="10000"/>
                          </a:schemeClr>
                        </a:solidFill>
                        <a:effectLst/>
                        <a:latin typeface="Cambria Math" panose="02040503050406030204" pitchFamily="18" charset="0"/>
                      </a:rPr>
                      <m:t>=</m:t>
                    </m:r>
                  </m:oMath>
                </a14:m>
                <a:r>
                  <a:rPr lang="en-ID" sz="4000" b="0" dirty="0">
                    <a:solidFill>
                      <a:schemeClr val="bg2">
                        <a:lumMod val="10000"/>
                      </a:schemeClr>
                    </a:solidFill>
                    <a:effectLst/>
                    <a:latin typeface="+mn-lt"/>
                  </a:rPr>
                  <a:t> number of times the while-loop condition is evaluated in iteration </a:t>
                </a:r>
                <a14:m>
                  <m:oMath xmlns:m="http://schemas.openxmlformats.org/officeDocument/2006/math">
                    <m:r>
                      <a:rPr lang="en-ID" sz="4000" b="1" i="1" dirty="0" smtClean="0">
                        <a:solidFill>
                          <a:schemeClr val="bg2">
                            <a:lumMod val="10000"/>
                          </a:schemeClr>
                        </a:solidFill>
                        <a:effectLst/>
                        <a:latin typeface="Cambria Math" panose="02040503050406030204" pitchFamily="18" charset="0"/>
                      </a:rPr>
                      <m:t>𝒊</m:t>
                    </m:r>
                  </m:oMath>
                </a14:m>
                <a:r>
                  <a:rPr lang="en-ID" sz="4000" b="0" dirty="0">
                    <a:solidFill>
                      <a:schemeClr val="bg2">
                        <a:lumMod val="10000"/>
                      </a:schemeClr>
                    </a:solidFill>
                    <a:effectLst/>
                    <a:latin typeface="+mn-lt"/>
                  </a:rPr>
                  <a:t> of the outer for-loop. So </a:t>
                </a:r>
                <a14:m>
                  <m:oMath xmlns:m="http://schemas.openxmlformats.org/officeDocument/2006/math">
                    <m:sSub>
                      <m:sSubPr>
                        <m:ctrlPr>
                          <a:rPr lang="en-ID" sz="4000" b="1" i="1" dirty="0">
                            <a:solidFill>
                              <a:schemeClr val="bg2">
                                <a:lumMod val="10000"/>
                              </a:schemeClr>
                            </a:solidFill>
                            <a:latin typeface="Cambria Math" panose="02040503050406030204" pitchFamily="18" charset="0"/>
                          </a:rPr>
                        </m:ctrlPr>
                      </m:sSubPr>
                      <m:e>
                        <m:r>
                          <a:rPr lang="en-ID" sz="4000" b="1" i="1" dirty="0">
                            <a:solidFill>
                              <a:schemeClr val="bg2">
                                <a:lumMod val="10000"/>
                              </a:schemeClr>
                            </a:solidFill>
                            <a:latin typeface="Cambria Math" panose="02040503050406030204" pitchFamily="18" charset="0"/>
                          </a:rPr>
                          <m:t>𝒕</m:t>
                        </m:r>
                      </m:e>
                      <m:sub>
                        <m:r>
                          <a:rPr lang="en-US" sz="4000" b="1" i="1" dirty="0" smtClean="0">
                            <a:solidFill>
                              <a:schemeClr val="bg2">
                                <a:lumMod val="10000"/>
                              </a:schemeClr>
                            </a:solidFill>
                            <a:latin typeface="Cambria Math" panose="02040503050406030204" pitchFamily="18" charset="0"/>
                          </a:rPr>
                          <m:t>𝒊</m:t>
                        </m:r>
                      </m:sub>
                    </m:sSub>
                  </m:oMath>
                </a14:m>
                <a:r>
                  <a:rPr lang="en-ID" sz="4000" b="0" dirty="0">
                    <a:solidFill>
                      <a:schemeClr val="bg2">
                        <a:lumMod val="10000"/>
                      </a:schemeClr>
                    </a:solidFill>
                    <a:effectLst/>
                    <a:latin typeface="+mn-lt"/>
                  </a:rPr>
                  <a:t> is tied to iteration </a:t>
                </a:r>
                <a14:m>
                  <m:oMath xmlns:m="http://schemas.openxmlformats.org/officeDocument/2006/math">
                    <m:r>
                      <a:rPr lang="en-ID" sz="4000" b="1" i="1" dirty="0">
                        <a:solidFill>
                          <a:schemeClr val="bg2">
                            <a:lumMod val="10000"/>
                          </a:schemeClr>
                        </a:solidFill>
                        <a:latin typeface="Cambria Math" panose="02040503050406030204" pitchFamily="18" charset="0"/>
                      </a:rPr>
                      <m:t>𝒊</m:t>
                    </m:r>
                    <m:r>
                      <a:rPr lang="en-US" sz="4000" b="1" i="1" dirty="0" smtClean="0">
                        <a:solidFill>
                          <a:schemeClr val="bg2">
                            <a:lumMod val="10000"/>
                          </a:schemeClr>
                        </a:solidFill>
                        <a:latin typeface="Cambria Math" panose="02040503050406030204" pitchFamily="18" charset="0"/>
                      </a:rPr>
                      <m:t>.</m:t>
                    </m:r>
                  </m:oMath>
                </a14:m>
                <a:endParaRPr lang="en-ID" sz="4000" b="0" dirty="0">
                  <a:solidFill>
                    <a:schemeClr val="bg2">
                      <a:lumMod val="10000"/>
                    </a:schemeClr>
                  </a:solidFill>
                  <a:effectLst/>
                  <a:latin typeface="+mn-lt"/>
                </a:endParaRPr>
              </a:p>
              <a:p>
                <a:pPr>
                  <a:lnSpc>
                    <a:spcPct val="100000"/>
                  </a:lnSpc>
                  <a:buNone/>
                </a:pPr>
                <a:br>
                  <a:rPr lang="en-ID" sz="2400" b="0" dirty="0">
                    <a:solidFill>
                      <a:srgbClr val="5E5E5E"/>
                    </a:solidFill>
                    <a:effectLst/>
                    <a:latin typeface="+mn-lt"/>
                  </a:rPr>
                </a:br>
                <a:endParaRPr lang="en-ID" sz="900" b="0" dirty="0">
                  <a:solidFill>
                    <a:srgbClr val="BBBEBF"/>
                  </a:solidFill>
                  <a:effectLst/>
                  <a:latin typeface="Menlo" panose="020B0609030804020204" pitchFamily="49" charset="0"/>
                </a:endParaRPr>
              </a:p>
            </p:txBody>
          </p:sp>
        </mc:Choice>
        <mc:Fallback>
          <p:sp>
            <p:nvSpPr>
              <p:cNvPr id="6" name="TextBox 5">
                <a:extLst>
                  <a:ext uri="{FF2B5EF4-FFF2-40B4-BE49-F238E27FC236}">
                    <a16:creationId xmlns:a16="http://schemas.microsoft.com/office/drawing/2014/main" id="{0AA419BF-396B-53C1-3106-7FD4C04DDF97}"/>
                  </a:ext>
                </a:extLst>
              </p:cNvPr>
              <p:cNvSpPr txBox="1">
                <a:spLocks noRot="1" noChangeAspect="1" noMove="1" noResize="1" noEditPoints="1" noAdjustHandles="1" noChangeArrowheads="1" noChangeShapeType="1" noTextEdit="1"/>
              </p:cNvSpPr>
              <p:nvPr/>
            </p:nvSpPr>
            <p:spPr>
              <a:xfrm>
                <a:off x="2167377" y="11296272"/>
                <a:ext cx="20226910" cy="1831271"/>
              </a:xfrm>
              <a:prstGeom prst="rect">
                <a:avLst/>
              </a:prstGeom>
              <a:blipFill>
                <a:blip r:embed="rId4"/>
                <a:stretch>
                  <a:fillRect t="-6207"/>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97422725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ADFD3-47AE-F04D-2EAF-76F5C8FA1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B2DF1-84B2-9495-7584-61B356356DA1}"/>
              </a:ext>
            </a:extLst>
          </p:cNvPr>
          <p:cNvSpPr>
            <a:spLocks noGrp="1"/>
          </p:cNvSpPr>
          <p:nvPr>
            <p:ph type="title"/>
          </p:nvPr>
        </p:nvSpPr>
        <p:spPr/>
        <p:txBody>
          <a:bodyPr>
            <a:normAutofit fontScale="90000"/>
          </a:bodyPr>
          <a:lstStyle/>
          <a:p>
            <a:r>
              <a:rPr lang="en-US" dirty="0"/>
              <a:t>Insertion sort Analysis</a:t>
            </a:r>
            <a:endParaRPr lang="en-ID" dirty="0"/>
          </a:p>
        </p:txBody>
      </p:sp>
      <p:sp>
        <p:nvSpPr>
          <p:cNvPr id="3" name="Text Placeholder 2">
            <a:extLst>
              <a:ext uri="{FF2B5EF4-FFF2-40B4-BE49-F238E27FC236}">
                <a16:creationId xmlns:a16="http://schemas.microsoft.com/office/drawing/2014/main" id="{9243793B-FFB4-8AEC-F776-B9081388B7DC}"/>
              </a:ext>
            </a:extLst>
          </p:cNvPr>
          <p:cNvSpPr>
            <a:spLocks noGrp="1"/>
          </p:cNvSpPr>
          <p:nvPr>
            <p:ph type="body" sz="quarter" idx="10"/>
          </p:nvPr>
        </p:nvSpPr>
        <p:spPr/>
        <p:txBody>
          <a:bodyPr>
            <a:normAutofit/>
          </a:bodyPr>
          <a:lstStyle/>
          <a:p>
            <a:r>
              <a:rPr lang="en-ID" dirty="0"/>
              <a:t>Exact Running times</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E1D3084-86F1-3711-B6A0-1A4262A24C0C}"/>
                  </a:ext>
                </a:extLst>
              </p:cNvPr>
              <p:cNvSpPr>
                <a:spLocks noGrp="1"/>
              </p:cNvSpPr>
              <p:nvPr>
                <p:ph sz="quarter" idx="11"/>
              </p:nvPr>
            </p:nvSpPr>
            <p:spPr>
              <a:xfrm>
                <a:off x="2167377" y="3714224"/>
                <a:ext cx="19309300" cy="9417576"/>
              </a:xfrm>
            </p:spPr>
            <p:txBody>
              <a:bodyPr>
                <a:normAutofit/>
              </a:bodyPr>
              <a:lstStyle/>
              <a:p>
                <a:r>
                  <a:rPr lang="en-ID" dirty="0"/>
                  <a:t>We can add the cost x times for every line:</a:t>
                </a:r>
              </a:p>
              <a:p>
                <a:endParaRPr lang="en-ID" dirty="0"/>
              </a:p>
              <a:p>
                <a:endParaRPr lang="en-ID" dirty="0"/>
              </a:p>
              <a:p>
                <a:endParaRPr lang="en-ID" dirty="0"/>
              </a:p>
              <a:p>
                <a:r>
                  <a:rPr lang="en-ID" dirty="0"/>
                  <a:t>The value of </a:t>
                </a:r>
                <a14:m>
                  <m:oMath xmlns:m="http://schemas.openxmlformats.org/officeDocument/2006/math">
                    <m:sSub>
                      <m:sSubPr>
                        <m:ctrlPr>
                          <a:rPr lang="en-ID" b="1" i="1" dirty="0" smtClean="0">
                            <a:latin typeface="Cambria Math" panose="02040503050406030204" pitchFamily="18" charset="0"/>
                          </a:rPr>
                        </m:ctrlPr>
                      </m:sSubPr>
                      <m:e>
                        <m:r>
                          <a:rPr lang="en-ID" b="1" i="1" dirty="0" smtClean="0">
                            <a:latin typeface="Cambria Math" panose="02040503050406030204" pitchFamily="18" charset="0"/>
                          </a:rPr>
                          <m:t>𝒕</m:t>
                        </m:r>
                      </m:e>
                      <m:sub>
                        <m:r>
                          <a:rPr lang="en-US" b="1" i="1" dirty="0" smtClean="0">
                            <a:latin typeface="Cambria Math" panose="02040503050406030204" pitchFamily="18" charset="0"/>
                          </a:rPr>
                          <m:t>𝒊</m:t>
                        </m:r>
                      </m:sub>
                    </m:sSub>
                  </m:oMath>
                </a14:m>
                <a:r>
                  <a:rPr lang="en-ID" dirty="0"/>
                  <a:t> depends on the input:</a:t>
                </a:r>
              </a:p>
              <a:p>
                <a:pPr lvl="1"/>
                <a:r>
                  <a:rPr lang="en-ID" b="1" dirty="0"/>
                  <a:t>Best case</a:t>
                </a:r>
                <a:r>
                  <a:rPr lang="en-ID" dirty="0"/>
                  <a:t> (array already sorted): </a:t>
                </a:r>
                <a14:m>
                  <m:oMath xmlns:m="http://schemas.openxmlformats.org/officeDocument/2006/math">
                    <m:sSub>
                      <m:sSubPr>
                        <m:ctrlPr>
                          <a:rPr lang="en-ID" b="1" i="1" dirty="0">
                            <a:latin typeface="Cambria Math" panose="02040503050406030204" pitchFamily="18" charset="0"/>
                          </a:rPr>
                        </m:ctrlPr>
                      </m:sSubPr>
                      <m:e>
                        <m:r>
                          <a:rPr lang="en-ID" b="1" i="1" dirty="0">
                            <a:latin typeface="Cambria Math" panose="02040503050406030204" pitchFamily="18" charset="0"/>
                          </a:rPr>
                          <m:t>𝒕</m:t>
                        </m:r>
                      </m:e>
                      <m:sub>
                        <m:r>
                          <a:rPr lang="en-US" b="1" i="1" dirty="0">
                            <a:latin typeface="Cambria Math" panose="02040503050406030204" pitchFamily="18" charset="0"/>
                          </a:rPr>
                          <m:t>𝒊</m:t>
                        </m:r>
                      </m:sub>
                    </m:sSub>
                    <m:r>
                      <a:rPr lang="en-US" b="1" i="1" dirty="0" smtClean="0">
                        <a:latin typeface="Cambria Math" panose="02040503050406030204" pitchFamily="18" charset="0"/>
                      </a:rPr>
                      <m:t>=</m:t>
                    </m:r>
                    <m:r>
                      <a:rPr lang="en-US" b="1" i="1" dirty="0" smtClean="0">
                        <a:latin typeface="Cambria Math" panose="02040503050406030204" pitchFamily="18" charset="0"/>
                      </a:rPr>
                      <m:t>𝟏</m:t>
                    </m:r>
                  </m:oMath>
                </a14:m>
                <a:r>
                  <a:rPr lang="en-ID" dirty="0"/>
                  <a:t> for all </a:t>
                </a:r>
                <a14:m>
                  <m:oMath xmlns:m="http://schemas.openxmlformats.org/officeDocument/2006/math">
                    <m:r>
                      <a:rPr lang="en-US" b="1" i="1" dirty="0">
                        <a:latin typeface="Cambria Math" panose="02040503050406030204" pitchFamily="18" charset="0"/>
                      </a:rPr>
                      <m:t>𝒊</m:t>
                    </m:r>
                  </m:oMath>
                </a14:m>
                <a:r>
                  <a:rPr lang="en-ID" dirty="0"/>
                  <a:t> (the while condition fails immediately).</a:t>
                </a:r>
              </a:p>
              <a:p>
                <a:pPr lvl="1"/>
                <a:r>
                  <a:rPr lang="en-ID" b="1" dirty="0"/>
                  <a:t>Worst case</a:t>
                </a:r>
                <a:r>
                  <a:rPr lang="en-ID" dirty="0"/>
                  <a:t> (array in reverse order): </a:t>
                </a:r>
                <a14:m>
                  <m:oMath xmlns:m="http://schemas.openxmlformats.org/officeDocument/2006/math">
                    <m:sSub>
                      <m:sSubPr>
                        <m:ctrlPr>
                          <a:rPr lang="en-ID" b="1" i="1" dirty="0">
                            <a:latin typeface="Cambria Math" panose="02040503050406030204" pitchFamily="18" charset="0"/>
                          </a:rPr>
                        </m:ctrlPr>
                      </m:sSubPr>
                      <m:e>
                        <m:r>
                          <a:rPr lang="en-ID" b="1" i="1" dirty="0">
                            <a:latin typeface="Cambria Math" panose="02040503050406030204" pitchFamily="18" charset="0"/>
                          </a:rPr>
                          <m:t>𝒕</m:t>
                        </m:r>
                      </m:e>
                      <m:sub>
                        <m:r>
                          <a:rPr lang="en-US" b="1" i="1" dirty="0">
                            <a:latin typeface="Cambria Math" panose="02040503050406030204" pitchFamily="18" charset="0"/>
                          </a:rPr>
                          <m:t>𝒊</m:t>
                        </m:r>
                      </m:sub>
                    </m:sSub>
                    <m:r>
                      <a:rPr lang="en-US" b="1" i="1" dirty="0" smtClean="0">
                        <a:latin typeface="Cambria Math" panose="02040503050406030204" pitchFamily="18" charset="0"/>
                      </a:rPr>
                      <m:t>=</m:t>
                    </m:r>
                    <m:r>
                      <a:rPr lang="en-US" b="1" i="1" dirty="0" smtClean="0">
                        <a:latin typeface="Cambria Math" panose="02040503050406030204" pitchFamily="18" charset="0"/>
                      </a:rPr>
                      <m:t>𝒊</m:t>
                    </m:r>
                  </m:oMath>
                </a14:m>
                <a:r>
                  <a:rPr lang="en-ID" dirty="0"/>
                  <a:t> for all </a:t>
                </a:r>
                <a14:m>
                  <m:oMath xmlns:m="http://schemas.openxmlformats.org/officeDocument/2006/math">
                    <m:r>
                      <a:rPr lang="en-US" b="1" i="1" dirty="0">
                        <a:latin typeface="Cambria Math" panose="02040503050406030204" pitchFamily="18" charset="0"/>
                      </a:rPr>
                      <m:t>𝒊</m:t>
                    </m:r>
                  </m:oMath>
                </a14:m>
                <a:r>
                  <a:rPr lang="en-ID" dirty="0"/>
                  <a:t> (must compare with every element in </a:t>
                </a:r>
                <a14:m>
                  <m:oMath xmlns:m="http://schemas.openxmlformats.org/officeDocument/2006/math">
                    <m:r>
                      <a:rPr lang="en-ID" b="1" i="1" dirty="0" smtClean="0">
                        <a:latin typeface="Cambria Math" panose="02040503050406030204" pitchFamily="18" charset="0"/>
                      </a:rPr>
                      <m:t>𝑨</m:t>
                    </m:r>
                    <m:r>
                      <a:rPr lang="en-ID" b="1" i="1" dirty="0" smtClean="0">
                        <a:latin typeface="Cambria Math" panose="02040503050406030204" pitchFamily="18" charset="0"/>
                      </a:rPr>
                      <m:t>[</m:t>
                    </m:r>
                    <m:r>
                      <a:rPr lang="en-ID" b="1" i="1" dirty="0" smtClean="0">
                        <a:latin typeface="Cambria Math" panose="02040503050406030204" pitchFamily="18" charset="0"/>
                      </a:rPr>
                      <m:t>𝟏</m:t>
                    </m:r>
                    <m:r>
                      <a:rPr lang="en-ID" b="1" i="1" dirty="0" smtClean="0">
                        <a:latin typeface="Cambria Math" panose="02040503050406030204" pitchFamily="18" charset="0"/>
                      </a:rPr>
                      <m:t>..</m:t>
                    </m:r>
                    <m:r>
                      <a:rPr lang="en-ID" b="1" i="1" dirty="0" smtClean="0">
                        <a:latin typeface="Cambria Math" panose="02040503050406030204" pitchFamily="18" charset="0"/>
                      </a:rPr>
                      <m:t>𝒊</m:t>
                    </m:r>
                    <m:r>
                      <a:rPr lang="en-ID" b="1" i="1" dirty="0" smtClean="0">
                        <a:latin typeface="Cambria Math" panose="02040503050406030204" pitchFamily="18" charset="0"/>
                      </a:rPr>
                      <m:t>−</m:t>
                    </m:r>
                    <m:r>
                      <a:rPr lang="en-ID" b="1" i="1" dirty="0" smtClean="0">
                        <a:latin typeface="Cambria Math" panose="02040503050406030204" pitchFamily="18" charset="0"/>
                      </a:rPr>
                      <m:t>𝟏</m:t>
                    </m:r>
                    <m:r>
                      <a:rPr lang="en-ID" b="1" i="1" dirty="0" smtClean="0">
                        <a:latin typeface="Cambria Math" panose="02040503050406030204" pitchFamily="18" charset="0"/>
                      </a:rPr>
                      <m:t>]</m:t>
                    </m:r>
                  </m:oMath>
                </a14:m>
                <a:r>
                  <a:rPr lang="en-ID" dirty="0"/>
                  <a:t>).</a:t>
                </a:r>
              </a:p>
            </p:txBody>
          </p:sp>
        </mc:Choice>
        <mc:Fallback>
          <p:sp>
            <p:nvSpPr>
              <p:cNvPr id="4" name="Content Placeholder 3">
                <a:extLst>
                  <a:ext uri="{FF2B5EF4-FFF2-40B4-BE49-F238E27FC236}">
                    <a16:creationId xmlns:a16="http://schemas.microsoft.com/office/drawing/2014/main" id="{3E1D3084-86F1-3711-B6A0-1A4262A24C0C}"/>
                  </a:ext>
                </a:extLst>
              </p:cNvPr>
              <p:cNvSpPr>
                <a:spLocks noGrp="1" noRot="1" noChangeAspect="1" noMove="1" noResize="1" noEditPoints="1" noAdjustHandles="1" noChangeArrowheads="1" noChangeShapeType="1" noTextEdit="1"/>
              </p:cNvSpPr>
              <p:nvPr>
                <p:ph sz="quarter" idx="11"/>
              </p:nvPr>
            </p:nvSpPr>
            <p:spPr>
              <a:xfrm>
                <a:off x="2167377" y="3714224"/>
                <a:ext cx="19309300" cy="9417576"/>
              </a:xfrm>
              <a:blipFill>
                <a:blip r:embed="rId3"/>
                <a:stretch>
                  <a:fillRect l="-1380" t="-1213" r="-526"/>
                </a:stretch>
              </a:blipFill>
            </p:spPr>
            <p:txBody>
              <a:bodyPr/>
              <a:lstStyle/>
              <a:p>
                <a:r>
                  <a:rPr lang="en-US">
                    <a:noFill/>
                  </a:rPr>
                  <a:t> </a:t>
                </a:r>
              </a:p>
            </p:txBody>
          </p:sp>
        </mc:Fallback>
      </mc:AlternateContent>
      <p:pic>
        <p:nvPicPr>
          <p:cNvPr id="5" name="Content Placeholder 7" descr="A picture containing text, font, white, handwriting&#10;&#10;Description automatically generated">
            <a:extLst>
              <a:ext uri="{FF2B5EF4-FFF2-40B4-BE49-F238E27FC236}">
                <a16:creationId xmlns:a16="http://schemas.microsoft.com/office/drawing/2014/main" id="{1754F345-4D03-E7E0-4E16-26D0BAB979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2694" y="4504359"/>
            <a:ext cx="15698612" cy="3634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40012094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F180E-6DD9-F2B5-A37E-152E6B996ADF}"/>
              </a:ext>
            </a:extLst>
          </p:cNvPr>
          <p:cNvSpPr>
            <a:spLocks noGrp="1"/>
          </p:cNvSpPr>
          <p:nvPr>
            <p:ph type="title"/>
          </p:nvPr>
        </p:nvSpPr>
        <p:spPr/>
        <p:txBody>
          <a:bodyPr>
            <a:normAutofit fontScale="90000"/>
          </a:bodyPr>
          <a:lstStyle/>
          <a:p>
            <a:r>
              <a:rPr lang="en-ID" dirty="0"/>
              <a:t>Worst-Case, Average-Case, and Best-Case Analysis</a:t>
            </a:r>
            <a:br>
              <a:rPr lang="en-ID" b="0" dirty="0"/>
            </a:br>
            <a:endParaRPr lang="en-US" dirty="0"/>
          </a:p>
        </p:txBody>
      </p:sp>
      <p:sp>
        <p:nvSpPr>
          <p:cNvPr id="3" name="Text Placeholder 2">
            <a:extLst>
              <a:ext uri="{FF2B5EF4-FFF2-40B4-BE49-F238E27FC236}">
                <a16:creationId xmlns:a16="http://schemas.microsoft.com/office/drawing/2014/main" id="{249B9F62-5F77-BA3F-91AF-EBF27077CF5F}"/>
              </a:ext>
            </a:extLst>
          </p:cNvPr>
          <p:cNvSpPr>
            <a:spLocks noGrp="1"/>
          </p:cNvSpPr>
          <p:nvPr>
            <p:ph type="body" sz="quarter" idx="10"/>
          </p:nvPr>
        </p:nvSpPr>
        <p:spPr>
          <a:xfrm>
            <a:off x="2167377" y="2419728"/>
            <a:ext cx="13682223" cy="803546"/>
          </a:xfrm>
        </p:spPr>
        <p:txBody>
          <a:bodyPr/>
          <a:lstStyle/>
          <a:p>
            <a:r>
              <a:rPr lang="en-ID" dirty="0"/>
              <a:t>Best-Case Analysis (Already Sorted Input)</a:t>
            </a:r>
            <a:endParaRPr lang="en-ID" b="0" dirty="0"/>
          </a:p>
          <a:p>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78A390FE-A9EB-9D0F-80B1-56AB74F13664}"/>
                  </a:ext>
                </a:extLst>
              </p:cNvPr>
              <p:cNvSpPr>
                <a:spLocks noGrp="1"/>
              </p:cNvSpPr>
              <p:nvPr>
                <p:ph sz="quarter" idx="11"/>
              </p:nvPr>
            </p:nvSpPr>
            <p:spPr/>
            <p:txBody>
              <a:bodyPr/>
              <a:lstStyle/>
              <a:p>
                <a:r>
                  <a:rPr lang="en-ID" dirty="0"/>
                  <a:t>With </a:t>
                </a:r>
                <a14:m>
                  <m:oMath xmlns:m="http://schemas.openxmlformats.org/officeDocument/2006/math">
                    <m:sSub>
                      <m:sSubPr>
                        <m:ctrlPr>
                          <a:rPr lang="en-ID" b="1" i="1" dirty="0" smtClean="0">
                            <a:latin typeface="Cambria Math" panose="02040503050406030204" pitchFamily="18" charset="0"/>
                          </a:rPr>
                        </m:ctrlPr>
                      </m:sSubPr>
                      <m:e>
                        <m:r>
                          <a:rPr lang="en-ID" b="1" i="1" dirty="0" smtClean="0">
                            <a:latin typeface="Cambria Math" panose="02040503050406030204" pitchFamily="18" charset="0"/>
                          </a:rPr>
                          <m:t>𝒕</m:t>
                        </m:r>
                      </m:e>
                      <m:sub>
                        <m:r>
                          <a:rPr lang="en-US" b="1" i="1" dirty="0" smtClean="0">
                            <a:latin typeface="Cambria Math" panose="02040503050406030204" pitchFamily="18" charset="0"/>
                          </a:rPr>
                          <m:t>𝒊</m:t>
                        </m:r>
                      </m:sub>
                    </m:sSub>
                    <m:r>
                      <a:rPr lang="en-ID" b="1" i="1" dirty="0" smtClean="0">
                        <a:latin typeface="Cambria Math" panose="02040503050406030204" pitchFamily="18" charset="0"/>
                      </a:rPr>
                      <m:t> = </m:t>
                    </m:r>
                    <m:r>
                      <a:rPr lang="en-ID" b="1" i="1" dirty="0" smtClean="0">
                        <a:latin typeface="Cambria Math" panose="02040503050406030204" pitchFamily="18" charset="0"/>
                      </a:rPr>
                      <m:t>𝟏</m:t>
                    </m:r>
                    <m:r>
                      <a:rPr lang="en-ID" b="1" i="1" dirty="0" smtClean="0">
                        <a:latin typeface="Cambria Math" panose="02040503050406030204" pitchFamily="18" charset="0"/>
                      </a:rPr>
                      <m:t> </m:t>
                    </m:r>
                    <m:r>
                      <a:rPr lang="en-ID" i="1" dirty="0" smtClean="0">
                        <a:latin typeface="Cambria Math" panose="02040503050406030204" pitchFamily="18" charset="0"/>
                      </a:rPr>
                      <m:t>𝑓𝑜𝑟</m:t>
                    </m:r>
                    <m:r>
                      <a:rPr lang="en-ID" i="1" dirty="0" smtClean="0">
                        <a:latin typeface="Cambria Math" panose="02040503050406030204" pitchFamily="18" charset="0"/>
                      </a:rPr>
                      <m:t> </m:t>
                    </m:r>
                    <m:r>
                      <a:rPr lang="en-ID" i="1" dirty="0" smtClean="0">
                        <a:latin typeface="Cambria Math" panose="02040503050406030204" pitchFamily="18" charset="0"/>
                      </a:rPr>
                      <m:t>𝑎𝑙𝑙</m:t>
                    </m:r>
                    <m:r>
                      <a:rPr lang="en-ID" i="1" dirty="0" smtClean="0">
                        <a:latin typeface="Cambria Math" panose="02040503050406030204" pitchFamily="18" charset="0"/>
                      </a:rPr>
                      <m:t> </m:t>
                    </m:r>
                    <m:r>
                      <a:rPr lang="en-ID" b="1" i="1" dirty="0" err="1">
                        <a:latin typeface="Cambria Math" panose="02040503050406030204" pitchFamily="18" charset="0"/>
                      </a:rPr>
                      <m:t>𝒊</m:t>
                    </m:r>
                  </m:oMath>
                </a14:m>
                <a:r>
                  <a:rPr lang="en-ID" dirty="0"/>
                  <a:t>:</a:t>
                </a:r>
              </a:p>
              <a:p>
                <a:endParaRPr lang="en-ID" dirty="0"/>
              </a:p>
              <a:p>
                <a:endParaRPr lang="en-ID" dirty="0"/>
              </a:p>
              <a:p>
                <a:endParaRPr lang="en-ID" dirty="0"/>
              </a:p>
              <a:p>
                <a:r>
                  <a:rPr lang="en-ID" dirty="0"/>
                  <a:t>This is a </a:t>
                </a:r>
                <a:r>
                  <a:rPr lang="en-ID" b="1" dirty="0"/>
                  <a:t>linear function</a:t>
                </a:r>
                <a:r>
                  <a:rPr lang="en-ID" dirty="0"/>
                  <a:t> of n: </a:t>
                </a:r>
                <a14:m>
                  <m:oMath xmlns:m="http://schemas.openxmlformats.org/officeDocument/2006/math">
                    <m:r>
                      <a:rPr lang="en-ID" b="1" i="1" dirty="0" smtClean="0">
                        <a:latin typeface="Cambria Math" panose="02040503050406030204" pitchFamily="18" charset="0"/>
                      </a:rPr>
                      <m:t>𝑻</m:t>
                    </m:r>
                    <m:r>
                      <a:rPr lang="en-ID" b="1" i="1" dirty="0" smtClean="0">
                        <a:latin typeface="Cambria Math" panose="02040503050406030204" pitchFamily="18" charset="0"/>
                      </a:rPr>
                      <m:t>(</m:t>
                    </m:r>
                    <m:r>
                      <a:rPr lang="en-ID" b="1" i="1" dirty="0" smtClean="0">
                        <a:latin typeface="Cambria Math" panose="02040503050406030204" pitchFamily="18" charset="0"/>
                      </a:rPr>
                      <m:t>𝒏</m:t>
                    </m:r>
                    <m:r>
                      <a:rPr lang="en-ID" b="1" i="1" dirty="0" smtClean="0">
                        <a:latin typeface="Cambria Math" panose="02040503050406030204" pitchFamily="18" charset="0"/>
                      </a:rPr>
                      <m:t>) = </m:t>
                    </m:r>
                    <m:r>
                      <a:rPr lang="en-ID" b="1" i="1" dirty="0" smtClean="0">
                        <a:latin typeface="Cambria Math" panose="02040503050406030204" pitchFamily="18" charset="0"/>
                      </a:rPr>
                      <m:t>𝒂𝒏</m:t>
                    </m:r>
                    <m:r>
                      <a:rPr lang="en-ID" b="1" i="1" dirty="0" smtClean="0">
                        <a:latin typeface="Cambria Math" panose="02040503050406030204" pitchFamily="18" charset="0"/>
                      </a:rPr>
                      <m:t> + </m:t>
                    </m:r>
                    <m:r>
                      <a:rPr lang="en-ID" b="1" i="1" dirty="0" smtClean="0">
                        <a:latin typeface="Cambria Math" panose="02040503050406030204" pitchFamily="18" charset="0"/>
                      </a:rPr>
                      <m:t>𝒃</m:t>
                    </m:r>
                    <m:r>
                      <a:rPr lang="en-ID" b="1" i="1" dirty="0" smtClean="0">
                        <a:latin typeface="Cambria Math" panose="02040503050406030204" pitchFamily="18" charset="0"/>
                      </a:rPr>
                      <m:t> </m:t>
                    </m:r>
                  </m:oMath>
                </a14:m>
                <a:r>
                  <a:rPr lang="en-ID" dirty="0"/>
                  <a:t>for constants </a:t>
                </a:r>
                <a14:m>
                  <m:oMath xmlns:m="http://schemas.openxmlformats.org/officeDocument/2006/math">
                    <m:r>
                      <a:rPr lang="en-ID" b="1" i="1" dirty="0" smtClean="0">
                        <a:latin typeface="Cambria Math" panose="02040503050406030204" pitchFamily="18" charset="0"/>
                      </a:rPr>
                      <m:t>𝒂</m:t>
                    </m:r>
                  </m:oMath>
                </a14:m>
                <a:r>
                  <a:rPr lang="en-ID" dirty="0"/>
                  <a:t> (</a:t>
                </a:r>
                <a14:m>
                  <m:oMath xmlns:m="http://schemas.openxmlformats.org/officeDocument/2006/math">
                    <m:r>
                      <a:rPr lang="en-ID" b="0" i="1" dirty="0" smtClean="0">
                        <a:latin typeface="Cambria Math" panose="02040503050406030204" pitchFamily="18" charset="0"/>
                      </a:rPr>
                      <m:t>𝑐</m:t>
                    </m:r>
                    <m:r>
                      <a:rPr lang="en-ID" b="0" i="1" dirty="0" smtClean="0">
                        <a:latin typeface="Cambria Math" panose="02040503050406030204" pitchFamily="18" charset="0"/>
                      </a:rPr>
                      <m:t>1+</m:t>
                    </m:r>
                    <m:r>
                      <a:rPr lang="en-ID" b="0" i="1" dirty="0" smtClean="0">
                        <a:latin typeface="Cambria Math" panose="02040503050406030204" pitchFamily="18" charset="0"/>
                      </a:rPr>
                      <m:t>𝑐</m:t>
                    </m:r>
                    <m:r>
                      <a:rPr lang="en-ID" b="0" i="1" dirty="0" smtClean="0">
                        <a:latin typeface="Cambria Math" panose="02040503050406030204" pitchFamily="18" charset="0"/>
                      </a:rPr>
                      <m:t>2+</m:t>
                    </m:r>
                    <m:r>
                      <a:rPr lang="en-ID" b="0" i="1" dirty="0" smtClean="0">
                        <a:latin typeface="Cambria Math" panose="02040503050406030204" pitchFamily="18" charset="0"/>
                      </a:rPr>
                      <m:t>𝑐</m:t>
                    </m:r>
                    <m:r>
                      <a:rPr lang="en-ID" b="0" i="1" dirty="0" smtClean="0">
                        <a:latin typeface="Cambria Math" panose="02040503050406030204" pitchFamily="18" charset="0"/>
                      </a:rPr>
                      <m:t>4+</m:t>
                    </m:r>
                    <m:r>
                      <a:rPr lang="en-ID" b="0" i="1" dirty="0" smtClean="0">
                        <a:latin typeface="Cambria Math" panose="02040503050406030204" pitchFamily="18" charset="0"/>
                      </a:rPr>
                      <m:t>𝑐</m:t>
                    </m:r>
                    <m:r>
                      <a:rPr lang="en-ID" b="0" i="1" dirty="0" smtClean="0">
                        <a:latin typeface="Cambria Math" panose="02040503050406030204" pitchFamily="18" charset="0"/>
                      </a:rPr>
                      <m:t>5+</m:t>
                    </m:r>
                    <m:r>
                      <a:rPr lang="en-ID" b="0" i="1" dirty="0" smtClean="0">
                        <a:latin typeface="Cambria Math" panose="02040503050406030204" pitchFamily="18" charset="0"/>
                      </a:rPr>
                      <m:t>𝑐</m:t>
                    </m:r>
                    <m:r>
                      <a:rPr lang="en-ID" b="0" i="1" dirty="0" smtClean="0">
                        <a:latin typeface="Cambria Math" panose="02040503050406030204" pitchFamily="18" charset="0"/>
                      </a:rPr>
                      <m:t>8</m:t>
                    </m:r>
                  </m:oMath>
                </a14:m>
                <a:r>
                  <a:rPr lang="en-ID" dirty="0"/>
                  <a:t>) and </a:t>
                </a:r>
                <a14:m>
                  <m:oMath xmlns:m="http://schemas.openxmlformats.org/officeDocument/2006/math">
                    <m:r>
                      <a:rPr lang="en-ID" b="1" i="1" dirty="0" smtClean="0">
                        <a:latin typeface="Cambria Math" panose="02040503050406030204" pitchFamily="18" charset="0"/>
                      </a:rPr>
                      <m:t>𝒃</m:t>
                    </m:r>
                  </m:oMath>
                </a14:m>
                <a:r>
                  <a:rPr lang="en-ID" dirty="0"/>
                  <a:t> (</a:t>
                </a:r>
                <a14:m>
                  <m:oMath xmlns:m="http://schemas.openxmlformats.org/officeDocument/2006/math">
                    <m:r>
                      <a:rPr lang="en-ID" i="1" dirty="0" smtClean="0">
                        <a:latin typeface="Cambria Math" panose="02040503050406030204" pitchFamily="18" charset="0"/>
                      </a:rPr>
                      <m:t>𝑐</m:t>
                    </m:r>
                    <m:r>
                      <a:rPr lang="en-ID" i="1" dirty="0" smtClean="0">
                        <a:latin typeface="Cambria Math" panose="02040503050406030204" pitchFamily="18" charset="0"/>
                      </a:rPr>
                      <m:t>2+</m:t>
                    </m:r>
                    <m:r>
                      <a:rPr lang="en-ID" i="1" dirty="0" smtClean="0">
                        <a:latin typeface="Cambria Math" panose="02040503050406030204" pitchFamily="18" charset="0"/>
                      </a:rPr>
                      <m:t>𝑐</m:t>
                    </m:r>
                    <m:r>
                      <a:rPr lang="en-ID" i="1" dirty="0" smtClean="0">
                        <a:latin typeface="Cambria Math" panose="02040503050406030204" pitchFamily="18" charset="0"/>
                      </a:rPr>
                      <m:t>4+</m:t>
                    </m:r>
                    <m:r>
                      <a:rPr lang="en-ID" i="1" dirty="0" smtClean="0">
                        <a:latin typeface="Cambria Math" panose="02040503050406030204" pitchFamily="18" charset="0"/>
                      </a:rPr>
                      <m:t>𝑐</m:t>
                    </m:r>
                    <m:r>
                      <a:rPr lang="en-ID" i="1" dirty="0" smtClean="0">
                        <a:latin typeface="Cambria Math" panose="02040503050406030204" pitchFamily="18" charset="0"/>
                      </a:rPr>
                      <m:t>5+</m:t>
                    </m:r>
                    <m:r>
                      <a:rPr lang="en-ID" i="1" dirty="0" smtClean="0">
                        <a:latin typeface="Cambria Math" panose="02040503050406030204" pitchFamily="18" charset="0"/>
                      </a:rPr>
                      <m:t>𝑐</m:t>
                    </m:r>
                    <m:r>
                      <a:rPr lang="en-ID" i="1" dirty="0" smtClean="0">
                        <a:latin typeface="Cambria Math" panose="02040503050406030204" pitchFamily="18" charset="0"/>
                      </a:rPr>
                      <m:t>8</m:t>
                    </m:r>
                  </m:oMath>
                </a14:m>
                <a:r>
                  <a:rPr lang="en-ID" dirty="0"/>
                  <a:t>).</a:t>
                </a:r>
              </a:p>
              <a:p>
                <a:endParaRPr lang="en-US" dirty="0"/>
              </a:p>
            </p:txBody>
          </p:sp>
        </mc:Choice>
        <mc:Fallback>
          <p:sp>
            <p:nvSpPr>
              <p:cNvPr id="4" name="Content Placeholder 3">
                <a:extLst>
                  <a:ext uri="{FF2B5EF4-FFF2-40B4-BE49-F238E27FC236}">
                    <a16:creationId xmlns:a16="http://schemas.microsoft.com/office/drawing/2014/main" id="{78A390FE-A9EB-9D0F-80B1-56AB74F13664}"/>
                  </a:ext>
                </a:extLst>
              </p:cNvPr>
              <p:cNvSpPr>
                <a:spLocks noGrp="1" noRot="1" noChangeAspect="1" noMove="1" noResize="1" noEditPoints="1" noAdjustHandles="1" noChangeArrowheads="1" noChangeShapeType="1" noTextEdit="1"/>
              </p:cNvSpPr>
              <p:nvPr>
                <p:ph sz="quarter" idx="11"/>
              </p:nvPr>
            </p:nvSpPr>
            <p:spPr>
              <a:blipFill>
                <a:blip r:embed="rId2"/>
                <a:stretch>
                  <a:fillRect l="-1380" t="-1248"/>
                </a:stretch>
              </a:blipFill>
            </p:spPr>
            <p:txBody>
              <a:bodyPr/>
              <a:lstStyle/>
              <a:p>
                <a:r>
                  <a:rPr lang="en-US">
                    <a:noFill/>
                  </a:rPr>
                  <a:t> </a:t>
                </a:r>
              </a:p>
            </p:txBody>
          </p:sp>
        </mc:Fallback>
      </mc:AlternateContent>
      <p:pic>
        <p:nvPicPr>
          <p:cNvPr id="5" name="Picture 4" descr="A picture containing text, font, white, handwriting&#10;&#10;Description automatically generated">
            <a:extLst>
              <a:ext uri="{FF2B5EF4-FFF2-40B4-BE49-F238E27FC236}">
                <a16:creationId xmlns:a16="http://schemas.microsoft.com/office/drawing/2014/main" id="{A35E4B7C-544A-4F67-DA1A-0F53310B54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3063" y="5141262"/>
            <a:ext cx="18063614" cy="2250138"/>
          </a:xfrm>
          <a:prstGeom prst="rect">
            <a:avLst/>
          </a:prstGeom>
          <a:ln>
            <a:solidFill>
              <a:srgbClr val="212121"/>
            </a:solidFill>
          </a:ln>
        </p:spPr>
      </p:pic>
    </p:spTree>
    <p:extLst>
      <p:ext uri="{BB962C8B-B14F-4D97-AF65-F5344CB8AC3E}">
        <p14:creationId xmlns:p14="http://schemas.microsoft.com/office/powerpoint/2010/main" val="256088604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75FD4-BA8D-012F-3188-1E2D7EB0A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84930-920F-0D19-1A38-E399E1D5988D}"/>
              </a:ext>
            </a:extLst>
          </p:cNvPr>
          <p:cNvSpPr>
            <a:spLocks noGrp="1"/>
          </p:cNvSpPr>
          <p:nvPr>
            <p:ph type="title"/>
          </p:nvPr>
        </p:nvSpPr>
        <p:spPr/>
        <p:txBody>
          <a:bodyPr>
            <a:normAutofit fontScale="90000"/>
          </a:bodyPr>
          <a:lstStyle/>
          <a:p>
            <a:r>
              <a:rPr lang="en-ID" dirty="0"/>
              <a:t>Worst-Case, Average-Case, and Best-Case Analysis</a:t>
            </a:r>
            <a:br>
              <a:rPr lang="en-ID" b="0" dirty="0"/>
            </a:br>
            <a:endParaRPr lang="en-US" dirty="0"/>
          </a:p>
        </p:txBody>
      </p:sp>
      <p:sp>
        <p:nvSpPr>
          <p:cNvPr id="3" name="Text Placeholder 2">
            <a:extLst>
              <a:ext uri="{FF2B5EF4-FFF2-40B4-BE49-F238E27FC236}">
                <a16:creationId xmlns:a16="http://schemas.microsoft.com/office/drawing/2014/main" id="{8EDDFE7D-8156-0C03-9345-11A663D8BF98}"/>
              </a:ext>
            </a:extLst>
          </p:cNvPr>
          <p:cNvSpPr>
            <a:spLocks noGrp="1"/>
          </p:cNvSpPr>
          <p:nvPr>
            <p:ph type="body" sz="quarter" idx="10"/>
          </p:nvPr>
        </p:nvSpPr>
        <p:spPr>
          <a:xfrm>
            <a:off x="2167377" y="2419728"/>
            <a:ext cx="13682223" cy="803546"/>
          </a:xfrm>
        </p:spPr>
        <p:txBody>
          <a:bodyPr/>
          <a:lstStyle/>
          <a:p>
            <a:r>
              <a:rPr lang="en-ID" dirty="0"/>
              <a:t>Worst-Case Analysis (Reverse-Sorted Input)</a:t>
            </a:r>
            <a:endParaRPr lang="en-ID" b="0" dirty="0"/>
          </a:p>
          <a:p>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8E035E70-35F8-7FFF-2CDE-1B1B6722DB94}"/>
                  </a:ext>
                </a:extLst>
              </p:cNvPr>
              <p:cNvSpPr>
                <a:spLocks noGrp="1"/>
              </p:cNvSpPr>
              <p:nvPr>
                <p:ph sz="quarter" idx="11"/>
              </p:nvPr>
            </p:nvSpPr>
            <p:spPr>
              <a:xfrm>
                <a:off x="2167377" y="3714224"/>
                <a:ext cx="19309300" cy="9138176"/>
              </a:xfrm>
            </p:spPr>
            <p:txBody>
              <a:bodyPr>
                <a:normAutofit/>
              </a:bodyPr>
              <a:lstStyle/>
              <a:p>
                <a:r>
                  <a:rPr lang="en-ID" dirty="0"/>
                  <a:t>With </a:t>
                </a:r>
                <a14:m>
                  <m:oMath xmlns:m="http://schemas.openxmlformats.org/officeDocument/2006/math">
                    <m:sSub>
                      <m:sSubPr>
                        <m:ctrlPr>
                          <a:rPr lang="en-ID" b="1" i="1" dirty="0" smtClean="0">
                            <a:latin typeface="Cambria Math" panose="02040503050406030204" pitchFamily="18" charset="0"/>
                          </a:rPr>
                        </m:ctrlPr>
                      </m:sSubPr>
                      <m:e>
                        <m:r>
                          <a:rPr lang="en-ID" b="1" i="1" dirty="0" smtClean="0">
                            <a:latin typeface="Cambria Math" panose="02040503050406030204" pitchFamily="18" charset="0"/>
                          </a:rPr>
                          <m:t>𝒕</m:t>
                        </m:r>
                      </m:e>
                      <m:sub>
                        <m:r>
                          <a:rPr lang="en-US" b="1" i="1" dirty="0" smtClean="0">
                            <a:latin typeface="Cambria Math" panose="02040503050406030204" pitchFamily="18" charset="0"/>
                          </a:rPr>
                          <m:t>𝒊</m:t>
                        </m:r>
                      </m:sub>
                    </m:sSub>
                    <m:r>
                      <a:rPr lang="en-ID" b="1" i="1" dirty="0" smtClean="0">
                        <a:latin typeface="Cambria Math" panose="02040503050406030204" pitchFamily="18" charset="0"/>
                      </a:rPr>
                      <m:t> = </m:t>
                    </m:r>
                    <m:r>
                      <a:rPr lang="en-ID" b="1" i="1" dirty="0" err="1">
                        <a:latin typeface="Cambria Math" panose="02040503050406030204" pitchFamily="18" charset="0"/>
                      </a:rPr>
                      <m:t>𝒊</m:t>
                    </m:r>
                  </m:oMath>
                </a14:m>
                <a:r>
                  <a:rPr lang="en-ID" dirty="0"/>
                  <a:t>:</a:t>
                </a:r>
              </a:p>
              <a:p>
                <a:endParaRPr lang="en-ID" dirty="0"/>
              </a:p>
              <a:p>
                <a:endParaRPr lang="en-ID" dirty="0"/>
              </a:p>
              <a:p>
                <a:endParaRPr lang="en-ID" dirty="0"/>
              </a:p>
              <a:p>
                <a:endParaRPr lang="en-ID" dirty="0"/>
              </a:p>
              <a:p>
                <a:endParaRPr lang="en-ID" dirty="0"/>
              </a:p>
              <a:p>
                <a:endParaRPr lang="en-ID" dirty="0"/>
              </a:p>
              <a:p>
                <a:r>
                  <a:rPr lang="en-ID" dirty="0"/>
                  <a:t>This is a </a:t>
                </a:r>
                <a:r>
                  <a:rPr lang="en-ID" b="1" dirty="0"/>
                  <a:t>quadratic function</a:t>
                </a:r>
                <a:r>
                  <a:rPr lang="en-ID" dirty="0"/>
                  <a:t> of n: </a:t>
                </a:r>
                <a14:m>
                  <m:oMath xmlns:m="http://schemas.openxmlformats.org/officeDocument/2006/math">
                    <m:r>
                      <a:rPr lang="en-ID" b="1" i="1" dirty="0" smtClean="0">
                        <a:latin typeface="Cambria Math" panose="02040503050406030204" pitchFamily="18" charset="0"/>
                      </a:rPr>
                      <m:t>𝑻</m:t>
                    </m:r>
                    <m:d>
                      <m:dPr>
                        <m:ctrlPr>
                          <a:rPr lang="en-ID" b="1" i="1" dirty="0" smtClean="0">
                            <a:latin typeface="Cambria Math" panose="02040503050406030204" pitchFamily="18" charset="0"/>
                          </a:rPr>
                        </m:ctrlPr>
                      </m:dPr>
                      <m:e>
                        <m:r>
                          <a:rPr lang="en-ID" b="1" i="1" dirty="0" smtClean="0">
                            <a:latin typeface="Cambria Math" panose="02040503050406030204" pitchFamily="18" charset="0"/>
                          </a:rPr>
                          <m:t>𝒏</m:t>
                        </m:r>
                      </m:e>
                    </m:d>
                    <m:r>
                      <a:rPr lang="en-ID" b="1" i="1" dirty="0" smtClean="0">
                        <a:latin typeface="Cambria Math" panose="02040503050406030204" pitchFamily="18" charset="0"/>
                      </a:rPr>
                      <m:t>= </m:t>
                    </m:r>
                    <m:r>
                      <a:rPr lang="en-ID" b="1" i="1" dirty="0" smtClean="0">
                        <a:latin typeface="Cambria Math" panose="02040503050406030204" pitchFamily="18" charset="0"/>
                      </a:rPr>
                      <m:t>𝒂</m:t>
                    </m:r>
                    <m:sSup>
                      <m:sSupPr>
                        <m:ctrlPr>
                          <a:rPr lang="en-ID" b="1" i="1" dirty="0" smtClean="0">
                            <a:latin typeface="Cambria Math" panose="02040503050406030204" pitchFamily="18" charset="0"/>
                          </a:rPr>
                        </m:ctrlPr>
                      </m:sSupPr>
                      <m:e>
                        <m:r>
                          <a:rPr lang="en-ID" b="1" i="1" dirty="0" smtClean="0">
                            <a:latin typeface="Cambria Math" panose="02040503050406030204" pitchFamily="18" charset="0"/>
                          </a:rPr>
                          <m:t>𝒏</m:t>
                        </m:r>
                      </m:e>
                      <m:sup>
                        <m:r>
                          <a:rPr lang="en-US" b="1" i="1" dirty="0" smtClean="0">
                            <a:latin typeface="Cambria Math" panose="02040503050406030204" pitchFamily="18" charset="0"/>
                          </a:rPr>
                          <m:t>𝟐</m:t>
                        </m:r>
                      </m:sup>
                    </m:sSup>
                    <m:r>
                      <a:rPr lang="en-ID" b="1" i="1" dirty="0" smtClean="0">
                        <a:latin typeface="Cambria Math" panose="02040503050406030204" pitchFamily="18" charset="0"/>
                      </a:rPr>
                      <m:t> + </m:t>
                    </m:r>
                    <m:r>
                      <a:rPr lang="en-ID" b="1" i="1" dirty="0" smtClean="0">
                        <a:latin typeface="Cambria Math" panose="02040503050406030204" pitchFamily="18" charset="0"/>
                      </a:rPr>
                      <m:t>𝒃𝒏</m:t>
                    </m:r>
                    <m:r>
                      <a:rPr lang="en-US" b="1" i="1" dirty="0" smtClean="0">
                        <a:latin typeface="Cambria Math" panose="02040503050406030204" pitchFamily="18" charset="0"/>
                      </a:rPr>
                      <m:t>+</m:t>
                    </m:r>
                    <m:r>
                      <a:rPr lang="en-US" b="1" i="1" dirty="0" smtClean="0">
                        <a:latin typeface="Cambria Math" panose="02040503050406030204" pitchFamily="18" charset="0"/>
                      </a:rPr>
                      <m:t>𝒄</m:t>
                    </m:r>
                    <m:r>
                      <a:rPr lang="en-ID" b="1" i="1" dirty="0" smtClean="0">
                        <a:latin typeface="Cambria Math" panose="02040503050406030204" pitchFamily="18" charset="0"/>
                      </a:rPr>
                      <m:t> </m:t>
                    </m:r>
                  </m:oMath>
                </a14:m>
                <a:endParaRPr lang="en-ID" dirty="0"/>
              </a:p>
              <a:p>
                <a:endParaRPr lang="en-US" dirty="0"/>
              </a:p>
            </p:txBody>
          </p:sp>
        </mc:Choice>
        <mc:Fallback>
          <p:sp>
            <p:nvSpPr>
              <p:cNvPr id="4" name="Content Placeholder 3">
                <a:extLst>
                  <a:ext uri="{FF2B5EF4-FFF2-40B4-BE49-F238E27FC236}">
                    <a16:creationId xmlns:a16="http://schemas.microsoft.com/office/drawing/2014/main" id="{8E035E70-35F8-7FFF-2CDE-1B1B6722DB94}"/>
                  </a:ext>
                </a:extLst>
              </p:cNvPr>
              <p:cNvSpPr>
                <a:spLocks noGrp="1" noRot="1" noChangeAspect="1" noMove="1" noResize="1" noEditPoints="1" noAdjustHandles="1" noChangeArrowheads="1" noChangeShapeType="1" noTextEdit="1"/>
              </p:cNvSpPr>
              <p:nvPr>
                <p:ph sz="quarter" idx="11"/>
              </p:nvPr>
            </p:nvSpPr>
            <p:spPr>
              <a:xfrm>
                <a:off x="2167377" y="3714224"/>
                <a:ext cx="19309300" cy="9138176"/>
              </a:xfrm>
              <a:blipFill>
                <a:blip r:embed="rId2"/>
                <a:stretch>
                  <a:fillRect l="-1380" t="-1111"/>
                </a:stretch>
              </a:blipFill>
            </p:spPr>
            <p:txBody>
              <a:bodyPr/>
              <a:lstStyle/>
              <a:p>
                <a:r>
                  <a:rPr lang="en-US">
                    <a:noFill/>
                  </a:rPr>
                  <a:t> </a:t>
                </a:r>
              </a:p>
            </p:txBody>
          </p:sp>
        </mc:Fallback>
      </mc:AlternateContent>
      <p:pic>
        <p:nvPicPr>
          <p:cNvPr id="6" name="Picture 5" descr="A picture containing font, diagram, white, design&#10;&#10;Description automatically generated">
            <a:extLst>
              <a:ext uri="{FF2B5EF4-FFF2-40B4-BE49-F238E27FC236}">
                <a16:creationId xmlns:a16="http://schemas.microsoft.com/office/drawing/2014/main" id="{13CC9B8B-6E7F-24C7-8098-97CBE9AAE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7323" y="5202574"/>
            <a:ext cx="4287389" cy="2817427"/>
          </a:xfrm>
          <a:prstGeom prst="rect">
            <a:avLst/>
          </a:prstGeom>
          <a:ln>
            <a:noFill/>
          </a:ln>
        </p:spPr>
      </p:pic>
      <p:pic>
        <p:nvPicPr>
          <p:cNvPr id="7" name="Picture 6" descr="A picture containing font, diagram, white, line&#10;&#10;Description automatically generated">
            <a:extLst>
              <a:ext uri="{FF2B5EF4-FFF2-40B4-BE49-F238E27FC236}">
                <a16:creationId xmlns:a16="http://schemas.microsoft.com/office/drawing/2014/main" id="{EC81F6C9-84AA-0848-6238-F11590B77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7323" y="8872965"/>
            <a:ext cx="4287389" cy="2423307"/>
          </a:xfrm>
          <a:prstGeom prst="rect">
            <a:avLst/>
          </a:prstGeom>
          <a:ln>
            <a:noFill/>
          </a:ln>
        </p:spPr>
      </p:pic>
      <p:pic>
        <p:nvPicPr>
          <p:cNvPr id="8" name="Picture 7" descr="A picture containing text, font, handwriting, line&#10;&#10;Description automatically generated">
            <a:extLst>
              <a:ext uri="{FF2B5EF4-FFF2-40B4-BE49-F238E27FC236}">
                <a16:creationId xmlns:a16="http://schemas.microsoft.com/office/drawing/2014/main" id="{2A9AC806-7882-504D-C89F-3ABA6B73E4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4658" y="5526059"/>
            <a:ext cx="15517864" cy="4987884"/>
          </a:xfrm>
          <a:prstGeom prst="rect">
            <a:avLst/>
          </a:prstGeom>
          <a:ln>
            <a:solidFill>
              <a:srgbClr val="212121"/>
            </a:solidFill>
          </a:ln>
        </p:spPr>
      </p:pic>
    </p:spTree>
    <p:extLst>
      <p:ext uri="{BB962C8B-B14F-4D97-AF65-F5344CB8AC3E}">
        <p14:creationId xmlns:p14="http://schemas.microsoft.com/office/powerpoint/2010/main" val="202739908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F1F79-C117-6083-8BCD-BA50E9A3D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F0079-9A97-3021-0F90-94F6A2404DCB}"/>
              </a:ext>
            </a:extLst>
          </p:cNvPr>
          <p:cNvSpPr>
            <a:spLocks noGrp="1"/>
          </p:cNvSpPr>
          <p:nvPr>
            <p:ph type="title"/>
          </p:nvPr>
        </p:nvSpPr>
        <p:spPr/>
        <p:txBody>
          <a:bodyPr>
            <a:normAutofit fontScale="90000"/>
          </a:bodyPr>
          <a:lstStyle/>
          <a:p>
            <a:r>
              <a:rPr lang="en-ID" dirty="0"/>
              <a:t>Worst-Case, Average-Case, and Best-Case Analysis</a:t>
            </a:r>
            <a:br>
              <a:rPr lang="en-ID" b="0" dirty="0"/>
            </a:br>
            <a:endParaRPr lang="en-US" dirty="0"/>
          </a:p>
        </p:txBody>
      </p:sp>
      <p:sp>
        <p:nvSpPr>
          <p:cNvPr id="3" name="Text Placeholder 2">
            <a:extLst>
              <a:ext uri="{FF2B5EF4-FFF2-40B4-BE49-F238E27FC236}">
                <a16:creationId xmlns:a16="http://schemas.microsoft.com/office/drawing/2014/main" id="{7D62AB44-C348-C753-28A5-0CD124BE6B39}"/>
              </a:ext>
            </a:extLst>
          </p:cNvPr>
          <p:cNvSpPr>
            <a:spLocks noGrp="1"/>
          </p:cNvSpPr>
          <p:nvPr>
            <p:ph type="body" sz="quarter" idx="10"/>
          </p:nvPr>
        </p:nvSpPr>
        <p:spPr>
          <a:xfrm>
            <a:off x="2167377" y="2419728"/>
            <a:ext cx="13682223" cy="803546"/>
          </a:xfrm>
        </p:spPr>
        <p:txBody>
          <a:bodyPr/>
          <a:lstStyle/>
          <a:p>
            <a:r>
              <a:rPr lang="en-ID" dirty="0"/>
              <a:t>Average-Case Analysis</a:t>
            </a:r>
            <a:endParaRPr lang="en-ID" b="0"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607509F2-658F-4BE2-5475-468AB92DD01B}"/>
                  </a:ext>
                </a:extLst>
              </p:cNvPr>
              <p:cNvSpPr>
                <a:spLocks noGrp="1"/>
              </p:cNvSpPr>
              <p:nvPr>
                <p:ph sz="quarter" idx="11"/>
              </p:nvPr>
            </p:nvSpPr>
            <p:spPr>
              <a:xfrm>
                <a:off x="2167377" y="3714224"/>
                <a:ext cx="19309300" cy="9493776"/>
              </a:xfrm>
            </p:spPr>
            <p:txBody>
              <a:bodyPr>
                <a:normAutofit/>
              </a:bodyPr>
              <a:lstStyle/>
              <a:p>
                <a:r>
                  <a:rPr lang="en-ID" dirty="0"/>
                  <a:t>If best-case is when input is sorted, worst-case is when input is reverse-sorted, then average-case is when input elements are distributed randomly (with all permutations being equally likely)</a:t>
                </a:r>
              </a:p>
              <a:p>
                <a:r>
                  <a:rPr lang="en-ID" dirty="0"/>
                  <a:t>If the input is a random permutation of </a:t>
                </a:r>
                <a14:m>
                  <m:oMath xmlns:m="http://schemas.openxmlformats.org/officeDocument/2006/math">
                    <m:r>
                      <a:rPr lang="en-ID" b="1" i="1" dirty="0" smtClean="0">
                        <a:latin typeface="Cambria Math" panose="02040503050406030204" pitchFamily="18" charset="0"/>
                      </a:rPr>
                      <m:t>𝒏</m:t>
                    </m:r>
                  </m:oMath>
                </a14:m>
                <a:r>
                  <a:rPr lang="en-ID" dirty="0"/>
                  <a:t> distinct numbers, then for every iteration:</a:t>
                </a:r>
              </a:p>
              <a:p>
                <a:pPr lvl="1"/>
                <a:r>
                  <a:rPr lang="en-ID" dirty="0"/>
                  <a:t>The key element A[</a:t>
                </a:r>
                <a:r>
                  <a:rPr lang="en-ID" dirty="0" err="1"/>
                  <a:t>i</a:t>
                </a:r>
                <a:r>
                  <a:rPr lang="en-ID" dirty="0"/>
                  <a:t>] is equally likely to belong in </a:t>
                </a:r>
                <a:r>
                  <a:rPr lang="en-ID" b="1" dirty="0"/>
                  <a:t>any position</a:t>
                </a:r>
                <a:r>
                  <a:rPr lang="en-ID" dirty="0"/>
                  <a:t> from 1 to </a:t>
                </a:r>
                <a:r>
                  <a:rPr lang="en-ID" dirty="0" err="1"/>
                  <a:t>i</a:t>
                </a:r>
                <a:r>
                  <a:rPr lang="en-ID" dirty="0"/>
                  <a:t> within the new sorted subarray.</a:t>
                </a:r>
              </a:p>
              <a:p>
                <a:pPr lvl="1"/>
                <a:r>
                  <a:rPr lang="en-ID" dirty="0"/>
                  <a:t>If it belongs at the very end (position i, so it’s the largest element), it takes </a:t>
                </a:r>
                <a:r>
                  <a:rPr lang="en-ID" b="1" dirty="0"/>
                  <a:t>1 comparison</a:t>
                </a:r>
                <a:r>
                  <a:rPr lang="en-ID" dirty="0"/>
                  <a:t>.</a:t>
                </a:r>
              </a:p>
              <a:p>
                <a:pPr lvl="1"/>
                <a:r>
                  <a:rPr lang="en-ID" dirty="0"/>
                  <a:t>If it belongs at the very front (position 1, so it’s the smallest element), it takes </a:t>
                </a:r>
                <a:r>
                  <a:rPr lang="en-ID" b="1" dirty="0" err="1"/>
                  <a:t>i</a:t>
                </a:r>
                <a:r>
                  <a:rPr lang="en-ID" b="1" dirty="0"/>
                  <a:t> comparisons</a:t>
                </a:r>
                <a:r>
                  <a:rPr lang="en-ID" dirty="0"/>
                  <a:t>.</a:t>
                </a:r>
              </a:p>
            </p:txBody>
          </p:sp>
        </mc:Choice>
        <mc:Fallback>
          <p:sp>
            <p:nvSpPr>
              <p:cNvPr id="4" name="Content Placeholder 3">
                <a:extLst>
                  <a:ext uri="{FF2B5EF4-FFF2-40B4-BE49-F238E27FC236}">
                    <a16:creationId xmlns:a16="http://schemas.microsoft.com/office/drawing/2014/main" id="{607509F2-658F-4BE2-5475-468AB92DD01B}"/>
                  </a:ext>
                </a:extLst>
              </p:cNvPr>
              <p:cNvSpPr>
                <a:spLocks noGrp="1" noRot="1" noChangeAspect="1" noMove="1" noResize="1" noEditPoints="1" noAdjustHandles="1" noChangeArrowheads="1" noChangeShapeType="1" noTextEdit="1"/>
              </p:cNvSpPr>
              <p:nvPr>
                <p:ph sz="quarter" idx="11"/>
              </p:nvPr>
            </p:nvSpPr>
            <p:spPr>
              <a:xfrm>
                <a:off x="2167377" y="3714224"/>
                <a:ext cx="19309300" cy="9493776"/>
              </a:xfrm>
              <a:blipFill>
                <a:blip r:embed="rId2"/>
                <a:stretch>
                  <a:fillRect l="-1380" t="-1202" r="-1445" b="-401"/>
                </a:stretch>
              </a:blipFill>
            </p:spPr>
            <p:txBody>
              <a:bodyPr/>
              <a:lstStyle/>
              <a:p>
                <a:r>
                  <a:rPr lang="en-US">
                    <a:noFill/>
                  </a:rPr>
                  <a:t> </a:t>
                </a:r>
              </a:p>
            </p:txBody>
          </p:sp>
        </mc:Fallback>
      </mc:AlternateContent>
    </p:spTree>
    <p:extLst>
      <p:ext uri="{BB962C8B-B14F-4D97-AF65-F5344CB8AC3E}">
        <p14:creationId xmlns:p14="http://schemas.microsoft.com/office/powerpoint/2010/main" val="233812095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556ED-50BA-F878-E6C9-8316B3F4A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DDAC6-7B5A-0433-712B-1FCFE230DDA9}"/>
              </a:ext>
            </a:extLst>
          </p:cNvPr>
          <p:cNvSpPr>
            <a:spLocks noGrp="1"/>
          </p:cNvSpPr>
          <p:nvPr>
            <p:ph type="title"/>
          </p:nvPr>
        </p:nvSpPr>
        <p:spPr/>
        <p:txBody>
          <a:bodyPr>
            <a:normAutofit fontScale="90000"/>
          </a:bodyPr>
          <a:lstStyle/>
          <a:p>
            <a:r>
              <a:rPr lang="en-ID" dirty="0"/>
              <a:t>Worst-Case, Average-Case, and Best-Case Analysis</a:t>
            </a:r>
            <a:br>
              <a:rPr lang="en-ID" b="0" dirty="0"/>
            </a:br>
            <a:endParaRPr lang="en-US" dirty="0"/>
          </a:p>
        </p:txBody>
      </p:sp>
      <p:sp>
        <p:nvSpPr>
          <p:cNvPr id="3" name="Text Placeholder 2">
            <a:extLst>
              <a:ext uri="{FF2B5EF4-FFF2-40B4-BE49-F238E27FC236}">
                <a16:creationId xmlns:a16="http://schemas.microsoft.com/office/drawing/2014/main" id="{276F9F9D-FC2A-30AE-C0D0-689DE62D9553}"/>
              </a:ext>
            </a:extLst>
          </p:cNvPr>
          <p:cNvSpPr>
            <a:spLocks noGrp="1"/>
          </p:cNvSpPr>
          <p:nvPr>
            <p:ph type="body" sz="quarter" idx="10"/>
          </p:nvPr>
        </p:nvSpPr>
        <p:spPr>
          <a:xfrm>
            <a:off x="2167377" y="2419728"/>
            <a:ext cx="13682223" cy="803546"/>
          </a:xfrm>
        </p:spPr>
        <p:txBody>
          <a:bodyPr/>
          <a:lstStyle/>
          <a:p>
            <a:r>
              <a:rPr lang="en-ID" dirty="0"/>
              <a:t>Average-Case Analysis</a:t>
            </a:r>
            <a:endParaRPr lang="en-ID" b="0"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D3D5115B-D983-5E82-2081-4D0D6932B75E}"/>
                  </a:ext>
                </a:extLst>
              </p:cNvPr>
              <p:cNvSpPr>
                <a:spLocks noGrp="1"/>
              </p:cNvSpPr>
              <p:nvPr>
                <p:ph sz="quarter" idx="11"/>
              </p:nvPr>
            </p:nvSpPr>
            <p:spPr>
              <a:xfrm>
                <a:off x="2167377" y="3714224"/>
                <a:ext cx="19309300" cy="9493776"/>
              </a:xfrm>
            </p:spPr>
            <p:txBody>
              <a:bodyPr>
                <a:normAutofit/>
              </a:bodyPr>
              <a:lstStyle/>
              <a:p>
                <a:r>
                  <a:rPr lang="en-ID" dirty="0"/>
                  <a:t>Mathematically, the number of comparisons required to insert A[</a:t>
                </a:r>
                <a:r>
                  <a:rPr lang="en-ID" dirty="0" err="1"/>
                  <a:t>i</a:t>
                </a:r>
                <a:r>
                  <a:rPr lang="en-ID" dirty="0"/>
                  <a:t>] can range from 1 to </a:t>
                </a:r>
                <a:r>
                  <a:rPr lang="en-ID" dirty="0" err="1"/>
                  <a:t>i</a:t>
                </a:r>
                <a:r>
                  <a:rPr lang="en-ID" dirty="0"/>
                  <a:t>.</a:t>
                </a:r>
              </a:p>
              <a:p>
                <a:pPr>
                  <a:spcAft>
                    <a:spcPts val="1200"/>
                  </a:spcAft>
                </a:pPr>
                <a:r>
                  <a:rPr lang="en-ID" dirty="0"/>
                  <a:t>Averaging these possibilities out uniformly gives:</a:t>
                </a:r>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𝑖</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𝑖</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𝑖</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𝑖</m:t>
                          </m:r>
                        </m:num>
                        <m:den>
                          <m:r>
                            <a:rPr lang="en-US" b="0" i="1" smtClean="0">
                              <a:latin typeface="Cambria Math" panose="02040503050406030204" pitchFamily="18" charset="0"/>
                            </a:rPr>
                            <m:t>𝑖</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num>
                        <m:den>
                          <m:r>
                            <a:rPr lang="en-US" b="0" i="1" smtClean="0">
                              <a:latin typeface="Cambria Math" panose="02040503050406030204" pitchFamily="18" charset="0"/>
                            </a:rPr>
                            <m:t>𝑖</m:t>
                          </m:r>
                        </m:den>
                      </m:f>
                      <m:r>
                        <a:rPr lang="en-US" b="0"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num>
                        <m:den>
                          <m:r>
                            <a:rPr lang="en-US" b="1" i="1" smtClean="0">
                              <a:latin typeface="Cambria Math" panose="02040503050406030204" pitchFamily="18" charset="0"/>
                            </a:rPr>
                            <m:t>𝟐</m:t>
                          </m:r>
                        </m:den>
                      </m:f>
                    </m:oMath>
                  </m:oMathPara>
                </a14:m>
                <a:endParaRPr lang="en-ID" b="1" dirty="0"/>
              </a:p>
              <a:p>
                <a:r>
                  <a:rPr lang="en-ID" dirty="0"/>
                  <a:t>Because </a:t>
                </a:r>
                <a14:m>
                  <m:oMath xmlns:m="http://schemas.openxmlformats.org/officeDocument/2006/math">
                    <m:sSub>
                      <m:sSubPr>
                        <m:ctrlPr>
                          <a:rPr lang="en-ID" i="1" dirty="0" smtClean="0">
                            <a:latin typeface="Cambria Math" panose="02040503050406030204" pitchFamily="18" charset="0"/>
                          </a:rPr>
                        </m:ctrlPr>
                      </m:sSubPr>
                      <m:e>
                        <m:r>
                          <a:rPr lang="en-ID" i="1" dirty="0" smtClean="0">
                            <a:latin typeface="Cambria Math" panose="02040503050406030204" pitchFamily="18" charset="0"/>
                          </a:rPr>
                          <m:t>𝑡</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ea typeface="Cambria Math" panose="02040503050406030204" pitchFamily="18" charset="0"/>
                          </a:rPr>
                        </m:ctrlPr>
                      </m:fPr>
                      <m:num>
                        <m:r>
                          <a:rPr lang="en-US" b="0" i="1" dirty="0" smtClean="0">
                            <a:latin typeface="Cambria Math" panose="02040503050406030204" pitchFamily="18" charset="0"/>
                            <a:ea typeface="Cambria Math" panose="02040503050406030204" pitchFamily="18" charset="0"/>
                          </a:rPr>
                          <m:t>𝑖</m:t>
                        </m:r>
                        <m:r>
                          <a:rPr lang="en-US" b="0" i="1" dirty="0" smtClean="0">
                            <a:latin typeface="Cambria Math" panose="02040503050406030204" pitchFamily="18" charset="0"/>
                            <a:ea typeface="Cambria Math" panose="02040503050406030204" pitchFamily="18" charset="0"/>
                          </a:rPr>
                          <m:t>+1</m:t>
                        </m:r>
                      </m:num>
                      <m:den>
                        <m:r>
                          <a:rPr lang="en-US" b="0" i="1" dirty="0" smtClean="0">
                            <a:latin typeface="Cambria Math" panose="02040503050406030204" pitchFamily="18" charset="0"/>
                            <a:ea typeface="Cambria Math" panose="02040503050406030204" pitchFamily="18" charset="0"/>
                          </a:rPr>
                          <m:t>2</m:t>
                        </m:r>
                      </m:den>
                    </m:f>
                  </m:oMath>
                </a14:m>
                <a:r>
                  <a:rPr lang="en-ID" dirty="0"/>
                  <a:t> on average, the total number of comparisons across the entire Insertion Sort algorithm is the sum of these averages from </a:t>
                </a:r>
                <a:r>
                  <a:rPr lang="en-ID" dirty="0" err="1"/>
                  <a:t>i</a:t>
                </a:r>
                <a:r>
                  <a:rPr lang="en-ID" dirty="0"/>
                  <a:t> = 2  to n:</a:t>
                </a:r>
              </a:p>
              <a:p>
                <a:pPr marL="0" indent="0">
                  <a:buNone/>
                </a:pPr>
                <a14:m>
                  <m:oMathPara xmlns:m="http://schemas.openxmlformats.org/officeDocument/2006/math">
                    <m:o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m:rPr>
                              <m:brk m:alnAt="23"/>
                            </m:rPr>
                            <a:rPr lang="en-US" b="0" i="1" smtClean="0">
                              <a:latin typeface="Cambria Math" panose="02040503050406030204" pitchFamily="18" charset="0"/>
                            </a:rPr>
                            <m:t>=</m:t>
                          </m:r>
                          <m:r>
                            <m:rPr>
                              <m:brk m:alnAt="23"/>
                            </m:rPr>
                            <a:rPr lang="en-US" b="0" i="1" smtClean="0">
                              <a:latin typeface="Cambria Math" panose="02040503050406030204" pitchFamily="18" charset="0"/>
                            </a:rPr>
                            <m:t>2</m:t>
                          </m:r>
                        </m:sub>
                        <m:sup>
                          <m:r>
                            <a:rPr lang="en-US" b="0" i="1" smtClean="0">
                              <a:latin typeface="Cambria Math" panose="02040503050406030204" pitchFamily="18" charset="0"/>
                            </a:rPr>
                            <m:t>𝑛</m:t>
                          </m:r>
                        </m:sup>
                        <m:e>
                          <m:f>
                            <m:fPr>
                              <m:ctrlPr>
                                <a:rPr lang="en-US" b="0" i="1" smtClean="0">
                                  <a:latin typeface="Cambria Math" panose="02040503050406030204" pitchFamily="18" charset="0"/>
                                </a:rPr>
                              </m:ctrlPr>
                            </m:fPr>
                            <m:num>
                              <m:r>
                                <a:rPr lang="en-US" b="0" i="1" smtClean="0">
                                  <a:latin typeface="Cambria Math" panose="02040503050406030204" pitchFamily="18" charset="0"/>
                                </a:rPr>
                                <m:t>𝑖</m:t>
                              </m:r>
                              <m:r>
                                <a:rPr lang="en-US" b="0" i="1" smtClean="0">
                                  <a:latin typeface="Cambria Math" panose="02040503050406030204" pitchFamily="18" charset="0"/>
                                </a:rPr>
                                <m:t>+1</m:t>
                              </m:r>
                            </m:num>
                            <m:den>
                              <m:r>
                                <a:rPr lang="en-US" b="0" i="1" smtClean="0">
                                  <a:latin typeface="Cambria Math" panose="02040503050406030204" pitchFamily="18" charset="0"/>
                                </a:rPr>
                                <m:t>2</m:t>
                              </m:r>
                            </m:den>
                          </m:f>
                        </m:e>
                      </m:nary>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m:rPr>
                              <m:brk m:alnAt="23"/>
                            </m:rPr>
                            <a:rPr lang="en-US" i="1">
                              <a:latin typeface="Cambria Math" panose="02040503050406030204" pitchFamily="18" charset="0"/>
                            </a:rPr>
                            <m:t>=</m:t>
                          </m:r>
                          <m:r>
                            <m:rPr>
                              <m:brk m:alnAt="23"/>
                            </m:rPr>
                            <a:rPr lang="en-US" i="1">
                              <a:latin typeface="Cambria Math" panose="02040503050406030204" pitchFamily="18" charset="0"/>
                            </a:rPr>
                            <m:t>2</m:t>
                          </m:r>
                        </m:sub>
                        <m:sup>
                          <m:r>
                            <a:rPr lang="en-US" i="1">
                              <a:latin typeface="Cambria Math" panose="02040503050406030204" pitchFamily="18" charset="0"/>
                            </a:rPr>
                            <m:t>𝑛</m:t>
                          </m:r>
                        </m:sup>
                        <m:e>
                          <m:r>
                            <a:rPr lang="en-US" b="0" i="1" smtClean="0">
                              <a:latin typeface="Cambria Math" panose="02040503050406030204" pitchFamily="18" charset="0"/>
                            </a:rPr>
                            <m:t>𝑖</m:t>
                          </m:r>
                          <m:r>
                            <a:rPr lang="en-US" b="0" i="1" smtClean="0">
                              <a:latin typeface="Cambria Math" panose="02040503050406030204" pitchFamily="18" charset="0"/>
                            </a:rPr>
                            <m:t>+1</m:t>
                          </m:r>
                        </m:e>
                      </m:nary>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d>
                        <m:dPr>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m:rPr>
                                  <m:brk m:alnAt="23"/>
                                </m:rPr>
                                <a:rPr lang="en-US" i="1">
                                  <a:latin typeface="Cambria Math" panose="02040503050406030204" pitchFamily="18" charset="0"/>
                                </a:rPr>
                                <m:t>=</m:t>
                              </m:r>
                              <m:r>
                                <m:rPr>
                                  <m:brk m:alnAt="23"/>
                                </m:rPr>
                                <a:rPr lang="en-US" i="1">
                                  <a:latin typeface="Cambria Math" panose="02040503050406030204" pitchFamily="18" charset="0"/>
                                </a:rPr>
                                <m:t>2</m:t>
                              </m:r>
                            </m:sub>
                            <m:sup>
                              <m:r>
                                <a:rPr lang="en-US" i="1">
                                  <a:latin typeface="Cambria Math" panose="02040503050406030204" pitchFamily="18" charset="0"/>
                                </a:rPr>
                                <m:t>𝑛</m:t>
                              </m:r>
                            </m:sup>
                            <m:e>
                              <m:r>
                                <a:rPr lang="en-US" i="1">
                                  <a:latin typeface="Cambria Math" panose="02040503050406030204" pitchFamily="18" charset="0"/>
                                </a:rPr>
                                <m:t>𝑖</m:t>
                              </m:r>
                            </m:e>
                          </m:nary>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m:rPr>
                                  <m:brk m:alnAt="23"/>
                                </m:rPr>
                                <a:rPr lang="en-US" i="1">
                                  <a:latin typeface="Cambria Math" panose="02040503050406030204" pitchFamily="18" charset="0"/>
                                </a:rPr>
                                <m:t>=</m:t>
                              </m:r>
                              <m:r>
                                <m:rPr>
                                  <m:brk m:alnAt="23"/>
                                </m:rPr>
                                <a:rPr lang="en-US" i="1">
                                  <a:latin typeface="Cambria Math" panose="02040503050406030204" pitchFamily="18" charset="0"/>
                                </a:rPr>
                                <m:t>2</m:t>
                              </m:r>
                            </m:sub>
                            <m:sup>
                              <m:r>
                                <a:rPr lang="en-US" i="1">
                                  <a:latin typeface="Cambria Math" panose="02040503050406030204" pitchFamily="18" charset="0"/>
                                </a:rPr>
                                <m:t>𝑛</m:t>
                              </m:r>
                            </m:sup>
                            <m:e>
                              <m:r>
                                <a:rPr lang="en-US" i="1">
                                  <a:latin typeface="Cambria Math" panose="02040503050406030204" pitchFamily="18" charset="0"/>
                                </a:rPr>
                                <m:t>1</m:t>
                              </m:r>
                            </m:e>
                          </m:nary>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r>
                                <a:rPr lang="en-US" b="0" i="1" smtClean="0">
                                  <a:latin typeface="Cambria Math" panose="02040503050406030204" pitchFamily="18" charset="0"/>
                                </a:rPr>
                                <m:t>−1</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 </m:t>
                          </m:r>
                        </m:e>
                      </m:d>
                    </m:oMath>
                  </m:oMathPara>
                </a14:m>
                <a:endParaRPr lang="en-ID" dirty="0"/>
              </a:p>
              <a:p>
                <a:endParaRPr lang="en-ID" dirty="0"/>
              </a:p>
            </p:txBody>
          </p:sp>
        </mc:Choice>
        <mc:Fallback>
          <p:sp>
            <p:nvSpPr>
              <p:cNvPr id="4" name="Content Placeholder 3">
                <a:extLst>
                  <a:ext uri="{FF2B5EF4-FFF2-40B4-BE49-F238E27FC236}">
                    <a16:creationId xmlns:a16="http://schemas.microsoft.com/office/drawing/2014/main" id="{D3D5115B-D983-5E82-2081-4D0D6932B75E}"/>
                  </a:ext>
                </a:extLst>
              </p:cNvPr>
              <p:cNvSpPr>
                <a:spLocks noGrp="1" noRot="1" noChangeAspect="1" noMove="1" noResize="1" noEditPoints="1" noAdjustHandles="1" noChangeArrowheads="1" noChangeShapeType="1" noTextEdit="1"/>
              </p:cNvSpPr>
              <p:nvPr>
                <p:ph sz="quarter" idx="11"/>
              </p:nvPr>
            </p:nvSpPr>
            <p:spPr>
              <a:xfrm>
                <a:off x="2167377" y="3714224"/>
                <a:ext cx="19309300" cy="9493776"/>
              </a:xfrm>
              <a:blipFill>
                <a:blip r:embed="rId2"/>
                <a:stretch>
                  <a:fillRect l="-7359" t="-1202" r="-1380" b="-30174"/>
                </a:stretch>
              </a:blipFill>
            </p:spPr>
            <p:txBody>
              <a:bodyPr/>
              <a:lstStyle/>
              <a:p>
                <a:r>
                  <a:rPr lang="en-US">
                    <a:noFill/>
                  </a:rPr>
                  <a:t> </a:t>
                </a:r>
              </a:p>
            </p:txBody>
          </p:sp>
        </mc:Fallback>
      </mc:AlternateContent>
    </p:spTree>
    <p:extLst>
      <p:ext uri="{BB962C8B-B14F-4D97-AF65-F5344CB8AC3E}">
        <p14:creationId xmlns:p14="http://schemas.microsoft.com/office/powerpoint/2010/main" val="395615549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65883-54EE-1725-FF19-CEB7BF74D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9F816-1E89-2CF2-259A-A85C13ED79A0}"/>
              </a:ext>
            </a:extLst>
          </p:cNvPr>
          <p:cNvSpPr>
            <a:spLocks noGrp="1"/>
          </p:cNvSpPr>
          <p:nvPr>
            <p:ph type="title"/>
          </p:nvPr>
        </p:nvSpPr>
        <p:spPr/>
        <p:txBody>
          <a:bodyPr>
            <a:normAutofit fontScale="90000"/>
          </a:bodyPr>
          <a:lstStyle/>
          <a:p>
            <a:r>
              <a:rPr lang="en-ID" dirty="0"/>
              <a:t>Worst-Case, Average-Case, and Best-Case Analysis</a:t>
            </a:r>
            <a:br>
              <a:rPr lang="en-ID" b="0" dirty="0"/>
            </a:br>
            <a:endParaRPr lang="en-US" dirty="0"/>
          </a:p>
        </p:txBody>
      </p:sp>
      <p:sp>
        <p:nvSpPr>
          <p:cNvPr id="3" name="Text Placeholder 2">
            <a:extLst>
              <a:ext uri="{FF2B5EF4-FFF2-40B4-BE49-F238E27FC236}">
                <a16:creationId xmlns:a16="http://schemas.microsoft.com/office/drawing/2014/main" id="{75160D7A-915A-9736-637F-AEF61D9B809E}"/>
              </a:ext>
            </a:extLst>
          </p:cNvPr>
          <p:cNvSpPr>
            <a:spLocks noGrp="1"/>
          </p:cNvSpPr>
          <p:nvPr>
            <p:ph type="body" sz="quarter" idx="10"/>
          </p:nvPr>
        </p:nvSpPr>
        <p:spPr>
          <a:xfrm>
            <a:off x="2167377" y="2419728"/>
            <a:ext cx="13682223" cy="803546"/>
          </a:xfrm>
        </p:spPr>
        <p:txBody>
          <a:bodyPr/>
          <a:lstStyle/>
          <a:p>
            <a:r>
              <a:rPr lang="en-ID" dirty="0"/>
              <a:t>Average-Case Analysis</a:t>
            </a:r>
            <a:endParaRPr lang="en-ID" b="0"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AE8D61DE-FEBC-9B81-0D54-1C6EDF21A51D}"/>
                  </a:ext>
                </a:extLst>
              </p:cNvPr>
              <p:cNvSpPr>
                <a:spLocks noGrp="1"/>
              </p:cNvSpPr>
              <p:nvPr>
                <p:ph sz="quarter" idx="11"/>
              </p:nvPr>
            </p:nvSpPr>
            <p:spPr>
              <a:xfrm>
                <a:off x="2167377" y="3714224"/>
                <a:ext cx="19309300" cy="9493776"/>
              </a:xfrm>
            </p:spPr>
            <p:txBody>
              <a:bodyPr>
                <a:normAutofit/>
              </a:bodyPr>
              <a:lstStyle/>
              <a:p>
                <a:r>
                  <a:rPr lang="en-US" dirty="0"/>
                  <a:t>Now, we are not going to calculate the exact </a:t>
                </a:r>
                <a14:m>
                  <m:oMath xmlns:m="http://schemas.openxmlformats.org/officeDocument/2006/math">
                    <m:r>
                      <a:rPr lang="en-US" b="1" i="1" dirty="0" smtClean="0">
                        <a:latin typeface="Cambria Math" panose="02040503050406030204" pitchFamily="18" charset="0"/>
                      </a:rPr>
                      <m:t>𝑻</m:t>
                    </m:r>
                    <m:r>
                      <a:rPr lang="en-US" b="1" i="1" dirty="0" smtClean="0">
                        <a:latin typeface="Cambria Math" panose="02040503050406030204" pitchFamily="18" charset="0"/>
                      </a:rPr>
                      <m:t>(</m:t>
                    </m:r>
                    <m:r>
                      <a:rPr lang="en-US" b="1" i="1" dirty="0" smtClean="0">
                        <a:latin typeface="Cambria Math" panose="02040503050406030204" pitchFamily="18" charset="0"/>
                      </a:rPr>
                      <m:t>𝒏</m:t>
                    </m:r>
                    <m:r>
                      <a:rPr lang="en-US" b="1" i="1" dirty="0">
                        <a:latin typeface="Cambria Math" panose="02040503050406030204" pitchFamily="18" charset="0"/>
                      </a:rPr>
                      <m:t>)</m:t>
                    </m:r>
                  </m:oMath>
                </a14:m>
                <a:r>
                  <a:rPr lang="en-US" dirty="0"/>
                  <a:t>, but we can be pretty sure that it is going to be a </a:t>
                </a:r>
                <a:r>
                  <a:rPr lang="en-US" b="1" dirty="0"/>
                  <a:t>quadratic function </a:t>
                </a:r>
                <a:r>
                  <a:rPr lang="en-US" dirty="0"/>
                  <a:t>of n like the worst-case again.</a:t>
                </a:r>
              </a:p>
              <a:p>
                <a:endParaRPr lang="en-US" dirty="0"/>
              </a:p>
              <a:p>
                <a:r>
                  <a:rPr lang="en-ID" dirty="0"/>
                  <a:t>Average-case analysis requires knowing the input distribution, which is often unavailable in practice. This is why </a:t>
                </a:r>
                <a:r>
                  <a:rPr lang="en-ID" b="1" dirty="0"/>
                  <a:t>worst-case analysis</a:t>
                </a:r>
                <a:r>
                  <a:rPr lang="en-ID" dirty="0"/>
                  <a:t> is the default.</a:t>
                </a:r>
                <a:br>
                  <a:rPr lang="en-ID" dirty="0"/>
                </a:br>
                <a:endParaRPr lang="en-ID" dirty="0"/>
              </a:p>
              <a:p>
                <a:endParaRPr lang="en-ID" dirty="0"/>
              </a:p>
            </p:txBody>
          </p:sp>
        </mc:Choice>
        <mc:Fallback>
          <p:sp>
            <p:nvSpPr>
              <p:cNvPr id="4" name="Content Placeholder 3">
                <a:extLst>
                  <a:ext uri="{FF2B5EF4-FFF2-40B4-BE49-F238E27FC236}">
                    <a16:creationId xmlns:a16="http://schemas.microsoft.com/office/drawing/2014/main" id="{AE8D61DE-FEBC-9B81-0D54-1C6EDF21A51D}"/>
                  </a:ext>
                </a:extLst>
              </p:cNvPr>
              <p:cNvSpPr>
                <a:spLocks noGrp="1" noRot="1" noChangeAspect="1" noMove="1" noResize="1" noEditPoints="1" noAdjustHandles="1" noChangeArrowheads="1" noChangeShapeType="1" noTextEdit="1"/>
              </p:cNvSpPr>
              <p:nvPr>
                <p:ph sz="quarter" idx="11"/>
              </p:nvPr>
            </p:nvSpPr>
            <p:spPr>
              <a:xfrm>
                <a:off x="2167377" y="3714224"/>
                <a:ext cx="19309300" cy="9493776"/>
              </a:xfrm>
              <a:blipFill>
                <a:blip r:embed="rId2"/>
                <a:stretch>
                  <a:fillRect l="-1380" t="-1068" r="-1840"/>
                </a:stretch>
              </a:blipFill>
            </p:spPr>
            <p:txBody>
              <a:bodyPr/>
              <a:lstStyle/>
              <a:p>
                <a:r>
                  <a:rPr lang="en-US">
                    <a:noFill/>
                  </a:rPr>
                  <a:t> </a:t>
                </a:r>
              </a:p>
            </p:txBody>
          </p:sp>
        </mc:Fallback>
      </mc:AlternateContent>
    </p:spTree>
    <p:extLst>
      <p:ext uri="{BB962C8B-B14F-4D97-AF65-F5344CB8AC3E}">
        <p14:creationId xmlns:p14="http://schemas.microsoft.com/office/powerpoint/2010/main" val="351567437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0155A-9E67-7689-0A2C-794E519E4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CA22D-B65F-7C30-3672-9DF5BB379CFA}"/>
              </a:ext>
            </a:extLst>
          </p:cNvPr>
          <p:cNvSpPr>
            <a:spLocks noGrp="1"/>
          </p:cNvSpPr>
          <p:nvPr>
            <p:ph type="title"/>
          </p:nvPr>
        </p:nvSpPr>
        <p:spPr/>
        <p:txBody>
          <a:bodyPr>
            <a:normAutofit fontScale="90000"/>
          </a:bodyPr>
          <a:lstStyle/>
          <a:p>
            <a:r>
              <a:rPr lang="en-ID" dirty="0"/>
              <a:t>Worst-Case, Average-Case, and Best-Case Analysis</a:t>
            </a:r>
            <a:br>
              <a:rPr lang="en-ID" b="0" dirty="0"/>
            </a:br>
            <a:endParaRPr lang="en-US" dirty="0"/>
          </a:p>
        </p:txBody>
      </p:sp>
      <p:sp>
        <p:nvSpPr>
          <p:cNvPr id="3" name="Text Placeholder 2">
            <a:extLst>
              <a:ext uri="{FF2B5EF4-FFF2-40B4-BE49-F238E27FC236}">
                <a16:creationId xmlns:a16="http://schemas.microsoft.com/office/drawing/2014/main" id="{7106A512-4C63-0CFB-07DA-A9F04C2443C5}"/>
              </a:ext>
            </a:extLst>
          </p:cNvPr>
          <p:cNvSpPr>
            <a:spLocks noGrp="1"/>
          </p:cNvSpPr>
          <p:nvPr>
            <p:ph type="body" sz="quarter" idx="10"/>
          </p:nvPr>
        </p:nvSpPr>
        <p:spPr>
          <a:xfrm>
            <a:off x="2167377" y="2419728"/>
            <a:ext cx="13682223" cy="803546"/>
          </a:xfrm>
        </p:spPr>
        <p:txBody>
          <a:bodyPr>
            <a:normAutofit/>
          </a:bodyPr>
          <a:lstStyle/>
          <a:p>
            <a:r>
              <a:rPr lang="en-ID" dirty="0"/>
              <a:t>Why Worst-Case is Preferred</a:t>
            </a:r>
            <a:endParaRPr lang="en-ID" b="0"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293B2AA5-FC97-D5AC-445B-CFEB3CC2DFA1}"/>
                  </a:ext>
                </a:extLst>
              </p:cNvPr>
              <p:cNvSpPr>
                <a:spLocks noGrp="1"/>
              </p:cNvSpPr>
              <p:nvPr>
                <p:ph sz="quarter" idx="11"/>
              </p:nvPr>
            </p:nvSpPr>
            <p:spPr>
              <a:xfrm>
                <a:off x="2167377" y="3714224"/>
                <a:ext cx="19309300" cy="9493776"/>
              </a:xfrm>
            </p:spPr>
            <p:txBody>
              <a:bodyPr>
                <a:normAutofit/>
              </a:bodyPr>
              <a:lstStyle/>
              <a:p>
                <a:r>
                  <a:rPr lang="en-ID" b="1" dirty="0"/>
                  <a:t>Guaranteed upper bound:</a:t>
                </a:r>
                <a:r>
                  <a:rPr lang="en-ID" dirty="0"/>
                  <a:t> The algorithm will never run longer than </a:t>
                </a:r>
                <a14:m>
                  <m:oMath xmlns:m="http://schemas.openxmlformats.org/officeDocument/2006/math">
                    <m:sSub>
                      <m:sSubPr>
                        <m:ctrlPr>
                          <a:rPr lang="en-ID" b="1" i="1" dirty="0" smtClean="0">
                            <a:latin typeface="Cambria Math" panose="02040503050406030204" pitchFamily="18" charset="0"/>
                          </a:rPr>
                        </m:ctrlPr>
                      </m:sSubPr>
                      <m:e>
                        <m:r>
                          <a:rPr lang="en-ID" b="1" i="1" dirty="0" smtClean="0">
                            <a:latin typeface="Cambria Math" panose="02040503050406030204" pitchFamily="18" charset="0"/>
                          </a:rPr>
                          <m:t>𝑻</m:t>
                        </m:r>
                      </m:e>
                      <m:sub>
                        <m:r>
                          <a:rPr lang="en-ID" b="1" i="1" dirty="0" smtClean="0">
                            <a:latin typeface="Cambria Math" panose="02040503050406030204" pitchFamily="18" charset="0"/>
                          </a:rPr>
                          <m:t>𝒘𝒐𝒓𝒔𝒕</m:t>
                        </m:r>
                      </m:sub>
                    </m:sSub>
                    <m:r>
                      <a:rPr lang="en-ID" b="1" i="1" dirty="0">
                        <a:latin typeface="Cambria Math" panose="02040503050406030204" pitchFamily="18" charset="0"/>
                      </a:rPr>
                      <m:t>(</m:t>
                    </m:r>
                    <m:r>
                      <a:rPr lang="en-ID" b="1" i="1" dirty="0">
                        <a:latin typeface="Cambria Math" panose="02040503050406030204" pitchFamily="18" charset="0"/>
                      </a:rPr>
                      <m:t>𝒏</m:t>
                    </m:r>
                    <m:r>
                      <a:rPr lang="en-ID" b="1" i="1" dirty="0">
                        <a:latin typeface="Cambria Math" panose="02040503050406030204" pitchFamily="18" charset="0"/>
                      </a:rPr>
                      <m:t>) </m:t>
                    </m:r>
                  </m:oMath>
                </a14:m>
                <a:r>
                  <a:rPr lang="en-ID" dirty="0"/>
                  <a:t>on any input.</a:t>
                </a:r>
              </a:p>
              <a:p>
                <a:r>
                  <a:rPr lang="en-ID" b="1" dirty="0"/>
                  <a:t>Worst case often occurs in practice:</a:t>
                </a:r>
                <a:r>
                  <a:rPr lang="en-ID" dirty="0"/>
                  <a:t> e.g., binary search with a missing key, sorting nearly-sorted data with the wrong algorithm.</a:t>
                </a:r>
              </a:p>
              <a:p>
                <a:r>
                  <a:rPr lang="en-ID" b="1" dirty="0"/>
                  <a:t>Average case is hard:</a:t>
                </a:r>
                <a:r>
                  <a:rPr lang="en-ID" dirty="0"/>
                  <a:t> computing the expected value requires knowing the probability distribution over inputs, which is often unknown.</a:t>
                </a:r>
              </a:p>
            </p:txBody>
          </p:sp>
        </mc:Choice>
        <mc:Fallback>
          <p:sp>
            <p:nvSpPr>
              <p:cNvPr id="4" name="Content Placeholder 3">
                <a:extLst>
                  <a:ext uri="{FF2B5EF4-FFF2-40B4-BE49-F238E27FC236}">
                    <a16:creationId xmlns:a16="http://schemas.microsoft.com/office/drawing/2014/main" id="{293B2AA5-FC97-D5AC-445B-CFEB3CC2DFA1}"/>
                  </a:ext>
                </a:extLst>
              </p:cNvPr>
              <p:cNvSpPr>
                <a:spLocks noGrp="1" noRot="1" noChangeAspect="1" noMove="1" noResize="1" noEditPoints="1" noAdjustHandles="1" noChangeArrowheads="1" noChangeShapeType="1" noTextEdit="1"/>
              </p:cNvSpPr>
              <p:nvPr>
                <p:ph sz="quarter" idx="11"/>
              </p:nvPr>
            </p:nvSpPr>
            <p:spPr>
              <a:xfrm>
                <a:off x="2167377" y="3714224"/>
                <a:ext cx="19309300" cy="9493776"/>
              </a:xfrm>
              <a:blipFill>
                <a:blip r:embed="rId2"/>
                <a:stretch>
                  <a:fillRect l="-1380" t="-1202"/>
                </a:stretch>
              </a:blipFill>
            </p:spPr>
            <p:txBody>
              <a:bodyPr/>
              <a:lstStyle/>
              <a:p>
                <a:r>
                  <a:rPr lang="en-US">
                    <a:noFill/>
                  </a:rPr>
                  <a:t> </a:t>
                </a:r>
              </a:p>
            </p:txBody>
          </p:sp>
        </mc:Fallback>
      </mc:AlternateContent>
    </p:spTree>
    <p:extLst>
      <p:ext uri="{BB962C8B-B14F-4D97-AF65-F5344CB8AC3E}">
        <p14:creationId xmlns:p14="http://schemas.microsoft.com/office/powerpoint/2010/main" val="108389788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D8C6-81C2-EF5A-7EBB-3CD8861FE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3A190-71A0-23FC-A37E-96839F0D0E7C}"/>
              </a:ext>
            </a:extLst>
          </p:cNvPr>
          <p:cNvSpPr>
            <a:spLocks noGrp="1"/>
          </p:cNvSpPr>
          <p:nvPr>
            <p:ph type="title"/>
          </p:nvPr>
        </p:nvSpPr>
        <p:spPr/>
        <p:txBody>
          <a:bodyPr>
            <a:normAutofit fontScale="90000"/>
          </a:bodyPr>
          <a:lstStyle/>
          <a:p>
            <a:r>
              <a:rPr lang="en-ID" dirty="0"/>
              <a:t>Worst-Case, Average-Case, and Best-Case Analysis</a:t>
            </a:r>
            <a:br>
              <a:rPr lang="en-ID" b="0" dirty="0"/>
            </a:br>
            <a:endParaRPr lang="en-US" dirty="0"/>
          </a:p>
        </p:txBody>
      </p:sp>
      <p:sp>
        <p:nvSpPr>
          <p:cNvPr id="3" name="Text Placeholder 2">
            <a:extLst>
              <a:ext uri="{FF2B5EF4-FFF2-40B4-BE49-F238E27FC236}">
                <a16:creationId xmlns:a16="http://schemas.microsoft.com/office/drawing/2014/main" id="{7102FE61-233C-1ACA-6EE6-AD2FAFF9FC79}"/>
              </a:ext>
            </a:extLst>
          </p:cNvPr>
          <p:cNvSpPr>
            <a:spLocks noGrp="1"/>
          </p:cNvSpPr>
          <p:nvPr>
            <p:ph type="body" sz="quarter" idx="10"/>
          </p:nvPr>
        </p:nvSpPr>
        <p:spPr>
          <a:xfrm>
            <a:off x="2167377" y="2419728"/>
            <a:ext cx="13682223" cy="803546"/>
          </a:xfrm>
        </p:spPr>
        <p:txBody>
          <a:bodyPr>
            <a:normAutofit/>
          </a:bodyPr>
          <a:lstStyle/>
          <a:p>
            <a:r>
              <a:rPr lang="en-ID" dirty="0"/>
              <a:t>Space Complexity</a:t>
            </a:r>
            <a:endParaRPr lang="en-ID" b="0"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EA4D7F29-4984-F175-7EB2-9A50FB178EDC}"/>
                  </a:ext>
                </a:extLst>
              </p:cNvPr>
              <p:cNvSpPr>
                <a:spLocks noGrp="1"/>
              </p:cNvSpPr>
              <p:nvPr>
                <p:ph sz="quarter" idx="11"/>
              </p:nvPr>
            </p:nvSpPr>
            <p:spPr>
              <a:xfrm>
                <a:off x="2167377" y="3714224"/>
                <a:ext cx="19309300" cy="9493776"/>
              </a:xfrm>
            </p:spPr>
            <p:txBody>
              <a:bodyPr>
                <a:normAutofit/>
              </a:bodyPr>
              <a:lstStyle/>
              <a:p>
                <a:r>
                  <a:rPr lang="en-ID" dirty="0"/>
                  <a:t>Insertion sort sorts </a:t>
                </a:r>
                <a:r>
                  <a:rPr lang="en-ID" b="1" dirty="0"/>
                  <a:t>in-place</a:t>
                </a:r>
                <a:r>
                  <a:rPr lang="en-ID" dirty="0"/>
                  <a:t>: it uses only </a:t>
                </a:r>
                <a14:m>
                  <m:oMath xmlns:m="http://schemas.openxmlformats.org/officeDocument/2006/math">
                    <m:r>
                      <a:rPr lang="en-ID" b="1" i="1" dirty="0" smtClean="0">
                        <a:latin typeface="Cambria Math" panose="02040503050406030204" pitchFamily="18" charset="0"/>
                      </a:rPr>
                      <m:t>𝑶</m:t>
                    </m:r>
                    <m:r>
                      <a:rPr lang="en-ID" b="1" i="1" dirty="0" smtClean="0">
                        <a:latin typeface="Cambria Math" panose="02040503050406030204" pitchFamily="18" charset="0"/>
                      </a:rPr>
                      <m:t>(</m:t>
                    </m:r>
                    <m:r>
                      <a:rPr lang="en-ID" b="1" i="1" dirty="0" smtClean="0">
                        <a:latin typeface="Cambria Math" panose="02040503050406030204" pitchFamily="18" charset="0"/>
                      </a:rPr>
                      <m:t>𝟏</m:t>
                    </m:r>
                    <m:r>
                      <a:rPr lang="en-ID" b="1" i="1" dirty="0" smtClean="0">
                        <a:latin typeface="Cambria Math" panose="02040503050406030204" pitchFamily="18" charset="0"/>
                      </a:rPr>
                      <m:t>)</m:t>
                    </m:r>
                  </m:oMath>
                </a14:m>
                <a:r>
                  <a:rPr lang="en-ID" dirty="0"/>
                  <a:t> additional memory (the `key` variable and `j`). </a:t>
                </a:r>
              </a:p>
              <a:p>
                <a:r>
                  <a:rPr lang="en-ID" dirty="0"/>
                  <a:t>You will learn more about space complexity in next week (Data Structures)</a:t>
                </a:r>
              </a:p>
              <a:p>
                <a:r>
                  <a:rPr lang="en-ID" dirty="0"/>
                  <a:t>When memory is scarce, in-place algorithms are preferred even if they are slower.</a:t>
                </a:r>
              </a:p>
            </p:txBody>
          </p:sp>
        </mc:Choice>
        <mc:Fallback>
          <p:sp>
            <p:nvSpPr>
              <p:cNvPr id="4" name="Content Placeholder 3">
                <a:extLst>
                  <a:ext uri="{FF2B5EF4-FFF2-40B4-BE49-F238E27FC236}">
                    <a16:creationId xmlns:a16="http://schemas.microsoft.com/office/drawing/2014/main" id="{EA4D7F29-4984-F175-7EB2-9A50FB178EDC}"/>
                  </a:ext>
                </a:extLst>
              </p:cNvPr>
              <p:cNvSpPr>
                <a:spLocks noGrp="1" noRot="1" noChangeAspect="1" noMove="1" noResize="1" noEditPoints="1" noAdjustHandles="1" noChangeArrowheads="1" noChangeShapeType="1" noTextEdit="1"/>
              </p:cNvSpPr>
              <p:nvPr>
                <p:ph sz="quarter" idx="11"/>
              </p:nvPr>
            </p:nvSpPr>
            <p:spPr>
              <a:xfrm>
                <a:off x="2167377" y="3714224"/>
                <a:ext cx="19309300" cy="9493776"/>
              </a:xfrm>
              <a:blipFill>
                <a:blip r:embed="rId2"/>
                <a:stretch>
                  <a:fillRect l="-1380" t="-1068" r="-1117"/>
                </a:stretch>
              </a:blipFill>
            </p:spPr>
            <p:txBody>
              <a:bodyPr/>
              <a:lstStyle/>
              <a:p>
                <a:r>
                  <a:rPr lang="en-US">
                    <a:noFill/>
                  </a:rPr>
                  <a:t> </a:t>
                </a:r>
              </a:p>
            </p:txBody>
          </p:sp>
        </mc:Fallback>
      </mc:AlternateContent>
    </p:spTree>
    <p:extLst>
      <p:ext uri="{BB962C8B-B14F-4D97-AF65-F5344CB8AC3E}">
        <p14:creationId xmlns:p14="http://schemas.microsoft.com/office/powerpoint/2010/main" val="291966529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46C7D-22BB-39A5-941D-1EBE6B47C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980F7-BB47-3E67-DD16-061FE370E058}"/>
              </a:ext>
            </a:extLst>
          </p:cNvPr>
          <p:cNvSpPr>
            <a:spLocks noGrp="1"/>
          </p:cNvSpPr>
          <p:nvPr>
            <p:ph type="title"/>
          </p:nvPr>
        </p:nvSpPr>
        <p:spPr/>
        <p:txBody>
          <a:bodyPr>
            <a:normAutofit fontScale="90000"/>
          </a:bodyPr>
          <a:lstStyle/>
          <a:p>
            <a:r>
              <a:rPr lang="en-ID" dirty="0"/>
              <a:t>Order of growth</a:t>
            </a:r>
            <a:endParaRPr lang="en-US" dirty="0"/>
          </a:p>
        </p:txBody>
      </p:sp>
      <p:sp>
        <p:nvSpPr>
          <p:cNvPr id="3" name="Text Placeholder 2">
            <a:extLst>
              <a:ext uri="{FF2B5EF4-FFF2-40B4-BE49-F238E27FC236}">
                <a16:creationId xmlns:a16="http://schemas.microsoft.com/office/drawing/2014/main" id="{3C526A17-D5F1-D689-5F4F-B83C4C4293A7}"/>
              </a:ext>
            </a:extLst>
          </p:cNvPr>
          <p:cNvSpPr>
            <a:spLocks noGrp="1"/>
          </p:cNvSpPr>
          <p:nvPr>
            <p:ph type="body" sz="quarter" idx="10"/>
          </p:nvPr>
        </p:nvSpPr>
        <p:spPr>
          <a:xfrm>
            <a:off x="2167377" y="2419728"/>
            <a:ext cx="13682223" cy="803546"/>
          </a:xfrm>
        </p:spPr>
        <p:txBody>
          <a:bodyPr>
            <a:normAutofit/>
          </a:bodyPr>
          <a:lstStyle/>
          <a:p>
            <a:r>
              <a:rPr lang="en-ID" dirty="0"/>
              <a:t>Simplifying Running time</a:t>
            </a:r>
            <a:endParaRPr lang="en-ID" b="0"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44C8109A-8A5C-2B51-D029-DE8ACA6ED336}"/>
                  </a:ext>
                </a:extLst>
              </p:cNvPr>
              <p:cNvSpPr>
                <a:spLocks noGrp="1"/>
              </p:cNvSpPr>
              <p:nvPr>
                <p:ph sz="quarter" idx="11"/>
              </p:nvPr>
            </p:nvSpPr>
            <p:spPr>
              <a:xfrm>
                <a:off x="2167377" y="3714224"/>
                <a:ext cx="19309300" cy="9493776"/>
              </a:xfrm>
            </p:spPr>
            <p:txBody>
              <a:bodyPr>
                <a:normAutofit/>
              </a:bodyPr>
              <a:lstStyle/>
              <a:p>
                <a:r>
                  <a:rPr lang="en-ID" dirty="0"/>
                  <a:t>When analysing </a:t>
                </a:r>
                <a14:m>
                  <m:oMath xmlns:m="http://schemas.openxmlformats.org/officeDocument/2006/math">
                    <m:r>
                      <a:rPr lang="en-ID" b="1" i="1" dirty="0" smtClean="0">
                        <a:latin typeface="Cambria Math" panose="02040503050406030204" pitchFamily="18" charset="0"/>
                      </a:rPr>
                      <m:t>𝑻</m:t>
                    </m:r>
                    <m:r>
                      <a:rPr lang="en-ID" b="1" i="1" dirty="0" smtClean="0">
                        <a:latin typeface="Cambria Math" panose="02040503050406030204" pitchFamily="18" charset="0"/>
                      </a:rPr>
                      <m:t>(</m:t>
                    </m:r>
                    <m:r>
                      <a:rPr lang="en-ID" b="1" i="1" dirty="0" smtClean="0">
                        <a:latin typeface="Cambria Math" panose="02040503050406030204" pitchFamily="18" charset="0"/>
                      </a:rPr>
                      <m:t>𝒏</m:t>
                    </m:r>
                    <m:r>
                      <a:rPr lang="en-ID" b="1" i="1" dirty="0" smtClean="0">
                        <a:latin typeface="Cambria Math" panose="02040503050406030204" pitchFamily="18" charset="0"/>
                      </a:rPr>
                      <m:t>)</m:t>
                    </m:r>
                  </m:oMath>
                </a14:m>
                <a:r>
                  <a:rPr lang="en-ID" dirty="0"/>
                  <a:t>, we:</a:t>
                </a:r>
              </a:p>
              <a:p>
                <a:pPr lvl="1">
                  <a:buFont typeface="Wingdings" pitchFamily="2" charset="2"/>
                  <a:buChar char="Ø"/>
                </a:pPr>
                <a:r>
                  <a:rPr lang="en-ID" b="1" dirty="0"/>
                  <a:t>Ignore lower-order terms:</a:t>
                </a:r>
                <a:r>
                  <a:rPr lang="en-ID" dirty="0"/>
                  <a:t> for large n, the highest-degree term dominates.</a:t>
                </a:r>
              </a:p>
              <a:p>
                <a:pPr lvl="1">
                  <a:buFont typeface="Wingdings" pitchFamily="2" charset="2"/>
                  <a:buChar char="Ø"/>
                </a:pPr>
                <a:r>
                  <a:rPr lang="en-ID" b="1" dirty="0"/>
                  <a:t>Ignore constant coefficients:</a:t>
                </a:r>
                <a:r>
                  <a:rPr lang="en-ID" dirty="0"/>
                  <a:t> they depend on the machine and implementation, not the algorithm.</a:t>
                </a:r>
                <a:endParaRPr lang="en-ID" b="1" dirty="0"/>
              </a:p>
              <a:p>
                <a:r>
                  <a:rPr lang="en-ID" dirty="0"/>
                  <a:t>Example</a:t>
                </a:r>
                <a:r>
                  <a:rPr lang="en-ID" b="1" dirty="0"/>
                  <a:t>:</a:t>
                </a:r>
                <a:r>
                  <a:rPr lang="en-ID" dirty="0"/>
                  <a:t> </a:t>
                </a:r>
              </a:p>
              <a:p>
                <a:pPr lvl="1">
                  <a:buFont typeface="Wingdings" pitchFamily="2" charset="2"/>
                  <a:buChar char="Ø"/>
                </a:pPr>
                <a14:m>
                  <m:oMath xmlns:m="http://schemas.openxmlformats.org/officeDocument/2006/math">
                    <m:r>
                      <a:rPr lang="en-ID" b="1" i="1" dirty="0" smtClean="0">
                        <a:latin typeface="Cambria Math" panose="02040503050406030204" pitchFamily="18" charset="0"/>
                      </a:rPr>
                      <m:t>𝑻</m:t>
                    </m:r>
                    <m:r>
                      <a:rPr lang="en-ID" b="1" i="1" dirty="0" smtClean="0">
                        <a:latin typeface="Cambria Math" panose="02040503050406030204" pitchFamily="18" charset="0"/>
                      </a:rPr>
                      <m:t>(</m:t>
                    </m:r>
                    <m:r>
                      <a:rPr lang="en-ID" b="1" i="1" dirty="0" smtClean="0">
                        <a:latin typeface="Cambria Math" panose="02040503050406030204" pitchFamily="18" charset="0"/>
                      </a:rPr>
                      <m:t>𝒏</m:t>
                    </m:r>
                    <m:r>
                      <a:rPr lang="en-ID" b="1" i="1" dirty="0" smtClean="0">
                        <a:latin typeface="Cambria Math" panose="02040503050406030204" pitchFamily="18" charset="0"/>
                      </a:rPr>
                      <m:t>) = </m:t>
                    </m:r>
                    <m:r>
                      <a:rPr lang="en-ID" b="1" i="1" dirty="0" smtClean="0">
                        <a:latin typeface="Cambria Math" panose="02040503050406030204" pitchFamily="18" charset="0"/>
                      </a:rPr>
                      <m:t>𝟐</m:t>
                    </m:r>
                    <m:r>
                      <a:rPr lang="en-ID" b="1" i="1" dirty="0" smtClean="0">
                        <a:latin typeface="Cambria Math" panose="02040503050406030204" pitchFamily="18" charset="0"/>
                      </a:rPr>
                      <m:t>𝒏</m:t>
                    </m:r>
                    <m:r>
                      <a:rPr lang="en-ID" b="1" i="1" dirty="0" smtClean="0">
                        <a:latin typeface="Cambria Math" panose="02040503050406030204" pitchFamily="18" charset="0"/>
                      </a:rPr>
                      <m:t>² + </m:t>
                    </m:r>
                    <m:r>
                      <a:rPr lang="en-ID" b="1" i="1" dirty="0" smtClean="0">
                        <a:latin typeface="Cambria Math" panose="02040503050406030204" pitchFamily="18" charset="0"/>
                      </a:rPr>
                      <m:t>𝟑</m:t>
                    </m:r>
                    <m:r>
                      <a:rPr lang="en-ID" b="1" i="1" dirty="0" smtClean="0">
                        <a:latin typeface="Cambria Math" panose="02040503050406030204" pitchFamily="18" charset="0"/>
                      </a:rPr>
                      <m:t>𝒏</m:t>
                    </m:r>
                    <m:r>
                      <a:rPr lang="en-ID" b="1" i="1" dirty="0" smtClean="0">
                        <a:latin typeface="Cambria Math" panose="02040503050406030204" pitchFamily="18" charset="0"/>
                      </a:rPr>
                      <m:t> + </m:t>
                    </m:r>
                    <m:r>
                      <a:rPr lang="en-ID" b="1" i="1" dirty="0" smtClean="0">
                        <a:latin typeface="Cambria Math" panose="02040503050406030204" pitchFamily="18" charset="0"/>
                      </a:rPr>
                      <m:t>𝟏</m:t>
                    </m:r>
                    <m:r>
                      <a:rPr lang="en-ID" b="1" i="1" dirty="0" smtClean="0">
                        <a:latin typeface="Cambria Math" panose="02040503050406030204" pitchFamily="18" charset="0"/>
                      </a:rPr>
                      <m:t> </m:t>
                    </m:r>
                  </m:oMath>
                </a14:m>
                <a:r>
                  <a:rPr lang="en-ID" dirty="0"/>
                  <a:t>→ order of growth is </a:t>
                </a:r>
                <a14:m>
                  <m:oMath xmlns:m="http://schemas.openxmlformats.org/officeDocument/2006/math">
                    <m:sSup>
                      <m:sSupPr>
                        <m:ctrlPr>
                          <a:rPr lang="en-ID" b="1" i="1" dirty="0" smtClean="0">
                            <a:latin typeface="Cambria Math" panose="02040503050406030204" pitchFamily="18" charset="0"/>
                          </a:rPr>
                        </m:ctrlPr>
                      </m:sSupPr>
                      <m:e>
                        <m:r>
                          <a:rPr lang="en-ID" b="1" i="1" dirty="0" smtClean="0">
                            <a:latin typeface="Cambria Math" panose="02040503050406030204" pitchFamily="18" charset="0"/>
                          </a:rPr>
                          <m:t>𝒏</m:t>
                        </m:r>
                      </m:e>
                      <m:sup>
                        <m:r>
                          <a:rPr lang="en-US" b="1" i="1" dirty="0" smtClean="0">
                            <a:latin typeface="Cambria Math" panose="02040503050406030204" pitchFamily="18" charset="0"/>
                          </a:rPr>
                          <m:t>𝟐</m:t>
                        </m:r>
                      </m:sup>
                    </m:sSup>
                  </m:oMath>
                </a14:m>
                <a:r>
                  <a:rPr lang="en-ID" dirty="0"/>
                  <a:t> → written </a:t>
                </a:r>
                <a14:m>
                  <m:oMath xmlns:m="http://schemas.openxmlformats.org/officeDocument/2006/math">
                    <m:r>
                      <a:rPr lang="en-ID" b="1" i="0" dirty="0" smtClean="0">
                        <a:latin typeface="Cambria Math" panose="02040503050406030204" pitchFamily="18" charset="0"/>
                      </a:rPr>
                      <m:t>𝚯</m:t>
                    </m:r>
                    <m:r>
                      <a:rPr lang="en-ID" b="1" i="1" dirty="0">
                        <a:latin typeface="Cambria Math" panose="02040503050406030204" pitchFamily="18" charset="0"/>
                      </a:rPr>
                      <m:t>(</m:t>
                    </m:r>
                    <m:sSup>
                      <m:sSupPr>
                        <m:ctrlPr>
                          <a:rPr lang="en-ID" b="1" i="1" dirty="0">
                            <a:latin typeface="Cambria Math" panose="02040503050406030204" pitchFamily="18" charset="0"/>
                          </a:rPr>
                        </m:ctrlPr>
                      </m:sSupPr>
                      <m:e>
                        <m:r>
                          <a:rPr lang="en-ID" b="1" i="1" dirty="0">
                            <a:latin typeface="Cambria Math" panose="02040503050406030204" pitchFamily="18" charset="0"/>
                          </a:rPr>
                          <m:t>𝒏</m:t>
                        </m:r>
                      </m:e>
                      <m:sup>
                        <m:r>
                          <a:rPr lang="en-US" b="1" i="1" dirty="0" smtClean="0">
                            <a:latin typeface="Cambria Math" panose="02040503050406030204" pitchFamily="18" charset="0"/>
                          </a:rPr>
                          <m:t>𝟐</m:t>
                        </m:r>
                      </m:sup>
                    </m:sSup>
                    <m:r>
                      <a:rPr lang="en-ID" b="1" i="1" dirty="0">
                        <a:latin typeface="Cambria Math" panose="02040503050406030204" pitchFamily="18" charset="0"/>
                      </a:rPr>
                      <m:t>)</m:t>
                    </m:r>
                  </m:oMath>
                </a14:m>
                <a:endParaRPr lang="en-ID" dirty="0"/>
              </a:p>
              <a:p>
                <a:pPr lvl="1">
                  <a:buFont typeface="Wingdings" pitchFamily="2" charset="2"/>
                  <a:buChar char="Ø"/>
                </a:pPr>
                <a:r>
                  <a:rPr lang="en-US" dirty="0"/>
                  <a:t>We use </a:t>
                </a:r>
                <a:r>
                  <a:rPr lang="en-US" dirty="0" err="1"/>
                  <a:t>Θ</a:t>
                </a:r>
                <a:r>
                  <a:rPr lang="en-US" dirty="0"/>
                  <a:t>-notation </a:t>
                </a:r>
                <a:r>
                  <a:rPr lang="en-US" b="1" dirty="0"/>
                  <a:t>informally</a:t>
                </a:r>
                <a:r>
                  <a:rPr lang="en-US" dirty="0"/>
                  <a:t> in this session and define it precisely in the next session.</a:t>
                </a:r>
              </a:p>
              <a:p>
                <a:endParaRPr lang="en-ID" dirty="0"/>
              </a:p>
              <a:p>
                <a:pPr lvl="1">
                  <a:buFont typeface="Wingdings" pitchFamily="2" charset="2"/>
                  <a:buChar char="Ø"/>
                </a:pPr>
                <a:endParaRPr lang="en-ID" dirty="0"/>
              </a:p>
            </p:txBody>
          </p:sp>
        </mc:Choice>
        <mc:Fallback>
          <p:sp>
            <p:nvSpPr>
              <p:cNvPr id="4" name="Content Placeholder 3">
                <a:extLst>
                  <a:ext uri="{FF2B5EF4-FFF2-40B4-BE49-F238E27FC236}">
                    <a16:creationId xmlns:a16="http://schemas.microsoft.com/office/drawing/2014/main" id="{44C8109A-8A5C-2B51-D029-DE8ACA6ED336}"/>
                  </a:ext>
                </a:extLst>
              </p:cNvPr>
              <p:cNvSpPr>
                <a:spLocks noGrp="1" noRot="1" noChangeAspect="1" noMove="1" noResize="1" noEditPoints="1" noAdjustHandles="1" noChangeArrowheads="1" noChangeShapeType="1" noTextEdit="1"/>
              </p:cNvSpPr>
              <p:nvPr>
                <p:ph sz="quarter" idx="11"/>
              </p:nvPr>
            </p:nvSpPr>
            <p:spPr>
              <a:xfrm>
                <a:off x="2167377" y="3714224"/>
                <a:ext cx="19309300" cy="9493776"/>
              </a:xfrm>
              <a:blipFill>
                <a:blip r:embed="rId2"/>
                <a:stretch>
                  <a:fillRect l="-1380" t="-1068" r="-1445"/>
                </a:stretch>
              </a:blipFill>
            </p:spPr>
            <p:txBody>
              <a:bodyPr/>
              <a:lstStyle/>
              <a:p>
                <a:r>
                  <a:rPr lang="en-US">
                    <a:noFill/>
                  </a:rPr>
                  <a:t> </a:t>
                </a:r>
              </a:p>
            </p:txBody>
          </p:sp>
        </mc:Fallback>
      </mc:AlternateContent>
    </p:spTree>
    <p:extLst>
      <p:ext uri="{BB962C8B-B14F-4D97-AF65-F5344CB8AC3E}">
        <p14:creationId xmlns:p14="http://schemas.microsoft.com/office/powerpoint/2010/main" val="259391070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E7688-1A22-6BC9-F988-F1ECFE580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DF181-25C4-6E94-8559-08995BD40129}"/>
              </a:ext>
            </a:extLst>
          </p:cNvPr>
          <p:cNvSpPr>
            <a:spLocks noGrp="1"/>
          </p:cNvSpPr>
          <p:nvPr>
            <p:ph type="title"/>
          </p:nvPr>
        </p:nvSpPr>
        <p:spPr/>
        <p:txBody>
          <a:bodyPr>
            <a:normAutofit fontScale="90000"/>
          </a:bodyPr>
          <a:lstStyle/>
          <a:p>
            <a:r>
              <a:rPr lang="en-ID" dirty="0"/>
              <a:t>Order of growth</a:t>
            </a:r>
            <a:endParaRPr lang="en-US" dirty="0"/>
          </a:p>
        </p:txBody>
      </p:sp>
      <p:sp>
        <p:nvSpPr>
          <p:cNvPr id="3" name="Text Placeholder 2">
            <a:extLst>
              <a:ext uri="{FF2B5EF4-FFF2-40B4-BE49-F238E27FC236}">
                <a16:creationId xmlns:a16="http://schemas.microsoft.com/office/drawing/2014/main" id="{9FE984C8-4C1F-67BD-38E1-D26E860550B7}"/>
              </a:ext>
            </a:extLst>
          </p:cNvPr>
          <p:cNvSpPr>
            <a:spLocks noGrp="1"/>
          </p:cNvSpPr>
          <p:nvPr>
            <p:ph type="body" sz="quarter" idx="10"/>
          </p:nvPr>
        </p:nvSpPr>
        <p:spPr>
          <a:xfrm>
            <a:off x="2167377" y="2419728"/>
            <a:ext cx="13682223" cy="803546"/>
          </a:xfrm>
        </p:spPr>
        <p:txBody>
          <a:bodyPr>
            <a:normAutofit/>
          </a:bodyPr>
          <a:lstStyle/>
          <a:p>
            <a:r>
              <a:rPr lang="en-ID" dirty="0"/>
              <a:t>Simplifying Running time</a:t>
            </a:r>
            <a:endParaRPr lang="en-ID" b="0" dirty="0"/>
          </a:p>
        </p:txBody>
      </p:sp>
      <p:sp>
        <p:nvSpPr>
          <p:cNvPr id="4" name="Content Placeholder 3">
            <a:extLst>
              <a:ext uri="{FF2B5EF4-FFF2-40B4-BE49-F238E27FC236}">
                <a16:creationId xmlns:a16="http://schemas.microsoft.com/office/drawing/2014/main" id="{A79E386D-CC1F-9C90-656C-D185AF734E11}"/>
              </a:ext>
            </a:extLst>
          </p:cNvPr>
          <p:cNvSpPr>
            <a:spLocks noGrp="1"/>
          </p:cNvSpPr>
          <p:nvPr>
            <p:ph sz="quarter" idx="11"/>
          </p:nvPr>
        </p:nvSpPr>
        <p:spPr>
          <a:xfrm>
            <a:off x="2167377" y="3714224"/>
            <a:ext cx="19309300" cy="9493776"/>
          </a:xfrm>
        </p:spPr>
        <p:txBody>
          <a:bodyPr>
            <a:normAutofit/>
          </a:bodyPr>
          <a:lstStyle/>
          <a:p>
            <a:r>
              <a:rPr lang="en-ID" dirty="0"/>
              <a:t>This simplification is justified because:</a:t>
            </a:r>
          </a:p>
          <a:p>
            <a:pPr lvl="1">
              <a:buFont typeface="Wingdings" pitchFamily="2" charset="2"/>
              <a:buChar char="Ø"/>
            </a:pPr>
            <a:r>
              <a:rPr lang="en-ID" dirty="0"/>
              <a:t>For sufficiently large n, the lower-order terms contribute &lt; 1% of the total.</a:t>
            </a:r>
          </a:p>
          <a:p>
            <a:pPr lvl="1">
              <a:buFont typeface="Wingdings" pitchFamily="2" charset="2"/>
              <a:buChar char="Ø"/>
            </a:pPr>
            <a:r>
              <a:rPr lang="en-ID" dirty="0"/>
              <a:t>The constant factor merely scales the function vertically — it does not change the fundamental growth behaviour.</a:t>
            </a:r>
          </a:p>
        </p:txBody>
      </p:sp>
    </p:spTree>
    <p:extLst>
      <p:ext uri="{BB962C8B-B14F-4D97-AF65-F5344CB8AC3E}">
        <p14:creationId xmlns:p14="http://schemas.microsoft.com/office/powerpoint/2010/main" val="199640543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14F3D-0ED5-9CA0-0C16-9DB1AC410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25607-3F7B-DB6D-95EC-08F1420BDA7C}"/>
              </a:ext>
            </a:extLst>
          </p:cNvPr>
          <p:cNvSpPr>
            <a:spLocks noGrp="1"/>
          </p:cNvSpPr>
          <p:nvPr>
            <p:ph type="title"/>
          </p:nvPr>
        </p:nvSpPr>
        <p:spPr/>
        <p:txBody>
          <a:bodyPr>
            <a:normAutofit fontScale="90000"/>
          </a:bodyPr>
          <a:lstStyle/>
          <a:p>
            <a:r>
              <a:rPr lang="en-ID" dirty="0"/>
              <a:t>Order of growth</a:t>
            </a:r>
            <a:endParaRPr lang="en-US" dirty="0"/>
          </a:p>
        </p:txBody>
      </p:sp>
      <p:sp>
        <p:nvSpPr>
          <p:cNvPr id="3" name="Text Placeholder 2">
            <a:extLst>
              <a:ext uri="{FF2B5EF4-FFF2-40B4-BE49-F238E27FC236}">
                <a16:creationId xmlns:a16="http://schemas.microsoft.com/office/drawing/2014/main" id="{464DA03E-894D-C39C-DFD3-F45B5E2E72E4}"/>
              </a:ext>
            </a:extLst>
          </p:cNvPr>
          <p:cNvSpPr>
            <a:spLocks noGrp="1"/>
          </p:cNvSpPr>
          <p:nvPr>
            <p:ph type="body" sz="quarter" idx="10"/>
          </p:nvPr>
        </p:nvSpPr>
        <p:spPr>
          <a:xfrm>
            <a:off x="2167377" y="2419728"/>
            <a:ext cx="19309911" cy="803546"/>
          </a:xfrm>
        </p:spPr>
        <p:txBody>
          <a:bodyPr>
            <a:normAutofit/>
          </a:bodyPr>
          <a:lstStyle/>
          <a:p>
            <a:r>
              <a:rPr lang="en-ID" dirty="0"/>
              <a:t>Time complexity of known algorithms (You have learned these!)</a:t>
            </a:r>
            <a:endParaRPr lang="en-ID" b="0" dirty="0"/>
          </a:p>
        </p:txBody>
      </p:sp>
      <mc:AlternateContent xmlns:mc="http://schemas.openxmlformats.org/markup-compatibility/2006">
        <mc:Choice xmlns:a14="http://schemas.microsoft.com/office/drawing/2010/main" Requires="a14">
          <p:graphicFrame>
            <p:nvGraphicFramePr>
              <p:cNvPr id="5" name="Content Placeholder 4">
                <a:extLst>
                  <a:ext uri="{FF2B5EF4-FFF2-40B4-BE49-F238E27FC236}">
                    <a16:creationId xmlns:a16="http://schemas.microsoft.com/office/drawing/2014/main" id="{E522F34C-28BD-4E42-5646-D9EC100D0F8E}"/>
                  </a:ext>
                </a:extLst>
              </p:cNvPr>
              <p:cNvGraphicFramePr>
                <a:graphicFrameLocks noGrp="1"/>
              </p:cNvGraphicFramePr>
              <p:nvPr>
                <p:ph sz="quarter" idx="11"/>
                <p:extLst>
                  <p:ext uri="{D42A27DB-BD31-4B8C-83A1-F6EECF244321}">
                    <p14:modId xmlns:p14="http://schemas.microsoft.com/office/powerpoint/2010/main" val="697960180"/>
                  </p:ext>
                </p:extLst>
              </p:nvPr>
            </p:nvGraphicFramePr>
            <p:xfrm>
              <a:off x="2166938" y="3714750"/>
              <a:ext cx="19310350" cy="4233800"/>
            </p:xfrm>
            <a:graphic>
              <a:graphicData uri="http://schemas.openxmlformats.org/drawingml/2006/table">
                <a:tbl>
                  <a:tblPr firstRow="1" bandRow="1">
                    <a:tableStyleId>{5940675A-B579-460E-94D1-54222C63F5DA}</a:tableStyleId>
                  </a:tblPr>
                  <a:tblGrid>
                    <a:gridCol w="9655175">
                      <a:extLst>
                        <a:ext uri="{9D8B030D-6E8A-4147-A177-3AD203B41FA5}">
                          <a16:colId xmlns:a16="http://schemas.microsoft.com/office/drawing/2014/main" val="1587390067"/>
                        </a:ext>
                      </a:extLst>
                    </a:gridCol>
                    <a:gridCol w="9655175">
                      <a:extLst>
                        <a:ext uri="{9D8B030D-6E8A-4147-A177-3AD203B41FA5}">
                          <a16:colId xmlns:a16="http://schemas.microsoft.com/office/drawing/2014/main" val="50966451"/>
                        </a:ext>
                      </a:extLst>
                    </a:gridCol>
                  </a:tblGrid>
                  <a:tr h="370840">
                    <a:tc>
                      <a:txBody>
                        <a:bodyPr/>
                        <a:lstStyle/>
                        <a:p>
                          <a:r>
                            <a:rPr lang="en-US" sz="4000" b="1" dirty="0">
                              <a:solidFill>
                                <a:schemeClr val="bg2">
                                  <a:lumMod val="10000"/>
                                </a:schemeClr>
                              </a:solidFill>
                            </a:rPr>
                            <a:t>Algorithms</a:t>
                          </a:r>
                        </a:p>
                      </a:txBody>
                      <a:tcPr/>
                    </a:tc>
                    <a:tc>
                      <a:txBody>
                        <a:bodyPr/>
                        <a:lstStyle/>
                        <a:p>
                          <a:r>
                            <a:rPr lang="en-US" sz="4000" b="1" dirty="0">
                              <a:solidFill>
                                <a:schemeClr val="bg2">
                                  <a:lumMod val="10000"/>
                                </a:schemeClr>
                              </a:solidFill>
                            </a:rPr>
                            <a:t>Time Complexity</a:t>
                          </a:r>
                        </a:p>
                      </a:txBody>
                      <a:tcPr/>
                    </a:tc>
                    <a:extLst>
                      <a:ext uri="{0D108BD9-81ED-4DB2-BD59-A6C34878D82A}">
                        <a16:rowId xmlns:a16="http://schemas.microsoft.com/office/drawing/2014/main" val="1982628711"/>
                      </a:ext>
                    </a:extLst>
                  </a:tr>
                  <a:tr h="370840">
                    <a:tc>
                      <a:txBody>
                        <a:bodyPr/>
                        <a:lstStyle/>
                        <a:p>
                          <a:r>
                            <a:rPr lang="en-US" sz="4000" dirty="0">
                              <a:solidFill>
                                <a:schemeClr val="bg2">
                                  <a:lumMod val="10000"/>
                                </a:schemeClr>
                              </a:solidFill>
                            </a:rPr>
                            <a:t>Bubble Sort</a:t>
                          </a: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ID" sz="4000" b="1" i="0" dirty="0" smtClean="0">
                                    <a:solidFill>
                                      <a:schemeClr val="bg2">
                                        <a:lumMod val="10000"/>
                                      </a:schemeClr>
                                    </a:solidFill>
                                    <a:latin typeface="Cambria Math" panose="02040503050406030204" pitchFamily="18" charset="0"/>
                                  </a:rPr>
                                  <m:t>𝚯</m:t>
                                </m:r>
                                <m:r>
                                  <a:rPr lang="en-ID" sz="4000" b="1" i="1" dirty="0">
                                    <a:solidFill>
                                      <a:schemeClr val="bg2">
                                        <a:lumMod val="10000"/>
                                      </a:schemeClr>
                                    </a:solidFill>
                                    <a:latin typeface="Cambria Math" panose="02040503050406030204" pitchFamily="18" charset="0"/>
                                  </a:rPr>
                                  <m:t>(</m:t>
                                </m:r>
                                <m:sSup>
                                  <m:sSupPr>
                                    <m:ctrlPr>
                                      <a:rPr lang="en-ID" sz="4000" b="1" i="1" dirty="0">
                                        <a:solidFill>
                                          <a:schemeClr val="bg2">
                                            <a:lumMod val="10000"/>
                                          </a:schemeClr>
                                        </a:solidFill>
                                        <a:latin typeface="Cambria Math" panose="02040503050406030204" pitchFamily="18" charset="0"/>
                                      </a:rPr>
                                    </m:ctrlPr>
                                  </m:sSupPr>
                                  <m:e>
                                    <m:r>
                                      <a:rPr lang="en-ID" sz="4000" b="1" i="1" dirty="0">
                                        <a:solidFill>
                                          <a:schemeClr val="bg2">
                                            <a:lumMod val="10000"/>
                                          </a:schemeClr>
                                        </a:solidFill>
                                        <a:latin typeface="Cambria Math" panose="02040503050406030204" pitchFamily="18" charset="0"/>
                                      </a:rPr>
                                      <m:t>𝒏</m:t>
                                    </m:r>
                                  </m:e>
                                  <m:sup>
                                    <m:r>
                                      <a:rPr lang="en-US" sz="4000" b="1" i="1" dirty="0" smtClean="0">
                                        <a:solidFill>
                                          <a:schemeClr val="bg2">
                                            <a:lumMod val="10000"/>
                                          </a:schemeClr>
                                        </a:solidFill>
                                        <a:latin typeface="Cambria Math" panose="02040503050406030204" pitchFamily="18" charset="0"/>
                                      </a:rPr>
                                      <m:t>𝟐</m:t>
                                    </m:r>
                                  </m:sup>
                                </m:sSup>
                                <m:r>
                                  <a:rPr lang="en-ID" sz="4000" b="1" i="1" dirty="0">
                                    <a:solidFill>
                                      <a:schemeClr val="bg2">
                                        <a:lumMod val="10000"/>
                                      </a:schemeClr>
                                    </a:solidFill>
                                    <a:latin typeface="Cambria Math" panose="02040503050406030204" pitchFamily="18" charset="0"/>
                                  </a:rPr>
                                  <m:t>)</m:t>
                                </m:r>
                              </m:oMath>
                            </m:oMathPara>
                          </a14:m>
                          <a:endParaRPr lang="en-ID" sz="4000" dirty="0">
                            <a:solidFill>
                              <a:schemeClr val="bg2">
                                <a:lumMod val="10000"/>
                              </a:schemeClr>
                            </a:solidFill>
                          </a:endParaRPr>
                        </a:p>
                      </a:txBody>
                      <a:tcPr/>
                    </a:tc>
                    <a:extLst>
                      <a:ext uri="{0D108BD9-81ED-4DB2-BD59-A6C34878D82A}">
                        <a16:rowId xmlns:a16="http://schemas.microsoft.com/office/drawing/2014/main" val="1233468570"/>
                      </a:ext>
                    </a:extLst>
                  </a:tr>
                  <a:tr h="370840">
                    <a:tc>
                      <a:txBody>
                        <a:bodyPr/>
                        <a:lstStyle/>
                        <a:p>
                          <a:r>
                            <a:rPr lang="en-US" sz="4000" dirty="0">
                              <a:solidFill>
                                <a:schemeClr val="bg2">
                                  <a:lumMod val="10000"/>
                                </a:schemeClr>
                              </a:solidFill>
                            </a:rPr>
                            <a:t>Insertion Sort</a:t>
                          </a: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ID" sz="4000" b="1" i="0" dirty="0" smtClean="0">
                                    <a:solidFill>
                                      <a:schemeClr val="bg2">
                                        <a:lumMod val="10000"/>
                                      </a:schemeClr>
                                    </a:solidFill>
                                    <a:latin typeface="Cambria Math" panose="02040503050406030204" pitchFamily="18" charset="0"/>
                                  </a:rPr>
                                  <m:t>𝚯</m:t>
                                </m:r>
                                <m:r>
                                  <a:rPr lang="en-ID" sz="4000" b="1" i="1" dirty="0">
                                    <a:solidFill>
                                      <a:schemeClr val="bg2">
                                        <a:lumMod val="10000"/>
                                      </a:schemeClr>
                                    </a:solidFill>
                                    <a:latin typeface="Cambria Math" panose="02040503050406030204" pitchFamily="18" charset="0"/>
                                  </a:rPr>
                                  <m:t>(</m:t>
                                </m:r>
                                <m:sSup>
                                  <m:sSupPr>
                                    <m:ctrlPr>
                                      <a:rPr lang="en-ID" sz="4000" b="1" i="1" dirty="0">
                                        <a:solidFill>
                                          <a:schemeClr val="bg2">
                                            <a:lumMod val="10000"/>
                                          </a:schemeClr>
                                        </a:solidFill>
                                        <a:latin typeface="Cambria Math" panose="02040503050406030204" pitchFamily="18" charset="0"/>
                                      </a:rPr>
                                    </m:ctrlPr>
                                  </m:sSupPr>
                                  <m:e>
                                    <m:r>
                                      <a:rPr lang="en-ID" sz="4000" b="1" i="1" dirty="0">
                                        <a:solidFill>
                                          <a:schemeClr val="bg2">
                                            <a:lumMod val="10000"/>
                                          </a:schemeClr>
                                        </a:solidFill>
                                        <a:latin typeface="Cambria Math" panose="02040503050406030204" pitchFamily="18" charset="0"/>
                                      </a:rPr>
                                      <m:t>𝒏</m:t>
                                    </m:r>
                                  </m:e>
                                  <m:sup>
                                    <m:r>
                                      <a:rPr lang="en-US" sz="4000" b="1" i="1" dirty="0" smtClean="0">
                                        <a:solidFill>
                                          <a:schemeClr val="bg2">
                                            <a:lumMod val="10000"/>
                                          </a:schemeClr>
                                        </a:solidFill>
                                        <a:latin typeface="Cambria Math" panose="02040503050406030204" pitchFamily="18" charset="0"/>
                                      </a:rPr>
                                      <m:t>𝟐</m:t>
                                    </m:r>
                                  </m:sup>
                                </m:sSup>
                                <m:r>
                                  <a:rPr lang="en-ID" sz="4000" b="1" i="1" dirty="0">
                                    <a:solidFill>
                                      <a:schemeClr val="bg2">
                                        <a:lumMod val="10000"/>
                                      </a:schemeClr>
                                    </a:solidFill>
                                    <a:latin typeface="Cambria Math" panose="02040503050406030204" pitchFamily="18" charset="0"/>
                                  </a:rPr>
                                  <m:t>)</m:t>
                                </m:r>
                              </m:oMath>
                            </m:oMathPara>
                          </a14:m>
                          <a:endParaRPr lang="en-ID" sz="4000" dirty="0">
                            <a:solidFill>
                              <a:schemeClr val="bg2">
                                <a:lumMod val="10000"/>
                              </a:schemeClr>
                            </a:solidFill>
                          </a:endParaRPr>
                        </a:p>
                      </a:txBody>
                      <a:tcPr/>
                    </a:tc>
                    <a:extLst>
                      <a:ext uri="{0D108BD9-81ED-4DB2-BD59-A6C34878D82A}">
                        <a16:rowId xmlns:a16="http://schemas.microsoft.com/office/drawing/2014/main" val="1677862916"/>
                      </a:ext>
                    </a:extLst>
                  </a:tr>
                  <a:tr h="370840">
                    <a:tc>
                      <a:txBody>
                        <a:bodyPr/>
                        <a:lstStyle/>
                        <a:p>
                          <a:r>
                            <a:rPr lang="en-US" sz="4000" dirty="0">
                              <a:solidFill>
                                <a:schemeClr val="bg2">
                                  <a:lumMod val="10000"/>
                                </a:schemeClr>
                              </a:solidFill>
                            </a:rPr>
                            <a:t>Merge Sort</a:t>
                          </a: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ID" sz="4000" b="1" i="0" dirty="0" smtClean="0">
                                    <a:solidFill>
                                      <a:schemeClr val="bg2">
                                        <a:lumMod val="10000"/>
                                      </a:schemeClr>
                                    </a:solidFill>
                                    <a:latin typeface="Cambria Math" panose="02040503050406030204" pitchFamily="18" charset="0"/>
                                  </a:rPr>
                                  <m:t>𝚯</m:t>
                                </m:r>
                                <m:r>
                                  <a:rPr lang="en-ID" sz="4000" b="1" i="1" dirty="0">
                                    <a:solidFill>
                                      <a:schemeClr val="bg2">
                                        <a:lumMod val="10000"/>
                                      </a:schemeClr>
                                    </a:solidFill>
                                    <a:latin typeface="Cambria Math" panose="02040503050406030204" pitchFamily="18" charset="0"/>
                                  </a:rPr>
                                  <m:t>(</m:t>
                                </m:r>
                                <m:r>
                                  <a:rPr lang="en-US" sz="4000" b="1" i="1" dirty="0" smtClean="0">
                                    <a:solidFill>
                                      <a:schemeClr val="bg2">
                                        <a:lumMod val="10000"/>
                                      </a:schemeClr>
                                    </a:solidFill>
                                    <a:latin typeface="Cambria Math" panose="02040503050406030204" pitchFamily="18" charset="0"/>
                                  </a:rPr>
                                  <m:t>𝒏</m:t>
                                </m:r>
                                <m:r>
                                  <a:rPr lang="en-US" sz="4000" b="1" i="1" dirty="0" smtClean="0">
                                    <a:solidFill>
                                      <a:schemeClr val="bg2">
                                        <a:lumMod val="10000"/>
                                      </a:schemeClr>
                                    </a:solidFill>
                                    <a:latin typeface="Cambria Math" panose="02040503050406030204" pitchFamily="18" charset="0"/>
                                  </a:rPr>
                                  <m:t> </m:t>
                                </m:r>
                                <m:r>
                                  <a:rPr lang="en-US" sz="4000" b="1" i="1" dirty="0" smtClean="0">
                                    <a:solidFill>
                                      <a:schemeClr val="bg2">
                                        <a:lumMod val="10000"/>
                                      </a:schemeClr>
                                    </a:solidFill>
                                    <a:latin typeface="Cambria Math" panose="02040503050406030204" pitchFamily="18" charset="0"/>
                                  </a:rPr>
                                  <m:t>𝒍𝒐𝒈</m:t>
                                </m:r>
                                <m:r>
                                  <a:rPr lang="en-US" sz="4000" b="1" i="1" dirty="0" smtClean="0">
                                    <a:solidFill>
                                      <a:schemeClr val="bg2">
                                        <a:lumMod val="10000"/>
                                      </a:schemeClr>
                                    </a:solidFill>
                                    <a:latin typeface="Cambria Math" panose="02040503050406030204" pitchFamily="18" charset="0"/>
                                  </a:rPr>
                                  <m:t> </m:t>
                                </m:r>
                                <m:r>
                                  <a:rPr lang="en-US" sz="4000" b="1" i="1" dirty="0" smtClean="0">
                                    <a:solidFill>
                                      <a:schemeClr val="bg2">
                                        <a:lumMod val="10000"/>
                                      </a:schemeClr>
                                    </a:solidFill>
                                    <a:latin typeface="Cambria Math" panose="02040503050406030204" pitchFamily="18" charset="0"/>
                                  </a:rPr>
                                  <m:t>𝒏</m:t>
                                </m:r>
                                <m:r>
                                  <a:rPr lang="en-ID" sz="4000" b="1" i="1" dirty="0">
                                    <a:solidFill>
                                      <a:schemeClr val="bg2">
                                        <a:lumMod val="10000"/>
                                      </a:schemeClr>
                                    </a:solidFill>
                                    <a:latin typeface="Cambria Math" panose="02040503050406030204" pitchFamily="18" charset="0"/>
                                  </a:rPr>
                                  <m:t>)</m:t>
                                </m:r>
                              </m:oMath>
                            </m:oMathPara>
                          </a14:m>
                          <a:endParaRPr lang="en-ID" sz="4000" dirty="0">
                            <a:solidFill>
                              <a:schemeClr val="bg2">
                                <a:lumMod val="10000"/>
                              </a:schemeClr>
                            </a:solidFill>
                          </a:endParaRPr>
                        </a:p>
                      </a:txBody>
                      <a:tcPr/>
                    </a:tc>
                    <a:extLst>
                      <a:ext uri="{0D108BD9-81ED-4DB2-BD59-A6C34878D82A}">
                        <a16:rowId xmlns:a16="http://schemas.microsoft.com/office/drawing/2014/main" val="2350964401"/>
                      </a:ext>
                    </a:extLst>
                  </a:tr>
                  <a:tr h="370840">
                    <a:tc>
                      <a:txBody>
                        <a:bodyPr/>
                        <a:lstStyle/>
                        <a:p>
                          <a:r>
                            <a:rPr lang="en-US" sz="4000" dirty="0">
                              <a:solidFill>
                                <a:schemeClr val="bg2">
                                  <a:lumMod val="10000"/>
                                </a:schemeClr>
                              </a:solidFill>
                            </a:rPr>
                            <a:t>Linear Search</a:t>
                          </a: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ID" sz="4000" b="1" i="0" dirty="0" smtClean="0">
                                    <a:solidFill>
                                      <a:schemeClr val="bg2">
                                        <a:lumMod val="10000"/>
                                      </a:schemeClr>
                                    </a:solidFill>
                                    <a:latin typeface="Cambria Math" panose="02040503050406030204" pitchFamily="18" charset="0"/>
                                  </a:rPr>
                                  <m:t>𝚯</m:t>
                                </m:r>
                                <m:r>
                                  <a:rPr lang="en-ID" sz="4000" b="1" i="1" dirty="0">
                                    <a:solidFill>
                                      <a:schemeClr val="bg2">
                                        <a:lumMod val="10000"/>
                                      </a:schemeClr>
                                    </a:solidFill>
                                    <a:latin typeface="Cambria Math" panose="02040503050406030204" pitchFamily="18" charset="0"/>
                                  </a:rPr>
                                  <m:t>(</m:t>
                                </m:r>
                                <m:r>
                                  <a:rPr lang="en-US" sz="4000" b="1" i="1" dirty="0" smtClean="0">
                                    <a:solidFill>
                                      <a:schemeClr val="bg2">
                                        <a:lumMod val="10000"/>
                                      </a:schemeClr>
                                    </a:solidFill>
                                    <a:latin typeface="Cambria Math" panose="02040503050406030204" pitchFamily="18" charset="0"/>
                                  </a:rPr>
                                  <m:t>𝒏</m:t>
                                </m:r>
                                <m:r>
                                  <a:rPr lang="en-US" sz="4000" b="1" i="1" dirty="0" smtClean="0">
                                    <a:solidFill>
                                      <a:schemeClr val="bg2">
                                        <a:lumMod val="10000"/>
                                      </a:schemeClr>
                                    </a:solidFill>
                                    <a:latin typeface="Cambria Math" panose="02040503050406030204" pitchFamily="18" charset="0"/>
                                  </a:rPr>
                                  <m:t>)</m:t>
                                </m:r>
                              </m:oMath>
                            </m:oMathPara>
                          </a14:m>
                          <a:endParaRPr lang="en-ID" sz="4000" dirty="0">
                            <a:solidFill>
                              <a:schemeClr val="bg2">
                                <a:lumMod val="10000"/>
                              </a:schemeClr>
                            </a:solidFill>
                          </a:endParaRPr>
                        </a:p>
                      </a:txBody>
                      <a:tcPr/>
                    </a:tc>
                    <a:extLst>
                      <a:ext uri="{0D108BD9-81ED-4DB2-BD59-A6C34878D82A}">
                        <a16:rowId xmlns:a16="http://schemas.microsoft.com/office/drawing/2014/main" val="2132729788"/>
                      </a:ext>
                    </a:extLst>
                  </a:tr>
                  <a:tr h="370840">
                    <a:tc>
                      <a:txBody>
                        <a:bodyPr/>
                        <a:lstStyle/>
                        <a:p>
                          <a:r>
                            <a:rPr lang="en-US" sz="4000" dirty="0">
                              <a:solidFill>
                                <a:schemeClr val="bg2">
                                  <a:lumMod val="10000"/>
                                </a:schemeClr>
                              </a:solidFill>
                            </a:rPr>
                            <a:t>Binary Search</a:t>
                          </a: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ID" sz="4000" b="1" i="0" dirty="0" smtClean="0">
                                    <a:solidFill>
                                      <a:schemeClr val="bg2">
                                        <a:lumMod val="10000"/>
                                      </a:schemeClr>
                                    </a:solidFill>
                                    <a:latin typeface="Cambria Math" panose="02040503050406030204" pitchFamily="18" charset="0"/>
                                  </a:rPr>
                                  <m:t>𝚯</m:t>
                                </m:r>
                                <m:r>
                                  <a:rPr lang="en-ID" sz="4000" b="1" i="1" dirty="0">
                                    <a:solidFill>
                                      <a:schemeClr val="bg2">
                                        <a:lumMod val="10000"/>
                                      </a:schemeClr>
                                    </a:solidFill>
                                    <a:latin typeface="Cambria Math" panose="02040503050406030204" pitchFamily="18" charset="0"/>
                                  </a:rPr>
                                  <m:t>(</m:t>
                                </m:r>
                                <m:r>
                                  <a:rPr lang="en-US" sz="4000" b="1" i="1" dirty="0" smtClean="0">
                                    <a:solidFill>
                                      <a:schemeClr val="bg2">
                                        <a:lumMod val="10000"/>
                                      </a:schemeClr>
                                    </a:solidFill>
                                    <a:latin typeface="Cambria Math" panose="02040503050406030204" pitchFamily="18" charset="0"/>
                                  </a:rPr>
                                  <m:t>𝒍𝒐𝒈</m:t>
                                </m:r>
                                <m:r>
                                  <a:rPr lang="en-US" sz="4000" b="1" i="1" dirty="0" smtClean="0">
                                    <a:solidFill>
                                      <a:schemeClr val="bg2">
                                        <a:lumMod val="10000"/>
                                      </a:schemeClr>
                                    </a:solidFill>
                                    <a:latin typeface="Cambria Math" panose="02040503050406030204" pitchFamily="18" charset="0"/>
                                  </a:rPr>
                                  <m:t> </m:t>
                                </m:r>
                                <m:r>
                                  <a:rPr lang="en-US" sz="4000" b="1" i="1" dirty="0" smtClean="0">
                                    <a:solidFill>
                                      <a:schemeClr val="bg2">
                                        <a:lumMod val="10000"/>
                                      </a:schemeClr>
                                    </a:solidFill>
                                    <a:latin typeface="Cambria Math" panose="02040503050406030204" pitchFamily="18" charset="0"/>
                                  </a:rPr>
                                  <m:t>𝒏</m:t>
                                </m:r>
                                <m:r>
                                  <a:rPr lang="en-ID" sz="4000" b="1" i="1" dirty="0">
                                    <a:solidFill>
                                      <a:schemeClr val="bg2">
                                        <a:lumMod val="10000"/>
                                      </a:schemeClr>
                                    </a:solidFill>
                                    <a:latin typeface="Cambria Math" panose="02040503050406030204" pitchFamily="18" charset="0"/>
                                  </a:rPr>
                                  <m:t>)</m:t>
                                </m:r>
                              </m:oMath>
                            </m:oMathPara>
                          </a14:m>
                          <a:endParaRPr lang="en-ID" sz="4000" dirty="0">
                            <a:solidFill>
                              <a:schemeClr val="bg2">
                                <a:lumMod val="10000"/>
                              </a:schemeClr>
                            </a:solidFill>
                          </a:endParaRPr>
                        </a:p>
                      </a:txBody>
                      <a:tcPr/>
                    </a:tc>
                    <a:extLst>
                      <a:ext uri="{0D108BD9-81ED-4DB2-BD59-A6C34878D82A}">
                        <a16:rowId xmlns:a16="http://schemas.microsoft.com/office/drawing/2014/main" val="597573336"/>
                      </a:ext>
                    </a:extLst>
                  </a:tr>
                </a:tbl>
              </a:graphicData>
            </a:graphic>
          </p:graphicFrame>
        </mc:Choice>
        <mc:Fallback>
          <p:graphicFrame>
            <p:nvGraphicFramePr>
              <p:cNvPr id="5" name="Content Placeholder 4">
                <a:extLst>
                  <a:ext uri="{FF2B5EF4-FFF2-40B4-BE49-F238E27FC236}">
                    <a16:creationId xmlns:a16="http://schemas.microsoft.com/office/drawing/2014/main" id="{E522F34C-28BD-4E42-5646-D9EC100D0F8E}"/>
                  </a:ext>
                </a:extLst>
              </p:cNvPr>
              <p:cNvGraphicFramePr>
                <a:graphicFrameLocks noGrp="1"/>
              </p:cNvGraphicFramePr>
              <p:nvPr>
                <p:ph sz="quarter" idx="11"/>
                <p:extLst>
                  <p:ext uri="{D42A27DB-BD31-4B8C-83A1-F6EECF244321}">
                    <p14:modId xmlns:p14="http://schemas.microsoft.com/office/powerpoint/2010/main" val="697960180"/>
                  </p:ext>
                </p:extLst>
              </p:nvPr>
            </p:nvGraphicFramePr>
            <p:xfrm>
              <a:off x="2166938" y="3714750"/>
              <a:ext cx="19310350" cy="4233800"/>
            </p:xfrm>
            <a:graphic>
              <a:graphicData uri="http://schemas.openxmlformats.org/drawingml/2006/table">
                <a:tbl>
                  <a:tblPr firstRow="1" bandRow="1">
                    <a:tableStyleId>{5940675A-B579-460E-94D1-54222C63F5DA}</a:tableStyleId>
                  </a:tblPr>
                  <a:tblGrid>
                    <a:gridCol w="9655175">
                      <a:extLst>
                        <a:ext uri="{9D8B030D-6E8A-4147-A177-3AD203B41FA5}">
                          <a16:colId xmlns:a16="http://schemas.microsoft.com/office/drawing/2014/main" val="1587390067"/>
                        </a:ext>
                      </a:extLst>
                    </a:gridCol>
                    <a:gridCol w="9655175">
                      <a:extLst>
                        <a:ext uri="{9D8B030D-6E8A-4147-A177-3AD203B41FA5}">
                          <a16:colId xmlns:a16="http://schemas.microsoft.com/office/drawing/2014/main" val="50966451"/>
                        </a:ext>
                      </a:extLst>
                    </a:gridCol>
                  </a:tblGrid>
                  <a:tr h="701040">
                    <a:tc>
                      <a:txBody>
                        <a:bodyPr/>
                        <a:lstStyle/>
                        <a:p>
                          <a:r>
                            <a:rPr lang="en-US" sz="4000" b="1" dirty="0">
                              <a:solidFill>
                                <a:schemeClr val="bg2">
                                  <a:lumMod val="10000"/>
                                </a:schemeClr>
                              </a:solidFill>
                            </a:rPr>
                            <a:t>Algorithms</a:t>
                          </a:r>
                        </a:p>
                      </a:txBody>
                      <a:tcPr/>
                    </a:tc>
                    <a:tc>
                      <a:txBody>
                        <a:bodyPr/>
                        <a:lstStyle/>
                        <a:p>
                          <a:r>
                            <a:rPr lang="en-US" sz="4000" b="1" dirty="0">
                              <a:solidFill>
                                <a:schemeClr val="bg2">
                                  <a:lumMod val="10000"/>
                                </a:schemeClr>
                              </a:solidFill>
                            </a:rPr>
                            <a:t>Time Complexity</a:t>
                          </a:r>
                        </a:p>
                      </a:txBody>
                      <a:tcPr/>
                    </a:tc>
                    <a:extLst>
                      <a:ext uri="{0D108BD9-81ED-4DB2-BD59-A6C34878D82A}">
                        <a16:rowId xmlns:a16="http://schemas.microsoft.com/office/drawing/2014/main" val="1982628711"/>
                      </a:ext>
                    </a:extLst>
                  </a:tr>
                  <a:tr h="714820">
                    <a:tc>
                      <a:txBody>
                        <a:bodyPr/>
                        <a:lstStyle/>
                        <a:p>
                          <a:r>
                            <a:rPr lang="en-US" sz="4000" dirty="0">
                              <a:solidFill>
                                <a:schemeClr val="bg2">
                                  <a:lumMod val="10000"/>
                                </a:schemeClr>
                              </a:solidFill>
                            </a:rPr>
                            <a:t>Bubble Sort</a:t>
                          </a:r>
                        </a:p>
                      </a:txBody>
                      <a:tcPr/>
                    </a:tc>
                    <a:tc>
                      <a:txBody>
                        <a:bodyPr/>
                        <a:lstStyle/>
                        <a:p>
                          <a:endParaRPr lang="en-US"/>
                        </a:p>
                      </a:txBody>
                      <a:tcPr>
                        <a:blipFill>
                          <a:blip r:embed="rId2"/>
                          <a:stretch>
                            <a:fillRect l="-100131" t="-112281" r="-131" b="-426316"/>
                          </a:stretch>
                        </a:blipFill>
                      </a:tcPr>
                    </a:tc>
                    <a:extLst>
                      <a:ext uri="{0D108BD9-81ED-4DB2-BD59-A6C34878D82A}">
                        <a16:rowId xmlns:a16="http://schemas.microsoft.com/office/drawing/2014/main" val="1233468570"/>
                      </a:ext>
                    </a:extLst>
                  </a:tr>
                  <a:tr h="714820">
                    <a:tc>
                      <a:txBody>
                        <a:bodyPr/>
                        <a:lstStyle/>
                        <a:p>
                          <a:r>
                            <a:rPr lang="en-US" sz="4000" dirty="0">
                              <a:solidFill>
                                <a:schemeClr val="bg2">
                                  <a:lumMod val="10000"/>
                                </a:schemeClr>
                              </a:solidFill>
                            </a:rPr>
                            <a:t>Insertion Sort</a:t>
                          </a:r>
                        </a:p>
                      </a:txBody>
                      <a:tcPr/>
                    </a:tc>
                    <a:tc>
                      <a:txBody>
                        <a:bodyPr/>
                        <a:lstStyle/>
                        <a:p>
                          <a:endParaRPr lang="en-US"/>
                        </a:p>
                      </a:txBody>
                      <a:tcPr>
                        <a:blipFill>
                          <a:blip r:embed="rId2"/>
                          <a:stretch>
                            <a:fillRect l="-100131" t="-216071" r="-131" b="-333929"/>
                          </a:stretch>
                        </a:blipFill>
                      </a:tcPr>
                    </a:tc>
                    <a:extLst>
                      <a:ext uri="{0D108BD9-81ED-4DB2-BD59-A6C34878D82A}">
                        <a16:rowId xmlns:a16="http://schemas.microsoft.com/office/drawing/2014/main" val="1677862916"/>
                      </a:ext>
                    </a:extLst>
                  </a:tr>
                  <a:tr h="701040">
                    <a:tc>
                      <a:txBody>
                        <a:bodyPr/>
                        <a:lstStyle/>
                        <a:p>
                          <a:r>
                            <a:rPr lang="en-US" sz="4000" dirty="0">
                              <a:solidFill>
                                <a:schemeClr val="bg2">
                                  <a:lumMod val="10000"/>
                                </a:schemeClr>
                              </a:solidFill>
                            </a:rPr>
                            <a:t>Merge Sort</a:t>
                          </a:r>
                        </a:p>
                      </a:txBody>
                      <a:tcPr/>
                    </a:tc>
                    <a:tc>
                      <a:txBody>
                        <a:bodyPr/>
                        <a:lstStyle/>
                        <a:p>
                          <a:endParaRPr lang="en-US"/>
                        </a:p>
                      </a:txBody>
                      <a:tcPr>
                        <a:blipFill>
                          <a:blip r:embed="rId2"/>
                          <a:stretch>
                            <a:fillRect l="-100131" t="-321818" r="-131" b="-240000"/>
                          </a:stretch>
                        </a:blipFill>
                      </a:tcPr>
                    </a:tc>
                    <a:extLst>
                      <a:ext uri="{0D108BD9-81ED-4DB2-BD59-A6C34878D82A}">
                        <a16:rowId xmlns:a16="http://schemas.microsoft.com/office/drawing/2014/main" val="2350964401"/>
                      </a:ext>
                    </a:extLst>
                  </a:tr>
                  <a:tr h="701040">
                    <a:tc>
                      <a:txBody>
                        <a:bodyPr/>
                        <a:lstStyle/>
                        <a:p>
                          <a:r>
                            <a:rPr lang="en-US" sz="4000" dirty="0">
                              <a:solidFill>
                                <a:schemeClr val="bg2">
                                  <a:lumMod val="10000"/>
                                </a:schemeClr>
                              </a:solidFill>
                            </a:rPr>
                            <a:t>Linear Search</a:t>
                          </a:r>
                        </a:p>
                      </a:txBody>
                      <a:tcPr/>
                    </a:tc>
                    <a:tc>
                      <a:txBody>
                        <a:bodyPr/>
                        <a:lstStyle/>
                        <a:p>
                          <a:endParaRPr lang="en-US"/>
                        </a:p>
                      </a:txBody>
                      <a:tcPr>
                        <a:blipFill>
                          <a:blip r:embed="rId2"/>
                          <a:stretch>
                            <a:fillRect l="-100131" t="-414286" r="-131" b="-135714"/>
                          </a:stretch>
                        </a:blipFill>
                      </a:tcPr>
                    </a:tc>
                    <a:extLst>
                      <a:ext uri="{0D108BD9-81ED-4DB2-BD59-A6C34878D82A}">
                        <a16:rowId xmlns:a16="http://schemas.microsoft.com/office/drawing/2014/main" val="2132729788"/>
                      </a:ext>
                    </a:extLst>
                  </a:tr>
                  <a:tr h="701040">
                    <a:tc>
                      <a:txBody>
                        <a:bodyPr/>
                        <a:lstStyle/>
                        <a:p>
                          <a:r>
                            <a:rPr lang="en-US" sz="4000" dirty="0">
                              <a:solidFill>
                                <a:schemeClr val="bg2">
                                  <a:lumMod val="10000"/>
                                </a:schemeClr>
                              </a:solidFill>
                            </a:rPr>
                            <a:t>Binary Search</a:t>
                          </a:r>
                        </a:p>
                      </a:txBody>
                      <a:tcPr/>
                    </a:tc>
                    <a:tc>
                      <a:txBody>
                        <a:bodyPr/>
                        <a:lstStyle/>
                        <a:p>
                          <a:endParaRPr lang="en-US"/>
                        </a:p>
                      </a:txBody>
                      <a:tcPr>
                        <a:blipFill>
                          <a:blip r:embed="rId2"/>
                          <a:stretch>
                            <a:fillRect l="-100131" t="-523636" r="-131" b="-38182"/>
                          </a:stretch>
                        </a:blipFill>
                      </a:tcPr>
                    </a:tc>
                    <a:extLst>
                      <a:ext uri="{0D108BD9-81ED-4DB2-BD59-A6C34878D82A}">
                        <a16:rowId xmlns:a16="http://schemas.microsoft.com/office/drawing/2014/main" val="597573336"/>
                      </a:ext>
                    </a:extLst>
                  </a:tr>
                </a:tbl>
              </a:graphicData>
            </a:graphic>
          </p:graphicFrame>
        </mc:Fallback>
      </mc:AlternateContent>
      <p:sp>
        <p:nvSpPr>
          <p:cNvPr id="6" name="TextBox 5">
            <a:extLst>
              <a:ext uri="{FF2B5EF4-FFF2-40B4-BE49-F238E27FC236}">
                <a16:creationId xmlns:a16="http://schemas.microsoft.com/office/drawing/2014/main" id="{C9DE4368-E054-4339-FC6F-D17D70C5096D}"/>
              </a:ext>
            </a:extLst>
          </p:cNvPr>
          <p:cNvSpPr txBox="1"/>
          <p:nvPr/>
        </p:nvSpPr>
        <p:spPr>
          <a:xfrm>
            <a:off x="1355305" y="8440026"/>
            <a:ext cx="20933615" cy="25648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4000" b="1" dirty="0">
                <a:solidFill>
                  <a:schemeClr val="bg2">
                    <a:lumMod val="10000"/>
                  </a:schemeClr>
                </a:solidFill>
              </a:rPr>
              <a:t>For now, at least bubble sort, insertion sort, and linear search should be obvious. </a:t>
            </a:r>
          </a:p>
          <a:p>
            <a:pPr marL="0" marR="0" indent="0" algn="ctr" defTabSz="2438338" rtl="0" fontAlgn="auto" latinLnBrk="0" hangingPunct="0">
              <a:lnSpc>
                <a:spcPct val="100000"/>
              </a:lnSpc>
              <a:spcBef>
                <a:spcPts val="0"/>
              </a:spcBef>
              <a:spcAft>
                <a:spcPts val="0"/>
              </a:spcAft>
              <a:buClrTx/>
              <a:buSzTx/>
              <a:buFontTx/>
              <a:buNone/>
              <a:tabLst/>
            </a:pPr>
            <a:endParaRPr lang="en-US" sz="4000" b="1" dirty="0">
              <a:solidFill>
                <a:schemeClr val="bg2">
                  <a:lumMod val="10000"/>
                </a:schemeClr>
              </a:solidFill>
            </a:endParaRPr>
          </a:p>
          <a:p>
            <a:pPr marL="0" marR="0" indent="0" algn="ctr" defTabSz="2438338" rtl="0" fontAlgn="auto" latinLnBrk="0" hangingPunct="0">
              <a:lnSpc>
                <a:spcPct val="100000"/>
              </a:lnSpc>
              <a:spcBef>
                <a:spcPts val="0"/>
              </a:spcBef>
              <a:spcAft>
                <a:spcPts val="0"/>
              </a:spcAft>
              <a:buClrTx/>
              <a:buSzTx/>
              <a:buFontTx/>
              <a:buNone/>
              <a:tabLst/>
            </a:pPr>
            <a:r>
              <a:rPr lang="en-US" sz="4000" b="1" dirty="0">
                <a:solidFill>
                  <a:schemeClr val="bg2">
                    <a:lumMod val="10000"/>
                  </a:schemeClr>
                </a:solidFill>
              </a:rPr>
              <a:t>We will cover how to calculate time complexity of merge sort and </a:t>
            </a:r>
          </a:p>
          <a:p>
            <a:pPr marL="0" marR="0" indent="0" algn="ctr" defTabSz="2438338" rtl="0" fontAlgn="auto" latinLnBrk="0" hangingPunct="0">
              <a:lnSpc>
                <a:spcPct val="100000"/>
              </a:lnSpc>
              <a:spcBef>
                <a:spcPts val="0"/>
              </a:spcBef>
              <a:spcAft>
                <a:spcPts val="0"/>
              </a:spcAft>
              <a:buClrTx/>
              <a:buSzTx/>
              <a:buFontTx/>
              <a:buNone/>
              <a:tabLst/>
            </a:pPr>
            <a:r>
              <a:rPr lang="en-US" sz="4000" b="1" dirty="0">
                <a:solidFill>
                  <a:schemeClr val="bg2">
                    <a:lumMod val="10000"/>
                  </a:schemeClr>
                </a:solidFill>
              </a:rPr>
              <a:t>binary search in future sessions!</a:t>
            </a:r>
            <a:endParaRPr kumimoji="0" lang="en-US" sz="4000" b="1"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Tree>
    <p:extLst>
      <p:ext uri="{BB962C8B-B14F-4D97-AF65-F5344CB8AC3E}">
        <p14:creationId xmlns:p14="http://schemas.microsoft.com/office/powerpoint/2010/main" val="25860993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BBECB-524C-5044-4B61-CEB64F126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DF149-0B3D-84CE-0E6D-029FAAC86B3E}"/>
              </a:ext>
            </a:extLst>
          </p:cNvPr>
          <p:cNvSpPr>
            <a:spLocks noGrp="1"/>
          </p:cNvSpPr>
          <p:nvPr>
            <p:ph type="title"/>
          </p:nvPr>
        </p:nvSpPr>
        <p:spPr/>
        <p:txBody>
          <a:bodyPr>
            <a:normAutofit fontScale="90000"/>
          </a:bodyPr>
          <a:lstStyle/>
          <a:p>
            <a:r>
              <a:rPr lang="en-ID" dirty="0"/>
              <a:t>Order of growth</a:t>
            </a:r>
            <a:endParaRPr lang="en-US" dirty="0"/>
          </a:p>
        </p:txBody>
      </p:sp>
      <p:sp>
        <p:nvSpPr>
          <p:cNvPr id="3" name="Text Placeholder 2">
            <a:extLst>
              <a:ext uri="{FF2B5EF4-FFF2-40B4-BE49-F238E27FC236}">
                <a16:creationId xmlns:a16="http://schemas.microsoft.com/office/drawing/2014/main" id="{0E7CDBF1-3EDA-ED32-B18E-EDE79ADC30AC}"/>
              </a:ext>
            </a:extLst>
          </p:cNvPr>
          <p:cNvSpPr>
            <a:spLocks noGrp="1"/>
          </p:cNvSpPr>
          <p:nvPr>
            <p:ph type="body" sz="quarter" idx="10"/>
          </p:nvPr>
        </p:nvSpPr>
        <p:spPr>
          <a:xfrm>
            <a:off x="2167377" y="2419728"/>
            <a:ext cx="13682223" cy="803546"/>
          </a:xfrm>
        </p:spPr>
        <p:txBody>
          <a:bodyPr>
            <a:normAutofit/>
          </a:bodyPr>
          <a:lstStyle/>
          <a:p>
            <a:r>
              <a:rPr lang="en-ID" dirty="0"/>
              <a:t>Order of growth (or rates of growth) illustrated</a:t>
            </a:r>
            <a:endParaRPr lang="en-ID" b="0"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EEF24DAF-C20F-98AD-F75A-A5E2E60B8D94}"/>
                  </a:ext>
                </a:extLst>
              </p:cNvPr>
              <p:cNvSpPr>
                <a:spLocks noGrp="1"/>
              </p:cNvSpPr>
              <p:nvPr>
                <p:ph sz="quarter" idx="11"/>
              </p:nvPr>
            </p:nvSpPr>
            <p:spPr>
              <a:xfrm>
                <a:off x="2167377" y="3714224"/>
                <a:ext cx="19309300" cy="9493776"/>
              </a:xfrm>
            </p:spPr>
            <p:txBody>
              <a:bodyPr>
                <a:normAutofit/>
              </a:bodyPr>
              <a:lstStyle/>
              <a:p>
                <a:r>
                  <a:rPr lang="en-ID" dirty="0"/>
                  <a:t>Let’s say we have input size </a:t>
                </a:r>
                <a14:m>
                  <m:oMath xmlns:m="http://schemas.openxmlformats.org/officeDocument/2006/math">
                    <m:r>
                      <a:rPr lang="en-ID" i="1" dirty="0" smtClean="0">
                        <a:latin typeface="Cambria Math" panose="02040503050406030204" pitchFamily="18" charset="0"/>
                      </a:rPr>
                      <m:t>𝑛</m:t>
                    </m:r>
                    <m:r>
                      <a:rPr lang="en-ID" i="1" dirty="0" smtClean="0">
                        <a:latin typeface="Cambria Math" panose="02040503050406030204" pitchFamily="18" charset="0"/>
                      </a:rPr>
                      <m:t>=</m:t>
                    </m:r>
                    <m:sSup>
                      <m:sSupPr>
                        <m:ctrlPr>
                          <a:rPr lang="en-ID" i="1" dirty="0" smtClean="0">
                            <a:latin typeface="Cambria Math" panose="02040503050406030204" pitchFamily="18" charset="0"/>
                          </a:rPr>
                        </m:ctrlPr>
                      </m:sSupPr>
                      <m:e>
                        <m:r>
                          <a:rPr lang="en-ID" i="1" dirty="0" smtClean="0">
                            <a:latin typeface="Cambria Math" panose="02040503050406030204" pitchFamily="18" charset="0"/>
                          </a:rPr>
                          <m:t>10</m:t>
                        </m:r>
                      </m:e>
                      <m:sup>
                        <m:r>
                          <a:rPr lang="en-US" b="0" i="1" dirty="0" smtClean="0">
                            <a:latin typeface="Cambria Math" panose="02040503050406030204" pitchFamily="18" charset="0"/>
                          </a:rPr>
                          <m:t>6</m:t>
                        </m:r>
                      </m:sup>
                    </m:sSup>
                  </m:oMath>
                </a14:m>
                <a:r>
                  <a:rPr lang="en-ID" dirty="0"/>
                  <a:t> and our computer processing speed is </a:t>
                </a:r>
                <a14:m>
                  <m:oMath xmlns:m="http://schemas.openxmlformats.org/officeDocument/2006/math">
                    <m:sSup>
                      <m:sSupPr>
                        <m:ctrlPr>
                          <a:rPr lang="en-ID" i="1" dirty="0">
                            <a:latin typeface="Cambria Math" panose="02040503050406030204" pitchFamily="18" charset="0"/>
                          </a:rPr>
                        </m:ctrlPr>
                      </m:sSupPr>
                      <m:e>
                        <m:r>
                          <a:rPr lang="en-ID" i="1" dirty="0">
                            <a:latin typeface="Cambria Math" panose="02040503050406030204" pitchFamily="18" charset="0"/>
                          </a:rPr>
                          <m:t>10</m:t>
                        </m:r>
                      </m:e>
                      <m:sup>
                        <m:r>
                          <a:rPr lang="en-US" b="0" i="1" dirty="0" smtClean="0">
                            <a:latin typeface="Cambria Math" panose="02040503050406030204" pitchFamily="18" charset="0"/>
                          </a:rPr>
                          <m:t>9</m:t>
                        </m:r>
                      </m:sup>
                    </m:sSup>
                    <m:r>
                      <a:rPr lang="en-US" b="0" i="1" dirty="0" smtClean="0">
                        <a:latin typeface="Cambria Math" panose="02040503050406030204" pitchFamily="18" charset="0"/>
                      </a:rPr>
                      <m:t>/</m:t>
                    </m:r>
                    <m:r>
                      <a:rPr lang="en-US" b="0" i="1" dirty="0" smtClean="0">
                        <a:latin typeface="Cambria Math" panose="02040503050406030204" pitchFamily="18" charset="0"/>
                      </a:rPr>
                      <m:t>𝑠</m:t>
                    </m:r>
                  </m:oMath>
                </a14:m>
                <a:r>
                  <a:rPr lang="en-ID" dirty="0"/>
                  <a:t> </a:t>
                </a:r>
              </a:p>
              <a:p>
                <a:endParaRPr lang="en-ID" dirty="0"/>
              </a:p>
              <a:p>
                <a:endParaRPr lang="en-ID" dirty="0"/>
              </a:p>
              <a:p>
                <a:endParaRPr lang="en-ID" dirty="0"/>
              </a:p>
              <a:p>
                <a:endParaRPr lang="en-ID" dirty="0"/>
              </a:p>
              <a:p>
                <a:r>
                  <a:rPr lang="en-ID" dirty="0"/>
                  <a:t>The difference between </a:t>
                </a:r>
                <a14:m>
                  <m:oMath xmlns:m="http://schemas.openxmlformats.org/officeDocument/2006/math">
                    <m:r>
                      <a:rPr lang="en-US" b="1" i="0" dirty="0" smtClean="0">
                        <a:latin typeface="Cambria Math" panose="02040503050406030204" pitchFamily="18" charset="0"/>
                      </a:rPr>
                      <m:t>𝚯</m:t>
                    </m:r>
                    <m:r>
                      <a:rPr lang="en-ID" b="1" i="1" dirty="0" smtClean="0">
                        <a:latin typeface="Cambria Math" panose="02040503050406030204" pitchFamily="18" charset="0"/>
                      </a:rPr>
                      <m:t>(</m:t>
                    </m:r>
                    <m:r>
                      <a:rPr lang="en-ID" b="1" i="1" dirty="0" smtClean="0">
                        <a:latin typeface="Cambria Math" panose="02040503050406030204" pitchFamily="18" charset="0"/>
                      </a:rPr>
                      <m:t>𝒏</m:t>
                    </m:r>
                    <m:r>
                      <a:rPr lang="en-ID" b="1" i="1" dirty="0" smtClean="0">
                        <a:latin typeface="Cambria Math" panose="02040503050406030204" pitchFamily="18" charset="0"/>
                      </a:rPr>
                      <m:t> </m:t>
                    </m:r>
                    <m:r>
                      <a:rPr lang="en-ID" b="1" i="1" dirty="0" smtClean="0">
                        <a:latin typeface="Cambria Math" panose="02040503050406030204" pitchFamily="18" charset="0"/>
                      </a:rPr>
                      <m:t>𝒍𝒐𝒈</m:t>
                    </m:r>
                    <m:r>
                      <a:rPr lang="en-ID" b="1" i="1" dirty="0" smtClean="0">
                        <a:latin typeface="Cambria Math" panose="02040503050406030204" pitchFamily="18" charset="0"/>
                      </a:rPr>
                      <m:t>⁡</m:t>
                    </m:r>
                    <m:r>
                      <a:rPr lang="en-ID" b="1" i="1" dirty="0" smtClean="0">
                        <a:latin typeface="Cambria Math" panose="02040503050406030204" pitchFamily="18" charset="0"/>
                      </a:rPr>
                      <m:t>𝒏</m:t>
                    </m:r>
                    <m:r>
                      <a:rPr lang="en-ID" b="1" i="1" dirty="0" smtClean="0">
                        <a:latin typeface="Cambria Math" panose="02040503050406030204" pitchFamily="18" charset="0"/>
                      </a:rPr>
                      <m:t>) </m:t>
                    </m:r>
                  </m:oMath>
                </a14:m>
                <a:r>
                  <a:rPr lang="en-ID" dirty="0"/>
                  <a:t>and </a:t>
                </a:r>
                <a14:m>
                  <m:oMath xmlns:m="http://schemas.openxmlformats.org/officeDocument/2006/math">
                    <m:r>
                      <a:rPr lang="en-US" b="1" dirty="0">
                        <a:latin typeface="Cambria Math" panose="02040503050406030204" pitchFamily="18" charset="0"/>
                      </a:rPr>
                      <m:t>𝚯</m:t>
                    </m:r>
                    <m:r>
                      <a:rPr lang="en-ID" b="1" i="1" dirty="0" smtClean="0">
                        <a:latin typeface="Cambria Math" panose="02040503050406030204" pitchFamily="18" charset="0"/>
                      </a:rPr>
                      <m:t>(</m:t>
                    </m:r>
                    <m:sSup>
                      <m:sSupPr>
                        <m:ctrlPr>
                          <a:rPr lang="en-ID" b="1" i="1" dirty="0" smtClean="0">
                            <a:latin typeface="Cambria Math" panose="02040503050406030204" pitchFamily="18" charset="0"/>
                          </a:rPr>
                        </m:ctrlPr>
                      </m:sSupPr>
                      <m:e>
                        <m:r>
                          <a:rPr lang="en-ID" b="1" i="1" dirty="0" smtClean="0">
                            <a:latin typeface="Cambria Math" panose="02040503050406030204" pitchFamily="18" charset="0"/>
                          </a:rPr>
                          <m:t>𝒏</m:t>
                        </m:r>
                      </m:e>
                      <m:sup>
                        <m:r>
                          <a:rPr lang="en-US" b="1" i="1" dirty="0" smtClean="0">
                            <a:latin typeface="Cambria Math" panose="02040503050406030204" pitchFamily="18" charset="0"/>
                          </a:rPr>
                          <m:t>𝟐</m:t>
                        </m:r>
                      </m:sup>
                    </m:sSup>
                    <m:r>
                      <a:rPr lang="en-ID" b="1" i="1" dirty="0" smtClean="0">
                        <a:latin typeface="Cambria Math" panose="02040503050406030204" pitchFamily="18" charset="0"/>
                      </a:rPr>
                      <m:t>)</m:t>
                    </m:r>
                    <m:r>
                      <a:rPr lang="en-ID" i="1" dirty="0" smtClean="0">
                        <a:latin typeface="Cambria Math" panose="02040503050406030204" pitchFamily="18" charset="0"/>
                      </a:rPr>
                      <m:t> </m:t>
                    </m:r>
                  </m:oMath>
                </a14:m>
                <a:r>
                  <a:rPr lang="en-ID" dirty="0"/>
                  <a:t>is the difference between a working production system and one that times out.</a:t>
                </a:r>
              </a:p>
              <a:p>
                <a:endParaRPr lang="en-ID" dirty="0"/>
              </a:p>
              <a:p>
                <a:endParaRPr lang="en-ID" dirty="0"/>
              </a:p>
            </p:txBody>
          </p:sp>
        </mc:Choice>
        <mc:Fallback>
          <p:sp>
            <p:nvSpPr>
              <p:cNvPr id="4" name="Content Placeholder 3">
                <a:extLst>
                  <a:ext uri="{FF2B5EF4-FFF2-40B4-BE49-F238E27FC236}">
                    <a16:creationId xmlns:a16="http://schemas.microsoft.com/office/drawing/2014/main" id="{EEF24DAF-C20F-98AD-F75A-A5E2E60B8D94}"/>
                  </a:ext>
                </a:extLst>
              </p:cNvPr>
              <p:cNvSpPr>
                <a:spLocks noGrp="1" noRot="1" noChangeAspect="1" noMove="1" noResize="1" noEditPoints="1" noAdjustHandles="1" noChangeArrowheads="1" noChangeShapeType="1" noTextEdit="1"/>
              </p:cNvSpPr>
              <p:nvPr>
                <p:ph sz="quarter" idx="11"/>
              </p:nvPr>
            </p:nvSpPr>
            <p:spPr>
              <a:xfrm>
                <a:off x="2167377" y="3714224"/>
                <a:ext cx="19309300" cy="9493776"/>
              </a:xfrm>
              <a:blipFill>
                <a:blip r:embed="rId2"/>
                <a:stretch>
                  <a:fillRect l="-1380" t="-106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4463F551-1794-42F7-5D63-DE4EFC0CE9AE}"/>
                  </a:ext>
                </a:extLst>
              </p:cNvPr>
              <p:cNvGraphicFramePr>
                <a:graphicFrameLocks noGrp="1"/>
              </p:cNvGraphicFramePr>
              <p:nvPr>
                <p:extLst>
                  <p:ext uri="{D42A27DB-BD31-4B8C-83A1-F6EECF244321}">
                    <p14:modId xmlns:p14="http://schemas.microsoft.com/office/powerpoint/2010/main" val="3427397558"/>
                  </p:ext>
                </p:extLst>
              </p:nvPr>
            </p:nvGraphicFramePr>
            <p:xfrm>
              <a:off x="3028461" y="5638800"/>
              <a:ext cx="18327078" cy="3505200"/>
            </p:xfrm>
            <a:graphic>
              <a:graphicData uri="http://schemas.openxmlformats.org/drawingml/2006/table">
                <a:tbl>
                  <a:tblPr firstRow="1" bandRow="1">
                    <a:tableStyleId>{5940675A-B579-460E-94D1-54222C63F5DA}</a:tableStyleId>
                  </a:tblPr>
                  <a:tblGrid>
                    <a:gridCol w="4952013">
                      <a:extLst>
                        <a:ext uri="{9D8B030D-6E8A-4147-A177-3AD203B41FA5}">
                          <a16:colId xmlns:a16="http://schemas.microsoft.com/office/drawing/2014/main" val="931579699"/>
                        </a:ext>
                      </a:extLst>
                    </a:gridCol>
                    <a:gridCol w="4913446">
                      <a:extLst>
                        <a:ext uri="{9D8B030D-6E8A-4147-A177-3AD203B41FA5}">
                          <a16:colId xmlns:a16="http://schemas.microsoft.com/office/drawing/2014/main" val="1910696747"/>
                        </a:ext>
                      </a:extLst>
                    </a:gridCol>
                    <a:gridCol w="8461619">
                      <a:extLst>
                        <a:ext uri="{9D8B030D-6E8A-4147-A177-3AD203B41FA5}">
                          <a16:colId xmlns:a16="http://schemas.microsoft.com/office/drawing/2014/main" val="4041852279"/>
                        </a:ext>
                      </a:extLst>
                    </a:gridCol>
                  </a:tblGrid>
                  <a:tr h="370840">
                    <a:tc>
                      <a:txBody>
                        <a:bodyPr/>
                        <a:lstStyle/>
                        <a:p>
                          <a:r>
                            <a:rPr lang="en-US" sz="4000" b="1" dirty="0">
                              <a:solidFill>
                                <a:schemeClr val="bg2">
                                  <a:lumMod val="10000"/>
                                </a:schemeClr>
                              </a:solidFill>
                            </a:rPr>
                            <a:t>Growth</a:t>
                          </a:r>
                        </a:p>
                      </a:txBody>
                      <a:tcPr/>
                    </a:tc>
                    <a:tc>
                      <a:txBody>
                        <a:bodyPr/>
                        <a:lstStyle/>
                        <a:p>
                          <a:r>
                            <a:rPr lang="en-US" sz="4000" b="1" dirty="0">
                              <a:solidFill>
                                <a:schemeClr val="bg2">
                                  <a:lumMod val="10000"/>
                                </a:schemeClr>
                              </a:solidFill>
                            </a:rPr>
                            <a:t>Operations</a:t>
                          </a:r>
                        </a:p>
                      </a:txBody>
                      <a:tcPr/>
                    </a:tc>
                    <a:tc>
                      <a:txBody>
                        <a:bodyPr/>
                        <a:lstStyle/>
                        <a:p>
                          <a:r>
                            <a:rPr lang="en-US" sz="4000" b="1" dirty="0">
                              <a:solidFill>
                                <a:schemeClr val="bg2">
                                  <a:lumMod val="10000"/>
                                </a:schemeClr>
                              </a:solidFill>
                            </a:rPr>
                            <a:t>Feasible?</a:t>
                          </a:r>
                        </a:p>
                      </a:txBody>
                      <a:tcPr/>
                    </a:tc>
                    <a:extLst>
                      <a:ext uri="{0D108BD9-81ED-4DB2-BD59-A6C34878D82A}">
                        <a16:rowId xmlns:a16="http://schemas.microsoft.com/office/drawing/2014/main" val="772630782"/>
                      </a:ext>
                    </a:extLst>
                  </a:tr>
                  <a:tr h="370840">
                    <a:tc>
                      <a:txBody>
                        <a:bodyPr/>
                        <a:lstStyle/>
                        <a:p>
                          <a:pPr/>
                          <a14:m>
                            <m:oMathPara xmlns:m="http://schemas.openxmlformats.org/officeDocument/2006/math">
                              <m:oMath>
                                <m:r>
                                  <a:rPr lang="en-US" sz="4000" i="1" dirty="0" smtClean="0">
                                    <a:solidFill>
                                      <a:schemeClr val="bg2">
                                        <a:lumMod val="10000"/>
                                      </a:schemeClr>
                                    </a:solidFill>
                                    <a:latin typeface="Cambria Math" panose="02040503050406030204" pitchFamily="18" charset="0"/>
                                  </a:rPr>
                                  <m:t>𝑛</m:t>
                                </m:r>
                              </m:oMath>
                            </m:oMathPara>
                          </a14:m>
                          <a:endParaRPr lang="en-US" sz="4000" dirty="0">
                            <a:solidFill>
                              <a:schemeClr val="bg2">
                                <a:lumMod val="10000"/>
                              </a:schemeClr>
                            </a:solidFill>
                          </a:endParaRPr>
                        </a:p>
                      </a:txBody>
                      <a:tcPr/>
                    </a:tc>
                    <a:tc>
                      <a:txBody>
                        <a:bodyPr/>
                        <a:lstStyle/>
                        <a:p>
                          <a:pPr/>
                          <a14:m>
                            <m:oMathPara xmlns:m="http://schemas.openxmlformats.org/officeDocument/2006/math">
                              <m:oMath>
                                <m:sSup>
                                  <m:sSupPr>
                                    <m:ctrlPr>
                                      <a:rPr lang="en-US" sz="4000" b="0" i="1" smtClean="0">
                                        <a:solidFill>
                                          <a:schemeClr val="bg2">
                                            <a:lumMod val="10000"/>
                                          </a:schemeClr>
                                        </a:solidFill>
                                        <a:latin typeface="Cambria Math" panose="02040503050406030204" pitchFamily="18" charset="0"/>
                                      </a:rPr>
                                    </m:ctrlPr>
                                  </m:sSupPr>
                                  <m:e>
                                    <m:r>
                                      <a:rPr lang="en-US" sz="4000" b="0" i="1" smtClean="0">
                                        <a:solidFill>
                                          <a:schemeClr val="bg2">
                                            <a:lumMod val="10000"/>
                                          </a:schemeClr>
                                        </a:solidFill>
                                        <a:latin typeface="Cambria Math" panose="02040503050406030204" pitchFamily="18" charset="0"/>
                                      </a:rPr>
                                      <m:t>10</m:t>
                                    </m:r>
                                  </m:e>
                                  <m:sup>
                                    <m:r>
                                      <a:rPr lang="en-US" sz="4000" b="0" i="1" smtClean="0">
                                        <a:solidFill>
                                          <a:schemeClr val="bg2">
                                            <a:lumMod val="10000"/>
                                          </a:schemeClr>
                                        </a:solidFill>
                                        <a:latin typeface="Cambria Math" panose="02040503050406030204" pitchFamily="18" charset="0"/>
                                      </a:rPr>
                                      <m:t>6</m:t>
                                    </m:r>
                                  </m:sup>
                                </m:sSup>
                              </m:oMath>
                            </m:oMathPara>
                          </a14:m>
                          <a:endParaRPr lang="en-US" sz="4000" dirty="0">
                            <a:solidFill>
                              <a:schemeClr val="bg2">
                                <a:lumMod val="10000"/>
                              </a:schemeClr>
                            </a:solidFill>
                          </a:endParaRPr>
                        </a:p>
                      </a:txBody>
                      <a:tcPr/>
                    </a:tc>
                    <a:tc>
                      <a:txBody>
                        <a:bodyPr/>
                        <a:lstStyle/>
                        <a:p>
                          <a:r>
                            <a:rPr lang="en-US" sz="4000" dirty="0">
                              <a:solidFill>
                                <a:schemeClr val="bg2">
                                  <a:lumMod val="10000"/>
                                </a:schemeClr>
                              </a:solidFill>
                            </a:rPr>
                            <a:t>Yes, only need less than a second</a:t>
                          </a:r>
                        </a:p>
                      </a:txBody>
                      <a:tcPr/>
                    </a:tc>
                    <a:extLst>
                      <a:ext uri="{0D108BD9-81ED-4DB2-BD59-A6C34878D82A}">
                        <a16:rowId xmlns:a16="http://schemas.microsoft.com/office/drawing/2014/main" val="3512568419"/>
                      </a:ext>
                    </a:extLst>
                  </a:tr>
                  <a:tr h="370840">
                    <a:tc>
                      <a:txBody>
                        <a:bodyPr/>
                        <a:lstStyle/>
                        <a:p>
                          <a:pPr/>
                          <a14:m>
                            <m:oMathPara xmlns:m="http://schemas.openxmlformats.org/officeDocument/2006/math">
                              <m:oMath>
                                <m:r>
                                  <a:rPr lang="en-US" sz="4000" i="1" dirty="0" smtClean="0">
                                    <a:solidFill>
                                      <a:schemeClr val="bg2">
                                        <a:lumMod val="10000"/>
                                      </a:schemeClr>
                                    </a:solidFill>
                                    <a:latin typeface="Cambria Math" panose="02040503050406030204" pitchFamily="18" charset="0"/>
                                  </a:rPr>
                                  <m:t>𝑛</m:t>
                                </m:r>
                                <m:func>
                                  <m:funcPr>
                                    <m:ctrlPr>
                                      <a:rPr lang="en-US" sz="4000" b="0" i="0" dirty="0" smtClean="0">
                                        <a:solidFill>
                                          <a:schemeClr val="bg2">
                                            <a:lumMod val="10000"/>
                                          </a:schemeClr>
                                        </a:solidFill>
                                        <a:latin typeface="Cambria Math" panose="02040503050406030204" pitchFamily="18" charset="0"/>
                                      </a:rPr>
                                    </m:ctrlPr>
                                  </m:funcPr>
                                  <m:fName>
                                    <m:r>
                                      <m:rPr>
                                        <m:sty m:val="p"/>
                                      </m:rPr>
                                      <a:rPr lang="en-US" sz="4000" b="0" i="0" dirty="0" smtClean="0">
                                        <a:solidFill>
                                          <a:schemeClr val="bg2">
                                            <a:lumMod val="10000"/>
                                          </a:schemeClr>
                                        </a:solidFill>
                                        <a:latin typeface="Cambria Math" panose="02040503050406030204" pitchFamily="18" charset="0"/>
                                      </a:rPr>
                                      <m:t>log</m:t>
                                    </m:r>
                                  </m:fName>
                                  <m:e>
                                    <m:r>
                                      <a:rPr lang="en-US" sz="4000" b="0" i="1" dirty="0" smtClean="0">
                                        <a:solidFill>
                                          <a:schemeClr val="bg2">
                                            <a:lumMod val="10000"/>
                                          </a:schemeClr>
                                        </a:solidFill>
                                        <a:latin typeface="Cambria Math" panose="02040503050406030204" pitchFamily="18" charset="0"/>
                                      </a:rPr>
                                      <m:t>𝑛</m:t>
                                    </m:r>
                                  </m:e>
                                </m:func>
                              </m:oMath>
                            </m:oMathPara>
                          </a14:m>
                          <a:endParaRPr lang="en-US" sz="4000" dirty="0">
                            <a:solidFill>
                              <a:schemeClr val="bg2">
                                <a:lumMod val="10000"/>
                              </a:schemeClr>
                            </a:solidFill>
                          </a:endParaRPr>
                        </a:p>
                      </a:txBody>
                      <a:tcPr/>
                    </a:tc>
                    <a:tc>
                      <a:txBody>
                        <a:bodyPr/>
                        <a:lstStyle/>
                        <a:p>
                          <a:pPr/>
                          <a14:m>
                            <m:oMathPara xmlns:m="http://schemas.openxmlformats.org/officeDocument/2006/math">
                              <m:oMath>
                                <m:r>
                                  <a:rPr lang="en-US" sz="4000" b="0" i="1" smtClean="0">
                                    <a:solidFill>
                                      <a:schemeClr val="bg2">
                                        <a:lumMod val="10000"/>
                                      </a:schemeClr>
                                    </a:solidFill>
                                    <a:latin typeface="Cambria Math" panose="02040503050406030204" pitchFamily="18" charset="0"/>
                                  </a:rPr>
                                  <m:t>2 </m:t>
                                </m:r>
                                <m:r>
                                  <a:rPr lang="en-US" sz="4000" b="0" i="1" smtClean="0">
                                    <a:solidFill>
                                      <a:schemeClr val="bg2">
                                        <a:lumMod val="10000"/>
                                      </a:schemeClr>
                                    </a:solidFill>
                                    <a:latin typeface="Cambria Math" panose="02040503050406030204" pitchFamily="18" charset="0"/>
                                    <a:ea typeface="Cambria Math" panose="02040503050406030204" pitchFamily="18" charset="0"/>
                                  </a:rPr>
                                  <m:t>× </m:t>
                                </m:r>
                                <m:sSup>
                                  <m:sSupPr>
                                    <m:ctrlPr>
                                      <a:rPr lang="en-US" sz="4000" b="0" i="1" smtClean="0">
                                        <a:solidFill>
                                          <a:schemeClr val="bg2">
                                            <a:lumMod val="10000"/>
                                          </a:schemeClr>
                                        </a:solidFill>
                                        <a:latin typeface="Cambria Math" panose="02040503050406030204" pitchFamily="18" charset="0"/>
                                      </a:rPr>
                                    </m:ctrlPr>
                                  </m:sSupPr>
                                  <m:e>
                                    <m:r>
                                      <a:rPr lang="en-US" sz="4000" b="0" i="1" smtClean="0">
                                        <a:solidFill>
                                          <a:schemeClr val="bg2">
                                            <a:lumMod val="10000"/>
                                          </a:schemeClr>
                                        </a:solidFill>
                                        <a:latin typeface="Cambria Math" panose="02040503050406030204" pitchFamily="18" charset="0"/>
                                      </a:rPr>
                                      <m:t>10</m:t>
                                    </m:r>
                                  </m:e>
                                  <m:sup>
                                    <m:r>
                                      <a:rPr lang="en-US" sz="4000" b="0" i="1" smtClean="0">
                                        <a:solidFill>
                                          <a:schemeClr val="bg2">
                                            <a:lumMod val="10000"/>
                                          </a:schemeClr>
                                        </a:solidFill>
                                        <a:latin typeface="Cambria Math" panose="02040503050406030204" pitchFamily="18" charset="0"/>
                                      </a:rPr>
                                      <m:t>7</m:t>
                                    </m:r>
                                  </m:sup>
                                </m:sSup>
                              </m:oMath>
                            </m:oMathPara>
                          </a14:m>
                          <a:endParaRPr lang="en-US" sz="4000" dirty="0">
                            <a:solidFill>
                              <a:schemeClr val="bg2">
                                <a:lumMod val="10000"/>
                              </a:schemeClr>
                            </a:solidFill>
                          </a:endParaRP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US" sz="4000" dirty="0">
                              <a:solidFill>
                                <a:schemeClr val="bg2">
                                  <a:lumMod val="10000"/>
                                </a:schemeClr>
                              </a:solidFill>
                            </a:rPr>
                            <a:t>Yes, only need less than a second</a:t>
                          </a:r>
                        </a:p>
                      </a:txBody>
                      <a:tcPr/>
                    </a:tc>
                    <a:extLst>
                      <a:ext uri="{0D108BD9-81ED-4DB2-BD59-A6C34878D82A}">
                        <a16:rowId xmlns:a16="http://schemas.microsoft.com/office/drawing/2014/main" val="549063035"/>
                      </a:ext>
                    </a:extLst>
                  </a:tr>
                  <a:tr h="370840">
                    <a:tc>
                      <a:txBody>
                        <a:bodyPr/>
                        <a:lstStyle/>
                        <a:p>
                          <a:pPr/>
                          <a14:m>
                            <m:oMathPara xmlns:m="http://schemas.openxmlformats.org/officeDocument/2006/math">
                              <m:oMath>
                                <m:sSup>
                                  <m:sSupPr>
                                    <m:ctrlPr>
                                      <a:rPr lang="en-US" sz="4000" i="1" dirty="0" smtClean="0">
                                        <a:solidFill>
                                          <a:schemeClr val="bg2">
                                            <a:lumMod val="10000"/>
                                          </a:schemeClr>
                                        </a:solidFill>
                                        <a:latin typeface="Cambria Math" panose="02040503050406030204" pitchFamily="18" charset="0"/>
                                      </a:rPr>
                                    </m:ctrlPr>
                                  </m:sSupPr>
                                  <m:e>
                                    <m:r>
                                      <a:rPr lang="en-US" sz="4000" i="1" dirty="0" smtClean="0">
                                        <a:solidFill>
                                          <a:schemeClr val="bg2">
                                            <a:lumMod val="10000"/>
                                          </a:schemeClr>
                                        </a:solidFill>
                                        <a:latin typeface="Cambria Math" panose="02040503050406030204" pitchFamily="18" charset="0"/>
                                      </a:rPr>
                                      <m:t>𝑛</m:t>
                                    </m:r>
                                  </m:e>
                                  <m:sup>
                                    <m:r>
                                      <a:rPr lang="en-US" sz="4000" b="0" i="1" dirty="0" smtClean="0">
                                        <a:solidFill>
                                          <a:schemeClr val="bg2">
                                            <a:lumMod val="10000"/>
                                          </a:schemeClr>
                                        </a:solidFill>
                                        <a:latin typeface="Cambria Math" panose="02040503050406030204" pitchFamily="18" charset="0"/>
                                      </a:rPr>
                                      <m:t>2</m:t>
                                    </m:r>
                                  </m:sup>
                                </m:sSup>
                              </m:oMath>
                            </m:oMathPara>
                          </a14:m>
                          <a:endParaRPr lang="en-US" sz="4000" dirty="0">
                            <a:solidFill>
                              <a:schemeClr val="bg2">
                                <a:lumMod val="10000"/>
                              </a:schemeClr>
                            </a:solidFill>
                          </a:endParaRPr>
                        </a:p>
                      </a:txBody>
                      <a:tcPr/>
                    </a:tc>
                    <a:tc>
                      <a:txBody>
                        <a:bodyPr/>
                        <a:lstStyle/>
                        <a:p>
                          <a:pPr/>
                          <a14:m>
                            <m:oMathPara xmlns:m="http://schemas.openxmlformats.org/officeDocument/2006/math">
                              <m:oMath>
                                <m:sSup>
                                  <m:sSupPr>
                                    <m:ctrlPr>
                                      <a:rPr lang="en-US" sz="4000" b="0" i="1" smtClean="0">
                                        <a:solidFill>
                                          <a:schemeClr val="bg2">
                                            <a:lumMod val="10000"/>
                                          </a:schemeClr>
                                        </a:solidFill>
                                        <a:latin typeface="Cambria Math" panose="02040503050406030204" pitchFamily="18" charset="0"/>
                                      </a:rPr>
                                    </m:ctrlPr>
                                  </m:sSupPr>
                                  <m:e>
                                    <m:r>
                                      <a:rPr lang="en-US" sz="4000" b="0" i="1" smtClean="0">
                                        <a:solidFill>
                                          <a:schemeClr val="bg2">
                                            <a:lumMod val="10000"/>
                                          </a:schemeClr>
                                        </a:solidFill>
                                        <a:latin typeface="Cambria Math" panose="02040503050406030204" pitchFamily="18" charset="0"/>
                                      </a:rPr>
                                      <m:t>10</m:t>
                                    </m:r>
                                  </m:e>
                                  <m:sup>
                                    <m:r>
                                      <a:rPr lang="en-US" sz="4000" b="0" i="1" smtClean="0">
                                        <a:solidFill>
                                          <a:schemeClr val="bg2">
                                            <a:lumMod val="10000"/>
                                          </a:schemeClr>
                                        </a:solidFill>
                                        <a:latin typeface="Cambria Math" panose="02040503050406030204" pitchFamily="18" charset="0"/>
                                      </a:rPr>
                                      <m:t>12</m:t>
                                    </m:r>
                                  </m:sup>
                                </m:sSup>
                              </m:oMath>
                            </m:oMathPara>
                          </a14:m>
                          <a:endParaRPr lang="en-US" sz="4000" dirty="0">
                            <a:solidFill>
                              <a:schemeClr val="bg2">
                                <a:lumMod val="10000"/>
                              </a:schemeClr>
                            </a:solidFill>
                          </a:endParaRPr>
                        </a:p>
                      </a:txBody>
                      <a:tcPr/>
                    </a:tc>
                    <a:tc>
                      <a:txBody>
                        <a:bodyPr/>
                        <a:lstStyle/>
                        <a:p>
                          <a:r>
                            <a:rPr lang="en-US" sz="4000" dirty="0">
                              <a:solidFill>
                                <a:schemeClr val="bg2">
                                  <a:lumMod val="10000"/>
                                </a:schemeClr>
                              </a:solidFill>
                            </a:rPr>
                            <a:t>No, needs 16.67 minutes</a:t>
                          </a:r>
                        </a:p>
                      </a:txBody>
                      <a:tcPr/>
                    </a:tc>
                    <a:extLst>
                      <a:ext uri="{0D108BD9-81ED-4DB2-BD59-A6C34878D82A}">
                        <a16:rowId xmlns:a16="http://schemas.microsoft.com/office/drawing/2014/main" val="3926045503"/>
                      </a:ext>
                    </a:extLst>
                  </a:tr>
                  <a:tr h="370840">
                    <a:tc>
                      <a:txBody>
                        <a:bodyPr/>
                        <a:lstStyle/>
                        <a:p>
                          <a:pPr/>
                          <a14:m>
                            <m:oMathPara xmlns:m="http://schemas.openxmlformats.org/officeDocument/2006/math">
                              <m:oMath>
                                <m:sSup>
                                  <m:sSupPr>
                                    <m:ctrlPr>
                                      <a:rPr lang="en-US" sz="4000" i="1" dirty="0" smtClean="0">
                                        <a:solidFill>
                                          <a:schemeClr val="bg2">
                                            <a:lumMod val="10000"/>
                                          </a:schemeClr>
                                        </a:solidFill>
                                        <a:latin typeface="Cambria Math" panose="02040503050406030204" pitchFamily="18" charset="0"/>
                                      </a:rPr>
                                    </m:ctrlPr>
                                  </m:sSupPr>
                                  <m:e>
                                    <m:r>
                                      <a:rPr lang="en-US" sz="4000" i="1" dirty="0" smtClean="0">
                                        <a:solidFill>
                                          <a:schemeClr val="bg2">
                                            <a:lumMod val="10000"/>
                                          </a:schemeClr>
                                        </a:solidFill>
                                        <a:latin typeface="Cambria Math" panose="02040503050406030204" pitchFamily="18" charset="0"/>
                                      </a:rPr>
                                      <m:t>𝑛</m:t>
                                    </m:r>
                                  </m:e>
                                  <m:sup>
                                    <m:r>
                                      <a:rPr lang="en-US" sz="4000" b="0" i="1" dirty="0" smtClean="0">
                                        <a:solidFill>
                                          <a:schemeClr val="bg2">
                                            <a:lumMod val="10000"/>
                                          </a:schemeClr>
                                        </a:solidFill>
                                        <a:latin typeface="Cambria Math" panose="02040503050406030204" pitchFamily="18" charset="0"/>
                                      </a:rPr>
                                      <m:t>3</m:t>
                                    </m:r>
                                  </m:sup>
                                </m:sSup>
                              </m:oMath>
                            </m:oMathPara>
                          </a14:m>
                          <a:endParaRPr lang="en-US" sz="4000" dirty="0">
                            <a:solidFill>
                              <a:schemeClr val="bg2">
                                <a:lumMod val="10000"/>
                              </a:schemeClr>
                            </a:solidFill>
                          </a:endParaRPr>
                        </a:p>
                      </a:txBody>
                      <a:tcPr/>
                    </a:tc>
                    <a:tc>
                      <a:txBody>
                        <a:bodyPr/>
                        <a:lstStyle/>
                        <a:p>
                          <a:pPr/>
                          <a14:m>
                            <m:oMathPara xmlns:m="http://schemas.openxmlformats.org/officeDocument/2006/math">
                              <m:oMath>
                                <m:sSup>
                                  <m:sSupPr>
                                    <m:ctrlPr>
                                      <a:rPr lang="en-US" sz="4000" b="0" i="1" smtClean="0">
                                        <a:solidFill>
                                          <a:schemeClr val="bg2">
                                            <a:lumMod val="10000"/>
                                          </a:schemeClr>
                                        </a:solidFill>
                                        <a:latin typeface="Cambria Math" panose="02040503050406030204" pitchFamily="18" charset="0"/>
                                      </a:rPr>
                                    </m:ctrlPr>
                                  </m:sSupPr>
                                  <m:e>
                                    <m:r>
                                      <a:rPr lang="en-US" sz="4000" b="0" i="1" smtClean="0">
                                        <a:solidFill>
                                          <a:schemeClr val="bg2">
                                            <a:lumMod val="10000"/>
                                          </a:schemeClr>
                                        </a:solidFill>
                                        <a:latin typeface="Cambria Math" panose="02040503050406030204" pitchFamily="18" charset="0"/>
                                      </a:rPr>
                                      <m:t>10</m:t>
                                    </m:r>
                                  </m:e>
                                  <m:sup>
                                    <m:r>
                                      <a:rPr lang="en-US" sz="4000" b="0" i="1" smtClean="0">
                                        <a:solidFill>
                                          <a:schemeClr val="bg2">
                                            <a:lumMod val="10000"/>
                                          </a:schemeClr>
                                        </a:solidFill>
                                        <a:latin typeface="Cambria Math" panose="02040503050406030204" pitchFamily="18" charset="0"/>
                                      </a:rPr>
                                      <m:t>18</m:t>
                                    </m:r>
                                  </m:sup>
                                </m:sSup>
                              </m:oMath>
                            </m:oMathPara>
                          </a14:m>
                          <a:endParaRPr lang="en-US" sz="4000" dirty="0">
                            <a:solidFill>
                              <a:schemeClr val="bg2">
                                <a:lumMod val="10000"/>
                              </a:schemeClr>
                            </a:solidFill>
                          </a:endParaRPr>
                        </a:p>
                      </a:txBody>
                      <a:tcPr/>
                    </a:tc>
                    <a:tc>
                      <a:txBody>
                        <a:bodyPr/>
                        <a:lstStyle/>
                        <a:p>
                          <a:r>
                            <a:rPr lang="en-US" sz="4000" dirty="0">
                              <a:solidFill>
                                <a:schemeClr val="bg2">
                                  <a:lumMod val="10000"/>
                                </a:schemeClr>
                              </a:solidFill>
                            </a:rPr>
                            <a:t>NO, needs 31.7 years!</a:t>
                          </a:r>
                        </a:p>
                      </a:txBody>
                      <a:tcPr/>
                    </a:tc>
                    <a:extLst>
                      <a:ext uri="{0D108BD9-81ED-4DB2-BD59-A6C34878D82A}">
                        <a16:rowId xmlns:a16="http://schemas.microsoft.com/office/drawing/2014/main" val="4091284465"/>
                      </a:ext>
                    </a:extLst>
                  </a:tr>
                </a:tbl>
              </a:graphicData>
            </a:graphic>
          </p:graphicFrame>
        </mc:Choice>
        <mc:Fallback>
          <p:graphicFrame>
            <p:nvGraphicFramePr>
              <p:cNvPr id="5" name="Table 4">
                <a:extLst>
                  <a:ext uri="{FF2B5EF4-FFF2-40B4-BE49-F238E27FC236}">
                    <a16:creationId xmlns:a16="http://schemas.microsoft.com/office/drawing/2014/main" id="{4463F551-1794-42F7-5D63-DE4EFC0CE9AE}"/>
                  </a:ext>
                </a:extLst>
              </p:cNvPr>
              <p:cNvGraphicFramePr>
                <a:graphicFrameLocks noGrp="1"/>
              </p:cNvGraphicFramePr>
              <p:nvPr>
                <p:extLst>
                  <p:ext uri="{D42A27DB-BD31-4B8C-83A1-F6EECF244321}">
                    <p14:modId xmlns:p14="http://schemas.microsoft.com/office/powerpoint/2010/main" val="3427397558"/>
                  </p:ext>
                </p:extLst>
              </p:nvPr>
            </p:nvGraphicFramePr>
            <p:xfrm>
              <a:off x="3028461" y="5638800"/>
              <a:ext cx="18327078" cy="3505200"/>
            </p:xfrm>
            <a:graphic>
              <a:graphicData uri="http://schemas.openxmlformats.org/drawingml/2006/table">
                <a:tbl>
                  <a:tblPr firstRow="1" bandRow="1">
                    <a:tableStyleId>{5940675A-B579-460E-94D1-54222C63F5DA}</a:tableStyleId>
                  </a:tblPr>
                  <a:tblGrid>
                    <a:gridCol w="4952013">
                      <a:extLst>
                        <a:ext uri="{9D8B030D-6E8A-4147-A177-3AD203B41FA5}">
                          <a16:colId xmlns:a16="http://schemas.microsoft.com/office/drawing/2014/main" val="931579699"/>
                        </a:ext>
                      </a:extLst>
                    </a:gridCol>
                    <a:gridCol w="4913446">
                      <a:extLst>
                        <a:ext uri="{9D8B030D-6E8A-4147-A177-3AD203B41FA5}">
                          <a16:colId xmlns:a16="http://schemas.microsoft.com/office/drawing/2014/main" val="1910696747"/>
                        </a:ext>
                      </a:extLst>
                    </a:gridCol>
                    <a:gridCol w="8461619">
                      <a:extLst>
                        <a:ext uri="{9D8B030D-6E8A-4147-A177-3AD203B41FA5}">
                          <a16:colId xmlns:a16="http://schemas.microsoft.com/office/drawing/2014/main" val="4041852279"/>
                        </a:ext>
                      </a:extLst>
                    </a:gridCol>
                  </a:tblGrid>
                  <a:tr h="701040">
                    <a:tc>
                      <a:txBody>
                        <a:bodyPr/>
                        <a:lstStyle/>
                        <a:p>
                          <a:r>
                            <a:rPr lang="en-US" sz="4000" b="1" dirty="0">
                              <a:solidFill>
                                <a:schemeClr val="bg2">
                                  <a:lumMod val="10000"/>
                                </a:schemeClr>
                              </a:solidFill>
                            </a:rPr>
                            <a:t>Growth</a:t>
                          </a:r>
                        </a:p>
                      </a:txBody>
                      <a:tcPr/>
                    </a:tc>
                    <a:tc>
                      <a:txBody>
                        <a:bodyPr/>
                        <a:lstStyle/>
                        <a:p>
                          <a:r>
                            <a:rPr lang="en-US" sz="4000" b="1" dirty="0">
                              <a:solidFill>
                                <a:schemeClr val="bg2">
                                  <a:lumMod val="10000"/>
                                </a:schemeClr>
                              </a:solidFill>
                            </a:rPr>
                            <a:t>Operations</a:t>
                          </a:r>
                        </a:p>
                      </a:txBody>
                      <a:tcPr/>
                    </a:tc>
                    <a:tc>
                      <a:txBody>
                        <a:bodyPr/>
                        <a:lstStyle/>
                        <a:p>
                          <a:r>
                            <a:rPr lang="en-US" sz="4000" b="1" dirty="0">
                              <a:solidFill>
                                <a:schemeClr val="bg2">
                                  <a:lumMod val="10000"/>
                                </a:schemeClr>
                              </a:solidFill>
                            </a:rPr>
                            <a:t>Feasible?</a:t>
                          </a:r>
                        </a:p>
                      </a:txBody>
                      <a:tcPr/>
                    </a:tc>
                    <a:extLst>
                      <a:ext uri="{0D108BD9-81ED-4DB2-BD59-A6C34878D82A}">
                        <a16:rowId xmlns:a16="http://schemas.microsoft.com/office/drawing/2014/main" val="772630782"/>
                      </a:ext>
                    </a:extLst>
                  </a:tr>
                  <a:tr h="701040">
                    <a:tc>
                      <a:txBody>
                        <a:bodyPr/>
                        <a:lstStyle/>
                        <a:p>
                          <a:endParaRPr lang="en-US"/>
                        </a:p>
                      </a:txBody>
                      <a:tcPr>
                        <a:blipFill>
                          <a:blip r:embed="rId3"/>
                          <a:stretch>
                            <a:fillRect l="-256" t="-116364" r="-270513" b="-340000"/>
                          </a:stretch>
                        </a:blipFill>
                      </a:tcPr>
                    </a:tc>
                    <a:tc>
                      <a:txBody>
                        <a:bodyPr/>
                        <a:lstStyle/>
                        <a:p>
                          <a:endParaRPr lang="en-US"/>
                        </a:p>
                      </a:txBody>
                      <a:tcPr>
                        <a:blipFill>
                          <a:blip r:embed="rId3"/>
                          <a:stretch>
                            <a:fillRect l="-101034" t="-116364" r="-172610" b="-340000"/>
                          </a:stretch>
                        </a:blipFill>
                      </a:tcPr>
                    </a:tc>
                    <a:tc>
                      <a:txBody>
                        <a:bodyPr/>
                        <a:lstStyle/>
                        <a:p>
                          <a:r>
                            <a:rPr lang="en-US" sz="4000" dirty="0">
                              <a:solidFill>
                                <a:schemeClr val="bg2">
                                  <a:lumMod val="10000"/>
                                </a:schemeClr>
                              </a:solidFill>
                            </a:rPr>
                            <a:t>Yes, only need less than a second</a:t>
                          </a:r>
                        </a:p>
                      </a:txBody>
                      <a:tcPr/>
                    </a:tc>
                    <a:extLst>
                      <a:ext uri="{0D108BD9-81ED-4DB2-BD59-A6C34878D82A}">
                        <a16:rowId xmlns:a16="http://schemas.microsoft.com/office/drawing/2014/main" val="3512568419"/>
                      </a:ext>
                    </a:extLst>
                  </a:tr>
                  <a:tr h="701040">
                    <a:tc>
                      <a:txBody>
                        <a:bodyPr/>
                        <a:lstStyle/>
                        <a:p>
                          <a:endParaRPr lang="en-US"/>
                        </a:p>
                      </a:txBody>
                      <a:tcPr>
                        <a:blipFill>
                          <a:blip r:embed="rId3"/>
                          <a:stretch>
                            <a:fillRect l="-256" t="-212500" r="-270513" b="-233929"/>
                          </a:stretch>
                        </a:blipFill>
                      </a:tcPr>
                    </a:tc>
                    <a:tc>
                      <a:txBody>
                        <a:bodyPr/>
                        <a:lstStyle/>
                        <a:p>
                          <a:endParaRPr lang="en-US"/>
                        </a:p>
                      </a:txBody>
                      <a:tcPr>
                        <a:blipFill>
                          <a:blip r:embed="rId3"/>
                          <a:stretch>
                            <a:fillRect l="-101034" t="-212500" r="-172610" b="-233929"/>
                          </a:stretch>
                        </a:blip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US" sz="4000" dirty="0">
                              <a:solidFill>
                                <a:schemeClr val="bg2">
                                  <a:lumMod val="10000"/>
                                </a:schemeClr>
                              </a:solidFill>
                            </a:rPr>
                            <a:t>Yes, only need less than a second</a:t>
                          </a:r>
                        </a:p>
                      </a:txBody>
                      <a:tcPr/>
                    </a:tc>
                    <a:extLst>
                      <a:ext uri="{0D108BD9-81ED-4DB2-BD59-A6C34878D82A}">
                        <a16:rowId xmlns:a16="http://schemas.microsoft.com/office/drawing/2014/main" val="549063035"/>
                      </a:ext>
                    </a:extLst>
                  </a:tr>
                  <a:tr h="701040">
                    <a:tc>
                      <a:txBody>
                        <a:bodyPr/>
                        <a:lstStyle/>
                        <a:p>
                          <a:endParaRPr lang="en-US"/>
                        </a:p>
                      </a:txBody>
                      <a:tcPr>
                        <a:blipFill>
                          <a:blip r:embed="rId3"/>
                          <a:stretch>
                            <a:fillRect l="-256" t="-318182" r="-270513" b="-138182"/>
                          </a:stretch>
                        </a:blipFill>
                      </a:tcPr>
                    </a:tc>
                    <a:tc>
                      <a:txBody>
                        <a:bodyPr/>
                        <a:lstStyle/>
                        <a:p>
                          <a:endParaRPr lang="en-US"/>
                        </a:p>
                      </a:txBody>
                      <a:tcPr>
                        <a:blipFill>
                          <a:blip r:embed="rId3"/>
                          <a:stretch>
                            <a:fillRect l="-101034" t="-318182" r="-172610" b="-138182"/>
                          </a:stretch>
                        </a:blipFill>
                      </a:tcPr>
                    </a:tc>
                    <a:tc>
                      <a:txBody>
                        <a:bodyPr/>
                        <a:lstStyle/>
                        <a:p>
                          <a:r>
                            <a:rPr lang="en-US" sz="4000" dirty="0">
                              <a:solidFill>
                                <a:schemeClr val="bg2">
                                  <a:lumMod val="10000"/>
                                </a:schemeClr>
                              </a:solidFill>
                            </a:rPr>
                            <a:t>No, needs 16.67 minutes</a:t>
                          </a:r>
                        </a:p>
                      </a:txBody>
                      <a:tcPr/>
                    </a:tc>
                    <a:extLst>
                      <a:ext uri="{0D108BD9-81ED-4DB2-BD59-A6C34878D82A}">
                        <a16:rowId xmlns:a16="http://schemas.microsoft.com/office/drawing/2014/main" val="3926045503"/>
                      </a:ext>
                    </a:extLst>
                  </a:tr>
                  <a:tr h="701040">
                    <a:tc>
                      <a:txBody>
                        <a:bodyPr/>
                        <a:lstStyle/>
                        <a:p>
                          <a:endParaRPr lang="en-US"/>
                        </a:p>
                      </a:txBody>
                      <a:tcPr>
                        <a:blipFill>
                          <a:blip r:embed="rId3"/>
                          <a:stretch>
                            <a:fillRect l="-256" t="-418182" r="-270513" b="-38182"/>
                          </a:stretch>
                        </a:blipFill>
                      </a:tcPr>
                    </a:tc>
                    <a:tc>
                      <a:txBody>
                        <a:bodyPr/>
                        <a:lstStyle/>
                        <a:p>
                          <a:endParaRPr lang="en-US"/>
                        </a:p>
                      </a:txBody>
                      <a:tcPr>
                        <a:blipFill>
                          <a:blip r:embed="rId3"/>
                          <a:stretch>
                            <a:fillRect l="-101034" t="-418182" r="-172610" b="-38182"/>
                          </a:stretch>
                        </a:blipFill>
                      </a:tcPr>
                    </a:tc>
                    <a:tc>
                      <a:txBody>
                        <a:bodyPr/>
                        <a:lstStyle/>
                        <a:p>
                          <a:r>
                            <a:rPr lang="en-US" sz="4000" dirty="0">
                              <a:solidFill>
                                <a:schemeClr val="bg2">
                                  <a:lumMod val="10000"/>
                                </a:schemeClr>
                              </a:solidFill>
                            </a:rPr>
                            <a:t>NO, needs 31.7 years!</a:t>
                          </a:r>
                        </a:p>
                      </a:txBody>
                      <a:tcPr/>
                    </a:tc>
                    <a:extLst>
                      <a:ext uri="{0D108BD9-81ED-4DB2-BD59-A6C34878D82A}">
                        <a16:rowId xmlns:a16="http://schemas.microsoft.com/office/drawing/2014/main" val="4091284465"/>
                      </a:ext>
                    </a:extLst>
                  </a:tr>
                </a:tbl>
              </a:graphicData>
            </a:graphic>
          </p:graphicFrame>
        </mc:Fallback>
      </mc:AlternateContent>
    </p:spTree>
    <p:extLst>
      <p:ext uri="{BB962C8B-B14F-4D97-AF65-F5344CB8AC3E}">
        <p14:creationId xmlns:p14="http://schemas.microsoft.com/office/powerpoint/2010/main" val="375743069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A484-162D-5856-9476-C2FD98973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743EE-683D-7AE5-490A-D9F0DF81E0AD}"/>
              </a:ext>
            </a:extLst>
          </p:cNvPr>
          <p:cNvSpPr>
            <a:spLocks noGrp="1"/>
          </p:cNvSpPr>
          <p:nvPr>
            <p:ph type="title"/>
          </p:nvPr>
        </p:nvSpPr>
        <p:spPr/>
        <p:txBody>
          <a:bodyPr>
            <a:normAutofit fontScale="90000"/>
          </a:bodyPr>
          <a:lstStyle/>
          <a:p>
            <a:r>
              <a:rPr lang="en-ID" dirty="0"/>
              <a:t>Order of growth</a:t>
            </a:r>
            <a:endParaRPr lang="en-US" dirty="0"/>
          </a:p>
        </p:txBody>
      </p:sp>
      <p:sp>
        <p:nvSpPr>
          <p:cNvPr id="3" name="Text Placeholder 2">
            <a:extLst>
              <a:ext uri="{FF2B5EF4-FFF2-40B4-BE49-F238E27FC236}">
                <a16:creationId xmlns:a16="http://schemas.microsoft.com/office/drawing/2014/main" id="{EAC5F865-9745-AE3C-E9EC-3AAC88D95A07}"/>
              </a:ext>
            </a:extLst>
          </p:cNvPr>
          <p:cNvSpPr>
            <a:spLocks noGrp="1"/>
          </p:cNvSpPr>
          <p:nvPr>
            <p:ph type="body" sz="quarter" idx="10"/>
          </p:nvPr>
        </p:nvSpPr>
        <p:spPr>
          <a:xfrm>
            <a:off x="2167377" y="2419728"/>
            <a:ext cx="13682223" cy="803546"/>
          </a:xfrm>
        </p:spPr>
        <p:txBody>
          <a:bodyPr>
            <a:normAutofit/>
          </a:bodyPr>
          <a:lstStyle/>
          <a:p>
            <a:r>
              <a:rPr lang="en-ID" dirty="0"/>
              <a:t>Input Size Conventions</a:t>
            </a:r>
            <a:endParaRPr lang="en-ID" b="0" dirty="0"/>
          </a:p>
        </p:txBody>
      </p:sp>
      <p:sp>
        <p:nvSpPr>
          <p:cNvPr id="4" name="Content Placeholder 3">
            <a:extLst>
              <a:ext uri="{FF2B5EF4-FFF2-40B4-BE49-F238E27FC236}">
                <a16:creationId xmlns:a16="http://schemas.microsoft.com/office/drawing/2014/main" id="{075602AC-E38E-62DD-9BDC-FF83AFEF937B}"/>
              </a:ext>
            </a:extLst>
          </p:cNvPr>
          <p:cNvSpPr>
            <a:spLocks noGrp="1"/>
          </p:cNvSpPr>
          <p:nvPr>
            <p:ph sz="quarter" idx="11"/>
          </p:nvPr>
        </p:nvSpPr>
        <p:spPr>
          <a:xfrm>
            <a:off x="2167377" y="3714224"/>
            <a:ext cx="19309300" cy="9493776"/>
          </a:xfrm>
        </p:spPr>
        <p:txBody>
          <a:bodyPr>
            <a:normAutofit/>
          </a:bodyPr>
          <a:lstStyle/>
          <a:p>
            <a:r>
              <a:rPr lang="en-ID" dirty="0"/>
              <a:t>For sorting: input size = number of elements n.</a:t>
            </a:r>
          </a:p>
          <a:p>
            <a:r>
              <a:rPr lang="en-ID" dirty="0"/>
              <a:t>For graphs: input size = number of vertices V and edges E.</a:t>
            </a:r>
          </a:p>
          <a:p>
            <a:r>
              <a:rPr lang="en-ID" dirty="0"/>
              <a:t>For strings: input size = string length.</a:t>
            </a:r>
          </a:p>
          <a:p>
            <a:r>
              <a:rPr lang="en-ID" dirty="0"/>
              <a:t>For arithmetic: input size = number of bits in the input number (relevant for big-number computations).</a:t>
            </a:r>
          </a:p>
        </p:txBody>
      </p:sp>
    </p:spTree>
    <p:extLst>
      <p:ext uri="{BB962C8B-B14F-4D97-AF65-F5344CB8AC3E}">
        <p14:creationId xmlns:p14="http://schemas.microsoft.com/office/powerpoint/2010/main" val="325845650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4745-38F4-6B70-C5E6-490DEC1C3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F9FB6-5216-72D8-C2D6-855C73FF33FD}"/>
              </a:ext>
            </a:extLst>
          </p:cNvPr>
          <p:cNvSpPr>
            <a:spLocks noGrp="1"/>
          </p:cNvSpPr>
          <p:nvPr>
            <p:ph type="title"/>
          </p:nvPr>
        </p:nvSpPr>
        <p:spPr/>
        <p:txBody>
          <a:bodyPr>
            <a:normAutofit fontScale="90000"/>
          </a:bodyPr>
          <a:lstStyle/>
          <a:p>
            <a:r>
              <a:rPr lang="en-ID" dirty="0"/>
              <a:t>Summary</a:t>
            </a:r>
          </a:p>
        </p:txBody>
      </p:sp>
      <p:sp>
        <p:nvSpPr>
          <p:cNvPr id="3" name="Text Placeholder 2">
            <a:extLst>
              <a:ext uri="{FF2B5EF4-FFF2-40B4-BE49-F238E27FC236}">
                <a16:creationId xmlns:a16="http://schemas.microsoft.com/office/drawing/2014/main" id="{A9190BD9-2B4B-AAF0-7C79-E2CD378F4B42}"/>
              </a:ext>
            </a:extLst>
          </p:cNvPr>
          <p:cNvSpPr>
            <a:spLocks noGrp="1"/>
          </p:cNvSpPr>
          <p:nvPr>
            <p:ph type="body" sz="quarter" idx="10"/>
          </p:nvPr>
        </p:nvSpPr>
        <p:spPr>
          <a:xfrm>
            <a:off x="2167376" y="2419728"/>
            <a:ext cx="12799908" cy="803546"/>
          </a:xfrm>
        </p:spPr>
        <p:txBody>
          <a:bodyPr>
            <a:noAutofit/>
          </a:bodyPr>
          <a:lstStyle/>
          <a:p>
            <a:r>
              <a:rPr lang="en-ID" dirty="0"/>
              <a:t>Session 3</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C29C2CE5-A3E8-9383-F708-28F2C13D0D10}"/>
                  </a:ext>
                </a:extLst>
              </p:cNvPr>
              <p:cNvSpPr>
                <a:spLocks noGrp="1"/>
              </p:cNvSpPr>
              <p:nvPr>
                <p:ph sz="quarter" idx="11"/>
              </p:nvPr>
            </p:nvSpPr>
            <p:spPr>
              <a:xfrm>
                <a:off x="2167377" y="3714224"/>
                <a:ext cx="20049246" cy="9138176"/>
              </a:xfrm>
            </p:spPr>
            <p:txBody>
              <a:bodyPr>
                <a:normAutofit/>
              </a:bodyPr>
              <a:lstStyle/>
              <a:p>
                <a:r>
                  <a:rPr lang="en-ID" dirty="0"/>
                  <a:t>The </a:t>
                </a:r>
                <a:r>
                  <a:rPr lang="en-ID" b="1" dirty="0"/>
                  <a:t>RAM model</a:t>
                </a:r>
                <a:r>
                  <a:rPr lang="en-ID" dirty="0"/>
                  <a:t> assigns unit cost to each basic operation, giving a clean, machine-independent running time.</a:t>
                </a:r>
              </a:p>
              <a:p>
                <a:r>
                  <a:rPr lang="en-ID" b="1" dirty="0"/>
                  <a:t>Insertion sort</a:t>
                </a:r>
                <a:r>
                  <a:rPr lang="en-ID" dirty="0"/>
                  <a:t> runs in </a:t>
                </a:r>
                <a14:m>
                  <m:oMath xmlns:m="http://schemas.openxmlformats.org/officeDocument/2006/math">
                    <m:r>
                      <m:rPr>
                        <m:sty m:val="p"/>
                      </m:rPr>
                      <a:rPr lang="en-US" b="0" i="0" dirty="0" smtClean="0">
                        <a:latin typeface="Cambria Math" panose="02040503050406030204" pitchFamily="18" charset="0"/>
                      </a:rPr>
                      <m:t>Θ</m:t>
                    </m:r>
                    <m:r>
                      <a:rPr lang="en-ID" i="1" dirty="0">
                        <a:latin typeface="Cambria Math" panose="02040503050406030204" pitchFamily="18" charset="0"/>
                      </a:rPr>
                      <m:t>(</m:t>
                    </m:r>
                    <m:r>
                      <a:rPr lang="en-ID" i="1" dirty="0">
                        <a:latin typeface="Cambria Math" panose="02040503050406030204" pitchFamily="18" charset="0"/>
                      </a:rPr>
                      <m:t>𝑛</m:t>
                    </m:r>
                    <m:r>
                      <a:rPr lang="en-ID" i="1" dirty="0">
                        <a:latin typeface="Cambria Math" panose="02040503050406030204" pitchFamily="18" charset="0"/>
                      </a:rPr>
                      <m:t>²) </m:t>
                    </m:r>
                  </m:oMath>
                </a14:m>
                <a:r>
                  <a:rPr lang="en-ID" dirty="0"/>
                  <a:t>worst case (reverse-sorted), </a:t>
                </a:r>
                <a:r>
                  <a:rPr lang="en-ID" dirty="0" err="1"/>
                  <a:t>Θ</a:t>
                </a:r>
                <a:r>
                  <a:rPr lang="en-ID" dirty="0"/>
                  <a:t>(n) best case (already sorted), and </a:t>
                </a:r>
                <a:r>
                  <a:rPr lang="en-ID" dirty="0" err="1"/>
                  <a:t>Θ</a:t>
                </a:r>
                <a:r>
                  <a:rPr lang="en-ID" dirty="0"/>
                  <a:t>(n²) average case.</a:t>
                </a:r>
              </a:p>
              <a:p>
                <a:r>
                  <a:rPr lang="en-ID" b="1" dirty="0"/>
                  <a:t>Worst-case analysis</a:t>
                </a:r>
                <a:r>
                  <a:rPr lang="en-ID" dirty="0"/>
                  <a:t> is the standard: it provides a guaranteed upper bound independent of input distribution.</a:t>
                </a:r>
              </a:p>
              <a:p>
                <a:r>
                  <a:rPr lang="en-ID" b="1" dirty="0"/>
                  <a:t>Order of growth</a:t>
                </a:r>
                <a:r>
                  <a:rPr lang="en-ID" dirty="0"/>
                  <a:t> ignores constant factors and lower-order terms; the dominant term determines whether an algorithm is practical at large scale.</a:t>
                </a:r>
              </a:p>
            </p:txBody>
          </p:sp>
        </mc:Choice>
        <mc:Fallback>
          <p:sp>
            <p:nvSpPr>
              <p:cNvPr id="4" name="Content Placeholder 3">
                <a:extLst>
                  <a:ext uri="{FF2B5EF4-FFF2-40B4-BE49-F238E27FC236}">
                    <a16:creationId xmlns:a16="http://schemas.microsoft.com/office/drawing/2014/main" id="{C29C2CE5-A3E8-9383-F708-28F2C13D0D10}"/>
                  </a:ext>
                </a:extLst>
              </p:cNvPr>
              <p:cNvSpPr>
                <a:spLocks noGrp="1" noRot="1" noChangeAspect="1" noMove="1" noResize="1" noEditPoints="1" noAdjustHandles="1" noChangeArrowheads="1" noChangeShapeType="1" noTextEdit="1"/>
              </p:cNvSpPr>
              <p:nvPr>
                <p:ph sz="quarter" idx="11"/>
              </p:nvPr>
            </p:nvSpPr>
            <p:spPr>
              <a:xfrm>
                <a:off x="2167377" y="3714224"/>
                <a:ext cx="20049246" cy="9138176"/>
              </a:xfrm>
              <a:blipFill>
                <a:blip r:embed="rId3"/>
                <a:stretch>
                  <a:fillRect l="-1329" t="-1250" r="-380"/>
                </a:stretch>
              </a:blipFill>
            </p:spPr>
            <p:txBody>
              <a:bodyPr/>
              <a:lstStyle/>
              <a:p>
                <a:r>
                  <a:rPr lang="en-US">
                    <a:noFill/>
                  </a:rPr>
                  <a:t> </a:t>
                </a:r>
              </a:p>
            </p:txBody>
          </p:sp>
        </mc:Fallback>
      </mc:AlternateContent>
    </p:spTree>
    <p:extLst>
      <p:ext uri="{BB962C8B-B14F-4D97-AF65-F5344CB8AC3E}">
        <p14:creationId xmlns:p14="http://schemas.microsoft.com/office/powerpoint/2010/main" val="188285252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7B5EF-EDE6-A5C1-32F8-99BB89197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09DF9-DA86-1C2B-B43B-04A7374DDA7A}"/>
              </a:ext>
            </a:extLst>
          </p:cNvPr>
          <p:cNvSpPr>
            <a:spLocks noGrp="1"/>
          </p:cNvSpPr>
          <p:nvPr>
            <p:ph type="title"/>
          </p:nvPr>
        </p:nvSpPr>
        <p:spPr/>
        <p:txBody>
          <a:bodyPr>
            <a:normAutofit fontScale="90000"/>
          </a:bodyPr>
          <a:lstStyle/>
          <a:p>
            <a:r>
              <a:rPr lang="en-ID" dirty="0"/>
              <a:t>Exercises</a:t>
            </a:r>
          </a:p>
        </p:txBody>
      </p:sp>
      <p:sp>
        <p:nvSpPr>
          <p:cNvPr id="3" name="Text Placeholder 2">
            <a:extLst>
              <a:ext uri="{FF2B5EF4-FFF2-40B4-BE49-F238E27FC236}">
                <a16:creationId xmlns:a16="http://schemas.microsoft.com/office/drawing/2014/main" id="{8A7CDDA6-47F0-D21A-1287-73DE12AE70BA}"/>
              </a:ext>
            </a:extLst>
          </p:cNvPr>
          <p:cNvSpPr>
            <a:spLocks noGrp="1"/>
          </p:cNvSpPr>
          <p:nvPr>
            <p:ph type="body" sz="quarter" idx="10"/>
          </p:nvPr>
        </p:nvSpPr>
        <p:spPr>
          <a:xfrm>
            <a:off x="2167376" y="2419728"/>
            <a:ext cx="12799908" cy="803546"/>
          </a:xfrm>
        </p:spPr>
        <p:txBody>
          <a:bodyPr>
            <a:noAutofit/>
          </a:bodyPr>
          <a:lstStyle/>
          <a:p>
            <a:r>
              <a:rPr lang="en-ID" dirty="0"/>
              <a:t>Session 3</a:t>
            </a:r>
          </a:p>
        </p:txBody>
      </p:sp>
      <p:sp>
        <p:nvSpPr>
          <p:cNvPr id="4" name="Content Placeholder 3">
            <a:extLst>
              <a:ext uri="{FF2B5EF4-FFF2-40B4-BE49-F238E27FC236}">
                <a16:creationId xmlns:a16="http://schemas.microsoft.com/office/drawing/2014/main" id="{9B4B44C8-A6ED-A683-33EE-A99E42E2D6DB}"/>
              </a:ext>
            </a:extLst>
          </p:cNvPr>
          <p:cNvSpPr>
            <a:spLocks noGrp="1"/>
          </p:cNvSpPr>
          <p:nvPr>
            <p:ph sz="quarter" idx="11"/>
          </p:nvPr>
        </p:nvSpPr>
        <p:spPr>
          <a:xfrm>
            <a:off x="2167377" y="3714224"/>
            <a:ext cx="20049246" cy="9138176"/>
          </a:xfrm>
        </p:spPr>
        <p:txBody>
          <a:bodyPr>
            <a:normAutofit fontScale="85000" lnSpcReduction="10000"/>
          </a:bodyPr>
          <a:lstStyle/>
          <a:p>
            <a:pPr algn="just">
              <a:buFont typeface="+mj-lt"/>
              <a:buAutoNum type="arabicPeriod"/>
            </a:pPr>
            <a:r>
              <a:rPr lang="en-US" dirty="0"/>
              <a:t>Consider the searching problem: </a:t>
            </a:r>
          </a:p>
          <a:p>
            <a:pPr lvl="1" algn="just"/>
            <a:r>
              <a:rPr lang="en-US" dirty="0"/>
              <a:t>Input: A sequence of n numbers [a1, a2, …, an] stored in array A[1:n] and a value x.</a:t>
            </a:r>
          </a:p>
          <a:p>
            <a:pPr lvl="1" algn="just"/>
            <a:r>
              <a:rPr lang="en-US" dirty="0"/>
              <a:t>Output: An index I such that x equals A[</a:t>
            </a:r>
            <a:r>
              <a:rPr lang="en-US" dirty="0" err="1"/>
              <a:t>i</a:t>
            </a:r>
            <a:r>
              <a:rPr lang="en-US" dirty="0"/>
              <a:t>] or the special value NIL if x does not appear in A.</a:t>
            </a:r>
          </a:p>
          <a:p>
            <a:pPr lvl="1" algn="just"/>
            <a:r>
              <a:rPr lang="en-US" dirty="0"/>
              <a:t>Write pseudocode for linear search, which scans through the array from beginning to end, looking for x. Using a loop invariant, prove that your algorithm is correct. Make sure that your loop invariant fulfills the three necessary properties. </a:t>
            </a:r>
          </a:p>
          <a:p>
            <a:pPr algn="just">
              <a:buFont typeface="+mj-lt"/>
              <a:buAutoNum type="arabicPeriod"/>
            </a:pPr>
            <a:r>
              <a:rPr lang="en-US" dirty="0"/>
              <a:t>Consider linear search again. How many elements of the input array need to be checked on the average, assuming that the element being searched for is equally likely to be any element in the array? How about in the worst case?</a:t>
            </a:r>
          </a:p>
          <a:p>
            <a:pPr marL="756000" lvl="1" indent="0" algn="just">
              <a:buNone/>
            </a:pPr>
            <a:r>
              <a:rPr lang="en-US" dirty="0"/>
              <a:t>Using Θ-notation, give the average-case and worst-case running times of linear search. Justify your answer.</a:t>
            </a:r>
          </a:p>
        </p:txBody>
      </p:sp>
    </p:spTree>
    <p:extLst>
      <p:ext uri="{BB962C8B-B14F-4D97-AF65-F5344CB8AC3E}">
        <p14:creationId xmlns:p14="http://schemas.microsoft.com/office/powerpoint/2010/main" val="153871225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89CAF-CD83-6EDC-DDDD-E326098E9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5547E-7D3F-E72F-443C-4E49A8371E31}"/>
              </a:ext>
            </a:extLst>
          </p:cNvPr>
          <p:cNvSpPr>
            <a:spLocks noGrp="1"/>
          </p:cNvSpPr>
          <p:nvPr>
            <p:ph type="title"/>
          </p:nvPr>
        </p:nvSpPr>
        <p:spPr/>
        <p:txBody>
          <a:bodyPr>
            <a:normAutofit fontScale="90000"/>
          </a:bodyPr>
          <a:lstStyle/>
          <a:p>
            <a:r>
              <a:rPr lang="en-ID" dirty="0"/>
              <a:t>Exercises</a:t>
            </a:r>
          </a:p>
        </p:txBody>
      </p:sp>
      <p:sp>
        <p:nvSpPr>
          <p:cNvPr id="3" name="Text Placeholder 2">
            <a:extLst>
              <a:ext uri="{FF2B5EF4-FFF2-40B4-BE49-F238E27FC236}">
                <a16:creationId xmlns:a16="http://schemas.microsoft.com/office/drawing/2014/main" id="{846801F8-0A6B-7C15-5FE9-9C8C965AFECC}"/>
              </a:ext>
            </a:extLst>
          </p:cNvPr>
          <p:cNvSpPr>
            <a:spLocks noGrp="1"/>
          </p:cNvSpPr>
          <p:nvPr>
            <p:ph type="body" sz="quarter" idx="10"/>
          </p:nvPr>
        </p:nvSpPr>
        <p:spPr>
          <a:xfrm>
            <a:off x="2167376" y="2419728"/>
            <a:ext cx="12799908" cy="803546"/>
          </a:xfrm>
        </p:spPr>
        <p:txBody>
          <a:bodyPr>
            <a:noAutofit/>
          </a:bodyPr>
          <a:lstStyle/>
          <a:p>
            <a:r>
              <a:rPr lang="en-ID" dirty="0"/>
              <a:t>Session 3</a:t>
            </a:r>
          </a:p>
        </p:txBody>
      </p:sp>
      <p:sp>
        <p:nvSpPr>
          <p:cNvPr id="4" name="Content Placeholder 3">
            <a:extLst>
              <a:ext uri="{FF2B5EF4-FFF2-40B4-BE49-F238E27FC236}">
                <a16:creationId xmlns:a16="http://schemas.microsoft.com/office/drawing/2014/main" id="{48BD6BA2-6F9D-DB76-E463-79F918CD4EEA}"/>
              </a:ext>
            </a:extLst>
          </p:cNvPr>
          <p:cNvSpPr>
            <a:spLocks noGrp="1"/>
          </p:cNvSpPr>
          <p:nvPr>
            <p:ph sz="quarter" idx="11"/>
          </p:nvPr>
        </p:nvSpPr>
        <p:spPr>
          <a:xfrm>
            <a:off x="2167377" y="3714224"/>
            <a:ext cx="20049246" cy="9138176"/>
          </a:xfrm>
        </p:spPr>
        <p:txBody>
          <a:bodyPr>
            <a:normAutofit/>
          </a:bodyPr>
          <a:lstStyle/>
          <a:p>
            <a:pPr algn="just">
              <a:buFont typeface="+mj-lt"/>
              <a:buAutoNum type="arabicPeriod" startAt="3"/>
            </a:pPr>
            <a:r>
              <a:rPr lang="en-US" dirty="0"/>
              <a:t>Consider linear search again. How many elements of the input array need to be checked on the average, assuming that the element being searched for is equally likely to be any element in the array? How about in the worst case?</a:t>
            </a:r>
          </a:p>
          <a:p>
            <a:pPr marL="756000" lvl="1" indent="0" algn="just">
              <a:buNone/>
            </a:pPr>
            <a:r>
              <a:rPr lang="en-US" dirty="0"/>
              <a:t>Using Θ-notation, give the average-case and worst-case running times of linear search. Justify your answer.</a:t>
            </a:r>
          </a:p>
          <a:p>
            <a:pPr algn="just">
              <a:buFont typeface="+mj-lt"/>
              <a:buAutoNum type="arabicPeriod" startAt="3"/>
            </a:pPr>
            <a:endParaRPr lang="en-US" dirty="0"/>
          </a:p>
        </p:txBody>
      </p:sp>
    </p:spTree>
    <p:extLst>
      <p:ext uri="{BB962C8B-B14F-4D97-AF65-F5344CB8AC3E}">
        <p14:creationId xmlns:p14="http://schemas.microsoft.com/office/powerpoint/2010/main" val="396681283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3</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714223"/>
            <a:ext cx="19309300" cy="8680977"/>
          </a:xfrm>
        </p:spPr>
        <p:txBody>
          <a:bodyPr>
            <a:normAutofit/>
          </a:bodyPr>
          <a:lstStyle/>
          <a:p>
            <a:r>
              <a:rPr lang="en-ID" dirty="0" err="1"/>
              <a:t>Cormen</a:t>
            </a:r>
            <a:r>
              <a:rPr lang="en-ID" dirty="0"/>
              <a:t>, T.H., </a:t>
            </a:r>
            <a:r>
              <a:rPr lang="en-ID" dirty="0" err="1"/>
              <a:t>Leiserson</a:t>
            </a:r>
            <a:r>
              <a:rPr lang="en-ID" dirty="0"/>
              <a:t>, C.E., Rivest, R.L., &amp; Stein, C. (2022). </a:t>
            </a:r>
            <a:r>
              <a:rPr lang="en-ID" i="1" dirty="0"/>
              <a:t>Introduction to Algorithms, 4th Edition.</a:t>
            </a:r>
            <a:r>
              <a:rPr lang="en-ID" dirty="0"/>
              <a:t> MIT Press. Ch. 2.2 </a:t>
            </a:r>
          </a:p>
          <a:p>
            <a:r>
              <a:rPr lang="en-ID" dirty="0" err="1"/>
              <a:t>Skiena</a:t>
            </a:r>
            <a:r>
              <a:rPr lang="en-ID" dirty="0"/>
              <a:t>, S.S. (2020). </a:t>
            </a:r>
            <a:r>
              <a:rPr lang="en-ID" i="1" dirty="0"/>
              <a:t>The Algorithm Design Manual, 3rd Edition.</a:t>
            </a:r>
            <a:r>
              <a:rPr lang="en-ID" dirty="0"/>
              <a:t> Springer. Ch. 2.1, Ch. 2.5</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5427</TotalTime>
  <Words>1709</Words>
  <Application>Microsoft Macintosh PowerPoint</Application>
  <PresentationFormat>Custom</PresentationFormat>
  <Paragraphs>175</Paragraphs>
  <Slides>25</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Menlo</vt:lpstr>
      <vt:lpstr>Open Sans ExtraBold</vt:lpstr>
      <vt:lpstr>Wingdings</vt:lpstr>
      <vt:lpstr>Arial</vt:lpstr>
      <vt:lpstr>Open Sans Semibold</vt:lpstr>
      <vt:lpstr>Cambria Math</vt:lpstr>
      <vt:lpstr>Open Sans</vt:lpstr>
      <vt:lpstr>Open Sans Light</vt:lpstr>
      <vt:lpstr>OCRB</vt:lpstr>
      <vt:lpstr>21_BasicWhite</vt:lpstr>
      <vt:lpstr>Analyzing Algorithms</vt:lpstr>
      <vt:lpstr>Outline materials</vt:lpstr>
      <vt:lpstr>Learning Outcomes</vt:lpstr>
      <vt:lpstr>RAM Model of Computation</vt:lpstr>
      <vt:lpstr>RAM Model of Computation</vt:lpstr>
      <vt:lpstr>RAM Model of Computation</vt:lpstr>
      <vt:lpstr>Insertion sort Analysis</vt:lpstr>
      <vt:lpstr>Insertion sort Analysis</vt:lpstr>
      <vt:lpstr>Insertion sort Analysis</vt:lpstr>
      <vt:lpstr>Worst-Case, Average-Case, and Best-Case Analysis </vt:lpstr>
      <vt:lpstr>Worst-Case, Average-Case, and Best-Case Analysis </vt:lpstr>
      <vt:lpstr>Worst-Case, Average-Case, and Best-Case Analysis </vt:lpstr>
      <vt:lpstr>Worst-Case, Average-Case, and Best-Case Analysis </vt:lpstr>
      <vt:lpstr>Worst-Case, Average-Case, and Best-Case Analysis </vt:lpstr>
      <vt:lpstr>Worst-Case, Average-Case, and Best-Case Analysis </vt:lpstr>
      <vt:lpstr>Worst-Case, Average-Case, and Best-Case Analysis </vt:lpstr>
      <vt:lpstr>Order of growth</vt:lpstr>
      <vt:lpstr>Order of growth</vt:lpstr>
      <vt:lpstr>Order of growth</vt:lpstr>
      <vt:lpstr>Order of growth</vt:lpstr>
      <vt:lpstr>Order of growth</vt:lpstr>
      <vt:lpstr>Summary</vt:lpstr>
      <vt:lpstr>Exercises</vt:lpstr>
      <vt:lpstr>Exercises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84</cp:revision>
  <dcterms:created xsi:type="dcterms:W3CDTF">2023-11-17T02:51:40Z</dcterms:created>
  <dcterms:modified xsi:type="dcterms:W3CDTF">2026-09-04T17:48:04Z</dcterms:modified>
</cp:coreProperties>
</file>