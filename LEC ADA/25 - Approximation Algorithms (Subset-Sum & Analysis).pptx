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308" r:id="rId4"/>
    <p:sldId id="258" r:id="rId5"/>
    <p:sldId id="278" r:id="rId6"/>
  </p:sldIdLst>
  <p:sldSz cx="24384000" cy="13716000"/>
  <p:notesSz cx="6858000" cy="9144000"/>
  <p:embeddedFontLst>
    <p:embeddedFont>
      <p:font typeface="OCRB" panose="020B0609020202020204" pitchFamily="49" charset="77"/>
      <p:regular r:id="rId8"/>
    </p:embeddedFont>
    <p:embeddedFont>
      <p:font typeface="Open Sans" panose="020B0606030504020204" pitchFamily="34" charset="0"/>
      <p:regular r:id="rId9"/>
      <p:bold r:id="rId10"/>
      <p:italic r:id="rId11"/>
      <p:boldItalic r:id="rId12"/>
    </p:embeddedFont>
    <p:embeddedFont>
      <p:font typeface="Open Sans ExtraBold" panose="020B0906030804020204" pitchFamily="34" charset="0"/>
      <p:bold r:id="rId13"/>
      <p:italic r:id="rId14"/>
      <p:boldItalic r:id="rId15"/>
    </p:embeddedFont>
    <p:embeddedFont>
      <p:font typeface="Open Sans Light" panose="020B0306030504020204" pitchFamily="34" charset="0"/>
      <p:regular r:id="rId16"/>
      <p:italic r:id="rId17"/>
    </p:embeddedFont>
    <p:embeddedFont>
      <p:font typeface="Open Sans Semibold" panose="020B0706030804020204" pitchFamily="34" charset="0"/>
      <p:regular r:id="rId18"/>
      <p:bold r:id="rId19"/>
      <p:italic r:id="rId20"/>
      <p:boldItalic r:id="rId21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B5FF"/>
    <a:srgbClr val="F5AF36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7B16FC-7F02-7040-B8CE-FE703A03D713}" v="6" dt="2026-06-29T08:04:19.181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226" autoAdjust="0"/>
    <p:restoredTop sz="95643"/>
  </p:normalViewPr>
  <p:slideViewPr>
    <p:cSldViewPr snapToGrid="0" snapToObjects="1">
      <p:cViewPr varScale="1">
        <p:scale>
          <a:sx n="55" d="100"/>
          <a:sy n="55" d="100"/>
        </p:scale>
        <p:origin x="280" y="248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14.fntdata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viewProps" Target="viewProps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NRY LUCKY" userId="9f9f0d3b-fafb-4a1f-811e-e1ce60336648" providerId="ADAL" clId="{87B23BC5-493B-58B6-9C8D-8C75A953FAD3}"/>
    <pc:docChg chg="custSel addSld delSld modSld">
      <pc:chgData name="HENRY LUCKY" userId="9f9f0d3b-fafb-4a1f-811e-e1ce60336648" providerId="ADAL" clId="{87B23BC5-493B-58B6-9C8D-8C75A953FAD3}" dt="2026-06-29T08:04:36.865" v="76" actId="2696"/>
      <pc:docMkLst>
        <pc:docMk/>
      </pc:docMkLst>
      <pc:sldChg chg="modSp mod">
        <pc:chgData name="HENRY LUCKY" userId="9f9f0d3b-fafb-4a1f-811e-e1ce60336648" providerId="ADAL" clId="{87B23BC5-493B-58B6-9C8D-8C75A953FAD3}" dt="2026-06-29T08:03:11.949" v="5" actId="20577"/>
        <pc:sldMkLst>
          <pc:docMk/>
          <pc:sldMk cId="3807564589" sldId="256"/>
        </pc:sldMkLst>
        <pc:spChg chg="mod">
          <ac:chgData name="HENRY LUCKY" userId="9f9f0d3b-fafb-4a1f-811e-e1ce60336648" providerId="ADAL" clId="{87B23BC5-493B-58B6-9C8D-8C75A953FAD3}" dt="2026-06-29T08:03:11.949" v="5" actId="20577"/>
          <ac:spMkLst>
            <pc:docMk/>
            <pc:sldMk cId="3807564589" sldId="256"/>
            <ac:spMk id="2" creationId="{50F9371B-F92F-AED8-457A-F4BAE6779B8C}"/>
          </ac:spMkLst>
        </pc:spChg>
        <pc:spChg chg="mod">
          <ac:chgData name="HENRY LUCKY" userId="9f9f0d3b-fafb-4a1f-811e-e1ce60336648" providerId="ADAL" clId="{87B23BC5-493B-58B6-9C8D-8C75A953FAD3}" dt="2026-06-29T08:03:08.094" v="1" actId="27636"/>
          <ac:spMkLst>
            <pc:docMk/>
            <pc:sldMk cId="3807564589" sldId="256"/>
            <ac:spMk id="3" creationId="{05C0E2BF-BBBC-BF27-4255-C5149D193112}"/>
          </ac:spMkLst>
        </pc:spChg>
      </pc:sldChg>
      <pc:sldChg chg="modSp mod">
        <pc:chgData name="HENRY LUCKY" userId="9f9f0d3b-fafb-4a1f-811e-e1ce60336648" providerId="ADAL" clId="{87B23BC5-493B-58B6-9C8D-8C75A953FAD3}" dt="2026-06-29T08:03:26.015" v="10" actId="20577"/>
        <pc:sldMkLst>
          <pc:docMk/>
          <pc:sldMk cId="2766454393" sldId="257"/>
        </pc:sldMkLst>
        <pc:spChg chg="mod">
          <ac:chgData name="HENRY LUCKY" userId="9f9f0d3b-fafb-4a1f-811e-e1ce60336648" providerId="ADAL" clId="{87B23BC5-493B-58B6-9C8D-8C75A953FAD3}" dt="2026-06-29T08:03:26.015" v="10" actId="20577"/>
          <ac:spMkLst>
            <pc:docMk/>
            <pc:sldMk cId="2766454393" sldId="257"/>
            <ac:spMk id="3" creationId="{0002D373-5BC5-C51D-92C2-C090C3857861}"/>
          </ac:spMkLst>
        </pc:spChg>
        <pc:spChg chg="mod">
          <ac:chgData name="HENRY LUCKY" userId="9f9f0d3b-fafb-4a1f-811e-e1ce60336648" providerId="ADAL" clId="{87B23BC5-493B-58B6-9C8D-8C75A953FAD3}" dt="2026-06-29T08:03:21.813" v="7" actId="5793"/>
          <ac:spMkLst>
            <pc:docMk/>
            <pc:sldMk cId="2766454393" sldId="257"/>
            <ac:spMk id="4" creationId="{72B426B6-A02E-F758-7A2B-554FFF354A1A}"/>
          </ac:spMkLst>
        </pc:spChg>
      </pc:sldChg>
      <pc:sldChg chg="modSp mod">
        <pc:chgData name="HENRY LUCKY" userId="9f9f0d3b-fafb-4a1f-811e-e1ce60336648" providerId="ADAL" clId="{87B23BC5-493B-58B6-9C8D-8C75A953FAD3}" dt="2026-06-29T08:03:58.758" v="34" actId="20577"/>
        <pc:sldMkLst>
          <pc:docMk/>
          <pc:sldMk cId="1889462471" sldId="258"/>
        </pc:sldMkLst>
        <pc:spChg chg="mod">
          <ac:chgData name="HENRY LUCKY" userId="9f9f0d3b-fafb-4a1f-811e-e1ce60336648" providerId="ADAL" clId="{87B23BC5-493B-58B6-9C8D-8C75A953FAD3}" dt="2026-06-29T08:03:58.758" v="34" actId="20577"/>
          <ac:spMkLst>
            <pc:docMk/>
            <pc:sldMk cId="1889462471" sldId="258"/>
            <ac:spMk id="3" creationId="{0002D373-5BC5-C51D-92C2-C090C3857861}"/>
          </ac:spMkLst>
        </pc:spChg>
        <pc:spChg chg="mod">
          <ac:chgData name="HENRY LUCKY" userId="9f9f0d3b-fafb-4a1f-811e-e1ce60336648" providerId="ADAL" clId="{87B23BC5-493B-58B6-9C8D-8C75A953FAD3}" dt="2026-06-29T08:03:56.238" v="31"/>
          <ac:spMkLst>
            <pc:docMk/>
            <pc:sldMk cId="1889462471" sldId="258"/>
            <ac:spMk id="4" creationId="{72B426B6-A02E-F758-7A2B-554FFF354A1A}"/>
          </ac:spMkLst>
        </pc:spChg>
      </pc:sldChg>
      <pc:sldChg chg="del">
        <pc:chgData name="HENRY LUCKY" userId="9f9f0d3b-fafb-4a1f-811e-e1ce60336648" providerId="ADAL" clId="{87B23BC5-493B-58B6-9C8D-8C75A953FAD3}" dt="2026-06-29T08:04:36.861" v="65" actId="2696"/>
        <pc:sldMkLst>
          <pc:docMk/>
          <pc:sldMk cId="3405509346" sldId="259"/>
        </pc:sldMkLst>
      </pc:sldChg>
      <pc:sldChg chg="modSp mod">
        <pc:chgData name="HENRY LUCKY" userId="9f9f0d3b-fafb-4a1f-811e-e1ce60336648" providerId="ADAL" clId="{87B23BC5-493B-58B6-9C8D-8C75A953FAD3}" dt="2026-06-29T08:04:32.098" v="47" actId="20577"/>
        <pc:sldMkLst>
          <pc:docMk/>
          <pc:sldMk cId="3774771954" sldId="278"/>
        </pc:sldMkLst>
        <pc:spChg chg="mod">
          <ac:chgData name="HENRY LUCKY" userId="9f9f0d3b-fafb-4a1f-811e-e1ce60336648" providerId="ADAL" clId="{87B23BC5-493B-58B6-9C8D-8C75A953FAD3}" dt="2026-06-29T08:04:32.098" v="47" actId="20577"/>
          <ac:spMkLst>
            <pc:docMk/>
            <pc:sldMk cId="3774771954" sldId="278"/>
            <ac:spMk id="6" creationId="{CFC03F54-B3BC-80AB-98AC-C3ABDC8D86EE}"/>
          </ac:spMkLst>
        </pc:spChg>
      </pc:sldChg>
      <pc:sldChg chg="del">
        <pc:chgData name="HENRY LUCKY" userId="9f9f0d3b-fafb-4a1f-811e-e1ce60336648" providerId="ADAL" clId="{87B23BC5-493B-58B6-9C8D-8C75A953FAD3}" dt="2026-06-29T08:04:36.865" v="75" actId="2696"/>
        <pc:sldMkLst>
          <pc:docMk/>
          <pc:sldMk cId="3313985567" sldId="279"/>
        </pc:sldMkLst>
      </pc:sldChg>
      <pc:sldChg chg="del">
        <pc:chgData name="HENRY LUCKY" userId="9f9f0d3b-fafb-4a1f-811e-e1ce60336648" providerId="ADAL" clId="{87B23BC5-493B-58B6-9C8D-8C75A953FAD3}" dt="2026-06-29T08:04:36.862" v="67" actId="2696"/>
        <pc:sldMkLst>
          <pc:docMk/>
          <pc:sldMk cId="854869600" sldId="280"/>
        </pc:sldMkLst>
      </pc:sldChg>
      <pc:sldChg chg="del">
        <pc:chgData name="HENRY LUCKY" userId="9f9f0d3b-fafb-4a1f-811e-e1ce60336648" providerId="ADAL" clId="{87B23BC5-493B-58B6-9C8D-8C75A953FAD3}" dt="2026-06-29T08:04:36.858" v="58" actId="2696"/>
        <pc:sldMkLst>
          <pc:docMk/>
          <pc:sldMk cId="4150387714" sldId="281"/>
        </pc:sldMkLst>
      </pc:sldChg>
      <pc:sldChg chg="del">
        <pc:chgData name="HENRY LUCKY" userId="9f9f0d3b-fafb-4a1f-811e-e1ce60336648" providerId="ADAL" clId="{87B23BC5-493B-58B6-9C8D-8C75A953FAD3}" dt="2026-06-29T08:04:36.865" v="76" actId="2696"/>
        <pc:sldMkLst>
          <pc:docMk/>
          <pc:sldMk cId="1093623020" sldId="282"/>
        </pc:sldMkLst>
      </pc:sldChg>
      <pc:sldChg chg="del">
        <pc:chgData name="HENRY LUCKY" userId="9f9f0d3b-fafb-4a1f-811e-e1ce60336648" providerId="ADAL" clId="{87B23BC5-493B-58B6-9C8D-8C75A953FAD3}" dt="2026-06-29T08:04:36.864" v="74" actId="2696"/>
        <pc:sldMkLst>
          <pc:docMk/>
          <pc:sldMk cId="52613528" sldId="283"/>
        </pc:sldMkLst>
      </pc:sldChg>
      <pc:sldChg chg="del">
        <pc:chgData name="HENRY LUCKY" userId="9f9f0d3b-fafb-4a1f-811e-e1ce60336648" providerId="ADAL" clId="{87B23BC5-493B-58B6-9C8D-8C75A953FAD3}" dt="2026-06-29T08:04:36.863" v="72" actId="2696"/>
        <pc:sldMkLst>
          <pc:docMk/>
          <pc:sldMk cId="2128467087" sldId="284"/>
        </pc:sldMkLst>
      </pc:sldChg>
      <pc:sldChg chg="del">
        <pc:chgData name="HENRY LUCKY" userId="9f9f0d3b-fafb-4a1f-811e-e1ce60336648" providerId="ADAL" clId="{87B23BC5-493B-58B6-9C8D-8C75A953FAD3}" dt="2026-06-29T08:04:36.855" v="52" actId="2696"/>
        <pc:sldMkLst>
          <pc:docMk/>
          <pc:sldMk cId="1488372" sldId="286"/>
        </pc:sldMkLst>
      </pc:sldChg>
      <pc:sldChg chg="del">
        <pc:chgData name="HENRY LUCKY" userId="9f9f0d3b-fafb-4a1f-811e-e1ce60336648" providerId="ADAL" clId="{87B23BC5-493B-58B6-9C8D-8C75A953FAD3}" dt="2026-06-29T08:04:36.864" v="73" actId="2696"/>
        <pc:sldMkLst>
          <pc:docMk/>
          <pc:sldMk cId="988800201" sldId="287"/>
        </pc:sldMkLst>
      </pc:sldChg>
      <pc:sldChg chg="del">
        <pc:chgData name="HENRY LUCKY" userId="9f9f0d3b-fafb-4a1f-811e-e1ce60336648" providerId="ADAL" clId="{87B23BC5-493B-58B6-9C8D-8C75A953FAD3}" dt="2026-06-29T08:04:36.863" v="71" actId="2696"/>
        <pc:sldMkLst>
          <pc:docMk/>
          <pc:sldMk cId="2628690687" sldId="288"/>
        </pc:sldMkLst>
      </pc:sldChg>
      <pc:sldChg chg="del">
        <pc:chgData name="HENRY LUCKY" userId="9f9f0d3b-fafb-4a1f-811e-e1ce60336648" providerId="ADAL" clId="{87B23BC5-493B-58B6-9C8D-8C75A953FAD3}" dt="2026-06-29T08:04:36.856" v="53" actId="2696"/>
        <pc:sldMkLst>
          <pc:docMk/>
          <pc:sldMk cId="3473393206" sldId="289"/>
        </pc:sldMkLst>
      </pc:sldChg>
      <pc:sldChg chg="del">
        <pc:chgData name="HENRY LUCKY" userId="9f9f0d3b-fafb-4a1f-811e-e1ce60336648" providerId="ADAL" clId="{87B23BC5-493B-58B6-9C8D-8C75A953FAD3}" dt="2026-06-29T08:04:36.858" v="59" actId="2696"/>
        <pc:sldMkLst>
          <pc:docMk/>
          <pc:sldMk cId="2868146463" sldId="290"/>
        </pc:sldMkLst>
      </pc:sldChg>
      <pc:sldChg chg="del">
        <pc:chgData name="HENRY LUCKY" userId="9f9f0d3b-fafb-4a1f-811e-e1ce60336648" providerId="ADAL" clId="{87B23BC5-493B-58B6-9C8D-8C75A953FAD3}" dt="2026-06-29T08:04:36.857" v="55" actId="2696"/>
        <pc:sldMkLst>
          <pc:docMk/>
          <pc:sldMk cId="748574037" sldId="291"/>
        </pc:sldMkLst>
      </pc:sldChg>
      <pc:sldChg chg="del">
        <pc:chgData name="HENRY LUCKY" userId="9f9f0d3b-fafb-4a1f-811e-e1ce60336648" providerId="ADAL" clId="{87B23BC5-493B-58B6-9C8D-8C75A953FAD3}" dt="2026-06-29T08:04:36.862" v="68" actId="2696"/>
        <pc:sldMkLst>
          <pc:docMk/>
          <pc:sldMk cId="3171439779" sldId="292"/>
        </pc:sldMkLst>
      </pc:sldChg>
      <pc:sldChg chg="del">
        <pc:chgData name="HENRY LUCKY" userId="9f9f0d3b-fafb-4a1f-811e-e1ce60336648" providerId="ADAL" clId="{87B23BC5-493B-58B6-9C8D-8C75A953FAD3}" dt="2026-06-29T08:04:36.863" v="70" actId="2696"/>
        <pc:sldMkLst>
          <pc:docMk/>
          <pc:sldMk cId="22589130" sldId="293"/>
        </pc:sldMkLst>
      </pc:sldChg>
      <pc:sldChg chg="del">
        <pc:chgData name="HENRY LUCKY" userId="9f9f0d3b-fafb-4a1f-811e-e1ce60336648" providerId="ADAL" clId="{87B23BC5-493B-58B6-9C8D-8C75A953FAD3}" dt="2026-06-29T08:04:36.857" v="57" actId="2696"/>
        <pc:sldMkLst>
          <pc:docMk/>
          <pc:sldMk cId="3206424987" sldId="294"/>
        </pc:sldMkLst>
      </pc:sldChg>
      <pc:sldChg chg="del">
        <pc:chgData name="HENRY LUCKY" userId="9f9f0d3b-fafb-4a1f-811e-e1ce60336648" providerId="ADAL" clId="{87B23BC5-493B-58B6-9C8D-8C75A953FAD3}" dt="2026-06-29T08:04:36.857" v="56" actId="2696"/>
        <pc:sldMkLst>
          <pc:docMk/>
          <pc:sldMk cId="3006288675" sldId="295"/>
        </pc:sldMkLst>
      </pc:sldChg>
      <pc:sldChg chg="del">
        <pc:chgData name="HENRY LUCKY" userId="9f9f0d3b-fafb-4a1f-811e-e1ce60336648" providerId="ADAL" clId="{87B23BC5-493B-58B6-9C8D-8C75A953FAD3}" dt="2026-06-29T08:04:36.862" v="69" actId="2696"/>
        <pc:sldMkLst>
          <pc:docMk/>
          <pc:sldMk cId="591841125" sldId="296"/>
        </pc:sldMkLst>
      </pc:sldChg>
      <pc:sldChg chg="del">
        <pc:chgData name="HENRY LUCKY" userId="9f9f0d3b-fafb-4a1f-811e-e1ce60336648" providerId="ADAL" clId="{87B23BC5-493B-58B6-9C8D-8C75A953FAD3}" dt="2026-06-29T08:04:36.860" v="62" actId="2696"/>
        <pc:sldMkLst>
          <pc:docMk/>
          <pc:sldMk cId="1865604329" sldId="297"/>
        </pc:sldMkLst>
      </pc:sldChg>
      <pc:sldChg chg="del">
        <pc:chgData name="HENRY LUCKY" userId="9f9f0d3b-fafb-4a1f-811e-e1ce60336648" providerId="ADAL" clId="{87B23BC5-493B-58B6-9C8D-8C75A953FAD3}" dt="2026-06-29T08:04:36.860" v="64" actId="2696"/>
        <pc:sldMkLst>
          <pc:docMk/>
          <pc:sldMk cId="4211146551" sldId="298"/>
        </pc:sldMkLst>
      </pc:sldChg>
      <pc:sldChg chg="del">
        <pc:chgData name="HENRY LUCKY" userId="9f9f0d3b-fafb-4a1f-811e-e1ce60336648" providerId="ADAL" clId="{87B23BC5-493B-58B6-9C8D-8C75A953FAD3}" dt="2026-06-29T08:04:36.860" v="63" actId="2696"/>
        <pc:sldMkLst>
          <pc:docMk/>
          <pc:sldMk cId="1539591977" sldId="299"/>
        </pc:sldMkLst>
      </pc:sldChg>
      <pc:sldChg chg="del">
        <pc:chgData name="HENRY LUCKY" userId="9f9f0d3b-fafb-4a1f-811e-e1ce60336648" providerId="ADAL" clId="{87B23BC5-493B-58B6-9C8D-8C75A953FAD3}" dt="2026-06-29T08:04:36.861" v="66" actId="2696"/>
        <pc:sldMkLst>
          <pc:docMk/>
          <pc:sldMk cId="3579548776" sldId="300"/>
        </pc:sldMkLst>
      </pc:sldChg>
      <pc:sldChg chg="del">
        <pc:chgData name="HENRY LUCKY" userId="9f9f0d3b-fafb-4a1f-811e-e1ce60336648" providerId="ADAL" clId="{87B23BC5-493B-58B6-9C8D-8C75A953FAD3}" dt="2026-06-29T08:04:36.859" v="61" actId="2696"/>
        <pc:sldMkLst>
          <pc:docMk/>
          <pc:sldMk cId="2667845042" sldId="301"/>
        </pc:sldMkLst>
      </pc:sldChg>
      <pc:sldChg chg="del">
        <pc:chgData name="HENRY LUCKY" userId="9f9f0d3b-fafb-4a1f-811e-e1ce60336648" providerId="ADAL" clId="{87B23BC5-493B-58B6-9C8D-8C75A953FAD3}" dt="2026-06-29T08:04:36.853" v="49" actId="2696"/>
        <pc:sldMkLst>
          <pc:docMk/>
          <pc:sldMk cId="3223313578" sldId="302"/>
        </pc:sldMkLst>
      </pc:sldChg>
      <pc:sldChg chg="del">
        <pc:chgData name="HENRY LUCKY" userId="9f9f0d3b-fafb-4a1f-811e-e1ce60336648" providerId="ADAL" clId="{87B23BC5-493B-58B6-9C8D-8C75A953FAD3}" dt="2026-06-29T08:04:36.856" v="54" actId="2696"/>
        <pc:sldMkLst>
          <pc:docMk/>
          <pc:sldMk cId="4259956279" sldId="303"/>
        </pc:sldMkLst>
      </pc:sldChg>
      <pc:sldChg chg="del">
        <pc:chgData name="HENRY LUCKY" userId="9f9f0d3b-fafb-4a1f-811e-e1ce60336648" providerId="ADAL" clId="{87B23BC5-493B-58B6-9C8D-8C75A953FAD3}" dt="2026-06-29T08:04:36.854" v="50" actId="2696"/>
        <pc:sldMkLst>
          <pc:docMk/>
          <pc:sldMk cId="1937606093" sldId="304"/>
        </pc:sldMkLst>
      </pc:sldChg>
      <pc:sldChg chg="del">
        <pc:chgData name="HENRY LUCKY" userId="9f9f0d3b-fafb-4a1f-811e-e1ce60336648" providerId="ADAL" clId="{87B23BC5-493B-58B6-9C8D-8C75A953FAD3}" dt="2026-06-29T08:04:36.859" v="60" actId="2696"/>
        <pc:sldMkLst>
          <pc:docMk/>
          <pc:sldMk cId="2234406861" sldId="305"/>
        </pc:sldMkLst>
      </pc:sldChg>
      <pc:sldChg chg="del">
        <pc:chgData name="HENRY LUCKY" userId="9f9f0d3b-fafb-4a1f-811e-e1ce60336648" providerId="ADAL" clId="{87B23BC5-493B-58B6-9C8D-8C75A953FAD3}" dt="2026-06-29T08:04:36.852" v="48" actId="2696"/>
        <pc:sldMkLst>
          <pc:docMk/>
          <pc:sldMk cId="110743237" sldId="306"/>
        </pc:sldMkLst>
      </pc:sldChg>
      <pc:sldChg chg="del">
        <pc:chgData name="HENRY LUCKY" userId="9f9f0d3b-fafb-4a1f-811e-e1ce60336648" providerId="ADAL" clId="{87B23BC5-493B-58B6-9C8D-8C75A953FAD3}" dt="2026-06-29T08:04:36.854" v="51" actId="2696"/>
        <pc:sldMkLst>
          <pc:docMk/>
          <pc:sldMk cId="1047143983" sldId="307"/>
        </pc:sldMkLst>
      </pc:sldChg>
      <pc:sldChg chg="modSp add mod">
        <pc:chgData name="HENRY LUCKY" userId="9f9f0d3b-fafb-4a1f-811e-e1ce60336648" providerId="ADAL" clId="{87B23BC5-493B-58B6-9C8D-8C75A953FAD3}" dt="2026-06-29T08:03:47.138" v="30" actId="20577"/>
        <pc:sldMkLst>
          <pc:docMk/>
          <pc:sldMk cId="875575679" sldId="308"/>
        </pc:sldMkLst>
        <pc:spChg chg="mod">
          <ac:chgData name="HENRY LUCKY" userId="9f9f0d3b-fafb-4a1f-811e-e1ce60336648" providerId="ADAL" clId="{87B23BC5-493B-58B6-9C8D-8C75A953FAD3}" dt="2026-06-29T08:03:31.945" v="18" actId="20577"/>
          <ac:spMkLst>
            <pc:docMk/>
            <pc:sldMk cId="875575679" sldId="308"/>
            <ac:spMk id="2" creationId="{BFB915A9-5BEE-E11F-09B6-133B051CA79D}"/>
          </ac:spMkLst>
        </pc:spChg>
        <pc:spChg chg="mod">
          <ac:chgData name="HENRY LUCKY" userId="9f9f0d3b-fafb-4a1f-811e-e1ce60336648" providerId="ADAL" clId="{87B23BC5-493B-58B6-9C8D-8C75A953FAD3}" dt="2026-06-29T08:03:47.138" v="30" actId="20577"/>
          <ac:spMkLst>
            <pc:docMk/>
            <pc:sldMk cId="875575679" sldId="308"/>
            <ac:spMk id="4" creationId="{48ABF5AF-0306-C87D-9194-133A5E633F9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5228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69769-EF56-4FE1-2180-8ADC28184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44C0E1-A7D3-740C-033D-1359BFDD46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23CB9E-8152-F691-65CE-48F5A8AD65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65508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668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.svg"/><Relationship Id="rId7" Type="http://schemas.openxmlformats.org/officeDocument/2006/relationships/image" Target="../media/image5.pn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7" y="758208"/>
            <a:ext cx="2698754" cy="1143002"/>
          </a:xfrm>
          <a:prstGeom prst="rect">
            <a:avLst/>
          </a:prstGeom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69A49E29-524D-6392-0485-9DF63C0D6D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309300" cy="8129718"/>
          </a:xfrm>
        </p:spPr>
        <p:txBody>
          <a:bodyPr>
            <a:normAutofit/>
          </a:bodyPr>
          <a:lstStyle>
            <a:lvl1pPr marL="742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7pPr marL="3657600" indent="0">
              <a:buNone/>
              <a:defRPr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39841-01E8-3B46-1169-9D75B18B7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2" name="Group">
            <a:extLst>
              <a:ext uri="{FF2B5EF4-FFF2-40B4-BE49-F238E27FC236}">
                <a16:creationId xmlns:a16="http://schemas.microsoft.com/office/drawing/2014/main" id="{AC8C371E-C0F6-4081-3D3F-D6E3528C4285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4" name="Image" descr="Image">
              <a:extLst>
                <a:ext uri="{FF2B5EF4-FFF2-40B4-BE49-F238E27FC236}">
                  <a16:creationId xmlns:a16="http://schemas.microsoft.com/office/drawing/2014/main" id="{521B05C9-D576-5C9F-B6FD-5FB48D1A7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BAAB4BAE-E916-72F8-967D-ECE287538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4B27BB17-04E8-65DD-1C87-6ECA478DD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8" y="758208"/>
            <a:ext cx="2698754" cy="1143002"/>
          </a:xfrm>
          <a:prstGeom prst="rect">
            <a:avLst/>
          </a:prstGeom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26A66CA-CC36-3D53-1A6D-2BBE35B859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01451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B64D7030-BF7A-6737-0471-B16F6A5E91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37568-0478-FF67-A2F0-B1647C1EC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97B52BDB-6F34-5E38-95B5-002D2E4627E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023E32AF-B055-2D80-60DC-AD951FFC6E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171C5759-0A99-760B-64A0-C6156603CA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FBCE66-A5E8-A158-9B31-BA9AFC103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F25DF897-C0D1-81DA-05D2-9D6EC69E20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3DC583-F6CD-401E-7E06-373CCF952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B18B5FE2-77F7-8983-B96D-E39C876C98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53EC82-39FF-16C4-642C-2070D4989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79D2E17-CD2E-3750-65DE-315E0C44F5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47DDD-26C7-6643-F78E-7D846EE61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7ECEA5DF-6E18-3A6E-8D5B-83F815F6641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7091168A-CF21-90B0-E317-4D5837F67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id="{66F1D347-8887-50E1-404D-81CA8EA95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" name="Image" descr="Image">
              <a:extLst>
                <a:ext uri="{FF2B5EF4-FFF2-40B4-BE49-F238E27FC236}">
                  <a16:creationId xmlns:a16="http://schemas.microsoft.com/office/drawing/2014/main" id="{31815DE4-517D-1DFD-DEB0-EFAEBDA0E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A99AE5-3E66-BB3F-4028-3D48CC999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394FDA65-5E81-1098-0941-1FB18BED14DD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38BA09D8-F8B2-19A8-B70A-1A73ACE2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C8189981-CA8D-3F41-4C71-452D07E52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F2CA1978-1D7F-9FBC-1610-A6CA7FFAA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23987A6D-AD04-0FF1-0C66-3D62A8BBD97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309300" cy="8129718"/>
          </a:xfrm>
        </p:spPr>
        <p:txBody>
          <a:bodyPr>
            <a:normAutofit/>
          </a:bodyPr>
          <a:lstStyle>
            <a:lvl1pPr marL="742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7pPr marL="3657600" indent="0">
              <a:buNone/>
              <a:defRPr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8984F-75C1-9D5B-FF38-2151D7714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4440FB6-864F-EC32-9C12-F5781DD839A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FD2AEEAF-7ADA-0233-2FB3-A724EEF03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27230D68-4A71-B42E-9C59-8EFE95EE5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6FA4D137-12D3-04A4-6F7D-A965125F6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C48672-F1E2-A230-B095-57E67183F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8D3FDAF8-012C-4D3A-C949-6317F6E219D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56EB9265-9B68-78E9-B5B8-F2C39D913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E445F39B-125D-DE62-15D6-B4FE5E3C4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Image" descr="Image">
              <a:extLst>
                <a:ext uri="{FF2B5EF4-FFF2-40B4-BE49-F238E27FC236}">
                  <a16:creationId xmlns:a16="http://schemas.microsoft.com/office/drawing/2014/main" id="{CC8E73D5-72F6-77A3-C650-62976C858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D14E8-DE1C-14FC-FEA7-30EAAA9BB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E62B7B4A-4960-D224-2BB3-BD1A6C05E12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6F2D1DB1-7918-B846-534B-BCACC7908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A33628EC-398A-85C8-EA60-202449B36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4EE2131F-630C-FF89-05AC-61DFC8071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7FCB3B-92B7-9A04-09DB-5667129A3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805F1785-290C-1641-A96F-184692C7298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DE051A88-BFBF-58FB-0D20-AA66E50B9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FF606EC9-F598-701C-CF2B-AC339348B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1DD6A07B-1CB5-B903-09DB-950559FCE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1F61AE-0C1A-636C-687E-207E2A2A7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A734540B-EB64-130D-3523-93575103ED02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953221E-8F74-C3B9-7C70-CFB02A3B7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49A2096B-323B-F3EF-7CC9-DF562AC8C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B7EE6C9-8BC7-CD09-089B-BA35D919D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10B6C-2009-3AB9-2B36-C9C111BD1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6BFD5909-E19C-D820-5C51-280C15B09CB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8B08C927-B7A0-43BA-4100-83612BF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6AFC5A1D-896A-4BE5-A25A-A01721372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8C85CFC-A584-60C9-398C-FC5F3B10C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22165-28E5-078B-D527-EB85E34E9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8" name="Group">
            <a:extLst>
              <a:ext uri="{FF2B5EF4-FFF2-40B4-BE49-F238E27FC236}">
                <a16:creationId xmlns:a16="http://schemas.microsoft.com/office/drawing/2014/main" id="{1AB01AB1-EADC-77A2-A940-2DE69B7ABE8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3B174F11-D671-E0EF-C5C9-332FF7B22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B2D60E6B-CEFB-1201-1ABC-A47A5C6DE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" name="Image" descr="Image">
              <a:extLst>
                <a:ext uri="{FF2B5EF4-FFF2-40B4-BE49-F238E27FC236}">
                  <a16:creationId xmlns:a16="http://schemas.microsoft.com/office/drawing/2014/main" id="{3ECE39F8-02C5-64A7-9AC5-4BDC8C44E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9C9F5-AAFF-0002-246E-C6EBF2351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9954499-52C9-37B8-CE68-E31F97D9B97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1827E7EE-F7D7-B912-1873-48F271C75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97CC2254-DB2F-2222-3ACB-0F4D49DF2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1DEA3358-B0D8-2D88-2DDF-CD2824CEA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AF533-B5F6-1F4C-DB2A-D5C619F69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CACAE48A-1410-60E4-FCE8-EBA95AD9A7D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35D3321-F5AB-7B39-240A-709C3EABC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9A5045C5-E6D9-0C02-A60D-808D1A46D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5C378790-9194-7CF7-64F2-DCDC541DE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E46FE-17DA-131C-25CA-513E1EB2D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9D08008-1FC5-26A6-E9A3-34742000683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851190-1E16-8731-05F7-9E415A2E7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16478055-4CD9-7AD2-1E0C-062019F0D6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F9371B-F92F-AED8-457A-F4BAE6779B8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Session 25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C0E2BF-BBBC-BF27-4255-C5149D19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b="1" dirty="0"/>
              <a:t>Approximation Algorithms: Subset-Sum &amp; Analysis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DA326-32BB-7EBF-F49C-D0308881B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Henry Lucky, </a:t>
            </a:r>
            <a:r>
              <a:rPr lang="en-US" dirty="0" err="1"/>
              <a:t>S.Kom</a:t>
            </a:r>
            <a:r>
              <a:rPr lang="en-US" dirty="0"/>
              <a:t>., </a:t>
            </a:r>
            <a:r>
              <a:rPr lang="en-US" dirty="0" err="1"/>
              <a:t>M.Kom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0756458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Learning Outcomes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25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D" dirty="0"/>
              <a:t>This session addresses </a:t>
            </a:r>
            <a:r>
              <a:rPr lang="en-ID" b="1" dirty="0"/>
              <a:t>LO 2</a:t>
            </a:r>
            <a:r>
              <a:rPr lang="en-ID" dirty="0"/>
              <a:t> and </a:t>
            </a:r>
            <a:r>
              <a:rPr lang="en-ID" b="1" dirty="0"/>
              <a:t>LO 4</a:t>
            </a:r>
            <a:r>
              <a:rPr lang="en-ID" dirty="0"/>
              <a:t>.</a:t>
            </a:r>
          </a:p>
          <a:p>
            <a:r>
              <a:rPr lang="en-ID" b="1" dirty="0"/>
              <a:t>LO 2:</a:t>
            </a:r>
            <a:r>
              <a:rPr lang="en-ID" dirty="0"/>
              <a:t> </a:t>
            </a:r>
            <a:r>
              <a:rPr lang="en-ID" dirty="0" err="1"/>
              <a:t>Analyze</a:t>
            </a:r>
            <a:r>
              <a:rPr lang="en-ID" dirty="0"/>
              <a:t> unfamiliar computational problems by identifying their structural properties, classifying them into known algorithmic categories including graph, string, and combinatorial problems and recommending a solution strategy with justification.</a:t>
            </a:r>
          </a:p>
          <a:p>
            <a:r>
              <a:rPr lang="en-ID" b="1" dirty="0"/>
              <a:t>LO 4:</a:t>
            </a:r>
            <a:r>
              <a:rPr lang="en-ID" dirty="0"/>
              <a:t> Assess the computational complexity of problems by distinguishing tractable from intractable cases, verify NP membership through polynomial-time verification, and recognize NP-hardness by mapping problem structure to known NP-complete instances.</a:t>
            </a:r>
          </a:p>
        </p:txBody>
      </p:sp>
    </p:spTree>
    <p:extLst>
      <p:ext uri="{BB962C8B-B14F-4D97-AF65-F5344CB8AC3E}">
        <p14:creationId xmlns:p14="http://schemas.microsoft.com/office/powerpoint/2010/main" val="276645439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D7F03-FE3D-CCBA-2999-F13AF1AE9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915A9-5BEE-E11F-09B6-133B051CA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Session Outcomes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2DE860-38F1-BAD2-4B68-1BFB1C86E4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25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ABF5AF-0306-C87D-9194-133A5E633F9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D" dirty="0"/>
              <a:t>By the end of this session, students will be able to:</a:t>
            </a:r>
          </a:p>
          <a:p>
            <a:r>
              <a:rPr lang="en-ID" dirty="0"/>
              <a:t>LO 2 - Distinguish problems admitting an FPTAS (Subset Sum, Knapsack) from those that do not (General TSP, Max Clique); classify the </a:t>
            </a:r>
            <a:r>
              <a:rPr lang="en-ID" dirty="0" err="1"/>
              <a:t>ε</a:t>
            </a:r>
            <a:r>
              <a:rPr lang="en-ID" dirty="0"/>
              <a:t>–runtime trade-off in approximation schemes (PTAS vs. FPTAS); recommend the appropriate scheme given </a:t>
            </a:r>
            <a:r>
              <a:rPr lang="en-ID" dirty="0" err="1"/>
              <a:t>ε</a:t>
            </a:r>
            <a:r>
              <a:rPr lang="en-ID" dirty="0"/>
              <a:t> and n constraints.</a:t>
            </a:r>
          </a:p>
          <a:p>
            <a:r>
              <a:rPr lang="en-ID" dirty="0"/>
              <a:t>LO 4 - Verify the (1−ε)-approximation guarantee of Subset Sum FPTAS via the trimming error derivation (1+ε/2n)^n ≤ 1+ε; evaluate the O(n³/</a:t>
            </a:r>
            <a:r>
              <a:rPr lang="en-ID" dirty="0" err="1"/>
              <a:t>ε</a:t>
            </a:r>
            <a:r>
              <a:rPr lang="en-ID" dirty="0"/>
              <a:t>) Knapsack FPTAS complexity from the scaling factor K = </a:t>
            </a:r>
            <a:r>
              <a:rPr lang="en-ID" dirty="0" err="1"/>
              <a:t>εV_max</a:t>
            </a:r>
            <a:r>
              <a:rPr lang="en-ID" dirty="0"/>
              <a:t>/n; calculate approximation ratios for given instances.</a:t>
            </a:r>
          </a:p>
        </p:txBody>
      </p:sp>
    </p:spTree>
    <p:extLst>
      <p:ext uri="{BB962C8B-B14F-4D97-AF65-F5344CB8AC3E}">
        <p14:creationId xmlns:p14="http://schemas.microsoft.com/office/powerpoint/2010/main" val="875575679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25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ID" dirty="0"/>
              <a:t>Subset-Sum Approximation — Trimming Approach</a:t>
            </a:r>
          </a:p>
          <a:p>
            <a:r>
              <a:rPr lang="en-ID" dirty="0"/>
              <a:t>FPTAS — Understanding and Evaluating the Scheme</a:t>
            </a:r>
          </a:p>
          <a:p>
            <a:r>
              <a:rPr lang="en-ID" dirty="0"/>
              <a:t>Calculating Approximation Ratios</a:t>
            </a:r>
          </a:p>
          <a:p>
            <a:r>
              <a:rPr lang="en-ID" dirty="0"/>
              <a:t>Comparing Approximation Guarantees Across Algorithms</a:t>
            </a:r>
          </a:p>
          <a:p>
            <a:r>
              <a:rPr lang="en-ID" dirty="0"/>
              <a:t>Practical Heuristics vs. Theoretical Guarantees</a:t>
            </a:r>
          </a:p>
        </p:txBody>
      </p:sp>
    </p:spTree>
    <p:extLst>
      <p:ext uri="{BB962C8B-B14F-4D97-AF65-F5344CB8AC3E}">
        <p14:creationId xmlns:p14="http://schemas.microsoft.com/office/powerpoint/2010/main" val="1889462471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Session 4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C03F54-B3BC-80AB-98AC-C3ABDC8D86E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ID" dirty="0" err="1"/>
              <a:t>Cormen</a:t>
            </a:r>
            <a:r>
              <a:rPr lang="en-ID" dirty="0"/>
              <a:t>, T.H., </a:t>
            </a:r>
            <a:r>
              <a:rPr lang="en-ID" dirty="0" err="1"/>
              <a:t>Leiserson</a:t>
            </a:r>
            <a:r>
              <a:rPr lang="en-ID" dirty="0"/>
              <a:t>, C.E., Rivest, R.L., &amp; Stein, C. (2022). </a:t>
            </a:r>
            <a:r>
              <a:rPr lang="en-ID" i="1" dirty="0"/>
              <a:t>Introduction to Algorithms, 4th Edition.</a:t>
            </a:r>
            <a:r>
              <a:rPr lang="en-ID" dirty="0"/>
              <a:t> MIT Press. Ch. 35.5 — The Subset-Sum Problem (p. 1124)</a:t>
            </a:r>
          </a:p>
          <a:p>
            <a:r>
              <a:rPr lang="en-ID" dirty="0" err="1"/>
              <a:t>Skiena</a:t>
            </a:r>
            <a:r>
              <a:rPr lang="en-ID" dirty="0"/>
              <a:t>, S.S. (2020). </a:t>
            </a:r>
            <a:r>
              <a:rPr lang="en-ID" i="1" dirty="0"/>
              <a:t>The Algorithm Design Manual, 3rd Edition.</a:t>
            </a:r>
            <a:r>
              <a:rPr lang="en-ID" dirty="0"/>
              <a:t> Springer. Ch. 12.4 — When Average is Good Enough (p. 396); Ch. 12.5 — Set Cover (p. 397)</a:t>
            </a:r>
          </a:p>
        </p:txBody>
      </p:sp>
    </p:spTree>
    <p:extLst>
      <p:ext uri="{BB962C8B-B14F-4D97-AF65-F5344CB8AC3E}">
        <p14:creationId xmlns:p14="http://schemas.microsoft.com/office/powerpoint/2010/main" val="377477195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3  -  Read-Only" id="{0B9ADDDE-C7FD-42D8-83B7-6621693F3C5D}" vid="{472DF894-1FEC-4319-A5F3-1F8BDBEC1F3D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Metadata/LabelInfo.xml><?xml version="1.0" encoding="utf-8"?>
<clbl:labelList xmlns:clbl="http://schemas.microsoft.com/office/2020/mipLabelMetadata">
  <clbl:label id="{3485b963-82ba-4a6f-810f-b5cc226ff898}" enabled="0" method="" siteId="{3485b963-82ba-4a6f-810f-b5cc226ff89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21_BasicWhite</Template>
  <TotalTime>4368</TotalTime>
  <Words>358</Words>
  <Application>Microsoft Macintosh PowerPoint</Application>
  <PresentationFormat>Custom</PresentationFormat>
  <Paragraphs>24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Open Sans ExtraBold</vt:lpstr>
      <vt:lpstr>Arial</vt:lpstr>
      <vt:lpstr>Open Sans</vt:lpstr>
      <vt:lpstr>Open Sans Light</vt:lpstr>
      <vt:lpstr>Open Sans Semibold</vt:lpstr>
      <vt:lpstr>OCRB</vt:lpstr>
      <vt:lpstr>21_BasicWhite</vt:lpstr>
      <vt:lpstr>Approximation Algorithms: Subset-Sum &amp; Analysis</vt:lpstr>
      <vt:lpstr>Learning Outcomes</vt:lpstr>
      <vt:lpstr>Session Outcomes</vt:lpstr>
      <vt:lpstr>outline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HENRY LUCKY</dc:creator>
  <cp:lastModifiedBy>HENRY LUCKY</cp:lastModifiedBy>
  <cp:revision>40</cp:revision>
  <dcterms:created xsi:type="dcterms:W3CDTF">2023-11-17T02:51:40Z</dcterms:created>
  <dcterms:modified xsi:type="dcterms:W3CDTF">2026-06-29T08:04:39Z</dcterms:modified>
</cp:coreProperties>
</file>