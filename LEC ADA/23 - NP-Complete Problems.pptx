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sldIdLst>
    <p:sldId id="256" r:id="rId2"/>
    <p:sldId id="308" r:id="rId3"/>
    <p:sldId id="257" r:id="rId4"/>
    <p:sldId id="258" r:id="rId5"/>
    <p:sldId id="278" r:id="rId6"/>
  </p:sldIdLst>
  <p:sldSz cx="24384000" cy="13716000"/>
  <p:notesSz cx="6858000" cy="9144000"/>
  <p:embeddedFontLst>
    <p:embeddedFont>
      <p:font typeface="OCRB" panose="020B0609020202020204" pitchFamily="49" charset="77"/>
      <p:regular r:id="rId8"/>
    </p:embeddedFont>
    <p:embeddedFont>
      <p:font typeface="Open Sans" panose="020B0606030504020204" pitchFamily="34" charset="0"/>
      <p:regular r:id="rId9"/>
      <p:bold r:id="rId10"/>
      <p:italic r:id="rId11"/>
      <p:boldItalic r:id="rId12"/>
    </p:embeddedFont>
    <p:embeddedFont>
      <p:font typeface="Open Sans ExtraBold" panose="020B0906030804020204" pitchFamily="34" charset="0"/>
      <p:bold r:id="rId13"/>
      <p:italic r:id="rId14"/>
      <p:boldItalic r:id="rId15"/>
    </p:embeddedFont>
    <p:embeddedFont>
      <p:font typeface="Open Sans Light" panose="020B0306030504020204" pitchFamily="34" charset="0"/>
      <p:regular r:id="rId16"/>
      <p:italic r:id="rId17"/>
    </p:embeddedFont>
    <p:embeddedFont>
      <p:font typeface="Open Sans Semibold" panose="020B0706030804020204" pitchFamily="34" charset="0"/>
      <p:regular r:id="rId18"/>
      <p:bold r:id="rId19"/>
      <p:italic r:id="rId20"/>
      <p:boldItalic r:id="rId2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5402B4-965E-044D-B5AB-5036EFE98494}" v="6" dt="2026-06-29T07:52:23.77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26" autoAdjust="0"/>
    <p:restoredTop sz="95643"/>
  </p:normalViewPr>
  <p:slideViewPr>
    <p:cSldViewPr snapToGrid="0" snapToObjects="1">
      <p:cViewPr varScale="1">
        <p:scale>
          <a:sx n="55" d="100"/>
          <a:sy n="55" d="100"/>
        </p:scale>
        <p:origin x="280" y="24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LUCKY" userId="9f9f0d3b-fafb-4a1f-811e-e1ce60336648" providerId="ADAL" clId="{87B23BC5-493B-58B6-9C8D-8C75A953FAD3}"/>
    <pc:docChg chg="custSel addSld delSld modSld sldOrd">
      <pc:chgData name="HENRY LUCKY" userId="9f9f0d3b-fafb-4a1f-811e-e1ce60336648" providerId="ADAL" clId="{87B23BC5-493B-58B6-9C8D-8C75A953FAD3}" dt="2026-06-29T07:52:47.528" v="145" actId="20577"/>
      <pc:docMkLst>
        <pc:docMk/>
      </pc:docMkLst>
      <pc:sldChg chg="modSp mod">
        <pc:chgData name="HENRY LUCKY" userId="9f9f0d3b-fafb-4a1f-811e-e1ce60336648" providerId="ADAL" clId="{87B23BC5-493B-58B6-9C8D-8C75A953FAD3}" dt="2026-06-29T07:50:17.698" v="21" actId="20577"/>
        <pc:sldMkLst>
          <pc:docMk/>
          <pc:sldMk cId="3807564589" sldId="256"/>
        </pc:sldMkLst>
        <pc:spChg chg="mod">
          <ac:chgData name="HENRY LUCKY" userId="9f9f0d3b-fafb-4a1f-811e-e1ce60336648" providerId="ADAL" clId="{87B23BC5-493B-58B6-9C8D-8C75A953FAD3}" dt="2026-06-29T07:50:17.698" v="21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HENRY LUCKY" userId="9f9f0d3b-fafb-4a1f-811e-e1ce60336648" providerId="ADAL" clId="{87B23BC5-493B-58B6-9C8D-8C75A953FAD3}" dt="2026-06-29T07:50:15.205" v="19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HENRY LUCKY" userId="9f9f0d3b-fafb-4a1f-811e-e1ce60336648" providerId="ADAL" clId="{87B23BC5-493B-58B6-9C8D-8C75A953FAD3}" dt="2026-06-29T07:51:27.301" v="59" actId="20577"/>
        <pc:sldMkLst>
          <pc:docMk/>
          <pc:sldMk cId="2766454393" sldId="257"/>
        </pc:sldMkLst>
        <pc:spChg chg="mod">
          <ac:chgData name="HENRY LUCKY" userId="9f9f0d3b-fafb-4a1f-811e-e1ce60336648" providerId="ADAL" clId="{87B23BC5-493B-58B6-9C8D-8C75A953FAD3}" dt="2026-06-29T07:50:41.822" v="33" actId="20577"/>
          <ac:spMkLst>
            <pc:docMk/>
            <pc:sldMk cId="2766454393" sldId="257"/>
            <ac:spMk id="2" creationId="{9D3EE913-EE39-C321-5882-05A506DB3444}"/>
          </ac:spMkLst>
        </pc:spChg>
        <pc:spChg chg="mod">
          <ac:chgData name="HENRY LUCKY" userId="9f9f0d3b-fafb-4a1f-811e-e1ce60336648" providerId="ADAL" clId="{87B23BC5-493B-58B6-9C8D-8C75A953FAD3}" dt="2026-06-29T07:50:52.913" v="39" actId="20577"/>
          <ac:spMkLst>
            <pc:docMk/>
            <pc:sldMk cId="2766454393" sldId="257"/>
            <ac:spMk id="3" creationId="{0002D373-5BC5-C51D-92C2-C090C3857861}"/>
          </ac:spMkLst>
        </pc:spChg>
        <pc:spChg chg="mod">
          <ac:chgData name="HENRY LUCKY" userId="9f9f0d3b-fafb-4a1f-811e-e1ce60336648" providerId="ADAL" clId="{87B23BC5-493B-58B6-9C8D-8C75A953FAD3}" dt="2026-06-29T07:51:27.301" v="59" actId="20577"/>
          <ac:spMkLst>
            <pc:docMk/>
            <pc:sldMk cId="2766454393" sldId="257"/>
            <ac:spMk id="4" creationId="{72B426B6-A02E-F758-7A2B-554FFF354A1A}"/>
          </ac:spMkLst>
        </pc:spChg>
      </pc:sldChg>
      <pc:sldChg chg="modSp mod">
        <pc:chgData name="HENRY LUCKY" userId="9f9f0d3b-fafb-4a1f-811e-e1ce60336648" providerId="ADAL" clId="{87B23BC5-493B-58B6-9C8D-8C75A953FAD3}" dt="2026-06-29T07:51:41.072" v="63"/>
        <pc:sldMkLst>
          <pc:docMk/>
          <pc:sldMk cId="1889462471" sldId="258"/>
        </pc:sldMkLst>
        <pc:spChg chg="mod">
          <ac:chgData name="HENRY LUCKY" userId="9f9f0d3b-fafb-4a1f-811e-e1ce60336648" providerId="ADAL" clId="{87B23BC5-493B-58B6-9C8D-8C75A953FAD3}" dt="2026-06-29T07:51:32.662" v="62" actId="20577"/>
          <ac:spMkLst>
            <pc:docMk/>
            <pc:sldMk cId="1889462471" sldId="258"/>
            <ac:spMk id="3" creationId="{0002D373-5BC5-C51D-92C2-C090C3857861}"/>
          </ac:spMkLst>
        </pc:spChg>
        <pc:spChg chg="mod">
          <ac:chgData name="HENRY LUCKY" userId="9f9f0d3b-fafb-4a1f-811e-e1ce60336648" providerId="ADAL" clId="{87B23BC5-493B-58B6-9C8D-8C75A953FAD3}" dt="2026-06-29T07:51:41.072" v="63"/>
          <ac:spMkLst>
            <pc:docMk/>
            <pc:sldMk cId="1889462471" sldId="258"/>
            <ac:spMk id="4" creationId="{72B426B6-A02E-F758-7A2B-554FFF354A1A}"/>
          </ac:spMkLst>
        </pc:spChg>
      </pc:sldChg>
      <pc:sldChg chg="del">
        <pc:chgData name="HENRY LUCKY" userId="9f9f0d3b-fafb-4a1f-811e-e1ce60336648" providerId="ADAL" clId="{87B23BC5-493B-58B6-9C8D-8C75A953FAD3}" dt="2026-06-29T07:51:58.109" v="64" actId="2696"/>
        <pc:sldMkLst>
          <pc:docMk/>
          <pc:sldMk cId="3405509346" sldId="259"/>
        </pc:sldMkLst>
      </pc:sldChg>
      <pc:sldChg chg="modSp mod">
        <pc:chgData name="HENRY LUCKY" userId="9f9f0d3b-fafb-4a1f-811e-e1ce60336648" providerId="ADAL" clId="{87B23BC5-493B-58B6-9C8D-8C75A953FAD3}" dt="2026-06-29T07:52:47.528" v="145" actId="20577"/>
        <pc:sldMkLst>
          <pc:docMk/>
          <pc:sldMk cId="3774771954" sldId="278"/>
        </pc:sldMkLst>
        <pc:spChg chg="mod">
          <ac:chgData name="HENRY LUCKY" userId="9f9f0d3b-fafb-4a1f-811e-e1ce60336648" providerId="ADAL" clId="{87B23BC5-493B-58B6-9C8D-8C75A953FAD3}" dt="2026-06-29T07:52:04.294" v="95" actId="20577"/>
          <ac:spMkLst>
            <pc:docMk/>
            <pc:sldMk cId="3774771954" sldId="278"/>
            <ac:spMk id="3" creationId="{C9FD4B36-DB29-EC9E-2767-9ED5EA04575E}"/>
          </ac:spMkLst>
        </pc:spChg>
        <pc:spChg chg="mod">
          <ac:chgData name="HENRY LUCKY" userId="9f9f0d3b-fafb-4a1f-811e-e1ce60336648" providerId="ADAL" clId="{87B23BC5-493B-58B6-9C8D-8C75A953FAD3}" dt="2026-06-29T07:52:47.528" v="145" actId="20577"/>
          <ac:spMkLst>
            <pc:docMk/>
            <pc:sldMk cId="3774771954" sldId="278"/>
            <ac:spMk id="6" creationId="{CFC03F54-B3BC-80AB-98AC-C3ABDC8D86EE}"/>
          </ac:spMkLst>
        </pc:spChg>
      </pc:sldChg>
      <pc:sldChg chg="del">
        <pc:chgData name="HENRY LUCKY" userId="9f9f0d3b-fafb-4a1f-811e-e1ce60336648" providerId="ADAL" clId="{87B23BC5-493B-58B6-9C8D-8C75A953FAD3}" dt="2026-06-29T07:51:58.125" v="80" actId="2696"/>
        <pc:sldMkLst>
          <pc:docMk/>
          <pc:sldMk cId="3313985567" sldId="279"/>
        </pc:sldMkLst>
      </pc:sldChg>
      <pc:sldChg chg="del">
        <pc:chgData name="HENRY LUCKY" userId="9f9f0d3b-fafb-4a1f-811e-e1ce60336648" providerId="ADAL" clId="{87B23BC5-493B-58B6-9C8D-8C75A953FAD3}" dt="2026-06-29T07:51:58.135" v="90" actId="2696"/>
        <pc:sldMkLst>
          <pc:docMk/>
          <pc:sldMk cId="854869600" sldId="280"/>
        </pc:sldMkLst>
      </pc:sldChg>
      <pc:sldChg chg="del">
        <pc:chgData name="HENRY LUCKY" userId="9f9f0d3b-fafb-4a1f-811e-e1ce60336648" providerId="ADAL" clId="{87B23BC5-493B-58B6-9C8D-8C75A953FAD3}" dt="2026-06-29T07:51:58.128" v="85" actId="2696"/>
        <pc:sldMkLst>
          <pc:docMk/>
          <pc:sldMk cId="4150387714" sldId="281"/>
        </pc:sldMkLst>
      </pc:sldChg>
      <pc:sldChg chg="del">
        <pc:chgData name="HENRY LUCKY" userId="9f9f0d3b-fafb-4a1f-811e-e1ce60336648" providerId="ADAL" clId="{87B23BC5-493B-58B6-9C8D-8C75A953FAD3}" dt="2026-06-29T07:51:58.114" v="70" actId="2696"/>
        <pc:sldMkLst>
          <pc:docMk/>
          <pc:sldMk cId="1093623020" sldId="282"/>
        </pc:sldMkLst>
      </pc:sldChg>
      <pc:sldChg chg="del">
        <pc:chgData name="HENRY LUCKY" userId="9f9f0d3b-fafb-4a1f-811e-e1ce60336648" providerId="ADAL" clId="{87B23BC5-493B-58B6-9C8D-8C75A953FAD3}" dt="2026-06-29T07:51:58.113" v="68" actId="2696"/>
        <pc:sldMkLst>
          <pc:docMk/>
          <pc:sldMk cId="52613528" sldId="283"/>
        </pc:sldMkLst>
      </pc:sldChg>
      <pc:sldChg chg="del">
        <pc:chgData name="HENRY LUCKY" userId="9f9f0d3b-fafb-4a1f-811e-e1ce60336648" providerId="ADAL" clId="{87B23BC5-493B-58B6-9C8D-8C75A953FAD3}" dt="2026-06-29T07:51:58.116" v="75" actId="2696"/>
        <pc:sldMkLst>
          <pc:docMk/>
          <pc:sldMk cId="2128467087" sldId="284"/>
        </pc:sldMkLst>
      </pc:sldChg>
      <pc:sldChg chg="del">
        <pc:chgData name="HENRY LUCKY" userId="9f9f0d3b-fafb-4a1f-811e-e1ce60336648" providerId="ADAL" clId="{87B23BC5-493B-58B6-9C8D-8C75A953FAD3}" dt="2026-06-29T07:51:58.112" v="67" actId="2696"/>
        <pc:sldMkLst>
          <pc:docMk/>
          <pc:sldMk cId="1488372" sldId="286"/>
        </pc:sldMkLst>
      </pc:sldChg>
      <pc:sldChg chg="del">
        <pc:chgData name="HENRY LUCKY" userId="9f9f0d3b-fafb-4a1f-811e-e1ce60336648" providerId="ADAL" clId="{87B23BC5-493B-58B6-9C8D-8C75A953FAD3}" dt="2026-06-29T07:51:58.115" v="73" actId="2696"/>
        <pc:sldMkLst>
          <pc:docMk/>
          <pc:sldMk cId="988800201" sldId="287"/>
        </pc:sldMkLst>
      </pc:sldChg>
      <pc:sldChg chg="del">
        <pc:chgData name="HENRY LUCKY" userId="9f9f0d3b-fafb-4a1f-811e-e1ce60336648" providerId="ADAL" clId="{87B23BC5-493B-58B6-9C8D-8C75A953FAD3}" dt="2026-06-29T07:51:58.115" v="72" actId="2696"/>
        <pc:sldMkLst>
          <pc:docMk/>
          <pc:sldMk cId="2628690687" sldId="288"/>
        </pc:sldMkLst>
      </pc:sldChg>
      <pc:sldChg chg="del">
        <pc:chgData name="HENRY LUCKY" userId="9f9f0d3b-fafb-4a1f-811e-e1ce60336648" providerId="ADAL" clId="{87B23BC5-493B-58B6-9C8D-8C75A953FAD3}" dt="2026-06-29T07:51:58.126" v="81" actId="2696"/>
        <pc:sldMkLst>
          <pc:docMk/>
          <pc:sldMk cId="3473393206" sldId="289"/>
        </pc:sldMkLst>
      </pc:sldChg>
      <pc:sldChg chg="del">
        <pc:chgData name="HENRY LUCKY" userId="9f9f0d3b-fafb-4a1f-811e-e1ce60336648" providerId="ADAL" clId="{87B23BC5-493B-58B6-9C8D-8C75A953FAD3}" dt="2026-06-29T07:51:58.129" v="89" actId="2696"/>
        <pc:sldMkLst>
          <pc:docMk/>
          <pc:sldMk cId="2868146463" sldId="290"/>
        </pc:sldMkLst>
      </pc:sldChg>
      <pc:sldChg chg="del">
        <pc:chgData name="HENRY LUCKY" userId="9f9f0d3b-fafb-4a1f-811e-e1ce60336648" providerId="ADAL" clId="{87B23BC5-493B-58B6-9C8D-8C75A953FAD3}" dt="2026-06-29T07:51:58.117" v="76" actId="2696"/>
        <pc:sldMkLst>
          <pc:docMk/>
          <pc:sldMk cId="748574037" sldId="291"/>
        </pc:sldMkLst>
      </pc:sldChg>
      <pc:sldChg chg="del">
        <pc:chgData name="HENRY LUCKY" userId="9f9f0d3b-fafb-4a1f-811e-e1ce60336648" providerId="ADAL" clId="{87B23BC5-493B-58B6-9C8D-8C75A953FAD3}" dt="2026-06-29T07:51:58.111" v="66" actId="2696"/>
        <pc:sldMkLst>
          <pc:docMk/>
          <pc:sldMk cId="3171439779" sldId="292"/>
        </pc:sldMkLst>
      </pc:sldChg>
      <pc:sldChg chg="del">
        <pc:chgData name="HENRY LUCKY" userId="9f9f0d3b-fafb-4a1f-811e-e1ce60336648" providerId="ADAL" clId="{87B23BC5-493B-58B6-9C8D-8C75A953FAD3}" dt="2026-06-29T07:51:58.110" v="65" actId="2696"/>
        <pc:sldMkLst>
          <pc:docMk/>
          <pc:sldMk cId="22589130" sldId="293"/>
        </pc:sldMkLst>
      </pc:sldChg>
      <pc:sldChg chg="del">
        <pc:chgData name="HENRY LUCKY" userId="9f9f0d3b-fafb-4a1f-811e-e1ce60336648" providerId="ADAL" clId="{87B23BC5-493B-58B6-9C8D-8C75A953FAD3}" dt="2026-06-29T07:51:58.117" v="77" actId="2696"/>
        <pc:sldMkLst>
          <pc:docMk/>
          <pc:sldMk cId="3206424987" sldId="294"/>
        </pc:sldMkLst>
      </pc:sldChg>
      <pc:sldChg chg="del">
        <pc:chgData name="HENRY LUCKY" userId="9f9f0d3b-fafb-4a1f-811e-e1ce60336648" providerId="ADAL" clId="{87B23BC5-493B-58B6-9C8D-8C75A953FAD3}" dt="2026-06-29T07:51:58.129" v="88" actId="2696"/>
        <pc:sldMkLst>
          <pc:docMk/>
          <pc:sldMk cId="3006288675" sldId="295"/>
        </pc:sldMkLst>
      </pc:sldChg>
      <pc:sldChg chg="del">
        <pc:chgData name="HENRY LUCKY" userId="9f9f0d3b-fafb-4a1f-811e-e1ce60336648" providerId="ADAL" clId="{87B23BC5-493B-58B6-9C8D-8C75A953FAD3}" dt="2026-06-29T07:51:58.126" v="82" actId="2696"/>
        <pc:sldMkLst>
          <pc:docMk/>
          <pc:sldMk cId="591841125" sldId="296"/>
        </pc:sldMkLst>
      </pc:sldChg>
      <pc:sldChg chg="del">
        <pc:chgData name="HENRY LUCKY" userId="9f9f0d3b-fafb-4a1f-811e-e1ce60336648" providerId="ADAL" clId="{87B23BC5-493B-58B6-9C8D-8C75A953FAD3}" dt="2026-06-29T07:51:58.129" v="87" actId="2696"/>
        <pc:sldMkLst>
          <pc:docMk/>
          <pc:sldMk cId="1865604329" sldId="297"/>
        </pc:sldMkLst>
      </pc:sldChg>
      <pc:sldChg chg="del">
        <pc:chgData name="HENRY LUCKY" userId="9f9f0d3b-fafb-4a1f-811e-e1ce60336648" providerId="ADAL" clId="{87B23BC5-493B-58B6-9C8D-8C75A953FAD3}" dt="2026-06-29T07:51:58.118" v="78" actId="2696"/>
        <pc:sldMkLst>
          <pc:docMk/>
          <pc:sldMk cId="4211146551" sldId="298"/>
        </pc:sldMkLst>
      </pc:sldChg>
      <pc:sldChg chg="del">
        <pc:chgData name="HENRY LUCKY" userId="9f9f0d3b-fafb-4a1f-811e-e1ce60336648" providerId="ADAL" clId="{87B23BC5-493B-58B6-9C8D-8C75A953FAD3}" dt="2026-06-29T07:51:58.127" v="84" actId="2696"/>
        <pc:sldMkLst>
          <pc:docMk/>
          <pc:sldMk cId="1539591977" sldId="299"/>
        </pc:sldMkLst>
      </pc:sldChg>
      <pc:sldChg chg="del">
        <pc:chgData name="HENRY LUCKY" userId="9f9f0d3b-fafb-4a1f-811e-e1ce60336648" providerId="ADAL" clId="{87B23BC5-493B-58B6-9C8D-8C75A953FAD3}" dt="2026-06-29T07:51:58.114" v="71" actId="2696"/>
        <pc:sldMkLst>
          <pc:docMk/>
          <pc:sldMk cId="3579548776" sldId="300"/>
        </pc:sldMkLst>
      </pc:sldChg>
      <pc:sldChg chg="del">
        <pc:chgData name="HENRY LUCKY" userId="9f9f0d3b-fafb-4a1f-811e-e1ce60336648" providerId="ADAL" clId="{87B23BC5-493B-58B6-9C8D-8C75A953FAD3}" dt="2026-06-29T07:51:58.113" v="69" actId="2696"/>
        <pc:sldMkLst>
          <pc:docMk/>
          <pc:sldMk cId="2667845042" sldId="301"/>
        </pc:sldMkLst>
      </pc:sldChg>
      <pc:sldChg chg="del">
        <pc:chgData name="HENRY LUCKY" userId="9f9f0d3b-fafb-4a1f-811e-e1ce60336648" providerId="ADAL" clId="{87B23BC5-493B-58B6-9C8D-8C75A953FAD3}" dt="2026-06-29T07:51:58.140" v="91" actId="2696"/>
        <pc:sldMkLst>
          <pc:docMk/>
          <pc:sldMk cId="3223313578" sldId="302"/>
        </pc:sldMkLst>
      </pc:sldChg>
      <pc:sldChg chg="del">
        <pc:chgData name="HENRY LUCKY" userId="9f9f0d3b-fafb-4a1f-811e-e1ce60336648" providerId="ADAL" clId="{87B23BC5-493B-58B6-9C8D-8C75A953FAD3}" dt="2026-06-29T07:51:58.128" v="86" actId="2696"/>
        <pc:sldMkLst>
          <pc:docMk/>
          <pc:sldMk cId="4259956279" sldId="303"/>
        </pc:sldMkLst>
      </pc:sldChg>
      <pc:sldChg chg="del">
        <pc:chgData name="HENRY LUCKY" userId="9f9f0d3b-fafb-4a1f-811e-e1ce60336648" providerId="ADAL" clId="{87B23BC5-493B-58B6-9C8D-8C75A953FAD3}" dt="2026-06-29T07:51:58.116" v="74" actId="2696"/>
        <pc:sldMkLst>
          <pc:docMk/>
          <pc:sldMk cId="1937606093" sldId="304"/>
        </pc:sldMkLst>
      </pc:sldChg>
      <pc:sldChg chg="del">
        <pc:chgData name="HENRY LUCKY" userId="9f9f0d3b-fafb-4a1f-811e-e1ce60336648" providerId="ADAL" clId="{87B23BC5-493B-58B6-9C8D-8C75A953FAD3}" dt="2026-06-29T07:51:58.127" v="83" actId="2696"/>
        <pc:sldMkLst>
          <pc:docMk/>
          <pc:sldMk cId="2234406861" sldId="305"/>
        </pc:sldMkLst>
      </pc:sldChg>
      <pc:sldChg chg="del">
        <pc:chgData name="HENRY LUCKY" userId="9f9f0d3b-fafb-4a1f-811e-e1ce60336648" providerId="ADAL" clId="{87B23BC5-493B-58B6-9C8D-8C75A953FAD3}" dt="2026-06-29T07:51:58.147" v="92" actId="2696"/>
        <pc:sldMkLst>
          <pc:docMk/>
          <pc:sldMk cId="110743237" sldId="306"/>
        </pc:sldMkLst>
      </pc:sldChg>
      <pc:sldChg chg="del">
        <pc:chgData name="HENRY LUCKY" userId="9f9f0d3b-fafb-4a1f-811e-e1ce60336648" providerId="ADAL" clId="{87B23BC5-493B-58B6-9C8D-8C75A953FAD3}" dt="2026-06-29T07:51:58.118" v="79" actId="2696"/>
        <pc:sldMkLst>
          <pc:docMk/>
          <pc:sldMk cId="1047143983" sldId="307"/>
        </pc:sldMkLst>
      </pc:sldChg>
      <pc:sldChg chg="modSp add mod ord">
        <pc:chgData name="HENRY LUCKY" userId="9f9f0d3b-fafb-4a1f-811e-e1ce60336648" providerId="ADAL" clId="{87B23BC5-493B-58B6-9C8D-8C75A953FAD3}" dt="2026-06-29T07:50:48.791" v="36" actId="20577"/>
        <pc:sldMkLst>
          <pc:docMk/>
          <pc:sldMk cId="3265798433" sldId="308"/>
        </pc:sldMkLst>
        <pc:spChg chg="mod">
          <ac:chgData name="HENRY LUCKY" userId="9f9f0d3b-fafb-4a1f-811e-e1ce60336648" providerId="ADAL" clId="{87B23BC5-493B-58B6-9C8D-8C75A953FAD3}" dt="2026-06-29T07:50:48.791" v="36" actId="20577"/>
          <ac:spMkLst>
            <pc:docMk/>
            <pc:sldMk cId="3265798433" sldId="308"/>
            <ac:spMk id="3" creationId="{23AC5F4F-8280-AF54-3389-AA4C144C0021}"/>
          </ac:spMkLst>
        </pc:spChg>
        <pc:spChg chg="mod">
          <ac:chgData name="HENRY LUCKY" userId="9f9f0d3b-fafb-4a1f-811e-e1ce60336648" providerId="ADAL" clId="{87B23BC5-493B-58B6-9C8D-8C75A953FAD3}" dt="2026-06-29T07:50:33.621" v="25" actId="14100"/>
          <ac:spMkLst>
            <pc:docMk/>
            <pc:sldMk cId="3265798433" sldId="308"/>
            <ac:spMk id="4" creationId="{B4C4A600-1971-EE76-E9BE-9A6C7295545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BE3C8-C2F4-9EAE-6D0D-E7F3C372F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90808F-A680-3745-CAE3-F928BF748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05AB6-0AE3-CE0D-DFDC-996400DC9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159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23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 Problems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3F3C1-430B-61BF-E8AD-042B91C9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52E47-D343-89D3-CB12-0A5F47449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C5F4F-8280-AF54-3389-AA4C144C00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4A600-1971-EE76-E9BE-9A6C729554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782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This session addresses </a:t>
            </a:r>
            <a:r>
              <a:rPr lang="en-ID" b="1" dirty="0"/>
              <a:t>LO 2</a:t>
            </a:r>
            <a:r>
              <a:rPr lang="en-ID" dirty="0"/>
              <a:t> and </a:t>
            </a:r>
            <a:r>
              <a:rPr lang="en-ID" b="1" dirty="0"/>
              <a:t>LO 4</a:t>
            </a:r>
            <a:r>
              <a:rPr lang="en-ID" dirty="0"/>
              <a:t>.</a:t>
            </a:r>
          </a:p>
          <a:p>
            <a:r>
              <a:rPr lang="en-ID" b="1" dirty="0"/>
              <a:t>LO 2:</a:t>
            </a:r>
            <a:r>
              <a:rPr lang="en-ID" dirty="0"/>
              <a:t> </a:t>
            </a:r>
            <a:r>
              <a:rPr lang="en-ID" dirty="0" err="1"/>
              <a:t>Analyze</a:t>
            </a:r>
            <a:r>
              <a:rPr lang="en-ID" dirty="0"/>
              <a:t> unfamiliar computational problems by identifying their structural properties, classifying them into known algorithmic categories including graph, string, and combinatorial problems and recommending a solution strategy with justification.</a:t>
            </a:r>
          </a:p>
          <a:p>
            <a:r>
              <a:rPr lang="en-ID" b="1" dirty="0"/>
              <a:t>LO 4:</a:t>
            </a:r>
            <a:r>
              <a:rPr lang="en-ID" dirty="0"/>
              <a:t> Assess the computational complexity of problems by distinguishing tractable from intractable cases, verify NP membership through polynomial-time verification, and recognize NP-hardness by mapping problem structure to known NP-complete instances.</a:t>
            </a:r>
          </a:p>
        </p:txBody>
      </p:sp>
    </p:spTree>
    <p:extLst>
      <p:ext uri="{BB962C8B-B14F-4D97-AF65-F5344CB8AC3E}">
        <p14:creationId xmlns:p14="http://schemas.microsoft.com/office/powerpoint/2010/main" val="326579843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By the end of this session, students will be able to:</a:t>
            </a:r>
          </a:p>
          <a:p>
            <a:r>
              <a:rPr lang="en-ID" dirty="0"/>
              <a:t>LO 2 - Recognize NP-hard structure in unfamiliar problems by structural similarity to known NP-complete instances (Vertex Cover, Hamiltonian Cycle, Subset Sum, Clique, 3-Coloring); select between exact (backtracking for small n) and approximate approaches (large n).</a:t>
            </a:r>
          </a:p>
          <a:p>
            <a:r>
              <a:rPr lang="en-ID" dirty="0"/>
              <a:t>LO 4 - Prove NP-hardness of Clique, Independent Set, and Vertex Cover via polynomial-time reductions; apply the complement relationship and reduction chains; construct and verify both directions of each reduction.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Vertex Cover, Hamiltonian Cycle, TSP, Subset-Sum, Clique</a:t>
            </a:r>
          </a:p>
          <a:p>
            <a:r>
              <a:rPr lang="en-ID" dirty="0"/>
              <a:t>Recognizing NP-Hard Problems by Structural Similarity</a:t>
            </a:r>
          </a:p>
          <a:p>
            <a:r>
              <a:rPr lang="en-ID" dirty="0"/>
              <a:t>Common Reduction Patterns — from 3-SAT, from Vertex Cover</a:t>
            </a:r>
          </a:p>
          <a:p>
            <a:r>
              <a:rPr lang="en-ID" dirty="0"/>
              <a:t>Decision vs. Optimization Versions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23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Cormen</a:t>
            </a:r>
            <a:r>
              <a:rPr lang="en-ID" dirty="0"/>
              <a:t>, T.H., </a:t>
            </a:r>
            <a:r>
              <a:rPr lang="en-ID" dirty="0" err="1"/>
              <a:t>Leiserson</a:t>
            </a:r>
            <a:r>
              <a:rPr lang="en-ID" dirty="0"/>
              <a:t>, C.E., Rivest, R.L., &amp; Stein, C. (2022). </a:t>
            </a:r>
            <a:r>
              <a:rPr lang="en-ID" i="1" dirty="0"/>
              <a:t>Introduction to Algorithms, 4th Edition.</a:t>
            </a:r>
            <a:r>
              <a:rPr lang="en-ID" dirty="0"/>
              <a:t> MIT Press. Ch. 34.4 — NP-Completeness Proofs (p. 1072) Ch. 34.5 — NP-Complete Problems (p. 1080)</a:t>
            </a:r>
          </a:p>
          <a:p>
            <a:r>
              <a:rPr lang="en-ID" dirty="0" err="1"/>
              <a:t>Skiena</a:t>
            </a:r>
            <a:r>
              <a:rPr lang="en-ID" dirty="0"/>
              <a:t>, S.S. (2020). </a:t>
            </a:r>
            <a:r>
              <a:rPr lang="en-ID" i="1" dirty="0"/>
              <a:t>The Algorithm Design Manual, 3rd Edition.</a:t>
            </a:r>
            <a:r>
              <a:rPr lang="en-ID" dirty="0"/>
              <a:t> Springer. Ch. 11.3 — Elementary Hardness Reductions (p. 361); Ch. 11.3.1 — Hamiltonian Cycle (p. 362); Ch. 11.3.2 — Independent Set and Vertex Cover (p. 363); Ch. 11.3.3 — Clique (p. 366); Ch. 19.1 — Clique (p. 586); Ch. 19.3 — Vertex Cover (p. 591); Ch. 19.4 — Traveling Salesman Problem (p. 594); Ch. 19.5 — Hamiltonian Cycle (p. 598)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4369</TotalTime>
  <Words>402</Words>
  <Application>Microsoft Macintosh PowerPoint</Application>
  <PresentationFormat>Custom</PresentationFormat>
  <Paragraphs>23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Open Sans ExtraBold</vt:lpstr>
      <vt:lpstr>Arial</vt:lpstr>
      <vt:lpstr>Open Sans</vt:lpstr>
      <vt:lpstr>Open Sans Light</vt:lpstr>
      <vt:lpstr>Open Sans Semibold</vt:lpstr>
      <vt:lpstr>OCRB</vt:lpstr>
      <vt:lpstr>21_BasicWhite</vt:lpstr>
      <vt:lpstr>NP-Complete Problems</vt:lpstr>
      <vt:lpstr>Learning Outcomes</vt:lpstr>
      <vt:lpstr>Session Outcomes</vt:lpstr>
      <vt:lpstr>outline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40</cp:revision>
  <dcterms:created xsi:type="dcterms:W3CDTF">2023-11-17T02:51:40Z</dcterms:created>
  <dcterms:modified xsi:type="dcterms:W3CDTF">2026-06-29T07:52:55Z</dcterms:modified>
</cp:coreProperties>
</file>