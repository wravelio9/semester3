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40"/>
  </p:notesMasterIdLst>
  <p:sldIdLst>
    <p:sldId id="256" r:id="rId2"/>
    <p:sldId id="257" r:id="rId3"/>
    <p:sldId id="308" r:id="rId4"/>
    <p:sldId id="258" r:id="rId5"/>
    <p:sldId id="336" r:id="rId6"/>
    <p:sldId id="337" r:id="rId7"/>
    <p:sldId id="338" r:id="rId8"/>
    <p:sldId id="339" r:id="rId9"/>
    <p:sldId id="340" r:id="rId10"/>
    <p:sldId id="341" r:id="rId11"/>
    <p:sldId id="342" r:id="rId12"/>
    <p:sldId id="343" r:id="rId13"/>
    <p:sldId id="344" r:id="rId14"/>
    <p:sldId id="345" r:id="rId15"/>
    <p:sldId id="346" r:id="rId16"/>
    <p:sldId id="259" r:id="rId17"/>
    <p:sldId id="347" r:id="rId18"/>
    <p:sldId id="309" r:id="rId19"/>
    <p:sldId id="348" r:id="rId20"/>
    <p:sldId id="349" r:id="rId21"/>
    <p:sldId id="350" r:id="rId22"/>
    <p:sldId id="357" r:id="rId23"/>
    <p:sldId id="358" r:id="rId24"/>
    <p:sldId id="359" r:id="rId25"/>
    <p:sldId id="360" r:id="rId26"/>
    <p:sldId id="361" r:id="rId27"/>
    <p:sldId id="362" r:id="rId28"/>
    <p:sldId id="363" r:id="rId29"/>
    <p:sldId id="364" r:id="rId30"/>
    <p:sldId id="365" r:id="rId31"/>
    <p:sldId id="366" r:id="rId32"/>
    <p:sldId id="367" r:id="rId33"/>
    <p:sldId id="368" r:id="rId34"/>
    <p:sldId id="310" r:id="rId35"/>
    <p:sldId id="311" r:id="rId36"/>
    <p:sldId id="335" r:id="rId37"/>
    <p:sldId id="369" r:id="rId38"/>
    <p:sldId id="278" r:id="rId39"/>
  </p:sldIdLst>
  <p:sldSz cx="24384000" cy="13716000"/>
  <p:notesSz cx="6858000" cy="9144000"/>
  <p:embeddedFontLst>
    <p:embeddedFont>
      <p:font typeface="Cambria Math" panose="02040503050406030204" pitchFamily="18" charset="0"/>
      <p:regular r:id="rId41"/>
    </p:embeddedFont>
    <p:embeddedFont>
      <p:font typeface="OCRB" panose="020B0609020202020204" pitchFamily="49" charset="0"/>
      <p:regular r:id="rId42"/>
    </p:embeddedFont>
    <p:embeddedFont>
      <p:font typeface="Open Sans" panose="020B0606030504020204" pitchFamily="34" charset="0"/>
      <p:regular r:id="rId43"/>
      <p:bold r:id="rId44"/>
      <p:italic r:id="rId45"/>
      <p:boldItalic r:id="rId46"/>
    </p:embeddedFont>
    <p:embeddedFont>
      <p:font typeface="Open Sans ExtraBold" panose="020B0906030804020204" pitchFamily="34" charset="0"/>
      <p:bold r:id="rId47"/>
      <p:italic r:id="rId48"/>
      <p:boldItalic r:id="rId49"/>
    </p:embeddedFont>
    <p:embeddedFont>
      <p:font typeface="Open Sans Light" panose="020B0306030504020204" pitchFamily="34" charset="0"/>
      <p:regular r:id="rId50"/>
      <p:italic r:id="rId51"/>
    </p:embeddedFont>
    <p:embeddedFont>
      <p:font typeface="Open Sans Semibold" panose="020B0706030804020204" pitchFamily="34" charset="0"/>
      <p:bold r:id="rId52"/>
      <p:boldItalic r:id="rId53"/>
    </p:embeddedFont>
    <p:embeddedFont>
      <p:font typeface="Tahoma" panose="020B0604030504040204" pitchFamily="34" charset="0"/>
      <p:regular r:id="rId54"/>
      <p:bold r:id="rId55"/>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28CCD"/>
    <a:srgbClr val="212121"/>
    <a:srgbClr val="FFF7D6"/>
    <a:srgbClr val="F1B5FF"/>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8327A36-BAFF-4E3A-8084-EDA9474882A7}" v="7" dt="2026-09-03T04:07:31.720"/>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632" autoAdjust="0"/>
    <p:restoredTop sz="95584"/>
  </p:normalViewPr>
  <p:slideViewPr>
    <p:cSldViewPr snapToGrid="0" snapToObjects="1">
      <p:cViewPr varScale="1">
        <p:scale>
          <a:sx n="40" d="100"/>
          <a:sy n="40" d="100"/>
        </p:scale>
        <p:origin x="100" y="76"/>
      </p:cViewPr>
      <p:guideLst>
        <p:guide orient="horz" pos="4320"/>
        <p:guide pos="76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font" Target="fonts/font10.fntdata"/><Relationship Id="rId55" Type="http://schemas.openxmlformats.org/officeDocument/2006/relationships/font" Target="fonts/font15.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font" Target="fonts/font5.fntdata"/><Relationship Id="rId53" Type="http://schemas.openxmlformats.org/officeDocument/2006/relationships/font" Target="fonts/font13.fntdata"/><Relationship Id="rId58" Type="http://schemas.openxmlformats.org/officeDocument/2006/relationships/theme" Target="theme/theme1.xml"/><Relationship Id="rId5" Type="http://schemas.openxmlformats.org/officeDocument/2006/relationships/slide" Target="slides/slide4.xml"/><Relationship Id="rId61" Type="http://schemas.microsoft.com/office/2015/10/relationships/revisionInfo" Target="revisionInfo.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3.fntdata"/><Relationship Id="rId48" Type="http://schemas.openxmlformats.org/officeDocument/2006/relationships/font" Target="fonts/font8.fntdata"/><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font" Target="fonts/font11.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6.fntdata"/><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fntdata"/><Relationship Id="rId54"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9.fntdata"/><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4.fntdata"/><Relationship Id="rId52" Type="http://schemas.openxmlformats.org/officeDocument/2006/relationships/font" Target="fonts/font12.fntdata"/><Relationship Id="rId6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kita Ananda Putri Masaling" userId="d889fca3-0297-4ee7-bfd8-ca7480643ec1" providerId="ADAL" clId="{6CE14EBF-465A-4EE6-AAA1-3C065697EFBC}"/>
    <pc:docChg chg="custSel addSld delSld modSld">
      <pc:chgData name="Nikita Ananda Putri Masaling" userId="d889fca3-0297-4ee7-bfd8-ca7480643ec1" providerId="ADAL" clId="{6CE14EBF-465A-4EE6-AAA1-3C065697EFBC}" dt="2026-09-03T04:08:53.945" v="81" actId="12788"/>
      <pc:docMkLst>
        <pc:docMk/>
      </pc:docMkLst>
      <pc:sldChg chg="modSp mod">
        <pc:chgData name="Nikita Ananda Putri Masaling" userId="d889fca3-0297-4ee7-bfd8-ca7480643ec1" providerId="ADAL" clId="{6CE14EBF-465A-4EE6-AAA1-3C065697EFBC}" dt="2026-09-03T04:08:53.945" v="81" actId="12788"/>
        <pc:sldMkLst>
          <pc:docMk/>
          <pc:sldMk cId="3807564589" sldId="256"/>
        </pc:sldMkLst>
        <pc:spChg chg="mod">
          <ac:chgData name="Nikita Ananda Putri Masaling" userId="d889fca3-0297-4ee7-bfd8-ca7480643ec1" providerId="ADAL" clId="{6CE14EBF-465A-4EE6-AAA1-3C065697EFBC}" dt="2026-09-03T04:08:27.604" v="46" actId="313"/>
          <ac:spMkLst>
            <pc:docMk/>
            <pc:sldMk cId="3807564589" sldId="256"/>
            <ac:spMk id="2" creationId="{50F9371B-F92F-AED8-457A-F4BAE6779B8C}"/>
          </ac:spMkLst>
        </pc:spChg>
        <pc:spChg chg="mod">
          <ac:chgData name="Nikita Ananda Putri Masaling" userId="d889fca3-0297-4ee7-bfd8-ca7480643ec1" providerId="ADAL" clId="{6CE14EBF-465A-4EE6-AAA1-3C065697EFBC}" dt="2026-09-03T04:08:53.945" v="81" actId="12788"/>
          <ac:spMkLst>
            <pc:docMk/>
            <pc:sldMk cId="3807564589" sldId="256"/>
            <ac:spMk id="4" creationId="{319DA326-32BB-7EBF-F49C-D0308881B79F}"/>
          </ac:spMkLst>
        </pc:spChg>
      </pc:sldChg>
      <pc:sldChg chg="modSp mod">
        <pc:chgData name="Nikita Ananda Putri Masaling" userId="d889fca3-0297-4ee7-bfd8-ca7480643ec1" providerId="ADAL" clId="{6CE14EBF-465A-4EE6-AAA1-3C065697EFBC}" dt="2026-09-03T04:08:28.683" v="47" actId="313"/>
        <pc:sldMkLst>
          <pc:docMk/>
          <pc:sldMk cId="2766454393" sldId="257"/>
        </pc:sldMkLst>
        <pc:spChg chg="mod">
          <ac:chgData name="Nikita Ananda Putri Masaling" userId="d889fca3-0297-4ee7-bfd8-ca7480643ec1" providerId="ADAL" clId="{6CE14EBF-465A-4EE6-AAA1-3C065697EFBC}" dt="2026-09-03T04:08:28.683" v="47" actId="313"/>
          <ac:spMkLst>
            <pc:docMk/>
            <pc:sldMk cId="2766454393" sldId="257"/>
            <ac:spMk id="3" creationId="{0002D373-5BC5-C51D-92C2-C090C3857861}"/>
          </ac:spMkLst>
        </pc:spChg>
        <pc:spChg chg="mod">
          <ac:chgData name="Nikita Ananda Putri Masaling" userId="d889fca3-0297-4ee7-bfd8-ca7480643ec1" providerId="ADAL" clId="{6CE14EBF-465A-4EE6-AAA1-3C065697EFBC}" dt="2026-09-03T02:51:22.383" v="14"/>
          <ac:spMkLst>
            <pc:docMk/>
            <pc:sldMk cId="2766454393" sldId="257"/>
            <ac:spMk id="4" creationId="{72B426B6-A02E-F758-7A2B-554FFF354A1A}"/>
          </ac:spMkLst>
        </pc:spChg>
      </pc:sldChg>
      <pc:sldChg chg="modSp mod">
        <pc:chgData name="Nikita Ananda Putri Masaling" userId="d889fca3-0297-4ee7-bfd8-ca7480643ec1" providerId="ADAL" clId="{6CE14EBF-465A-4EE6-AAA1-3C065697EFBC}" dt="2026-09-03T04:08:30.100" v="50" actId="313"/>
        <pc:sldMkLst>
          <pc:docMk/>
          <pc:sldMk cId="3774771954" sldId="278"/>
        </pc:sldMkLst>
        <pc:spChg chg="mod">
          <ac:chgData name="Nikita Ananda Putri Masaling" userId="d889fca3-0297-4ee7-bfd8-ca7480643ec1" providerId="ADAL" clId="{6CE14EBF-465A-4EE6-AAA1-3C065697EFBC}" dt="2026-09-03T04:08:30.100" v="50" actId="313"/>
          <ac:spMkLst>
            <pc:docMk/>
            <pc:sldMk cId="3774771954" sldId="278"/>
            <ac:spMk id="3" creationId="{C9FD4B36-DB29-EC9E-2767-9ED5EA04575E}"/>
          </ac:spMkLst>
        </pc:spChg>
        <pc:spChg chg="mod">
          <ac:chgData name="Nikita Ananda Putri Masaling" userId="d889fca3-0297-4ee7-bfd8-ca7480643ec1" providerId="ADAL" clId="{6CE14EBF-465A-4EE6-AAA1-3C065697EFBC}" dt="2026-09-03T04:07:44.901" v="45" actId="12"/>
          <ac:spMkLst>
            <pc:docMk/>
            <pc:sldMk cId="3774771954" sldId="278"/>
            <ac:spMk id="6" creationId="{CFC03F54-B3BC-80AB-98AC-C3ABDC8D86EE}"/>
          </ac:spMkLst>
        </pc:spChg>
      </pc:sldChg>
      <pc:sldChg chg="modSp mod">
        <pc:chgData name="Nikita Ananda Putri Masaling" userId="d889fca3-0297-4ee7-bfd8-ca7480643ec1" providerId="ADAL" clId="{6CE14EBF-465A-4EE6-AAA1-3C065697EFBC}" dt="2026-09-03T04:08:29.196" v="48" actId="313"/>
        <pc:sldMkLst>
          <pc:docMk/>
          <pc:sldMk cId="184663633" sldId="308"/>
        </pc:sldMkLst>
        <pc:spChg chg="mod">
          <ac:chgData name="Nikita Ananda Putri Masaling" userId="d889fca3-0297-4ee7-bfd8-ca7480643ec1" providerId="ADAL" clId="{6CE14EBF-465A-4EE6-AAA1-3C065697EFBC}" dt="2026-09-03T04:08:29.196" v="48" actId="313"/>
          <ac:spMkLst>
            <pc:docMk/>
            <pc:sldMk cId="184663633" sldId="308"/>
            <ac:spMk id="3" creationId="{F310198E-B608-50F8-3760-250A6613ACB0}"/>
          </ac:spMkLst>
        </pc:spChg>
        <pc:spChg chg="mod">
          <ac:chgData name="Nikita Ananda Putri Masaling" userId="d889fca3-0297-4ee7-bfd8-ca7480643ec1" providerId="ADAL" clId="{6CE14EBF-465A-4EE6-AAA1-3C065697EFBC}" dt="2026-09-03T02:51:56.300" v="18" actId="20577"/>
          <ac:spMkLst>
            <pc:docMk/>
            <pc:sldMk cId="184663633" sldId="308"/>
            <ac:spMk id="4" creationId="{316C8106-38DC-428F-D042-636BD720D8EB}"/>
          </ac:spMkLst>
        </pc:spChg>
      </pc:sldChg>
      <pc:sldChg chg="modSp add mod">
        <pc:chgData name="Nikita Ananda Putri Masaling" userId="d889fca3-0297-4ee7-bfd8-ca7480643ec1" providerId="ADAL" clId="{6CE14EBF-465A-4EE6-AAA1-3C065697EFBC}" dt="2026-09-03T04:05:26.516" v="37" actId="207"/>
        <pc:sldMkLst>
          <pc:docMk/>
          <pc:sldMk cId="593540318" sldId="310"/>
        </pc:sldMkLst>
        <pc:spChg chg="mod">
          <ac:chgData name="Nikita Ananda Putri Masaling" userId="d889fca3-0297-4ee7-bfd8-ca7480643ec1" providerId="ADAL" clId="{6CE14EBF-465A-4EE6-AAA1-3C065697EFBC}" dt="2026-09-03T04:05:26.516" v="37" actId="207"/>
          <ac:spMkLst>
            <pc:docMk/>
            <pc:sldMk cId="593540318" sldId="310"/>
            <ac:spMk id="10" creationId="{C30C4E48-DD6B-321E-EF37-F8CDC43D15E5}"/>
          </ac:spMkLst>
        </pc:spChg>
        <pc:spChg chg="mod">
          <ac:chgData name="Nikita Ananda Putri Masaling" userId="d889fca3-0297-4ee7-bfd8-ca7480643ec1" providerId="ADAL" clId="{6CE14EBF-465A-4EE6-AAA1-3C065697EFBC}" dt="2026-09-03T04:05:26.516" v="37" actId="207"/>
          <ac:spMkLst>
            <pc:docMk/>
            <pc:sldMk cId="593540318" sldId="310"/>
            <ac:spMk id="11" creationId="{9DC41B4D-EFD9-9749-47F8-0C839ED938A0}"/>
          </ac:spMkLst>
        </pc:spChg>
      </pc:sldChg>
      <pc:sldChg chg="modSp add mod">
        <pc:chgData name="Nikita Ananda Putri Masaling" userId="d889fca3-0297-4ee7-bfd8-ca7480643ec1" providerId="ADAL" clId="{6CE14EBF-465A-4EE6-AAA1-3C065697EFBC}" dt="2026-09-03T04:05:34.847" v="39" actId="14100"/>
        <pc:sldMkLst>
          <pc:docMk/>
          <pc:sldMk cId="3059182258" sldId="311"/>
        </pc:sldMkLst>
        <pc:spChg chg="mod">
          <ac:chgData name="Nikita Ananda Putri Masaling" userId="d889fca3-0297-4ee7-bfd8-ca7480643ec1" providerId="ADAL" clId="{6CE14EBF-465A-4EE6-AAA1-3C065697EFBC}" dt="2026-09-03T04:05:34.847" v="39" actId="14100"/>
          <ac:spMkLst>
            <pc:docMk/>
            <pc:sldMk cId="3059182258" sldId="311"/>
            <ac:spMk id="4" creationId="{A28A398B-BB08-C147-12A5-4EE9148A7C0B}"/>
          </ac:spMkLst>
        </pc:spChg>
      </pc:sldChg>
      <pc:sldChg chg="modSp mod">
        <pc:chgData name="Nikita Ananda Putri Masaling" userId="d889fca3-0297-4ee7-bfd8-ca7480643ec1" providerId="ADAL" clId="{6CE14EBF-465A-4EE6-AAA1-3C065697EFBC}" dt="2026-09-03T04:08:29.570" v="49" actId="313"/>
        <pc:sldMkLst>
          <pc:docMk/>
          <pc:sldMk cId="1538712254" sldId="335"/>
        </pc:sldMkLst>
        <pc:spChg chg="mod">
          <ac:chgData name="Nikita Ananda Putri Masaling" userId="d889fca3-0297-4ee7-bfd8-ca7480643ec1" providerId="ADAL" clId="{6CE14EBF-465A-4EE6-AAA1-3C065697EFBC}" dt="2026-09-03T04:08:29.570" v="49" actId="313"/>
          <ac:spMkLst>
            <pc:docMk/>
            <pc:sldMk cId="1538712254" sldId="335"/>
            <ac:spMk id="3" creationId="{8A7CDDA6-47F0-D21A-1287-73DE12AE70BA}"/>
          </ac:spMkLst>
        </pc:spChg>
        <pc:spChg chg="mod">
          <ac:chgData name="Nikita Ananda Putri Masaling" userId="d889fca3-0297-4ee7-bfd8-ca7480643ec1" providerId="ADAL" clId="{6CE14EBF-465A-4EE6-AAA1-3C065697EFBC}" dt="2026-09-03T04:05:38.601" v="40" actId="123"/>
          <ac:spMkLst>
            <pc:docMk/>
            <pc:sldMk cId="1538712254" sldId="335"/>
            <ac:spMk id="4" creationId="{9B4B44C8-A6ED-A683-33EE-A99E42E2D6DB}"/>
          </ac:spMkLst>
        </pc:spChg>
      </pc:sldChg>
      <pc:sldChg chg="add">
        <pc:chgData name="Nikita Ananda Putri Masaling" userId="d889fca3-0297-4ee7-bfd8-ca7480643ec1" providerId="ADAL" clId="{6CE14EBF-465A-4EE6-AAA1-3C065697EFBC}" dt="2026-09-03T02:54:55.938" v="19"/>
        <pc:sldMkLst>
          <pc:docMk/>
          <pc:sldMk cId="4123737016" sldId="350"/>
        </pc:sldMkLst>
      </pc:sldChg>
      <pc:sldChg chg="add del">
        <pc:chgData name="Nikita Ananda Putri Masaling" userId="d889fca3-0297-4ee7-bfd8-ca7480643ec1" providerId="ADAL" clId="{6CE14EBF-465A-4EE6-AAA1-3C065697EFBC}" dt="2026-09-03T02:56:20.320" v="21" actId="47"/>
        <pc:sldMkLst>
          <pc:docMk/>
          <pc:sldMk cId="1294423390" sldId="356"/>
        </pc:sldMkLst>
      </pc:sldChg>
      <pc:sldChg chg="modSp add mod">
        <pc:chgData name="Nikita Ananda Putri Masaling" userId="d889fca3-0297-4ee7-bfd8-ca7480643ec1" providerId="ADAL" clId="{6CE14EBF-465A-4EE6-AAA1-3C065697EFBC}" dt="2026-09-03T02:54:56.141" v="20" actId="27636"/>
        <pc:sldMkLst>
          <pc:docMk/>
          <pc:sldMk cId="445366258" sldId="357"/>
        </pc:sldMkLst>
        <pc:spChg chg="mod">
          <ac:chgData name="Nikita Ananda Putri Masaling" userId="d889fca3-0297-4ee7-bfd8-ca7480643ec1" providerId="ADAL" clId="{6CE14EBF-465A-4EE6-AAA1-3C065697EFBC}" dt="2026-09-03T02:54:56.141" v="20" actId="27636"/>
          <ac:spMkLst>
            <pc:docMk/>
            <pc:sldMk cId="445366258" sldId="357"/>
            <ac:spMk id="3" creationId="{C9FD4B36-DB29-EC9E-2767-9ED5EA04575E}"/>
          </ac:spMkLst>
        </pc:spChg>
      </pc:sldChg>
      <pc:sldChg chg="modSp add mod">
        <pc:chgData name="Nikita Ananda Putri Masaling" userId="d889fca3-0297-4ee7-bfd8-ca7480643ec1" providerId="ADAL" clId="{6CE14EBF-465A-4EE6-AAA1-3C065697EFBC}" dt="2026-09-03T03:57:28.718" v="24" actId="123"/>
        <pc:sldMkLst>
          <pc:docMk/>
          <pc:sldMk cId="227582012" sldId="358"/>
        </pc:sldMkLst>
        <pc:spChg chg="mod">
          <ac:chgData name="Nikita Ananda Putri Masaling" userId="d889fca3-0297-4ee7-bfd8-ca7480643ec1" providerId="ADAL" clId="{6CE14EBF-465A-4EE6-AAA1-3C065697EFBC}" dt="2026-09-03T03:57:28.718" v="24" actId="123"/>
          <ac:spMkLst>
            <pc:docMk/>
            <pc:sldMk cId="227582012" sldId="358"/>
            <ac:spMk id="4" creationId="{72B426B6-A02E-F758-7A2B-554FFF354A1A}"/>
          </ac:spMkLst>
        </pc:spChg>
      </pc:sldChg>
      <pc:sldChg chg="modSp add mod">
        <pc:chgData name="Nikita Ananda Putri Masaling" userId="d889fca3-0297-4ee7-bfd8-ca7480643ec1" providerId="ADAL" clId="{6CE14EBF-465A-4EE6-AAA1-3C065697EFBC}" dt="2026-09-03T03:57:56.110" v="29" actId="207"/>
        <pc:sldMkLst>
          <pc:docMk/>
          <pc:sldMk cId="3063247938" sldId="359"/>
        </pc:sldMkLst>
        <pc:spChg chg="mod">
          <ac:chgData name="Nikita Ananda Putri Masaling" userId="d889fca3-0297-4ee7-bfd8-ca7480643ec1" providerId="ADAL" clId="{6CE14EBF-465A-4EE6-AAA1-3C065697EFBC}" dt="2026-09-03T03:57:56.110" v="29" actId="207"/>
          <ac:spMkLst>
            <pc:docMk/>
            <pc:sldMk cId="3063247938" sldId="359"/>
            <ac:spMk id="4" creationId="{7DC113AA-DBD1-EE95-2A22-1668C9C54D1C}"/>
          </ac:spMkLst>
        </pc:spChg>
        <pc:spChg chg="mod">
          <ac:chgData name="Nikita Ananda Putri Masaling" userId="d889fca3-0297-4ee7-bfd8-ca7480643ec1" providerId="ADAL" clId="{6CE14EBF-465A-4EE6-AAA1-3C065697EFBC}" dt="2026-09-03T03:57:46.708" v="28" actId="20577"/>
          <ac:spMkLst>
            <pc:docMk/>
            <pc:sldMk cId="3063247938" sldId="359"/>
            <ac:spMk id="6" creationId="{CA186FA9-B0C0-EAC0-2203-A8AD3E468687}"/>
          </ac:spMkLst>
        </pc:spChg>
      </pc:sldChg>
      <pc:sldChg chg="add">
        <pc:chgData name="Nikita Ananda Putri Masaling" userId="d889fca3-0297-4ee7-bfd8-ca7480643ec1" providerId="ADAL" clId="{6CE14EBF-465A-4EE6-AAA1-3C065697EFBC}" dt="2026-09-03T03:55:25.639" v="22"/>
        <pc:sldMkLst>
          <pc:docMk/>
          <pc:sldMk cId="2231443173" sldId="360"/>
        </pc:sldMkLst>
      </pc:sldChg>
      <pc:sldChg chg="modSp add mod">
        <pc:chgData name="Nikita Ananda Putri Masaling" userId="d889fca3-0297-4ee7-bfd8-ca7480643ec1" providerId="ADAL" clId="{6CE14EBF-465A-4EE6-AAA1-3C065697EFBC}" dt="2026-09-03T03:58:24.880" v="31" actId="207"/>
        <pc:sldMkLst>
          <pc:docMk/>
          <pc:sldMk cId="2831245163" sldId="361"/>
        </pc:sldMkLst>
        <pc:spChg chg="mod">
          <ac:chgData name="Nikita Ananda Putri Masaling" userId="d889fca3-0297-4ee7-bfd8-ca7480643ec1" providerId="ADAL" clId="{6CE14EBF-465A-4EE6-AAA1-3C065697EFBC}" dt="2026-09-03T03:58:24.880" v="31" actId="207"/>
          <ac:spMkLst>
            <pc:docMk/>
            <pc:sldMk cId="2831245163" sldId="361"/>
            <ac:spMk id="5" creationId="{C54CBDAD-7DC6-C4C6-216A-4B35180ACD23}"/>
          </ac:spMkLst>
        </pc:spChg>
      </pc:sldChg>
      <pc:sldChg chg="modSp add mod">
        <pc:chgData name="Nikita Ananda Putri Masaling" userId="d889fca3-0297-4ee7-bfd8-ca7480643ec1" providerId="ADAL" clId="{6CE14EBF-465A-4EE6-AAA1-3C065697EFBC}" dt="2026-09-03T03:58:28.339" v="32" actId="123"/>
        <pc:sldMkLst>
          <pc:docMk/>
          <pc:sldMk cId="1347273990" sldId="362"/>
        </pc:sldMkLst>
        <pc:spChg chg="mod">
          <ac:chgData name="Nikita Ananda Putri Masaling" userId="d889fca3-0297-4ee7-bfd8-ca7480643ec1" providerId="ADAL" clId="{6CE14EBF-465A-4EE6-AAA1-3C065697EFBC}" dt="2026-09-03T03:58:28.339" v="32" actId="123"/>
          <ac:spMkLst>
            <pc:docMk/>
            <pc:sldMk cId="1347273990" sldId="362"/>
            <ac:spMk id="4" creationId="{F50E50B6-6863-4D06-4C7D-4E3B74F82B76}"/>
          </ac:spMkLst>
        </pc:spChg>
      </pc:sldChg>
      <pc:sldChg chg="modSp add mod">
        <pc:chgData name="Nikita Ananda Putri Masaling" userId="d889fca3-0297-4ee7-bfd8-ca7480643ec1" providerId="ADAL" clId="{6CE14EBF-465A-4EE6-AAA1-3C065697EFBC}" dt="2026-09-03T04:04:55.028" v="33" actId="207"/>
        <pc:sldMkLst>
          <pc:docMk/>
          <pc:sldMk cId="1707336496" sldId="363"/>
        </pc:sldMkLst>
        <pc:spChg chg="mod">
          <ac:chgData name="Nikita Ananda Putri Masaling" userId="d889fca3-0297-4ee7-bfd8-ca7480643ec1" providerId="ADAL" clId="{6CE14EBF-465A-4EE6-AAA1-3C065697EFBC}" dt="2026-09-03T04:04:55.028" v="33" actId="207"/>
          <ac:spMkLst>
            <pc:docMk/>
            <pc:sldMk cId="1707336496" sldId="363"/>
            <ac:spMk id="16" creationId="{92516C10-35DF-E909-583B-AF60B075300D}"/>
          </ac:spMkLst>
        </pc:spChg>
      </pc:sldChg>
      <pc:sldChg chg="modSp add mod">
        <pc:chgData name="Nikita Ananda Putri Masaling" userId="d889fca3-0297-4ee7-bfd8-ca7480643ec1" providerId="ADAL" clId="{6CE14EBF-465A-4EE6-AAA1-3C065697EFBC}" dt="2026-09-03T04:05:01.740" v="34" actId="207"/>
        <pc:sldMkLst>
          <pc:docMk/>
          <pc:sldMk cId="1881205681" sldId="364"/>
        </pc:sldMkLst>
        <pc:spChg chg="mod">
          <ac:chgData name="Nikita Ananda Putri Masaling" userId="d889fca3-0297-4ee7-bfd8-ca7480643ec1" providerId="ADAL" clId="{6CE14EBF-465A-4EE6-AAA1-3C065697EFBC}" dt="2026-09-03T04:05:01.740" v="34" actId="207"/>
          <ac:spMkLst>
            <pc:docMk/>
            <pc:sldMk cId="1881205681" sldId="364"/>
            <ac:spMk id="4" creationId="{31484F46-2BCB-0E58-6C0A-1B18B5770445}"/>
          </ac:spMkLst>
        </pc:spChg>
      </pc:sldChg>
      <pc:sldChg chg="modSp add mod">
        <pc:chgData name="Nikita Ananda Putri Masaling" userId="d889fca3-0297-4ee7-bfd8-ca7480643ec1" providerId="ADAL" clId="{6CE14EBF-465A-4EE6-AAA1-3C065697EFBC}" dt="2026-09-03T04:05:07.284" v="35" actId="207"/>
        <pc:sldMkLst>
          <pc:docMk/>
          <pc:sldMk cId="3552965611" sldId="365"/>
        </pc:sldMkLst>
        <pc:spChg chg="mod">
          <ac:chgData name="Nikita Ananda Putri Masaling" userId="d889fca3-0297-4ee7-bfd8-ca7480643ec1" providerId="ADAL" clId="{6CE14EBF-465A-4EE6-AAA1-3C065697EFBC}" dt="2026-09-03T04:05:07.284" v="35" actId="207"/>
          <ac:spMkLst>
            <pc:docMk/>
            <pc:sldMk cId="3552965611" sldId="365"/>
            <ac:spMk id="9" creationId="{4EC7E718-8308-4BFF-123E-BB7C0282179B}"/>
          </ac:spMkLst>
        </pc:spChg>
      </pc:sldChg>
      <pc:sldChg chg="modSp add mod">
        <pc:chgData name="Nikita Ananda Putri Masaling" userId="d889fca3-0297-4ee7-bfd8-ca7480643ec1" providerId="ADAL" clId="{6CE14EBF-465A-4EE6-AAA1-3C065697EFBC}" dt="2026-09-03T04:05:11.503" v="36" actId="207"/>
        <pc:sldMkLst>
          <pc:docMk/>
          <pc:sldMk cId="3899170888" sldId="366"/>
        </pc:sldMkLst>
        <pc:spChg chg="mod">
          <ac:chgData name="Nikita Ananda Putri Masaling" userId="d889fca3-0297-4ee7-bfd8-ca7480643ec1" providerId="ADAL" clId="{6CE14EBF-465A-4EE6-AAA1-3C065697EFBC}" dt="2026-09-03T04:05:11.503" v="36" actId="207"/>
          <ac:spMkLst>
            <pc:docMk/>
            <pc:sldMk cId="3899170888" sldId="366"/>
            <ac:spMk id="4" creationId="{4D4E4912-074B-3574-6E8B-258C624ECB28}"/>
          </ac:spMkLst>
        </pc:spChg>
      </pc:sldChg>
      <pc:sldChg chg="add">
        <pc:chgData name="Nikita Ananda Putri Masaling" userId="d889fca3-0297-4ee7-bfd8-ca7480643ec1" providerId="ADAL" clId="{6CE14EBF-465A-4EE6-AAA1-3C065697EFBC}" dt="2026-09-03T03:55:25.639" v="22"/>
        <pc:sldMkLst>
          <pc:docMk/>
          <pc:sldMk cId="619021113" sldId="367"/>
        </pc:sldMkLst>
      </pc:sldChg>
      <pc:sldChg chg="add">
        <pc:chgData name="Nikita Ananda Putri Masaling" userId="d889fca3-0297-4ee7-bfd8-ca7480643ec1" providerId="ADAL" clId="{6CE14EBF-465A-4EE6-AAA1-3C065697EFBC}" dt="2026-09-03T03:55:25.639" v="22"/>
        <pc:sldMkLst>
          <pc:docMk/>
          <pc:sldMk cId="4214715529" sldId="368"/>
        </pc:sldMkLst>
      </pc:sldChg>
      <pc:sldChg chg="modSp add mod">
        <pc:chgData name="Nikita Ananda Putri Masaling" userId="d889fca3-0297-4ee7-bfd8-ca7480643ec1" providerId="ADAL" clId="{6CE14EBF-465A-4EE6-AAA1-3C065697EFBC}" dt="2026-09-03T04:06:35.971" v="42" actId="123"/>
        <pc:sldMkLst>
          <pc:docMk/>
          <pc:sldMk cId="3371138540" sldId="369"/>
        </pc:sldMkLst>
        <pc:spChg chg="mod">
          <ac:chgData name="Nikita Ananda Putri Masaling" userId="d889fca3-0297-4ee7-bfd8-ca7480643ec1" providerId="ADAL" clId="{6CE14EBF-465A-4EE6-AAA1-3C065697EFBC}" dt="2026-09-03T04:06:35.971" v="42" actId="123"/>
          <ac:spMkLst>
            <pc:docMk/>
            <pc:sldMk cId="3371138540" sldId="369"/>
            <ac:spMk id="4" creationId="{9B4B44C8-A6ED-A683-33EE-A99E42E2D6D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675228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F8FC2-5C26-33A7-9770-5DF518D257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B90C54-60C5-266B-567C-0E58520CB21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6BA69FD-7CBA-83C2-82A4-30021C207784}"/>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457309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006688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D3EE1-B9F2-A807-1EA5-36D52B3A7B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0B985F-82D4-980D-D7E6-B67A54722CA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270C42E-0E82-740F-8DE8-1AD7B93898DC}"/>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310569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D4F844-8E11-E5C5-0C33-BCDFC6CCF0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64EC6E-F894-80E1-965F-0423287A08D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DC76F9B-9D18-9FBA-BBF4-363A663884DB}"/>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733664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2D7119-0155-8429-2EC0-9C081A957B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F90A1E-85EC-6B99-C4D8-4DD612D61B8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45EFBC0-5AD1-329F-C8AB-0C6D2C295796}"/>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846076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A7230-21C2-DC72-F562-7932BD3FD8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64B871-978D-8984-E705-6BDCFB4EED5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1C4CB7E-97D6-E752-E5CE-F78D6350DE82}"/>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739140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A7A1E-7AD2-F0BF-C074-7C806A6F8F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4D6528-0DBB-8621-C2B1-A19C264507B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955E349-1346-4DCF-0EB9-37C509A91C15}"/>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731715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33D0C0-88AD-A80C-F7DB-F17269CDC4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235A1C-016A-8891-5673-C359DA14B51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67703CE-A6BE-F459-603C-ECB5E9746AF6}"/>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975239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0D8FC-90B7-2DD6-E40F-F2FE0026B9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C72731-BFED-5917-9656-2EDD8E0D01A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B309B7F-83C5-83B6-FF2C-9AED41641DFC}"/>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940764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7E6D4-2E72-45CA-B8E7-39E779FCB1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D4CB7B-C1BD-DE2D-4750-CC965F535D6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EAC0351-50BA-D757-1908-787635A22D3D}"/>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4004152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90524-13CB-D715-81CA-1DC8509FB2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1E063F-E139-B4F6-529B-495A4F4543D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03D5B0E-A935-259E-AF9A-279B9E096DF6}"/>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14149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B7AE8-1EBE-C32F-190D-5A1396C205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DA728C-760C-3384-6ACE-15867B59F6A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005A03F-069A-DE34-9BB2-ACD98855DF0E}"/>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294188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097D6-81F8-3EC0-4614-FF9167B6D3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4938B3-865D-11BA-BCDA-CBFB44CAAFA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C2AC2DB-36D8-B281-E027-B2799DFEBEB1}"/>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8383725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9560958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436A3-0B3D-78CB-8EA8-D3142E4449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9DFAAB-0F1A-A59E-1FE8-EE27C31BADD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86D34D3-E9A3-BEFD-7A92-3C9A59AB16BD}"/>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555485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21F8D5-F9CF-F2FF-FD4A-ED27E02DBC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1673D1-D44A-C0EE-C271-8928CDDE4D9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E3ABBB9-1E58-A8C5-7FA4-42E3DC573CAA}"/>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34673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CD0F0-6B68-1028-1D7E-036E7C773D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259441-6D55-0BF4-12AD-396396BF4CD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91E5D15-AFFA-AB84-0AF8-1E78530E5959}"/>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9490159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C297C-A9EE-760C-F722-03D22C3B77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EC6FC6-3280-D0DE-810F-F400E436B59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BAAEB3D-A36C-A7A7-3280-306436242098}"/>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452444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918504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570011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006688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A99D6-4031-885D-3C4B-B0681069B2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BDD9B0-7C9B-7B1F-D4F9-6CC60420038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83C1988-3AA9-1A61-7660-51052D7ED615}"/>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0753640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CA511-4F6E-66B6-E2D5-5082C2FD8C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DE6D67-FE44-51C1-12F7-4FEA22A21DB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7ED4583-8816-AD6C-8D5F-235ED38F1264}"/>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896047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187ED-AA94-9FE3-855E-684C448BF3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205FDB-1713-69DA-9E8E-C4DB82677E9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C89496F-22D1-03B8-D7EF-DE6A75D335BA}"/>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22443256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9560958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1036A-F2C2-4078-D385-FDBB43ED69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837765-19FC-8EC6-CAB1-2D5D1382B6E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2428AEC-55EA-BD71-F14E-CBF4D5A134F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3516188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6B2F7-FF59-B61A-4188-9E4F5E04CF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F86F92-6AA8-9BA9-B546-9FF686D54D5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53B6646-00BF-3DF8-F542-A39B4BC9C502}"/>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1050384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5F322-335D-7A6C-0D75-454DD0F690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51D8C6-31AF-41E6-87CE-F929CA67999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9A3D871-92F6-BBB2-2430-A68B0F908295}"/>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23365547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21F8D5-F9CF-F2FF-FD4A-ED27E02DBC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1673D1-D44A-C0EE-C271-8928CDDE4D9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E3ABBB9-1E58-A8C5-7FA4-42E3DC573CAA}"/>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346736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59D8D-ED87-E565-D252-733C98B782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EBDF3E-952E-B677-7C79-2B37826CB76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DA27DD8-6E1B-C241-D2A3-16A9460F7F65}"/>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770830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734D4-8A73-1657-66B9-B5EBDE14E1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8AB186-1088-6C96-BEF9-9F1E2DCB553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DCF2602-4EE0-F795-24AA-28C359A519C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69580736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FA42A-7B1A-DCB5-255F-6699F04971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EEBDC0-57D6-36AA-F9C3-E95DD568ABC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450308F-420D-C34D-FD9B-3705996B8379}"/>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91086468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411AF6-8389-DB31-21BD-FA67B1E972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6BF085-3769-1F18-5721-01BCAC106DE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E5C4659-E0AE-6C7B-E5E0-417AE3108588}"/>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7951373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290AD-5D35-A521-B025-D45D25CBFB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B33319-5D4A-F287-8CC5-579B57744B1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8BACB86-BDA9-52AC-7B13-B40299DB135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0351605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290AD-5D35-A521-B025-D45D25CBFB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B33319-5D4A-F287-8CC5-579B57744B1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8BACB86-BDA9-52AC-7B13-B40299DB135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0351605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9.svg"/><Relationship Id="rId7" Type="http://schemas.openxmlformats.org/officeDocument/2006/relationships/image" Target="../media/image5.png"/><Relationship Id="rId2" Type="http://schemas.openxmlformats.org/officeDocument/2006/relationships/image" Target="../media/image8.sv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1.svg"/><Relationship Id="rId4" Type="http://schemas.openxmlformats.org/officeDocument/2006/relationships/image" Target="../media/image10.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sv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5.sv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7" y="758208"/>
            <a:ext cx="2698754" cy="1143002"/>
          </a:xfrm>
          <a:prstGeom prst="rect">
            <a:avLst/>
          </a:prstGeom>
        </p:spPr>
      </p:pic>
      <p:pic>
        <p:nvPicPr>
          <p:cNvPr id="7" name="Image" descr="Image">
            <a:extLst>
              <a:ext uri="{FF2B5EF4-FFF2-40B4-BE49-F238E27FC236}">
                <a16:creationId xmlns:a16="http://schemas.microsoft.com/office/drawing/2014/main" id="{69A49E29-524D-6392-0485-9DF63C0D6D3D}"/>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409412486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2167377" y="3714224"/>
            <a:ext cx="19309300" cy="8129718"/>
          </a:xfrm>
        </p:spPr>
        <p:txBody>
          <a:bodyPr>
            <a:normAutofit/>
          </a:bodyPr>
          <a:lstStyle>
            <a:lvl1pPr marL="742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rgbClr val="21212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7pPr marL="3657600" indent="0">
              <a:buNone/>
              <a:defRPr/>
            </a:lvl7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a:extLst>
              <a:ext uri="{FF2B5EF4-FFF2-40B4-BE49-F238E27FC236}">
                <a16:creationId xmlns:a16="http://schemas.microsoft.com/office/drawing/2014/main" id="{2CB39841-01E8-3B46-1169-9D75B18B74D3}"/>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2" name="Group">
            <a:extLst>
              <a:ext uri="{FF2B5EF4-FFF2-40B4-BE49-F238E27FC236}">
                <a16:creationId xmlns:a16="http://schemas.microsoft.com/office/drawing/2014/main" id="{AC8C371E-C0F6-4081-3D3F-D6E3528C4285}"/>
              </a:ext>
            </a:extLst>
          </p:cNvPr>
          <p:cNvGrpSpPr/>
          <p:nvPr userDrawn="1"/>
        </p:nvGrpSpPr>
        <p:grpSpPr>
          <a:xfrm>
            <a:off x="756659" y="-3867"/>
            <a:ext cx="2783909" cy="2014172"/>
            <a:chOff x="-2864397" y="0"/>
            <a:chExt cx="2783907" cy="2014171"/>
          </a:xfrm>
        </p:grpSpPr>
        <p:pic>
          <p:nvPicPr>
            <p:cNvPr id="4" name="Image" descr="Image">
              <a:extLst>
                <a:ext uri="{FF2B5EF4-FFF2-40B4-BE49-F238E27FC236}">
                  <a16:creationId xmlns:a16="http://schemas.microsoft.com/office/drawing/2014/main" id="{521B05C9-D576-5C9F-B6FD-5FB48D1A784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6" name="Image" descr="Image">
              <a:extLst>
                <a:ext uri="{FF2B5EF4-FFF2-40B4-BE49-F238E27FC236}">
                  <a16:creationId xmlns:a16="http://schemas.microsoft.com/office/drawing/2014/main" id="{BAAB4BAE-E916-72F8-967D-ECE287538CA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7" name="Image" descr="Image">
              <a:extLst>
                <a:ext uri="{FF2B5EF4-FFF2-40B4-BE49-F238E27FC236}">
                  <a16:creationId xmlns:a16="http://schemas.microsoft.com/office/drawing/2014/main" id="{4B27BB17-04E8-65DD-1C87-6ECA478DD2AB}"/>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902452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ID" dirty="0"/>
              <a:t>Title</a:t>
            </a:r>
            <a:endParaRPr dirty="0"/>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4" name="Picture 3">
            <a:extLst>
              <a:ext uri="{FF2B5EF4-FFF2-40B4-BE49-F238E27FC236}">
                <a16:creationId xmlns:a16="http://schemas.microsoft.com/office/drawing/2014/main" id="{22412E04-E7E5-6907-9DD0-CE975EF3839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8" y="758208"/>
            <a:ext cx="2698754" cy="1143002"/>
          </a:xfrm>
          <a:prstGeom prst="rect">
            <a:avLst/>
          </a:prstGeom>
        </p:spPr>
      </p:pic>
      <p:pic>
        <p:nvPicPr>
          <p:cNvPr id="5" name="Image" descr="Image">
            <a:extLst>
              <a:ext uri="{FF2B5EF4-FFF2-40B4-BE49-F238E27FC236}">
                <a16:creationId xmlns:a16="http://schemas.microsoft.com/office/drawing/2014/main" id="{926A66CA-CC36-3D53-1A6D-2BBE35B859D5}"/>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500318571"/>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C493109-42AD-F678-F34A-9DA73287D10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01451" y="758208"/>
            <a:ext cx="2698754" cy="1143002"/>
          </a:xfrm>
          <a:prstGeom prst="rect">
            <a:avLst/>
          </a:prstGeom>
        </p:spPr>
      </p:pic>
      <p:pic>
        <p:nvPicPr>
          <p:cNvPr id="3" name="Image" descr="Image">
            <a:extLst>
              <a:ext uri="{FF2B5EF4-FFF2-40B4-BE49-F238E27FC236}">
                <a16:creationId xmlns:a16="http://schemas.microsoft.com/office/drawing/2014/main" id="{B64D7030-BF7A-6737-0471-B16F6A5E9140}"/>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82620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pic>
        <p:nvPicPr>
          <p:cNvPr id="4" name="Picture 3">
            <a:extLst>
              <a:ext uri="{FF2B5EF4-FFF2-40B4-BE49-F238E27FC236}">
                <a16:creationId xmlns:a16="http://schemas.microsoft.com/office/drawing/2014/main" id="{76F37568-0478-FF67-A2F0-B1647C1EC99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6" name="Image" descr="Image">
            <a:extLst>
              <a:ext uri="{FF2B5EF4-FFF2-40B4-BE49-F238E27FC236}">
                <a16:creationId xmlns:a16="http://schemas.microsoft.com/office/drawing/2014/main" id="{97B52BDB-6F34-5E38-95B5-002D2E4627E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18212086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8174CAF-8FC8-EDAE-768D-30BF901438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3" name="Image" descr="Image">
            <a:extLst>
              <a:ext uri="{FF2B5EF4-FFF2-40B4-BE49-F238E27FC236}">
                <a16:creationId xmlns:a16="http://schemas.microsoft.com/office/drawing/2014/main" id="{023E32AF-B055-2D80-60DC-AD951FFC6EC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402990515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2E3F9842-C644-B204-B6FB-F1DB2194706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3" name="Image" descr="Image">
            <a:extLst>
              <a:ext uri="{FF2B5EF4-FFF2-40B4-BE49-F238E27FC236}">
                <a16:creationId xmlns:a16="http://schemas.microsoft.com/office/drawing/2014/main" id="{171C5759-0A99-760B-64A0-C6156603CACB}"/>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48888290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4CFBCE66-A5E8-A158-9B31-BA9AFC1032C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F25DF897-C0D1-81DA-05D2-9D6EC69E200F}"/>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120730222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643DC583-F6CD-401E-7E06-373CCF95240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B18B5FE2-77F7-8983-B96D-E39C876C98D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51268309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7353EC82-39FF-16C4-642C-2070D4989D3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79D2E17-CD2E-3750-65DE-315E0C44F517}"/>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35794635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3" name="Picture 2">
            <a:extLst>
              <a:ext uri="{FF2B5EF4-FFF2-40B4-BE49-F238E27FC236}">
                <a16:creationId xmlns:a16="http://schemas.microsoft.com/office/drawing/2014/main" id="{18947DDD-26C7-6643-F78E-7D846EE6166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4" name="Group">
            <a:extLst>
              <a:ext uri="{FF2B5EF4-FFF2-40B4-BE49-F238E27FC236}">
                <a16:creationId xmlns:a16="http://schemas.microsoft.com/office/drawing/2014/main" id="{7ECEA5DF-6E18-3A6E-8D5B-83F815F6641C}"/>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7091168A-CF21-90B0-E317-4D5837F6741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3" name="Image" descr="Image">
              <a:extLst>
                <a:ext uri="{FF2B5EF4-FFF2-40B4-BE49-F238E27FC236}">
                  <a16:creationId xmlns:a16="http://schemas.microsoft.com/office/drawing/2014/main" id="{66F1D347-8887-50E1-404D-81CA8EA95453}"/>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9" name="Image" descr="Image">
              <a:extLst>
                <a:ext uri="{FF2B5EF4-FFF2-40B4-BE49-F238E27FC236}">
                  <a16:creationId xmlns:a16="http://schemas.microsoft.com/office/drawing/2014/main" id="{31815DE4-517D-1DFD-DEB0-EFAEBDA0E36C}"/>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99810271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4" name="Picture 3">
            <a:extLst>
              <a:ext uri="{FF2B5EF4-FFF2-40B4-BE49-F238E27FC236}">
                <a16:creationId xmlns:a16="http://schemas.microsoft.com/office/drawing/2014/main" id="{4DA99AE5-3E66-BB3F-4028-3D48CC999F2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394FDA65-5E81-1098-0941-1FB18BED14DD}"/>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38BA09D8-F8B2-19A8-B70A-1A73ACE241C6}"/>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C8189981-CA8D-3F41-4C71-452D07E52915}"/>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F2CA1978-1D7F-9FBC-1610-A6CA7FFAA5B4}"/>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
        <p:nvSpPr>
          <p:cNvPr id="2" name="Content Placeholder 7">
            <a:extLst>
              <a:ext uri="{FF2B5EF4-FFF2-40B4-BE49-F238E27FC236}">
                <a16:creationId xmlns:a16="http://schemas.microsoft.com/office/drawing/2014/main" id="{23987A6D-AD04-0FF1-0C66-3D62A8BBD97B}"/>
              </a:ext>
            </a:extLst>
          </p:cNvPr>
          <p:cNvSpPr>
            <a:spLocks noGrp="1"/>
          </p:cNvSpPr>
          <p:nvPr>
            <p:ph sz="quarter" idx="11"/>
          </p:nvPr>
        </p:nvSpPr>
        <p:spPr>
          <a:xfrm>
            <a:off x="2167377" y="3714224"/>
            <a:ext cx="19309300" cy="8129718"/>
          </a:xfrm>
        </p:spPr>
        <p:txBody>
          <a:bodyPr>
            <a:normAutofit/>
          </a:bodyPr>
          <a:lstStyle>
            <a:lvl1pPr marL="742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1pPr>
            <a:lvl2pPr marL="149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2pPr>
            <a:lvl3pPr marL="2254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3pPr>
            <a:lvl4pPr marL="3010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4pPr>
            <a:lvl5pPr marL="3658950" indent="-742950">
              <a:lnSpc>
                <a:spcPct val="100000"/>
              </a:lnSpc>
              <a:spcBef>
                <a:spcPts val="3500"/>
              </a:spcBef>
              <a:buSzPct val="100000"/>
              <a:buFont typeface="Arial" panose="020B0604020202020204" pitchFamily="34" charset="0"/>
              <a:buChar char="•"/>
              <a:tabLst/>
              <a:defRPr kumimoji="0" lang="en-US" sz="4400" b="0" i="0" u="none" strike="noStrike" cap="none" spc="0" normalizeH="0" baseline="0">
                <a:ln>
                  <a:noFill/>
                </a:ln>
                <a:solidFill>
                  <a:schemeClr val="bg1"/>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defRPr>
            </a:lvl5pPr>
            <a:lvl7pPr marL="3657600" indent="0">
              <a:buNone/>
              <a:defRPr/>
            </a:lvl7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13405103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80B8984F-75C1-9D5B-FF38-2151D7714128}"/>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4440FB6-864F-EC32-9C12-F5781DD839A1}"/>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FD2AEEAF-7ADA-0233-2FB3-A724EEF0325B}"/>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8" name="Image" descr="Image">
              <a:extLst>
                <a:ext uri="{FF2B5EF4-FFF2-40B4-BE49-F238E27FC236}">
                  <a16:creationId xmlns:a16="http://schemas.microsoft.com/office/drawing/2014/main" id="{27230D68-4A71-B42E-9C59-8EFE95EE533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9" name="Image" descr="Image">
              <a:extLst>
                <a:ext uri="{FF2B5EF4-FFF2-40B4-BE49-F238E27FC236}">
                  <a16:creationId xmlns:a16="http://schemas.microsoft.com/office/drawing/2014/main" id="{6FA4D137-12D3-04A4-6F7D-A965125F654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50518920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pic>
        <p:nvPicPr>
          <p:cNvPr id="7" name="Picture 6">
            <a:extLst>
              <a:ext uri="{FF2B5EF4-FFF2-40B4-BE49-F238E27FC236}">
                <a16:creationId xmlns:a16="http://schemas.microsoft.com/office/drawing/2014/main" id="{5EC48672-F1E2-A230-B095-57E67183FCA6}"/>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8D3FDAF8-012C-4D3A-C949-6317F6E219D0}"/>
              </a:ext>
            </a:extLst>
          </p:cNvPr>
          <p:cNvGrpSpPr/>
          <p:nvPr userDrawn="1"/>
        </p:nvGrpSpPr>
        <p:grpSpPr>
          <a:xfrm>
            <a:off x="756659" y="-3867"/>
            <a:ext cx="2783909" cy="2014172"/>
            <a:chOff x="-2864397" y="0"/>
            <a:chExt cx="2783907" cy="2014171"/>
          </a:xfrm>
        </p:grpSpPr>
        <p:pic>
          <p:nvPicPr>
            <p:cNvPr id="11" name="Image" descr="Image">
              <a:extLst>
                <a:ext uri="{FF2B5EF4-FFF2-40B4-BE49-F238E27FC236}">
                  <a16:creationId xmlns:a16="http://schemas.microsoft.com/office/drawing/2014/main" id="{56EB9265-9B68-78E9-B5B8-F2C39D9134A2}"/>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E445F39B-125D-DE62-15D6-B4FE5E3C4A7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5" name="Image" descr="Image">
              <a:extLst>
                <a:ext uri="{FF2B5EF4-FFF2-40B4-BE49-F238E27FC236}">
                  <a16:creationId xmlns:a16="http://schemas.microsoft.com/office/drawing/2014/main" id="{CC8E73D5-72F6-77A3-C650-62976C85848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80928499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D5CD14E8-DE1C-14FC-FEA7-30EAAA9BB930}"/>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E62B7B4A-4960-D224-2BB3-BD1A6C05E12C}"/>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6F2D1DB1-7918-B846-534B-BCACC79082A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A33628EC-398A-85C8-EA60-202449B367CC}"/>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4EE2131F-630C-FF89-05AC-61DFC807180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08532981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37038" y="9711819"/>
            <a:ext cx="1700105" cy="1700105"/>
          </a:xfrm>
          <a:prstGeom prst="rect">
            <a:avLst/>
          </a:prstGeom>
        </p:spPr>
      </p:pic>
      <p:pic>
        <p:nvPicPr>
          <p:cNvPr id="5" name="Picture 4">
            <a:extLst>
              <a:ext uri="{FF2B5EF4-FFF2-40B4-BE49-F238E27FC236}">
                <a16:creationId xmlns:a16="http://schemas.microsoft.com/office/drawing/2014/main" id="{C97FCB3B-92B7-9A04-09DB-5667129A353E}"/>
              </a:ext>
              <a:ext uri="{C183D7F6-B498-43B3-948B-1728B52AA6E4}">
                <adec:decorative xmlns:adec="http://schemas.microsoft.com/office/drawing/2017/decorative" val="1"/>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805F1785-290C-1641-A96F-184692C72980}"/>
              </a:ext>
            </a:extLst>
          </p:cNvPr>
          <p:cNvGrpSpPr/>
          <p:nvPr userDrawn="1"/>
        </p:nvGrpSpPr>
        <p:grpSpPr>
          <a:xfrm>
            <a:off x="756659" y="-3867"/>
            <a:ext cx="2783909" cy="2014172"/>
            <a:chOff x="-2864397" y="0"/>
            <a:chExt cx="2783907" cy="2014171"/>
          </a:xfrm>
        </p:grpSpPr>
        <p:pic>
          <p:nvPicPr>
            <p:cNvPr id="9" name="Image" descr="Image">
              <a:extLst>
                <a:ext uri="{FF2B5EF4-FFF2-40B4-BE49-F238E27FC236}">
                  <a16:creationId xmlns:a16="http://schemas.microsoft.com/office/drawing/2014/main" id="{DE051A88-BFBF-58FB-0D20-AA66E50B943F}"/>
                </a:ext>
              </a:extLst>
            </p:cNvPr>
            <p:cNvPicPr>
              <a:picLocks noChangeAspect="1"/>
            </p:cNvPicPr>
            <p:nvPr/>
          </p:nvPicPr>
          <p:blipFill>
            <a:blip r:embed="rId7"/>
            <a:stretch>
              <a:fillRect/>
            </a:stretch>
          </p:blipFill>
          <p:spPr>
            <a:xfrm>
              <a:off x="-2864398" y="-1"/>
              <a:ext cx="630382" cy="1359672"/>
            </a:xfrm>
            <a:prstGeom prst="rect">
              <a:avLst/>
            </a:prstGeom>
            <a:ln w="12700" cap="flat">
              <a:noFill/>
              <a:miter lim="400000"/>
            </a:ln>
            <a:effectLst/>
          </p:spPr>
        </p:pic>
        <p:pic>
          <p:nvPicPr>
            <p:cNvPr id="10" name="Image" descr="Image">
              <a:extLst>
                <a:ext uri="{FF2B5EF4-FFF2-40B4-BE49-F238E27FC236}">
                  <a16:creationId xmlns:a16="http://schemas.microsoft.com/office/drawing/2014/main" id="{FF606EC9-F598-701C-CF2B-AC339348BD1A}"/>
                </a:ext>
              </a:extLst>
            </p:cNvPr>
            <p:cNvPicPr>
              <a:picLocks noChangeAspect="1"/>
            </p:cNvPicPr>
            <p:nvPr/>
          </p:nvPicPr>
          <p:blipFill>
            <a:blip r:embed="rId8"/>
            <a:srcRect t="88153" r="78332"/>
            <a:stretch>
              <a:fillRect/>
            </a:stretch>
          </p:blipFill>
          <p:spPr>
            <a:xfrm>
              <a:off x="-2850027" y="1390294"/>
              <a:ext cx="601633" cy="623878"/>
            </a:xfrm>
            <a:prstGeom prst="rect">
              <a:avLst/>
            </a:prstGeom>
            <a:ln w="12700" cap="flat">
              <a:noFill/>
              <a:miter lim="400000"/>
            </a:ln>
            <a:effectLst/>
          </p:spPr>
        </p:pic>
        <p:pic>
          <p:nvPicPr>
            <p:cNvPr id="11" name="Image" descr="Image">
              <a:extLst>
                <a:ext uri="{FF2B5EF4-FFF2-40B4-BE49-F238E27FC236}">
                  <a16:creationId xmlns:a16="http://schemas.microsoft.com/office/drawing/2014/main" id="{1DD6A07B-1CB5-B903-09DB-950559FCE4E0}"/>
                </a:ext>
              </a:extLst>
            </p:cNvPr>
            <p:cNvPicPr>
              <a:picLocks noChangeAspect="1"/>
            </p:cNvPicPr>
            <p:nvPr/>
          </p:nvPicPr>
          <p:blipFill>
            <a:blip r:embed="rId8"/>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701029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5240000" y="4320116"/>
            <a:ext cx="3535680" cy="3535680"/>
          </a:xfrm>
          <a:prstGeom prst="rect">
            <a:avLst/>
          </a:prstGeom>
        </p:spPr>
      </p:pic>
      <p:pic>
        <p:nvPicPr>
          <p:cNvPr id="6" name="Picture 5">
            <a:extLst>
              <a:ext uri="{FF2B5EF4-FFF2-40B4-BE49-F238E27FC236}">
                <a16:creationId xmlns:a16="http://schemas.microsoft.com/office/drawing/2014/main" id="{8D1F61AE-0C1A-636C-687E-207E2A2A70F6}"/>
              </a:ext>
              <a:ext uri="{C183D7F6-B498-43B3-948B-1728B52AA6E4}">
                <adec:decorative xmlns:adec="http://schemas.microsoft.com/office/drawing/2017/decorative" val="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A734540B-EB64-130D-3523-93575103ED02}"/>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5953221E-8F74-C3B9-7C70-CFB02A3B7E6C}"/>
                </a:ext>
              </a:extLst>
            </p:cNvPr>
            <p:cNvPicPr>
              <a:picLocks noChangeAspect="1"/>
            </p:cNvPicPr>
            <p:nvPr/>
          </p:nvPicPr>
          <p:blipFill>
            <a:blip r:embed="rId4"/>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49A2096B-323B-F3EF-7CC9-DF562AC8C228}"/>
                </a:ext>
              </a:extLst>
            </p:cNvPr>
            <p:cNvPicPr>
              <a:picLocks noChangeAspect="1"/>
            </p:cNvPicPr>
            <p:nvPr/>
          </p:nvPicPr>
          <p:blipFill>
            <a:blip r:embed="rId5"/>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8B7EE6C9-8BC7-CD09-089B-BA35D919D1CC}"/>
                </a:ext>
              </a:extLst>
            </p:cNvPr>
            <p:cNvPicPr>
              <a:picLocks noChangeAspect="1"/>
            </p:cNvPicPr>
            <p:nvPr/>
          </p:nvPicPr>
          <p:blipFill>
            <a:blip r:embed="rId5"/>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22704086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D5210B6C-2009-3AB9-2B36-C9C111BD1FBB}"/>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6BFD5909-E19C-D820-5C51-280C15B09CBC}"/>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8B08C927-B7A0-43BA-4100-83612BFB59A9}"/>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6AFC5A1D-896A-4BE5-A25A-A0172137210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58C85CFC-A584-60C9-398C-FC5F3B10CF07}"/>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77924557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287110" y="8648744"/>
            <a:ext cx="1403521" cy="1403521"/>
          </a:xfrm>
          <a:prstGeom prst="rect">
            <a:avLst/>
          </a:prstGeom>
        </p:spPr>
      </p:pic>
      <p:pic>
        <p:nvPicPr>
          <p:cNvPr id="7" name="Picture 6">
            <a:extLst>
              <a:ext uri="{FF2B5EF4-FFF2-40B4-BE49-F238E27FC236}">
                <a16:creationId xmlns:a16="http://schemas.microsoft.com/office/drawing/2014/main" id="{D0C22165-28E5-078B-D527-EB85E34E9D08}"/>
              </a:ext>
              <a:ext uri="{C183D7F6-B498-43B3-948B-1728B52AA6E4}">
                <adec:decorative xmlns:adec="http://schemas.microsoft.com/office/drawing/2017/decorative" val="1"/>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8" name="Group">
            <a:extLst>
              <a:ext uri="{FF2B5EF4-FFF2-40B4-BE49-F238E27FC236}">
                <a16:creationId xmlns:a16="http://schemas.microsoft.com/office/drawing/2014/main" id="{1AB01AB1-EADC-77A2-A940-2DE69B7ABE8E}"/>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3B174F11-D671-E0EF-C5C9-332FF7B2255D}"/>
                </a:ext>
              </a:extLst>
            </p:cNvPr>
            <p:cNvPicPr>
              <a:picLocks noChangeAspect="1"/>
            </p:cNvPicPr>
            <p:nvPr/>
          </p:nvPicPr>
          <p:blipFill>
            <a:blip r:embed="rId5"/>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B2D60E6B-CEFB-1201-1ABC-A47A5C6DEDA7}"/>
                </a:ext>
              </a:extLst>
            </p:cNvPr>
            <p:cNvPicPr>
              <a:picLocks noChangeAspect="1"/>
            </p:cNvPicPr>
            <p:nvPr/>
          </p:nvPicPr>
          <p:blipFill>
            <a:blip r:embed="rId6"/>
            <a:srcRect t="88153" r="78332"/>
            <a:stretch>
              <a:fillRect/>
            </a:stretch>
          </p:blipFill>
          <p:spPr>
            <a:xfrm>
              <a:off x="-2850027" y="1390294"/>
              <a:ext cx="601633" cy="623878"/>
            </a:xfrm>
            <a:prstGeom prst="rect">
              <a:avLst/>
            </a:prstGeom>
            <a:ln w="12700" cap="flat">
              <a:noFill/>
              <a:miter lim="400000"/>
            </a:ln>
            <a:effectLst/>
          </p:spPr>
        </p:pic>
        <p:pic>
          <p:nvPicPr>
            <p:cNvPr id="14" name="Image" descr="Image">
              <a:extLst>
                <a:ext uri="{FF2B5EF4-FFF2-40B4-BE49-F238E27FC236}">
                  <a16:creationId xmlns:a16="http://schemas.microsoft.com/office/drawing/2014/main" id="{3ECE39F8-02C5-64A7-9AC5-4BDC8C44E368}"/>
                </a:ext>
              </a:extLst>
            </p:cNvPr>
            <p:cNvPicPr>
              <a:picLocks noChangeAspect="1"/>
            </p:cNvPicPr>
            <p:nvPr/>
          </p:nvPicPr>
          <p:blipFill>
            <a:blip r:embed="rId6"/>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81101224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0079C9F5-AAFF-0002-246E-C6EBF2351B3C}"/>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9954499-52C9-37B8-CE68-E31F97D9B97E}"/>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1827E7EE-F7D7-B912-1873-48F271C754AF}"/>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97CC2254-DB2F-2222-3ACB-0F4D49DF246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1DEA3358-B0D8-2D88-2DDF-CD2824CEACE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3404523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570897"/>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270476"/>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949262"/>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628048"/>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306834"/>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7" name="Picture 6">
            <a:extLst>
              <a:ext uri="{FF2B5EF4-FFF2-40B4-BE49-F238E27FC236}">
                <a16:creationId xmlns:a16="http://schemas.microsoft.com/office/drawing/2014/main" id="{9F9AF533-B5F6-1F4C-DB2A-D5C619F6972D}"/>
              </a:ext>
              <a:ext uri="{C183D7F6-B498-43B3-948B-1728B52AA6E4}">
                <adec:decorative xmlns:adec="http://schemas.microsoft.com/office/drawing/2017/decorative" val="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CACAE48A-1410-60E4-FCE8-EBA95AD9A7D1}"/>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835D3321-F5AB-7B39-240A-709C3EABC96A}"/>
                </a:ext>
              </a:extLst>
            </p:cNvPr>
            <p:cNvPicPr>
              <a:picLocks noChangeAspect="1"/>
            </p:cNvPicPr>
            <p:nvPr/>
          </p:nvPicPr>
          <p:blipFill>
            <a:blip r:embed="rId4"/>
            <a:stretch>
              <a:fillRect/>
            </a:stretch>
          </p:blipFill>
          <p:spPr>
            <a:xfrm>
              <a:off x="-2864398" y="-1"/>
              <a:ext cx="630382" cy="1359672"/>
            </a:xfrm>
            <a:prstGeom prst="rect">
              <a:avLst/>
            </a:prstGeom>
            <a:ln w="12700" cap="flat">
              <a:noFill/>
              <a:miter lim="400000"/>
            </a:ln>
            <a:effectLst/>
          </p:spPr>
        </p:pic>
        <p:pic>
          <p:nvPicPr>
            <p:cNvPr id="11" name="Image" descr="Image">
              <a:extLst>
                <a:ext uri="{FF2B5EF4-FFF2-40B4-BE49-F238E27FC236}">
                  <a16:creationId xmlns:a16="http://schemas.microsoft.com/office/drawing/2014/main" id="{9A5045C5-E6D9-0C02-A60D-808D1A46D9CC}"/>
                </a:ext>
              </a:extLst>
            </p:cNvPr>
            <p:cNvPicPr>
              <a:picLocks noChangeAspect="1"/>
            </p:cNvPicPr>
            <p:nvPr/>
          </p:nvPicPr>
          <p:blipFill>
            <a:blip r:embed="rId5"/>
            <a:srcRect t="88153" r="78332"/>
            <a:stretch>
              <a:fillRect/>
            </a:stretch>
          </p:blipFill>
          <p:spPr>
            <a:xfrm>
              <a:off x="-2850027" y="1390294"/>
              <a:ext cx="601633" cy="623878"/>
            </a:xfrm>
            <a:prstGeom prst="rect">
              <a:avLst/>
            </a:prstGeom>
            <a:ln w="12700" cap="flat">
              <a:noFill/>
              <a:miter lim="400000"/>
            </a:ln>
            <a:effectLst/>
          </p:spPr>
        </p:pic>
        <p:pic>
          <p:nvPicPr>
            <p:cNvPr id="12" name="Image" descr="Image">
              <a:extLst>
                <a:ext uri="{FF2B5EF4-FFF2-40B4-BE49-F238E27FC236}">
                  <a16:creationId xmlns:a16="http://schemas.microsoft.com/office/drawing/2014/main" id="{5C378790-9194-7CF7-64F2-DCDC541DE747}"/>
                </a:ext>
              </a:extLst>
            </p:cNvPr>
            <p:cNvPicPr>
              <a:picLocks noChangeAspect="1"/>
            </p:cNvPicPr>
            <p:nvPr/>
          </p:nvPicPr>
          <p:blipFill>
            <a:blip r:embed="rId5"/>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51361529"/>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8EBE46FE-17DA-131C-25CA-513E1EB2D6D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9D08008-1FC5-26A6-E9A3-34742000683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27320987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C5851190-1E16-8731-05F7-9E415A2E72A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16478055-4CD9-7AD2-1E0C-062019F0D612}"/>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10994172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0F9371B-F92F-AED8-457A-F4BAE6779B8C}"/>
              </a:ext>
            </a:extLst>
          </p:cNvPr>
          <p:cNvSpPr>
            <a:spLocks noGrp="1"/>
          </p:cNvSpPr>
          <p:nvPr>
            <p:ph type="body" sz="quarter" idx="1"/>
          </p:nvPr>
        </p:nvSpPr>
        <p:spPr/>
        <p:txBody>
          <a:bodyPr/>
          <a:lstStyle/>
          <a:p>
            <a:r>
              <a:rPr lang="en-US" dirty="0"/>
              <a:t>Session 12</a:t>
            </a:r>
          </a:p>
        </p:txBody>
      </p:sp>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p:txBody>
          <a:bodyPr>
            <a:normAutofit/>
          </a:bodyPr>
          <a:lstStyle/>
          <a:p>
            <a:r>
              <a:rPr lang="en-US" b="1" dirty="0"/>
              <a:t>Greedy methods: Activity selection problem</a:t>
            </a:r>
            <a:endParaRPr lang="en-ID" b="1" dirty="0"/>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a:xfrm>
            <a:off x="9079728" y="11538583"/>
            <a:ext cx="6224545" cy="745888"/>
          </a:xfrm>
        </p:spPr>
        <p:txBody>
          <a:bodyPr/>
          <a:lstStyle/>
          <a:p>
            <a:r>
              <a:rPr lang="en-US" dirty="0"/>
              <a:t>Nikita Ananda Putri Masaling, </a:t>
            </a:r>
            <a:r>
              <a:rPr lang="en-US" dirty="0" err="1"/>
              <a:t>S.Kom</a:t>
            </a:r>
            <a:r>
              <a:rPr lang="en-US" dirty="0"/>
              <a:t>., </a:t>
            </a:r>
            <a:r>
              <a:rPr lang="en-US" dirty="0" err="1"/>
              <a:t>M.Kom</a:t>
            </a:r>
            <a:r>
              <a:rPr lang="en-US" dirty="0"/>
              <a:t>.</a:t>
            </a:r>
          </a:p>
        </p:txBody>
      </p:sp>
    </p:spTree>
    <p:extLst>
      <p:ext uri="{BB962C8B-B14F-4D97-AF65-F5344CB8AC3E}">
        <p14:creationId xmlns:p14="http://schemas.microsoft.com/office/powerpoint/2010/main" val="3807564589"/>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EE913-EE39-C321-5882-05A506DB3444}"/>
              </a:ext>
            </a:extLst>
          </p:cNvPr>
          <p:cNvSpPr>
            <a:spLocks noGrp="1"/>
          </p:cNvSpPr>
          <p:nvPr>
            <p:ph type="title"/>
          </p:nvPr>
        </p:nvSpPr>
        <p:spPr/>
        <p:txBody>
          <a:bodyPr>
            <a:normAutofit fontScale="90000"/>
          </a:bodyPr>
          <a:lstStyle/>
          <a:p>
            <a:r>
              <a:rPr lang="en-US" dirty="0"/>
              <a:t>Outline materials</a:t>
            </a:r>
            <a:endParaRPr lang="en-ID" dirty="0"/>
          </a:p>
        </p:txBody>
      </p:sp>
      <p:sp>
        <p:nvSpPr>
          <p:cNvPr id="3" name="Text Placeholder 2">
            <a:extLst>
              <a:ext uri="{FF2B5EF4-FFF2-40B4-BE49-F238E27FC236}">
                <a16:creationId xmlns:a16="http://schemas.microsoft.com/office/drawing/2014/main" id="{0002D373-5BC5-C51D-92C2-C090C3857861}"/>
              </a:ext>
            </a:extLst>
          </p:cNvPr>
          <p:cNvSpPr>
            <a:spLocks noGrp="1"/>
          </p:cNvSpPr>
          <p:nvPr>
            <p:ph type="body" sz="quarter" idx="10"/>
          </p:nvPr>
        </p:nvSpPr>
        <p:spPr/>
        <p:txBody>
          <a:bodyPr/>
          <a:lstStyle/>
          <a:p>
            <a:r>
              <a:rPr lang="en-ID" dirty="0"/>
              <a:t>Session 12</a:t>
            </a:r>
          </a:p>
        </p:txBody>
      </p:sp>
      <p:sp>
        <p:nvSpPr>
          <p:cNvPr id="4" name="Content Placeholder 3">
            <a:extLst>
              <a:ext uri="{FF2B5EF4-FFF2-40B4-BE49-F238E27FC236}">
                <a16:creationId xmlns:a16="http://schemas.microsoft.com/office/drawing/2014/main" id="{72B426B6-A02E-F758-7A2B-554FFF354A1A}"/>
              </a:ext>
            </a:extLst>
          </p:cNvPr>
          <p:cNvSpPr>
            <a:spLocks noGrp="1"/>
          </p:cNvSpPr>
          <p:nvPr>
            <p:ph sz="quarter" idx="11"/>
          </p:nvPr>
        </p:nvSpPr>
        <p:spPr/>
        <p:txBody>
          <a:bodyPr>
            <a:normAutofit/>
          </a:bodyPr>
          <a:lstStyle/>
          <a:p>
            <a:r>
              <a:rPr lang="en-US" dirty="0"/>
              <a:t>Activity-selection problem</a:t>
            </a:r>
          </a:p>
          <a:p>
            <a:r>
              <a:rPr lang="en-US" dirty="0"/>
              <a:t>Recursive greedy algorithm</a:t>
            </a:r>
          </a:p>
          <a:p>
            <a:r>
              <a:rPr lang="en-US" dirty="0"/>
              <a:t>Iterative greedy algorithm</a:t>
            </a:r>
          </a:p>
          <a:p>
            <a:r>
              <a:rPr lang="en-US" dirty="0"/>
              <a:t>Elements of greedy strategy</a:t>
            </a:r>
          </a:p>
          <a:p>
            <a:r>
              <a:rPr lang="en-ID" dirty="0"/>
              <a:t>Exchange argument proof technique</a:t>
            </a:r>
            <a:endParaRPr lang="en-US" dirty="0"/>
          </a:p>
          <a:p>
            <a:r>
              <a:rPr lang="en-US" dirty="0"/>
              <a:t>Huffman Code</a:t>
            </a:r>
          </a:p>
        </p:txBody>
      </p:sp>
    </p:spTree>
    <p:extLst>
      <p:ext uri="{BB962C8B-B14F-4D97-AF65-F5344CB8AC3E}">
        <p14:creationId xmlns:p14="http://schemas.microsoft.com/office/powerpoint/2010/main" val="2766454393"/>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61F8D-55B0-83E8-D26D-92158A9820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3251A2-AC99-FA15-EE33-A71934EB4DA6}"/>
              </a:ext>
            </a:extLst>
          </p:cNvPr>
          <p:cNvSpPr>
            <a:spLocks noGrp="1"/>
          </p:cNvSpPr>
          <p:nvPr>
            <p:ph type="title"/>
          </p:nvPr>
        </p:nvSpPr>
        <p:spPr/>
        <p:txBody>
          <a:bodyPr>
            <a:normAutofit fontScale="90000"/>
          </a:bodyPr>
          <a:lstStyle/>
          <a:p>
            <a:r>
              <a:rPr lang="en-US" dirty="0"/>
              <a:t>Learning Outcomes</a:t>
            </a:r>
            <a:endParaRPr lang="en-ID" dirty="0"/>
          </a:p>
        </p:txBody>
      </p:sp>
      <p:sp>
        <p:nvSpPr>
          <p:cNvPr id="3" name="Text Placeholder 2">
            <a:extLst>
              <a:ext uri="{FF2B5EF4-FFF2-40B4-BE49-F238E27FC236}">
                <a16:creationId xmlns:a16="http://schemas.microsoft.com/office/drawing/2014/main" id="{F310198E-B608-50F8-3760-250A6613ACB0}"/>
              </a:ext>
            </a:extLst>
          </p:cNvPr>
          <p:cNvSpPr>
            <a:spLocks noGrp="1"/>
          </p:cNvSpPr>
          <p:nvPr>
            <p:ph type="body" sz="quarter" idx="10"/>
          </p:nvPr>
        </p:nvSpPr>
        <p:spPr/>
        <p:txBody>
          <a:bodyPr/>
          <a:lstStyle/>
          <a:p>
            <a:r>
              <a:rPr lang="en-ID" dirty="0"/>
              <a:t>Session 12</a:t>
            </a:r>
          </a:p>
        </p:txBody>
      </p:sp>
      <p:sp>
        <p:nvSpPr>
          <p:cNvPr id="4" name="Content Placeholder 3">
            <a:extLst>
              <a:ext uri="{FF2B5EF4-FFF2-40B4-BE49-F238E27FC236}">
                <a16:creationId xmlns:a16="http://schemas.microsoft.com/office/drawing/2014/main" id="{316C8106-38DC-428F-D042-636BD720D8EB}"/>
              </a:ext>
            </a:extLst>
          </p:cNvPr>
          <p:cNvSpPr>
            <a:spLocks noGrp="1"/>
          </p:cNvSpPr>
          <p:nvPr>
            <p:ph sz="quarter" idx="11"/>
          </p:nvPr>
        </p:nvSpPr>
        <p:spPr/>
        <p:txBody>
          <a:bodyPr>
            <a:normAutofit/>
          </a:bodyPr>
          <a:lstStyle/>
          <a:p>
            <a:pPr marL="0" indent="0">
              <a:buNone/>
            </a:pPr>
            <a:r>
              <a:rPr lang="en-US" dirty="0"/>
              <a:t>By the end of this session, students will be able to:</a:t>
            </a:r>
          </a:p>
          <a:p>
            <a:pPr algn="just"/>
            <a:r>
              <a:rPr lang="en-US" dirty="0"/>
              <a:t>LO 1: </a:t>
            </a:r>
            <a:r>
              <a:rPr lang="en-ID" dirty="0"/>
              <a:t>Evaluate the time and space complexity of algorithms using asymptotic notation and formal analysis methods, and prove algorithm correctness using loop invariants, induction, or exchange arguments.</a:t>
            </a:r>
            <a:endParaRPr lang="en-US" dirty="0"/>
          </a:p>
          <a:p>
            <a:pPr algn="just"/>
            <a:r>
              <a:rPr lang="en-US" dirty="0"/>
              <a:t>LO 3: </a:t>
            </a:r>
            <a:r>
              <a:rPr lang="en-ID" dirty="0"/>
              <a:t>Design solutions to unfamiliar computational problems by selecting and applying appropriate strategies including Divide and Conquer, Greedy, Dynamic Programming, and Backtracking.</a:t>
            </a:r>
            <a:endParaRPr lang="en-US" dirty="0"/>
          </a:p>
        </p:txBody>
      </p:sp>
    </p:spTree>
    <p:extLst>
      <p:ext uri="{BB962C8B-B14F-4D97-AF65-F5344CB8AC3E}">
        <p14:creationId xmlns:p14="http://schemas.microsoft.com/office/powerpoint/2010/main" val="184663633"/>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EE913-EE39-C321-5882-05A506DB3444}"/>
              </a:ext>
            </a:extLst>
          </p:cNvPr>
          <p:cNvSpPr>
            <a:spLocks noGrp="1"/>
          </p:cNvSpPr>
          <p:nvPr>
            <p:ph type="title"/>
          </p:nvPr>
        </p:nvSpPr>
        <p:spPr/>
        <p:txBody>
          <a:bodyPr>
            <a:normAutofit fontScale="90000"/>
          </a:bodyPr>
          <a:lstStyle/>
          <a:p>
            <a:r>
              <a:rPr lang="en-US" dirty="0"/>
              <a:t>Activity selection problem</a:t>
            </a:r>
            <a:endParaRPr lang="en-ID" dirty="0"/>
          </a:p>
        </p:txBody>
      </p:sp>
      <p:sp>
        <p:nvSpPr>
          <p:cNvPr id="3" name="Text Placeholder 2">
            <a:extLst>
              <a:ext uri="{FF2B5EF4-FFF2-40B4-BE49-F238E27FC236}">
                <a16:creationId xmlns:a16="http://schemas.microsoft.com/office/drawing/2014/main" id="{0002D373-5BC5-C51D-92C2-C090C3857861}"/>
              </a:ext>
            </a:extLst>
          </p:cNvPr>
          <p:cNvSpPr>
            <a:spLocks noGrp="1"/>
          </p:cNvSpPr>
          <p:nvPr>
            <p:ph type="body" sz="quarter" idx="10"/>
          </p:nvPr>
        </p:nvSpPr>
        <p:spPr/>
        <p:txBody>
          <a:bodyPr/>
          <a:lstStyle/>
          <a:p>
            <a:r>
              <a:rPr lang="en-ID" dirty="0"/>
              <a:t>definition</a:t>
            </a:r>
          </a:p>
        </p:txBody>
      </p:sp>
      <p:sp>
        <p:nvSpPr>
          <p:cNvPr id="4" name="Content Placeholder 3">
            <a:extLst>
              <a:ext uri="{FF2B5EF4-FFF2-40B4-BE49-F238E27FC236}">
                <a16:creationId xmlns:a16="http://schemas.microsoft.com/office/drawing/2014/main" id="{72B426B6-A02E-F758-7A2B-554FFF354A1A}"/>
              </a:ext>
            </a:extLst>
          </p:cNvPr>
          <p:cNvSpPr>
            <a:spLocks noGrp="1"/>
          </p:cNvSpPr>
          <p:nvPr>
            <p:ph sz="quarter" idx="11"/>
          </p:nvPr>
        </p:nvSpPr>
        <p:spPr/>
        <p:txBody>
          <a:bodyPr>
            <a:normAutofit/>
          </a:bodyPr>
          <a:lstStyle/>
          <a:p>
            <a:r>
              <a:rPr lang="en-US" dirty="0"/>
              <a:t>The activity selection problem is a classic optimization problem that involves selecting a maximum-size subset of mutually compatible activities from a given set of activities, each with a start time and finish time. </a:t>
            </a:r>
          </a:p>
          <a:p>
            <a:r>
              <a:rPr lang="en-US" dirty="0"/>
              <a:t>The objective is to choose the largest possible set of activities that do not overlap in time.</a:t>
            </a:r>
          </a:p>
        </p:txBody>
      </p:sp>
    </p:spTree>
    <p:extLst>
      <p:ext uri="{BB962C8B-B14F-4D97-AF65-F5344CB8AC3E}">
        <p14:creationId xmlns:p14="http://schemas.microsoft.com/office/powerpoint/2010/main" val="1889462471"/>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1CD52-F5D9-4CC0-2959-87ACEF1B23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B459FF-28F7-0552-5943-87E0154C961D}"/>
              </a:ext>
            </a:extLst>
          </p:cNvPr>
          <p:cNvSpPr>
            <a:spLocks noGrp="1"/>
          </p:cNvSpPr>
          <p:nvPr>
            <p:ph type="title"/>
          </p:nvPr>
        </p:nvSpPr>
        <p:spPr/>
        <p:txBody>
          <a:bodyPr>
            <a:normAutofit fontScale="90000"/>
          </a:bodyPr>
          <a:lstStyle/>
          <a:p>
            <a:r>
              <a:rPr lang="en-US" dirty="0"/>
              <a:t>Activity selection problem</a:t>
            </a:r>
            <a:endParaRPr lang="en-ID" dirty="0"/>
          </a:p>
        </p:txBody>
      </p:sp>
      <p:sp>
        <p:nvSpPr>
          <p:cNvPr id="3" name="Text Placeholder 2">
            <a:extLst>
              <a:ext uri="{FF2B5EF4-FFF2-40B4-BE49-F238E27FC236}">
                <a16:creationId xmlns:a16="http://schemas.microsoft.com/office/drawing/2014/main" id="{B90F0A93-1A53-3A74-A118-039E1A96A8E9}"/>
              </a:ext>
            </a:extLst>
          </p:cNvPr>
          <p:cNvSpPr>
            <a:spLocks noGrp="1"/>
          </p:cNvSpPr>
          <p:nvPr>
            <p:ph type="body" sz="quarter" idx="10"/>
          </p:nvPr>
        </p:nvSpPr>
        <p:spPr/>
        <p:txBody>
          <a:bodyPr/>
          <a:lstStyle/>
          <a:p>
            <a:r>
              <a:rPr lang="en-ID" dirty="0"/>
              <a:t>definition</a:t>
            </a:r>
          </a:p>
        </p:txBody>
      </p:sp>
      <p:pic>
        <p:nvPicPr>
          <p:cNvPr id="7" name="Picture 2" descr="Activity Selection Problem - javatpoint">
            <a:extLst>
              <a:ext uri="{FF2B5EF4-FFF2-40B4-BE49-F238E27FC236}">
                <a16:creationId xmlns:a16="http://schemas.microsoft.com/office/drawing/2014/main" id="{96777870-B641-E163-612C-85CC2D257E1A}"/>
              </a:ext>
            </a:extLst>
          </p:cNvPr>
          <p:cNvPicPr>
            <a:picLocks noGrp="1" noChangeAspect="1" noChangeArrowheads="1"/>
          </p:cNvPicPr>
          <p:nvPr>
            <p:ph sz="quarter" idx="11"/>
          </p:nvPr>
        </p:nvPicPr>
        <p:blipFill>
          <a:blip r:embed="rId3">
            <a:extLst>
              <a:ext uri="{28A0092B-C50C-407E-A947-70E740481C1C}">
                <a14:useLocalDpi xmlns:a14="http://schemas.microsoft.com/office/drawing/2010/main" val="0"/>
              </a:ext>
            </a:extLst>
          </a:blip>
          <a:srcRect/>
          <a:stretch>
            <a:fillRect/>
          </a:stretch>
        </p:blipFill>
        <p:spPr bwMode="auto">
          <a:xfrm>
            <a:off x="5514380" y="3530881"/>
            <a:ext cx="12843744" cy="87627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1171744"/>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353E3-30E1-C8FC-1F56-408183369D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3ED448-8AEE-1B0C-AFC2-4374E9A0E769}"/>
              </a:ext>
            </a:extLst>
          </p:cNvPr>
          <p:cNvSpPr>
            <a:spLocks noGrp="1"/>
          </p:cNvSpPr>
          <p:nvPr>
            <p:ph type="title"/>
          </p:nvPr>
        </p:nvSpPr>
        <p:spPr/>
        <p:txBody>
          <a:bodyPr>
            <a:normAutofit fontScale="90000"/>
          </a:bodyPr>
          <a:lstStyle/>
          <a:p>
            <a:r>
              <a:rPr lang="en-US" dirty="0"/>
              <a:t>Activity selection problem</a:t>
            </a:r>
            <a:endParaRPr lang="en-ID" dirty="0"/>
          </a:p>
        </p:txBody>
      </p:sp>
      <p:sp>
        <p:nvSpPr>
          <p:cNvPr id="3" name="Text Placeholder 2">
            <a:extLst>
              <a:ext uri="{FF2B5EF4-FFF2-40B4-BE49-F238E27FC236}">
                <a16:creationId xmlns:a16="http://schemas.microsoft.com/office/drawing/2014/main" id="{D0691E3D-832F-7A47-8DFF-D245599223D8}"/>
              </a:ext>
            </a:extLst>
          </p:cNvPr>
          <p:cNvSpPr>
            <a:spLocks noGrp="1"/>
          </p:cNvSpPr>
          <p:nvPr>
            <p:ph type="body" sz="quarter" idx="10"/>
          </p:nvPr>
        </p:nvSpPr>
        <p:spPr/>
        <p:txBody>
          <a:bodyPr/>
          <a:lstStyle/>
          <a:p>
            <a:r>
              <a:rPr lang="en-ID" dirty="0"/>
              <a:t>definition</a:t>
            </a:r>
          </a:p>
        </p:txBody>
      </p:sp>
      <p:sp>
        <p:nvSpPr>
          <p:cNvPr id="4" name="Content Placeholder 3">
            <a:extLst>
              <a:ext uri="{FF2B5EF4-FFF2-40B4-BE49-F238E27FC236}">
                <a16:creationId xmlns:a16="http://schemas.microsoft.com/office/drawing/2014/main" id="{38558D4C-EC3C-F5ED-9821-B97912CE628F}"/>
              </a:ext>
            </a:extLst>
          </p:cNvPr>
          <p:cNvSpPr>
            <a:spLocks noGrp="1"/>
          </p:cNvSpPr>
          <p:nvPr>
            <p:ph sz="quarter" idx="11"/>
          </p:nvPr>
        </p:nvSpPr>
        <p:spPr/>
        <p:txBody>
          <a:bodyPr/>
          <a:lstStyle/>
          <a:p>
            <a:r>
              <a:rPr lang="en-US" dirty="0"/>
              <a:t>Formally, let A = {a1, a2, ..., an} be a set of n activities, where each activity ai is characterized by its start time </a:t>
            </a:r>
            <a:r>
              <a:rPr lang="en-US" dirty="0" err="1"/>
              <a:t>si</a:t>
            </a:r>
            <a:r>
              <a:rPr lang="en-US" dirty="0"/>
              <a:t> and finish time fi, such that 0 ≤ </a:t>
            </a:r>
            <a:r>
              <a:rPr lang="en-US" dirty="0" err="1"/>
              <a:t>si</a:t>
            </a:r>
            <a:r>
              <a:rPr lang="en-US" dirty="0"/>
              <a:t> &lt; fi for all </a:t>
            </a:r>
            <a:r>
              <a:rPr lang="en-US" dirty="0" err="1"/>
              <a:t>i</a:t>
            </a:r>
            <a:r>
              <a:rPr lang="en-US" dirty="0"/>
              <a:t>. </a:t>
            </a:r>
          </a:p>
          <a:p>
            <a:r>
              <a:rPr lang="en-US" dirty="0"/>
              <a:t>The goal is to find a subset S ⊆ A, such that no two activities in S overlap in time, and |S| (the cardinality of S) is maximized.</a:t>
            </a:r>
          </a:p>
          <a:p>
            <a:r>
              <a:rPr lang="en-US" dirty="0"/>
              <a:t>In other words, we want to select activities in such a way that they do not conflict with each other, and we aim to find the largest possible number of non-overlapping activities.</a:t>
            </a:r>
          </a:p>
        </p:txBody>
      </p:sp>
    </p:spTree>
    <p:extLst>
      <p:ext uri="{BB962C8B-B14F-4D97-AF65-F5344CB8AC3E}">
        <p14:creationId xmlns:p14="http://schemas.microsoft.com/office/powerpoint/2010/main" val="3158069888"/>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D2D4C-4226-81F8-2D17-B0B6493B53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0FBD47-8CA0-2577-16B0-AA3D0A0EBD39}"/>
              </a:ext>
            </a:extLst>
          </p:cNvPr>
          <p:cNvSpPr>
            <a:spLocks noGrp="1"/>
          </p:cNvSpPr>
          <p:nvPr>
            <p:ph type="title"/>
          </p:nvPr>
        </p:nvSpPr>
        <p:spPr/>
        <p:txBody>
          <a:bodyPr>
            <a:normAutofit fontScale="90000"/>
          </a:bodyPr>
          <a:lstStyle/>
          <a:p>
            <a:r>
              <a:rPr lang="en-US" dirty="0"/>
              <a:t>Activity selection problem</a:t>
            </a:r>
            <a:endParaRPr lang="en-ID" dirty="0"/>
          </a:p>
        </p:txBody>
      </p:sp>
      <p:sp>
        <p:nvSpPr>
          <p:cNvPr id="3" name="Text Placeholder 2">
            <a:extLst>
              <a:ext uri="{FF2B5EF4-FFF2-40B4-BE49-F238E27FC236}">
                <a16:creationId xmlns:a16="http://schemas.microsoft.com/office/drawing/2014/main" id="{5B4A74E5-77D0-0230-B6BD-6EA94556AD8D}"/>
              </a:ext>
            </a:extLst>
          </p:cNvPr>
          <p:cNvSpPr>
            <a:spLocks noGrp="1"/>
          </p:cNvSpPr>
          <p:nvPr>
            <p:ph type="body" sz="quarter" idx="10"/>
          </p:nvPr>
        </p:nvSpPr>
        <p:spPr/>
        <p:txBody>
          <a:bodyPr/>
          <a:lstStyle/>
          <a:p>
            <a:r>
              <a:rPr lang="en-ID" dirty="0"/>
              <a:t>definition</a:t>
            </a:r>
          </a:p>
        </p:txBody>
      </p:sp>
      <p:sp>
        <p:nvSpPr>
          <p:cNvPr id="4" name="Content Placeholder 3">
            <a:extLst>
              <a:ext uri="{FF2B5EF4-FFF2-40B4-BE49-F238E27FC236}">
                <a16:creationId xmlns:a16="http://schemas.microsoft.com/office/drawing/2014/main" id="{EEEF3FD8-C226-D16A-27A2-E1E75D2F35D7}"/>
              </a:ext>
            </a:extLst>
          </p:cNvPr>
          <p:cNvSpPr>
            <a:spLocks noGrp="1"/>
          </p:cNvSpPr>
          <p:nvPr>
            <p:ph sz="quarter" idx="11"/>
          </p:nvPr>
        </p:nvSpPr>
        <p:spPr/>
        <p:txBody>
          <a:bodyPr>
            <a:normAutofit/>
          </a:bodyPr>
          <a:lstStyle/>
          <a:p>
            <a:r>
              <a:rPr lang="en-US" dirty="0"/>
              <a:t>The activity selection problem can be solved efficiently using greedy algorithms, such as the greedy activity selection algorithm, which sorts the activities based on their finish times and selects the activities that are compatible with the previously selected activities. </a:t>
            </a:r>
          </a:p>
          <a:p>
            <a:r>
              <a:rPr lang="en-US" dirty="0"/>
              <a:t>The greedy approach provides an optimal solution for this problem.</a:t>
            </a:r>
          </a:p>
          <a:p>
            <a:r>
              <a:rPr lang="en-US" dirty="0"/>
              <a:t>We’ll develop a recursive greedy algorithm to solve the activity-selection problem.</a:t>
            </a:r>
          </a:p>
          <a:p>
            <a:r>
              <a:rPr lang="en-US" dirty="0"/>
              <a:t>Finally, we’ll complete the process of developing a greedy solution by converting the recursive algorithm to an iterative one.</a:t>
            </a:r>
          </a:p>
        </p:txBody>
      </p:sp>
    </p:spTree>
    <p:extLst>
      <p:ext uri="{BB962C8B-B14F-4D97-AF65-F5344CB8AC3E}">
        <p14:creationId xmlns:p14="http://schemas.microsoft.com/office/powerpoint/2010/main" val="1047959847"/>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4012E-4740-01DE-CC86-62597628FC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BB0B19-A8D0-26B0-1C3F-A5D3559BCF10}"/>
              </a:ext>
            </a:extLst>
          </p:cNvPr>
          <p:cNvSpPr>
            <a:spLocks noGrp="1"/>
          </p:cNvSpPr>
          <p:nvPr>
            <p:ph type="title"/>
          </p:nvPr>
        </p:nvSpPr>
        <p:spPr/>
        <p:txBody>
          <a:bodyPr>
            <a:normAutofit fontScale="90000"/>
          </a:bodyPr>
          <a:lstStyle/>
          <a:p>
            <a:r>
              <a:rPr lang="en-US" dirty="0"/>
              <a:t>Recursive greedy algorithm</a:t>
            </a:r>
            <a:endParaRPr lang="en-ID" dirty="0"/>
          </a:p>
        </p:txBody>
      </p:sp>
      <p:sp>
        <p:nvSpPr>
          <p:cNvPr id="4" name="Content Placeholder 3">
            <a:extLst>
              <a:ext uri="{FF2B5EF4-FFF2-40B4-BE49-F238E27FC236}">
                <a16:creationId xmlns:a16="http://schemas.microsoft.com/office/drawing/2014/main" id="{3EDB06CE-30E2-798F-0152-802997869B4B}"/>
              </a:ext>
            </a:extLst>
          </p:cNvPr>
          <p:cNvSpPr>
            <a:spLocks noGrp="1"/>
          </p:cNvSpPr>
          <p:nvPr>
            <p:ph sz="quarter" idx="11"/>
          </p:nvPr>
        </p:nvSpPr>
        <p:spPr/>
        <p:txBody>
          <a:bodyPr>
            <a:normAutofit/>
          </a:bodyPr>
          <a:lstStyle/>
          <a:p>
            <a:r>
              <a:rPr lang="en-US" dirty="0"/>
              <a:t>Let’s see a straightforward, recursive procedure to solve the activity-selection problem. </a:t>
            </a:r>
          </a:p>
          <a:p>
            <a:r>
              <a:rPr lang="en-US" dirty="0"/>
              <a:t>The procedure RECURSIVE-ACTIVITY-SELECTOR on the following page takes the start and finish times of the activities, represented as arrays s and f, the index k that defines the subproblem </a:t>
            </a:r>
            <a:r>
              <a:rPr lang="en-US" dirty="0" err="1"/>
              <a:t>Sk</a:t>
            </a:r>
            <a:r>
              <a:rPr lang="en-US" dirty="0"/>
              <a:t> it is to solve, and the size n of the original problem.</a:t>
            </a:r>
          </a:p>
          <a:p>
            <a:r>
              <a:rPr lang="en-US" dirty="0"/>
              <a:t>It returns a maximum-size set of mutually compatible activities in Sk.</a:t>
            </a:r>
          </a:p>
          <a:p>
            <a:r>
              <a:rPr lang="en-US" dirty="0"/>
              <a:t>The procedure assumes that the n input activities are already sorted by monotonically increasing finish time.</a:t>
            </a:r>
          </a:p>
        </p:txBody>
      </p:sp>
    </p:spTree>
    <p:extLst>
      <p:ext uri="{BB962C8B-B14F-4D97-AF65-F5344CB8AC3E}">
        <p14:creationId xmlns:p14="http://schemas.microsoft.com/office/powerpoint/2010/main" val="807749309"/>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80A6FB-7B2A-C2A7-01B6-AD72658AEA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A9FC0B-CDC6-8489-4E39-85F832A161B9}"/>
              </a:ext>
            </a:extLst>
          </p:cNvPr>
          <p:cNvSpPr>
            <a:spLocks noGrp="1"/>
          </p:cNvSpPr>
          <p:nvPr>
            <p:ph type="title"/>
          </p:nvPr>
        </p:nvSpPr>
        <p:spPr/>
        <p:txBody>
          <a:bodyPr>
            <a:normAutofit fontScale="90000"/>
          </a:bodyPr>
          <a:lstStyle/>
          <a:p>
            <a:r>
              <a:rPr lang="en-US" dirty="0"/>
              <a:t>Recursive greedy algorithm</a:t>
            </a:r>
            <a:endParaRPr lang="en-ID" dirty="0"/>
          </a:p>
        </p:txBody>
      </p:sp>
      <p:pic>
        <p:nvPicPr>
          <p:cNvPr id="6" name="Content Placeholder 1" descr="A picture containing text, font, screenshot, algebra&#10;&#10;Description automatically generated">
            <a:extLst>
              <a:ext uri="{FF2B5EF4-FFF2-40B4-BE49-F238E27FC236}">
                <a16:creationId xmlns:a16="http://schemas.microsoft.com/office/drawing/2014/main" id="{78443324-FC50-573E-82CD-DB9FF5F43F9C}"/>
              </a:ext>
            </a:extLst>
          </p:cNvPr>
          <p:cNvPicPr>
            <a:picLocks noGrp="1" noChangeAspect="1"/>
          </p:cNvPicPr>
          <p:nvPr>
            <p:ph sz="quarter" idx="11"/>
          </p:nvPr>
        </p:nvPicPr>
        <p:blipFill>
          <a:blip r:embed="rId3">
            <a:extLst>
              <a:ext uri="{28A0092B-C50C-407E-A947-70E740481C1C}">
                <a14:useLocalDpi xmlns:a14="http://schemas.microsoft.com/office/drawing/2010/main" val="0"/>
              </a:ext>
            </a:extLst>
          </a:blip>
          <a:stretch>
            <a:fillRect/>
          </a:stretch>
        </p:blipFill>
        <p:spPr>
          <a:xfrm>
            <a:off x="2591382" y="4600086"/>
            <a:ext cx="19201236" cy="5576829"/>
          </a:xfrm>
          <a:prstGeom prst="rect">
            <a:avLst/>
          </a:prstGeom>
        </p:spPr>
      </p:pic>
    </p:spTree>
    <p:extLst>
      <p:ext uri="{BB962C8B-B14F-4D97-AF65-F5344CB8AC3E}">
        <p14:creationId xmlns:p14="http://schemas.microsoft.com/office/powerpoint/2010/main" val="612336567"/>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1F0CE-03B5-CE3B-9C76-E91F9C3856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1D39D6-28CB-11F2-9179-322B2894483E}"/>
              </a:ext>
            </a:extLst>
          </p:cNvPr>
          <p:cNvSpPr>
            <a:spLocks noGrp="1"/>
          </p:cNvSpPr>
          <p:nvPr>
            <p:ph type="title"/>
          </p:nvPr>
        </p:nvSpPr>
        <p:spPr/>
        <p:txBody>
          <a:bodyPr>
            <a:normAutofit fontScale="90000"/>
          </a:bodyPr>
          <a:lstStyle/>
          <a:p>
            <a:r>
              <a:rPr lang="en-US" dirty="0"/>
              <a:t>Recursive greedy algorithm</a:t>
            </a:r>
            <a:endParaRPr lang="en-ID" dirty="0"/>
          </a:p>
        </p:txBody>
      </p:sp>
      <p:pic>
        <p:nvPicPr>
          <p:cNvPr id="5" name="Picture 4" descr="A picture containing text, font, white, number&#10;&#10;Description automatically generated">
            <a:extLst>
              <a:ext uri="{FF2B5EF4-FFF2-40B4-BE49-F238E27FC236}">
                <a16:creationId xmlns:a16="http://schemas.microsoft.com/office/drawing/2014/main" id="{EA4ADE74-3942-47C0-241D-6B6FE4064B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43029" y="3273927"/>
            <a:ext cx="10279833" cy="1972294"/>
          </a:xfrm>
          <a:prstGeom prst="rect">
            <a:avLst/>
          </a:prstGeom>
        </p:spPr>
      </p:pic>
      <p:pic>
        <p:nvPicPr>
          <p:cNvPr id="7" name="Content Placeholder 9" descr="A diagram of a recursive activity&#10;&#10;Description automatically generated with low confidence">
            <a:extLst>
              <a:ext uri="{FF2B5EF4-FFF2-40B4-BE49-F238E27FC236}">
                <a16:creationId xmlns:a16="http://schemas.microsoft.com/office/drawing/2014/main" id="{5E2352C9-6761-52E5-82FB-517B2181C1FC}"/>
              </a:ext>
            </a:extLst>
          </p:cNvPr>
          <p:cNvPicPr>
            <a:picLocks noGrp="1" noChangeAspect="1"/>
          </p:cNvPicPr>
          <p:nvPr>
            <p:ph sz="quarter" idx="11"/>
          </p:nvPr>
        </p:nvPicPr>
        <p:blipFill rotWithShape="1">
          <a:blip r:embed="rId4">
            <a:extLst>
              <a:ext uri="{28A0092B-C50C-407E-A947-70E740481C1C}">
                <a14:useLocalDpi xmlns:a14="http://schemas.microsoft.com/office/drawing/2010/main" val="0"/>
              </a:ext>
            </a:extLst>
          </a:blip>
          <a:srcRect l="638"/>
          <a:stretch/>
        </p:blipFill>
        <p:spPr>
          <a:xfrm>
            <a:off x="2087897" y="5280542"/>
            <a:ext cx="15222697" cy="6187086"/>
          </a:xfrm>
        </p:spPr>
      </p:pic>
      <p:pic>
        <p:nvPicPr>
          <p:cNvPr id="8" name="Picture 7" descr="A picture containing text, screenshot, diagram, line&#10;&#10;Description automatically generated">
            <a:extLst>
              <a:ext uri="{FF2B5EF4-FFF2-40B4-BE49-F238E27FC236}">
                <a16:creationId xmlns:a16="http://schemas.microsoft.com/office/drawing/2014/main" id="{D34C0FAE-FB12-8DD7-82E4-37DA591E06D4}"/>
              </a:ext>
            </a:extLst>
          </p:cNvPr>
          <p:cNvPicPr>
            <a:picLocks noChangeAspect="1"/>
          </p:cNvPicPr>
          <p:nvPr/>
        </p:nvPicPr>
        <p:blipFill rotWithShape="1">
          <a:blip r:embed="rId5">
            <a:extLst>
              <a:ext uri="{28A0092B-C50C-407E-A947-70E740481C1C}">
                <a14:useLocalDpi xmlns:a14="http://schemas.microsoft.com/office/drawing/2010/main" val="0"/>
              </a:ext>
            </a:extLst>
          </a:blip>
          <a:srcRect t="91615"/>
          <a:stretch/>
        </p:blipFill>
        <p:spPr>
          <a:xfrm>
            <a:off x="2087898" y="11467628"/>
            <a:ext cx="16253266" cy="864139"/>
          </a:xfrm>
          <a:prstGeom prst="rect">
            <a:avLst/>
          </a:prstGeom>
        </p:spPr>
      </p:pic>
    </p:spTree>
    <p:extLst>
      <p:ext uri="{BB962C8B-B14F-4D97-AF65-F5344CB8AC3E}">
        <p14:creationId xmlns:p14="http://schemas.microsoft.com/office/powerpoint/2010/main" val="1104944223"/>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59815-86BD-E794-DC8A-B8C70AAFAF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0505A6-FE17-420E-25A6-3F4AA53665A1}"/>
              </a:ext>
            </a:extLst>
          </p:cNvPr>
          <p:cNvSpPr>
            <a:spLocks noGrp="1"/>
          </p:cNvSpPr>
          <p:nvPr>
            <p:ph type="title"/>
          </p:nvPr>
        </p:nvSpPr>
        <p:spPr/>
        <p:txBody>
          <a:bodyPr>
            <a:normAutofit fontScale="90000"/>
          </a:bodyPr>
          <a:lstStyle/>
          <a:p>
            <a:r>
              <a:rPr lang="en-US" dirty="0"/>
              <a:t>Recursive greedy algorithm</a:t>
            </a:r>
            <a:endParaRPr lang="en-ID" dirty="0"/>
          </a:p>
        </p:txBody>
      </p:sp>
      <p:pic>
        <p:nvPicPr>
          <p:cNvPr id="6" name="Content Placeholder 9" descr="A diagram of a recursive activity&#10;&#10;Description automatically generated with low confidence">
            <a:extLst>
              <a:ext uri="{FF2B5EF4-FFF2-40B4-BE49-F238E27FC236}">
                <a16:creationId xmlns:a16="http://schemas.microsoft.com/office/drawing/2014/main" id="{8E229F2E-7B96-41F0-2299-11AA52CA6D72}"/>
              </a:ext>
            </a:extLst>
          </p:cNvPr>
          <p:cNvPicPr>
            <a:picLocks noGrp="1" noChangeAspect="1"/>
          </p:cNvPicPr>
          <p:nvPr>
            <p:ph sz="quarter" idx="11"/>
          </p:nvPr>
        </p:nvPicPr>
        <p:blipFill rotWithShape="1">
          <a:blip r:embed="rId3">
            <a:extLst>
              <a:ext uri="{28A0092B-C50C-407E-A947-70E740481C1C}">
                <a14:useLocalDpi xmlns:a14="http://schemas.microsoft.com/office/drawing/2010/main" val="0"/>
              </a:ext>
            </a:extLst>
          </a:blip>
          <a:srcRect l="529" b="74755"/>
          <a:stretch/>
        </p:blipFill>
        <p:spPr>
          <a:xfrm>
            <a:off x="6069504" y="3136592"/>
            <a:ext cx="11473549" cy="1175953"/>
          </a:xfrm>
        </p:spPr>
      </p:pic>
      <p:pic>
        <p:nvPicPr>
          <p:cNvPr id="9" name="Picture 8" descr="A picture containing text, screenshot, diagram, line&#10;&#10;Description automatically generated">
            <a:extLst>
              <a:ext uri="{FF2B5EF4-FFF2-40B4-BE49-F238E27FC236}">
                <a16:creationId xmlns:a16="http://schemas.microsoft.com/office/drawing/2014/main" id="{5EC9C5C1-BE3B-609C-0079-B65668E4558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69504" y="4479534"/>
            <a:ext cx="12244992" cy="7764036"/>
          </a:xfrm>
          <a:prstGeom prst="rect">
            <a:avLst/>
          </a:prstGeom>
        </p:spPr>
      </p:pic>
    </p:spTree>
    <p:extLst>
      <p:ext uri="{BB962C8B-B14F-4D97-AF65-F5344CB8AC3E}">
        <p14:creationId xmlns:p14="http://schemas.microsoft.com/office/powerpoint/2010/main" val="4007640449"/>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7EEBE-A50D-1F4F-CEF3-72E0875A60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4B0CC0-8F64-78C5-3D53-E70FDC181169}"/>
              </a:ext>
            </a:extLst>
          </p:cNvPr>
          <p:cNvSpPr>
            <a:spLocks noGrp="1"/>
          </p:cNvSpPr>
          <p:nvPr>
            <p:ph type="title"/>
          </p:nvPr>
        </p:nvSpPr>
        <p:spPr/>
        <p:txBody>
          <a:bodyPr>
            <a:normAutofit fontScale="90000"/>
          </a:bodyPr>
          <a:lstStyle/>
          <a:p>
            <a:r>
              <a:rPr lang="en-US" dirty="0"/>
              <a:t>Recursive greedy algorithm</a:t>
            </a:r>
            <a:endParaRPr lang="en-ID" dirty="0"/>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9A8FCE1F-CB90-168E-CD40-1A9356605220}"/>
                  </a:ext>
                </a:extLst>
              </p:cNvPr>
              <p:cNvSpPr>
                <a:spLocks noGrp="1"/>
              </p:cNvSpPr>
              <p:nvPr>
                <p:ph sz="quarter" idx="11"/>
              </p:nvPr>
            </p:nvSpPr>
            <p:spPr/>
            <p:txBody>
              <a:bodyPr/>
              <a:lstStyle/>
              <a:p>
                <a:r>
                  <a:rPr lang="en-US" dirty="0">
                    <a:latin typeface="+mn-lt"/>
                  </a:rPr>
                  <a:t>Assuming that the activities have already been sorted by finish times, the running time of the call RECURSIVE-ACTIVITY-SELECTOR(s, f, 0, n) is </a:t>
                </a:r>
                <a14:m>
                  <m:oMath xmlns:m="http://schemas.openxmlformats.org/officeDocument/2006/math">
                    <m:r>
                      <m:rPr>
                        <m:sty m:val="p"/>
                      </m:rPr>
                      <a:rPr lang="en-US">
                        <a:latin typeface="Cambria Math" panose="02040503050406030204" pitchFamily="18" charset="0"/>
                      </a:rPr>
                      <m:t>Θ</m:t>
                    </m:r>
                    <m:r>
                      <a:rPr lang="en-US" i="1">
                        <a:latin typeface="Cambria Math" panose="02040503050406030204" pitchFamily="18" charset="0"/>
                      </a:rPr>
                      <m:t>(</m:t>
                    </m:r>
                    <m:r>
                      <a:rPr lang="en-US" i="1">
                        <a:latin typeface="Cambria Math" panose="02040503050406030204" pitchFamily="18" charset="0"/>
                      </a:rPr>
                      <m:t>𝑛</m:t>
                    </m:r>
                    <m:r>
                      <a:rPr lang="en-US" i="1">
                        <a:latin typeface="Cambria Math" panose="02040503050406030204" pitchFamily="18" charset="0"/>
                      </a:rPr>
                      <m:t>)</m:t>
                    </m:r>
                  </m:oMath>
                </a14:m>
                <a:r>
                  <a:rPr lang="en-US" dirty="0">
                    <a:latin typeface="+mn-lt"/>
                  </a:rPr>
                  <a:t>. </a:t>
                </a:r>
              </a:p>
              <a:p>
                <a:r>
                  <a:rPr lang="en-US" dirty="0">
                    <a:latin typeface="+mn-lt"/>
                  </a:rPr>
                  <a:t>To see why, observe that over all recursive calls, each activity is examined exactly once in the while loop test of line 2. </a:t>
                </a:r>
              </a:p>
              <a:p>
                <a:r>
                  <a:rPr lang="en-US" dirty="0">
                    <a:latin typeface="+mn-lt"/>
                  </a:rPr>
                  <a:t>In particular, activity is examined in the last call made in which k&lt;</a:t>
                </a:r>
                <a:r>
                  <a:rPr lang="en-US" dirty="0" err="1">
                    <a:latin typeface="+mn-lt"/>
                  </a:rPr>
                  <a:t>i</a:t>
                </a:r>
                <a:r>
                  <a:rPr lang="en-US" dirty="0">
                    <a:latin typeface="+mn-lt"/>
                  </a:rPr>
                  <a:t>. </a:t>
                </a:r>
              </a:p>
            </p:txBody>
          </p:sp>
        </mc:Choice>
        <mc:Fallback xmlns="">
          <p:sp>
            <p:nvSpPr>
              <p:cNvPr id="4" name="Content Placeholder 3">
                <a:extLst>
                  <a:ext uri="{FF2B5EF4-FFF2-40B4-BE49-F238E27FC236}">
                    <a16:creationId xmlns:a16="http://schemas.microsoft.com/office/drawing/2014/main" id="{9A8FCE1F-CB90-168E-CD40-1A9356605220}"/>
                  </a:ext>
                </a:extLst>
              </p:cNvPr>
              <p:cNvSpPr>
                <a:spLocks noGrp="1" noRot="1" noChangeAspect="1" noMove="1" noResize="1" noEditPoints="1" noAdjustHandles="1" noChangeArrowheads="1" noChangeShapeType="1" noTextEdit="1"/>
              </p:cNvSpPr>
              <p:nvPr>
                <p:ph sz="quarter" idx="11"/>
              </p:nvPr>
            </p:nvSpPr>
            <p:spPr>
              <a:blipFill>
                <a:blip r:embed="rId3"/>
                <a:stretch>
                  <a:fillRect l="-1389" t="-1424" r="-821"/>
                </a:stretch>
              </a:blipFill>
            </p:spPr>
            <p:txBody>
              <a:bodyPr/>
              <a:lstStyle/>
              <a:p>
                <a:r>
                  <a:rPr lang="en-US">
                    <a:noFill/>
                  </a:rPr>
                  <a:t> </a:t>
                </a:r>
              </a:p>
            </p:txBody>
          </p:sp>
        </mc:Fallback>
      </mc:AlternateContent>
    </p:spTree>
    <p:extLst>
      <p:ext uri="{BB962C8B-B14F-4D97-AF65-F5344CB8AC3E}">
        <p14:creationId xmlns:p14="http://schemas.microsoft.com/office/powerpoint/2010/main" val="1957256459"/>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D3C3C-EC13-4F6A-6BDF-DD594D4EE5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E47C27-474A-4853-0E53-15C1906A6D9E}"/>
              </a:ext>
            </a:extLst>
          </p:cNvPr>
          <p:cNvSpPr>
            <a:spLocks noGrp="1"/>
          </p:cNvSpPr>
          <p:nvPr>
            <p:ph type="title"/>
          </p:nvPr>
        </p:nvSpPr>
        <p:spPr/>
        <p:txBody>
          <a:bodyPr>
            <a:normAutofit fontScale="90000"/>
          </a:bodyPr>
          <a:lstStyle/>
          <a:p>
            <a:r>
              <a:rPr lang="en-US" dirty="0"/>
              <a:t>iterative greedy algorithm</a:t>
            </a:r>
            <a:endParaRPr lang="en-ID" dirty="0"/>
          </a:p>
        </p:txBody>
      </p:sp>
      <p:sp>
        <p:nvSpPr>
          <p:cNvPr id="4" name="Content Placeholder 3">
            <a:extLst>
              <a:ext uri="{FF2B5EF4-FFF2-40B4-BE49-F238E27FC236}">
                <a16:creationId xmlns:a16="http://schemas.microsoft.com/office/drawing/2014/main" id="{91752439-F9C5-40C0-0415-3EBAF23D4232}"/>
              </a:ext>
            </a:extLst>
          </p:cNvPr>
          <p:cNvSpPr>
            <a:spLocks noGrp="1"/>
          </p:cNvSpPr>
          <p:nvPr>
            <p:ph sz="quarter" idx="11"/>
          </p:nvPr>
        </p:nvSpPr>
        <p:spPr/>
        <p:txBody>
          <a:bodyPr>
            <a:normAutofit fontScale="92500" lnSpcReduction="20000"/>
          </a:bodyPr>
          <a:lstStyle/>
          <a:p>
            <a:r>
              <a:rPr lang="en-US" dirty="0"/>
              <a:t>The recursive procedure can be converted to an iterative one because the procedure RECURSIVE-ACTIVITY-SELECTOR is almost “tail recursive”: it ends with a recursive call to itself followed by a union operation. </a:t>
            </a:r>
          </a:p>
          <a:p>
            <a:r>
              <a:rPr lang="en-US" dirty="0"/>
              <a:t>It is usually a straightforward task to transform a tail-recursive procedure to an iterative form. </a:t>
            </a:r>
          </a:p>
          <a:p>
            <a:r>
              <a:rPr lang="en-US" dirty="0"/>
              <a:t>In fact, some compilers for certain programming languages perform this task automatically. </a:t>
            </a:r>
          </a:p>
          <a:p>
            <a:r>
              <a:rPr lang="en-US" dirty="0"/>
              <a:t>The procedure GREEDY-ACTIVITY-SELECTOR is an iterative version of the procedure RECURSIVE-ACTIVITY-SELECTOR. </a:t>
            </a:r>
          </a:p>
          <a:p>
            <a:r>
              <a:rPr lang="en-US" dirty="0"/>
              <a:t>It, too, assumes that the input activities are ordered by monotonically increasing finish time. It collects selected activities into a set and returns this set when it is done. </a:t>
            </a:r>
          </a:p>
        </p:txBody>
      </p:sp>
    </p:spTree>
    <p:extLst>
      <p:ext uri="{BB962C8B-B14F-4D97-AF65-F5344CB8AC3E}">
        <p14:creationId xmlns:p14="http://schemas.microsoft.com/office/powerpoint/2010/main" val="991371810"/>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6E12B-DD08-2963-A6C9-DDC5EEAE55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774B6A-7403-2D9E-C680-F894EFC3B8B8}"/>
              </a:ext>
            </a:extLst>
          </p:cNvPr>
          <p:cNvSpPr>
            <a:spLocks noGrp="1"/>
          </p:cNvSpPr>
          <p:nvPr>
            <p:ph type="title"/>
          </p:nvPr>
        </p:nvSpPr>
        <p:spPr/>
        <p:txBody>
          <a:bodyPr>
            <a:normAutofit fontScale="90000"/>
          </a:bodyPr>
          <a:lstStyle/>
          <a:p>
            <a:r>
              <a:rPr lang="en-US" dirty="0"/>
              <a:t>iterative greedy algorithm</a:t>
            </a:r>
            <a:endParaRPr lang="en-ID" dirty="0"/>
          </a:p>
        </p:txBody>
      </p:sp>
      <p:pic>
        <p:nvPicPr>
          <p:cNvPr id="7" name="Picture 6" descr="A picture containing text, font, screenshot, receipt&#10;&#10;Description automatically generated">
            <a:extLst>
              <a:ext uri="{FF2B5EF4-FFF2-40B4-BE49-F238E27FC236}">
                <a16:creationId xmlns:a16="http://schemas.microsoft.com/office/drawing/2014/main" id="{E08A5E5E-CB64-4419-3F5A-757522E724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22945" y="4125886"/>
            <a:ext cx="20138110" cy="6635899"/>
          </a:xfrm>
          <a:prstGeom prst="rect">
            <a:avLst/>
          </a:prstGeom>
        </p:spPr>
      </p:pic>
    </p:spTree>
    <p:extLst>
      <p:ext uri="{BB962C8B-B14F-4D97-AF65-F5344CB8AC3E}">
        <p14:creationId xmlns:p14="http://schemas.microsoft.com/office/powerpoint/2010/main" val="1395997351"/>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2D55A-9ECC-2A7C-0A76-1231D780E3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DC16E1-FB96-BAE3-9E71-E97D8D86D070}"/>
              </a:ext>
            </a:extLst>
          </p:cNvPr>
          <p:cNvSpPr>
            <a:spLocks noGrp="1"/>
          </p:cNvSpPr>
          <p:nvPr>
            <p:ph type="title"/>
          </p:nvPr>
        </p:nvSpPr>
        <p:spPr/>
        <p:txBody>
          <a:bodyPr>
            <a:normAutofit fontScale="90000"/>
          </a:bodyPr>
          <a:lstStyle/>
          <a:p>
            <a:r>
              <a:rPr lang="en-US" dirty="0"/>
              <a:t>iterative greedy algorithm</a:t>
            </a:r>
            <a:endParaRPr lang="en-ID" dirty="0"/>
          </a:p>
        </p:txBody>
      </p:sp>
      <mc:AlternateContent xmlns:mc="http://schemas.openxmlformats.org/markup-compatibility/2006" xmlns:a14="http://schemas.microsoft.com/office/drawing/2010/main">
        <mc:Choice Requires="a14">
          <p:sp>
            <p:nvSpPr>
              <p:cNvPr id="3" name="Content Placeholder 4">
                <a:extLst>
                  <a:ext uri="{FF2B5EF4-FFF2-40B4-BE49-F238E27FC236}">
                    <a16:creationId xmlns:a16="http://schemas.microsoft.com/office/drawing/2014/main" id="{E930FC77-0003-82F5-8787-CFFF9BC1E09E}"/>
                  </a:ext>
                </a:extLst>
              </p:cNvPr>
              <p:cNvSpPr>
                <a:spLocks noGrp="1"/>
              </p:cNvSpPr>
              <p:nvPr>
                <p:ph sz="quarter" idx="11"/>
              </p:nvPr>
            </p:nvSpPr>
            <p:spPr>
              <a:xfrm>
                <a:off x="2167377" y="4125886"/>
                <a:ext cx="20057623" cy="8523314"/>
              </a:xfrm>
            </p:spPr>
            <p:txBody>
              <a:bodyPr>
                <a:normAutofit/>
              </a:bodyPr>
              <a:lstStyle/>
              <a:p>
                <a:r>
                  <a:rPr lang="en-US" sz="4800" dirty="0">
                    <a:latin typeface="+mn-lt"/>
                  </a:rPr>
                  <a:t>Like the recursive version, GREEDY-ACTIVITY-SELECTOR schedules a set of n activities in </a:t>
                </a:r>
                <a14:m>
                  <m:oMath xmlns:m="http://schemas.openxmlformats.org/officeDocument/2006/math">
                    <m:r>
                      <m:rPr>
                        <m:sty m:val="p"/>
                      </m:rPr>
                      <a:rPr lang="en-US" sz="4800" b="0" i="0" smtClean="0">
                        <a:latin typeface="Cambria Math" panose="02040503050406030204" pitchFamily="18" charset="0"/>
                      </a:rPr>
                      <m:t>Θ</m:t>
                    </m:r>
                    <m:d>
                      <m:dPr>
                        <m:ctrlPr>
                          <a:rPr lang="en-US" sz="4800" b="0" i="1" smtClean="0">
                            <a:latin typeface="Cambria Math" panose="02040503050406030204" pitchFamily="18" charset="0"/>
                          </a:rPr>
                        </m:ctrlPr>
                      </m:dPr>
                      <m:e>
                        <m:r>
                          <a:rPr lang="en-US" sz="4800" b="0" i="1" smtClean="0">
                            <a:latin typeface="Cambria Math" panose="02040503050406030204" pitchFamily="18" charset="0"/>
                          </a:rPr>
                          <m:t>𝑛</m:t>
                        </m:r>
                      </m:e>
                    </m:d>
                  </m:oMath>
                </a14:m>
                <a:r>
                  <a:rPr lang="en-US" sz="4800" dirty="0">
                    <a:latin typeface="+mn-lt"/>
                  </a:rPr>
                  <a:t> time, assuming that the activities were already sorted initially by their finish times. </a:t>
                </a:r>
              </a:p>
            </p:txBody>
          </p:sp>
        </mc:Choice>
        <mc:Fallback xmlns="">
          <p:sp>
            <p:nvSpPr>
              <p:cNvPr id="3" name="Content Placeholder 4">
                <a:extLst>
                  <a:ext uri="{FF2B5EF4-FFF2-40B4-BE49-F238E27FC236}">
                    <a16:creationId xmlns:a16="http://schemas.microsoft.com/office/drawing/2014/main" id="{E930FC77-0003-82F5-8787-CFFF9BC1E09E}"/>
                  </a:ext>
                </a:extLst>
              </p:cNvPr>
              <p:cNvSpPr>
                <a:spLocks noGrp="1" noRot="1" noChangeAspect="1" noMove="1" noResize="1" noEditPoints="1" noAdjustHandles="1" noChangeArrowheads="1" noChangeShapeType="1" noTextEdit="1"/>
              </p:cNvSpPr>
              <p:nvPr>
                <p:ph sz="quarter" idx="11"/>
              </p:nvPr>
            </p:nvSpPr>
            <p:spPr>
              <a:xfrm>
                <a:off x="2167377" y="4125886"/>
                <a:ext cx="20057623" cy="8523314"/>
              </a:xfrm>
              <a:blipFill>
                <a:blip r:embed="rId3"/>
                <a:stretch>
                  <a:fillRect l="-1489" t="-1574" r="-1733"/>
                </a:stretch>
              </a:blipFill>
            </p:spPr>
            <p:txBody>
              <a:bodyPr/>
              <a:lstStyle/>
              <a:p>
                <a:r>
                  <a:rPr lang="en-US">
                    <a:noFill/>
                  </a:rPr>
                  <a:t> </a:t>
                </a:r>
              </a:p>
            </p:txBody>
          </p:sp>
        </mc:Fallback>
      </mc:AlternateContent>
    </p:spTree>
    <p:extLst>
      <p:ext uri="{BB962C8B-B14F-4D97-AF65-F5344CB8AC3E}">
        <p14:creationId xmlns:p14="http://schemas.microsoft.com/office/powerpoint/2010/main" val="1902016696"/>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Elements of greedy strategy</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a:xfrm>
            <a:off x="2167377" y="3714224"/>
            <a:ext cx="19032265" cy="9138176"/>
          </a:xfrm>
        </p:spPr>
        <p:txBody>
          <a:bodyPr>
            <a:normAutofit/>
          </a:bodyPr>
          <a:lstStyle/>
          <a:p>
            <a:r>
              <a:rPr lang="en-US" dirty="0"/>
              <a:t>A greedy algorithm obtains an optimal solution to a problem by making a sequence of choices. </a:t>
            </a:r>
          </a:p>
          <a:p>
            <a:r>
              <a:rPr lang="en-US" dirty="0"/>
              <a:t>At each decision point, the algorithm makes the choice that seems best at the moment. </a:t>
            </a:r>
          </a:p>
          <a:p>
            <a:r>
              <a:rPr lang="en-US" dirty="0"/>
              <a:t>This heuristic strategy does not always produce an optimal solution, but as in the activity-selection problem, sometimes it does. </a:t>
            </a:r>
          </a:p>
          <a:p>
            <a:r>
              <a:rPr lang="en-US" dirty="0"/>
              <a:t>This section discusses some of the general properties of greedy methods. </a:t>
            </a:r>
          </a:p>
        </p:txBody>
      </p:sp>
    </p:spTree>
    <p:extLst>
      <p:ext uri="{BB962C8B-B14F-4D97-AF65-F5344CB8AC3E}">
        <p14:creationId xmlns:p14="http://schemas.microsoft.com/office/powerpoint/2010/main" val="3405509346"/>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B1AE8-FDEE-6415-CE17-4EB70B5553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92420D-D992-ED13-B34C-60439DD0C85C}"/>
              </a:ext>
            </a:extLst>
          </p:cNvPr>
          <p:cNvSpPr>
            <a:spLocks noGrp="1"/>
          </p:cNvSpPr>
          <p:nvPr>
            <p:ph type="title"/>
          </p:nvPr>
        </p:nvSpPr>
        <p:spPr/>
        <p:txBody>
          <a:bodyPr>
            <a:normAutofit fontScale="90000"/>
          </a:bodyPr>
          <a:lstStyle/>
          <a:p>
            <a:r>
              <a:rPr lang="en-ID" dirty="0"/>
              <a:t>Elements of greedy strategy</a:t>
            </a:r>
          </a:p>
        </p:txBody>
      </p:sp>
      <p:sp>
        <p:nvSpPr>
          <p:cNvPr id="4" name="Content Placeholder 3">
            <a:extLst>
              <a:ext uri="{FF2B5EF4-FFF2-40B4-BE49-F238E27FC236}">
                <a16:creationId xmlns:a16="http://schemas.microsoft.com/office/drawing/2014/main" id="{B2B353E6-CDB6-B92C-2515-FC92E264A32C}"/>
              </a:ext>
            </a:extLst>
          </p:cNvPr>
          <p:cNvSpPr>
            <a:spLocks noGrp="1"/>
          </p:cNvSpPr>
          <p:nvPr>
            <p:ph sz="quarter" idx="11"/>
          </p:nvPr>
        </p:nvSpPr>
        <p:spPr>
          <a:xfrm>
            <a:off x="2167377" y="3714224"/>
            <a:ext cx="19032265" cy="9138176"/>
          </a:xfrm>
        </p:spPr>
        <p:txBody>
          <a:bodyPr>
            <a:normAutofit fontScale="92500" lnSpcReduction="20000"/>
          </a:bodyPr>
          <a:lstStyle/>
          <a:p>
            <a:r>
              <a:rPr lang="en-US" dirty="0">
                <a:latin typeface="+mn-lt"/>
              </a:rPr>
              <a:t>You can design greedy algorithms according to the following sequence of steps </a:t>
            </a:r>
          </a:p>
          <a:p>
            <a:pPr lvl="1"/>
            <a:r>
              <a:rPr lang="en-US" dirty="0">
                <a:latin typeface="+mn-lt"/>
              </a:rPr>
              <a:t>Cast the optimization problem as one in which you make a choice and are left with one subproblem to solve. </a:t>
            </a:r>
          </a:p>
          <a:p>
            <a:pPr lvl="1"/>
            <a:r>
              <a:rPr lang="en-US" dirty="0">
                <a:latin typeface="+mn-lt"/>
              </a:rPr>
              <a:t>Prove that there is always an optimal solution to the original problem that makes the greedy choice, so that the greedy choice is always safe. </a:t>
            </a:r>
          </a:p>
          <a:p>
            <a:pPr lvl="1"/>
            <a:r>
              <a:rPr lang="en-US" dirty="0">
                <a:latin typeface="+mn-lt"/>
              </a:rPr>
              <a:t>Demonstrate optimal substructure by showing that, having made the greedy choice, what remains is a subproblem with the property that if you combine an optimal solution to the subproblem with the greedy choice you have made, you arrive at an optimal solution to the original problem. </a:t>
            </a:r>
          </a:p>
          <a:p>
            <a:r>
              <a:rPr lang="en-US" dirty="0">
                <a:latin typeface="+mn-lt"/>
              </a:rPr>
              <a:t>How can you tell whether a greedy algorithm will solve a particular optimization problem? No way works all the time, but the </a:t>
            </a:r>
            <a:r>
              <a:rPr lang="en-US" b="1" dirty="0">
                <a:latin typeface="+mn-lt"/>
              </a:rPr>
              <a:t>greedy-choice property </a:t>
            </a:r>
            <a:r>
              <a:rPr lang="en-US" dirty="0">
                <a:latin typeface="+mn-lt"/>
              </a:rPr>
              <a:t>and </a:t>
            </a:r>
            <a:r>
              <a:rPr lang="en-US" b="1" dirty="0">
                <a:latin typeface="+mn-lt"/>
              </a:rPr>
              <a:t>optimal substructure</a:t>
            </a:r>
            <a:r>
              <a:rPr lang="en-US" dirty="0">
                <a:latin typeface="+mn-lt"/>
              </a:rPr>
              <a:t> are the two key ingredients.</a:t>
            </a:r>
          </a:p>
        </p:txBody>
      </p:sp>
    </p:spTree>
    <p:extLst>
      <p:ext uri="{BB962C8B-B14F-4D97-AF65-F5344CB8AC3E}">
        <p14:creationId xmlns:p14="http://schemas.microsoft.com/office/powerpoint/2010/main" val="3412041056"/>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6681C2-29E8-E0E8-320D-3310198275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106F2D-C1AF-C9B2-72AD-559B913936C2}"/>
              </a:ext>
            </a:extLst>
          </p:cNvPr>
          <p:cNvSpPr>
            <a:spLocks noGrp="1"/>
          </p:cNvSpPr>
          <p:nvPr>
            <p:ph type="title"/>
          </p:nvPr>
        </p:nvSpPr>
        <p:spPr/>
        <p:txBody>
          <a:bodyPr>
            <a:normAutofit fontScale="90000"/>
          </a:bodyPr>
          <a:lstStyle/>
          <a:p>
            <a:r>
              <a:rPr lang="en-ID" dirty="0"/>
              <a:t>Elements of greedy strategy</a:t>
            </a:r>
          </a:p>
        </p:txBody>
      </p:sp>
      <p:sp>
        <p:nvSpPr>
          <p:cNvPr id="3" name="Text Placeholder 2">
            <a:extLst>
              <a:ext uri="{FF2B5EF4-FFF2-40B4-BE49-F238E27FC236}">
                <a16:creationId xmlns:a16="http://schemas.microsoft.com/office/drawing/2014/main" id="{3DAD719E-75C3-5F2E-EAB2-1064D1E8B5D2}"/>
              </a:ext>
            </a:extLst>
          </p:cNvPr>
          <p:cNvSpPr>
            <a:spLocks noGrp="1"/>
          </p:cNvSpPr>
          <p:nvPr>
            <p:ph type="body" sz="quarter" idx="10"/>
          </p:nvPr>
        </p:nvSpPr>
        <p:spPr/>
        <p:txBody>
          <a:bodyPr>
            <a:normAutofit/>
          </a:bodyPr>
          <a:lstStyle/>
          <a:p>
            <a:r>
              <a:rPr lang="en-ID" dirty="0"/>
              <a:t>Greedy choice property</a:t>
            </a:r>
          </a:p>
        </p:txBody>
      </p:sp>
      <p:sp>
        <p:nvSpPr>
          <p:cNvPr id="4" name="Content Placeholder 3">
            <a:extLst>
              <a:ext uri="{FF2B5EF4-FFF2-40B4-BE49-F238E27FC236}">
                <a16:creationId xmlns:a16="http://schemas.microsoft.com/office/drawing/2014/main" id="{4D4E4912-074B-3574-6E8B-258C624ECB28}"/>
              </a:ext>
            </a:extLst>
          </p:cNvPr>
          <p:cNvSpPr>
            <a:spLocks noGrp="1"/>
          </p:cNvSpPr>
          <p:nvPr>
            <p:ph sz="quarter" idx="11"/>
          </p:nvPr>
        </p:nvSpPr>
        <p:spPr>
          <a:xfrm>
            <a:off x="2167377" y="3714224"/>
            <a:ext cx="19032265" cy="9138176"/>
          </a:xfrm>
        </p:spPr>
        <p:txBody>
          <a:bodyPr>
            <a:normAutofit/>
          </a:bodyPr>
          <a:lstStyle/>
          <a:p>
            <a:r>
              <a:rPr lang="en-US" dirty="0"/>
              <a:t>The greedy-choice property states that a globally optimal solution can be reached by making locally optimal choices at each step of the algorithm.</a:t>
            </a:r>
          </a:p>
          <a:p>
            <a:r>
              <a:rPr lang="en-ID" dirty="0"/>
              <a:t>To establish the greedy-choice property, we need to demonstrate/prove that at each step, choosing the locally optimal solution will not lead to a suboptimal or incorrect final solution.</a:t>
            </a:r>
          </a:p>
          <a:p>
            <a:r>
              <a:rPr lang="en-ID" dirty="0"/>
              <a:t>You can usually make the greedy choice more efficiently than when you have to consider a wider set of choices. </a:t>
            </a:r>
          </a:p>
          <a:p>
            <a:r>
              <a:rPr lang="en-ID" dirty="0"/>
              <a:t>For example, in the activity-selection problem, assuming that the activities were already sorted in monotonically increasing order by finish times, each activity needed to be examined just once. </a:t>
            </a:r>
          </a:p>
        </p:txBody>
      </p:sp>
    </p:spTree>
    <p:extLst>
      <p:ext uri="{BB962C8B-B14F-4D97-AF65-F5344CB8AC3E}">
        <p14:creationId xmlns:p14="http://schemas.microsoft.com/office/powerpoint/2010/main" val="3929743956"/>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D08CC9-487E-73D7-5C1A-11AB843A52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5265FA-1FB0-F29E-1CB7-E360A3AF0C1B}"/>
              </a:ext>
            </a:extLst>
          </p:cNvPr>
          <p:cNvSpPr>
            <a:spLocks noGrp="1"/>
          </p:cNvSpPr>
          <p:nvPr>
            <p:ph type="title"/>
          </p:nvPr>
        </p:nvSpPr>
        <p:spPr/>
        <p:txBody>
          <a:bodyPr>
            <a:normAutofit fontScale="90000"/>
          </a:bodyPr>
          <a:lstStyle/>
          <a:p>
            <a:r>
              <a:rPr lang="en-ID" dirty="0"/>
              <a:t>Elements of greedy strategy</a:t>
            </a:r>
          </a:p>
        </p:txBody>
      </p:sp>
      <p:sp>
        <p:nvSpPr>
          <p:cNvPr id="3" name="Text Placeholder 2">
            <a:extLst>
              <a:ext uri="{FF2B5EF4-FFF2-40B4-BE49-F238E27FC236}">
                <a16:creationId xmlns:a16="http://schemas.microsoft.com/office/drawing/2014/main" id="{D6003803-EE4D-ACE2-B4A1-C3DF78D2A891}"/>
              </a:ext>
            </a:extLst>
          </p:cNvPr>
          <p:cNvSpPr>
            <a:spLocks noGrp="1"/>
          </p:cNvSpPr>
          <p:nvPr>
            <p:ph type="body" sz="quarter" idx="10"/>
          </p:nvPr>
        </p:nvSpPr>
        <p:spPr/>
        <p:txBody>
          <a:bodyPr>
            <a:normAutofit/>
          </a:bodyPr>
          <a:lstStyle/>
          <a:p>
            <a:r>
              <a:rPr lang="en-ID" dirty="0"/>
              <a:t>Optimal substructure</a:t>
            </a:r>
          </a:p>
        </p:txBody>
      </p:sp>
      <p:sp>
        <p:nvSpPr>
          <p:cNvPr id="4" name="Content Placeholder 3">
            <a:extLst>
              <a:ext uri="{FF2B5EF4-FFF2-40B4-BE49-F238E27FC236}">
                <a16:creationId xmlns:a16="http://schemas.microsoft.com/office/drawing/2014/main" id="{5C299809-033F-F20D-0346-98CD64A230E9}"/>
              </a:ext>
            </a:extLst>
          </p:cNvPr>
          <p:cNvSpPr>
            <a:spLocks noGrp="1"/>
          </p:cNvSpPr>
          <p:nvPr>
            <p:ph sz="quarter" idx="11"/>
          </p:nvPr>
        </p:nvSpPr>
        <p:spPr>
          <a:xfrm>
            <a:off x="2167377" y="3714224"/>
            <a:ext cx="19032265" cy="9138176"/>
          </a:xfrm>
        </p:spPr>
        <p:txBody>
          <a:bodyPr>
            <a:normAutofit lnSpcReduction="10000"/>
          </a:bodyPr>
          <a:lstStyle/>
          <a:p>
            <a:r>
              <a:rPr lang="en-US" dirty="0"/>
              <a:t>The optimal substructure property means that an optimal solution to a problem contains optimal solutions to its subproblems.</a:t>
            </a:r>
          </a:p>
          <a:p>
            <a:r>
              <a:rPr lang="en-ID" dirty="0"/>
              <a:t>In the context of a greedy algorithm, optimal substructure implies that if we have an optimal solution to a subproblem, we can use this solution to construct an optimal solution to the larger problem.</a:t>
            </a:r>
          </a:p>
          <a:p>
            <a:r>
              <a:rPr lang="en-ID" dirty="0"/>
              <a:t>By leveraging optimal substructure, we can break down the problem into smaller subproblems and solve them independently. Then, we combine these optimal subproblem solutions to obtain the overall optimal solution.</a:t>
            </a:r>
          </a:p>
          <a:p>
            <a:r>
              <a:rPr lang="en-ID" dirty="0"/>
              <a:t>All you really need to do is argue that an optimal solution to the subproblem, combined with the greedy choice already made, yields an optimal solution to the original problem. </a:t>
            </a:r>
          </a:p>
        </p:txBody>
      </p:sp>
    </p:spTree>
    <p:extLst>
      <p:ext uri="{BB962C8B-B14F-4D97-AF65-F5344CB8AC3E}">
        <p14:creationId xmlns:p14="http://schemas.microsoft.com/office/powerpoint/2010/main" val="3235685842"/>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5BB3CA-0F22-2BB5-688C-91BAB7440E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D71EE6-BBE4-8FB3-12C8-EE0556D1B008}"/>
              </a:ext>
            </a:extLst>
          </p:cNvPr>
          <p:cNvSpPr>
            <a:spLocks noGrp="1"/>
          </p:cNvSpPr>
          <p:nvPr>
            <p:ph type="title"/>
          </p:nvPr>
        </p:nvSpPr>
        <p:spPr/>
        <p:txBody>
          <a:bodyPr>
            <a:normAutofit fontScale="90000"/>
          </a:bodyPr>
          <a:lstStyle/>
          <a:p>
            <a:r>
              <a:rPr lang="en-ID" dirty="0"/>
              <a:t>Elements of greedy strategy</a:t>
            </a:r>
          </a:p>
        </p:txBody>
      </p:sp>
      <p:sp>
        <p:nvSpPr>
          <p:cNvPr id="4" name="Content Placeholder 3">
            <a:extLst>
              <a:ext uri="{FF2B5EF4-FFF2-40B4-BE49-F238E27FC236}">
                <a16:creationId xmlns:a16="http://schemas.microsoft.com/office/drawing/2014/main" id="{16FD3AB8-9233-AE45-319A-A6A036C79048}"/>
              </a:ext>
            </a:extLst>
          </p:cNvPr>
          <p:cNvSpPr>
            <a:spLocks noGrp="1"/>
          </p:cNvSpPr>
          <p:nvPr>
            <p:ph sz="quarter" idx="11"/>
          </p:nvPr>
        </p:nvSpPr>
        <p:spPr>
          <a:xfrm>
            <a:off x="2167377" y="3714224"/>
            <a:ext cx="19032265" cy="9138176"/>
          </a:xfrm>
        </p:spPr>
        <p:txBody>
          <a:bodyPr>
            <a:normAutofit/>
          </a:bodyPr>
          <a:lstStyle/>
          <a:p>
            <a:r>
              <a:rPr lang="en-US" dirty="0"/>
              <a:t>To summarize, if a problem exhibits both the greedy-choice property and optimal substructure, it is a strong indication that a greedy algorithm can be developed to solve the optimization problem. </a:t>
            </a:r>
          </a:p>
          <a:p>
            <a:r>
              <a:rPr lang="en-US" dirty="0"/>
              <a:t>These properties allow us to make locally optimal choices and construct an optimal solution step by step. </a:t>
            </a:r>
          </a:p>
          <a:p>
            <a:r>
              <a:rPr lang="en-US" dirty="0"/>
              <a:t>However, it's important to note that not all problems possess these properties, and in such cases, a greedy algorithm may not be appropriate or may not guarantee an optimal solution.</a:t>
            </a:r>
            <a:endParaRPr lang="en-ID" dirty="0"/>
          </a:p>
        </p:txBody>
      </p:sp>
    </p:spTree>
    <p:extLst>
      <p:ext uri="{BB962C8B-B14F-4D97-AF65-F5344CB8AC3E}">
        <p14:creationId xmlns:p14="http://schemas.microsoft.com/office/powerpoint/2010/main" val="918844178"/>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Exchange argument proof</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normAutofit/>
          </a:bodyPr>
          <a:lstStyle/>
          <a:p>
            <a:r>
              <a:rPr lang="en-US" dirty="0"/>
              <a:t>General Structure</a:t>
            </a:r>
            <a:endParaRPr lang="en-ID" dirty="0"/>
          </a:p>
        </p:txBody>
      </p:sp>
      <p:sp>
        <p:nvSpPr>
          <p:cNvPr id="4" name="Content Placeholder 3"/>
          <p:cNvSpPr>
            <a:spLocks noGrp="1"/>
          </p:cNvSpPr>
          <p:nvPr>
            <p:ph sz="quarter" idx="11"/>
          </p:nvPr>
        </p:nvSpPr>
        <p:spPr/>
        <p:txBody>
          <a:bodyPr/>
          <a:lstStyle/>
          <a:p>
            <a:pPr marL="0" indent="0">
              <a:buNone/>
            </a:pPr>
            <a:r>
              <a:rPr lang="en-US" dirty="0"/>
              <a:t>To prove a greedy algorithm optimal using the exchange argument:</a:t>
            </a:r>
          </a:p>
          <a:p>
            <a:pPr>
              <a:buFont typeface="+mj-lt"/>
              <a:buAutoNum type="arabicPeriod"/>
            </a:pPr>
            <a:r>
              <a:rPr lang="en-US" dirty="0"/>
              <a:t>Assume an optimal solution O that does not match the greedy solution G.</a:t>
            </a:r>
          </a:p>
          <a:p>
            <a:pPr>
              <a:buFont typeface="+mj-lt"/>
              <a:buAutoNum type="arabicPeriod"/>
            </a:pPr>
            <a:r>
              <a:rPr lang="en-US" dirty="0"/>
              <a:t>Find the first position where they differ.</a:t>
            </a:r>
          </a:p>
          <a:p>
            <a:pPr>
              <a:buFont typeface="+mj-lt"/>
              <a:buAutoNum type="arabicPeriod"/>
            </a:pPr>
            <a:r>
              <a:rPr lang="en-US" dirty="0"/>
              <a:t>Show that swapping the element in O to match G does not decrease the objective.</a:t>
            </a:r>
          </a:p>
          <a:p>
            <a:pPr>
              <a:buFont typeface="+mj-lt"/>
              <a:buAutoNum type="arabicPeriod"/>
            </a:pPr>
            <a:r>
              <a:rPr lang="en-US" dirty="0"/>
              <a:t>Repeat until O = G. Conclude G is optimal.</a:t>
            </a:r>
          </a:p>
        </p:txBody>
      </p:sp>
    </p:spTree>
    <p:extLst>
      <p:ext uri="{BB962C8B-B14F-4D97-AF65-F5344CB8AC3E}">
        <p14:creationId xmlns:p14="http://schemas.microsoft.com/office/powerpoint/2010/main" val="4123737016"/>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Exchange argument proof</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normAutofit fontScale="92500"/>
          </a:bodyPr>
          <a:lstStyle/>
          <a:p>
            <a:r>
              <a:rPr lang="en-US" dirty="0"/>
              <a:t>Example: Scheduling to Minimize Lateness</a:t>
            </a:r>
            <a:endParaRPr lang="en-ID" dirty="0"/>
          </a:p>
        </p:txBody>
      </p:sp>
      <p:sp>
        <p:nvSpPr>
          <p:cNvPr id="4" name="Content Placeholder 3"/>
          <p:cNvSpPr>
            <a:spLocks noGrp="1"/>
          </p:cNvSpPr>
          <p:nvPr>
            <p:ph sz="quarter" idx="11"/>
          </p:nvPr>
        </p:nvSpPr>
        <p:spPr/>
        <p:txBody>
          <a:bodyPr/>
          <a:lstStyle/>
          <a:p>
            <a:pPr marL="0" indent="0">
              <a:buNone/>
            </a:pPr>
            <a:r>
              <a:rPr lang="en-US" dirty="0"/>
              <a:t>Problem: n jobs with deadlines dᵢ and processing times pᵢ; minimize maximum lateness max(Cᵢ − dᵢ).</a:t>
            </a:r>
          </a:p>
          <a:p>
            <a:pPr marL="0" indent="0">
              <a:buNone/>
            </a:pPr>
            <a:r>
              <a:rPr lang="en-US" dirty="0"/>
              <a:t>Greedy rule: sort by earliest deadline first (EDF).</a:t>
            </a:r>
          </a:p>
          <a:p>
            <a:pPr marL="0" indent="0">
              <a:buNone/>
            </a:pPr>
            <a:r>
              <a:rPr lang="en-US" dirty="0"/>
              <a:t>Exchange argument: any inversion (job </a:t>
            </a:r>
            <a:r>
              <a:rPr lang="en-US" dirty="0" err="1"/>
              <a:t>i</a:t>
            </a:r>
            <a:r>
              <a:rPr lang="en-US" dirty="0"/>
              <a:t> after j when dᵢ &lt; dⱼ) can be fixed by swapping </a:t>
            </a:r>
            <a:r>
              <a:rPr lang="en-US" dirty="0" err="1"/>
              <a:t>i</a:t>
            </a:r>
            <a:r>
              <a:rPr lang="en-US" dirty="0"/>
              <a:t> and j. This reduces max lateness. Therefore EDF is optimal.</a:t>
            </a:r>
          </a:p>
        </p:txBody>
      </p:sp>
    </p:spTree>
    <p:extLst>
      <p:ext uri="{BB962C8B-B14F-4D97-AF65-F5344CB8AC3E}">
        <p14:creationId xmlns:p14="http://schemas.microsoft.com/office/powerpoint/2010/main" val="445366258"/>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EE913-EE39-C321-5882-05A506DB3444}"/>
              </a:ext>
            </a:extLst>
          </p:cNvPr>
          <p:cNvSpPr>
            <a:spLocks noGrp="1"/>
          </p:cNvSpPr>
          <p:nvPr>
            <p:ph type="title"/>
          </p:nvPr>
        </p:nvSpPr>
        <p:spPr/>
        <p:txBody>
          <a:bodyPr>
            <a:normAutofit fontScale="90000"/>
          </a:bodyPr>
          <a:lstStyle/>
          <a:p>
            <a:r>
              <a:rPr lang="en-US" dirty="0"/>
              <a:t>Concept of compression technique</a:t>
            </a:r>
            <a:endParaRPr lang="en-ID" dirty="0"/>
          </a:p>
        </p:txBody>
      </p:sp>
      <p:sp>
        <p:nvSpPr>
          <p:cNvPr id="4" name="Content Placeholder 3">
            <a:extLst>
              <a:ext uri="{FF2B5EF4-FFF2-40B4-BE49-F238E27FC236}">
                <a16:creationId xmlns:a16="http://schemas.microsoft.com/office/drawing/2014/main" id="{72B426B6-A02E-F758-7A2B-554FFF354A1A}"/>
              </a:ext>
            </a:extLst>
          </p:cNvPr>
          <p:cNvSpPr>
            <a:spLocks noGrp="1"/>
          </p:cNvSpPr>
          <p:nvPr>
            <p:ph sz="quarter" idx="11"/>
          </p:nvPr>
        </p:nvSpPr>
        <p:spPr/>
        <p:txBody>
          <a:bodyPr>
            <a:normAutofit/>
          </a:bodyPr>
          <a:lstStyle/>
          <a:p>
            <a:pPr algn="just"/>
            <a:r>
              <a:rPr lang="sv-SE" dirty="0"/>
              <a:t>How does a compression program really work?</a:t>
            </a:r>
          </a:p>
          <a:p>
            <a:pPr algn="just"/>
            <a:r>
              <a:rPr lang="sv-SE" dirty="0"/>
              <a:t>Why can size of file be reduced without reducing its contain?</a:t>
            </a:r>
          </a:p>
          <a:p>
            <a:pPr algn="just"/>
            <a:r>
              <a:rPr lang="sv-SE" dirty="0"/>
              <a:t>Supposed we will store letter A. Computer recognizes the letter as a character with sequence 65, then the letter is stored in harddisk as 1000001 (</a:t>
            </a:r>
            <a:r>
              <a:rPr lang="sv-SE" dirty="0">
                <a:solidFill>
                  <a:srgbClr val="128CCD"/>
                </a:solidFill>
              </a:rPr>
              <a:t>binary number </a:t>
            </a:r>
            <a:r>
              <a:rPr lang="sv-SE" dirty="0"/>
              <a:t>of 65 decimal). It needs </a:t>
            </a:r>
            <a:r>
              <a:rPr lang="sv-SE" dirty="0">
                <a:solidFill>
                  <a:srgbClr val="128CCD"/>
                </a:solidFill>
              </a:rPr>
              <a:t>7 binary digit</a:t>
            </a:r>
            <a:r>
              <a:rPr lang="sv-SE" dirty="0">
                <a:solidFill>
                  <a:schemeClr val="accent4"/>
                </a:solidFill>
              </a:rPr>
              <a:t> </a:t>
            </a:r>
            <a:r>
              <a:rPr lang="sv-SE" dirty="0"/>
              <a:t>to store letter A.</a:t>
            </a:r>
          </a:p>
          <a:p>
            <a:pPr algn="just"/>
            <a:r>
              <a:rPr lang="sv-SE" dirty="0"/>
              <a:t>So, 1000001 is the </a:t>
            </a:r>
            <a:r>
              <a:rPr lang="sv-SE" dirty="0">
                <a:solidFill>
                  <a:srgbClr val="128CCD"/>
                </a:solidFill>
              </a:rPr>
              <a:t>codeword</a:t>
            </a:r>
            <a:r>
              <a:rPr lang="sv-SE" dirty="0"/>
              <a:t> of A.</a:t>
            </a:r>
          </a:p>
          <a:p>
            <a:pPr algn="just"/>
            <a:r>
              <a:rPr lang="sv-SE" dirty="0"/>
              <a:t>Data compression tries to store as minimum as possible number of binary digits.</a:t>
            </a:r>
          </a:p>
        </p:txBody>
      </p:sp>
    </p:spTree>
    <p:extLst>
      <p:ext uri="{BB962C8B-B14F-4D97-AF65-F5344CB8AC3E}">
        <p14:creationId xmlns:p14="http://schemas.microsoft.com/office/powerpoint/2010/main" val="227582012"/>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05576E-4D75-DDA5-9BB6-7116E3B91A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818A2C-204F-B007-721E-C8E7B4AD1262}"/>
              </a:ext>
            </a:extLst>
          </p:cNvPr>
          <p:cNvSpPr>
            <a:spLocks noGrp="1"/>
          </p:cNvSpPr>
          <p:nvPr>
            <p:ph type="title"/>
          </p:nvPr>
        </p:nvSpPr>
        <p:spPr/>
        <p:txBody>
          <a:bodyPr>
            <a:normAutofit fontScale="90000"/>
          </a:bodyPr>
          <a:lstStyle/>
          <a:p>
            <a:r>
              <a:rPr lang="en-US" dirty="0"/>
              <a:t>Concept of compression technique</a:t>
            </a:r>
            <a:endParaRPr lang="en-ID" dirty="0"/>
          </a:p>
        </p:txBody>
      </p:sp>
      <p:sp>
        <p:nvSpPr>
          <p:cNvPr id="4" name="Content Placeholder 3">
            <a:extLst>
              <a:ext uri="{FF2B5EF4-FFF2-40B4-BE49-F238E27FC236}">
                <a16:creationId xmlns:a16="http://schemas.microsoft.com/office/drawing/2014/main" id="{7DC113AA-DBD1-EE95-2A22-1668C9C54D1C}"/>
              </a:ext>
            </a:extLst>
          </p:cNvPr>
          <p:cNvSpPr>
            <a:spLocks noGrp="1"/>
          </p:cNvSpPr>
          <p:nvPr>
            <p:ph sz="quarter" idx="11"/>
          </p:nvPr>
        </p:nvSpPr>
        <p:spPr/>
        <p:txBody>
          <a:bodyPr>
            <a:normAutofit fontScale="77500" lnSpcReduction="20000"/>
          </a:bodyPr>
          <a:lstStyle/>
          <a:p>
            <a:pPr algn="just">
              <a:spcBef>
                <a:spcPts val="1800"/>
              </a:spcBef>
            </a:pPr>
            <a:r>
              <a:rPr lang="en-US" dirty="0">
                <a:solidFill>
                  <a:srgbClr val="128CCD"/>
                </a:solidFill>
              </a:rPr>
              <a:t>ASCII</a:t>
            </a:r>
            <a:r>
              <a:rPr lang="en-US" dirty="0">
                <a:solidFill>
                  <a:schemeClr val="accent4"/>
                </a:solidFill>
              </a:rPr>
              <a:t> </a:t>
            </a:r>
            <a:r>
              <a:rPr lang="en-US" dirty="0"/>
              <a:t>(American Standard Code for Information Interchange)</a:t>
            </a:r>
          </a:p>
          <a:p>
            <a:pPr lvl="1" algn="just">
              <a:spcBef>
                <a:spcPts val="1800"/>
              </a:spcBef>
            </a:pPr>
            <a:r>
              <a:rPr lang="en-US" dirty="0"/>
              <a:t>ASCII character encoding consists 128 characters; 7 bit binary numbers; printed 95 characters and 33 command character. </a:t>
            </a:r>
          </a:p>
          <a:p>
            <a:pPr algn="just">
              <a:spcBef>
                <a:spcPts val="1800"/>
              </a:spcBef>
            </a:pPr>
            <a:r>
              <a:rPr lang="en-US" dirty="0">
                <a:solidFill>
                  <a:srgbClr val="128CCD"/>
                </a:solidFill>
              </a:rPr>
              <a:t>ISO 8859-1 </a:t>
            </a:r>
            <a:r>
              <a:rPr lang="en-US" dirty="0"/>
              <a:t>is a standard character with 8 bit, can store 256 characters.</a:t>
            </a:r>
          </a:p>
          <a:p>
            <a:pPr lvl="1" algn="just">
              <a:spcBef>
                <a:spcPts val="1800"/>
              </a:spcBef>
            </a:pPr>
            <a:r>
              <a:rPr lang="en-US" dirty="0"/>
              <a:t>This </a:t>
            </a:r>
            <a:r>
              <a:rPr lang="en-US" dirty="0" err="1"/>
              <a:t>standar</a:t>
            </a:r>
            <a:r>
              <a:rPr lang="en-US" dirty="0"/>
              <a:t> is called as character encoding Latin-1. </a:t>
            </a:r>
          </a:p>
          <a:p>
            <a:pPr algn="just">
              <a:spcBef>
                <a:spcPts val="1800"/>
              </a:spcBef>
            </a:pPr>
            <a:r>
              <a:rPr lang="en-US" dirty="0">
                <a:solidFill>
                  <a:srgbClr val="128CCD"/>
                </a:solidFill>
              </a:rPr>
              <a:t>UTF-8</a:t>
            </a:r>
            <a:r>
              <a:rPr lang="en-US" dirty="0"/>
              <a:t> (Unicode Transformation Format) is a standard encoding character that enable many languages as shown in the same time. Number of bit to store a character is different.</a:t>
            </a:r>
          </a:p>
          <a:p>
            <a:pPr lvl="1" algn="just">
              <a:spcBef>
                <a:spcPts val="1800"/>
              </a:spcBef>
            </a:pPr>
            <a:r>
              <a:rPr lang="en-US" dirty="0"/>
              <a:t>ASCII character is stored in 1 byte (8 bit).</a:t>
            </a:r>
          </a:p>
          <a:p>
            <a:pPr lvl="1" algn="just">
              <a:spcBef>
                <a:spcPts val="1800"/>
              </a:spcBef>
            </a:pPr>
            <a:r>
              <a:rPr lang="en-US" dirty="0"/>
              <a:t>Latin, Greek, Cyrillic, Armenian, Hebrew, Arabic, Syriac dan Thaana character is stored in 2 byte (16 bit).</a:t>
            </a:r>
          </a:p>
          <a:p>
            <a:pPr lvl="1" algn="just">
              <a:spcBef>
                <a:spcPts val="1800"/>
              </a:spcBef>
            </a:pPr>
            <a:r>
              <a:rPr lang="en-US" dirty="0"/>
              <a:t>Other languages character is stored in 3 byte (24 bit). Character of Jawa/Bali (hanacaraka alphabetic) dan Bugis from Indonesia exist in this standard.</a:t>
            </a:r>
          </a:p>
          <a:p>
            <a:pPr lvl="1" algn="just">
              <a:spcBef>
                <a:spcPts val="1800"/>
              </a:spcBef>
            </a:pPr>
            <a:r>
              <a:rPr lang="en-US" dirty="0"/>
              <a:t>In the future it is possible to store character in 4 byte.</a:t>
            </a:r>
          </a:p>
        </p:txBody>
      </p:sp>
      <p:sp>
        <p:nvSpPr>
          <p:cNvPr id="6" name="Text Placeholder 5">
            <a:extLst>
              <a:ext uri="{FF2B5EF4-FFF2-40B4-BE49-F238E27FC236}">
                <a16:creationId xmlns:a16="http://schemas.microsoft.com/office/drawing/2014/main" id="{CA186FA9-B0C0-EAC0-2203-A8AD3E468687}"/>
              </a:ext>
            </a:extLst>
          </p:cNvPr>
          <p:cNvSpPr>
            <a:spLocks noGrp="1"/>
          </p:cNvSpPr>
          <p:nvPr>
            <p:ph type="body" sz="quarter" idx="10"/>
          </p:nvPr>
        </p:nvSpPr>
        <p:spPr/>
        <p:txBody>
          <a:bodyPr/>
          <a:lstStyle/>
          <a:p>
            <a:r>
              <a:rPr lang="en-US" dirty="0"/>
              <a:t>Encoding </a:t>
            </a:r>
            <a:r>
              <a:rPr lang="en-US" dirty="0" err="1"/>
              <a:t>characteR</a:t>
            </a:r>
            <a:endParaRPr lang="en-US" dirty="0"/>
          </a:p>
        </p:txBody>
      </p:sp>
    </p:spTree>
    <p:extLst>
      <p:ext uri="{BB962C8B-B14F-4D97-AF65-F5344CB8AC3E}">
        <p14:creationId xmlns:p14="http://schemas.microsoft.com/office/powerpoint/2010/main" val="3063247938"/>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835AA3-A424-44A4-4A97-99D492BF5F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30284A-7BD1-26B5-2F8A-AC2C8B02DB9A}"/>
              </a:ext>
            </a:extLst>
          </p:cNvPr>
          <p:cNvSpPr>
            <a:spLocks noGrp="1"/>
          </p:cNvSpPr>
          <p:nvPr>
            <p:ph type="title"/>
          </p:nvPr>
        </p:nvSpPr>
        <p:spPr/>
        <p:txBody>
          <a:bodyPr>
            <a:normAutofit fontScale="90000"/>
          </a:bodyPr>
          <a:lstStyle/>
          <a:p>
            <a:r>
              <a:rPr lang="en-US" dirty="0"/>
              <a:t>Concept of compression technique</a:t>
            </a:r>
            <a:endParaRPr lang="en-ID" dirty="0"/>
          </a:p>
        </p:txBody>
      </p:sp>
      <p:sp>
        <p:nvSpPr>
          <p:cNvPr id="6" name="Text Placeholder 5">
            <a:extLst>
              <a:ext uri="{FF2B5EF4-FFF2-40B4-BE49-F238E27FC236}">
                <a16:creationId xmlns:a16="http://schemas.microsoft.com/office/drawing/2014/main" id="{68F041A7-4CD4-C448-6536-FED7B241DBD6}"/>
              </a:ext>
            </a:extLst>
          </p:cNvPr>
          <p:cNvSpPr>
            <a:spLocks noGrp="1"/>
          </p:cNvSpPr>
          <p:nvPr>
            <p:ph type="body" sz="quarter" idx="10"/>
          </p:nvPr>
        </p:nvSpPr>
        <p:spPr/>
        <p:txBody>
          <a:bodyPr/>
          <a:lstStyle/>
          <a:p>
            <a:r>
              <a:rPr lang="en-US" dirty="0"/>
              <a:t>Character table</a:t>
            </a:r>
          </a:p>
        </p:txBody>
      </p:sp>
      <p:pic>
        <p:nvPicPr>
          <p:cNvPr id="7" name="Content Placeholder 4">
            <a:extLst>
              <a:ext uri="{FF2B5EF4-FFF2-40B4-BE49-F238E27FC236}">
                <a16:creationId xmlns:a16="http://schemas.microsoft.com/office/drawing/2014/main" id="{B30DE075-A45F-A989-B58A-9BD258669D44}"/>
              </a:ext>
            </a:extLst>
          </p:cNvPr>
          <p:cNvPicPr>
            <a:picLocks noGrp="1" noChangeAspect="1"/>
          </p:cNvPicPr>
          <p:nvPr>
            <p:ph sz="quarter" idx="11"/>
          </p:nvPr>
        </p:nvPicPr>
        <p:blipFill>
          <a:blip r:embed="rId3"/>
          <a:stretch>
            <a:fillRect/>
          </a:stretch>
        </p:blipFill>
        <p:spPr>
          <a:xfrm>
            <a:off x="4151277" y="3223274"/>
            <a:ext cx="15569949" cy="9408993"/>
          </a:xfrm>
          <a:prstGeom prst="rect">
            <a:avLst/>
          </a:prstGeom>
        </p:spPr>
      </p:pic>
    </p:spTree>
    <p:extLst>
      <p:ext uri="{BB962C8B-B14F-4D97-AF65-F5344CB8AC3E}">
        <p14:creationId xmlns:p14="http://schemas.microsoft.com/office/powerpoint/2010/main" val="2231443173"/>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57D66-66B9-BE53-CB3A-9570E5E5A8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9E8FDF-32AA-5253-FB5E-35256D3B8EF2}"/>
              </a:ext>
            </a:extLst>
          </p:cNvPr>
          <p:cNvSpPr>
            <a:spLocks noGrp="1"/>
          </p:cNvSpPr>
          <p:nvPr>
            <p:ph type="title"/>
          </p:nvPr>
        </p:nvSpPr>
        <p:spPr/>
        <p:txBody>
          <a:bodyPr>
            <a:normAutofit fontScale="90000"/>
          </a:bodyPr>
          <a:lstStyle/>
          <a:p>
            <a:r>
              <a:rPr lang="en-US" dirty="0"/>
              <a:t>Concept of compression technique</a:t>
            </a:r>
            <a:endParaRPr lang="en-ID" dirty="0"/>
          </a:p>
        </p:txBody>
      </p:sp>
      <p:sp>
        <p:nvSpPr>
          <p:cNvPr id="6" name="Text Placeholder 5">
            <a:extLst>
              <a:ext uri="{FF2B5EF4-FFF2-40B4-BE49-F238E27FC236}">
                <a16:creationId xmlns:a16="http://schemas.microsoft.com/office/drawing/2014/main" id="{9262C7EE-E4EF-72FF-2639-591769C898E3}"/>
              </a:ext>
            </a:extLst>
          </p:cNvPr>
          <p:cNvSpPr>
            <a:spLocks noGrp="1"/>
          </p:cNvSpPr>
          <p:nvPr>
            <p:ph type="body" sz="quarter" idx="10"/>
          </p:nvPr>
        </p:nvSpPr>
        <p:spPr/>
        <p:txBody>
          <a:bodyPr>
            <a:normAutofit fontScale="92500"/>
          </a:bodyPr>
          <a:lstStyle/>
          <a:p>
            <a:r>
              <a:rPr lang="en-US" dirty="0"/>
              <a:t>Fixed length code vs variable length code</a:t>
            </a:r>
          </a:p>
        </p:txBody>
      </p:sp>
      <p:sp>
        <p:nvSpPr>
          <p:cNvPr id="5" name="Content Placeholder 3">
            <a:extLst>
              <a:ext uri="{FF2B5EF4-FFF2-40B4-BE49-F238E27FC236}">
                <a16:creationId xmlns:a16="http://schemas.microsoft.com/office/drawing/2014/main" id="{C54CBDAD-7DC6-C4C6-216A-4B35180ACD23}"/>
              </a:ext>
            </a:extLst>
          </p:cNvPr>
          <p:cNvSpPr>
            <a:spLocks noGrp="1"/>
          </p:cNvSpPr>
          <p:nvPr>
            <p:ph sz="quarter" idx="11"/>
          </p:nvPr>
        </p:nvSpPr>
        <p:spPr>
          <a:xfrm>
            <a:off x="2167377" y="4125886"/>
            <a:ext cx="20057623" cy="8523314"/>
          </a:xfrm>
        </p:spPr>
        <p:txBody>
          <a:bodyPr>
            <a:normAutofit fontScale="92500" lnSpcReduction="20000"/>
          </a:bodyPr>
          <a:lstStyle/>
          <a:p>
            <a:pPr algn="just"/>
            <a:r>
              <a:rPr lang="en-US" dirty="0"/>
              <a:t>There are two types of codeword: Fixed-length and Variable-length.</a:t>
            </a:r>
          </a:p>
          <a:p>
            <a:pPr algn="just"/>
            <a:r>
              <a:rPr lang="en-US" dirty="0"/>
              <a:t>For example, we have a data file of 100,000 characters contains only the character a-f</a:t>
            </a:r>
          </a:p>
          <a:p>
            <a:pPr algn="just"/>
            <a:endParaRPr lang="en-US" dirty="0"/>
          </a:p>
          <a:p>
            <a:pPr algn="just"/>
            <a:endParaRPr lang="en-US" dirty="0"/>
          </a:p>
          <a:p>
            <a:pPr algn="just"/>
            <a:endParaRPr lang="en-US" dirty="0"/>
          </a:p>
          <a:p>
            <a:pPr marL="0" indent="0" algn="just">
              <a:buNone/>
            </a:pPr>
            <a:endParaRPr lang="en-US" dirty="0"/>
          </a:p>
          <a:p>
            <a:pPr algn="just"/>
            <a:r>
              <a:rPr lang="en-US" dirty="0"/>
              <a:t>Fixed-length code requires (3 . 100,000) = </a:t>
            </a:r>
            <a:r>
              <a:rPr lang="en-US" dirty="0">
                <a:solidFill>
                  <a:srgbClr val="128CCD"/>
                </a:solidFill>
              </a:rPr>
              <a:t>300,000 bits </a:t>
            </a:r>
            <a:r>
              <a:rPr lang="en-US" dirty="0"/>
              <a:t>to encode the entire file.</a:t>
            </a:r>
          </a:p>
          <a:p>
            <a:pPr algn="just"/>
            <a:r>
              <a:rPr lang="en-US" dirty="0"/>
              <a:t>Variable-length code requires (45 . 1 + 13 . 3 + 12 . 3 + 16 . 3 + 9 . 4 + 5 . 4) . 1,000 = </a:t>
            </a:r>
            <a:r>
              <a:rPr lang="en-US" dirty="0">
                <a:solidFill>
                  <a:srgbClr val="128CCD"/>
                </a:solidFill>
              </a:rPr>
              <a:t>224,000 bits</a:t>
            </a:r>
            <a:r>
              <a:rPr lang="en-US" dirty="0"/>
              <a:t>, a saving of ((300,000-224,000)/300,000 . 100%) = </a:t>
            </a:r>
            <a:r>
              <a:rPr lang="en-US" dirty="0">
                <a:solidFill>
                  <a:srgbClr val="128CCD"/>
                </a:solidFill>
              </a:rPr>
              <a:t>25.33%.</a:t>
            </a:r>
          </a:p>
        </p:txBody>
      </p:sp>
      <p:pic>
        <p:nvPicPr>
          <p:cNvPr id="8" name="Picture 7" descr="A number and numbers on a white background&#10;&#10;Description automatically generated">
            <a:extLst>
              <a:ext uri="{FF2B5EF4-FFF2-40B4-BE49-F238E27FC236}">
                <a16:creationId xmlns:a16="http://schemas.microsoft.com/office/drawing/2014/main" id="{7F183B2B-B36F-EFF8-CC73-DE1EEF0617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07605" y="6308790"/>
            <a:ext cx="14657294" cy="3608803"/>
          </a:xfrm>
          <a:prstGeom prst="rect">
            <a:avLst/>
          </a:prstGeom>
        </p:spPr>
      </p:pic>
    </p:spTree>
    <p:extLst>
      <p:ext uri="{BB962C8B-B14F-4D97-AF65-F5344CB8AC3E}">
        <p14:creationId xmlns:p14="http://schemas.microsoft.com/office/powerpoint/2010/main" val="2831245163"/>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Introduction to Huffman code</a:t>
            </a:r>
            <a:br>
              <a:rPr lang="en-ID" dirty="0"/>
            </a:br>
            <a:endParaRPr lang="en-ID" dirty="0"/>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normAutofit/>
          </a:bodyPr>
          <a:lstStyle/>
          <a:p>
            <a:r>
              <a:rPr lang="en-ID" dirty="0"/>
              <a:t>Huffman algorithm</a:t>
            </a:r>
          </a:p>
        </p:txBody>
      </p:sp>
      <p:sp>
        <p:nvSpPr>
          <p:cNvPr id="4" name="Content Placeholder 3">
            <a:extLst>
              <a:ext uri="{FF2B5EF4-FFF2-40B4-BE49-F238E27FC236}">
                <a16:creationId xmlns:a16="http://schemas.microsoft.com/office/drawing/2014/main" id="{F50E50B6-6863-4D06-4C7D-4E3B74F82B76}"/>
              </a:ext>
            </a:extLst>
          </p:cNvPr>
          <p:cNvSpPr>
            <a:spLocks noGrp="1"/>
          </p:cNvSpPr>
          <p:nvPr>
            <p:ph sz="quarter" idx="11"/>
          </p:nvPr>
        </p:nvSpPr>
        <p:spPr>
          <a:xfrm>
            <a:off x="2167377" y="3714224"/>
            <a:ext cx="19032265" cy="9138176"/>
          </a:xfrm>
        </p:spPr>
        <p:txBody>
          <a:bodyPr>
            <a:normAutofit/>
          </a:bodyPr>
          <a:lstStyle/>
          <a:p>
            <a:pPr algn="just"/>
            <a:r>
              <a:rPr lang="sv-SE" dirty="0"/>
              <a:t>Invented by David A. Huffman in 1951 when he studied his Ph.D at Massachusetts Institute of Technology (MIT).</a:t>
            </a:r>
          </a:p>
          <a:p>
            <a:pPr algn="just"/>
            <a:r>
              <a:rPr lang="sv-SE" dirty="0"/>
              <a:t>He discovered a method to build binary tree based on frequency. The Binary Tree is called as Huffman Tree is foundation of data compression with ZIP format.</a:t>
            </a:r>
          </a:p>
          <a:p>
            <a:pPr algn="just"/>
            <a:r>
              <a:rPr lang="sv-SE" dirty="0"/>
              <a:t>The technique is used as algorithm to create JPEG image and musical file format MP3.</a:t>
            </a:r>
            <a:endParaRPr lang="en-US" dirty="0"/>
          </a:p>
        </p:txBody>
      </p:sp>
    </p:spTree>
    <p:extLst>
      <p:ext uri="{BB962C8B-B14F-4D97-AF65-F5344CB8AC3E}">
        <p14:creationId xmlns:p14="http://schemas.microsoft.com/office/powerpoint/2010/main" val="1347273990"/>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D1AB2-5FF6-EE2C-9E9D-47D0F79CA9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8B98E0-A7C5-73DB-2095-119B02F417D1}"/>
              </a:ext>
            </a:extLst>
          </p:cNvPr>
          <p:cNvSpPr>
            <a:spLocks noGrp="1"/>
          </p:cNvSpPr>
          <p:nvPr>
            <p:ph type="title"/>
          </p:nvPr>
        </p:nvSpPr>
        <p:spPr/>
        <p:txBody>
          <a:bodyPr>
            <a:normAutofit fontScale="90000"/>
          </a:bodyPr>
          <a:lstStyle/>
          <a:p>
            <a:r>
              <a:rPr lang="en-ID" dirty="0"/>
              <a:t>Introduction to Huffman code</a:t>
            </a:r>
            <a:br>
              <a:rPr lang="en-ID" dirty="0"/>
            </a:br>
            <a:endParaRPr lang="en-ID" dirty="0"/>
          </a:p>
        </p:txBody>
      </p:sp>
      <p:sp>
        <p:nvSpPr>
          <p:cNvPr id="3" name="Text Placeholder 2">
            <a:extLst>
              <a:ext uri="{FF2B5EF4-FFF2-40B4-BE49-F238E27FC236}">
                <a16:creationId xmlns:a16="http://schemas.microsoft.com/office/drawing/2014/main" id="{6B326CEC-4E4E-3B05-AF8C-BA4E2AB1C835}"/>
              </a:ext>
            </a:extLst>
          </p:cNvPr>
          <p:cNvSpPr>
            <a:spLocks noGrp="1"/>
          </p:cNvSpPr>
          <p:nvPr>
            <p:ph type="body" sz="quarter" idx="10"/>
          </p:nvPr>
        </p:nvSpPr>
        <p:spPr/>
        <p:txBody>
          <a:bodyPr>
            <a:normAutofit/>
          </a:bodyPr>
          <a:lstStyle/>
          <a:p>
            <a:r>
              <a:rPr lang="en-ID" dirty="0"/>
              <a:t>Prefix-free codes</a:t>
            </a:r>
          </a:p>
        </p:txBody>
      </p:sp>
      <p:graphicFrame>
        <p:nvGraphicFramePr>
          <p:cNvPr id="8" name="Group 32">
            <a:extLst>
              <a:ext uri="{FF2B5EF4-FFF2-40B4-BE49-F238E27FC236}">
                <a16:creationId xmlns:a16="http://schemas.microsoft.com/office/drawing/2014/main" id="{A982BDC2-918F-0F90-A166-BEC6142C2648}"/>
              </a:ext>
            </a:extLst>
          </p:cNvPr>
          <p:cNvGraphicFramePr>
            <a:graphicFrameLocks noGrp="1"/>
          </p:cNvGraphicFramePr>
          <p:nvPr>
            <p:custDataLst>
              <p:tags r:id="rId1"/>
            </p:custDataLst>
          </p:nvPr>
        </p:nvGraphicFramePr>
        <p:xfrm>
          <a:off x="4678455" y="4244556"/>
          <a:ext cx="4840942" cy="4202327"/>
        </p:xfrm>
        <a:graphic>
          <a:graphicData uri="http://schemas.openxmlformats.org/drawingml/2006/table">
            <a:tbl>
              <a:tblPr/>
              <a:tblGrid>
                <a:gridCol w="1457327">
                  <a:extLst>
                    <a:ext uri="{9D8B030D-6E8A-4147-A177-3AD203B41FA5}">
                      <a16:colId xmlns:a16="http://schemas.microsoft.com/office/drawing/2014/main" val="1615754918"/>
                    </a:ext>
                  </a:extLst>
                </a:gridCol>
                <a:gridCol w="3383615">
                  <a:extLst>
                    <a:ext uri="{9D8B030D-6E8A-4147-A177-3AD203B41FA5}">
                      <a16:colId xmlns:a16="http://schemas.microsoft.com/office/drawing/2014/main" val="3200354502"/>
                    </a:ext>
                  </a:extLst>
                </a:gridCol>
              </a:tblGrid>
              <a:tr h="841091">
                <a:tc>
                  <a:txBody>
                    <a:bodyPr/>
                    <a:lstStyle>
                      <a:lvl1pPr>
                        <a:spcBef>
                          <a:spcPct val="20000"/>
                        </a:spcBef>
                        <a:buClr>
                          <a:schemeClr val="folHlink"/>
                        </a:buClr>
                        <a:buSzPct val="60000"/>
                        <a:buFont typeface="Wingdings"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en-US" sz="4000" b="0" i="0" u="none" strike="noStrike" cap="none" normalizeH="0" baseline="0">
                          <a:ln>
                            <a:noFill/>
                          </a:ln>
                          <a:solidFill>
                            <a:schemeClr val="bg2">
                              <a:lumMod val="10000"/>
                            </a:schemeClr>
                          </a:solidFill>
                          <a:effectLst/>
                          <a:latin typeface="Tahoma" panose="020B0604030504040204" pitchFamily="34" charset="0"/>
                        </a:rPr>
                        <a:t>E</a:t>
                      </a:r>
                    </a:p>
                  </a:txBody>
                  <a:tcPr horzOverflow="overflow">
                    <a:lnL w="28575" cap="flat" cmpd="sng" algn="ctr">
                      <a:solidFill>
                        <a:schemeClr val="bg2">
                          <a:lumMod val="10000"/>
                        </a:schemeClr>
                      </a:solidFill>
                      <a:prstDash val="solid"/>
                      <a:round/>
                      <a:headEnd type="none" w="med" len="med"/>
                      <a:tailEnd type="none" w="med" len="med"/>
                    </a:lnL>
                    <a:lnR w="28575" cap="flat" cmpd="sng" algn="ctr">
                      <a:solidFill>
                        <a:schemeClr val="bg2">
                          <a:lumMod val="10000"/>
                        </a:schemeClr>
                      </a:solidFill>
                      <a:prstDash val="solid"/>
                      <a:round/>
                      <a:headEnd type="none" w="med" len="med"/>
                      <a:tailEnd type="none" w="med" len="med"/>
                    </a:lnR>
                    <a:lnT w="28575" cap="flat" cmpd="sng" algn="ctr">
                      <a:solidFill>
                        <a:schemeClr val="bg2">
                          <a:lumMod val="10000"/>
                        </a:schemeClr>
                      </a:solidFill>
                      <a:prstDash val="solid"/>
                      <a:round/>
                      <a:headEnd type="none" w="med" len="med"/>
                      <a:tailEnd type="none" w="med" len="med"/>
                    </a:lnT>
                    <a:lnB w="28575" cap="flat" cmpd="sng" algn="ctr">
                      <a:solidFill>
                        <a:schemeClr val="bg2">
                          <a:lumMod val="10000"/>
                        </a:schemeClr>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en-US" sz="4000" b="0" i="0" u="none" strike="noStrike" cap="none" normalizeH="0" baseline="0">
                          <a:ln>
                            <a:noFill/>
                          </a:ln>
                          <a:solidFill>
                            <a:schemeClr val="bg2">
                              <a:lumMod val="10000"/>
                            </a:schemeClr>
                          </a:solidFill>
                          <a:effectLst/>
                          <a:latin typeface="Tahoma" panose="020B0604030504040204" pitchFamily="34" charset="0"/>
                        </a:rPr>
                        <a:t>0</a:t>
                      </a:r>
                    </a:p>
                  </a:txBody>
                  <a:tcPr horzOverflow="overflow">
                    <a:lnL w="28575" cap="flat" cmpd="sng" algn="ctr">
                      <a:solidFill>
                        <a:schemeClr val="bg2">
                          <a:lumMod val="10000"/>
                        </a:schemeClr>
                      </a:solidFill>
                      <a:prstDash val="solid"/>
                      <a:round/>
                      <a:headEnd type="none" w="med" len="med"/>
                      <a:tailEnd type="none" w="med" len="med"/>
                    </a:lnL>
                    <a:lnR w="28575" cap="flat" cmpd="sng" algn="ctr">
                      <a:solidFill>
                        <a:schemeClr val="bg2">
                          <a:lumMod val="10000"/>
                        </a:schemeClr>
                      </a:solidFill>
                      <a:prstDash val="solid"/>
                      <a:round/>
                      <a:headEnd type="none" w="med" len="med"/>
                      <a:tailEnd type="none" w="med" len="med"/>
                    </a:lnR>
                    <a:lnT w="28575" cap="flat" cmpd="sng" algn="ctr">
                      <a:solidFill>
                        <a:schemeClr val="bg2">
                          <a:lumMod val="10000"/>
                        </a:schemeClr>
                      </a:solidFill>
                      <a:prstDash val="solid"/>
                      <a:round/>
                      <a:headEnd type="none" w="med" len="med"/>
                      <a:tailEnd type="none" w="med" len="med"/>
                    </a:lnT>
                    <a:lnB w="28575" cap="flat" cmpd="sng" algn="ctr">
                      <a:solidFill>
                        <a:schemeClr val="bg2">
                          <a:lumMod val="1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91687065"/>
                  </a:ext>
                </a:extLst>
              </a:tr>
              <a:tr h="841091">
                <a:tc>
                  <a:txBody>
                    <a:bodyPr/>
                    <a:lstStyle>
                      <a:lvl1pPr>
                        <a:spcBef>
                          <a:spcPct val="20000"/>
                        </a:spcBef>
                        <a:buClr>
                          <a:schemeClr val="folHlink"/>
                        </a:buClr>
                        <a:buSzPct val="60000"/>
                        <a:buFont typeface="Wingdings"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en-US" sz="4000" b="0" i="0" u="none" strike="noStrike" cap="none" normalizeH="0" baseline="0">
                          <a:ln>
                            <a:noFill/>
                          </a:ln>
                          <a:solidFill>
                            <a:schemeClr val="bg2">
                              <a:lumMod val="10000"/>
                            </a:schemeClr>
                          </a:solidFill>
                          <a:effectLst/>
                          <a:latin typeface="Tahoma" panose="020B0604030504040204" pitchFamily="34" charset="0"/>
                        </a:rPr>
                        <a:t>T</a:t>
                      </a:r>
                    </a:p>
                  </a:txBody>
                  <a:tcPr horzOverflow="overflow">
                    <a:lnL w="28575" cap="flat" cmpd="sng" algn="ctr">
                      <a:solidFill>
                        <a:schemeClr val="bg2">
                          <a:lumMod val="10000"/>
                        </a:schemeClr>
                      </a:solidFill>
                      <a:prstDash val="solid"/>
                      <a:round/>
                      <a:headEnd type="none" w="med" len="med"/>
                      <a:tailEnd type="none" w="med" len="med"/>
                    </a:lnL>
                    <a:lnR w="28575" cap="flat" cmpd="sng" algn="ctr">
                      <a:solidFill>
                        <a:schemeClr val="bg2">
                          <a:lumMod val="10000"/>
                        </a:schemeClr>
                      </a:solidFill>
                      <a:prstDash val="solid"/>
                      <a:round/>
                      <a:headEnd type="none" w="med" len="med"/>
                      <a:tailEnd type="none" w="med" len="med"/>
                    </a:lnR>
                    <a:lnT w="28575" cap="flat" cmpd="sng" algn="ctr">
                      <a:solidFill>
                        <a:schemeClr val="bg2">
                          <a:lumMod val="10000"/>
                        </a:schemeClr>
                      </a:solidFill>
                      <a:prstDash val="solid"/>
                      <a:round/>
                      <a:headEnd type="none" w="med" len="med"/>
                      <a:tailEnd type="none" w="med" len="med"/>
                    </a:lnT>
                    <a:lnB w="28575" cap="flat" cmpd="sng" algn="ctr">
                      <a:solidFill>
                        <a:schemeClr val="bg2">
                          <a:lumMod val="10000"/>
                        </a:schemeClr>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en-US" sz="4000" b="0" i="0" u="none" strike="noStrike" cap="none" normalizeH="0" baseline="0" dirty="0">
                          <a:ln>
                            <a:noFill/>
                          </a:ln>
                          <a:solidFill>
                            <a:schemeClr val="bg2">
                              <a:lumMod val="10000"/>
                            </a:schemeClr>
                          </a:solidFill>
                          <a:effectLst/>
                          <a:latin typeface="Tahoma" panose="020B0604030504040204" pitchFamily="34" charset="0"/>
                        </a:rPr>
                        <a:t>11</a:t>
                      </a:r>
                    </a:p>
                  </a:txBody>
                  <a:tcPr horzOverflow="overflow">
                    <a:lnL w="28575" cap="flat" cmpd="sng" algn="ctr">
                      <a:solidFill>
                        <a:schemeClr val="bg2">
                          <a:lumMod val="10000"/>
                        </a:schemeClr>
                      </a:solidFill>
                      <a:prstDash val="solid"/>
                      <a:round/>
                      <a:headEnd type="none" w="med" len="med"/>
                      <a:tailEnd type="none" w="med" len="med"/>
                    </a:lnL>
                    <a:lnR w="28575" cap="flat" cmpd="sng" algn="ctr">
                      <a:solidFill>
                        <a:schemeClr val="bg2">
                          <a:lumMod val="10000"/>
                        </a:schemeClr>
                      </a:solidFill>
                      <a:prstDash val="solid"/>
                      <a:round/>
                      <a:headEnd type="none" w="med" len="med"/>
                      <a:tailEnd type="none" w="med" len="med"/>
                    </a:lnR>
                    <a:lnT w="28575" cap="flat" cmpd="sng" algn="ctr">
                      <a:solidFill>
                        <a:schemeClr val="bg2">
                          <a:lumMod val="10000"/>
                        </a:schemeClr>
                      </a:solidFill>
                      <a:prstDash val="solid"/>
                      <a:round/>
                      <a:headEnd type="none" w="med" len="med"/>
                      <a:tailEnd type="none" w="med" len="med"/>
                    </a:lnT>
                    <a:lnB w="28575" cap="flat" cmpd="sng" algn="ctr">
                      <a:solidFill>
                        <a:schemeClr val="bg2">
                          <a:lumMod val="1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29810450"/>
                  </a:ext>
                </a:extLst>
              </a:tr>
              <a:tr h="837963">
                <a:tc>
                  <a:txBody>
                    <a:bodyPr/>
                    <a:lstStyle>
                      <a:lvl1pPr>
                        <a:spcBef>
                          <a:spcPct val="20000"/>
                        </a:spcBef>
                        <a:buClr>
                          <a:schemeClr val="folHlink"/>
                        </a:buClr>
                        <a:buSzPct val="60000"/>
                        <a:buFont typeface="Wingdings"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en-US" sz="4000" b="0" i="0" u="none" strike="noStrike" cap="none" normalizeH="0" baseline="0">
                          <a:ln>
                            <a:noFill/>
                          </a:ln>
                          <a:solidFill>
                            <a:schemeClr val="bg2">
                              <a:lumMod val="10000"/>
                            </a:schemeClr>
                          </a:solidFill>
                          <a:effectLst/>
                          <a:latin typeface="Tahoma" panose="020B0604030504040204" pitchFamily="34" charset="0"/>
                        </a:rPr>
                        <a:t>N</a:t>
                      </a:r>
                    </a:p>
                  </a:txBody>
                  <a:tcPr horzOverflow="overflow">
                    <a:lnL w="28575" cap="flat" cmpd="sng" algn="ctr">
                      <a:solidFill>
                        <a:schemeClr val="bg2">
                          <a:lumMod val="10000"/>
                        </a:schemeClr>
                      </a:solidFill>
                      <a:prstDash val="solid"/>
                      <a:round/>
                      <a:headEnd type="none" w="med" len="med"/>
                      <a:tailEnd type="none" w="med" len="med"/>
                    </a:lnL>
                    <a:lnR w="28575" cap="flat" cmpd="sng" algn="ctr">
                      <a:solidFill>
                        <a:schemeClr val="bg2">
                          <a:lumMod val="10000"/>
                        </a:schemeClr>
                      </a:solidFill>
                      <a:prstDash val="solid"/>
                      <a:round/>
                      <a:headEnd type="none" w="med" len="med"/>
                      <a:tailEnd type="none" w="med" len="med"/>
                    </a:lnR>
                    <a:lnT w="28575" cap="flat" cmpd="sng" algn="ctr">
                      <a:solidFill>
                        <a:schemeClr val="bg2">
                          <a:lumMod val="10000"/>
                        </a:schemeClr>
                      </a:solidFill>
                      <a:prstDash val="solid"/>
                      <a:round/>
                      <a:headEnd type="none" w="med" len="med"/>
                      <a:tailEnd type="none" w="med" len="med"/>
                    </a:lnT>
                    <a:lnB w="28575" cap="flat" cmpd="sng" algn="ctr">
                      <a:solidFill>
                        <a:schemeClr val="bg2">
                          <a:lumMod val="10000"/>
                        </a:schemeClr>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en-US" sz="4000" b="0" i="0" u="none" strike="noStrike" cap="none" normalizeH="0" baseline="0">
                          <a:ln>
                            <a:noFill/>
                          </a:ln>
                          <a:solidFill>
                            <a:schemeClr val="bg2">
                              <a:lumMod val="10000"/>
                            </a:schemeClr>
                          </a:solidFill>
                          <a:effectLst/>
                          <a:latin typeface="Tahoma" panose="020B0604030504040204" pitchFamily="34" charset="0"/>
                        </a:rPr>
                        <a:t>100</a:t>
                      </a:r>
                    </a:p>
                  </a:txBody>
                  <a:tcPr horzOverflow="overflow">
                    <a:lnL w="28575" cap="flat" cmpd="sng" algn="ctr">
                      <a:solidFill>
                        <a:schemeClr val="bg2">
                          <a:lumMod val="10000"/>
                        </a:schemeClr>
                      </a:solidFill>
                      <a:prstDash val="solid"/>
                      <a:round/>
                      <a:headEnd type="none" w="med" len="med"/>
                      <a:tailEnd type="none" w="med" len="med"/>
                    </a:lnL>
                    <a:lnR w="28575" cap="flat" cmpd="sng" algn="ctr">
                      <a:solidFill>
                        <a:schemeClr val="bg2">
                          <a:lumMod val="10000"/>
                        </a:schemeClr>
                      </a:solidFill>
                      <a:prstDash val="solid"/>
                      <a:round/>
                      <a:headEnd type="none" w="med" len="med"/>
                      <a:tailEnd type="none" w="med" len="med"/>
                    </a:lnR>
                    <a:lnT w="28575" cap="flat" cmpd="sng" algn="ctr">
                      <a:solidFill>
                        <a:schemeClr val="bg2">
                          <a:lumMod val="10000"/>
                        </a:schemeClr>
                      </a:solidFill>
                      <a:prstDash val="solid"/>
                      <a:round/>
                      <a:headEnd type="none" w="med" len="med"/>
                      <a:tailEnd type="none" w="med" len="med"/>
                    </a:lnT>
                    <a:lnB w="28575" cap="flat" cmpd="sng" algn="ctr">
                      <a:solidFill>
                        <a:schemeClr val="bg2">
                          <a:lumMod val="1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15297160"/>
                  </a:ext>
                </a:extLst>
              </a:tr>
              <a:tr h="841091">
                <a:tc>
                  <a:txBody>
                    <a:bodyPr/>
                    <a:lstStyle>
                      <a:lvl1pPr>
                        <a:spcBef>
                          <a:spcPct val="20000"/>
                        </a:spcBef>
                        <a:buClr>
                          <a:schemeClr val="folHlink"/>
                        </a:buClr>
                        <a:buSzPct val="60000"/>
                        <a:buFont typeface="Wingdings"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en-US" sz="4000" b="0" i="0" u="none" strike="noStrike" cap="none" normalizeH="0" baseline="0">
                          <a:ln>
                            <a:noFill/>
                          </a:ln>
                          <a:solidFill>
                            <a:schemeClr val="bg2">
                              <a:lumMod val="10000"/>
                            </a:schemeClr>
                          </a:solidFill>
                          <a:effectLst/>
                          <a:latin typeface="Tahoma" panose="020B0604030504040204" pitchFamily="34" charset="0"/>
                        </a:rPr>
                        <a:t>I</a:t>
                      </a:r>
                    </a:p>
                  </a:txBody>
                  <a:tcPr horzOverflow="overflow">
                    <a:lnL w="28575" cap="flat" cmpd="sng" algn="ctr">
                      <a:solidFill>
                        <a:schemeClr val="bg2">
                          <a:lumMod val="10000"/>
                        </a:schemeClr>
                      </a:solidFill>
                      <a:prstDash val="solid"/>
                      <a:round/>
                      <a:headEnd type="none" w="med" len="med"/>
                      <a:tailEnd type="none" w="med" len="med"/>
                    </a:lnL>
                    <a:lnR w="28575" cap="flat" cmpd="sng" algn="ctr">
                      <a:solidFill>
                        <a:schemeClr val="bg2">
                          <a:lumMod val="10000"/>
                        </a:schemeClr>
                      </a:solidFill>
                      <a:prstDash val="solid"/>
                      <a:round/>
                      <a:headEnd type="none" w="med" len="med"/>
                      <a:tailEnd type="none" w="med" len="med"/>
                    </a:lnR>
                    <a:lnT w="28575" cap="flat" cmpd="sng" algn="ctr">
                      <a:solidFill>
                        <a:schemeClr val="bg2">
                          <a:lumMod val="10000"/>
                        </a:schemeClr>
                      </a:solidFill>
                      <a:prstDash val="solid"/>
                      <a:round/>
                      <a:headEnd type="none" w="med" len="med"/>
                      <a:tailEnd type="none" w="med" len="med"/>
                    </a:lnT>
                    <a:lnB w="28575" cap="flat" cmpd="sng" algn="ctr">
                      <a:solidFill>
                        <a:schemeClr val="bg2">
                          <a:lumMod val="10000"/>
                        </a:schemeClr>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en-US" sz="4000" b="0" i="0" u="none" strike="noStrike" cap="none" normalizeH="0" baseline="0">
                          <a:ln>
                            <a:noFill/>
                          </a:ln>
                          <a:solidFill>
                            <a:schemeClr val="bg2">
                              <a:lumMod val="10000"/>
                            </a:schemeClr>
                          </a:solidFill>
                          <a:effectLst/>
                          <a:latin typeface="Tahoma" panose="020B0604030504040204" pitchFamily="34" charset="0"/>
                        </a:rPr>
                        <a:t>1010</a:t>
                      </a:r>
                    </a:p>
                  </a:txBody>
                  <a:tcPr horzOverflow="overflow">
                    <a:lnL w="28575" cap="flat" cmpd="sng" algn="ctr">
                      <a:solidFill>
                        <a:schemeClr val="bg2">
                          <a:lumMod val="10000"/>
                        </a:schemeClr>
                      </a:solidFill>
                      <a:prstDash val="solid"/>
                      <a:round/>
                      <a:headEnd type="none" w="med" len="med"/>
                      <a:tailEnd type="none" w="med" len="med"/>
                    </a:lnL>
                    <a:lnR w="28575" cap="flat" cmpd="sng" algn="ctr">
                      <a:solidFill>
                        <a:schemeClr val="bg2">
                          <a:lumMod val="10000"/>
                        </a:schemeClr>
                      </a:solidFill>
                      <a:prstDash val="solid"/>
                      <a:round/>
                      <a:headEnd type="none" w="med" len="med"/>
                      <a:tailEnd type="none" w="med" len="med"/>
                    </a:lnR>
                    <a:lnT w="28575" cap="flat" cmpd="sng" algn="ctr">
                      <a:solidFill>
                        <a:schemeClr val="bg2">
                          <a:lumMod val="10000"/>
                        </a:schemeClr>
                      </a:solidFill>
                      <a:prstDash val="solid"/>
                      <a:round/>
                      <a:headEnd type="none" w="med" len="med"/>
                      <a:tailEnd type="none" w="med" len="med"/>
                    </a:lnT>
                    <a:lnB w="28575" cap="flat" cmpd="sng" algn="ctr">
                      <a:solidFill>
                        <a:schemeClr val="bg2">
                          <a:lumMod val="1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55550646"/>
                  </a:ext>
                </a:extLst>
              </a:tr>
              <a:tr h="841091">
                <a:tc>
                  <a:txBody>
                    <a:bodyPr/>
                    <a:lstStyle>
                      <a:lvl1pPr>
                        <a:spcBef>
                          <a:spcPct val="20000"/>
                        </a:spcBef>
                        <a:buClr>
                          <a:schemeClr val="folHlink"/>
                        </a:buClr>
                        <a:buSzPct val="60000"/>
                        <a:buFont typeface="Wingdings"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en-US" sz="4000" b="0" i="0" u="none" strike="noStrike" cap="none" normalizeH="0" baseline="0">
                          <a:ln>
                            <a:noFill/>
                          </a:ln>
                          <a:solidFill>
                            <a:schemeClr val="bg2">
                              <a:lumMod val="10000"/>
                            </a:schemeClr>
                          </a:solidFill>
                          <a:effectLst/>
                          <a:latin typeface="Tahoma" panose="020B0604030504040204" pitchFamily="34" charset="0"/>
                        </a:rPr>
                        <a:t>S</a:t>
                      </a:r>
                    </a:p>
                  </a:txBody>
                  <a:tcPr horzOverflow="overflow">
                    <a:lnL w="28575" cap="flat" cmpd="sng" algn="ctr">
                      <a:solidFill>
                        <a:schemeClr val="bg2">
                          <a:lumMod val="10000"/>
                        </a:schemeClr>
                      </a:solidFill>
                      <a:prstDash val="solid"/>
                      <a:round/>
                      <a:headEnd type="none" w="med" len="med"/>
                      <a:tailEnd type="none" w="med" len="med"/>
                    </a:lnL>
                    <a:lnR w="28575" cap="flat" cmpd="sng" algn="ctr">
                      <a:solidFill>
                        <a:schemeClr val="bg2">
                          <a:lumMod val="10000"/>
                        </a:schemeClr>
                      </a:solidFill>
                      <a:prstDash val="solid"/>
                      <a:round/>
                      <a:headEnd type="none" w="med" len="med"/>
                      <a:tailEnd type="none" w="med" len="med"/>
                    </a:lnR>
                    <a:lnT w="28575" cap="flat" cmpd="sng" algn="ctr">
                      <a:solidFill>
                        <a:schemeClr val="bg2">
                          <a:lumMod val="10000"/>
                        </a:schemeClr>
                      </a:solidFill>
                      <a:prstDash val="solid"/>
                      <a:round/>
                      <a:headEnd type="none" w="med" len="med"/>
                      <a:tailEnd type="none" w="med" len="med"/>
                    </a:lnT>
                    <a:lnB w="28575" cap="flat" cmpd="sng" algn="ctr">
                      <a:solidFill>
                        <a:schemeClr val="bg2">
                          <a:lumMod val="10000"/>
                        </a:schemeClr>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en-US" sz="4000" b="0" i="0" u="none" strike="noStrike" cap="none" normalizeH="0" baseline="0" dirty="0">
                          <a:ln>
                            <a:noFill/>
                          </a:ln>
                          <a:solidFill>
                            <a:schemeClr val="bg2">
                              <a:lumMod val="10000"/>
                            </a:schemeClr>
                          </a:solidFill>
                          <a:effectLst/>
                          <a:latin typeface="Tahoma" panose="020B0604030504040204" pitchFamily="34" charset="0"/>
                        </a:rPr>
                        <a:t>1011</a:t>
                      </a:r>
                    </a:p>
                  </a:txBody>
                  <a:tcPr horzOverflow="overflow">
                    <a:lnL w="28575" cap="flat" cmpd="sng" algn="ctr">
                      <a:solidFill>
                        <a:schemeClr val="bg2">
                          <a:lumMod val="10000"/>
                        </a:schemeClr>
                      </a:solidFill>
                      <a:prstDash val="solid"/>
                      <a:round/>
                      <a:headEnd type="none" w="med" len="med"/>
                      <a:tailEnd type="none" w="med" len="med"/>
                    </a:lnL>
                    <a:lnR w="28575" cap="flat" cmpd="sng" algn="ctr">
                      <a:solidFill>
                        <a:schemeClr val="bg2">
                          <a:lumMod val="10000"/>
                        </a:schemeClr>
                      </a:solidFill>
                      <a:prstDash val="solid"/>
                      <a:round/>
                      <a:headEnd type="none" w="med" len="med"/>
                      <a:tailEnd type="none" w="med" len="med"/>
                    </a:lnR>
                    <a:lnT w="28575" cap="flat" cmpd="sng" algn="ctr">
                      <a:solidFill>
                        <a:schemeClr val="bg2">
                          <a:lumMod val="10000"/>
                        </a:schemeClr>
                      </a:solidFill>
                      <a:prstDash val="solid"/>
                      <a:round/>
                      <a:headEnd type="none" w="med" len="med"/>
                      <a:tailEnd type="none" w="med" len="med"/>
                    </a:lnT>
                    <a:lnB w="28575" cap="flat" cmpd="sng" algn="ctr">
                      <a:solidFill>
                        <a:schemeClr val="bg2">
                          <a:lumMod val="1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559676062"/>
                  </a:ext>
                </a:extLst>
              </a:tr>
            </a:tbl>
          </a:graphicData>
        </a:graphic>
      </p:graphicFrame>
      <p:graphicFrame>
        <p:nvGraphicFramePr>
          <p:cNvPr id="10" name="Group 54">
            <a:extLst>
              <a:ext uri="{FF2B5EF4-FFF2-40B4-BE49-F238E27FC236}">
                <a16:creationId xmlns:a16="http://schemas.microsoft.com/office/drawing/2014/main" id="{4D46337F-505C-9002-5D58-0B6944CACA7C}"/>
              </a:ext>
            </a:extLst>
          </p:cNvPr>
          <p:cNvGraphicFramePr>
            <a:graphicFrameLocks/>
          </p:cNvGraphicFramePr>
          <p:nvPr>
            <p:custDataLst>
              <p:tags r:id="rId2"/>
            </p:custDataLst>
          </p:nvPr>
        </p:nvGraphicFramePr>
        <p:xfrm>
          <a:off x="15527030" y="4246674"/>
          <a:ext cx="4840942" cy="4200209"/>
        </p:xfrm>
        <a:graphic>
          <a:graphicData uri="http://schemas.openxmlformats.org/drawingml/2006/table">
            <a:tbl>
              <a:tblPr/>
              <a:tblGrid>
                <a:gridCol w="1453471">
                  <a:extLst>
                    <a:ext uri="{9D8B030D-6E8A-4147-A177-3AD203B41FA5}">
                      <a16:colId xmlns:a16="http://schemas.microsoft.com/office/drawing/2014/main" val="542429013"/>
                    </a:ext>
                  </a:extLst>
                </a:gridCol>
                <a:gridCol w="3387471">
                  <a:extLst>
                    <a:ext uri="{9D8B030D-6E8A-4147-A177-3AD203B41FA5}">
                      <a16:colId xmlns:a16="http://schemas.microsoft.com/office/drawing/2014/main" val="1437958283"/>
                    </a:ext>
                  </a:extLst>
                </a:gridCol>
              </a:tblGrid>
              <a:tr h="840667">
                <a:tc>
                  <a:txBody>
                    <a:bodyPr/>
                    <a:lstStyle>
                      <a:lvl1pPr>
                        <a:spcBef>
                          <a:spcPct val="20000"/>
                        </a:spcBef>
                        <a:buClr>
                          <a:schemeClr val="folHlink"/>
                        </a:buClr>
                        <a:buSzPct val="60000"/>
                        <a:buFont typeface="Wingdings"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en-US" sz="4000" b="0" i="0" u="none" strike="noStrike" cap="none" normalizeH="0" baseline="0">
                          <a:ln>
                            <a:noFill/>
                          </a:ln>
                          <a:solidFill>
                            <a:schemeClr val="bg2">
                              <a:lumMod val="10000"/>
                            </a:schemeClr>
                          </a:solidFill>
                          <a:effectLst/>
                          <a:latin typeface="Tahoma" panose="020B0604030504040204" pitchFamily="34" charset="0"/>
                        </a:rPr>
                        <a:t>E</a:t>
                      </a:r>
                    </a:p>
                  </a:txBody>
                  <a:tcPr horzOverflow="overflow">
                    <a:lnL w="28575" cap="flat" cmpd="sng" algn="ctr">
                      <a:solidFill>
                        <a:schemeClr val="bg2">
                          <a:lumMod val="10000"/>
                        </a:schemeClr>
                      </a:solidFill>
                      <a:prstDash val="solid"/>
                      <a:round/>
                      <a:headEnd type="none" w="med" len="med"/>
                      <a:tailEnd type="none" w="med" len="med"/>
                    </a:lnL>
                    <a:lnR w="28575" cap="flat" cmpd="sng" algn="ctr">
                      <a:solidFill>
                        <a:schemeClr val="bg2">
                          <a:lumMod val="10000"/>
                        </a:schemeClr>
                      </a:solidFill>
                      <a:prstDash val="solid"/>
                      <a:round/>
                      <a:headEnd type="none" w="med" len="med"/>
                      <a:tailEnd type="none" w="med" len="med"/>
                    </a:lnR>
                    <a:lnT w="28575" cap="flat" cmpd="sng" algn="ctr">
                      <a:solidFill>
                        <a:schemeClr val="bg2">
                          <a:lumMod val="10000"/>
                        </a:schemeClr>
                      </a:solidFill>
                      <a:prstDash val="solid"/>
                      <a:round/>
                      <a:headEnd type="none" w="med" len="med"/>
                      <a:tailEnd type="none" w="med" len="med"/>
                    </a:lnT>
                    <a:lnB w="28575" cap="flat" cmpd="sng" algn="ctr">
                      <a:solidFill>
                        <a:schemeClr val="bg2">
                          <a:lumMod val="10000"/>
                        </a:schemeClr>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en-US" sz="4000" b="0" i="0" u="none" strike="noStrike" cap="none" normalizeH="0" baseline="0">
                          <a:ln>
                            <a:noFill/>
                          </a:ln>
                          <a:solidFill>
                            <a:schemeClr val="bg2">
                              <a:lumMod val="10000"/>
                            </a:schemeClr>
                          </a:solidFill>
                          <a:effectLst/>
                          <a:latin typeface="Tahoma" panose="020B0604030504040204" pitchFamily="34" charset="0"/>
                        </a:rPr>
                        <a:t>0</a:t>
                      </a:r>
                    </a:p>
                  </a:txBody>
                  <a:tcPr horzOverflow="overflow">
                    <a:lnL w="28575" cap="flat" cmpd="sng" algn="ctr">
                      <a:solidFill>
                        <a:schemeClr val="bg2">
                          <a:lumMod val="10000"/>
                        </a:schemeClr>
                      </a:solidFill>
                      <a:prstDash val="solid"/>
                      <a:round/>
                      <a:headEnd type="none" w="med" len="med"/>
                      <a:tailEnd type="none" w="med" len="med"/>
                    </a:lnL>
                    <a:lnR w="28575" cap="flat" cmpd="sng" algn="ctr">
                      <a:solidFill>
                        <a:schemeClr val="bg2">
                          <a:lumMod val="10000"/>
                        </a:schemeClr>
                      </a:solidFill>
                      <a:prstDash val="solid"/>
                      <a:round/>
                      <a:headEnd type="none" w="med" len="med"/>
                      <a:tailEnd type="none" w="med" len="med"/>
                    </a:lnR>
                    <a:lnT w="28575" cap="flat" cmpd="sng" algn="ctr">
                      <a:solidFill>
                        <a:schemeClr val="bg2">
                          <a:lumMod val="10000"/>
                        </a:schemeClr>
                      </a:solidFill>
                      <a:prstDash val="solid"/>
                      <a:round/>
                      <a:headEnd type="none" w="med" len="med"/>
                      <a:tailEnd type="none" w="med" len="med"/>
                    </a:lnT>
                    <a:lnB w="28575" cap="flat" cmpd="sng" algn="ctr">
                      <a:solidFill>
                        <a:schemeClr val="bg2">
                          <a:lumMod val="1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35142673"/>
                  </a:ext>
                </a:extLst>
              </a:tr>
              <a:tr h="840667">
                <a:tc>
                  <a:txBody>
                    <a:bodyPr/>
                    <a:lstStyle>
                      <a:lvl1pPr>
                        <a:spcBef>
                          <a:spcPct val="20000"/>
                        </a:spcBef>
                        <a:buClr>
                          <a:schemeClr val="folHlink"/>
                        </a:buClr>
                        <a:buSzPct val="60000"/>
                        <a:buFont typeface="Wingdings"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en-US" sz="4000" b="0" i="0" u="none" strike="noStrike" cap="none" normalizeH="0" baseline="0">
                          <a:ln>
                            <a:noFill/>
                          </a:ln>
                          <a:solidFill>
                            <a:schemeClr val="bg2">
                              <a:lumMod val="10000"/>
                            </a:schemeClr>
                          </a:solidFill>
                          <a:effectLst/>
                          <a:latin typeface="Tahoma" panose="020B0604030504040204" pitchFamily="34" charset="0"/>
                        </a:rPr>
                        <a:t>T</a:t>
                      </a:r>
                    </a:p>
                  </a:txBody>
                  <a:tcPr horzOverflow="overflow">
                    <a:lnL w="28575" cap="flat" cmpd="sng" algn="ctr">
                      <a:solidFill>
                        <a:schemeClr val="bg2">
                          <a:lumMod val="10000"/>
                        </a:schemeClr>
                      </a:solidFill>
                      <a:prstDash val="solid"/>
                      <a:round/>
                      <a:headEnd type="none" w="med" len="med"/>
                      <a:tailEnd type="none" w="med" len="med"/>
                    </a:lnL>
                    <a:lnR w="28575" cap="flat" cmpd="sng" algn="ctr">
                      <a:solidFill>
                        <a:schemeClr val="bg2">
                          <a:lumMod val="10000"/>
                        </a:schemeClr>
                      </a:solidFill>
                      <a:prstDash val="solid"/>
                      <a:round/>
                      <a:headEnd type="none" w="med" len="med"/>
                      <a:tailEnd type="none" w="med" len="med"/>
                    </a:lnR>
                    <a:lnT w="28575" cap="flat" cmpd="sng" algn="ctr">
                      <a:solidFill>
                        <a:schemeClr val="bg2">
                          <a:lumMod val="10000"/>
                        </a:schemeClr>
                      </a:solidFill>
                      <a:prstDash val="solid"/>
                      <a:round/>
                      <a:headEnd type="none" w="med" len="med"/>
                      <a:tailEnd type="none" w="med" len="med"/>
                    </a:lnT>
                    <a:lnB w="28575" cap="flat" cmpd="sng" algn="ctr">
                      <a:solidFill>
                        <a:schemeClr val="bg2">
                          <a:lumMod val="10000"/>
                        </a:schemeClr>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en-US" sz="4000" b="0" i="0" u="none" strike="noStrike" cap="none" normalizeH="0" baseline="0" dirty="0">
                          <a:ln>
                            <a:noFill/>
                          </a:ln>
                          <a:solidFill>
                            <a:schemeClr val="bg2">
                              <a:lumMod val="10000"/>
                            </a:schemeClr>
                          </a:solidFill>
                          <a:effectLst/>
                          <a:latin typeface="Tahoma" panose="020B0604030504040204" pitchFamily="34" charset="0"/>
                        </a:rPr>
                        <a:t>10</a:t>
                      </a:r>
                    </a:p>
                  </a:txBody>
                  <a:tcPr horzOverflow="overflow">
                    <a:lnL w="28575" cap="flat" cmpd="sng" algn="ctr">
                      <a:solidFill>
                        <a:schemeClr val="bg2">
                          <a:lumMod val="10000"/>
                        </a:schemeClr>
                      </a:solidFill>
                      <a:prstDash val="solid"/>
                      <a:round/>
                      <a:headEnd type="none" w="med" len="med"/>
                      <a:tailEnd type="none" w="med" len="med"/>
                    </a:lnL>
                    <a:lnR w="28575" cap="flat" cmpd="sng" algn="ctr">
                      <a:solidFill>
                        <a:schemeClr val="bg2">
                          <a:lumMod val="10000"/>
                        </a:schemeClr>
                      </a:solidFill>
                      <a:prstDash val="solid"/>
                      <a:round/>
                      <a:headEnd type="none" w="med" len="med"/>
                      <a:tailEnd type="none" w="med" len="med"/>
                    </a:lnR>
                    <a:lnT w="28575" cap="flat" cmpd="sng" algn="ctr">
                      <a:solidFill>
                        <a:schemeClr val="bg2">
                          <a:lumMod val="10000"/>
                        </a:schemeClr>
                      </a:solidFill>
                      <a:prstDash val="solid"/>
                      <a:round/>
                      <a:headEnd type="none" w="med" len="med"/>
                      <a:tailEnd type="none" w="med" len="med"/>
                    </a:lnT>
                    <a:lnB w="28575" cap="flat" cmpd="sng" algn="ctr">
                      <a:solidFill>
                        <a:schemeClr val="bg2">
                          <a:lumMod val="1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43807565"/>
                  </a:ext>
                </a:extLst>
              </a:tr>
              <a:tr h="837541">
                <a:tc>
                  <a:txBody>
                    <a:bodyPr/>
                    <a:lstStyle>
                      <a:lvl1pPr>
                        <a:spcBef>
                          <a:spcPct val="20000"/>
                        </a:spcBef>
                        <a:buClr>
                          <a:schemeClr val="folHlink"/>
                        </a:buClr>
                        <a:buSzPct val="60000"/>
                        <a:buFont typeface="Wingdings"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en-US" sz="4000" b="0" i="0" u="none" strike="noStrike" cap="none" normalizeH="0" baseline="0">
                          <a:ln>
                            <a:noFill/>
                          </a:ln>
                          <a:solidFill>
                            <a:schemeClr val="bg2">
                              <a:lumMod val="10000"/>
                            </a:schemeClr>
                          </a:solidFill>
                          <a:effectLst/>
                          <a:latin typeface="Tahoma" panose="020B0604030504040204" pitchFamily="34" charset="0"/>
                        </a:rPr>
                        <a:t>N</a:t>
                      </a:r>
                    </a:p>
                  </a:txBody>
                  <a:tcPr horzOverflow="overflow">
                    <a:lnL w="28575" cap="flat" cmpd="sng" algn="ctr">
                      <a:solidFill>
                        <a:schemeClr val="bg2">
                          <a:lumMod val="10000"/>
                        </a:schemeClr>
                      </a:solidFill>
                      <a:prstDash val="solid"/>
                      <a:round/>
                      <a:headEnd type="none" w="med" len="med"/>
                      <a:tailEnd type="none" w="med" len="med"/>
                    </a:lnL>
                    <a:lnR w="28575" cap="flat" cmpd="sng" algn="ctr">
                      <a:solidFill>
                        <a:schemeClr val="bg2">
                          <a:lumMod val="10000"/>
                        </a:schemeClr>
                      </a:solidFill>
                      <a:prstDash val="solid"/>
                      <a:round/>
                      <a:headEnd type="none" w="med" len="med"/>
                      <a:tailEnd type="none" w="med" len="med"/>
                    </a:lnR>
                    <a:lnT w="28575" cap="flat" cmpd="sng" algn="ctr">
                      <a:solidFill>
                        <a:schemeClr val="bg2">
                          <a:lumMod val="10000"/>
                        </a:schemeClr>
                      </a:solidFill>
                      <a:prstDash val="solid"/>
                      <a:round/>
                      <a:headEnd type="none" w="med" len="med"/>
                      <a:tailEnd type="none" w="med" len="med"/>
                    </a:lnT>
                    <a:lnB w="28575" cap="flat" cmpd="sng" algn="ctr">
                      <a:solidFill>
                        <a:schemeClr val="bg2">
                          <a:lumMod val="10000"/>
                        </a:schemeClr>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en-US" sz="4000" b="0" i="0" u="none" strike="noStrike" cap="none" normalizeH="0" baseline="0" dirty="0">
                          <a:ln>
                            <a:noFill/>
                          </a:ln>
                          <a:solidFill>
                            <a:schemeClr val="bg2">
                              <a:lumMod val="10000"/>
                            </a:schemeClr>
                          </a:solidFill>
                          <a:effectLst/>
                          <a:latin typeface="Tahoma" panose="020B0604030504040204" pitchFamily="34" charset="0"/>
                        </a:rPr>
                        <a:t>100</a:t>
                      </a:r>
                    </a:p>
                  </a:txBody>
                  <a:tcPr horzOverflow="overflow">
                    <a:lnL w="28575" cap="flat" cmpd="sng" algn="ctr">
                      <a:solidFill>
                        <a:schemeClr val="bg2">
                          <a:lumMod val="10000"/>
                        </a:schemeClr>
                      </a:solidFill>
                      <a:prstDash val="solid"/>
                      <a:round/>
                      <a:headEnd type="none" w="med" len="med"/>
                      <a:tailEnd type="none" w="med" len="med"/>
                    </a:lnL>
                    <a:lnR w="28575" cap="flat" cmpd="sng" algn="ctr">
                      <a:solidFill>
                        <a:schemeClr val="bg2">
                          <a:lumMod val="10000"/>
                        </a:schemeClr>
                      </a:solidFill>
                      <a:prstDash val="solid"/>
                      <a:round/>
                      <a:headEnd type="none" w="med" len="med"/>
                      <a:tailEnd type="none" w="med" len="med"/>
                    </a:lnR>
                    <a:lnT w="28575" cap="flat" cmpd="sng" algn="ctr">
                      <a:solidFill>
                        <a:schemeClr val="bg2">
                          <a:lumMod val="10000"/>
                        </a:schemeClr>
                      </a:solidFill>
                      <a:prstDash val="solid"/>
                      <a:round/>
                      <a:headEnd type="none" w="med" len="med"/>
                      <a:tailEnd type="none" w="med" len="med"/>
                    </a:lnT>
                    <a:lnB w="28575" cap="flat" cmpd="sng" algn="ctr">
                      <a:solidFill>
                        <a:schemeClr val="bg2">
                          <a:lumMod val="1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84574762"/>
                  </a:ext>
                </a:extLst>
              </a:tr>
              <a:tr h="840667">
                <a:tc>
                  <a:txBody>
                    <a:bodyPr/>
                    <a:lstStyle>
                      <a:lvl1pPr>
                        <a:spcBef>
                          <a:spcPct val="20000"/>
                        </a:spcBef>
                        <a:buClr>
                          <a:schemeClr val="folHlink"/>
                        </a:buClr>
                        <a:buSzPct val="60000"/>
                        <a:buFont typeface="Wingdings"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en-US" sz="4000" b="0" i="0" u="none" strike="noStrike" cap="none" normalizeH="0" baseline="0">
                          <a:ln>
                            <a:noFill/>
                          </a:ln>
                          <a:solidFill>
                            <a:schemeClr val="bg2">
                              <a:lumMod val="10000"/>
                            </a:schemeClr>
                          </a:solidFill>
                          <a:effectLst/>
                          <a:latin typeface="Tahoma" panose="020B0604030504040204" pitchFamily="34" charset="0"/>
                        </a:rPr>
                        <a:t>I</a:t>
                      </a:r>
                    </a:p>
                  </a:txBody>
                  <a:tcPr horzOverflow="overflow">
                    <a:lnL w="28575" cap="flat" cmpd="sng" algn="ctr">
                      <a:solidFill>
                        <a:schemeClr val="bg2">
                          <a:lumMod val="10000"/>
                        </a:schemeClr>
                      </a:solidFill>
                      <a:prstDash val="solid"/>
                      <a:round/>
                      <a:headEnd type="none" w="med" len="med"/>
                      <a:tailEnd type="none" w="med" len="med"/>
                    </a:lnL>
                    <a:lnR w="28575" cap="flat" cmpd="sng" algn="ctr">
                      <a:solidFill>
                        <a:schemeClr val="bg2">
                          <a:lumMod val="10000"/>
                        </a:schemeClr>
                      </a:solidFill>
                      <a:prstDash val="solid"/>
                      <a:round/>
                      <a:headEnd type="none" w="med" len="med"/>
                      <a:tailEnd type="none" w="med" len="med"/>
                    </a:lnR>
                    <a:lnT w="28575" cap="flat" cmpd="sng" algn="ctr">
                      <a:solidFill>
                        <a:schemeClr val="bg2">
                          <a:lumMod val="10000"/>
                        </a:schemeClr>
                      </a:solidFill>
                      <a:prstDash val="solid"/>
                      <a:round/>
                      <a:headEnd type="none" w="med" len="med"/>
                      <a:tailEnd type="none" w="med" len="med"/>
                    </a:lnT>
                    <a:lnB w="28575" cap="flat" cmpd="sng" algn="ctr">
                      <a:solidFill>
                        <a:schemeClr val="bg2">
                          <a:lumMod val="10000"/>
                        </a:schemeClr>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en-US" sz="4000" b="0" i="0" u="none" strike="noStrike" cap="none" normalizeH="0" baseline="0">
                          <a:ln>
                            <a:noFill/>
                          </a:ln>
                          <a:solidFill>
                            <a:schemeClr val="bg2">
                              <a:lumMod val="10000"/>
                            </a:schemeClr>
                          </a:solidFill>
                          <a:effectLst/>
                          <a:latin typeface="Tahoma" panose="020B0604030504040204" pitchFamily="34" charset="0"/>
                        </a:rPr>
                        <a:t>0111</a:t>
                      </a:r>
                    </a:p>
                  </a:txBody>
                  <a:tcPr horzOverflow="overflow">
                    <a:lnL w="28575" cap="flat" cmpd="sng" algn="ctr">
                      <a:solidFill>
                        <a:schemeClr val="bg2">
                          <a:lumMod val="10000"/>
                        </a:schemeClr>
                      </a:solidFill>
                      <a:prstDash val="solid"/>
                      <a:round/>
                      <a:headEnd type="none" w="med" len="med"/>
                      <a:tailEnd type="none" w="med" len="med"/>
                    </a:lnL>
                    <a:lnR w="28575" cap="flat" cmpd="sng" algn="ctr">
                      <a:solidFill>
                        <a:schemeClr val="bg2">
                          <a:lumMod val="10000"/>
                        </a:schemeClr>
                      </a:solidFill>
                      <a:prstDash val="solid"/>
                      <a:round/>
                      <a:headEnd type="none" w="med" len="med"/>
                      <a:tailEnd type="none" w="med" len="med"/>
                    </a:lnR>
                    <a:lnT w="28575" cap="flat" cmpd="sng" algn="ctr">
                      <a:solidFill>
                        <a:schemeClr val="bg2">
                          <a:lumMod val="10000"/>
                        </a:schemeClr>
                      </a:solidFill>
                      <a:prstDash val="solid"/>
                      <a:round/>
                      <a:headEnd type="none" w="med" len="med"/>
                      <a:tailEnd type="none" w="med" len="med"/>
                    </a:lnT>
                    <a:lnB w="28575" cap="flat" cmpd="sng" algn="ctr">
                      <a:solidFill>
                        <a:schemeClr val="bg2">
                          <a:lumMod val="1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94234929"/>
                  </a:ext>
                </a:extLst>
              </a:tr>
              <a:tr h="840667">
                <a:tc>
                  <a:txBody>
                    <a:bodyPr/>
                    <a:lstStyle>
                      <a:lvl1pPr>
                        <a:spcBef>
                          <a:spcPct val="20000"/>
                        </a:spcBef>
                        <a:buClr>
                          <a:schemeClr val="folHlink"/>
                        </a:buClr>
                        <a:buSzPct val="60000"/>
                        <a:buFont typeface="Wingdings"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en-US" sz="4000" b="0" i="0" u="none" strike="noStrike" cap="none" normalizeH="0" baseline="0">
                          <a:ln>
                            <a:noFill/>
                          </a:ln>
                          <a:solidFill>
                            <a:schemeClr val="bg2">
                              <a:lumMod val="10000"/>
                            </a:schemeClr>
                          </a:solidFill>
                          <a:effectLst/>
                          <a:latin typeface="Tahoma" panose="020B0604030504040204" pitchFamily="34" charset="0"/>
                        </a:rPr>
                        <a:t>S</a:t>
                      </a:r>
                    </a:p>
                  </a:txBody>
                  <a:tcPr horzOverflow="overflow">
                    <a:lnL w="28575" cap="flat" cmpd="sng" algn="ctr">
                      <a:solidFill>
                        <a:schemeClr val="bg2">
                          <a:lumMod val="10000"/>
                        </a:schemeClr>
                      </a:solidFill>
                      <a:prstDash val="solid"/>
                      <a:round/>
                      <a:headEnd type="none" w="med" len="med"/>
                      <a:tailEnd type="none" w="med" len="med"/>
                    </a:lnL>
                    <a:lnR w="28575" cap="flat" cmpd="sng" algn="ctr">
                      <a:solidFill>
                        <a:schemeClr val="bg2">
                          <a:lumMod val="10000"/>
                        </a:schemeClr>
                      </a:solidFill>
                      <a:prstDash val="solid"/>
                      <a:round/>
                      <a:headEnd type="none" w="med" len="med"/>
                      <a:tailEnd type="none" w="med" len="med"/>
                    </a:lnR>
                    <a:lnT w="28575" cap="flat" cmpd="sng" algn="ctr">
                      <a:solidFill>
                        <a:schemeClr val="bg2">
                          <a:lumMod val="10000"/>
                        </a:schemeClr>
                      </a:solidFill>
                      <a:prstDash val="solid"/>
                      <a:round/>
                      <a:headEnd type="none" w="med" len="med"/>
                      <a:tailEnd type="none" w="med" len="med"/>
                    </a:lnT>
                    <a:lnB w="28575" cap="flat" cmpd="sng" algn="ctr">
                      <a:solidFill>
                        <a:schemeClr val="bg2">
                          <a:lumMod val="10000"/>
                        </a:schemeClr>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60000"/>
                        <a:buFont typeface="Wingdings"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en-US" sz="4000" b="0" i="0" u="none" strike="noStrike" cap="none" normalizeH="0" baseline="0" dirty="0">
                          <a:ln>
                            <a:noFill/>
                          </a:ln>
                          <a:solidFill>
                            <a:schemeClr val="bg2">
                              <a:lumMod val="10000"/>
                            </a:schemeClr>
                          </a:solidFill>
                          <a:effectLst/>
                          <a:latin typeface="Tahoma" panose="020B0604030504040204" pitchFamily="34" charset="0"/>
                        </a:rPr>
                        <a:t>1010</a:t>
                      </a:r>
                    </a:p>
                  </a:txBody>
                  <a:tcPr horzOverflow="overflow">
                    <a:lnL w="28575" cap="flat" cmpd="sng" algn="ctr">
                      <a:solidFill>
                        <a:schemeClr val="bg2">
                          <a:lumMod val="10000"/>
                        </a:schemeClr>
                      </a:solidFill>
                      <a:prstDash val="solid"/>
                      <a:round/>
                      <a:headEnd type="none" w="med" len="med"/>
                      <a:tailEnd type="none" w="med" len="med"/>
                    </a:lnL>
                    <a:lnR w="28575" cap="flat" cmpd="sng" algn="ctr">
                      <a:solidFill>
                        <a:schemeClr val="bg2">
                          <a:lumMod val="10000"/>
                        </a:schemeClr>
                      </a:solidFill>
                      <a:prstDash val="solid"/>
                      <a:round/>
                      <a:headEnd type="none" w="med" len="med"/>
                      <a:tailEnd type="none" w="med" len="med"/>
                    </a:lnR>
                    <a:lnT w="28575" cap="flat" cmpd="sng" algn="ctr">
                      <a:solidFill>
                        <a:schemeClr val="bg2">
                          <a:lumMod val="10000"/>
                        </a:schemeClr>
                      </a:solidFill>
                      <a:prstDash val="solid"/>
                      <a:round/>
                      <a:headEnd type="none" w="med" len="med"/>
                      <a:tailEnd type="none" w="med" len="med"/>
                    </a:lnT>
                    <a:lnB w="28575" cap="flat" cmpd="sng" algn="ctr">
                      <a:solidFill>
                        <a:schemeClr val="bg2">
                          <a:lumMod val="1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72060827"/>
                  </a:ext>
                </a:extLst>
              </a:tr>
            </a:tbl>
          </a:graphicData>
        </a:graphic>
      </p:graphicFrame>
      <p:sp>
        <p:nvSpPr>
          <p:cNvPr id="12" name="TextBox 11">
            <a:extLst>
              <a:ext uri="{FF2B5EF4-FFF2-40B4-BE49-F238E27FC236}">
                <a16:creationId xmlns:a16="http://schemas.microsoft.com/office/drawing/2014/main" id="{D93B6C4E-71C3-19D2-6C95-CFDD83177E26}"/>
              </a:ext>
            </a:extLst>
          </p:cNvPr>
          <p:cNvSpPr txBox="1"/>
          <p:nvPr/>
        </p:nvSpPr>
        <p:spPr>
          <a:xfrm>
            <a:off x="14782960" y="8955637"/>
            <a:ext cx="4527176" cy="7078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tLang="en-US" sz="4000" dirty="0">
                <a:solidFill>
                  <a:schemeClr val="bg2">
                    <a:lumMod val="10000"/>
                  </a:schemeClr>
                </a:solidFill>
              </a:rPr>
              <a:t>100100101010</a:t>
            </a:r>
          </a:p>
        </p:txBody>
      </p:sp>
      <p:sp>
        <p:nvSpPr>
          <p:cNvPr id="14" name="TextBox 13">
            <a:extLst>
              <a:ext uri="{FF2B5EF4-FFF2-40B4-BE49-F238E27FC236}">
                <a16:creationId xmlns:a16="http://schemas.microsoft.com/office/drawing/2014/main" id="{647AC6F8-599A-CC18-7887-E5FDA716404C}"/>
              </a:ext>
            </a:extLst>
          </p:cNvPr>
          <p:cNvSpPr txBox="1"/>
          <p:nvPr/>
        </p:nvSpPr>
        <p:spPr>
          <a:xfrm>
            <a:off x="4016028" y="8930874"/>
            <a:ext cx="5593976" cy="7078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tLang="en-US" sz="4000" dirty="0">
                <a:solidFill>
                  <a:schemeClr val="bg2">
                    <a:lumMod val="10000"/>
                  </a:schemeClr>
                </a:solidFill>
              </a:rPr>
              <a:t>11010010010101011</a:t>
            </a:r>
            <a:endParaRPr lang="en-US" sz="4000" dirty="0">
              <a:solidFill>
                <a:schemeClr val="bg2">
                  <a:lumMod val="10000"/>
                </a:schemeClr>
              </a:solidFill>
            </a:endParaRPr>
          </a:p>
        </p:txBody>
      </p:sp>
      <p:sp>
        <p:nvSpPr>
          <p:cNvPr id="16" name="TextBox 15">
            <a:extLst>
              <a:ext uri="{FF2B5EF4-FFF2-40B4-BE49-F238E27FC236}">
                <a16:creationId xmlns:a16="http://schemas.microsoft.com/office/drawing/2014/main" id="{92516C10-35DF-E909-583B-AF60B075300D}"/>
              </a:ext>
            </a:extLst>
          </p:cNvPr>
          <p:cNvSpPr txBox="1"/>
          <p:nvPr/>
        </p:nvSpPr>
        <p:spPr>
          <a:xfrm>
            <a:off x="4301938" y="10864466"/>
            <a:ext cx="15780123" cy="7078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altLang="en-US" sz="4000" dirty="0">
                <a:solidFill>
                  <a:srgbClr val="128CCD"/>
                </a:solidFill>
              </a:rPr>
              <a:t>Try to decode the code above using each table</a:t>
            </a:r>
            <a:endParaRPr lang="en-US" sz="4000" dirty="0">
              <a:solidFill>
                <a:srgbClr val="128CCD"/>
              </a:solidFill>
            </a:endParaRPr>
          </a:p>
        </p:txBody>
      </p:sp>
    </p:spTree>
    <p:extLst>
      <p:ext uri="{BB962C8B-B14F-4D97-AF65-F5344CB8AC3E}">
        <p14:creationId xmlns:p14="http://schemas.microsoft.com/office/powerpoint/2010/main" val="1707336496"/>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F5F64-C7A5-A4C7-A521-110CD5758A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5E521F-BB24-EEE4-BE09-7BD4BF742ACC}"/>
              </a:ext>
            </a:extLst>
          </p:cNvPr>
          <p:cNvSpPr>
            <a:spLocks noGrp="1"/>
          </p:cNvSpPr>
          <p:nvPr>
            <p:ph type="title"/>
          </p:nvPr>
        </p:nvSpPr>
        <p:spPr/>
        <p:txBody>
          <a:bodyPr>
            <a:normAutofit fontScale="90000"/>
          </a:bodyPr>
          <a:lstStyle/>
          <a:p>
            <a:r>
              <a:rPr lang="en-ID" dirty="0"/>
              <a:t>Introduction to Huffman code</a:t>
            </a:r>
            <a:br>
              <a:rPr lang="en-ID" dirty="0"/>
            </a:br>
            <a:endParaRPr lang="en-ID" dirty="0"/>
          </a:p>
        </p:txBody>
      </p:sp>
      <p:sp>
        <p:nvSpPr>
          <p:cNvPr id="3" name="Text Placeholder 2">
            <a:extLst>
              <a:ext uri="{FF2B5EF4-FFF2-40B4-BE49-F238E27FC236}">
                <a16:creationId xmlns:a16="http://schemas.microsoft.com/office/drawing/2014/main" id="{85A9F41C-5D41-41BD-A260-F0CC20269ABC}"/>
              </a:ext>
            </a:extLst>
          </p:cNvPr>
          <p:cNvSpPr>
            <a:spLocks noGrp="1"/>
          </p:cNvSpPr>
          <p:nvPr>
            <p:ph type="body" sz="quarter" idx="10"/>
          </p:nvPr>
        </p:nvSpPr>
        <p:spPr/>
        <p:txBody>
          <a:bodyPr>
            <a:normAutofit/>
          </a:bodyPr>
          <a:lstStyle/>
          <a:p>
            <a:r>
              <a:rPr lang="en-ID" dirty="0"/>
              <a:t>Prefix-free codes</a:t>
            </a:r>
          </a:p>
        </p:txBody>
      </p:sp>
      <p:sp>
        <p:nvSpPr>
          <p:cNvPr id="4" name="Content Placeholder 3">
            <a:extLst>
              <a:ext uri="{FF2B5EF4-FFF2-40B4-BE49-F238E27FC236}">
                <a16:creationId xmlns:a16="http://schemas.microsoft.com/office/drawing/2014/main" id="{31484F46-2BCB-0E58-6C0A-1B18B5770445}"/>
              </a:ext>
            </a:extLst>
          </p:cNvPr>
          <p:cNvSpPr>
            <a:spLocks noGrp="1"/>
          </p:cNvSpPr>
          <p:nvPr>
            <p:ph sz="quarter" idx="11"/>
          </p:nvPr>
        </p:nvSpPr>
        <p:spPr>
          <a:xfrm>
            <a:off x="2167377" y="4125886"/>
            <a:ext cx="20057623" cy="8523314"/>
          </a:xfrm>
        </p:spPr>
        <p:txBody>
          <a:bodyPr>
            <a:normAutofit/>
          </a:bodyPr>
          <a:lstStyle/>
          <a:p>
            <a:r>
              <a:rPr lang="en-US" altLang="en-US" sz="4400" dirty="0"/>
              <a:t>No prefix of a codeword in a codeword -&gt; </a:t>
            </a:r>
            <a:r>
              <a:rPr lang="sv-SE" sz="4400" dirty="0"/>
              <a:t>prefix-</a:t>
            </a:r>
            <a:r>
              <a:rPr lang="sv-SE" sz="4400" dirty="0" err="1"/>
              <a:t>free</a:t>
            </a:r>
            <a:r>
              <a:rPr lang="sv-SE" sz="4400" dirty="0"/>
              <a:t> </a:t>
            </a:r>
            <a:r>
              <a:rPr lang="sv-SE" sz="4400" dirty="0" err="1"/>
              <a:t>codes</a:t>
            </a:r>
            <a:r>
              <a:rPr lang="sv-SE" sz="4400" dirty="0"/>
              <a:t>. </a:t>
            </a:r>
          </a:p>
          <a:p>
            <a:r>
              <a:rPr lang="sv-SE" sz="4400" dirty="0" err="1"/>
              <a:t>Uniquely</a:t>
            </a:r>
            <a:r>
              <a:rPr lang="sv-SE" sz="4400" dirty="0"/>
              <a:t> </a:t>
            </a:r>
            <a:r>
              <a:rPr lang="sv-SE" sz="4400" dirty="0" err="1"/>
              <a:t>decodable</a:t>
            </a:r>
            <a:r>
              <a:rPr lang="sv-SE" sz="4400" dirty="0"/>
              <a:t>.</a:t>
            </a:r>
          </a:p>
          <a:p>
            <a:pPr eaLnBrk="1" hangingPunct="1"/>
            <a:r>
              <a:rPr lang="sv-SE" sz="4400" dirty="0"/>
              <a:t>a prefix-</a:t>
            </a:r>
            <a:r>
              <a:rPr lang="sv-SE" sz="4400" dirty="0" err="1"/>
              <a:t>free</a:t>
            </a:r>
            <a:r>
              <a:rPr lang="sv-SE" sz="4400" dirty="0"/>
              <a:t> </a:t>
            </a:r>
            <a:r>
              <a:rPr lang="sv-SE" sz="4400" dirty="0" err="1"/>
              <a:t>code</a:t>
            </a:r>
            <a:r>
              <a:rPr lang="sv-SE" sz="4400" dirty="0"/>
              <a:t> </a:t>
            </a:r>
            <a:r>
              <a:rPr lang="sv-SE" sz="4400" dirty="0" err="1"/>
              <a:t>can</a:t>
            </a:r>
            <a:r>
              <a:rPr lang="sv-SE" sz="4400" dirty="0"/>
              <a:t> </a:t>
            </a:r>
            <a:r>
              <a:rPr lang="sv-SE" sz="4400" dirty="0" err="1"/>
              <a:t>always</a:t>
            </a:r>
            <a:r>
              <a:rPr lang="sv-SE" sz="4400" dirty="0"/>
              <a:t> </a:t>
            </a:r>
            <a:r>
              <a:rPr lang="sv-SE" sz="4400" dirty="0" err="1"/>
              <a:t>achieve</a:t>
            </a:r>
            <a:r>
              <a:rPr lang="sv-SE" sz="4400" dirty="0"/>
              <a:t> the optimal data </a:t>
            </a:r>
            <a:r>
              <a:rPr lang="sv-SE" sz="4400" dirty="0" err="1"/>
              <a:t>compression</a:t>
            </a:r>
            <a:r>
              <a:rPr lang="sv-SE" sz="4400" dirty="0"/>
              <a:t> </a:t>
            </a:r>
            <a:r>
              <a:rPr lang="sv-SE" sz="4400" dirty="0" err="1"/>
              <a:t>among</a:t>
            </a:r>
            <a:r>
              <a:rPr lang="sv-SE" sz="4400" dirty="0"/>
              <a:t> </a:t>
            </a:r>
            <a:r>
              <a:rPr lang="sv-SE" sz="4400" dirty="0" err="1"/>
              <a:t>any</a:t>
            </a:r>
            <a:r>
              <a:rPr lang="sv-SE" sz="4400" dirty="0"/>
              <a:t> </a:t>
            </a:r>
            <a:r>
              <a:rPr lang="sv-SE" sz="4400" dirty="0" err="1"/>
              <a:t>character</a:t>
            </a:r>
            <a:r>
              <a:rPr lang="sv-SE" sz="4400" dirty="0"/>
              <a:t> </a:t>
            </a:r>
            <a:r>
              <a:rPr lang="sv-SE" sz="4400" dirty="0" err="1"/>
              <a:t>code</a:t>
            </a:r>
            <a:r>
              <a:rPr lang="sv-SE" sz="4400" dirty="0"/>
              <a:t>,</a:t>
            </a:r>
          </a:p>
          <a:p>
            <a:pPr lvl="1">
              <a:buFont typeface="Wingdings" pitchFamily="2" charset="2"/>
              <a:buChar char="Ø"/>
            </a:pPr>
            <a:r>
              <a:rPr lang="sv-SE" sz="4400" dirty="0"/>
              <a:t>so </a:t>
            </a:r>
            <a:r>
              <a:rPr lang="sv-SE" sz="4400" dirty="0" err="1"/>
              <a:t>we</a:t>
            </a:r>
            <a:r>
              <a:rPr lang="sv-SE" sz="4400" dirty="0"/>
              <a:t> </a:t>
            </a:r>
            <a:r>
              <a:rPr lang="sv-SE" sz="4400" dirty="0" err="1"/>
              <a:t>suffer</a:t>
            </a:r>
            <a:r>
              <a:rPr lang="sv-SE" sz="4400" dirty="0"/>
              <a:t> no loss </a:t>
            </a:r>
            <a:r>
              <a:rPr lang="sv-SE" sz="4400" dirty="0" err="1"/>
              <a:t>of</a:t>
            </a:r>
            <a:r>
              <a:rPr lang="sv-SE" sz="4400" dirty="0"/>
              <a:t> </a:t>
            </a:r>
            <a:r>
              <a:rPr lang="sv-SE" sz="4400" dirty="0" err="1"/>
              <a:t>generality</a:t>
            </a:r>
            <a:r>
              <a:rPr lang="sv-SE" sz="4400" dirty="0"/>
              <a:t> by </a:t>
            </a:r>
            <a:r>
              <a:rPr lang="sv-SE" sz="4400" dirty="0" err="1"/>
              <a:t>restricting</a:t>
            </a:r>
            <a:r>
              <a:rPr lang="sv-SE" sz="4400" dirty="0"/>
              <a:t> </a:t>
            </a:r>
            <a:r>
              <a:rPr lang="sv-SE" sz="4400" dirty="0" err="1"/>
              <a:t>our</a:t>
            </a:r>
            <a:r>
              <a:rPr lang="sv-SE" sz="4400" dirty="0"/>
              <a:t> attention to prefix-</a:t>
            </a:r>
            <a:r>
              <a:rPr lang="sv-SE" sz="4400" dirty="0" err="1"/>
              <a:t>free</a:t>
            </a:r>
            <a:r>
              <a:rPr lang="sv-SE" sz="4400" dirty="0"/>
              <a:t> </a:t>
            </a:r>
            <a:r>
              <a:rPr lang="sv-SE" sz="4400" dirty="0" err="1"/>
              <a:t>codes</a:t>
            </a:r>
            <a:r>
              <a:rPr lang="sv-SE" sz="4400" dirty="0"/>
              <a:t>. </a:t>
            </a:r>
          </a:p>
          <a:p>
            <a:r>
              <a:rPr lang="sv-SE" sz="4400" dirty="0" err="1"/>
              <a:t>Using</a:t>
            </a:r>
            <a:r>
              <a:rPr lang="sv-SE" sz="4400" dirty="0"/>
              <a:t> </a:t>
            </a:r>
            <a:r>
              <a:rPr lang="sv-SE" sz="4400" dirty="0" err="1"/>
              <a:t>variable-length</a:t>
            </a:r>
            <a:r>
              <a:rPr lang="sv-SE" sz="4400" dirty="0"/>
              <a:t> </a:t>
            </a:r>
            <a:r>
              <a:rPr lang="sv-SE" sz="4400" dirty="0" err="1"/>
              <a:t>codeword</a:t>
            </a:r>
            <a:r>
              <a:rPr lang="sv-SE" sz="4400" dirty="0"/>
              <a:t> in </a:t>
            </a:r>
            <a:r>
              <a:rPr lang="sv-SE" sz="4400" dirty="0" err="1"/>
              <a:t>slide</a:t>
            </a:r>
            <a:r>
              <a:rPr lang="sv-SE" sz="4400" dirty="0"/>
              <a:t> 6, </a:t>
            </a:r>
            <a:r>
              <a:rPr lang="sv-SE" sz="4400" dirty="0" err="1"/>
              <a:t>we</a:t>
            </a:r>
            <a:r>
              <a:rPr lang="sv-SE" sz="4400" dirty="0"/>
              <a:t> </a:t>
            </a:r>
            <a:r>
              <a:rPr lang="sv-SE" sz="4400" dirty="0" err="1"/>
              <a:t>have</a:t>
            </a:r>
            <a:r>
              <a:rPr lang="sv-SE" sz="4400" dirty="0"/>
              <a:t> string </a:t>
            </a:r>
            <a:r>
              <a:rPr lang="sv-SE" sz="4400" dirty="0">
                <a:solidFill>
                  <a:srgbClr val="128CCD"/>
                </a:solidFill>
              </a:rPr>
              <a:t>100011001101</a:t>
            </a:r>
            <a:r>
              <a:rPr lang="sv-SE" sz="4400" dirty="0">
                <a:solidFill>
                  <a:schemeClr val="accent4"/>
                </a:solidFill>
              </a:rPr>
              <a:t> </a:t>
            </a:r>
            <a:r>
              <a:rPr lang="sv-SE" sz="4400" dirty="0" err="1"/>
              <a:t>which</a:t>
            </a:r>
            <a:r>
              <a:rPr lang="sv-SE" sz="4400" dirty="0"/>
              <a:t> </a:t>
            </a:r>
            <a:r>
              <a:rPr lang="sv-SE" sz="4400" dirty="0" err="1"/>
              <a:t>parses</a:t>
            </a:r>
            <a:r>
              <a:rPr lang="sv-SE" sz="4400" dirty="0"/>
              <a:t> </a:t>
            </a:r>
            <a:r>
              <a:rPr lang="sv-SE" sz="4400" dirty="0" err="1"/>
              <a:t>uniquely</a:t>
            </a:r>
            <a:r>
              <a:rPr lang="sv-SE" sz="4400" dirty="0"/>
              <a:t> as </a:t>
            </a:r>
            <a:r>
              <a:rPr lang="sv-SE" sz="4400" dirty="0">
                <a:solidFill>
                  <a:srgbClr val="128CCD"/>
                </a:solidFill>
              </a:rPr>
              <a:t>100 . 0 . 1100 . 1101</a:t>
            </a:r>
            <a:r>
              <a:rPr lang="sv-SE" sz="4400" dirty="0"/>
              <a:t>, which decodes to </a:t>
            </a:r>
            <a:r>
              <a:rPr lang="sv-SE" sz="4400" dirty="0">
                <a:solidFill>
                  <a:srgbClr val="128CCD"/>
                </a:solidFill>
              </a:rPr>
              <a:t>cafe</a:t>
            </a:r>
          </a:p>
        </p:txBody>
      </p:sp>
    </p:spTree>
    <p:extLst>
      <p:ext uri="{BB962C8B-B14F-4D97-AF65-F5344CB8AC3E}">
        <p14:creationId xmlns:p14="http://schemas.microsoft.com/office/powerpoint/2010/main" val="1881205681"/>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F290A-B5F5-3665-4710-D067298CEC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7FE1CE-F57E-9688-AD8F-E56EB74C09FB}"/>
              </a:ext>
            </a:extLst>
          </p:cNvPr>
          <p:cNvSpPr>
            <a:spLocks noGrp="1"/>
          </p:cNvSpPr>
          <p:nvPr>
            <p:ph type="title"/>
          </p:nvPr>
        </p:nvSpPr>
        <p:spPr/>
        <p:txBody>
          <a:bodyPr>
            <a:normAutofit fontScale="90000"/>
          </a:bodyPr>
          <a:lstStyle/>
          <a:p>
            <a:r>
              <a:rPr lang="en-ID" dirty="0"/>
              <a:t>Introduction to Huffman code</a:t>
            </a:r>
            <a:br>
              <a:rPr lang="en-ID" dirty="0"/>
            </a:br>
            <a:endParaRPr lang="en-ID" dirty="0"/>
          </a:p>
        </p:txBody>
      </p:sp>
      <p:sp>
        <p:nvSpPr>
          <p:cNvPr id="3" name="Text Placeholder 2">
            <a:extLst>
              <a:ext uri="{FF2B5EF4-FFF2-40B4-BE49-F238E27FC236}">
                <a16:creationId xmlns:a16="http://schemas.microsoft.com/office/drawing/2014/main" id="{F018EA47-3708-7885-9B54-86DEB691D9E5}"/>
              </a:ext>
            </a:extLst>
          </p:cNvPr>
          <p:cNvSpPr>
            <a:spLocks noGrp="1"/>
          </p:cNvSpPr>
          <p:nvPr>
            <p:ph type="body" sz="quarter" idx="10"/>
          </p:nvPr>
        </p:nvSpPr>
        <p:spPr/>
        <p:txBody>
          <a:bodyPr>
            <a:normAutofit/>
          </a:bodyPr>
          <a:lstStyle/>
          <a:p>
            <a:r>
              <a:rPr lang="en-ID" dirty="0"/>
              <a:t>Prefix-free codes</a:t>
            </a:r>
          </a:p>
        </p:txBody>
      </p:sp>
      <p:sp>
        <p:nvSpPr>
          <p:cNvPr id="7" name="Content Placeholder 3">
            <a:extLst>
              <a:ext uri="{FF2B5EF4-FFF2-40B4-BE49-F238E27FC236}">
                <a16:creationId xmlns:a16="http://schemas.microsoft.com/office/drawing/2014/main" id="{4FB8B504-3631-DB93-3DD1-A19E2E376F9C}"/>
              </a:ext>
            </a:extLst>
          </p:cNvPr>
          <p:cNvSpPr>
            <a:spLocks noGrp="1"/>
          </p:cNvSpPr>
          <p:nvPr>
            <p:ph sz="quarter" idx="11"/>
          </p:nvPr>
        </p:nvSpPr>
        <p:spPr>
          <a:xfrm>
            <a:off x="2167377" y="4125886"/>
            <a:ext cx="20057623" cy="8523314"/>
          </a:xfrm>
        </p:spPr>
        <p:txBody>
          <a:bodyPr>
            <a:normAutofit/>
          </a:bodyPr>
          <a:lstStyle/>
          <a:p>
            <a:endParaRPr lang="en-US" dirty="0"/>
          </a:p>
          <a:p>
            <a:endParaRPr lang="en-US" dirty="0"/>
          </a:p>
          <a:p>
            <a:endParaRPr lang="en-US" dirty="0"/>
          </a:p>
          <a:p>
            <a:endParaRPr lang="en-US" dirty="0"/>
          </a:p>
          <a:p>
            <a:pPr marL="0" indent="0">
              <a:buNone/>
            </a:pPr>
            <a:endParaRPr lang="en-US" dirty="0"/>
          </a:p>
          <a:p>
            <a:r>
              <a:rPr lang="en-US" dirty="0"/>
              <a:t>(a) is tree corresponding to the fixed-length code</a:t>
            </a:r>
          </a:p>
          <a:p>
            <a:r>
              <a:rPr lang="en-US" dirty="0"/>
              <a:t>(b) is tree corresponding to the optimal prefix-free code.</a:t>
            </a:r>
          </a:p>
        </p:txBody>
      </p:sp>
      <p:pic>
        <p:nvPicPr>
          <p:cNvPr id="8" name="Picture 7" descr="A diagram of a tree&#10;&#10;Description automatically generated">
            <a:extLst>
              <a:ext uri="{FF2B5EF4-FFF2-40B4-BE49-F238E27FC236}">
                <a16:creationId xmlns:a16="http://schemas.microsoft.com/office/drawing/2014/main" id="{3B7086AB-A5C2-6AA1-71FB-5E7D93E757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63907" y="4125886"/>
            <a:ext cx="10939017" cy="5119714"/>
          </a:xfrm>
          <a:prstGeom prst="rect">
            <a:avLst/>
          </a:prstGeom>
        </p:spPr>
      </p:pic>
      <p:sp>
        <p:nvSpPr>
          <p:cNvPr id="9" name="TextBox 8">
            <a:extLst>
              <a:ext uri="{FF2B5EF4-FFF2-40B4-BE49-F238E27FC236}">
                <a16:creationId xmlns:a16="http://schemas.microsoft.com/office/drawing/2014/main" id="{4EC7E718-8308-4BFF-123E-BB7C0282179B}"/>
              </a:ext>
            </a:extLst>
          </p:cNvPr>
          <p:cNvSpPr txBox="1"/>
          <p:nvPr/>
        </p:nvSpPr>
        <p:spPr>
          <a:xfrm>
            <a:off x="14977035" y="4125886"/>
            <a:ext cx="4303058" cy="23083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en-US" sz="3600" dirty="0">
                <a:solidFill>
                  <a:srgbClr val="128CCD"/>
                </a:solidFill>
                <a:latin typeface="Avenir Book" panose="02000503020000020003" pitchFamily="2" charset="0"/>
              </a:rPr>
              <a:t>Note that optimal code for a file is always represented by a </a:t>
            </a:r>
            <a:r>
              <a:rPr lang="en-US" sz="3600" b="1" dirty="0">
                <a:solidFill>
                  <a:srgbClr val="128CCD"/>
                </a:solidFill>
                <a:latin typeface="Avenir Black" panose="02000503020000020003" pitchFamily="2" charset="0"/>
              </a:rPr>
              <a:t>full</a:t>
            </a:r>
            <a:r>
              <a:rPr lang="en-US" sz="3600" dirty="0">
                <a:solidFill>
                  <a:srgbClr val="128CCD"/>
                </a:solidFill>
                <a:latin typeface="Avenir Book" panose="02000503020000020003" pitchFamily="2" charset="0"/>
              </a:rPr>
              <a:t> binary tree!</a:t>
            </a:r>
          </a:p>
        </p:txBody>
      </p:sp>
    </p:spTree>
    <p:extLst>
      <p:ext uri="{BB962C8B-B14F-4D97-AF65-F5344CB8AC3E}">
        <p14:creationId xmlns:p14="http://schemas.microsoft.com/office/powerpoint/2010/main" val="3552965611"/>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6681C2-29E8-E0E8-320D-3310198275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106F2D-C1AF-C9B2-72AD-559B913936C2}"/>
              </a:ext>
            </a:extLst>
          </p:cNvPr>
          <p:cNvSpPr>
            <a:spLocks noGrp="1"/>
          </p:cNvSpPr>
          <p:nvPr>
            <p:ph type="title"/>
          </p:nvPr>
        </p:nvSpPr>
        <p:spPr/>
        <p:txBody>
          <a:bodyPr>
            <a:normAutofit fontScale="90000"/>
          </a:bodyPr>
          <a:lstStyle/>
          <a:p>
            <a:r>
              <a:rPr lang="en-ID" dirty="0"/>
              <a:t>Creating a Huffman tree</a:t>
            </a:r>
          </a:p>
        </p:txBody>
      </p:sp>
      <p:sp>
        <p:nvSpPr>
          <p:cNvPr id="3" name="Text Placeholder 2">
            <a:extLst>
              <a:ext uri="{FF2B5EF4-FFF2-40B4-BE49-F238E27FC236}">
                <a16:creationId xmlns:a16="http://schemas.microsoft.com/office/drawing/2014/main" id="{3DAD719E-75C3-5F2E-EAB2-1064D1E8B5D2}"/>
              </a:ext>
            </a:extLst>
          </p:cNvPr>
          <p:cNvSpPr>
            <a:spLocks noGrp="1"/>
          </p:cNvSpPr>
          <p:nvPr>
            <p:ph type="body" sz="quarter" idx="10"/>
          </p:nvPr>
        </p:nvSpPr>
        <p:spPr/>
        <p:txBody>
          <a:bodyPr>
            <a:normAutofit/>
          </a:bodyPr>
          <a:lstStyle/>
          <a:p>
            <a:r>
              <a:rPr lang="en-ID" dirty="0"/>
              <a:t>Computing cost</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4D4E4912-074B-3574-6E8B-258C624ECB28}"/>
                  </a:ext>
                </a:extLst>
              </p:cNvPr>
              <p:cNvSpPr>
                <a:spLocks noGrp="1"/>
              </p:cNvSpPr>
              <p:nvPr>
                <p:ph sz="quarter" idx="11"/>
              </p:nvPr>
            </p:nvSpPr>
            <p:spPr>
              <a:xfrm>
                <a:off x="2167377" y="3714224"/>
                <a:ext cx="19032265" cy="9138176"/>
              </a:xfrm>
            </p:spPr>
            <p:txBody>
              <a:bodyPr>
                <a:normAutofit/>
              </a:bodyPr>
              <a:lstStyle/>
              <a:p>
                <a:r>
                  <a:rPr lang="en-US" dirty="0">
                    <a:latin typeface="+mn-lt"/>
                  </a:rPr>
                  <a:t>Given a tree T corresponding to a prefix-free code, we can compute the number of bits required to encode a file. </a:t>
                </a:r>
              </a:p>
              <a:p>
                <a:r>
                  <a:rPr lang="en-US" dirty="0">
                    <a:latin typeface="+mn-lt"/>
                  </a:rPr>
                  <a:t>For each character in c the alphabet C, let the attribute </a:t>
                </a:r>
                <a:r>
                  <a:rPr lang="en-US" dirty="0" err="1">
                    <a:latin typeface="+mn-lt"/>
                  </a:rPr>
                  <a:t>c.freq</a:t>
                </a:r>
                <a:r>
                  <a:rPr lang="en-US" dirty="0">
                    <a:latin typeface="+mn-lt"/>
                  </a:rPr>
                  <a:t> denote the frequency of in the file and let dT(c) denote the depth of c’s leaf in the tree. </a:t>
                </a:r>
              </a:p>
              <a:p>
                <a:r>
                  <a:rPr lang="en-US" dirty="0">
                    <a:latin typeface="+mn-lt"/>
                  </a:rPr>
                  <a:t>Note that dT(c) is also the length of the codeword for character c. </a:t>
                </a:r>
              </a:p>
              <a:p>
                <a:r>
                  <a:rPr lang="en-US" dirty="0">
                    <a:latin typeface="+mn-lt"/>
                  </a:rPr>
                  <a:t>The number of bits required to encode a file is thus </a:t>
                </a:r>
              </a:p>
              <a:p>
                <a:pPr marL="0" indent="0">
                  <a:buNone/>
                </a:pPr>
                <a14:m>
                  <m:oMathPara xmlns:m="http://schemas.openxmlformats.org/officeDocument/2006/math">
                    <m:oMath>
                      <m:r>
                        <a:rPr lang="en-US" i="1">
                          <a:latin typeface="Cambria Math" panose="02040503050406030204" pitchFamily="18" charset="0"/>
                        </a:rPr>
                        <m:t>𝐵</m:t>
                      </m:r>
                      <m:d>
                        <m:dPr>
                          <m:ctrlPr>
                            <a:rPr lang="en-US" i="1">
                              <a:latin typeface="Cambria Math" panose="02040503050406030204" pitchFamily="18" charset="0"/>
                            </a:rPr>
                          </m:ctrlPr>
                        </m:dPr>
                        <m:e>
                          <m:r>
                            <a:rPr lang="en-US" i="1">
                              <a:latin typeface="Cambria Math" panose="02040503050406030204" pitchFamily="18" charset="0"/>
                            </a:rPr>
                            <m:t>𝑇</m:t>
                          </m:r>
                        </m:e>
                      </m:d>
                      <m:r>
                        <a:rPr lang="en-US" i="1">
                          <a:latin typeface="Cambria Math" panose="02040503050406030204" pitchFamily="18" charset="0"/>
                        </a:rPr>
                        <m:t>= </m:t>
                      </m:r>
                      <m:nary>
                        <m:naryPr>
                          <m:chr m:val="∑"/>
                          <m:supHide m:val="on"/>
                          <m:ctrlPr>
                            <a:rPr lang="en-US" i="1">
                              <a:latin typeface="Cambria Math" panose="02040503050406030204" pitchFamily="18" charset="0"/>
                            </a:rPr>
                          </m:ctrlPr>
                        </m:naryPr>
                        <m:sub>
                          <m:r>
                            <m:rPr>
                              <m:brk m:alnAt="7"/>
                            </m:rPr>
                            <a:rPr lang="en-US" i="1">
                              <a:latin typeface="Cambria Math" panose="02040503050406030204" pitchFamily="18" charset="0"/>
                            </a:rPr>
                            <m:t>𝑐</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𝐶</m:t>
                          </m:r>
                        </m:sub>
                        <m:sup/>
                        <m:e>
                          <m:r>
                            <a:rPr lang="en-US" i="1">
                              <a:latin typeface="Cambria Math" panose="02040503050406030204" pitchFamily="18" charset="0"/>
                            </a:rPr>
                            <m:t>𝑐</m:t>
                          </m:r>
                          <m:r>
                            <a:rPr lang="en-US" i="1">
                              <a:latin typeface="Cambria Math" panose="02040503050406030204" pitchFamily="18" charset="0"/>
                            </a:rPr>
                            <m:t>.</m:t>
                          </m:r>
                          <m:r>
                            <a:rPr lang="en-US" i="1">
                              <a:latin typeface="Cambria Math" panose="02040503050406030204" pitchFamily="18" charset="0"/>
                            </a:rPr>
                            <m:t>𝑓𝑟𝑒𝑞</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𝑑</m:t>
                              </m:r>
                            </m:e>
                            <m:sub>
                              <m:r>
                                <a:rPr lang="en-US" i="1">
                                  <a:latin typeface="Cambria Math" panose="02040503050406030204" pitchFamily="18" charset="0"/>
                                  <a:ea typeface="Cambria Math" panose="02040503050406030204" pitchFamily="18" charset="0"/>
                                </a:rPr>
                                <m:t>𝑇</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𝑐</m:t>
                          </m:r>
                          <m:r>
                            <a:rPr lang="en-US" i="1">
                              <a:latin typeface="Cambria Math" panose="02040503050406030204" pitchFamily="18" charset="0"/>
                              <a:ea typeface="Cambria Math" panose="02040503050406030204" pitchFamily="18" charset="0"/>
                            </a:rPr>
                            <m:t>)</m:t>
                          </m:r>
                        </m:e>
                      </m:nary>
                    </m:oMath>
                  </m:oMathPara>
                </a14:m>
                <a:endParaRPr lang="en-US" dirty="0">
                  <a:latin typeface="+mn-lt"/>
                </a:endParaRPr>
              </a:p>
              <a:p>
                <a:r>
                  <a:rPr lang="en-US" dirty="0">
                    <a:latin typeface="+mn-lt"/>
                  </a:rPr>
                  <a:t>Which we define as the </a:t>
                </a:r>
                <a:r>
                  <a:rPr lang="en-US" dirty="0">
                    <a:solidFill>
                      <a:srgbClr val="128CCD"/>
                    </a:solidFill>
                    <a:latin typeface="+mn-lt"/>
                  </a:rPr>
                  <a:t>cost</a:t>
                </a:r>
                <a:r>
                  <a:rPr lang="en-US" dirty="0">
                    <a:latin typeface="+mn-lt"/>
                  </a:rPr>
                  <a:t> of the tree.</a:t>
                </a:r>
              </a:p>
            </p:txBody>
          </p:sp>
        </mc:Choice>
        <mc:Fallback xmlns="">
          <p:sp>
            <p:nvSpPr>
              <p:cNvPr id="4" name="Content Placeholder 3">
                <a:extLst>
                  <a:ext uri="{FF2B5EF4-FFF2-40B4-BE49-F238E27FC236}">
                    <a16:creationId xmlns:a16="http://schemas.microsoft.com/office/drawing/2014/main" id="{4D4E4912-074B-3574-6E8B-258C624ECB28}"/>
                  </a:ext>
                </a:extLst>
              </p:cNvPr>
              <p:cNvSpPr>
                <a:spLocks noGrp="1" noRot="1" noChangeAspect="1" noMove="1" noResize="1" noEditPoints="1" noAdjustHandles="1" noChangeArrowheads="1" noChangeShapeType="1" noTextEdit="1"/>
              </p:cNvSpPr>
              <p:nvPr>
                <p:ph sz="quarter" idx="11"/>
              </p:nvPr>
            </p:nvSpPr>
            <p:spPr>
              <a:xfrm>
                <a:off x="2167377" y="3714224"/>
                <a:ext cx="19032265" cy="9138176"/>
              </a:xfrm>
              <a:blipFill>
                <a:blip r:embed="rId3"/>
                <a:stretch>
                  <a:fillRect l="-1409" t="-1268" r="-1345" b="-267"/>
                </a:stretch>
              </a:blipFill>
            </p:spPr>
            <p:txBody>
              <a:bodyPr/>
              <a:lstStyle/>
              <a:p>
                <a:r>
                  <a:rPr lang="en-ID">
                    <a:noFill/>
                  </a:rPr>
                  <a:t> </a:t>
                </a:r>
              </a:p>
            </p:txBody>
          </p:sp>
        </mc:Fallback>
      </mc:AlternateContent>
    </p:spTree>
    <p:extLst>
      <p:ext uri="{BB962C8B-B14F-4D97-AF65-F5344CB8AC3E}">
        <p14:creationId xmlns:p14="http://schemas.microsoft.com/office/powerpoint/2010/main" val="3899170888"/>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76140-7A5F-2E79-17FB-21C7711680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347748-4EDC-E295-211B-4D6F8E97B2DC}"/>
              </a:ext>
            </a:extLst>
          </p:cNvPr>
          <p:cNvSpPr>
            <a:spLocks noGrp="1"/>
          </p:cNvSpPr>
          <p:nvPr>
            <p:ph type="title"/>
          </p:nvPr>
        </p:nvSpPr>
        <p:spPr/>
        <p:txBody>
          <a:bodyPr>
            <a:normAutofit fontScale="90000"/>
          </a:bodyPr>
          <a:lstStyle/>
          <a:p>
            <a:r>
              <a:rPr lang="en-ID" dirty="0"/>
              <a:t>Creating a Huffman tree</a:t>
            </a:r>
          </a:p>
        </p:txBody>
      </p:sp>
      <p:sp>
        <p:nvSpPr>
          <p:cNvPr id="3" name="Text Placeholder 2">
            <a:extLst>
              <a:ext uri="{FF2B5EF4-FFF2-40B4-BE49-F238E27FC236}">
                <a16:creationId xmlns:a16="http://schemas.microsoft.com/office/drawing/2014/main" id="{E9B90E6C-08ED-0187-9AAA-7AA38F10D8A8}"/>
              </a:ext>
            </a:extLst>
          </p:cNvPr>
          <p:cNvSpPr>
            <a:spLocks noGrp="1"/>
          </p:cNvSpPr>
          <p:nvPr>
            <p:ph type="body" sz="quarter" idx="10"/>
          </p:nvPr>
        </p:nvSpPr>
        <p:spPr/>
        <p:txBody>
          <a:bodyPr>
            <a:normAutofit/>
          </a:bodyPr>
          <a:lstStyle/>
          <a:p>
            <a:r>
              <a:rPr lang="en-ID" dirty="0"/>
              <a:t>Huffman procedure</a:t>
            </a:r>
          </a:p>
        </p:txBody>
      </p:sp>
      <p:pic>
        <p:nvPicPr>
          <p:cNvPr id="7" name="Content Placeholder 9" descr="A white background with black text&#10;&#10;Description automatically generated">
            <a:extLst>
              <a:ext uri="{FF2B5EF4-FFF2-40B4-BE49-F238E27FC236}">
                <a16:creationId xmlns:a16="http://schemas.microsoft.com/office/drawing/2014/main" id="{AB771134-96F6-30C5-6BFB-930E02359B68}"/>
              </a:ext>
            </a:extLst>
          </p:cNvPr>
          <p:cNvPicPr>
            <a:picLocks noGrp="1" noChangeAspect="1"/>
          </p:cNvPicPr>
          <p:nvPr>
            <p:ph sz="quarter" idx="11"/>
          </p:nvPr>
        </p:nvPicPr>
        <p:blipFill>
          <a:blip r:embed="rId3">
            <a:extLst>
              <a:ext uri="{28A0092B-C50C-407E-A947-70E740481C1C}">
                <a14:useLocalDpi xmlns:a14="http://schemas.microsoft.com/office/drawing/2010/main" val="0"/>
              </a:ext>
            </a:extLst>
          </a:blip>
          <a:stretch>
            <a:fillRect/>
          </a:stretch>
        </p:blipFill>
        <p:spPr>
          <a:xfrm>
            <a:off x="3119753" y="3937013"/>
            <a:ext cx="17632998" cy="8365656"/>
          </a:xfrm>
        </p:spPr>
      </p:pic>
    </p:spTree>
    <p:extLst>
      <p:ext uri="{BB962C8B-B14F-4D97-AF65-F5344CB8AC3E}">
        <p14:creationId xmlns:p14="http://schemas.microsoft.com/office/powerpoint/2010/main" val="619021113"/>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A744F-B964-EE3D-A7FC-C4602174C1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BA196D-82C5-DE2C-522F-0856E13987BE}"/>
              </a:ext>
            </a:extLst>
          </p:cNvPr>
          <p:cNvSpPr>
            <a:spLocks noGrp="1"/>
          </p:cNvSpPr>
          <p:nvPr>
            <p:ph type="title"/>
          </p:nvPr>
        </p:nvSpPr>
        <p:spPr/>
        <p:txBody>
          <a:bodyPr>
            <a:normAutofit fontScale="90000"/>
          </a:bodyPr>
          <a:lstStyle/>
          <a:p>
            <a:r>
              <a:rPr lang="en-ID" dirty="0"/>
              <a:t>Creating a Huffman tree</a:t>
            </a:r>
          </a:p>
        </p:txBody>
      </p:sp>
      <p:sp>
        <p:nvSpPr>
          <p:cNvPr id="3" name="Text Placeholder 2">
            <a:extLst>
              <a:ext uri="{FF2B5EF4-FFF2-40B4-BE49-F238E27FC236}">
                <a16:creationId xmlns:a16="http://schemas.microsoft.com/office/drawing/2014/main" id="{BBA09246-BCBD-ABA9-2FB3-81BCEB4BAE50}"/>
              </a:ext>
            </a:extLst>
          </p:cNvPr>
          <p:cNvSpPr>
            <a:spLocks noGrp="1"/>
          </p:cNvSpPr>
          <p:nvPr>
            <p:ph type="body" sz="quarter" idx="10"/>
          </p:nvPr>
        </p:nvSpPr>
        <p:spPr/>
        <p:txBody>
          <a:bodyPr>
            <a:normAutofit/>
          </a:bodyPr>
          <a:lstStyle/>
          <a:p>
            <a:r>
              <a:rPr lang="en-ID" dirty="0"/>
              <a:t>Huffman procedure: example</a:t>
            </a:r>
          </a:p>
        </p:txBody>
      </p:sp>
      <p:pic>
        <p:nvPicPr>
          <p:cNvPr id="6" name="Content Placeholder 10" descr="A group of triangles with numbers&#10;&#10;Description automatically generated">
            <a:extLst>
              <a:ext uri="{FF2B5EF4-FFF2-40B4-BE49-F238E27FC236}">
                <a16:creationId xmlns:a16="http://schemas.microsoft.com/office/drawing/2014/main" id="{59C7A3D4-77A7-EAA8-0E7D-4EF758EE0B00}"/>
              </a:ext>
            </a:extLst>
          </p:cNvPr>
          <p:cNvPicPr>
            <a:picLocks noGrp="1" noChangeAspect="1"/>
          </p:cNvPicPr>
          <p:nvPr>
            <p:ph sz="quarter" idx="11"/>
          </p:nvPr>
        </p:nvPicPr>
        <p:blipFill>
          <a:blip r:embed="rId3">
            <a:extLst>
              <a:ext uri="{28A0092B-C50C-407E-A947-70E740481C1C}">
                <a14:useLocalDpi xmlns:a14="http://schemas.microsoft.com/office/drawing/2010/main" val="0"/>
              </a:ext>
            </a:extLst>
          </a:blip>
          <a:stretch>
            <a:fillRect/>
          </a:stretch>
        </p:blipFill>
        <p:spPr>
          <a:xfrm>
            <a:off x="5001015" y="3260663"/>
            <a:ext cx="13870473" cy="9205793"/>
          </a:xfrm>
          <a:prstGeom prst="rect">
            <a:avLst/>
          </a:prstGeom>
        </p:spPr>
      </p:pic>
    </p:spTree>
    <p:extLst>
      <p:ext uri="{BB962C8B-B14F-4D97-AF65-F5344CB8AC3E}">
        <p14:creationId xmlns:p14="http://schemas.microsoft.com/office/powerpoint/2010/main" val="4214715529"/>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0F59E-6C10-26BA-27A0-1423B4F113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EE998D-7EA0-5DC1-DF0F-6EB658CC35AE}"/>
              </a:ext>
            </a:extLst>
          </p:cNvPr>
          <p:cNvSpPr>
            <a:spLocks noGrp="1"/>
          </p:cNvSpPr>
          <p:nvPr>
            <p:ph type="title"/>
          </p:nvPr>
        </p:nvSpPr>
        <p:spPr/>
        <p:txBody>
          <a:bodyPr>
            <a:normAutofit fontScale="90000"/>
          </a:bodyPr>
          <a:lstStyle/>
          <a:p>
            <a:r>
              <a:rPr lang="en-US" dirty="0"/>
              <a:t>Creating Huffman Code table based on Huffman tree</a:t>
            </a:r>
            <a:br>
              <a:rPr lang="en-US" dirty="0"/>
            </a:br>
            <a:endParaRPr lang="en-ID" dirty="0"/>
          </a:p>
        </p:txBody>
      </p:sp>
      <p:graphicFrame>
        <p:nvGraphicFramePr>
          <p:cNvPr id="7" name="Table 5">
            <a:extLst>
              <a:ext uri="{FF2B5EF4-FFF2-40B4-BE49-F238E27FC236}">
                <a16:creationId xmlns:a16="http://schemas.microsoft.com/office/drawing/2014/main" id="{653593CA-2D5D-994F-31C9-E507805C8F57}"/>
              </a:ext>
            </a:extLst>
          </p:cNvPr>
          <p:cNvGraphicFramePr>
            <a:graphicFrameLocks noGrp="1"/>
          </p:cNvGraphicFramePr>
          <p:nvPr>
            <p:ph sz="quarter" idx="11"/>
          </p:nvPr>
        </p:nvGraphicFramePr>
        <p:xfrm>
          <a:off x="2166938" y="4125913"/>
          <a:ext cx="14715570" cy="1524000"/>
        </p:xfrm>
        <a:graphic>
          <a:graphicData uri="http://schemas.openxmlformats.org/drawingml/2006/table">
            <a:tbl>
              <a:tblPr firstRow="1" bandRow="1">
                <a:tableStyleId>{2D5ABB26-0587-4C30-8999-92F81FD0307C}</a:tableStyleId>
              </a:tblPr>
              <a:tblGrid>
                <a:gridCol w="2452595">
                  <a:extLst>
                    <a:ext uri="{9D8B030D-6E8A-4147-A177-3AD203B41FA5}">
                      <a16:colId xmlns:a16="http://schemas.microsoft.com/office/drawing/2014/main" val="1458563285"/>
                    </a:ext>
                  </a:extLst>
                </a:gridCol>
                <a:gridCol w="2452595">
                  <a:extLst>
                    <a:ext uri="{9D8B030D-6E8A-4147-A177-3AD203B41FA5}">
                      <a16:colId xmlns:a16="http://schemas.microsoft.com/office/drawing/2014/main" val="2100602530"/>
                    </a:ext>
                  </a:extLst>
                </a:gridCol>
                <a:gridCol w="2452595">
                  <a:extLst>
                    <a:ext uri="{9D8B030D-6E8A-4147-A177-3AD203B41FA5}">
                      <a16:colId xmlns:a16="http://schemas.microsoft.com/office/drawing/2014/main" val="4001756292"/>
                    </a:ext>
                  </a:extLst>
                </a:gridCol>
                <a:gridCol w="2452595">
                  <a:extLst>
                    <a:ext uri="{9D8B030D-6E8A-4147-A177-3AD203B41FA5}">
                      <a16:colId xmlns:a16="http://schemas.microsoft.com/office/drawing/2014/main" val="1341382175"/>
                    </a:ext>
                  </a:extLst>
                </a:gridCol>
                <a:gridCol w="2452595">
                  <a:extLst>
                    <a:ext uri="{9D8B030D-6E8A-4147-A177-3AD203B41FA5}">
                      <a16:colId xmlns:a16="http://schemas.microsoft.com/office/drawing/2014/main" val="93415674"/>
                    </a:ext>
                  </a:extLst>
                </a:gridCol>
                <a:gridCol w="2452595">
                  <a:extLst>
                    <a:ext uri="{9D8B030D-6E8A-4147-A177-3AD203B41FA5}">
                      <a16:colId xmlns:a16="http://schemas.microsoft.com/office/drawing/2014/main" val="125931485"/>
                    </a:ext>
                  </a:extLst>
                </a:gridCol>
              </a:tblGrid>
              <a:tr h="370840">
                <a:tc>
                  <a:txBody>
                    <a:bodyPr/>
                    <a:lstStyle/>
                    <a:p>
                      <a:r>
                        <a:rPr lang="en-US" sz="4400" dirty="0">
                          <a:solidFill>
                            <a:schemeClr val="bg2">
                              <a:lumMod val="10000"/>
                            </a:schemeClr>
                          </a:solidFill>
                        </a:rPr>
                        <a:t>f </a:t>
                      </a:r>
                    </a:p>
                  </a:txBody>
                  <a:tcPr>
                    <a:lnL w="28575" cap="flat" cmpd="sng" algn="ctr">
                      <a:solidFill>
                        <a:schemeClr val="bg2">
                          <a:lumMod val="10000"/>
                        </a:schemeClr>
                      </a:solidFill>
                      <a:prstDash val="solid"/>
                      <a:round/>
                      <a:headEnd type="none" w="med" len="med"/>
                      <a:tailEnd type="none" w="med" len="med"/>
                    </a:lnL>
                    <a:lnR w="28575" cap="flat" cmpd="sng" algn="ctr">
                      <a:solidFill>
                        <a:schemeClr val="bg2">
                          <a:lumMod val="10000"/>
                        </a:schemeClr>
                      </a:solidFill>
                      <a:prstDash val="solid"/>
                      <a:round/>
                      <a:headEnd type="none" w="med" len="med"/>
                      <a:tailEnd type="none" w="med" len="med"/>
                    </a:lnR>
                    <a:lnT w="28575" cap="flat" cmpd="sng" algn="ctr">
                      <a:solidFill>
                        <a:schemeClr val="bg2">
                          <a:lumMod val="10000"/>
                        </a:schemeClr>
                      </a:solidFill>
                      <a:prstDash val="solid"/>
                      <a:round/>
                      <a:headEnd type="none" w="med" len="med"/>
                      <a:tailEnd type="none" w="med" len="med"/>
                    </a:lnT>
                    <a:lnB w="28575" cap="flat" cmpd="sng" algn="ctr">
                      <a:solidFill>
                        <a:schemeClr val="bg2">
                          <a:lumMod val="10000"/>
                        </a:schemeClr>
                      </a:solidFill>
                      <a:prstDash val="solid"/>
                      <a:round/>
                      <a:headEnd type="none" w="med" len="med"/>
                      <a:tailEnd type="none" w="med" len="med"/>
                    </a:lnB>
                  </a:tcPr>
                </a:tc>
                <a:tc>
                  <a:txBody>
                    <a:bodyPr/>
                    <a:lstStyle/>
                    <a:p>
                      <a:r>
                        <a:rPr lang="en-US" sz="4400" dirty="0">
                          <a:solidFill>
                            <a:schemeClr val="bg2">
                              <a:lumMod val="10000"/>
                            </a:schemeClr>
                          </a:solidFill>
                        </a:rPr>
                        <a:t>e</a:t>
                      </a:r>
                    </a:p>
                  </a:txBody>
                  <a:tcPr>
                    <a:lnL w="28575" cap="flat" cmpd="sng" algn="ctr">
                      <a:solidFill>
                        <a:schemeClr val="bg2">
                          <a:lumMod val="10000"/>
                        </a:schemeClr>
                      </a:solidFill>
                      <a:prstDash val="solid"/>
                      <a:round/>
                      <a:headEnd type="none" w="med" len="med"/>
                      <a:tailEnd type="none" w="med" len="med"/>
                    </a:lnL>
                    <a:lnR w="28575" cap="flat" cmpd="sng" algn="ctr">
                      <a:solidFill>
                        <a:schemeClr val="bg2">
                          <a:lumMod val="10000"/>
                        </a:schemeClr>
                      </a:solidFill>
                      <a:prstDash val="solid"/>
                      <a:round/>
                      <a:headEnd type="none" w="med" len="med"/>
                      <a:tailEnd type="none" w="med" len="med"/>
                    </a:lnR>
                    <a:lnT w="28575" cap="flat" cmpd="sng" algn="ctr">
                      <a:solidFill>
                        <a:schemeClr val="bg2">
                          <a:lumMod val="10000"/>
                        </a:schemeClr>
                      </a:solidFill>
                      <a:prstDash val="solid"/>
                      <a:round/>
                      <a:headEnd type="none" w="med" len="med"/>
                      <a:tailEnd type="none" w="med" len="med"/>
                    </a:lnT>
                    <a:lnB w="28575" cap="flat" cmpd="sng" algn="ctr">
                      <a:solidFill>
                        <a:schemeClr val="bg2">
                          <a:lumMod val="10000"/>
                        </a:schemeClr>
                      </a:solidFill>
                      <a:prstDash val="solid"/>
                      <a:round/>
                      <a:headEnd type="none" w="med" len="med"/>
                      <a:tailEnd type="none" w="med" len="med"/>
                    </a:lnB>
                  </a:tcPr>
                </a:tc>
                <a:tc>
                  <a:txBody>
                    <a:bodyPr/>
                    <a:lstStyle/>
                    <a:p>
                      <a:r>
                        <a:rPr lang="en-US" sz="4400" dirty="0">
                          <a:solidFill>
                            <a:schemeClr val="bg2">
                              <a:lumMod val="10000"/>
                            </a:schemeClr>
                          </a:solidFill>
                        </a:rPr>
                        <a:t>c</a:t>
                      </a:r>
                    </a:p>
                  </a:txBody>
                  <a:tcPr>
                    <a:lnL w="28575" cap="flat" cmpd="sng" algn="ctr">
                      <a:solidFill>
                        <a:schemeClr val="bg2">
                          <a:lumMod val="10000"/>
                        </a:schemeClr>
                      </a:solidFill>
                      <a:prstDash val="solid"/>
                      <a:round/>
                      <a:headEnd type="none" w="med" len="med"/>
                      <a:tailEnd type="none" w="med" len="med"/>
                    </a:lnL>
                    <a:lnR w="28575" cap="flat" cmpd="sng" algn="ctr">
                      <a:solidFill>
                        <a:schemeClr val="bg2">
                          <a:lumMod val="10000"/>
                        </a:schemeClr>
                      </a:solidFill>
                      <a:prstDash val="solid"/>
                      <a:round/>
                      <a:headEnd type="none" w="med" len="med"/>
                      <a:tailEnd type="none" w="med" len="med"/>
                    </a:lnR>
                    <a:lnT w="28575" cap="flat" cmpd="sng" algn="ctr">
                      <a:solidFill>
                        <a:schemeClr val="bg2">
                          <a:lumMod val="10000"/>
                        </a:schemeClr>
                      </a:solidFill>
                      <a:prstDash val="solid"/>
                      <a:round/>
                      <a:headEnd type="none" w="med" len="med"/>
                      <a:tailEnd type="none" w="med" len="med"/>
                    </a:lnT>
                    <a:lnB w="28575" cap="flat" cmpd="sng" algn="ctr">
                      <a:solidFill>
                        <a:schemeClr val="bg2">
                          <a:lumMod val="10000"/>
                        </a:schemeClr>
                      </a:solidFill>
                      <a:prstDash val="solid"/>
                      <a:round/>
                      <a:headEnd type="none" w="med" len="med"/>
                      <a:tailEnd type="none" w="med" len="med"/>
                    </a:lnB>
                  </a:tcPr>
                </a:tc>
                <a:tc>
                  <a:txBody>
                    <a:bodyPr/>
                    <a:lstStyle/>
                    <a:p>
                      <a:r>
                        <a:rPr lang="en-US" sz="4400" dirty="0">
                          <a:solidFill>
                            <a:schemeClr val="bg2">
                              <a:lumMod val="10000"/>
                            </a:schemeClr>
                          </a:solidFill>
                        </a:rPr>
                        <a:t>b</a:t>
                      </a:r>
                    </a:p>
                  </a:txBody>
                  <a:tcPr>
                    <a:lnL w="28575" cap="flat" cmpd="sng" algn="ctr">
                      <a:solidFill>
                        <a:schemeClr val="bg2">
                          <a:lumMod val="10000"/>
                        </a:schemeClr>
                      </a:solidFill>
                      <a:prstDash val="solid"/>
                      <a:round/>
                      <a:headEnd type="none" w="med" len="med"/>
                      <a:tailEnd type="none" w="med" len="med"/>
                    </a:lnL>
                    <a:lnR w="28575" cap="flat" cmpd="sng" algn="ctr">
                      <a:solidFill>
                        <a:schemeClr val="bg2">
                          <a:lumMod val="10000"/>
                        </a:schemeClr>
                      </a:solidFill>
                      <a:prstDash val="solid"/>
                      <a:round/>
                      <a:headEnd type="none" w="med" len="med"/>
                      <a:tailEnd type="none" w="med" len="med"/>
                    </a:lnR>
                    <a:lnT w="28575" cap="flat" cmpd="sng" algn="ctr">
                      <a:solidFill>
                        <a:schemeClr val="bg2">
                          <a:lumMod val="10000"/>
                        </a:schemeClr>
                      </a:solidFill>
                      <a:prstDash val="solid"/>
                      <a:round/>
                      <a:headEnd type="none" w="med" len="med"/>
                      <a:tailEnd type="none" w="med" len="med"/>
                    </a:lnT>
                    <a:lnB w="28575" cap="flat" cmpd="sng" algn="ctr">
                      <a:solidFill>
                        <a:schemeClr val="bg2">
                          <a:lumMod val="10000"/>
                        </a:schemeClr>
                      </a:solidFill>
                      <a:prstDash val="solid"/>
                      <a:round/>
                      <a:headEnd type="none" w="med" len="med"/>
                      <a:tailEnd type="none" w="med" len="med"/>
                    </a:lnB>
                  </a:tcPr>
                </a:tc>
                <a:tc>
                  <a:txBody>
                    <a:bodyPr/>
                    <a:lstStyle/>
                    <a:p>
                      <a:r>
                        <a:rPr lang="en-US" sz="4400" dirty="0">
                          <a:solidFill>
                            <a:schemeClr val="bg2">
                              <a:lumMod val="10000"/>
                            </a:schemeClr>
                          </a:solidFill>
                        </a:rPr>
                        <a:t>d</a:t>
                      </a:r>
                    </a:p>
                  </a:txBody>
                  <a:tcPr>
                    <a:lnL w="28575" cap="flat" cmpd="sng" algn="ctr">
                      <a:solidFill>
                        <a:schemeClr val="bg2">
                          <a:lumMod val="10000"/>
                        </a:schemeClr>
                      </a:solidFill>
                      <a:prstDash val="solid"/>
                      <a:round/>
                      <a:headEnd type="none" w="med" len="med"/>
                      <a:tailEnd type="none" w="med" len="med"/>
                    </a:lnL>
                    <a:lnR w="28575" cap="flat" cmpd="sng" algn="ctr">
                      <a:solidFill>
                        <a:schemeClr val="bg2">
                          <a:lumMod val="10000"/>
                        </a:schemeClr>
                      </a:solidFill>
                      <a:prstDash val="solid"/>
                      <a:round/>
                      <a:headEnd type="none" w="med" len="med"/>
                      <a:tailEnd type="none" w="med" len="med"/>
                    </a:lnR>
                    <a:lnT w="28575" cap="flat" cmpd="sng" algn="ctr">
                      <a:solidFill>
                        <a:schemeClr val="bg2">
                          <a:lumMod val="10000"/>
                        </a:schemeClr>
                      </a:solidFill>
                      <a:prstDash val="solid"/>
                      <a:round/>
                      <a:headEnd type="none" w="med" len="med"/>
                      <a:tailEnd type="none" w="med" len="med"/>
                    </a:lnT>
                    <a:lnB w="28575" cap="flat" cmpd="sng" algn="ctr">
                      <a:solidFill>
                        <a:schemeClr val="bg2">
                          <a:lumMod val="10000"/>
                        </a:schemeClr>
                      </a:solidFill>
                      <a:prstDash val="solid"/>
                      <a:round/>
                      <a:headEnd type="none" w="med" len="med"/>
                      <a:tailEnd type="none" w="med" len="med"/>
                    </a:lnB>
                  </a:tcPr>
                </a:tc>
                <a:tc>
                  <a:txBody>
                    <a:bodyPr/>
                    <a:lstStyle/>
                    <a:p>
                      <a:r>
                        <a:rPr lang="en-US" sz="4400" dirty="0">
                          <a:solidFill>
                            <a:schemeClr val="bg2">
                              <a:lumMod val="10000"/>
                            </a:schemeClr>
                          </a:solidFill>
                        </a:rPr>
                        <a:t>a</a:t>
                      </a:r>
                    </a:p>
                  </a:txBody>
                  <a:tcPr>
                    <a:lnL w="28575" cap="flat" cmpd="sng" algn="ctr">
                      <a:solidFill>
                        <a:schemeClr val="bg2">
                          <a:lumMod val="10000"/>
                        </a:schemeClr>
                      </a:solidFill>
                      <a:prstDash val="solid"/>
                      <a:round/>
                      <a:headEnd type="none" w="med" len="med"/>
                      <a:tailEnd type="none" w="med" len="med"/>
                    </a:lnL>
                    <a:lnR w="28575" cap="flat" cmpd="sng" algn="ctr">
                      <a:solidFill>
                        <a:schemeClr val="bg2">
                          <a:lumMod val="10000"/>
                        </a:schemeClr>
                      </a:solidFill>
                      <a:prstDash val="solid"/>
                      <a:round/>
                      <a:headEnd type="none" w="med" len="med"/>
                      <a:tailEnd type="none" w="med" len="med"/>
                    </a:lnR>
                    <a:lnT w="28575" cap="flat" cmpd="sng" algn="ctr">
                      <a:solidFill>
                        <a:schemeClr val="bg2">
                          <a:lumMod val="10000"/>
                        </a:schemeClr>
                      </a:solidFill>
                      <a:prstDash val="solid"/>
                      <a:round/>
                      <a:headEnd type="none" w="med" len="med"/>
                      <a:tailEnd type="none" w="med" len="med"/>
                    </a:lnT>
                    <a:lnB w="28575" cap="flat" cmpd="sng" algn="ctr">
                      <a:solidFill>
                        <a:schemeClr val="bg2">
                          <a:lumMod val="10000"/>
                        </a:schemeClr>
                      </a:solidFill>
                      <a:prstDash val="solid"/>
                      <a:round/>
                      <a:headEnd type="none" w="med" len="med"/>
                      <a:tailEnd type="none" w="med" len="med"/>
                    </a:lnB>
                  </a:tcPr>
                </a:tc>
                <a:extLst>
                  <a:ext uri="{0D108BD9-81ED-4DB2-BD59-A6C34878D82A}">
                    <a16:rowId xmlns:a16="http://schemas.microsoft.com/office/drawing/2014/main" val="2838227465"/>
                  </a:ext>
                </a:extLst>
              </a:tr>
              <a:tr h="370840">
                <a:tc>
                  <a:txBody>
                    <a:bodyPr/>
                    <a:lstStyle/>
                    <a:p>
                      <a:r>
                        <a:rPr lang="en-US" sz="4400" dirty="0">
                          <a:solidFill>
                            <a:schemeClr val="bg2">
                              <a:lumMod val="10000"/>
                            </a:schemeClr>
                          </a:solidFill>
                        </a:rPr>
                        <a:t>5</a:t>
                      </a:r>
                    </a:p>
                  </a:txBody>
                  <a:tcPr>
                    <a:lnL w="28575" cap="flat" cmpd="sng" algn="ctr">
                      <a:solidFill>
                        <a:schemeClr val="bg2">
                          <a:lumMod val="10000"/>
                        </a:schemeClr>
                      </a:solidFill>
                      <a:prstDash val="solid"/>
                      <a:round/>
                      <a:headEnd type="none" w="med" len="med"/>
                      <a:tailEnd type="none" w="med" len="med"/>
                    </a:lnL>
                    <a:lnR w="28575" cap="flat" cmpd="sng" algn="ctr">
                      <a:solidFill>
                        <a:schemeClr val="bg2">
                          <a:lumMod val="10000"/>
                        </a:schemeClr>
                      </a:solidFill>
                      <a:prstDash val="solid"/>
                      <a:round/>
                      <a:headEnd type="none" w="med" len="med"/>
                      <a:tailEnd type="none" w="med" len="med"/>
                    </a:lnR>
                    <a:lnT w="28575" cap="flat" cmpd="sng" algn="ctr">
                      <a:solidFill>
                        <a:schemeClr val="bg2">
                          <a:lumMod val="10000"/>
                        </a:schemeClr>
                      </a:solidFill>
                      <a:prstDash val="solid"/>
                      <a:round/>
                      <a:headEnd type="none" w="med" len="med"/>
                      <a:tailEnd type="none" w="med" len="med"/>
                    </a:lnT>
                    <a:lnB w="28575" cap="flat" cmpd="sng" algn="ctr">
                      <a:solidFill>
                        <a:schemeClr val="bg2">
                          <a:lumMod val="10000"/>
                        </a:schemeClr>
                      </a:solidFill>
                      <a:prstDash val="solid"/>
                      <a:round/>
                      <a:headEnd type="none" w="med" len="med"/>
                      <a:tailEnd type="none" w="med" len="med"/>
                    </a:lnB>
                  </a:tcPr>
                </a:tc>
                <a:tc>
                  <a:txBody>
                    <a:bodyPr/>
                    <a:lstStyle/>
                    <a:p>
                      <a:r>
                        <a:rPr lang="en-US" sz="4400" dirty="0">
                          <a:solidFill>
                            <a:schemeClr val="bg2">
                              <a:lumMod val="10000"/>
                            </a:schemeClr>
                          </a:solidFill>
                        </a:rPr>
                        <a:t>9</a:t>
                      </a:r>
                    </a:p>
                  </a:txBody>
                  <a:tcPr>
                    <a:lnL w="28575" cap="flat" cmpd="sng" algn="ctr">
                      <a:solidFill>
                        <a:schemeClr val="bg2">
                          <a:lumMod val="10000"/>
                        </a:schemeClr>
                      </a:solidFill>
                      <a:prstDash val="solid"/>
                      <a:round/>
                      <a:headEnd type="none" w="med" len="med"/>
                      <a:tailEnd type="none" w="med" len="med"/>
                    </a:lnL>
                    <a:lnR w="28575" cap="flat" cmpd="sng" algn="ctr">
                      <a:solidFill>
                        <a:schemeClr val="bg2">
                          <a:lumMod val="10000"/>
                        </a:schemeClr>
                      </a:solidFill>
                      <a:prstDash val="solid"/>
                      <a:round/>
                      <a:headEnd type="none" w="med" len="med"/>
                      <a:tailEnd type="none" w="med" len="med"/>
                    </a:lnR>
                    <a:lnT w="28575" cap="flat" cmpd="sng" algn="ctr">
                      <a:solidFill>
                        <a:schemeClr val="bg2">
                          <a:lumMod val="10000"/>
                        </a:schemeClr>
                      </a:solidFill>
                      <a:prstDash val="solid"/>
                      <a:round/>
                      <a:headEnd type="none" w="med" len="med"/>
                      <a:tailEnd type="none" w="med" len="med"/>
                    </a:lnT>
                    <a:lnB w="28575" cap="flat" cmpd="sng" algn="ctr">
                      <a:solidFill>
                        <a:schemeClr val="bg2">
                          <a:lumMod val="10000"/>
                        </a:schemeClr>
                      </a:solidFill>
                      <a:prstDash val="solid"/>
                      <a:round/>
                      <a:headEnd type="none" w="med" len="med"/>
                      <a:tailEnd type="none" w="med" len="med"/>
                    </a:lnB>
                  </a:tcPr>
                </a:tc>
                <a:tc>
                  <a:txBody>
                    <a:bodyPr/>
                    <a:lstStyle/>
                    <a:p>
                      <a:r>
                        <a:rPr lang="en-US" sz="4400" dirty="0">
                          <a:solidFill>
                            <a:schemeClr val="bg2">
                              <a:lumMod val="10000"/>
                            </a:schemeClr>
                          </a:solidFill>
                        </a:rPr>
                        <a:t>12</a:t>
                      </a:r>
                    </a:p>
                  </a:txBody>
                  <a:tcPr>
                    <a:lnL w="28575" cap="flat" cmpd="sng" algn="ctr">
                      <a:solidFill>
                        <a:schemeClr val="bg2">
                          <a:lumMod val="10000"/>
                        </a:schemeClr>
                      </a:solidFill>
                      <a:prstDash val="solid"/>
                      <a:round/>
                      <a:headEnd type="none" w="med" len="med"/>
                      <a:tailEnd type="none" w="med" len="med"/>
                    </a:lnL>
                    <a:lnR w="28575" cap="flat" cmpd="sng" algn="ctr">
                      <a:solidFill>
                        <a:schemeClr val="bg2">
                          <a:lumMod val="10000"/>
                        </a:schemeClr>
                      </a:solidFill>
                      <a:prstDash val="solid"/>
                      <a:round/>
                      <a:headEnd type="none" w="med" len="med"/>
                      <a:tailEnd type="none" w="med" len="med"/>
                    </a:lnR>
                    <a:lnT w="28575" cap="flat" cmpd="sng" algn="ctr">
                      <a:solidFill>
                        <a:schemeClr val="bg2">
                          <a:lumMod val="10000"/>
                        </a:schemeClr>
                      </a:solidFill>
                      <a:prstDash val="solid"/>
                      <a:round/>
                      <a:headEnd type="none" w="med" len="med"/>
                      <a:tailEnd type="none" w="med" len="med"/>
                    </a:lnT>
                    <a:lnB w="28575" cap="flat" cmpd="sng" algn="ctr">
                      <a:solidFill>
                        <a:schemeClr val="bg2">
                          <a:lumMod val="10000"/>
                        </a:schemeClr>
                      </a:solidFill>
                      <a:prstDash val="solid"/>
                      <a:round/>
                      <a:headEnd type="none" w="med" len="med"/>
                      <a:tailEnd type="none" w="med" len="med"/>
                    </a:lnB>
                  </a:tcPr>
                </a:tc>
                <a:tc>
                  <a:txBody>
                    <a:bodyPr/>
                    <a:lstStyle/>
                    <a:p>
                      <a:r>
                        <a:rPr lang="en-US" sz="4400" dirty="0">
                          <a:solidFill>
                            <a:schemeClr val="bg2">
                              <a:lumMod val="10000"/>
                            </a:schemeClr>
                          </a:solidFill>
                        </a:rPr>
                        <a:t>13</a:t>
                      </a:r>
                    </a:p>
                  </a:txBody>
                  <a:tcPr>
                    <a:lnL w="28575" cap="flat" cmpd="sng" algn="ctr">
                      <a:solidFill>
                        <a:schemeClr val="bg2">
                          <a:lumMod val="10000"/>
                        </a:schemeClr>
                      </a:solidFill>
                      <a:prstDash val="solid"/>
                      <a:round/>
                      <a:headEnd type="none" w="med" len="med"/>
                      <a:tailEnd type="none" w="med" len="med"/>
                    </a:lnL>
                    <a:lnR w="28575" cap="flat" cmpd="sng" algn="ctr">
                      <a:solidFill>
                        <a:schemeClr val="bg2">
                          <a:lumMod val="10000"/>
                        </a:schemeClr>
                      </a:solidFill>
                      <a:prstDash val="solid"/>
                      <a:round/>
                      <a:headEnd type="none" w="med" len="med"/>
                      <a:tailEnd type="none" w="med" len="med"/>
                    </a:lnR>
                    <a:lnT w="28575" cap="flat" cmpd="sng" algn="ctr">
                      <a:solidFill>
                        <a:schemeClr val="bg2">
                          <a:lumMod val="10000"/>
                        </a:schemeClr>
                      </a:solidFill>
                      <a:prstDash val="solid"/>
                      <a:round/>
                      <a:headEnd type="none" w="med" len="med"/>
                      <a:tailEnd type="none" w="med" len="med"/>
                    </a:lnT>
                    <a:lnB w="28575" cap="flat" cmpd="sng" algn="ctr">
                      <a:solidFill>
                        <a:schemeClr val="bg2">
                          <a:lumMod val="10000"/>
                        </a:schemeClr>
                      </a:solidFill>
                      <a:prstDash val="solid"/>
                      <a:round/>
                      <a:headEnd type="none" w="med" len="med"/>
                      <a:tailEnd type="none" w="med" len="med"/>
                    </a:lnB>
                  </a:tcPr>
                </a:tc>
                <a:tc>
                  <a:txBody>
                    <a:bodyPr/>
                    <a:lstStyle/>
                    <a:p>
                      <a:r>
                        <a:rPr lang="en-US" sz="4400" dirty="0">
                          <a:solidFill>
                            <a:schemeClr val="bg2">
                              <a:lumMod val="10000"/>
                            </a:schemeClr>
                          </a:solidFill>
                        </a:rPr>
                        <a:t>16</a:t>
                      </a:r>
                    </a:p>
                  </a:txBody>
                  <a:tcPr>
                    <a:lnL w="28575" cap="flat" cmpd="sng" algn="ctr">
                      <a:solidFill>
                        <a:schemeClr val="bg2">
                          <a:lumMod val="10000"/>
                        </a:schemeClr>
                      </a:solidFill>
                      <a:prstDash val="solid"/>
                      <a:round/>
                      <a:headEnd type="none" w="med" len="med"/>
                      <a:tailEnd type="none" w="med" len="med"/>
                    </a:lnL>
                    <a:lnR w="28575" cap="flat" cmpd="sng" algn="ctr">
                      <a:solidFill>
                        <a:schemeClr val="bg2">
                          <a:lumMod val="10000"/>
                        </a:schemeClr>
                      </a:solidFill>
                      <a:prstDash val="solid"/>
                      <a:round/>
                      <a:headEnd type="none" w="med" len="med"/>
                      <a:tailEnd type="none" w="med" len="med"/>
                    </a:lnR>
                    <a:lnT w="28575" cap="flat" cmpd="sng" algn="ctr">
                      <a:solidFill>
                        <a:schemeClr val="bg2">
                          <a:lumMod val="10000"/>
                        </a:schemeClr>
                      </a:solidFill>
                      <a:prstDash val="solid"/>
                      <a:round/>
                      <a:headEnd type="none" w="med" len="med"/>
                      <a:tailEnd type="none" w="med" len="med"/>
                    </a:lnT>
                    <a:lnB w="28575" cap="flat" cmpd="sng" algn="ctr">
                      <a:solidFill>
                        <a:schemeClr val="bg2">
                          <a:lumMod val="10000"/>
                        </a:schemeClr>
                      </a:solidFill>
                      <a:prstDash val="solid"/>
                      <a:round/>
                      <a:headEnd type="none" w="med" len="med"/>
                      <a:tailEnd type="none" w="med" len="med"/>
                    </a:lnB>
                  </a:tcPr>
                </a:tc>
                <a:tc>
                  <a:txBody>
                    <a:bodyPr/>
                    <a:lstStyle/>
                    <a:p>
                      <a:r>
                        <a:rPr lang="en-US" sz="4400" dirty="0">
                          <a:solidFill>
                            <a:schemeClr val="bg2">
                              <a:lumMod val="10000"/>
                            </a:schemeClr>
                          </a:solidFill>
                        </a:rPr>
                        <a:t>45</a:t>
                      </a:r>
                    </a:p>
                  </a:txBody>
                  <a:tcPr>
                    <a:lnL w="28575" cap="flat" cmpd="sng" algn="ctr">
                      <a:solidFill>
                        <a:schemeClr val="bg2">
                          <a:lumMod val="10000"/>
                        </a:schemeClr>
                      </a:solidFill>
                      <a:prstDash val="solid"/>
                      <a:round/>
                      <a:headEnd type="none" w="med" len="med"/>
                      <a:tailEnd type="none" w="med" len="med"/>
                    </a:lnL>
                    <a:lnR w="28575" cap="flat" cmpd="sng" algn="ctr">
                      <a:solidFill>
                        <a:schemeClr val="bg2">
                          <a:lumMod val="10000"/>
                        </a:schemeClr>
                      </a:solidFill>
                      <a:prstDash val="solid"/>
                      <a:round/>
                      <a:headEnd type="none" w="med" len="med"/>
                      <a:tailEnd type="none" w="med" len="med"/>
                    </a:lnR>
                    <a:lnT w="28575" cap="flat" cmpd="sng" algn="ctr">
                      <a:solidFill>
                        <a:schemeClr val="bg2">
                          <a:lumMod val="10000"/>
                        </a:schemeClr>
                      </a:solidFill>
                      <a:prstDash val="solid"/>
                      <a:round/>
                      <a:headEnd type="none" w="med" len="med"/>
                      <a:tailEnd type="none" w="med" len="med"/>
                    </a:lnT>
                    <a:lnB w="28575" cap="flat" cmpd="sng" algn="ctr">
                      <a:solidFill>
                        <a:schemeClr val="bg2">
                          <a:lumMod val="10000"/>
                        </a:schemeClr>
                      </a:solidFill>
                      <a:prstDash val="solid"/>
                      <a:round/>
                      <a:headEnd type="none" w="med" len="med"/>
                      <a:tailEnd type="none" w="med" len="med"/>
                    </a:lnB>
                  </a:tcPr>
                </a:tc>
                <a:extLst>
                  <a:ext uri="{0D108BD9-81ED-4DB2-BD59-A6C34878D82A}">
                    <a16:rowId xmlns:a16="http://schemas.microsoft.com/office/drawing/2014/main" val="926611997"/>
                  </a:ext>
                </a:extLst>
              </a:tr>
            </a:tbl>
          </a:graphicData>
        </a:graphic>
      </p:graphicFrame>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9450A69-4EFB-FECE-CCE8-AE787D518F11}"/>
                  </a:ext>
                </a:extLst>
              </p:cNvPr>
              <p:cNvSpPr txBox="1"/>
              <p:nvPr/>
            </p:nvSpPr>
            <p:spPr>
              <a:xfrm>
                <a:off x="1894542" y="8066087"/>
                <a:ext cx="12209928" cy="28035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14:m>
                  <m:oMathPara xmlns:m="http://schemas.openxmlformats.org/officeDocument/2006/math">
                    <m:oMath>
                      <m:r>
                        <a:rPr lang="en-US" sz="4000" b="0" i="1" smtClean="0">
                          <a:solidFill>
                            <a:schemeClr val="bg2">
                              <a:lumMod val="10000"/>
                            </a:schemeClr>
                          </a:solidFill>
                          <a:latin typeface="Cambria Math" panose="02040503050406030204" pitchFamily="18" charset="0"/>
                        </a:rPr>
                        <m:t>𝐵</m:t>
                      </m:r>
                      <m:d>
                        <m:dPr>
                          <m:ctrlPr>
                            <a:rPr lang="en-US" sz="4000" b="0" i="1" smtClean="0">
                              <a:solidFill>
                                <a:schemeClr val="bg2">
                                  <a:lumMod val="10000"/>
                                </a:schemeClr>
                              </a:solidFill>
                              <a:latin typeface="Cambria Math" panose="02040503050406030204" pitchFamily="18" charset="0"/>
                            </a:rPr>
                          </m:ctrlPr>
                        </m:dPr>
                        <m:e>
                          <m:r>
                            <a:rPr lang="en-US" sz="4000" b="0" i="1" smtClean="0">
                              <a:solidFill>
                                <a:schemeClr val="bg2">
                                  <a:lumMod val="10000"/>
                                </a:schemeClr>
                              </a:solidFill>
                              <a:latin typeface="Cambria Math" panose="02040503050406030204" pitchFamily="18" charset="0"/>
                            </a:rPr>
                            <m:t>𝑇</m:t>
                          </m:r>
                        </m:e>
                      </m:d>
                      <m:r>
                        <a:rPr lang="en-US" sz="4000" b="0" i="1" smtClean="0">
                          <a:solidFill>
                            <a:schemeClr val="bg2">
                              <a:lumMod val="10000"/>
                            </a:schemeClr>
                          </a:solidFill>
                          <a:latin typeface="Cambria Math" panose="02040503050406030204" pitchFamily="18" charset="0"/>
                        </a:rPr>
                        <m:t>= </m:t>
                      </m:r>
                      <m:nary>
                        <m:naryPr>
                          <m:chr m:val="∑"/>
                          <m:supHide m:val="on"/>
                          <m:ctrlPr>
                            <a:rPr lang="en-US" sz="4000" b="0" i="1" smtClean="0">
                              <a:solidFill>
                                <a:schemeClr val="bg2">
                                  <a:lumMod val="10000"/>
                                </a:schemeClr>
                              </a:solidFill>
                              <a:latin typeface="Cambria Math" panose="02040503050406030204" pitchFamily="18" charset="0"/>
                            </a:rPr>
                          </m:ctrlPr>
                        </m:naryPr>
                        <m:sub>
                          <m:r>
                            <m:rPr>
                              <m:brk m:alnAt="7"/>
                            </m:rPr>
                            <a:rPr lang="en-US" sz="4000" b="0" i="1" smtClean="0">
                              <a:solidFill>
                                <a:schemeClr val="bg2">
                                  <a:lumMod val="10000"/>
                                </a:schemeClr>
                              </a:solidFill>
                              <a:latin typeface="Cambria Math" panose="02040503050406030204" pitchFamily="18" charset="0"/>
                            </a:rPr>
                            <m:t>𝑐</m:t>
                          </m:r>
                          <m:r>
                            <a:rPr lang="en-US" sz="4000" b="0" i="1" smtClean="0">
                              <a:solidFill>
                                <a:schemeClr val="bg2">
                                  <a:lumMod val="10000"/>
                                </a:schemeClr>
                              </a:solidFill>
                              <a:latin typeface="Cambria Math" panose="02040503050406030204" pitchFamily="18" charset="0"/>
                              <a:ea typeface="Cambria Math" panose="02040503050406030204" pitchFamily="18" charset="0"/>
                            </a:rPr>
                            <m:t>∈</m:t>
                          </m:r>
                          <m:r>
                            <a:rPr lang="en-US" sz="4000" b="0" i="1" smtClean="0">
                              <a:solidFill>
                                <a:schemeClr val="bg2">
                                  <a:lumMod val="10000"/>
                                </a:schemeClr>
                              </a:solidFill>
                              <a:latin typeface="Cambria Math" panose="02040503050406030204" pitchFamily="18" charset="0"/>
                              <a:ea typeface="Cambria Math" panose="02040503050406030204" pitchFamily="18" charset="0"/>
                            </a:rPr>
                            <m:t>𝐶</m:t>
                          </m:r>
                        </m:sub>
                        <m:sup/>
                        <m:e>
                          <m:r>
                            <a:rPr lang="en-US" sz="4000" b="0" i="1" smtClean="0">
                              <a:solidFill>
                                <a:schemeClr val="bg2">
                                  <a:lumMod val="10000"/>
                                </a:schemeClr>
                              </a:solidFill>
                              <a:latin typeface="Cambria Math" panose="02040503050406030204" pitchFamily="18" charset="0"/>
                            </a:rPr>
                            <m:t>𝑐</m:t>
                          </m:r>
                          <m:r>
                            <a:rPr lang="en-US" sz="4000" b="0" i="1" smtClean="0">
                              <a:solidFill>
                                <a:schemeClr val="bg2">
                                  <a:lumMod val="10000"/>
                                </a:schemeClr>
                              </a:solidFill>
                              <a:latin typeface="Cambria Math" panose="02040503050406030204" pitchFamily="18" charset="0"/>
                            </a:rPr>
                            <m:t>.</m:t>
                          </m:r>
                          <m:r>
                            <a:rPr lang="en-US" sz="4000" b="0" i="1" smtClean="0">
                              <a:solidFill>
                                <a:schemeClr val="bg2">
                                  <a:lumMod val="10000"/>
                                </a:schemeClr>
                              </a:solidFill>
                              <a:latin typeface="Cambria Math" panose="02040503050406030204" pitchFamily="18" charset="0"/>
                            </a:rPr>
                            <m:t>𝑓𝑟𝑒𝑞</m:t>
                          </m:r>
                          <m:r>
                            <a:rPr lang="en-US" sz="4000" b="0" i="1" smtClean="0">
                              <a:solidFill>
                                <a:schemeClr val="bg2">
                                  <a:lumMod val="10000"/>
                                </a:schemeClr>
                              </a:solidFill>
                              <a:latin typeface="Cambria Math" panose="02040503050406030204" pitchFamily="18" charset="0"/>
                              <a:ea typeface="Cambria Math" panose="02040503050406030204" pitchFamily="18" charset="0"/>
                            </a:rPr>
                            <m:t>∙</m:t>
                          </m:r>
                          <m:sSub>
                            <m:sSubPr>
                              <m:ctrlPr>
                                <a:rPr lang="en-US" sz="4000" b="0" i="1" smtClean="0">
                                  <a:solidFill>
                                    <a:schemeClr val="bg2">
                                      <a:lumMod val="10000"/>
                                    </a:schemeClr>
                                  </a:solidFill>
                                  <a:latin typeface="Cambria Math" panose="02040503050406030204" pitchFamily="18" charset="0"/>
                                  <a:ea typeface="Cambria Math" panose="02040503050406030204" pitchFamily="18" charset="0"/>
                                </a:rPr>
                              </m:ctrlPr>
                            </m:sSubPr>
                            <m:e>
                              <m:r>
                                <a:rPr lang="en-US" sz="4000" b="0" i="1" smtClean="0">
                                  <a:solidFill>
                                    <a:schemeClr val="bg2">
                                      <a:lumMod val="10000"/>
                                    </a:schemeClr>
                                  </a:solidFill>
                                  <a:latin typeface="Cambria Math" panose="02040503050406030204" pitchFamily="18" charset="0"/>
                                  <a:ea typeface="Cambria Math" panose="02040503050406030204" pitchFamily="18" charset="0"/>
                                </a:rPr>
                                <m:t>𝑑</m:t>
                              </m:r>
                            </m:e>
                            <m:sub>
                              <m:r>
                                <a:rPr lang="en-US" sz="4000" b="0" i="1" smtClean="0">
                                  <a:solidFill>
                                    <a:schemeClr val="bg2">
                                      <a:lumMod val="10000"/>
                                    </a:schemeClr>
                                  </a:solidFill>
                                  <a:latin typeface="Cambria Math" panose="02040503050406030204" pitchFamily="18" charset="0"/>
                                  <a:ea typeface="Cambria Math" panose="02040503050406030204" pitchFamily="18" charset="0"/>
                                </a:rPr>
                                <m:t>𝑇</m:t>
                              </m:r>
                            </m:sub>
                          </m:sSub>
                          <m:d>
                            <m:dPr>
                              <m:ctrlPr>
                                <a:rPr lang="en-US" sz="4000" b="0" i="1" smtClean="0">
                                  <a:solidFill>
                                    <a:schemeClr val="bg2">
                                      <a:lumMod val="10000"/>
                                    </a:schemeClr>
                                  </a:solidFill>
                                  <a:latin typeface="Cambria Math" panose="02040503050406030204" pitchFamily="18" charset="0"/>
                                  <a:ea typeface="Cambria Math" panose="02040503050406030204" pitchFamily="18" charset="0"/>
                                </a:rPr>
                              </m:ctrlPr>
                            </m:dPr>
                            <m:e>
                              <m:r>
                                <a:rPr lang="en-US" sz="4000" b="0" i="1" smtClean="0">
                                  <a:solidFill>
                                    <a:schemeClr val="bg2">
                                      <a:lumMod val="10000"/>
                                    </a:schemeClr>
                                  </a:solidFill>
                                  <a:latin typeface="Cambria Math" panose="02040503050406030204" pitchFamily="18" charset="0"/>
                                  <a:ea typeface="Cambria Math" panose="02040503050406030204" pitchFamily="18" charset="0"/>
                                </a:rPr>
                                <m:t>𝑐</m:t>
                              </m:r>
                            </m:e>
                          </m:d>
                        </m:e>
                      </m:nary>
                      <m:r>
                        <a:rPr lang="en-US" sz="4000" b="0" i="1" smtClean="0">
                          <a:solidFill>
                            <a:schemeClr val="bg2">
                              <a:lumMod val="10000"/>
                            </a:schemeClr>
                          </a:solidFill>
                          <a:latin typeface="Cambria Math" panose="02040503050406030204" pitchFamily="18" charset="0"/>
                          <a:ea typeface="Cambria Math" panose="02040503050406030204" pitchFamily="18" charset="0"/>
                        </a:rPr>
                        <m:t>=</m:t>
                      </m:r>
                      <m:d>
                        <m:dPr>
                          <m:ctrlPr>
                            <a:rPr lang="en-US" sz="4000" b="0" i="1" smtClean="0">
                              <a:solidFill>
                                <a:schemeClr val="bg2">
                                  <a:lumMod val="10000"/>
                                </a:schemeClr>
                              </a:solidFill>
                              <a:latin typeface="Cambria Math" panose="02040503050406030204" pitchFamily="18" charset="0"/>
                              <a:ea typeface="Cambria Math" panose="02040503050406030204" pitchFamily="18" charset="0"/>
                            </a:rPr>
                          </m:ctrlPr>
                        </m:dPr>
                        <m:e>
                          <m:r>
                            <a:rPr lang="en-US" sz="4000" b="0" i="1" smtClean="0">
                              <a:solidFill>
                                <a:schemeClr val="bg2">
                                  <a:lumMod val="10000"/>
                                </a:schemeClr>
                              </a:solidFill>
                              <a:latin typeface="Cambria Math" panose="02040503050406030204" pitchFamily="18" charset="0"/>
                              <a:ea typeface="Cambria Math" panose="02040503050406030204" pitchFamily="18" charset="0"/>
                            </a:rPr>
                            <m:t>5</m:t>
                          </m:r>
                          <m:r>
                            <a:rPr lang="en-US" sz="4000" i="1">
                              <a:solidFill>
                                <a:schemeClr val="bg2">
                                  <a:lumMod val="10000"/>
                                </a:schemeClr>
                              </a:solidFill>
                              <a:latin typeface="Cambria Math" panose="02040503050406030204" pitchFamily="18" charset="0"/>
                              <a:ea typeface="Cambria Math" panose="02040503050406030204" pitchFamily="18" charset="0"/>
                            </a:rPr>
                            <m:t>∙</m:t>
                          </m:r>
                          <m:r>
                            <a:rPr lang="en-US" sz="4000" b="0" i="1" smtClean="0">
                              <a:solidFill>
                                <a:schemeClr val="bg2">
                                  <a:lumMod val="10000"/>
                                </a:schemeClr>
                              </a:solidFill>
                              <a:latin typeface="Cambria Math" panose="02040503050406030204" pitchFamily="18" charset="0"/>
                              <a:ea typeface="Cambria Math" panose="02040503050406030204" pitchFamily="18" charset="0"/>
                            </a:rPr>
                            <m:t>4+9</m:t>
                          </m:r>
                          <m:r>
                            <a:rPr lang="en-US" sz="4000" i="1">
                              <a:solidFill>
                                <a:schemeClr val="bg2">
                                  <a:lumMod val="10000"/>
                                </a:schemeClr>
                              </a:solidFill>
                              <a:latin typeface="Cambria Math" panose="02040503050406030204" pitchFamily="18" charset="0"/>
                              <a:ea typeface="Cambria Math" panose="02040503050406030204" pitchFamily="18" charset="0"/>
                            </a:rPr>
                            <m:t>∙4+</m:t>
                          </m:r>
                          <m:r>
                            <a:rPr lang="en-US" sz="4000" b="0" i="1" smtClean="0">
                              <a:solidFill>
                                <a:schemeClr val="bg2">
                                  <a:lumMod val="10000"/>
                                </a:schemeClr>
                              </a:solidFill>
                              <a:latin typeface="Cambria Math" panose="02040503050406030204" pitchFamily="18" charset="0"/>
                              <a:ea typeface="Cambria Math" panose="02040503050406030204" pitchFamily="18" charset="0"/>
                            </a:rPr>
                            <m:t>12</m:t>
                          </m:r>
                          <m:r>
                            <a:rPr lang="en-US" sz="4000" i="1">
                              <a:solidFill>
                                <a:schemeClr val="bg2">
                                  <a:lumMod val="10000"/>
                                </a:schemeClr>
                              </a:solidFill>
                              <a:latin typeface="Cambria Math" panose="02040503050406030204" pitchFamily="18" charset="0"/>
                              <a:ea typeface="Cambria Math" panose="02040503050406030204" pitchFamily="18" charset="0"/>
                            </a:rPr>
                            <m:t>∙</m:t>
                          </m:r>
                          <m:r>
                            <a:rPr lang="en-US" sz="4000" b="0" i="1" smtClean="0">
                              <a:solidFill>
                                <a:schemeClr val="bg2">
                                  <a:lumMod val="10000"/>
                                </a:schemeClr>
                              </a:solidFill>
                              <a:latin typeface="Cambria Math" panose="02040503050406030204" pitchFamily="18" charset="0"/>
                              <a:ea typeface="Cambria Math" panose="02040503050406030204" pitchFamily="18" charset="0"/>
                            </a:rPr>
                            <m:t>3</m:t>
                          </m:r>
                          <m:r>
                            <a:rPr lang="en-US" sz="4000" i="1">
                              <a:solidFill>
                                <a:schemeClr val="bg2">
                                  <a:lumMod val="10000"/>
                                </a:schemeClr>
                              </a:solidFill>
                              <a:latin typeface="Cambria Math" panose="02040503050406030204" pitchFamily="18" charset="0"/>
                              <a:ea typeface="Cambria Math" panose="02040503050406030204" pitchFamily="18" charset="0"/>
                            </a:rPr>
                            <m:t>+</m:t>
                          </m:r>
                          <m:r>
                            <a:rPr lang="en-US" sz="4000" b="0" i="1" smtClean="0">
                              <a:solidFill>
                                <a:schemeClr val="bg2">
                                  <a:lumMod val="10000"/>
                                </a:schemeClr>
                              </a:solidFill>
                              <a:latin typeface="Cambria Math" panose="02040503050406030204" pitchFamily="18" charset="0"/>
                              <a:ea typeface="Cambria Math" panose="02040503050406030204" pitchFamily="18" charset="0"/>
                            </a:rPr>
                            <m:t>13</m:t>
                          </m:r>
                          <m:r>
                            <a:rPr lang="en-US" sz="4000" i="1">
                              <a:solidFill>
                                <a:schemeClr val="bg2">
                                  <a:lumMod val="10000"/>
                                </a:schemeClr>
                              </a:solidFill>
                              <a:latin typeface="Cambria Math" panose="02040503050406030204" pitchFamily="18" charset="0"/>
                              <a:ea typeface="Cambria Math" panose="02040503050406030204" pitchFamily="18" charset="0"/>
                            </a:rPr>
                            <m:t>∙</m:t>
                          </m:r>
                          <m:r>
                            <a:rPr lang="en-US" sz="4000" b="0" i="1" smtClean="0">
                              <a:solidFill>
                                <a:schemeClr val="bg2">
                                  <a:lumMod val="10000"/>
                                </a:schemeClr>
                              </a:solidFill>
                              <a:latin typeface="Cambria Math" panose="02040503050406030204" pitchFamily="18" charset="0"/>
                              <a:ea typeface="Cambria Math" panose="02040503050406030204" pitchFamily="18" charset="0"/>
                            </a:rPr>
                            <m:t>3</m:t>
                          </m:r>
                          <m:r>
                            <a:rPr lang="en-US" sz="4000" i="1">
                              <a:solidFill>
                                <a:schemeClr val="bg2">
                                  <a:lumMod val="10000"/>
                                </a:schemeClr>
                              </a:solidFill>
                              <a:latin typeface="Cambria Math" panose="02040503050406030204" pitchFamily="18" charset="0"/>
                              <a:ea typeface="Cambria Math" panose="02040503050406030204" pitchFamily="18" charset="0"/>
                            </a:rPr>
                            <m:t>+</m:t>
                          </m:r>
                          <m:r>
                            <a:rPr lang="en-US" sz="4000" b="0" i="1" smtClean="0">
                              <a:solidFill>
                                <a:schemeClr val="bg2">
                                  <a:lumMod val="10000"/>
                                </a:schemeClr>
                              </a:solidFill>
                              <a:latin typeface="Cambria Math" panose="02040503050406030204" pitchFamily="18" charset="0"/>
                              <a:ea typeface="Cambria Math" panose="02040503050406030204" pitchFamily="18" charset="0"/>
                            </a:rPr>
                            <m:t>16</m:t>
                          </m:r>
                          <m:r>
                            <a:rPr lang="en-US" sz="4000" i="1">
                              <a:solidFill>
                                <a:schemeClr val="bg2">
                                  <a:lumMod val="10000"/>
                                </a:schemeClr>
                              </a:solidFill>
                              <a:latin typeface="Cambria Math" panose="02040503050406030204" pitchFamily="18" charset="0"/>
                              <a:ea typeface="Cambria Math" panose="02040503050406030204" pitchFamily="18" charset="0"/>
                            </a:rPr>
                            <m:t>∙</m:t>
                          </m:r>
                          <m:r>
                            <a:rPr lang="en-US" sz="4000" b="0" i="1" smtClean="0">
                              <a:solidFill>
                                <a:schemeClr val="bg2">
                                  <a:lumMod val="10000"/>
                                </a:schemeClr>
                              </a:solidFill>
                              <a:latin typeface="Cambria Math" panose="02040503050406030204" pitchFamily="18" charset="0"/>
                              <a:ea typeface="Cambria Math" panose="02040503050406030204" pitchFamily="18" charset="0"/>
                            </a:rPr>
                            <m:t>3</m:t>
                          </m:r>
                          <m:r>
                            <a:rPr lang="en-US" sz="4000" i="1">
                              <a:solidFill>
                                <a:schemeClr val="bg2">
                                  <a:lumMod val="10000"/>
                                </a:schemeClr>
                              </a:solidFill>
                              <a:latin typeface="Cambria Math" panose="02040503050406030204" pitchFamily="18" charset="0"/>
                              <a:ea typeface="Cambria Math" panose="02040503050406030204" pitchFamily="18" charset="0"/>
                            </a:rPr>
                            <m:t>+</m:t>
                          </m:r>
                          <m:r>
                            <a:rPr lang="en-US" sz="4000" b="0" i="1" smtClean="0">
                              <a:solidFill>
                                <a:schemeClr val="bg2">
                                  <a:lumMod val="10000"/>
                                </a:schemeClr>
                              </a:solidFill>
                              <a:latin typeface="Cambria Math" panose="02040503050406030204" pitchFamily="18" charset="0"/>
                              <a:ea typeface="Cambria Math" panose="02040503050406030204" pitchFamily="18" charset="0"/>
                            </a:rPr>
                            <m:t>45</m:t>
                          </m:r>
                          <m:r>
                            <a:rPr lang="en-US" sz="4000" i="1">
                              <a:solidFill>
                                <a:schemeClr val="bg2">
                                  <a:lumMod val="10000"/>
                                </a:schemeClr>
                              </a:solidFill>
                              <a:latin typeface="Cambria Math" panose="02040503050406030204" pitchFamily="18" charset="0"/>
                              <a:ea typeface="Cambria Math" panose="02040503050406030204" pitchFamily="18" charset="0"/>
                            </a:rPr>
                            <m:t>∙</m:t>
                          </m:r>
                          <m:r>
                            <a:rPr lang="en-US" sz="4000" b="0" i="1" smtClean="0">
                              <a:solidFill>
                                <a:schemeClr val="bg2">
                                  <a:lumMod val="10000"/>
                                </a:schemeClr>
                              </a:solidFill>
                              <a:latin typeface="Cambria Math" panose="02040503050406030204" pitchFamily="18" charset="0"/>
                              <a:ea typeface="Cambria Math" panose="02040503050406030204" pitchFamily="18" charset="0"/>
                            </a:rPr>
                            <m:t>1</m:t>
                          </m:r>
                        </m:e>
                      </m:d>
                      <m:r>
                        <a:rPr lang="en-US" sz="4000" b="0" i="1" smtClean="0">
                          <a:solidFill>
                            <a:schemeClr val="bg2">
                              <a:lumMod val="10000"/>
                            </a:schemeClr>
                          </a:solidFill>
                          <a:latin typeface="Cambria Math" panose="02040503050406030204" pitchFamily="18" charset="0"/>
                          <a:ea typeface="Cambria Math" panose="02040503050406030204" pitchFamily="18" charset="0"/>
                        </a:rPr>
                        <m:t>=224 </m:t>
                      </m:r>
                      <m:r>
                        <a:rPr lang="en-US" sz="4000" b="0" i="1" smtClean="0">
                          <a:solidFill>
                            <a:schemeClr val="bg2">
                              <a:lumMod val="10000"/>
                            </a:schemeClr>
                          </a:solidFill>
                          <a:latin typeface="Cambria Math" panose="02040503050406030204" pitchFamily="18" charset="0"/>
                          <a:ea typeface="Cambria Math" panose="02040503050406030204" pitchFamily="18" charset="0"/>
                        </a:rPr>
                        <m:t>𝑏𝑖𝑡𝑠</m:t>
                      </m:r>
                    </m:oMath>
                  </m:oMathPara>
                </a14:m>
                <a:endParaRPr lang="en-US" sz="4000" dirty="0">
                  <a:solidFill>
                    <a:schemeClr val="bg2">
                      <a:lumMod val="10000"/>
                    </a:schemeClr>
                  </a:solidFill>
                </a:endParaRPr>
              </a:p>
            </p:txBody>
          </p:sp>
        </mc:Choice>
        <mc:Fallback xmlns="">
          <p:sp>
            <p:nvSpPr>
              <p:cNvPr id="8" name="TextBox 7">
                <a:extLst>
                  <a:ext uri="{FF2B5EF4-FFF2-40B4-BE49-F238E27FC236}">
                    <a16:creationId xmlns:a16="http://schemas.microsoft.com/office/drawing/2014/main" id="{19450A69-4EFB-FECE-CCE8-AE787D518F11}"/>
                  </a:ext>
                </a:extLst>
              </p:cNvPr>
              <p:cNvSpPr txBox="1">
                <a:spLocks noRot="1" noChangeAspect="1" noMove="1" noResize="1" noEditPoints="1" noAdjustHandles="1" noChangeArrowheads="1" noChangeShapeType="1" noTextEdit="1"/>
              </p:cNvSpPr>
              <p:nvPr/>
            </p:nvSpPr>
            <p:spPr>
              <a:xfrm>
                <a:off x="1894542" y="8066087"/>
                <a:ext cx="12209928" cy="2803588"/>
              </a:xfrm>
              <a:prstGeom prst="rect">
                <a:avLst/>
              </a:prstGeom>
              <a:blipFill>
                <a:blip r:embed="rId3"/>
                <a:stretch>
                  <a:fillRect/>
                </a:stretch>
              </a:blipFill>
              <a:ln w="12700" cap="flat">
                <a:noFill/>
                <a:miter lim="400000"/>
              </a:ln>
              <a:effectLst/>
            </p:spPr>
            <p:txBody>
              <a:bodyPr/>
              <a:lstStyle/>
              <a:p>
                <a:r>
                  <a:rPr lang="en-US">
                    <a:noFill/>
                  </a:rPr>
                  <a:t> </a:t>
                </a:r>
              </a:p>
            </p:txBody>
          </p:sp>
        </mc:Fallback>
      </mc:AlternateContent>
      <p:graphicFrame>
        <p:nvGraphicFramePr>
          <p:cNvPr id="9" name="Table 5">
            <a:extLst>
              <a:ext uri="{FF2B5EF4-FFF2-40B4-BE49-F238E27FC236}">
                <a16:creationId xmlns:a16="http://schemas.microsoft.com/office/drawing/2014/main" id="{29B28956-DFCF-65A9-069A-D8B4235423C6}"/>
              </a:ext>
            </a:extLst>
          </p:cNvPr>
          <p:cNvGraphicFramePr>
            <a:graphicFrameLocks/>
          </p:cNvGraphicFramePr>
          <p:nvPr/>
        </p:nvGraphicFramePr>
        <p:xfrm>
          <a:off x="2166938" y="6096000"/>
          <a:ext cx="14715570" cy="1524000"/>
        </p:xfrm>
        <a:graphic>
          <a:graphicData uri="http://schemas.openxmlformats.org/drawingml/2006/table">
            <a:tbl>
              <a:tblPr firstRow="1" bandRow="1">
                <a:tableStyleId>{2D5ABB26-0587-4C30-8999-92F81FD0307C}</a:tableStyleId>
              </a:tblPr>
              <a:tblGrid>
                <a:gridCol w="2452595">
                  <a:extLst>
                    <a:ext uri="{9D8B030D-6E8A-4147-A177-3AD203B41FA5}">
                      <a16:colId xmlns:a16="http://schemas.microsoft.com/office/drawing/2014/main" val="1458563285"/>
                    </a:ext>
                  </a:extLst>
                </a:gridCol>
                <a:gridCol w="2452595">
                  <a:extLst>
                    <a:ext uri="{9D8B030D-6E8A-4147-A177-3AD203B41FA5}">
                      <a16:colId xmlns:a16="http://schemas.microsoft.com/office/drawing/2014/main" val="2100602530"/>
                    </a:ext>
                  </a:extLst>
                </a:gridCol>
                <a:gridCol w="2452595">
                  <a:extLst>
                    <a:ext uri="{9D8B030D-6E8A-4147-A177-3AD203B41FA5}">
                      <a16:colId xmlns:a16="http://schemas.microsoft.com/office/drawing/2014/main" val="4001756292"/>
                    </a:ext>
                  </a:extLst>
                </a:gridCol>
                <a:gridCol w="2452595">
                  <a:extLst>
                    <a:ext uri="{9D8B030D-6E8A-4147-A177-3AD203B41FA5}">
                      <a16:colId xmlns:a16="http://schemas.microsoft.com/office/drawing/2014/main" val="1341382175"/>
                    </a:ext>
                  </a:extLst>
                </a:gridCol>
                <a:gridCol w="2452595">
                  <a:extLst>
                    <a:ext uri="{9D8B030D-6E8A-4147-A177-3AD203B41FA5}">
                      <a16:colId xmlns:a16="http://schemas.microsoft.com/office/drawing/2014/main" val="93415674"/>
                    </a:ext>
                  </a:extLst>
                </a:gridCol>
                <a:gridCol w="2452595">
                  <a:extLst>
                    <a:ext uri="{9D8B030D-6E8A-4147-A177-3AD203B41FA5}">
                      <a16:colId xmlns:a16="http://schemas.microsoft.com/office/drawing/2014/main" val="125931485"/>
                    </a:ext>
                  </a:extLst>
                </a:gridCol>
              </a:tblGrid>
              <a:tr h="370840">
                <a:tc>
                  <a:txBody>
                    <a:bodyPr/>
                    <a:lstStyle/>
                    <a:p>
                      <a:r>
                        <a:rPr lang="en-US" sz="4400" dirty="0">
                          <a:solidFill>
                            <a:schemeClr val="bg2">
                              <a:lumMod val="10000"/>
                            </a:schemeClr>
                          </a:solidFill>
                        </a:rPr>
                        <a:t>f </a:t>
                      </a:r>
                    </a:p>
                  </a:txBody>
                  <a:tcPr>
                    <a:lnL w="28575" cap="flat" cmpd="sng" algn="ctr">
                      <a:solidFill>
                        <a:schemeClr val="bg2">
                          <a:lumMod val="10000"/>
                        </a:schemeClr>
                      </a:solidFill>
                      <a:prstDash val="solid"/>
                      <a:round/>
                      <a:headEnd type="none" w="med" len="med"/>
                      <a:tailEnd type="none" w="med" len="med"/>
                    </a:lnL>
                    <a:lnR w="28575" cap="flat" cmpd="sng" algn="ctr">
                      <a:solidFill>
                        <a:schemeClr val="bg2">
                          <a:lumMod val="10000"/>
                        </a:schemeClr>
                      </a:solidFill>
                      <a:prstDash val="solid"/>
                      <a:round/>
                      <a:headEnd type="none" w="med" len="med"/>
                      <a:tailEnd type="none" w="med" len="med"/>
                    </a:lnR>
                    <a:lnT w="28575" cap="flat" cmpd="sng" algn="ctr">
                      <a:solidFill>
                        <a:schemeClr val="bg2">
                          <a:lumMod val="10000"/>
                        </a:schemeClr>
                      </a:solidFill>
                      <a:prstDash val="solid"/>
                      <a:round/>
                      <a:headEnd type="none" w="med" len="med"/>
                      <a:tailEnd type="none" w="med" len="med"/>
                    </a:lnT>
                    <a:lnB w="28575" cap="flat" cmpd="sng" algn="ctr">
                      <a:solidFill>
                        <a:schemeClr val="bg2">
                          <a:lumMod val="10000"/>
                        </a:schemeClr>
                      </a:solidFill>
                      <a:prstDash val="solid"/>
                      <a:round/>
                      <a:headEnd type="none" w="med" len="med"/>
                      <a:tailEnd type="none" w="med" len="med"/>
                    </a:lnB>
                  </a:tcPr>
                </a:tc>
                <a:tc>
                  <a:txBody>
                    <a:bodyPr/>
                    <a:lstStyle/>
                    <a:p>
                      <a:r>
                        <a:rPr lang="en-US" sz="4400" dirty="0">
                          <a:solidFill>
                            <a:schemeClr val="bg2">
                              <a:lumMod val="10000"/>
                            </a:schemeClr>
                          </a:solidFill>
                        </a:rPr>
                        <a:t>e</a:t>
                      </a:r>
                    </a:p>
                  </a:txBody>
                  <a:tcPr>
                    <a:lnL w="28575" cap="flat" cmpd="sng" algn="ctr">
                      <a:solidFill>
                        <a:schemeClr val="bg2">
                          <a:lumMod val="10000"/>
                        </a:schemeClr>
                      </a:solidFill>
                      <a:prstDash val="solid"/>
                      <a:round/>
                      <a:headEnd type="none" w="med" len="med"/>
                      <a:tailEnd type="none" w="med" len="med"/>
                    </a:lnL>
                    <a:lnR w="28575" cap="flat" cmpd="sng" algn="ctr">
                      <a:solidFill>
                        <a:schemeClr val="bg2">
                          <a:lumMod val="10000"/>
                        </a:schemeClr>
                      </a:solidFill>
                      <a:prstDash val="solid"/>
                      <a:round/>
                      <a:headEnd type="none" w="med" len="med"/>
                      <a:tailEnd type="none" w="med" len="med"/>
                    </a:lnR>
                    <a:lnT w="28575" cap="flat" cmpd="sng" algn="ctr">
                      <a:solidFill>
                        <a:schemeClr val="bg2">
                          <a:lumMod val="10000"/>
                        </a:schemeClr>
                      </a:solidFill>
                      <a:prstDash val="solid"/>
                      <a:round/>
                      <a:headEnd type="none" w="med" len="med"/>
                      <a:tailEnd type="none" w="med" len="med"/>
                    </a:lnT>
                    <a:lnB w="28575" cap="flat" cmpd="sng" algn="ctr">
                      <a:solidFill>
                        <a:schemeClr val="bg2">
                          <a:lumMod val="10000"/>
                        </a:schemeClr>
                      </a:solidFill>
                      <a:prstDash val="solid"/>
                      <a:round/>
                      <a:headEnd type="none" w="med" len="med"/>
                      <a:tailEnd type="none" w="med" len="med"/>
                    </a:lnB>
                  </a:tcPr>
                </a:tc>
                <a:tc>
                  <a:txBody>
                    <a:bodyPr/>
                    <a:lstStyle/>
                    <a:p>
                      <a:r>
                        <a:rPr lang="en-US" sz="4400" dirty="0">
                          <a:solidFill>
                            <a:schemeClr val="bg2">
                              <a:lumMod val="10000"/>
                            </a:schemeClr>
                          </a:solidFill>
                        </a:rPr>
                        <a:t>c</a:t>
                      </a:r>
                    </a:p>
                  </a:txBody>
                  <a:tcPr>
                    <a:lnL w="28575" cap="flat" cmpd="sng" algn="ctr">
                      <a:solidFill>
                        <a:schemeClr val="bg2">
                          <a:lumMod val="10000"/>
                        </a:schemeClr>
                      </a:solidFill>
                      <a:prstDash val="solid"/>
                      <a:round/>
                      <a:headEnd type="none" w="med" len="med"/>
                      <a:tailEnd type="none" w="med" len="med"/>
                    </a:lnL>
                    <a:lnR w="28575" cap="flat" cmpd="sng" algn="ctr">
                      <a:solidFill>
                        <a:schemeClr val="bg2">
                          <a:lumMod val="10000"/>
                        </a:schemeClr>
                      </a:solidFill>
                      <a:prstDash val="solid"/>
                      <a:round/>
                      <a:headEnd type="none" w="med" len="med"/>
                      <a:tailEnd type="none" w="med" len="med"/>
                    </a:lnR>
                    <a:lnT w="28575" cap="flat" cmpd="sng" algn="ctr">
                      <a:solidFill>
                        <a:schemeClr val="bg2">
                          <a:lumMod val="10000"/>
                        </a:schemeClr>
                      </a:solidFill>
                      <a:prstDash val="solid"/>
                      <a:round/>
                      <a:headEnd type="none" w="med" len="med"/>
                      <a:tailEnd type="none" w="med" len="med"/>
                    </a:lnT>
                    <a:lnB w="28575" cap="flat" cmpd="sng" algn="ctr">
                      <a:solidFill>
                        <a:schemeClr val="bg2">
                          <a:lumMod val="10000"/>
                        </a:schemeClr>
                      </a:solidFill>
                      <a:prstDash val="solid"/>
                      <a:round/>
                      <a:headEnd type="none" w="med" len="med"/>
                      <a:tailEnd type="none" w="med" len="med"/>
                    </a:lnB>
                  </a:tcPr>
                </a:tc>
                <a:tc>
                  <a:txBody>
                    <a:bodyPr/>
                    <a:lstStyle/>
                    <a:p>
                      <a:r>
                        <a:rPr lang="en-US" sz="4400" dirty="0">
                          <a:solidFill>
                            <a:schemeClr val="bg2">
                              <a:lumMod val="10000"/>
                            </a:schemeClr>
                          </a:solidFill>
                        </a:rPr>
                        <a:t>b</a:t>
                      </a:r>
                    </a:p>
                  </a:txBody>
                  <a:tcPr>
                    <a:lnL w="28575" cap="flat" cmpd="sng" algn="ctr">
                      <a:solidFill>
                        <a:schemeClr val="bg2">
                          <a:lumMod val="10000"/>
                        </a:schemeClr>
                      </a:solidFill>
                      <a:prstDash val="solid"/>
                      <a:round/>
                      <a:headEnd type="none" w="med" len="med"/>
                      <a:tailEnd type="none" w="med" len="med"/>
                    </a:lnL>
                    <a:lnR w="28575" cap="flat" cmpd="sng" algn="ctr">
                      <a:solidFill>
                        <a:schemeClr val="bg2">
                          <a:lumMod val="10000"/>
                        </a:schemeClr>
                      </a:solidFill>
                      <a:prstDash val="solid"/>
                      <a:round/>
                      <a:headEnd type="none" w="med" len="med"/>
                      <a:tailEnd type="none" w="med" len="med"/>
                    </a:lnR>
                    <a:lnT w="28575" cap="flat" cmpd="sng" algn="ctr">
                      <a:solidFill>
                        <a:schemeClr val="bg2">
                          <a:lumMod val="10000"/>
                        </a:schemeClr>
                      </a:solidFill>
                      <a:prstDash val="solid"/>
                      <a:round/>
                      <a:headEnd type="none" w="med" len="med"/>
                      <a:tailEnd type="none" w="med" len="med"/>
                    </a:lnT>
                    <a:lnB w="28575" cap="flat" cmpd="sng" algn="ctr">
                      <a:solidFill>
                        <a:schemeClr val="bg2">
                          <a:lumMod val="10000"/>
                        </a:schemeClr>
                      </a:solidFill>
                      <a:prstDash val="solid"/>
                      <a:round/>
                      <a:headEnd type="none" w="med" len="med"/>
                      <a:tailEnd type="none" w="med" len="med"/>
                    </a:lnB>
                  </a:tcPr>
                </a:tc>
                <a:tc>
                  <a:txBody>
                    <a:bodyPr/>
                    <a:lstStyle/>
                    <a:p>
                      <a:r>
                        <a:rPr lang="en-US" sz="4400" dirty="0">
                          <a:solidFill>
                            <a:schemeClr val="bg2">
                              <a:lumMod val="10000"/>
                            </a:schemeClr>
                          </a:solidFill>
                        </a:rPr>
                        <a:t>d</a:t>
                      </a:r>
                    </a:p>
                  </a:txBody>
                  <a:tcPr>
                    <a:lnL w="28575" cap="flat" cmpd="sng" algn="ctr">
                      <a:solidFill>
                        <a:schemeClr val="bg2">
                          <a:lumMod val="10000"/>
                        </a:schemeClr>
                      </a:solidFill>
                      <a:prstDash val="solid"/>
                      <a:round/>
                      <a:headEnd type="none" w="med" len="med"/>
                      <a:tailEnd type="none" w="med" len="med"/>
                    </a:lnL>
                    <a:lnR w="28575" cap="flat" cmpd="sng" algn="ctr">
                      <a:solidFill>
                        <a:schemeClr val="bg2">
                          <a:lumMod val="10000"/>
                        </a:schemeClr>
                      </a:solidFill>
                      <a:prstDash val="solid"/>
                      <a:round/>
                      <a:headEnd type="none" w="med" len="med"/>
                      <a:tailEnd type="none" w="med" len="med"/>
                    </a:lnR>
                    <a:lnT w="28575" cap="flat" cmpd="sng" algn="ctr">
                      <a:solidFill>
                        <a:schemeClr val="bg2">
                          <a:lumMod val="10000"/>
                        </a:schemeClr>
                      </a:solidFill>
                      <a:prstDash val="solid"/>
                      <a:round/>
                      <a:headEnd type="none" w="med" len="med"/>
                      <a:tailEnd type="none" w="med" len="med"/>
                    </a:lnT>
                    <a:lnB w="28575" cap="flat" cmpd="sng" algn="ctr">
                      <a:solidFill>
                        <a:schemeClr val="bg2">
                          <a:lumMod val="10000"/>
                        </a:schemeClr>
                      </a:solidFill>
                      <a:prstDash val="solid"/>
                      <a:round/>
                      <a:headEnd type="none" w="med" len="med"/>
                      <a:tailEnd type="none" w="med" len="med"/>
                    </a:lnB>
                  </a:tcPr>
                </a:tc>
                <a:tc>
                  <a:txBody>
                    <a:bodyPr/>
                    <a:lstStyle/>
                    <a:p>
                      <a:r>
                        <a:rPr lang="en-US" sz="4400" dirty="0">
                          <a:solidFill>
                            <a:schemeClr val="bg2">
                              <a:lumMod val="10000"/>
                            </a:schemeClr>
                          </a:solidFill>
                        </a:rPr>
                        <a:t>a</a:t>
                      </a:r>
                    </a:p>
                  </a:txBody>
                  <a:tcPr>
                    <a:lnL w="28575" cap="flat" cmpd="sng" algn="ctr">
                      <a:solidFill>
                        <a:schemeClr val="bg2">
                          <a:lumMod val="10000"/>
                        </a:schemeClr>
                      </a:solidFill>
                      <a:prstDash val="solid"/>
                      <a:round/>
                      <a:headEnd type="none" w="med" len="med"/>
                      <a:tailEnd type="none" w="med" len="med"/>
                    </a:lnL>
                    <a:lnR w="28575" cap="flat" cmpd="sng" algn="ctr">
                      <a:solidFill>
                        <a:schemeClr val="bg2">
                          <a:lumMod val="10000"/>
                        </a:schemeClr>
                      </a:solidFill>
                      <a:prstDash val="solid"/>
                      <a:round/>
                      <a:headEnd type="none" w="med" len="med"/>
                      <a:tailEnd type="none" w="med" len="med"/>
                    </a:lnR>
                    <a:lnT w="28575" cap="flat" cmpd="sng" algn="ctr">
                      <a:solidFill>
                        <a:schemeClr val="bg2">
                          <a:lumMod val="10000"/>
                        </a:schemeClr>
                      </a:solidFill>
                      <a:prstDash val="solid"/>
                      <a:round/>
                      <a:headEnd type="none" w="med" len="med"/>
                      <a:tailEnd type="none" w="med" len="med"/>
                    </a:lnT>
                    <a:lnB w="28575" cap="flat" cmpd="sng" algn="ctr">
                      <a:solidFill>
                        <a:schemeClr val="bg2">
                          <a:lumMod val="10000"/>
                        </a:schemeClr>
                      </a:solidFill>
                      <a:prstDash val="solid"/>
                      <a:round/>
                      <a:headEnd type="none" w="med" len="med"/>
                      <a:tailEnd type="none" w="med" len="med"/>
                    </a:lnB>
                  </a:tcPr>
                </a:tc>
                <a:extLst>
                  <a:ext uri="{0D108BD9-81ED-4DB2-BD59-A6C34878D82A}">
                    <a16:rowId xmlns:a16="http://schemas.microsoft.com/office/drawing/2014/main" val="2838227465"/>
                  </a:ext>
                </a:extLst>
              </a:tr>
              <a:tr h="370840">
                <a:tc>
                  <a:txBody>
                    <a:bodyPr/>
                    <a:lstStyle/>
                    <a:p>
                      <a:r>
                        <a:rPr lang="en-US" sz="4400" dirty="0">
                          <a:solidFill>
                            <a:schemeClr val="bg2">
                              <a:lumMod val="10000"/>
                            </a:schemeClr>
                          </a:solidFill>
                        </a:rPr>
                        <a:t>1100</a:t>
                      </a:r>
                    </a:p>
                  </a:txBody>
                  <a:tcPr>
                    <a:lnL w="28575" cap="flat" cmpd="sng" algn="ctr">
                      <a:solidFill>
                        <a:schemeClr val="bg2">
                          <a:lumMod val="10000"/>
                        </a:schemeClr>
                      </a:solidFill>
                      <a:prstDash val="solid"/>
                      <a:round/>
                      <a:headEnd type="none" w="med" len="med"/>
                      <a:tailEnd type="none" w="med" len="med"/>
                    </a:lnL>
                    <a:lnR w="28575" cap="flat" cmpd="sng" algn="ctr">
                      <a:solidFill>
                        <a:schemeClr val="bg2">
                          <a:lumMod val="10000"/>
                        </a:schemeClr>
                      </a:solidFill>
                      <a:prstDash val="solid"/>
                      <a:round/>
                      <a:headEnd type="none" w="med" len="med"/>
                      <a:tailEnd type="none" w="med" len="med"/>
                    </a:lnR>
                    <a:lnT w="28575" cap="flat" cmpd="sng" algn="ctr">
                      <a:solidFill>
                        <a:schemeClr val="bg2">
                          <a:lumMod val="10000"/>
                        </a:schemeClr>
                      </a:solidFill>
                      <a:prstDash val="solid"/>
                      <a:round/>
                      <a:headEnd type="none" w="med" len="med"/>
                      <a:tailEnd type="none" w="med" len="med"/>
                    </a:lnT>
                    <a:lnB w="28575" cap="flat" cmpd="sng" algn="ctr">
                      <a:solidFill>
                        <a:schemeClr val="bg2">
                          <a:lumMod val="10000"/>
                        </a:schemeClr>
                      </a:solidFill>
                      <a:prstDash val="solid"/>
                      <a:round/>
                      <a:headEnd type="none" w="med" len="med"/>
                      <a:tailEnd type="none" w="med" len="med"/>
                    </a:lnB>
                  </a:tcPr>
                </a:tc>
                <a:tc>
                  <a:txBody>
                    <a:bodyPr/>
                    <a:lstStyle/>
                    <a:p>
                      <a:r>
                        <a:rPr lang="en-US" sz="4400" dirty="0">
                          <a:solidFill>
                            <a:schemeClr val="bg2">
                              <a:lumMod val="10000"/>
                            </a:schemeClr>
                          </a:solidFill>
                        </a:rPr>
                        <a:t>1101</a:t>
                      </a:r>
                    </a:p>
                  </a:txBody>
                  <a:tcPr>
                    <a:lnL w="28575" cap="flat" cmpd="sng" algn="ctr">
                      <a:solidFill>
                        <a:schemeClr val="bg2">
                          <a:lumMod val="10000"/>
                        </a:schemeClr>
                      </a:solidFill>
                      <a:prstDash val="solid"/>
                      <a:round/>
                      <a:headEnd type="none" w="med" len="med"/>
                      <a:tailEnd type="none" w="med" len="med"/>
                    </a:lnL>
                    <a:lnR w="28575" cap="flat" cmpd="sng" algn="ctr">
                      <a:solidFill>
                        <a:schemeClr val="bg2">
                          <a:lumMod val="10000"/>
                        </a:schemeClr>
                      </a:solidFill>
                      <a:prstDash val="solid"/>
                      <a:round/>
                      <a:headEnd type="none" w="med" len="med"/>
                      <a:tailEnd type="none" w="med" len="med"/>
                    </a:lnR>
                    <a:lnT w="28575" cap="flat" cmpd="sng" algn="ctr">
                      <a:solidFill>
                        <a:schemeClr val="bg2">
                          <a:lumMod val="10000"/>
                        </a:schemeClr>
                      </a:solidFill>
                      <a:prstDash val="solid"/>
                      <a:round/>
                      <a:headEnd type="none" w="med" len="med"/>
                      <a:tailEnd type="none" w="med" len="med"/>
                    </a:lnT>
                    <a:lnB w="28575" cap="flat" cmpd="sng" algn="ctr">
                      <a:solidFill>
                        <a:schemeClr val="bg2">
                          <a:lumMod val="10000"/>
                        </a:schemeClr>
                      </a:solidFill>
                      <a:prstDash val="solid"/>
                      <a:round/>
                      <a:headEnd type="none" w="med" len="med"/>
                      <a:tailEnd type="none" w="med" len="med"/>
                    </a:lnB>
                  </a:tcPr>
                </a:tc>
                <a:tc>
                  <a:txBody>
                    <a:bodyPr/>
                    <a:lstStyle/>
                    <a:p>
                      <a:r>
                        <a:rPr lang="en-US" sz="4400" dirty="0">
                          <a:solidFill>
                            <a:schemeClr val="bg2">
                              <a:lumMod val="10000"/>
                            </a:schemeClr>
                          </a:solidFill>
                        </a:rPr>
                        <a:t>100</a:t>
                      </a:r>
                    </a:p>
                  </a:txBody>
                  <a:tcPr>
                    <a:lnL w="28575" cap="flat" cmpd="sng" algn="ctr">
                      <a:solidFill>
                        <a:schemeClr val="bg2">
                          <a:lumMod val="10000"/>
                        </a:schemeClr>
                      </a:solidFill>
                      <a:prstDash val="solid"/>
                      <a:round/>
                      <a:headEnd type="none" w="med" len="med"/>
                      <a:tailEnd type="none" w="med" len="med"/>
                    </a:lnL>
                    <a:lnR w="28575" cap="flat" cmpd="sng" algn="ctr">
                      <a:solidFill>
                        <a:schemeClr val="bg2">
                          <a:lumMod val="10000"/>
                        </a:schemeClr>
                      </a:solidFill>
                      <a:prstDash val="solid"/>
                      <a:round/>
                      <a:headEnd type="none" w="med" len="med"/>
                      <a:tailEnd type="none" w="med" len="med"/>
                    </a:lnR>
                    <a:lnT w="28575" cap="flat" cmpd="sng" algn="ctr">
                      <a:solidFill>
                        <a:schemeClr val="bg2">
                          <a:lumMod val="10000"/>
                        </a:schemeClr>
                      </a:solidFill>
                      <a:prstDash val="solid"/>
                      <a:round/>
                      <a:headEnd type="none" w="med" len="med"/>
                      <a:tailEnd type="none" w="med" len="med"/>
                    </a:lnT>
                    <a:lnB w="28575" cap="flat" cmpd="sng" algn="ctr">
                      <a:solidFill>
                        <a:schemeClr val="bg2">
                          <a:lumMod val="10000"/>
                        </a:schemeClr>
                      </a:solidFill>
                      <a:prstDash val="solid"/>
                      <a:round/>
                      <a:headEnd type="none" w="med" len="med"/>
                      <a:tailEnd type="none" w="med" len="med"/>
                    </a:lnB>
                  </a:tcPr>
                </a:tc>
                <a:tc>
                  <a:txBody>
                    <a:bodyPr/>
                    <a:lstStyle/>
                    <a:p>
                      <a:r>
                        <a:rPr lang="en-US" sz="4400" dirty="0">
                          <a:solidFill>
                            <a:schemeClr val="bg2">
                              <a:lumMod val="10000"/>
                            </a:schemeClr>
                          </a:solidFill>
                        </a:rPr>
                        <a:t>101</a:t>
                      </a:r>
                    </a:p>
                  </a:txBody>
                  <a:tcPr>
                    <a:lnL w="28575" cap="flat" cmpd="sng" algn="ctr">
                      <a:solidFill>
                        <a:schemeClr val="bg2">
                          <a:lumMod val="10000"/>
                        </a:schemeClr>
                      </a:solidFill>
                      <a:prstDash val="solid"/>
                      <a:round/>
                      <a:headEnd type="none" w="med" len="med"/>
                      <a:tailEnd type="none" w="med" len="med"/>
                    </a:lnL>
                    <a:lnR w="28575" cap="flat" cmpd="sng" algn="ctr">
                      <a:solidFill>
                        <a:schemeClr val="bg2">
                          <a:lumMod val="10000"/>
                        </a:schemeClr>
                      </a:solidFill>
                      <a:prstDash val="solid"/>
                      <a:round/>
                      <a:headEnd type="none" w="med" len="med"/>
                      <a:tailEnd type="none" w="med" len="med"/>
                    </a:lnR>
                    <a:lnT w="28575" cap="flat" cmpd="sng" algn="ctr">
                      <a:solidFill>
                        <a:schemeClr val="bg2">
                          <a:lumMod val="10000"/>
                        </a:schemeClr>
                      </a:solidFill>
                      <a:prstDash val="solid"/>
                      <a:round/>
                      <a:headEnd type="none" w="med" len="med"/>
                      <a:tailEnd type="none" w="med" len="med"/>
                    </a:lnT>
                    <a:lnB w="28575" cap="flat" cmpd="sng" algn="ctr">
                      <a:solidFill>
                        <a:schemeClr val="bg2">
                          <a:lumMod val="10000"/>
                        </a:schemeClr>
                      </a:solidFill>
                      <a:prstDash val="solid"/>
                      <a:round/>
                      <a:headEnd type="none" w="med" len="med"/>
                      <a:tailEnd type="none" w="med" len="med"/>
                    </a:lnB>
                  </a:tcPr>
                </a:tc>
                <a:tc>
                  <a:txBody>
                    <a:bodyPr/>
                    <a:lstStyle/>
                    <a:p>
                      <a:r>
                        <a:rPr lang="en-US" sz="4400" dirty="0">
                          <a:solidFill>
                            <a:schemeClr val="bg2">
                              <a:lumMod val="10000"/>
                            </a:schemeClr>
                          </a:solidFill>
                        </a:rPr>
                        <a:t>111</a:t>
                      </a:r>
                    </a:p>
                  </a:txBody>
                  <a:tcPr>
                    <a:lnL w="28575" cap="flat" cmpd="sng" algn="ctr">
                      <a:solidFill>
                        <a:schemeClr val="bg2">
                          <a:lumMod val="10000"/>
                        </a:schemeClr>
                      </a:solidFill>
                      <a:prstDash val="solid"/>
                      <a:round/>
                      <a:headEnd type="none" w="med" len="med"/>
                      <a:tailEnd type="none" w="med" len="med"/>
                    </a:lnL>
                    <a:lnR w="28575" cap="flat" cmpd="sng" algn="ctr">
                      <a:solidFill>
                        <a:schemeClr val="bg2">
                          <a:lumMod val="10000"/>
                        </a:schemeClr>
                      </a:solidFill>
                      <a:prstDash val="solid"/>
                      <a:round/>
                      <a:headEnd type="none" w="med" len="med"/>
                      <a:tailEnd type="none" w="med" len="med"/>
                    </a:lnR>
                    <a:lnT w="28575" cap="flat" cmpd="sng" algn="ctr">
                      <a:solidFill>
                        <a:schemeClr val="bg2">
                          <a:lumMod val="10000"/>
                        </a:schemeClr>
                      </a:solidFill>
                      <a:prstDash val="solid"/>
                      <a:round/>
                      <a:headEnd type="none" w="med" len="med"/>
                      <a:tailEnd type="none" w="med" len="med"/>
                    </a:lnT>
                    <a:lnB w="28575" cap="flat" cmpd="sng" algn="ctr">
                      <a:solidFill>
                        <a:schemeClr val="bg2">
                          <a:lumMod val="10000"/>
                        </a:schemeClr>
                      </a:solidFill>
                      <a:prstDash val="solid"/>
                      <a:round/>
                      <a:headEnd type="none" w="med" len="med"/>
                      <a:tailEnd type="none" w="med" len="med"/>
                    </a:lnB>
                  </a:tcPr>
                </a:tc>
                <a:tc>
                  <a:txBody>
                    <a:bodyPr/>
                    <a:lstStyle/>
                    <a:p>
                      <a:r>
                        <a:rPr lang="en-US" sz="4400" dirty="0">
                          <a:solidFill>
                            <a:schemeClr val="bg2">
                              <a:lumMod val="10000"/>
                            </a:schemeClr>
                          </a:solidFill>
                        </a:rPr>
                        <a:t>0</a:t>
                      </a:r>
                    </a:p>
                  </a:txBody>
                  <a:tcPr>
                    <a:lnL w="28575" cap="flat" cmpd="sng" algn="ctr">
                      <a:solidFill>
                        <a:schemeClr val="bg2">
                          <a:lumMod val="10000"/>
                        </a:schemeClr>
                      </a:solidFill>
                      <a:prstDash val="solid"/>
                      <a:round/>
                      <a:headEnd type="none" w="med" len="med"/>
                      <a:tailEnd type="none" w="med" len="med"/>
                    </a:lnL>
                    <a:lnR w="28575" cap="flat" cmpd="sng" algn="ctr">
                      <a:solidFill>
                        <a:schemeClr val="bg2">
                          <a:lumMod val="10000"/>
                        </a:schemeClr>
                      </a:solidFill>
                      <a:prstDash val="solid"/>
                      <a:round/>
                      <a:headEnd type="none" w="med" len="med"/>
                      <a:tailEnd type="none" w="med" len="med"/>
                    </a:lnR>
                    <a:lnT w="28575" cap="flat" cmpd="sng" algn="ctr">
                      <a:solidFill>
                        <a:schemeClr val="bg2">
                          <a:lumMod val="10000"/>
                        </a:schemeClr>
                      </a:solidFill>
                      <a:prstDash val="solid"/>
                      <a:round/>
                      <a:headEnd type="none" w="med" len="med"/>
                      <a:tailEnd type="none" w="med" len="med"/>
                    </a:lnT>
                    <a:lnB w="28575" cap="flat" cmpd="sng" algn="ctr">
                      <a:solidFill>
                        <a:schemeClr val="bg2">
                          <a:lumMod val="10000"/>
                        </a:schemeClr>
                      </a:solidFill>
                      <a:prstDash val="solid"/>
                      <a:round/>
                      <a:headEnd type="none" w="med" len="med"/>
                      <a:tailEnd type="none" w="med" len="med"/>
                    </a:lnB>
                  </a:tcPr>
                </a:tc>
                <a:extLst>
                  <a:ext uri="{0D108BD9-81ED-4DB2-BD59-A6C34878D82A}">
                    <a16:rowId xmlns:a16="http://schemas.microsoft.com/office/drawing/2014/main" val="926611997"/>
                  </a:ext>
                </a:extLst>
              </a:tr>
            </a:tbl>
          </a:graphicData>
        </a:graphic>
      </p:graphicFrame>
      <p:sp>
        <p:nvSpPr>
          <p:cNvPr id="10" name="TextBox 9">
            <a:extLst>
              <a:ext uri="{FF2B5EF4-FFF2-40B4-BE49-F238E27FC236}">
                <a16:creationId xmlns:a16="http://schemas.microsoft.com/office/drawing/2014/main" id="{C30C4E48-DD6B-321E-EF37-F8CDC43D15E5}"/>
              </a:ext>
            </a:extLst>
          </p:cNvPr>
          <p:cNvSpPr txBox="1"/>
          <p:nvPr/>
        </p:nvSpPr>
        <p:spPr>
          <a:xfrm>
            <a:off x="16434827" y="4533970"/>
            <a:ext cx="5782235" cy="7078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4000" dirty="0">
                <a:solidFill>
                  <a:srgbClr val="128CCD"/>
                </a:solidFill>
              </a:rPr>
              <a:t>← Frequency table</a:t>
            </a:r>
          </a:p>
        </p:txBody>
      </p:sp>
      <p:sp>
        <p:nvSpPr>
          <p:cNvPr id="11" name="TextBox 10">
            <a:extLst>
              <a:ext uri="{FF2B5EF4-FFF2-40B4-BE49-F238E27FC236}">
                <a16:creationId xmlns:a16="http://schemas.microsoft.com/office/drawing/2014/main" id="{9DC41B4D-EFD9-9749-47F8-0C839ED938A0}"/>
              </a:ext>
            </a:extLst>
          </p:cNvPr>
          <p:cNvSpPr txBox="1"/>
          <p:nvPr/>
        </p:nvSpPr>
        <p:spPr>
          <a:xfrm>
            <a:off x="16882508" y="6504057"/>
            <a:ext cx="5782235" cy="7078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4000" dirty="0">
                <a:solidFill>
                  <a:srgbClr val="128CCD"/>
                </a:solidFill>
              </a:rPr>
              <a:t>← Huffman code table</a:t>
            </a:r>
          </a:p>
        </p:txBody>
      </p:sp>
    </p:spTree>
    <p:extLst>
      <p:ext uri="{BB962C8B-B14F-4D97-AF65-F5344CB8AC3E}">
        <p14:creationId xmlns:p14="http://schemas.microsoft.com/office/powerpoint/2010/main" val="593540318"/>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F6CCF-E5FA-2229-9959-917CD67F7D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C54F46-BB84-CE95-B027-38D44444E6E7}"/>
              </a:ext>
            </a:extLst>
          </p:cNvPr>
          <p:cNvSpPr>
            <a:spLocks noGrp="1"/>
          </p:cNvSpPr>
          <p:nvPr>
            <p:ph type="title"/>
          </p:nvPr>
        </p:nvSpPr>
        <p:spPr/>
        <p:txBody>
          <a:bodyPr>
            <a:normAutofit fontScale="90000"/>
          </a:bodyPr>
          <a:lstStyle/>
          <a:p>
            <a:r>
              <a:rPr lang="en-US" dirty="0"/>
              <a:t>Creating Huffman Code table based on Huffman tree</a:t>
            </a:r>
            <a:br>
              <a:rPr lang="en-US" dirty="0"/>
            </a:br>
            <a:endParaRPr lang="en-ID" dirty="0"/>
          </a:p>
        </p:txBody>
      </p:sp>
      <p:sp>
        <p:nvSpPr>
          <p:cNvPr id="3" name="Text Placeholder 2">
            <a:extLst>
              <a:ext uri="{FF2B5EF4-FFF2-40B4-BE49-F238E27FC236}">
                <a16:creationId xmlns:a16="http://schemas.microsoft.com/office/drawing/2014/main" id="{FC13DF66-1869-8375-0401-259721391370}"/>
              </a:ext>
            </a:extLst>
          </p:cNvPr>
          <p:cNvSpPr>
            <a:spLocks noGrp="1"/>
          </p:cNvSpPr>
          <p:nvPr>
            <p:ph type="body" sz="quarter" idx="10"/>
          </p:nvPr>
        </p:nvSpPr>
        <p:spPr/>
        <p:txBody>
          <a:bodyPr>
            <a:normAutofit/>
          </a:bodyPr>
          <a:lstStyle/>
          <a:p>
            <a:r>
              <a:rPr lang="en-ID" dirty="0"/>
              <a:t>analysis</a:t>
            </a:r>
          </a:p>
        </p:txBody>
      </p:sp>
      <p:sp>
        <p:nvSpPr>
          <p:cNvPr id="4" name="Content Placeholder 3">
            <a:extLst>
              <a:ext uri="{FF2B5EF4-FFF2-40B4-BE49-F238E27FC236}">
                <a16:creationId xmlns:a16="http://schemas.microsoft.com/office/drawing/2014/main" id="{A28A398B-BB08-C147-12A5-4EE9148A7C0B}"/>
              </a:ext>
            </a:extLst>
          </p:cNvPr>
          <p:cNvSpPr>
            <a:spLocks noGrp="1"/>
          </p:cNvSpPr>
          <p:nvPr>
            <p:ph sz="quarter" idx="11"/>
          </p:nvPr>
        </p:nvSpPr>
        <p:spPr>
          <a:xfrm>
            <a:off x="2167377" y="3714224"/>
            <a:ext cx="19665928" cy="9138176"/>
          </a:xfrm>
        </p:spPr>
        <p:txBody>
          <a:bodyPr>
            <a:normAutofit/>
          </a:bodyPr>
          <a:lstStyle/>
          <a:p>
            <a:pPr algn="just"/>
            <a:r>
              <a:rPr lang="en-US" dirty="0"/>
              <a:t>The running time of Huffman’s algorithm depends on how the min-priority queue Q is implemented.</a:t>
            </a:r>
          </a:p>
          <a:p>
            <a:pPr algn="just"/>
            <a:r>
              <a:rPr lang="en-US" dirty="0"/>
              <a:t>Let’s assume that it’s implemented as a binary min-heap.</a:t>
            </a:r>
          </a:p>
          <a:p>
            <a:pPr algn="just"/>
            <a:r>
              <a:rPr lang="en-US" dirty="0"/>
              <a:t>For a set C of n characters, the </a:t>
            </a:r>
            <a:r>
              <a:rPr lang="en-US" dirty="0" err="1"/>
              <a:t>the</a:t>
            </a:r>
            <a:r>
              <a:rPr lang="en-US" dirty="0"/>
              <a:t> heap initializes in O(n) time in line 2.</a:t>
            </a:r>
          </a:p>
          <a:p>
            <a:pPr algn="just"/>
            <a:r>
              <a:rPr lang="en-US" dirty="0"/>
              <a:t>The for loop in lines 3-10 executes exactly n-1 times, and each heap operation runs in O(lg n) time.</a:t>
            </a:r>
          </a:p>
          <a:p>
            <a:pPr algn="just"/>
            <a:r>
              <a:rPr lang="en-US" dirty="0"/>
              <a:t>Thus, the loop contributes O(n lg n) to the running time.</a:t>
            </a:r>
          </a:p>
          <a:p>
            <a:pPr algn="just"/>
            <a:r>
              <a:rPr lang="en-US" dirty="0"/>
              <a:t>The total running time is then O(n lg n).</a:t>
            </a:r>
          </a:p>
        </p:txBody>
      </p:sp>
    </p:spTree>
    <p:extLst>
      <p:ext uri="{BB962C8B-B14F-4D97-AF65-F5344CB8AC3E}">
        <p14:creationId xmlns:p14="http://schemas.microsoft.com/office/powerpoint/2010/main" val="3059182258"/>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7B5EF-EDE6-A5C1-32F8-99BB891975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A09DF9-DA86-1C2B-B43B-04A7374DDA7A}"/>
              </a:ext>
            </a:extLst>
          </p:cNvPr>
          <p:cNvSpPr>
            <a:spLocks noGrp="1"/>
          </p:cNvSpPr>
          <p:nvPr>
            <p:ph type="title"/>
          </p:nvPr>
        </p:nvSpPr>
        <p:spPr/>
        <p:txBody>
          <a:bodyPr>
            <a:normAutofit fontScale="90000"/>
          </a:bodyPr>
          <a:lstStyle/>
          <a:p>
            <a:r>
              <a:rPr lang="en-ID" dirty="0"/>
              <a:t>Exercises</a:t>
            </a:r>
          </a:p>
        </p:txBody>
      </p:sp>
      <p:sp>
        <p:nvSpPr>
          <p:cNvPr id="3" name="Text Placeholder 2">
            <a:extLst>
              <a:ext uri="{FF2B5EF4-FFF2-40B4-BE49-F238E27FC236}">
                <a16:creationId xmlns:a16="http://schemas.microsoft.com/office/drawing/2014/main" id="{8A7CDDA6-47F0-D21A-1287-73DE12AE70BA}"/>
              </a:ext>
            </a:extLst>
          </p:cNvPr>
          <p:cNvSpPr>
            <a:spLocks noGrp="1"/>
          </p:cNvSpPr>
          <p:nvPr>
            <p:ph type="body" sz="quarter" idx="10"/>
          </p:nvPr>
        </p:nvSpPr>
        <p:spPr>
          <a:xfrm>
            <a:off x="2167376" y="2419728"/>
            <a:ext cx="12799908" cy="803546"/>
          </a:xfrm>
        </p:spPr>
        <p:txBody>
          <a:bodyPr>
            <a:noAutofit/>
          </a:bodyPr>
          <a:lstStyle/>
          <a:p>
            <a:r>
              <a:rPr lang="en-ID" dirty="0"/>
              <a:t>Session 12</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9B4B44C8-A6ED-A683-33EE-A99E42E2D6DB}"/>
                  </a:ext>
                </a:extLst>
              </p:cNvPr>
              <p:cNvSpPr>
                <a:spLocks noGrp="1"/>
              </p:cNvSpPr>
              <p:nvPr>
                <p:ph sz="quarter" idx="11"/>
              </p:nvPr>
            </p:nvSpPr>
            <p:spPr>
              <a:xfrm>
                <a:off x="2167377" y="3714224"/>
                <a:ext cx="20049246" cy="9138176"/>
              </a:xfrm>
            </p:spPr>
            <p:txBody>
              <a:bodyPr>
                <a:normAutofit fontScale="85000" lnSpcReduction="10000"/>
              </a:bodyPr>
              <a:lstStyle/>
              <a:p>
                <a:pPr algn="just">
                  <a:spcAft>
                    <a:spcPts val="1200"/>
                  </a:spcAft>
                </a:pPr>
                <a:r>
                  <a:rPr lang="en-US" dirty="0">
                    <a:latin typeface="+mn-lt"/>
                  </a:rPr>
                  <a:t>Not just any greedy approach to the activity-selection problem produces a maximum-size set of mutually compatible activities. Give an example to show that the approach of selecting the activity of least duration from among those that are compatible with previously selected activities does not work. Do the same for the approaches of always selecting the compatible activity that overlaps the fewest other remaining activities and always selecting the compatible remaining activity with the earliest start time. </a:t>
                </a:r>
              </a:p>
              <a:p>
                <a:pPr algn="just">
                  <a:spcAft>
                    <a:spcPts val="1200"/>
                  </a:spcAft>
                </a:pPr>
                <a:r>
                  <a:rPr lang="en-US" dirty="0">
                    <a:latin typeface="+mn-lt"/>
                  </a:rPr>
                  <a:t>You are given a set of activities to schedule among a large number of lecture halls, where any activity can take place in any lecture hall. You wish to schedule all the activities using as few lecture halls as possible. Give an efficient greedy algorithm to determine which activity should use which lecture hall. </a:t>
                </a:r>
              </a:p>
              <a:p>
                <a:pPr algn="just">
                  <a:spcAft>
                    <a:spcPts val="1200"/>
                  </a:spcAft>
                </a:pPr>
                <a:r>
                  <a:rPr lang="en-US" dirty="0">
                    <a:latin typeface="+mn-lt"/>
                  </a:rPr>
                  <a:t>Consider a modification to the activity-selection problem in which each activity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𝑖</m:t>
                        </m:r>
                      </m:sub>
                    </m:sSub>
                    <m:r>
                      <a:rPr lang="en-US" i="1">
                        <a:latin typeface="Cambria Math" panose="02040503050406030204" pitchFamily="18" charset="0"/>
                      </a:rPr>
                      <m:t> </m:t>
                    </m:r>
                  </m:oMath>
                </a14:m>
                <a:r>
                  <a:rPr lang="en-US" dirty="0">
                    <a:latin typeface="+mn-lt"/>
                  </a:rPr>
                  <a:t>has, in addition to a start and finish time, a value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𝑖</m:t>
                        </m:r>
                      </m:sub>
                    </m:sSub>
                    <m:r>
                      <a:rPr lang="en-US" i="1">
                        <a:latin typeface="Cambria Math" panose="02040503050406030204" pitchFamily="18" charset="0"/>
                      </a:rPr>
                      <m:t> </m:t>
                    </m:r>
                  </m:oMath>
                </a14:m>
                <a:r>
                  <a:rPr lang="en-US" dirty="0">
                    <a:latin typeface="+mn-lt"/>
                  </a:rPr>
                  <a:t>. The objective is no longer to maximize the number of activities scheduled, but instead to maximize the total value of the activities scheduled. That is, the goal is to choose a set of compatible activities such that </a:t>
                </a:r>
                <a14:m>
                  <m:oMath xmlns:m="http://schemas.openxmlformats.org/officeDocument/2006/math">
                    <m:nary>
                      <m:naryPr>
                        <m:chr m:val="∑"/>
                        <m:supHide m:val="on"/>
                        <m:ctrlPr>
                          <a:rPr lang="en-US" i="1">
                            <a:latin typeface="Cambria Math" panose="02040503050406030204" pitchFamily="18" charset="0"/>
                          </a:rPr>
                        </m:ctrlPr>
                      </m:naryPr>
                      <m:sub>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𝑘</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𝐴</m:t>
                            </m:r>
                          </m:sub>
                        </m:sSub>
                      </m:sub>
                      <m:sup/>
                      <m:e>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𝑘</m:t>
                            </m:r>
                          </m:sub>
                        </m:sSub>
                      </m:e>
                    </m:nary>
                  </m:oMath>
                </a14:m>
                <a:r>
                  <a:rPr lang="en-US" dirty="0">
                    <a:latin typeface="+mn-lt"/>
                  </a:rPr>
                  <a:t> is maximized. Give a polynomial-time algorithm for this problem. </a:t>
                </a:r>
              </a:p>
            </p:txBody>
          </p:sp>
        </mc:Choice>
        <mc:Fallback xmlns="">
          <p:sp>
            <p:nvSpPr>
              <p:cNvPr id="4" name="Content Placeholder 3">
                <a:extLst>
                  <a:ext uri="{FF2B5EF4-FFF2-40B4-BE49-F238E27FC236}">
                    <a16:creationId xmlns:a16="http://schemas.microsoft.com/office/drawing/2014/main" id="{9B4B44C8-A6ED-A683-33EE-A99E42E2D6DB}"/>
                  </a:ext>
                </a:extLst>
              </p:cNvPr>
              <p:cNvSpPr>
                <a:spLocks noGrp="1" noRot="1" noChangeAspect="1" noMove="1" noResize="1" noEditPoints="1" noAdjustHandles="1" noChangeArrowheads="1" noChangeShapeType="1" noTextEdit="1"/>
              </p:cNvSpPr>
              <p:nvPr>
                <p:ph sz="quarter" idx="11"/>
              </p:nvPr>
            </p:nvSpPr>
            <p:spPr>
              <a:xfrm>
                <a:off x="2167377" y="3714224"/>
                <a:ext cx="20049246" cy="9138176"/>
              </a:xfrm>
              <a:blipFill>
                <a:blip r:embed="rId3"/>
                <a:stretch>
                  <a:fillRect l="-1095" t="-1601" r="-1156" b="-534"/>
                </a:stretch>
              </a:blipFill>
            </p:spPr>
            <p:txBody>
              <a:bodyPr/>
              <a:lstStyle/>
              <a:p>
                <a:r>
                  <a:rPr lang="en-ID">
                    <a:noFill/>
                  </a:rPr>
                  <a:t> </a:t>
                </a:r>
              </a:p>
            </p:txBody>
          </p:sp>
        </mc:Fallback>
      </mc:AlternateContent>
    </p:spTree>
    <p:extLst>
      <p:ext uri="{BB962C8B-B14F-4D97-AF65-F5344CB8AC3E}">
        <p14:creationId xmlns:p14="http://schemas.microsoft.com/office/powerpoint/2010/main" val="1538712254"/>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7B5EF-EDE6-A5C1-32F8-99BB891975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A09DF9-DA86-1C2B-B43B-04A7374DDA7A}"/>
              </a:ext>
            </a:extLst>
          </p:cNvPr>
          <p:cNvSpPr>
            <a:spLocks noGrp="1"/>
          </p:cNvSpPr>
          <p:nvPr>
            <p:ph type="title"/>
          </p:nvPr>
        </p:nvSpPr>
        <p:spPr/>
        <p:txBody>
          <a:bodyPr>
            <a:normAutofit fontScale="90000"/>
          </a:bodyPr>
          <a:lstStyle/>
          <a:p>
            <a:r>
              <a:rPr lang="en-ID" dirty="0"/>
              <a:t>Exercises</a:t>
            </a:r>
          </a:p>
        </p:txBody>
      </p:sp>
      <p:sp>
        <p:nvSpPr>
          <p:cNvPr id="3" name="Text Placeholder 2">
            <a:extLst>
              <a:ext uri="{FF2B5EF4-FFF2-40B4-BE49-F238E27FC236}">
                <a16:creationId xmlns:a16="http://schemas.microsoft.com/office/drawing/2014/main" id="{8A7CDDA6-47F0-D21A-1287-73DE12AE70BA}"/>
              </a:ext>
            </a:extLst>
          </p:cNvPr>
          <p:cNvSpPr>
            <a:spLocks noGrp="1"/>
          </p:cNvSpPr>
          <p:nvPr>
            <p:ph type="body" sz="quarter" idx="10"/>
          </p:nvPr>
        </p:nvSpPr>
        <p:spPr>
          <a:xfrm>
            <a:off x="2167376" y="2419728"/>
            <a:ext cx="12799908" cy="803546"/>
          </a:xfrm>
        </p:spPr>
        <p:txBody>
          <a:bodyPr>
            <a:noAutofit/>
          </a:bodyPr>
          <a:lstStyle/>
          <a:p>
            <a:r>
              <a:rPr lang="en-ID" dirty="0"/>
              <a:t>Session 12</a:t>
            </a:r>
          </a:p>
        </p:txBody>
      </p:sp>
      <p:sp>
        <p:nvSpPr>
          <p:cNvPr id="4" name="Content Placeholder 3">
            <a:extLst>
              <a:ext uri="{FF2B5EF4-FFF2-40B4-BE49-F238E27FC236}">
                <a16:creationId xmlns:a16="http://schemas.microsoft.com/office/drawing/2014/main" id="{9B4B44C8-A6ED-A683-33EE-A99E42E2D6DB}"/>
              </a:ext>
            </a:extLst>
          </p:cNvPr>
          <p:cNvSpPr>
            <a:spLocks noGrp="1"/>
          </p:cNvSpPr>
          <p:nvPr>
            <p:ph sz="quarter" idx="11"/>
          </p:nvPr>
        </p:nvSpPr>
        <p:spPr>
          <a:xfrm>
            <a:off x="2167377" y="3714224"/>
            <a:ext cx="20049246" cy="9138176"/>
          </a:xfrm>
        </p:spPr>
        <p:txBody>
          <a:bodyPr>
            <a:normAutofit/>
          </a:bodyPr>
          <a:lstStyle/>
          <a:p>
            <a:pPr algn="just"/>
            <a:r>
              <a:rPr lang="en-US" dirty="0"/>
              <a:t>Create Huffman code to compress:</a:t>
            </a:r>
          </a:p>
          <a:p>
            <a:pPr algn="just">
              <a:buNone/>
            </a:pPr>
            <a:r>
              <a:rPr lang="en-US" dirty="0"/>
              <a:t>   DESIGN AND ANALYSIS OF ALGORITHMS</a:t>
            </a:r>
          </a:p>
          <a:p>
            <a:pPr algn="just"/>
            <a:r>
              <a:rPr lang="en-US" dirty="0"/>
              <a:t>Calculate the bits above and compare it with the traditional fixed-length codes. (Calculate the % savings)</a:t>
            </a:r>
          </a:p>
          <a:p>
            <a:pPr algn="just"/>
            <a:r>
              <a:rPr lang="en-US" dirty="0"/>
              <a:t>For uniform character distribution, the Huffman encoding will be equal to the fixed-length encoding. Why?</a:t>
            </a:r>
          </a:p>
        </p:txBody>
      </p:sp>
    </p:spTree>
    <p:extLst>
      <p:ext uri="{BB962C8B-B14F-4D97-AF65-F5344CB8AC3E}">
        <p14:creationId xmlns:p14="http://schemas.microsoft.com/office/powerpoint/2010/main" val="3371138540"/>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A328C-1B95-C676-8144-17B68BDBF8C0}"/>
              </a:ext>
            </a:extLst>
          </p:cNvPr>
          <p:cNvSpPr>
            <a:spLocks noGrp="1"/>
          </p:cNvSpPr>
          <p:nvPr>
            <p:ph type="title"/>
          </p:nvPr>
        </p:nvSpPr>
        <p:spPr/>
        <p:txBody>
          <a:bodyPr>
            <a:normAutofit fontScale="90000"/>
          </a:bodyPr>
          <a:lstStyle/>
          <a:p>
            <a:r>
              <a:rPr lang="en-ID" dirty="0"/>
              <a:t>References</a:t>
            </a:r>
          </a:p>
        </p:txBody>
      </p:sp>
      <p:sp>
        <p:nvSpPr>
          <p:cNvPr id="3" name="Text Placeholder 2">
            <a:extLst>
              <a:ext uri="{FF2B5EF4-FFF2-40B4-BE49-F238E27FC236}">
                <a16:creationId xmlns:a16="http://schemas.microsoft.com/office/drawing/2014/main" id="{C9FD4B36-DB29-EC9E-2767-9ED5EA04575E}"/>
              </a:ext>
            </a:extLst>
          </p:cNvPr>
          <p:cNvSpPr>
            <a:spLocks noGrp="1"/>
          </p:cNvSpPr>
          <p:nvPr>
            <p:ph type="body" sz="quarter" idx="10"/>
          </p:nvPr>
        </p:nvSpPr>
        <p:spPr/>
        <p:txBody>
          <a:bodyPr/>
          <a:lstStyle/>
          <a:p>
            <a:r>
              <a:rPr lang="en-US" dirty="0"/>
              <a:t>Session 12</a:t>
            </a:r>
          </a:p>
        </p:txBody>
      </p:sp>
      <p:sp>
        <p:nvSpPr>
          <p:cNvPr id="6" name="Content Placeholder 5">
            <a:extLst>
              <a:ext uri="{FF2B5EF4-FFF2-40B4-BE49-F238E27FC236}">
                <a16:creationId xmlns:a16="http://schemas.microsoft.com/office/drawing/2014/main" id="{CFC03F54-B3BC-80AB-98AC-C3ABDC8D86EE}"/>
              </a:ext>
            </a:extLst>
          </p:cNvPr>
          <p:cNvSpPr>
            <a:spLocks noGrp="1"/>
          </p:cNvSpPr>
          <p:nvPr>
            <p:ph sz="quarter" idx="11"/>
          </p:nvPr>
        </p:nvSpPr>
        <p:spPr>
          <a:xfrm>
            <a:off x="2167377" y="3714223"/>
            <a:ext cx="19309300" cy="8680977"/>
          </a:xfrm>
        </p:spPr>
        <p:txBody>
          <a:bodyPr>
            <a:normAutofit/>
          </a:bodyPr>
          <a:lstStyle/>
          <a:p>
            <a:pPr marL="0" indent="0" fontAlgn="base">
              <a:buNone/>
            </a:pPr>
            <a:r>
              <a:rPr lang="en-US" b="1" dirty="0"/>
              <a:t>Primary (Required): </a:t>
            </a:r>
            <a:r>
              <a:rPr lang="en-US" dirty="0" err="1"/>
              <a:t>Cormen</a:t>
            </a:r>
            <a:r>
              <a:rPr lang="en-US" dirty="0"/>
              <a:t>, T.H., </a:t>
            </a:r>
            <a:r>
              <a:rPr lang="en-US" dirty="0" err="1"/>
              <a:t>Leiserson</a:t>
            </a:r>
            <a:r>
              <a:rPr lang="en-US" dirty="0"/>
              <a:t>, C.E., Rivest, R.L., &amp; Stein, C.(2022). Introduction to Algorithms, 4th Edition. MIT Press.​</a:t>
            </a:r>
          </a:p>
          <a:p>
            <a:pPr lvl="0" fontAlgn="base"/>
            <a:r>
              <a:rPr lang="en-US" dirty="0"/>
              <a:t>Ch. 15.1 — An Activity-Selection Problem (p. 418)​</a:t>
            </a:r>
          </a:p>
          <a:p>
            <a:pPr lvl="0" fontAlgn="base"/>
            <a:r>
              <a:rPr lang="en-US" dirty="0"/>
              <a:t>Ch. 15.2 — Elements of the Greedy Strategy (p. 426)​</a:t>
            </a:r>
          </a:p>
          <a:p>
            <a:pPr lvl="0" fontAlgn="base"/>
            <a:r>
              <a:rPr lang="en-US" dirty="0"/>
              <a:t>Ch. 15.3 — Huffman Codes (p. 431)​</a:t>
            </a:r>
          </a:p>
          <a:p>
            <a:pPr marL="0" indent="0" fontAlgn="base">
              <a:buNone/>
            </a:pPr>
            <a:r>
              <a:rPr lang="en-US" b="1" dirty="0"/>
              <a:t>Secondary (Required): </a:t>
            </a:r>
            <a:r>
              <a:rPr lang="en-US" dirty="0" err="1"/>
              <a:t>Skiena</a:t>
            </a:r>
            <a:r>
              <a:rPr lang="en-US" dirty="0"/>
              <a:t>, S.S. (2020). The Algorithm Design Manual, 3rdEdition. Springer.​</a:t>
            </a:r>
          </a:p>
          <a:p>
            <a:pPr lvl="0" fontAlgn="base"/>
            <a:r>
              <a:rPr lang="en-US" dirty="0"/>
              <a:t>Ch. 21.5 — Text Compression — Huffman Codes (p. 693) (Activity-</a:t>
            </a:r>
            <a:r>
              <a:rPr lang="en-US" dirty="0" err="1"/>
              <a:t>selectionnot</a:t>
            </a:r>
            <a:r>
              <a:rPr lang="en-US" dirty="0"/>
              <a:t> in </a:t>
            </a:r>
            <a:r>
              <a:rPr lang="en-US" dirty="0" err="1"/>
              <a:t>Skiena</a:t>
            </a:r>
            <a:r>
              <a:rPr lang="en-US" dirty="0"/>
              <a:t>; CLRS Ch. 15.1 is the primary reference.)​</a:t>
            </a:r>
          </a:p>
        </p:txBody>
      </p:sp>
    </p:spTree>
    <p:extLst>
      <p:ext uri="{BB962C8B-B14F-4D97-AF65-F5344CB8AC3E}">
        <p14:creationId xmlns:p14="http://schemas.microsoft.com/office/powerpoint/2010/main" val="3774771954"/>
      </p:ext>
    </p:extLst>
  </p:cSld>
  <p:clrMapOvr>
    <a:masterClrMapping/>
  </p:clrMapOvr>
  <p:transition spd="med"/>
</p:sld>
</file>

<file path=ppt/tags/tag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Custom 1">
      <a:majorFont>
        <a:latin typeface="Open Sans"/>
        <a:ea typeface=""/>
        <a:cs typeface=""/>
      </a:majorFont>
      <a:minorFont>
        <a:latin typeface="Open Sans"/>
        <a:ea typeface=""/>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BINUS Learning Object Slide Template 2023  -  Read-Only" id="{0B9ADDDE-C7FD-42D8-83B7-6621693F3C5D}" vid="{472DF894-1FEC-4319-A5F3-1F8BDBEC1F3D}"/>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21_BasicWhite</Template>
  <TotalTime>5177</TotalTime>
  <Words>2710</Words>
  <Application>Microsoft Office PowerPoint</Application>
  <PresentationFormat>Custom</PresentationFormat>
  <Paragraphs>236</Paragraphs>
  <Slides>38</Slides>
  <Notes>36</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38</vt:i4>
      </vt:variant>
    </vt:vector>
  </HeadingPairs>
  <TitlesOfParts>
    <vt:vector size="50" baseType="lpstr">
      <vt:lpstr>Cambria Math</vt:lpstr>
      <vt:lpstr>Open Sans ExtraBold</vt:lpstr>
      <vt:lpstr>Open Sans Semibold</vt:lpstr>
      <vt:lpstr>Open Sans</vt:lpstr>
      <vt:lpstr>Wingdings</vt:lpstr>
      <vt:lpstr>Arial</vt:lpstr>
      <vt:lpstr>Tahoma</vt:lpstr>
      <vt:lpstr>Open Sans Light</vt:lpstr>
      <vt:lpstr>OCRB</vt:lpstr>
      <vt:lpstr>Avenir Book</vt:lpstr>
      <vt:lpstr>Avenir Black</vt:lpstr>
      <vt:lpstr>21_BasicWhite</vt:lpstr>
      <vt:lpstr>Greedy methods: Activity selection problem</vt:lpstr>
      <vt:lpstr>Outline materials</vt:lpstr>
      <vt:lpstr>Learning Outcomes</vt:lpstr>
      <vt:lpstr>Activity selection problem</vt:lpstr>
      <vt:lpstr>Activity selection problem</vt:lpstr>
      <vt:lpstr>Activity selection problem</vt:lpstr>
      <vt:lpstr>Activity selection problem</vt:lpstr>
      <vt:lpstr>Recursive greedy algorithm</vt:lpstr>
      <vt:lpstr>Recursive greedy algorithm</vt:lpstr>
      <vt:lpstr>Recursive greedy algorithm</vt:lpstr>
      <vt:lpstr>Recursive greedy algorithm</vt:lpstr>
      <vt:lpstr>Recursive greedy algorithm</vt:lpstr>
      <vt:lpstr>iterative greedy algorithm</vt:lpstr>
      <vt:lpstr>iterative greedy algorithm</vt:lpstr>
      <vt:lpstr>iterative greedy algorithm</vt:lpstr>
      <vt:lpstr>Elements of greedy strategy</vt:lpstr>
      <vt:lpstr>Elements of greedy strategy</vt:lpstr>
      <vt:lpstr>Elements of greedy strategy</vt:lpstr>
      <vt:lpstr>Elements of greedy strategy</vt:lpstr>
      <vt:lpstr>Elements of greedy strategy</vt:lpstr>
      <vt:lpstr>Exchange argument proof</vt:lpstr>
      <vt:lpstr>Exchange argument proof</vt:lpstr>
      <vt:lpstr>Concept of compression technique</vt:lpstr>
      <vt:lpstr>Concept of compression technique</vt:lpstr>
      <vt:lpstr>Concept of compression technique</vt:lpstr>
      <vt:lpstr>Concept of compression technique</vt:lpstr>
      <vt:lpstr>Introduction to Huffman code </vt:lpstr>
      <vt:lpstr>Introduction to Huffman code </vt:lpstr>
      <vt:lpstr>Introduction to Huffman code </vt:lpstr>
      <vt:lpstr>Introduction to Huffman code </vt:lpstr>
      <vt:lpstr>Creating a Huffman tree</vt:lpstr>
      <vt:lpstr>Creating a Huffman tree</vt:lpstr>
      <vt:lpstr>Creating a Huffman tree</vt:lpstr>
      <vt:lpstr>Creating Huffman Code table based on Huffman tree </vt:lpstr>
      <vt:lpstr>Creating Huffman Code table based on Huffman tree </vt:lpstr>
      <vt:lpstr>Exercises</vt:lpstr>
      <vt:lpstr>Exercises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HENRY LUCKY</dc:creator>
  <cp:lastModifiedBy>Nikita Ananda Putri Masaling</cp:lastModifiedBy>
  <cp:revision>82</cp:revision>
  <dcterms:created xsi:type="dcterms:W3CDTF">2023-11-17T02:51:40Z</dcterms:created>
  <dcterms:modified xsi:type="dcterms:W3CDTF">2026-09-03T04:08:57Z</dcterms:modified>
</cp:coreProperties>
</file>