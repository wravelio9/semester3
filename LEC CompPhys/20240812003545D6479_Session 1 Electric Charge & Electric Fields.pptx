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38"/>
  </p:notesMasterIdLst>
  <p:sldIdLst>
    <p:sldId id="480" r:id="rId6"/>
    <p:sldId id="291" r:id="rId7"/>
    <p:sldId id="292" r:id="rId8"/>
    <p:sldId id="293" r:id="rId9"/>
    <p:sldId id="267" r:id="rId10"/>
    <p:sldId id="283" r:id="rId11"/>
    <p:sldId id="257" r:id="rId12"/>
    <p:sldId id="269" r:id="rId13"/>
    <p:sldId id="285" r:id="rId14"/>
    <p:sldId id="270" r:id="rId15"/>
    <p:sldId id="297" r:id="rId16"/>
    <p:sldId id="260" r:id="rId17"/>
    <p:sldId id="298" r:id="rId18"/>
    <p:sldId id="268" r:id="rId19"/>
    <p:sldId id="306" r:id="rId20"/>
    <p:sldId id="266" r:id="rId21"/>
    <p:sldId id="307" r:id="rId22"/>
    <p:sldId id="288" r:id="rId23"/>
    <p:sldId id="308" r:id="rId24"/>
    <p:sldId id="272" r:id="rId25"/>
    <p:sldId id="273" r:id="rId26"/>
    <p:sldId id="309" r:id="rId27"/>
    <p:sldId id="310" r:id="rId28"/>
    <p:sldId id="313" r:id="rId29"/>
    <p:sldId id="314" r:id="rId30"/>
    <p:sldId id="315" r:id="rId31"/>
    <p:sldId id="287" r:id="rId32"/>
    <p:sldId id="317" r:id="rId33"/>
    <p:sldId id="319" r:id="rId34"/>
    <p:sldId id="320" r:id="rId35"/>
    <p:sldId id="296" r:id="rId36"/>
    <p:sldId id="294" r:id="rId37"/>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480"/>
          </p14:sldIdLst>
        </p14:section>
        <p14:section name="COURSE CONTENT" id="{F4927CBE-FA17-46D1-BAAE-887D0AF2CCBF}">
          <p14:sldIdLst>
            <p14:sldId id="291"/>
            <p14:sldId id="292"/>
            <p14:sldId id="293"/>
            <p14:sldId id="267"/>
            <p14:sldId id="283"/>
            <p14:sldId id="257"/>
            <p14:sldId id="269"/>
            <p14:sldId id="285"/>
            <p14:sldId id="270"/>
            <p14:sldId id="297"/>
            <p14:sldId id="260"/>
            <p14:sldId id="298"/>
            <p14:sldId id="268"/>
            <p14:sldId id="306"/>
            <p14:sldId id="266"/>
            <p14:sldId id="307"/>
            <p14:sldId id="288"/>
            <p14:sldId id="308"/>
            <p14:sldId id="272"/>
            <p14:sldId id="273"/>
            <p14:sldId id="309"/>
            <p14:sldId id="310"/>
            <p14:sldId id="313"/>
            <p14:sldId id="314"/>
            <p14:sldId id="315"/>
            <p14:sldId id="287"/>
            <p14:sldId id="317"/>
            <p14:sldId id="319"/>
            <p14:sldId id="320"/>
            <p14:sldId id="296"/>
          </p14:sldIdLst>
        </p14:section>
        <p14:section name="REFERENCE" id="{82098E28-DACF-4424-86A1-E861B2DCC6FF}">
          <p14:sldIdLst>
            <p14:sldId id="29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a:srgbClr val="008FD5"/>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947FDB-F1D1-45D4-BFC6-366D0C9255ED}" v="6" dt="2024-07-31T03:51:37.8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4" d="100"/>
          <a:sy n="94" d="100"/>
        </p:scale>
        <p:origin x="1138" y="9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userId="f46cf8bb-4ec7-4653-94a9-ff26fa22481f" providerId="ADAL" clId="{5AE118AB-B146-49B3-B9DC-73F08CFE4AE4}"/>
    <pc:docChg chg="custSel addSld modSld sldOrd">
      <pc:chgData name="Fabian" userId="f46cf8bb-4ec7-4653-94a9-ff26fa22481f" providerId="ADAL" clId="{5AE118AB-B146-49B3-B9DC-73F08CFE4AE4}" dt="2023-04-24T16:51:24.703" v="65" actId="20577"/>
      <pc:docMkLst>
        <pc:docMk/>
      </pc:docMkLst>
      <pc:sldChg chg="modSp">
        <pc:chgData name="Fabian" userId="f46cf8bb-4ec7-4653-94a9-ff26fa22481f" providerId="ADAL" clId="{5AE118AB-B146-49B3-B9DC-73F08CFE4AE4}" dt="2023-04-24T16:51:24.703" v="65" actId="20577"/>
        <pc:sldMkLst>
          <pc:docMk/>
          <pc:sldMk cId="4204421142" sldId="256"/>
        </pc:sldMkLst>
        <pc:spChg chg="mod">
          <ac:chgData name="Fabian" userId="f46cf8bb-4ec7-4653-94a9-ff26fa22481f" providerId="ADAL" clId="{5AE118AB-B146-49B3-B9DC-73F08CFE4AE4}" dt="2023-04-24T16:51:24.703" v="65" actId="20577"/>
          <ac:spMkLst>
            <pc:docMk/>
            <pc:sldMk cId="4204421142" sldId="256"/>
            <ac:spMk id="4" creationId="{00000000-0000-0000-0000-000000000000}"/>
          </ac:spMkLst>
        </pc:spChg>
      </pc:sldChg>
      <pc:sldChg chg="modSp">
        <pc:chgData name="Fabian" userId="f46cf8bb-4ec7-4653-94a9-ff26fa22481f" providerId="ADAL" clId="{5AE118AB-B146-49B3-B9DC-73F08CFE4AE4}" dt="2023-04-24T16:51:13.926" v="63" actId="14100"/>
        <pc:sldMkLst>
          <pc:docMk/>
          <pc:sldMk cId="0" sldId="294"/>
        </pc:sldMkLst>
        <pc:picChg chg="mod">
          <ac:chgData name="Fabian" userId="f46cf8bb-4ec7-4653-94a9-ff26fa22481f" providerId="ADAL" clId="{5AE118AB-B146-49B3-B9DC-73F08CFE4AE4}" dt="2023-04-24T16:51:13.926" v="63" actId="14100"/>
          <ac:picMkLst>
            <pc:docMk/>
            <pc:sldMk cId="0" sldId="294"/>
            <ac:picMk id="5124" creationId="{CA4E1806-F1EF-4C39-BD00-5AC39CAE5744}"/>
          </ac:picMkLst>
        </pc:picChg>
      </pc:sldChg>
      <pc:sldChg chg="modSp">
        <pc:chgData name="Fabian" userId="f46cf8bb-4ec7-4653-94a9-ff26fa22481f" providerId="ADAL" clId="{5AE118AB-B146-49B3-B9DC-73F08CFE4AE4}" dt="2023-04-24T16:50:46.017" v="62" actId="20577"/>
        <pc:sldMkLst>
          <pc:docMk/>
          <pc:sldMk cId="0" sldId="296"/>
        </pc:sldMkLst>
        <pc:spChg chg="mod">
          <ac:chgData name="Fabian" userId="f46cf8bb-4ec7-4653-94a9-ff26fa22481f" providerId="ADAL" clId="{5AE118AB-B146-49B3-B9DC-73F08CFE4AE4}" dt="2023-04-24T16:50:46.017" v="62" actId="20577"/>
          <ac:spMkLst>
            <pc:docMk/>
            <pc:sldMk cId="0" sldId="296"/>
            <ac:spMk id="2" creationId="{BDA1D42F-D06D-4CDB-8A95-A069D2EC6309}"/>
          </ac:spMkLst>
        </pc:spChg>
      </pc:sldChg>
      <pc:sldChg chg="addSp delSp">
        <pc:chgData name="Fabian" userId="f46cf8bb-4ec7-4653-94a9-ff26fa22481f" providerId="ADAL" clId="{5AE118AB-B146-49B3-B9DC-73F08CFE4AE4}" dt="2023-04-24T16:22:26.648" v="3"/>
        <pc:sldMkLst>
          <pc:docMk/>
          <pc:sldMk cId="0" sldId="313"/>
        </pc:sldMkLst>
        <pc:spChg chg="add del">
          <ac:chgData name="Fabian" userId="f46cf8bb-4ec7-4653-94a9-ff26fa22481f" providerId="ADAL" clId="{5AE118AB-B146-49B3-B9DC-73F08CFE4AE4}" dt="2023-04-24T16:22:26.648" v="3"/>
          <ac:spMkLst>
            <pc:docMk/>
            <pc:sldMk cId="0" sldId="313"/>
            <ac:spMk id="2" creationId="{47398B35-179F-446B-AC71-981D861C8654}"/>
          </ac:spMkLst>
        </pc:spChg>
      </pc:sldChg>
      <pc:sldChg chg="addSp delSp">
        <pc:chgData name="Fabian" userId="f46cf8bb-4ec7-4653-94a9-ff26fa22481f" providerId="ADAL" clId="{5AE118AB-B146-49B3-B9DC-73F08CFE4AE4}" dt="2023-04-24T16:22:22.914" v="1"/>
        <pc:sldMkLst>
          <pc:docMk/>
          <pc:sldMk cId="0" sldId="314"/>
        </pc:sldMkLst>
        <pc:spChg chg="add del">
          <ac:chgData name="Fabian" userId="f46cf8bb-4ec7-4653-94a9-ff26fa22481f" providerId="ADAL" clId="{5AE118AB-B146-49B3-B9DC-73F08CFE4AE4}" dt="2023-04-24T16:22:22.914" v="1"/>
          <ac:spMkLst>
            <pc:docMk/>
            <pc:sldMk cId="0" sldId="314"/>
            <ac:spMk id="3" creationId="{B59F1905-FB5A-4AB6-BD07-D011349BBBC0}"/>
          </ac:spMkLst>
        </pc:spChg>
      </pc:sldChg>
      <pc:sldChg chg="addSp delSp modSp add ord">
        <pc:chgData name="Fabian" userId="f46cf8bb-4ec7-4653-94a9-ff26fa22481f" providerId="ADAL" clId="{5AE118AB-B146-49B3-B9DC-73F08CFE4AE4}" dt="2023-04-24T16:48:30.535" v="37" actId="1076"/>
        <pc:sldMkLst>
          <pc:docMk/>
          <pc:sldMk cId="0" sldId="315"/>
        </pc:sldMkLst>
        <pc:spChg chg="add mod">
          <ac:chgData name="Fabian" userId="f46cf8bb-4ec7-4653-94a9-ff26fa22481f" providerId="ADAL" clId="{5AE118AB-B146-49B3-B9DC-73F08CFE4AE4}" dt="2023-04-24T16:48:27.137" v="35" actId="1076"/>
          <ac:spMkLst>
            <pc:docMk/>
            <pc:sldMk cId="0" sldId="315"/>
            <ac:spMk id="2" creationId="{6D2BCC44-AA4D-4E01-90CC-1F3C3DEAE1F7}"/>
          </ac:spMkLst>
        </pc:spChg>
        <pc:spChg chg="add mod">
          <ac:chgData name="Fabian" userId="f46cf8bb-4ec7-4653-94a9-ff26fa22481f" providerId="ADAL" clId="{5AE118AB-B146-49B3-B9DC-73F08CFE4AE4}" dt="2023-04-24T16:23:39.404" v="17" actId="20577"/>
          <ac:spMkLst>
            <pc:docMk/>
            <pc:sldMk cId="0" sldId="315"/>
            <ac:spMk id="9" creationId="{4A8086DE-3ECF-4C66-900F-DC69CA30AC62}"/>
          </ac:spMkLst>
        </pc:spChg>
        <pc:spChg chg="del mod">
          <ac:chgData name="Fabian" userId="f46cf8bb-4ec7-4653-94a9-ff26fa22481f" providerId="ADAL" clId="{5AE118AB-B146-49B3-B9DC-73F08CFE4AE4}" dt="2023-04-24T16:23:34.563" v="11" actId="478"/>
          <ac:spMkLst>
            <pc:docMk/>
            <pc:sldMk cId="0" sldId="315"/>
            <ac:spMk id="8194" creationId="{F6E1984F-9935-46B3-993C-DC73D1369847}"/>
          </ac:spMkLst>
        </pc:spChg>
        <pc:spChg chg="mod">
          <ac:chgData name="Fabian" userId="f46cf8bb-4ec7-4653-94a9-ff26fa22481f" providerId="ADAL" clId="{5AE118AB-B146-49B3-B9DC-73F08CFE4AE4}" dt="2023-04-24T16:40:43.990" v="29" actId="14100"/>
          <ac:spMkLst>
            <pc:docMk/>
            <pc:sldMk cId="0" sldId="315"/>
            <ac:spMk id="8196" creationId="{98608D85-F6F4-4F7B-BFE3-0578BCC84A90}"/>
          </ac:spMkLst>
        </pc:spChg>
        <pc:picChg chg="mod">
          <ac:chgData name="Fabian" userId="f46cf8bb-4ec7-4653-94a9-ff26fa22481f" providerId="ADAL" clId="{5AE118AB-B146-49B3-B9DC-73F08CFE4AE4}" dt="2023-04-24T16:48:30.535" v="37" actId="1076"/>
          <ac:picMkLst>
            <pc:docMk/>
            <pc:sldMk cId="0" sldId="315"/>
            <ac:picMk id="8195" creationId="{414CDA67-3D87-4B3B-998F-F7F19D11E91B}"/>
          </ac:picMkLst>
        </pc:picChg>
        <pc:picChg chg="mod">
          <ac:chgData name="Fabian" userId="f46cf8bb-4ec7-4653-94a9-ff26fa22481f" providerId="ADAL" clId="{5AE118AB-B146-49B3-B9DC-73F08CFE4AE4}" dt="2023-04-24T16:40:46.479" v="30" actId="1076"/>
          <ac:picMkLst>
            <pc:docMk/>
            <pc:sldMk cId="0" sldId="315"/>
            <ac:picMk id="8200" creationId="{5E8AC8DF-DED8-498A-8712-24721B69C2F0}"/>
          </ac:picMkLst>
        </pc:picChg>
      </pc:sldChg>
      <pc:sldChg chg="addSp delSp modSp add">
        <pc:chgData name="Fabian" userId="f46cf8bb-4ec7-4653-94a9-ff26fa22481f" providerId="ADAL" clId="{5AE118AB-B146-49B3-B9DC-73F08CFE4AE4}" dt="2023-04-24T16:49:40.140" v="61" actId="1076"/>
        <pc:sldMkLst>
          <pc:docMk/>
          <pc:sldMk cId="0" sldId="317"/>
        </pc:sldMkLst>
        <pc:spChg chg="add">
          <ac:chgData name="Fabian" userId="f46cf8bb-4ec7-4653-94a9-ff26fa22481f" providerId="ADAL" clId="{5AE118AB-B146-49B3-B9DC-73F08CFE4AE4}" dt="2023-04-24T16:49:10.001" v="47"/>
          <ac:spMkLst>
            <pc:docMk/>
            <pc:sldMk cId="0" sldId="317"/>
            <ac:spMk id="6" creationId="{83B57342-5048-4E88-85C9-4B836318EC8F}"/>
          </ac:spMkLst>
        </pc:spChg>
        <pc:spChg chg="mod">
          <ac:chgData name="Fabian" userId="f46cf8bb-4ec7-4653-94a9-ff26fa22481f" providerId="ADAL" clId="{5AE118AB-B146-49B3-B9DC-73F08CFE4AE4}" dt="2023-04-24T16:49:37.236" v="60" actId="1076"/>
          <ac:spMkLst>
            <pc:docMk/>
            <pc:sldMk cId="0" sldId="317"/>
            <ac:spMk id="10243" creationId="{0397F34F-1CC3-464C-B0C4-0AE6F1D200DA}"/>
          </ac:spMkLst>
        </pc:spChg>
        <pc:spChg chg="mod">
          <ac:chgData name="Fabian" userId="f46cf8bb-4ec7-4653-94a9-ff26fa22481f" providerId="ADAL" clId="{5AE118AB-B146-49B3-B9DC-73F08CFE4AE4}" dt="2023-04-24T16:49:40.140" v="61" actId="1076"/>
          <ac:spMkLst>
            <pc:docMk/>
            <pc:sldMk cId="0" sldId="317"/>
            <ac:spMk id="10244" creationId="{6A4DE10F-68AC-4120-A979-342D352C6EDA}"/>
          </ac:spMkLst>
        </pc:spChg>
        <pc:spChg chg="del">
          <ac:chgData name="Fabian" userId="f46cf8bb-4ec7-4653-94a9-ff26fa22481f" providerId="ADAL" clId="{5AE118AB-B146-49B3-B9DC-73F08CFE4AE4}" dt="2023-04-24T16:49:09.602" v="46" actId="478"/>
          <ac:spMkLst>
            <pc:docMk/>
            <pc:sldMk cId="0" sldId="317"/>
            <ac:spMk id="10245" creationId="{87B4BA95-1BE7-4C4A-AE71-F47B191102DD}"/>
          </ac:spMkLst>
        </pc:spChg>
        <pc:picChg chg="mod">
          <ac:chgData name="Fabian" userId="f46cf8bb-4ec7-4653-94a9-ff26fa22481f" providerId="ADAL" clId="{5AE118AB-B146-49B3-B9DC-73F08CFE4AE4}" dt="2023-04-24T16:49:34.286" v="59" actId="14100"/>
          <ac:picMkLst>
            <pc:docMk/>
            <pc:sldMk cId="0" sldId="317"/>
            <ac:picMk id="10242" creationId="{2164A11D-F3AA-446E-90CD-187C92FE816A}"/>
          </ac:picMkLst>
        </pc:picChg>
      </pc:sldChg>
    </pc:docChg>
  </pc:docChgLst>
  <pc:docChgLst>
    <pc:chgData name="Fabian Surya Pramudya" userId="f46cf8bb-4ec7-4653-94a9-ff26fa22481f" providerId="ADAL" clId="{D64463A0-AB91-4003-9415-29593E5E9C5A}"/>
    <pc:docChg chg="undo addSld modSld sldOrd">
      <pc:chgData name="Fabian Surya Pramudya" userId="f46cf8bb-4ec7-4653-94a9-ff26fa22481f" providerId="ADAL" clId="{D64463A0-AB91-4003-9415-29593E5E9C5A}" dt="2022-09-27T01:24:44.150" v="59" actId="1076"/>
      <pc:docMkLst>
        <pc:docMk/>
      </pc:docMkLst>
      <pc:sldChg chg="modSp add">
        <pc:chgData name="Fabian Surya Pramudya" userId="f46cf8bb-4ec7-4653-94a9-ff26fa22481f" providerId="ADAL" clId="{D64463A0-AB91-4003-9415-29593E5E9C5A}" dt="2022-09-27T01:22:50.916" v="22" actId="1076"/>
        <pc:sldMkLst>
          <pc:docMk/>
          <pc:sldMk cId="0" sldId="287"/>
        </pc:sldMkLst>
        <pc:spChg chg="mod">
          <ac:chgData name="Fabian Surya Pramudya" userId="f46cf8bb-4ec7-4653-94a9-ff26fa22481f" providerId="ADAL" clId="{D64463A0-AB91-4003-9415-29593E5E9C5A}" dt="2022-09-27T01:22:38.026" v="18" actId="1076"/>
          <ac:spMkLst>
            <pc:docMk/>
            <pc:sldMk cId="0" sldId="287"/>
            <ac:spMk id="11268" creationId="{678F0869-5A57-4245-95E8-FCF5407C3843}"/>
          </ac:spMkLst>
        </pc:spChg>
        <pc:picChg chg="mod">
          <ac:chgData name="Fabian Surya Pramudya" userId="f46cf8bb-4ec7-4653-94a9-ff26fa22481f" providerId="ADAL" clId="{D64463A0-AB91-4003-9415-29593E5E9C5A}" dt="2022-09-27T01:22:50.916" v="22" actId="1076"/>
          <ac:picMkLst>
            <pc:docMk/>
            <pc:sldMk cId="0" sldId="287"/>
            <ac:picMk id="4" creationId="{47889D5A-1BBB-403D-BC2D-5BE4AF93044C}"/>
          </ac:picMkLst>
        </pc:picChg>
        <pc:picChg chg="mod">
          <ac:chgData name="Fabian Surya Pramudya" userId="f46cf8bb-4ec7-4653-94a9-ff26fa22481f" providerId="ADAL" clId="{D64463A0-AB91-4003-9415-29593E5E9C5A}" dt="2022-09-27T01:22:41.174" v="19" actId="1076"/>
          <ac:picMkLst>
            <pc:docMk/>
            <pc:sldMk cId="0" sldId="287"/>
            <ac:picMk id="11272" creationId="{56CC77A7-3ECE-49FC-8CE2-E377F8AAD59A}"/>
          </ac:picMkLst>
        </pc:picChg>
      </pc:sldChg>
      <pc:sldChg chg="add ord">
        <pc:chgData name="Fabian Surya Pramudya" userId="f46cf8bb-4ec7-4653-94a9-ff26fa22481f" providerId="ADAL" clId="{D64463A0-AB91-4003-9415-29593E5E9C5A}" dt="2022-09-27T01:16:04.776" v="2"/>
        <pc:sldMkLst>
          <pc:docMk/>
          <pc:sldMk cId="0" sldId="313"/>
        </pc:sldMkLst>
      </pc:sldChg>
      <pc:sldChg chg="modSp add ord">
        <pc:chgData name="Fabian Surya Pramudya" userId="f46cf8bb-4ec7-4653-94a9-ff26fa22481f" providerId="ADAL" clId="{D64463A0-AB91-4003-9415-29593E5E9C5A}" dt="2022-09-27T01:22:14.266" v="8" actId="14100"/>
        <pc:sldMkLst>
          <pc:docMk/>
          <pc:sldMk cId="0" sldId="314"/>
        </pc:sldMkLst>
        <pc:spChg chg="mod">
          <ac:chgData name="Fabian Surya Pramudya" userId="f46cf8bb-4ec7-4653-94a9-ff26fa22481f" providerId="ADAL" clId="{D64463A0-AB91-4003-9415-29593E5E9C5A}" dt="2022-09-27T01:22:10.532" v="7" actId="14100"/>
          <ac:spMkLst>
            <pc:docMk/>
            <pc:sldMk cId="0" sldId="314"/>
            <ac:spMk id="7172" creationId="{3516A9F5-0A9A-4367-9E6B-017FA68D264A}"/>
          </ac:spMkLst>
        </pc:spChg>
        <pc:spChg chg="mod">
          <ac:chgData name="Fabian Surya Pramudya" userId="f46cf8bb-4ec7-4653-94a9-ff26fa22481f" providerId="ADAL" clId="{D64463A0-AB91-4003-9415-29593E5E9C5A}" dt="2022-09-27T01:22:14.266" v="8" actId="14100"/>
          <ac:spMkLst>
            <pc:docMk/>
            <pc:sldMk cId="0" sldId="314"/>
            <ac:spMk id="7174" creationId="{B19E8113-907A-44F8-A756-C239B76FF010}"/>
          </ac:spMkLst>
        </pc:spChg>
        <pc:picChg chg="mod">
          <ac:chgData name="Fabian Surya Pramudya" userId="f46cf8bb-4ec7-4653-94a9-ff26fa22481f" providerId="ADAL" clId="{D64463A0-AB91-4003-9415-29593E5E9C5A}" dt="2022-09-27T01:22:02.457" v="5" actId="1076"/>
          <ac:picMkLst>
            <pc:docMk/>
            <pc:sldMk cId="0" sldId="314"/>
            <ac:picMk id="7173" creationId="{219D5FE2-77F7-403C-BFFC-51900F10CA17}"/>
          </ac:picMkLst>
        </pc:picChg>
      </pc:sldChg>
      <pc:sldChg chg="modSp add">
        <pc:chgData name="Fabian Surya Pramudya" userId="f46cf8bb-4ec7-4653-94a9-ff26fa22481f" providerId="ADAL" clId="{D64463A0-AB91-4003-9415-29593E5E9C5A}" dt="2022-09-27T01:24:07.369" v="46" actId="14100"/>
        <pc:sldMkLst>
          <pc:docMk/>
          <pc:sldMk cId="0" sldId="319"/>
        </pc:sldMkLst>
        <pc:spChg chg="mod">
          <ac:chgData name="Fabian Surya Pramudya" userId="f46cf8bb-4ec7-4653-94a9-ff26fa22481f" providerId="ADAL" clId="{D64463A0-AB91-4003-9415-29593E5E9C5A}" dt="2022-09-27T01:22:58.522" v="24" actId="113"/>
          <ac:spMkLst>
            <pc:docMk/>
            <pc:sldMk cId="0" sldId="319"/>
            <ac:spMk id="13315" creationId="{54608326-8834-4044-A8B5-916CF8C7847E}"/>
          </ac:spMkLst>
        </pc:spChg>
        <pc:spChg chg="mod">
          <ac:chgData name="Fabian Surya Pramudya" userId="f46cf8bb-4ec7-4653-94a9-ff26fa22481f" providerId="ADAL" clId="{D64463A0-AB91-4003-9415-29593E5E9C5A}" dt="2022-09-27T01:23:26.144" v="34" actId="20577"/>
          <ac:spMkLst>
            <pc:docMk/>
            <pc:sldMk cId="0" sldId="319"/>
            <ac:spMk id="13319" creationId="{49D53010-C707-4C55-9304-072DAAA0197E}"/>
          </ac:spMkLst>
        </pc:spChg>
        <pc:spChg chg="mod">
          <ac:chgData name="Fabian Surya Pramudya" userId="f46cf8bb-4ec7-4653-94a9-ff26fa22481f" providerId="ADAL" clId="{D64463A0-AB91-4003-9415-29593E5E9C5A}" dt="2022-09-27T01:23:06.379" v="27" actId="113"/>
          <ac:spMkLst>
            <pc:docMk/>
            <pc:sldMk cId="0" sldId="319"/>
            <ac:spMk id="13322" creationId="{0D6EC5F4-277B-4A36-A070-B3EE0D545BB0}"/>
          </ac:spMkLst>
        </pc:spChg>
        <pc:grpChg chg="mod">
          <ac:chgData name="Fabian Surya Pramudya" userId="f46cf8bb-4ec7-4653-94a9-ff26fa22481f" providerId="ADAL" clId="{D64463A0-AB91-4003-9415-29593E5E9C5A}" dt="2022-09-27T01:24:07.369" v="46" actId="14100"/>
          <ac:grpSpMkLst>
            <pc:docMk/>
            <pc:sldMk cId="0" sldId="319"/>
            <ac:grpSpMk id="13316" creationId="{07833D49-43A6-45F6-9703-9ABEA23997CE}"/>
          </ac:grpSpMkLst>
        </pc:grpChg>
      </pc:sldChg>
      <pc:sldChg chg="modSp add">
        <pc:chgData name="Fabian Surya Pramudya" userId="f46cf8bb-4ec7-4653-94a9-ff26fa22481f" providerId="ADAL" clId="{D64463A0-AB91-4003-9415-29593E5E9C5A}" dt="2022-09-27T01:24:44.150" v="59" actId="1076"/>
        <pc:sldMkLst>
          <pc:docMk/>
          <pc:sldMk cId="0" sldId="320"/>
        </pc:sldMkLst>
        <pc:spChg chg="mod">
          <ac:chgData name="Fabian Surya Pramudya" userId="f46cf8bb-4ec7-4653-94a9-ff26fa22481f" providerId="ADAL" clId="{D64463A0-AB91-4003-9415-29593E5E9C5A}" dt="2022-09-27T01:24:44.150" v="59" actId="1076"/>
          <ac:spMkLst>
            <pc:docMk/>
            <pc:sldMk cId="0" sldId="320"/>
            <ac:spMk id="2" creationId="{1C84558D-405E-44E4-BED6-B9EC568C6E98}"/>
          </ac:spMkLst>
        </pc:spChg>
        <pc:spChg chg="mod">
          <ac:chgData name="Fabian Surya Pramudya" userId="f46cf8bb-4ec7-4653-94a9-ff26fa22481f" providerId="ADAL" clId="{D64463A0-AB91-4003-9415-29593E5E9C5A}" dt="2022-09-27T01:24:41.196" v="58" actId="1076"/>
          <ac:spMkLst>
            <pc:docMk/>
            <pc:sldMk cId="0" sldId="320"/>
            <ac:spMk id="14343" creationId="{35F0E513-0262-4C5E-8B02-6866D0C306AE}"/>
          </ac:spMkLst>
        </pc:spChg>
        <pc:picChg chg="mod">
          <ac:chgData name="Fabian Surya Pramudya" userId="f46cf8bb-4ec7-4653-94a9-ff26fa22481f" providerId="ADAL" clId="{D64463A0-AB91-4003-9415-29593E5E9C5A}" dt="2022-09-27T01:24:39.362" v="57" actId="1076"/>
          <ac:picMkLst>
            <pc:docMk/>
            <pc:sldMk cId="0" sldId="320"/>
            <ac:picMk id="9220" creationId="{827D41A9-D357-40FD-8F21-44A482E123D8}"/>
          </ac:picMkLst>
        </pc:picChg>
        <pc:picChg chg="mod">
          <ac:chgData name="Fabian Surya Pramudya" userId="f46cf8bb-4ec7-4653-94a9-ff26fa22481f" providerId="ADAL" clId="{D64463A0-AB91-4003-9415-29593E5E9C5A}" dt="2022-09-27T01:24:39.362" v="57" actId="1076"/>
          <ac:picMkLst>
            <pc:docMk/>
            <pc:sldMk cId="0" sldId="320"/>
            <ac:picMk id="9221" creationId="{18451AA1-090A-45DE-94F0-F8C26978EC26}"/>
          </ac:picMkLst>
        </pc:picChg>
        <pc:picChg chg="mod">
          <ac:chgData name="Fabian Surya Pramudya" userId="f46cf8bb-4ec7-4653-94a9-ff26fa22481f" providerId="ADAL" clId="{D64463A0-AB91-4003-9415-29593E5E9C5A}" dt="2022-09-27T01:24:39.362" v="57" actId="1076"/>
          <ac:picMkLst>
            <pc:docMk/>
            <pc:sldMk cId="0" sldId="320"/>
            <ac:picMk id="9222" creationId="{F65D2592-9AC3-4411-84B5-6827443167CE}"/>
          </ac:picMkLst>
        </pc:picChg>
      </pc:sldChg>
    </pc:docChg>
  </pc:docChgLst>
  <pc:docChgLst>
    <pc:chgData name="Fabian Surya Pramudya" userId="f46cf8bb-4ec7-4653-94a9-ff26fa22481f" providerId="ADAL" clId="{77F80974-25F5-463D-B6B3-69BB66E44424}"/>
    <pc:docChg chg="delSld modSection">
      <pc:chgData name="Fabian Surya Pramudya" userId="f46cf8bb-4ec7-4653-94a9-ff26fa22481f" providerId="ADAL" clId="{77F80974-25F5-463D-B6B3-69BB66E44424}" dt="2022-06-18T18:31:17.447" v="19" actId="2696"/>
      <pc:docMkLst>
        <pc:docMk/>
      </pc:docMkLst>
      <pc:sldChg chg="del">
        <pc:chgData name="Fabian Surya Pramudya" userId="f46cf8bb-4ec7-4653-94a9-ff26fa22481f" providerId="ADAL" clId="{77F80974-25F5-463D-B6B3-69BB66E44424}" dt="2022-06-18T18:31:17.061" v="9" actId="2696"/>
        <pc:sldMkLst>
          <pc:docMk/>
          <pc:sldMk cId="0" sldId="275"/>
        </pc:sldMkLst>
      </pc:sldChg>
      <pc:sldChg chg="del">
        <pc:chgData name="Fabian Surya Pramudya" userId="f46cf8bb-4ec7-4653-94a9-ff26fa22481f" providerId="ADAL" clId="{77F80974-25F5-463D-B6B3-69BB66E44424}" dt="2022-06-18T18:31:17.346" v="16" actId="2696"/>
        <pc:sldMkLst>
          <pc:docMk/>
          <pc:sldMk cId="0" sldId="279"/>
        </pc:sldMkLst>
      </pc:sldChg>
      <pc:sldChg chg="del">
        <pc:chgData name="Fabian Surya Pramudya" userId="f46cf8bb-4ec7-4653-94a9-ff26fa22481f" providerId="ADAL" clId="{77F80974-25F5-463D-B6B3-69BB66E44424}" dt="2022-06-18T18:31:17.383" v="17" actId="2696"/>
        <pc:sldMkLst>
          <pc:docMk/>
          <pc:sldMk cId="0" sldId="282"/>
        </pc:sldMkLst>
      </pc:sldChg>
      <pc:sldChg chg="del">
        <pc:chgData name="Fabian Surya Pramudya" userId="f46cf8bb-4ec7-4653-94a9-ff26fa22481f" providerId="ADAL" clId="{77F80974-25F5-463D-B6B3-69BB66E44424}" dt="2022-06-18T18:30:54.048" v="5" actId="2696"/>
        <pc:sldMkLst>
          <pc:docMk/>
          <pc:sldMk cId="0" sldId="287"/>
        </pc:sldMkLst>
      </pc:sldChg>
      <pc:sldChg chg="del">
        <pc:chgData name="Fabian Surya Pramudya" userId="f46cf8bb-4ec7-4653-94a9-ff26fa22481f" providerId="ADAL" clId="{77F80974-25F5-463D-B6B3-69BB66E44424}" dt="2022-06-18T18:31:17.224" v="13" actId="2696"/>
        <pc:sldMkLst>
          <pc:docMk/>
          <pc:sldMk cId="0" sldId="299"/>
        </pc:sldMkLst>
      </pc:sldChg>
      <pc:sldChg chg="del">
        <pc:chgData name="Fabian Surya Pramudya" userId="f46cf8bb-4ec7-4653-94a9-ff26fa22481f" providerId="ADAL" clId="{77F80974-25F5-463D-B6B3-69BB66E44424}" dt="2022-06-18T18:31:17.196" v="12" actId="2696"/>
        <pc:sldMkLst>
          <pc:docMk/>
          <pc:sldMk cId="0" sldId="300"/>
        </pc:sldMkLst>
      </pc:sldChg>
      <pc:sldChg chg="del">
        <pc:chgData name="Fabian Surya Pramudya" userId="f46cf8bb-4ec7-4653-94a9-ff26fa22481f" providerId="ADAL" clId="{77F80974-25F5-463D-B6B3-69BB66E44424}" dt="2022-06-18T18:31:17.415" v="18" actId="2696"/>
        <pc:sldMkLst>
          <pc:docMk/>
          <pc:sldMk cId="0" sldId="301"/>
        </pc:sldMkLst>
      </pc:sldChg>
      <pc:sldChg chg="del">
        <pc:chgData name="Fabian Surya Pramudya" userId="f46cf8bb-4ec7-4653-94a9-ff26fa22481f" providerId="ADAL" clId="{77F80974-25F5-463D-B6B3-69BB66E44424}" dt="2022-06-18T18:31:17.447" v="19" actId="2696"/>
        <pc:sldMkLst>
          <pc:docMk/>
          <pc:sldMk cId="0" sldId="302"/>
        </pc:sldMkLst>
      </pc:sldChg>
      <pc:sldChg chg="del">
        <pc:chgData name="Fabian Surya Pramudya" userId="f46cf8bb-4ec7-4653-94a9-ff26fa22481f" providerId="ADAL" clId="{77F80974-25F5-463D-B6B3-69BB66E44424}" dt="2022-06-18T18:31:17.260" v="14" actId="2696"/>
        <pc:sldMkLst>
          <pc:docMk/>
          <pc:sldMk cId="0" sldId="303"/>
        </pc:sldMkLst>
      </pc:sldChg>
      <pc:sldChg chg="del">
        <pc:chgData name="Fabian Surya Pramudya" userId="f46cf8bb-4ec7-4653-94a9-ff26fa22481f" providerId="ADAL" clId="{77F80974-25F5-463D-B6B3-69BB66E44424}" dt="2022-06-18T18:31:17.324" v="15" actId="2696"/>
        <pc:sldMkLst>
          <pc:docMk/>
          <pc:sldMk cId="0" sldId="304"/>
        </pc:sldMkLst>
      </pc:sldChg>
      <pc:sldChg chg="del">
        <pc:chgData name="Fabian Surya Pramudya" userId="f46cf8bb-4ec7-4653-94a9-ff26fa22481f" providerId="ADAL" clId="{77F80974-25F5-463D-B6B3-69BB66E44424}" dt="2022-06-18T18:31:17.112" v="10" actId="2696"/>
        <pc:sldMkLst>
          <pc:docMk/>
          <pc:sldMk cId="0" sldId="311"/>
        </pc:sldMkLst>
      </pc:sldChg>
      <pc:sldChg chg="del">
        <pc:chgData name="Fabian Surya Pramudya" userId="f46cf8bb-4ec7-4653-94a9-ff26fa22481f" providerId="ADAL" clId="{77F80974-25F5-463D-B6B3-69BB66E44424}" dt="2022-06-18T18:31:17.173" v="11" actId="2696"/>
        <pc:sldMkLst>
          <pc:docMk/>
          <pc:sldMk cId="0" sldId="312"/>
        </pc:sldMkLst>
      </pc:sldChg>
      <pc:sldChg chg="del">
        <pc:chgData name="Fabian Surya Pramudya" userId="f46cf8bb-4ec7-4653-94a9-ff26fa22481f" providerId="ADAL" clId="{77F80974-25F5-463D-B6B3-69BB66E44424}" dt="2022-06-18T18:30:53.906" v="0" actId="2696"/>
        <pc:sldMkLst>
          <pc:docMk/>
          <pc:sldMk cId="0" sldId="313"/>
        </pc:sldMkLst>
      </pc:sldChg>
      <pc:sldChg chg="del">
        <pc:chgData name="Fabian Surya Pramudya" userId="f46cf8bb-4ec7-4653-94a9-ff26fa22481f" providerId="ADAL" clId="{77F80974-25F5-463D-B6B3-69BB66E44424}" dt="2022-06-18T18:30:53.933" v="1" actId="2696"/>
        <pc:sldMkLst>
          <pc:docMk/>
          <pc:sldMk cId="0" sldId="314"/>
        </pc:sldMkLst>
      </pc:sldChg>
      <pc:sldChg chg="del">
        <pc:chgData name="Fabian Surya Pramudya" userId="f46cf8bb-4ec7-4653-94a9-ff26fa22481f" providerId="ADAL" clId="{77F80974-25F5-463D-B6B3-69BB66E44424}" dt="2022-06-18T18:30:53.967" v="2" actId="2696"/>
        <pc:sldMkLst>
          <pc:docMk/>
          <pc:sldMk cId="0" sldId="315"/>
        </pc:sldMkLst>
      </pc:sldChg>
      <pc:sldChg chg="del">
        <pc:chgData name="Fabian Surya Pramudya" userId="f46cf8bb-4ec7-4653-94a9-ff26fa22481f" providerId="ADAL" clId="{77F80974-25F5-463D-B6B3-69BB66E44424}" dt="2022-06-18T18:30:53.994" v="3" actId="2696"/>
        <pc:sldMkLst>
          <pc:docMk/>
          <pc:sldMk cId="0" sldId="316"/>
        </pc:sldMkLst>
      </pc:sldChg>
      <pc:sldChg chg="del">
        <pc:chgData name="Fabian Surya Pramudya" userId="f46cf8bb-4ec7-4653-94a9-ff26fa22481f" providerId="ADAL" clId="{77F80974-25F5-463D-B6B3-69BB66E44424}" dt="2022-06-18T18:30:54.020" v="4" actId="2696"/>
        <pc:sldMkLst>
          <pc:docMk/>
          <pc:sldMk cId="0" sldId="317"/>
        </pc:sldMkLst>
      </pc:sldChg>
      <pc:sldChg chg="del">
        <pc:chgData name="Fabian Surya Pramudya" userId="f46cf8bb-4ec7-4653-94a9-ff26fa22481f" providerId="ADAL" clId="{77F80974-25F5-463D-B6B3-69BB66E44424}" dt="2022-06-18T18:30:54.080" v="6" actId="2696"/>
        <pc:sldMkLst>
          <pc:docMk/>
          <pc:sldMk cId="0" sldId="318"/>
        </pc:sldMkLst>
      </pc:sldChg>
      <pc:sldChg chg="del">
        <pc:chgData name="Fabian Surya Pramudya" userId="f46cf8bb-4ec7-4653-94a9-ff26fa22481f" providerId="ADAL" clId="{77F80974-25F5-463D-B6B3-69BB66E44424}" dt="2022-06-18T18:30:54.120" v="7" actId="2696"/>
        <pc:sldMkLst>
          <pc:docMk/>
          <pc:sldMk cId="0" sldId="319"/>
        </pc:sldMkLst>
      </pc:sldChg>
      <pc:sldChg chg="del">
        <pc:chgData name="Fabian Surya Pramudya" userId="f46cf8bb-4ec7-4653-94a9-ff26fa22481f" providerId="ADAL" clId="{77F80974-25F5-463D-B6B3-69BB66E44424}" dt="2022-06-18T18:30:54.143" v="8" actId="2696"/>
        <pc:sldMkLst>
          <pc:docMk/>
          <pc:sldMk cId="0" sldId="320"/>
        </pc:sldMkLst>
      </pc:sldChg>
    </pc:docChg>
  </pc:docChgLst>
  <pc:docChgLst>
    <pc:chgData name="Fabian Surya Pramudya" userId="f46cf8bb-4ec7-4653-94a9-ff26fa22481f" providerId="ADAL" clId="{1DFCDBA4-70BF-4DB3-974B-F66D0160577D}"/>
    <pc:docChg chg="addSld modSld">
      <pc:chgData name="Fabian Surya Pramudya" userId="f46cf8bb-4ec7-4653-94a9-ff26fa22481f" providerId="ADAL" clId="{1DFCDBA4-70BF-4DB3-974B-F66D0160577D}" dt="2022-04-05T06:29:46.305" v="0"/>
      <pc:docMkLst>
        <pc:docMk/>
      </pc:docMkLst>
      <pc:sldChg chg="add">
        <pc:chgData name="Fabian Surya Pramudya" userId="f46cf8bb-4ec7-4653-94a9-ff26fa22481f" providerId="ADAL" clId="{1DFCDBA4-70BF-4DB3-974B-F66D0160577D}" dt="2022-04-05T06:29:46.305" v="0"/>
        <pc:sldMkLst>
          <pc:docMk/>
          <pc:sldMk cId="0" sldId="266"/>
        </pc:sldMkLst>
      </pc:sldChg>
      <pc:sldChg chg="add">
        <pc:chgData name="Fabian Surya Pramudya" userId="f46cf8bb-4ec7-4653-94a9-ff26fa22481f" providerId="ADAL" clId="{1DFCDBA4-70BF-4DB3-974B-F66D0160577D}" dt="2022-04-05T06:29:46.305" v="0"/>
        <pc:sldMkLst>
          <pc:docMk/>
          <pc:sldMk cId="0" sldId="268"/>
        </pc:sldMkLst>
      </pc:sldChg>
      <pc:sldChg chg="add">
        <pc:chgData name="Fabian Surya Pramudya" userId="f46cf8bb-4ec7-4653-94a9-ff26fa22481f" providerId="ADAL" clId="{1DFCDBA4-70BF-4DB3-974B-F66D0160577D}" dt="2022-04-05T06:29:46.305" v="0"/>
        <pc:sldMkLst>
          <pc:docMk/>
          <pc:sldMk cId="0" sldId="272"/>
        </pc:sldMkLst>
      </pc:sldChg>
      <pc:sldChg chg="add">
        <pc:chgData name="Fabian Surya Pramudya" userId="f46cf8bb-4ec7-4653-94a9-ff26fa22481f" providerId="ADAL" clId="{1DFCDBA4-70BF-4DB3-974B-F66D0160577D}" dt="2022-04-05T06:29:46.305" v="0"/>
        <pc:sldMkLst>
          <pc:docMk/>
          <pc:sldMk cId="0" sldId="273"/>
        </pc:sldMkLst>
      </pc:sldChg>
      <pc:sldChg chg="add">
        <pc:chgData name="Fabian Surya Pramudya" userId="f46cf8bb-4ec7-4653-94a9-ff26fa22481f" providerId="ADAL" clId="{1DFCDBA4-70BF-4DB3-974B-F66D0160577D}" dt="2022-04-05T06:29:46.305" v="0"/>
        <pc:sldMkLst>
          <pc:docMk/>
          <pc:sldMk cId="0" sldId="275"/>
        </pc:sldMkLst>
      </pc:sldChg>
      <pc:sldChg chg="add">
        <pc:chgData name="Fabian Surya Pramudya" userId="f46cf8bb-4ec7-4653-94a9-ff26fa22481f" providerId="ADAL" clId="{1DFCDBA4-70BF-4DB3-974B-F66D0160577D}" dt="2022-04-05T06:29:46.305" v="0"/>
        <pc:sldMkLst>
          <pc:docMk/>
          <pc:sldMk cId="0" sldId="279"/>
        </pc:sldMkLst>
      </pc:sldChg>
      <pc:sldChg chg="add">
        <pc:chgData name="Fabian Surya Pramudya" userId="f46cf8bb-4ec7-4653-94a9-ff26fa22481f" providerId="ADAL" clId="{1DFCDBA4-70BF-4DB3-974B-F66D0160577D}" dt="2022-04-05T06:29:46.305" v="0"/>
        <pc:sldMkLst>
          <pc:docMk/>
          <pc:sldMk cId="0" sldId="282"/>
        </pc:sldMkLst>
      </pc:sldChg>
      <pc:sldChg chg="add">
        <pc:chgData name="Fabian Surya Pramudya" userId="f46cf8bb-4ec7-4653-94a9-ff26fa22481f" providerId="ADAL" clId="{1DFCDBA4-70BF-4DB3-974B-F66D0160577D}" dt="2022-04-05T06:29:46.305" v="0"/>
        <pc:sldMkLst>
          <pc:docMk/>
          <pc:sldMk cId="0" sldId="288"/>
        </pc:sldMkLst>
      </pc:sldChg>
      <pc:sldChg chg="add">
        <pc:chgData name="Fabian Surya Pramudya" userId="f46cf8bb-4ec7-4653-94a9-ff26fa22481f" providerId="ADAL" clId="{1DFCDBA4-70BF-4DB3-974B-F66D0160577D}" dt="2022-04-05T06:29:46.305" v="0"/>
        <pc:sldMkLst>
          <pc:docMk/>
          <pc:sldMk cId="0" sldId="298"/>
        </pc:sldMkLst>
      </pc:sldChg>
      <pc:sldChg chg="add">
        <pc:chgData name="Fabian Surya Pramudya" userId="f46cf8bb-4ec7-4653-94a9-ff26fa22481f" providerId="ADAL" clId="{1DFCDBA4-70BF-4DB3-974B-F66D0160577D}" dt="2022-04-05T06:29:46.305" v="0"/>
        <pc:sldMkLst>
          <pc:docMk/>
          <pc:sldMk cId="0" sldId="299"/>
        </pc:sldMkLst>
      </pc:sldChg>
      <pc:sldChg chg="add">
        <pc:chgData name="Fabian Surya Pramudya" userId="f46cf8bb-4ec7-4653-94a9-ff26fa22481f" providerId="ADAL" clId="{1DFCDBA4-70BF-4DB3-974B-F66D0160577D}" dt="2022-04-05T06:29:46.305" v="0"/>
        <pc:sldMkLst>
          <pc:docMk/>
          <pc:sldMk cId="0" sldId="300"/>
        </pc:sldMkLst>
      </pc:sldChg>
      <pc:sldChg chg="add">
        <pc:chgData name="Fabian Surya Pramudya" userId="f46cf8bb-4ec7-4653-94a9-ff26fa22481f" providerId="ADAL" clId="{1DFCDBA4-70BF-4DB3-974B-F66D0160577D}" dt="2022-04-05T06:29:46.305" v="0"/>
        <pc:sldMkLst>
          <pc:docMk/>
          <pc:sldMk cId="0" sldId="301"/>
        </pc:sldMkLst>
      </pc:sldChg>
      <pc:sldChg chg="add">
        <pc:chgData name="Fabian Surya Pramudya" userId="f46cf8bb-4ec7-4653-94a9-ff26fa22481f" providerId="ADAL" clId="{1DFCDBA4-70BF-4DB3-974B-F66D0160577D}" dt="2022-04-05T06:29:46.305" v="0"/>
        <pc:sldMkLst>
          <pc:docMk/>
          <pc:sldMk cId="0" sldId="302"/>
        </pc:sldMkLst>
      </pc:sldChg>
      <pc:sldChg chg="add">
        <pc:chgData name="Fabian Surya Pramudya" userId="f46cf8bb-4ec7-4653-94a9-ff26fa22481f" providerId="ADAL" clId="{1DFCDBA4-70BF-4DB3-974B-F66D0160577D}" dt="2022-04-05T06:29:46.305" v="0"/>
        <pc:sldMkLst>
          <pc:docMk/>
          <pc:sldMk cId="0" sldId="303"/>
        </pc:sldMkLst>
      </pc:sldChg>
      <pc:sldChg chg="add">
        <pc:chgData name="Fabian Surya Pramudya" userId="f46cf8bb-4ec7-4653-94a9-ff26fa22481f" providerId="ADAL" clId="{1DFCDBA4-70BF-4DB3-974B-F66D0160577D}" dt="2022-04-05T06:29:46.305" v="0"/>
        <pc:sldMkLst>
          <pc:docMk/>
          <pc:sldMk cId="0" sldId="304"/>
        </pc:sldMkLst>
      </pc:sldChg>
      <pc:sldChg chg="add">
        <pc:chgData name="Fabian Surya Pramudya" userId="f46cf8bb-4ec7-4653-94a9-ff26fa22481f" providerId="ADAL" clId="{1DFCDBA4-70BF-4DB3-974B-F66D0160577D}" dt="2022-04-05T06:29:46.305" v="0"/>
        <pc:sldMkLst>
          <pc:docMk/>
          <pc:sldMk cId="0" sldId="306"/>
        </pc:sldMkLst>
      </pc:sldChg>
      <pc:sldChg chg="add">
        <pc:chgData name="Fabian Surya Pramudya" userId="f46cf8bb-4ec7-4653-94a9-ff26fa22481f" providerId="ADAL" clId="{1DFCDBA4-70BF-4DB3-974B-F66D0160577D}" dt="2022-04-05T06:29:46.305" v="0"/>
        <pc:sldMkLst>
          <pc:docMk/>
          <pc:sldMk cId="0" sldId="307"/>
        </pc:sldMkLst>
      </pc:sldChg>
      <pc:sldChg chg="add">
        <pc:chgData name="Fabian Surya Pramudya" userId="f46cf8bb-4ec7-4653-94a9-ff26fa22481f" providerId="ADAL" clId="{1DFCDBA4-70BF-4DB3-974B-F66D0160577D}" dt="2022-04-05T06:29:46.305" v="0"/>
        <pc:sldMkLst>
          <pc:docMk/>
          <pc:sldMk cId="181150869" sldId="308"/>
        </pc:sldMkLst>
      </pc:sldChg>
      <pc:sldChg chg="add">
        <pc:chgData name="Fabian Surya Pramudya" userId="f46cf8bb-4ec7-4653-94a9-ff26fa22481f" providerId="ADAL" clId="{1DFCDBA4-70BF-4DB3-974B-F66D0160577D}" dt="2022-04-05T06:29:46.305" v="0"/>
        <pc:sldMkLst>
          <pc:docMk/>
          <pc:sldMk cId="3200599912" sldId="309"/>
        </pc:sldMkLst>
      </pc:sldChg>
      <pc:sldChg chg="add">
        <pc:chgData name="Fabian Surya Pramudya" userId="f46cf8bb-4ec7-4653-94a9-ff26fa22481f" providerId="ADAL" clId="{1DFCDBA4-70BF-4DB3-974B-F66D0160577D}" dt="2022-04-05T06:29:46.305" v="0"/>
        <pc:sldMkLst>
          <pc:docMk/>
          <pc:sldMk cId="0" sldId="310"/>
        </pc:sldMkLst>
      </pc:sldChg>
      <pc:sldChg chg="add">
        <pc:chgData name="Fabian Surya Pramudya" userId="f46cf8bb-4ec7-4653-94a9-ff26fa22481f" providerId="ADAL" clId="{1DFCDBA4-70BF-4DB3-974B-F66D0160577D}" dt="2022-04-05T06:29:46.305" v="0"/>
        <pc:sldMkLst>
          <pc:docMk/>
          <pc:sldMk cId="0" sldId="311"/>
        </pc:sldMkLst>
      </pc:sldChg>
      <pc:sldChg chg="add">
        <pc:chgData name="Fabian Surya Pramudya" userId="f46cf8bb-4ec7-4653-94a9-ff26fa22481f" providerId="ADAL" clId="{1DFCDBA4-70BF-4DB3-974B-F66D0160577D}" dt="2022-04-05T06:29:46.305" v="0"/>
        <pc:sldMkLst>
          <pc:docMk/>
          <pc:sldMk cId="0" sldId="312"/>
        </pc:sldMkLst>
      </pc:sldChg>
    </pc:docChg>
  </pc:docChgLst>
  <pc:docChgLst>
    <pc:chgData name="Fabian Surya Pramudya" userId="f46cf8bb-4ec7-4653-94a9-ff26fa22481f" providerId="ADAL" clId="{8FCFA7BA-90ED-414A-BC32-A2FDBA20DACA}"/>
    <pc:docChg chg="custSel addSld modSld">
      <pc:chgData name="Fabian Surya Pramudya" userId="f46cf8bb-4ec7-4653-94a9-ff26fa22481f" providerId="ADAL" clId="{8FCFA7BA-90ED-414A-BC32-A2FDBA20DACA}" dt="2022-04-05T06:41:19.103" v="103" actId="20577"/>
      <pc:docMkLst>
        <pc:docMk/>
      </pc:docMkLst>
      <pc:sldChg chg="modSp">
        <pc:chgData name="Fabian Surya Pramudya" userId="f46cf8bb-4ec7-4653-94a9-ff26fa22481f" providerId="ADAL" clId="{8FCFA7BA-90ED-414A-BC32-A2FDBA20DACA}" dt="2022-04-05T06:41:19.103" v="103" actId="20577"/>
        <pc:sldMkLst>
          <pc:docMk/>
          <pc:sldMk cId="4204421142" sldId="256"/>
        </pc:sldMkLst>
        <pc:spChg chg="mod">
          <ac:chgData name="Fabian Surya Pramudya" userId="f46cf8bb-4ec7-4653-94a9-ff26fa22481f" providerId="ADAL" clId="{8FCFA7BA-90ED-414A-BC32-A2FDBA20DACA}" dt="2022-04-05T06:41:19.103" v="103" actId="20577"/>
          <ac:spMkLst>
            <pc:docMk/>
            <pc:sldMk cId="4204421142" sldId="256"/>
            <ac:spMk id="4" creationId="{00000000-0000-0000-0000-000000000000}"/>
          </ac:spMkLst>
        </pc:spChg>
        <pc:spChg chg="mod">
          <ac:chgData name="Fabian Surya Pramudya" userId="f46cf8bb-4ec7-4653-94a9-ff26fa22481f" providerId="ADAL" clId="{8FCFA7BA-90ED-414A-BC32-A2FDBA20DACA}" dt="2022-04-05T06:40:48.222" v="43" actId="20577"/>
          <ac:spMkLst>
            <pc:docMk/>
            <pc:sldMk cId="4204421142" sldId="256"/>
            <ac:spMk id="8" creationId="{00000000-0000-0000-0000-000000000000}"/>
          </ac:spMkLst>
        </pc:spChg>
      </pc:sldChg>
      <pc:sldChg chg="add">
        <pc:chgData name="Fabian Surya Pramudya" userId="f46cf8bb-4ec7-4653-94a9-ff26fa22481f" providerId="ADAL" clId="{8FCFA7BA-90ED-414A-BC32-A2FDBA20DACA}" dt="2022-04-05T06:38:51.441" v="0"/>
        <pc:sldMkLst>
          <pc:docMk/>
          <pc:sldMk cId="0" sldId="287"/>
        </pc:sldMkLst>
      </pc:sldChg>
      <pc:sldChg chg="addSp modSp add">
        <pc:chgData name="Fabian Surya Pramudya" userId="f46cf8bb-4ec7-4653-94a9-ff26fa22481f" providerId="ADAL" clId="{8FCFA7BA-90ED-414A-BC32-A2FDBA20DACA}" dt="2022-04-05T06:39:14.460" v="14" actId="20577"/>
        <pc:sldMkLst>
          <pc:docMk/>
          <pc:sldMk cId="0" sldId="313"/>
        </pc:sldMkLst>
        <pc:spChg chg="add mod">
          <ac:chgData name="Fabian Surya Pramudya" userId="f46cf8bb-4ec7-4653-94a9-ff26fa22481f" providerId="ADAL" clId="{8FCFA7BA-90ED-414A-BC32-A2FDBA20DACA}" dt="2022-04-05T06:39:14.460" v="14" actId="20577"/>
          <ac:spMkLst>
            <pc:docMk/>
            <pc:sldMk cId="0" sldId="313"/>
            <ac:spMk id="4" creationId="{4CA63B54-7AE2-4B12-916E-E6AC03847BF1}"/>
          </ac:spMkLst>
        </pc:spChg>
      </pc:sldChg>
      <pc:sldChg chg="add">
        <pc:chgData name="Fabian Surya Pramudya" userId="f46cf8bb-4ec7-4653-94a9-ff26fa22481f" providerId="ADAL" clId="{8FCFA7BA-90ED-414A-BC32-A2FDBA20DACA}" dt="2022-04-05T06:38:51.441" v="0"/>
        <pc:sldMkLst>
          <pc:docMk/>
          <pc:sldMk cId="0" sldId="314"/>
        </pc:sldMkLst>
      </pc:sldChg>
      <pc:sldChg chg="add">
        <pc:chgData name="Fabian Surya Pramudya" userId="f46cf8bb-4ec7-4653-94a9-ff26fa22481f" providerId="ADAL" clId="{8FCFA7BA-90ED-414A-BC32-A2FDBA20DACA}" dt="2022-04-05T06:38:51.441" v="0"/>
        <pc:sldMkLst>
          <pc:docMk/>
          <pc:sldMk cId="0" sldId="315"/>
        </pc:sldMkLst>
      </pc:sldChg>
      <pc:sldChg chg="add">
        <pc:chgData name="Fabian Surya Pramudya" userId="f46cf8bb-4ec7-4653-94a9-ff26fa22481f" providerId="ADAL" clId="{8FCFA7BA-90ED-414A-BC32-A2FDBA20DACA}" dt="2022-04-05T06:38:51.441" v="0"/>
        <pc:sldMkLst>
          <pc:docMk/>
          <pc:sldMk cId="0" sldId="316"/>
        </pc:sldMkLst>
      </pc:sldChg>
      <pc:sldChg chg="add">
        <pc:chgData name="Fabian Surya Pramudya" userId="f46cf8bb-4ec7-4653-94a9-ff26fa22481f" providerId="ADAL" clId="{8FCFA7BA-90ED-414A-BC32-A2FDBA20DACA}" dt="2022-04-05T06:38:51.441" v="0"/>
        <pc:sldMkLst>
          <pc:docMk/>
          <pc:sldMk cId="0" sldId="317"/>
        </pc:sldMkLst>
      </pc:sldChg>
      <pc:sldChg chg="add">
        <pc:chgData name="Fabian Surya Pramudya" userId="f46cf8bb-4ec7-4653-94a9-ff26fa22481f" providerId="ADAL" clId="{8FCFA7BA-90ED-414A-BC32-A2FDBA20DACA}" dt="2022-04-05T06:38:51.441" v="0"/>
        <pc:sldMkLst>
          <pc:docMk/>
          <pc:sldMk cId="0" sldId="318"/>
        </pc:sldMkLst>
      </pc:sldChg>
      <pc:sldChg chg="add">
        <pc:chgData name="Fabian Surya Pramudya" userId="f46cf8bb-4ec7-4653-94a9-ff26fa22481f" providerId="ADAL" clId="{8FCFA7BA-90ED-414A-BC32-A2FDBA20DACA}" dt="2022-04-05T06:38:51.441" v="0"/>
        <pc:sldMkLst>
          <pc:docMk/>
          <pc:sldMk cId="0" sldId="319"/>
        </pc:sldMkLst>
      </pc:sldChg>
      <pc:sldChg chg="add">
        <pc:chgData name="Fabian Surya Pramudya" userId="f46cf8bb-4ec7-4653-94a9-ff26fa22481f" providerId="ADAL" clId="{8FCFA7BA-90ED-414A-BC32-A2FDBA20DACA}" dt="2022-04-05T06:38:51.441" v="0"/>
        <pc:sldMkLst>
          <pc:docMk/>
          <pc:sldMk cId="0" sldId="320"/>
        </pc:sldMkLst>
      </pc:sldChg>
    </pc:docChg>
  </pc:docChgLst>
  <pc:docChgLst>
    <pc:chgData name="Fabian" userId="f46cf8bb-4ec7-4653-94a9-ff26fa22481f" providerId="ADAL" clId="{1D947FDB-F1D1-45D4-BFC6-366D0C9255ED}"/>
    <pc:docChg chg="custSel addSld delSld modSld modSection">
      <pc:chgData name="Fabian" userId="f46cf8bb-4ec7-4653-94a9-ff26fa22481f" providerId="ADAL" clId="{1D947FDB-F1D1-45D4-BFC6-366D0C9255ED}" dt="2024-08-01T12:47:42.410" v="63" actId="2696"/>
      <pc:docMkLst>
        <pc:docMk/>
      </pc:docMkLst>
      <pc:sldChg chg="del">
        <pc:chgData name="Fabian" userId="f46cf8bb-4ec7-4653-94a9-ff26fa22481f" providerId="ADAL" clId="{1D947FDB-F1D1-45D4-BFC6-366D0C9255ED}" dt="2024-07-31T03:50:23.898" v="48" actId="2696"/>
        <pc:sldMkLst>
          <pc:docMk/>
          <pc:sldMk cId="4204421142" sldId="256"/>
        </pc:sldMkLst>
      </pc:sldChg>
      <pc:sldChg chg="modSp">
        <pc:chgData name="Fabian" userId="f46cf8bb-4ec7-4653-94a9-ff26fa22481f" providerId="ADAL" clId="{1D947FDB-F1D1-45D4-BFC6-366D0C9255ED}" dt="2024-07-31T03:51:19.937" v="55" actId="123"/>
        <pc:sldMkLst>
          <pc:docMk/>
          <pc:sldMk cId="1842305786" sldId="257"/>
        </pc:sldMkLst>
        <pc:spChg chg="mod">
          <ac:chgData name="Fabian" userId="f46cf8bb-4ec7-4653-94a9-ff26fa22481f" providerId="ADAL" clId="{1D947FDB-F1D1-45D4-BFC6-366D0C9255ED}" dt="2024-07-31T03:51:19.937" v="55" actId="123"/>
          <ac:spMkLst>
            <pc:docMk/>
            <pc:sldMk cId="1842305786" sldId="257"/>
            <ac:spMk id="2" creationId="{708DECCB-DB94-4B0A-A404-0BF6FD4CA8CB}"/>
          </ac:spMkLst>
        </pc:spChg>
      </pc:sldChg>
      <pc:sldChg chg="del">
        <pc:chgData name="Fabian" userId="f46cf8bb-4ec7-4653-94a9-ff26fa22481f" providerId="ADAL" clId="{1D947FDB-F1D1-45D4-BFC6-366D0C9255ED}" dt="2024-08-01T12:47:42.410" v="63" actId="2696"/>
        <pc:sldMkLst>
          <pc:docMk/>
          <pc:sldMk cId="758115797" sldId="261"/>
        </pc:sldMkLst>
      </pc:sldChg>
      <pc:sldChg chg="modSp del">
        <pc:chgData name="Fabian" userId="f46cf8bb-4ec7-4653-94a9-ff26fa22481f" providerId="ADAL" clId="{1D947FDB-F1D1-45D4-BFC6-366D0C9255ED}" dt="2024-07-31T03:51:35.431" v="56" actId="2696"/>
        <pc:sldMkLst>
          <pc:docMk/>
          <pc:sldMk cId="0" sldId="294"/>
        </pc:sldMkLst>
        <pc:spChg chg="mod">
          <ac:chgData name="Fabian" userId="f46cf8bb-4ec7-4653-94a9-ff26fa22481f" providerId="ADAL" clId="{1D947FDB-F1D1-45D4-BFC6-366D0C9255ED}" dt="2024-07-31T03:50:45.773" v="51" actId="27636"/>
          <ac:spMkLst>
            <pc:docMk/>
            <pc:sldMk cId="0" sldId="294"/>
            <ac:spMk id="6" creationId="{72F7B521-1AC3-4286-A6F6-F385B851B770}"/>
          </ac:spMkLst>
        </pc:spChg>
        <pc:picChg chg="mod">
          <ac:chgData name="Fabian" userId="f46cf8bb-4ec7-4653-94a9-ff26fa22481f" providerId="ADAL" clId="{1D947FDB-F1D1-45D4-BFC6-366D0C9255ED}" dt="2024-07-31T03:50:59.288" v="54" actId="1076"/>
          <ac:picMkLst>
            <pc:docMk/>
            <pc:sldMk cId="0" sldId="294"/>
            <ac:picMk id="5124" creationId="{CA4E1806-F1EF-4C39-BD00-5AC39CAE5744}"/>
          </ac:picMkLst>
        </pc:picChg>
      </pc:sldChg>
      <pc:sldChg chg="add">
        <pc:chgData name="Fabian" userId="f46cf8bb-4ec7-4653-94a9-ff26fa22481f" providerId="ADAL" clId="{1D947FDB-F1D1-45D4-BFC6-366D0C9255ED}" dt="2024-07-31T03:51:37.888" v="57"/>
        <pc:sldMkLst>
          <pc:docMk/>
          <pc:sldMk cId="1145598134" sldId="294"/>
        </pc:sldMkLst>
      </pc:sldChg>
      <pc:sldChg chg="modSp">
        <pc:chgData name="Fabian" userId="f46cf8bb-4ec7-4653-94a9-ff26fa22481f" providerId="ADAL" clId="{1D947FDB-F1D1-45D4-BFC6-366D0C9255ED}" dt="2024-07-31T03:51:50.867" v="62" actId="20577"/>
        <pc:sldMkLst>
          <pc:docMk/>
          <pc:sldMk cId="0" sldId="296"/>
        </pc:sldMkLst>
        <pc:spChg chg="mod">
          <ac:chgData name="Fabian" userId="f46cf8bb-4ec7-4653-94a9-ff26fa22481f" providerId="ADAL" clId="{1D947FDB-F1D1-45D4-BFC6-366D0C9255ED}" dt="2024-07-31T03:51:50.867" v="62" actId="20577"/>
          <ac:spMkLst>
            <pc:docMk/>
            <pc:sldMk cId="0" sldId="296"/>
            <ac:spMk id="2" creationId="{BDA1D42F-D06D-4CDB-8A95-A069D2EC6309}"/>
          </ac:spMkLst>
        </pc:spChg>
      </pc:sldChg>
      <pc:sldChg chg="modSp add">
        <pc:chgData name="Fabian" userId="f46cf8bb-4ec7-4653-94a9-ff26fa22481f" providerId="ADAL" clId="{1D947FDB-F1D1-45D4-BFC6-366D0C9255ED}" dt="2024-07-31T03:50:21.707" v="47" actId="20577"/>
        <pc:sldMkLst>
          <pc:docMk/>
          <pc:sldMk cId="3807564589" sldId="480"/>
        </pc:sldMkLst>
        <pc:spChg chg="mod">
          <ac:chgData name="Fabian" userId="f46cf8bb-4ec7-4653-94a9-ff26fa22481f" providerId="ADAL" clId="{1D947FDB-F1D1-45D4-BFC6-366D0C9255ED}" dt="2024-07-31T03:50:10.326" v="45" actId="6549"/>
          <ac:spMkLst>
            <pc:docMk/>
            <pc:sldMk cId="3807564589" sldId="480"/>
            <ac:spMk id="2" creationId="{50F9371B-F92F-AED8-457A-F4BAE6779B8C}"/>
          </ac:spMkLst>
        </pc:spChg>
        <pc:spChg chg="mod">
          <ac:chgData name="Fabian" userId="f46cf8bb-4ec7-4653-94a9-ff26fa22481f" providerId="ADAL" clId="{1D947FDB-F1D1-45D4-BFC6-366D0C9255ED}" dt="2024-07-31T03:50:21.707" v="47" actId="20577"/>
          <ac:spMkLst>
            <pc:docMk/>
            <pc:sldMk cId="3807564589" sldId="480"/>
            <ac:spMk id="3" creationId="{05C0E2BF-BBBC-BF27-4255-C5149D19311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4117BA-3607-4918-BAB6-132C5C095FEC}" type="datetimeFigureOut">
              <a:rPr lang="en-HK" smtClean="0"/>
              <a:t>31/7/2024</a:t>
            </a:fld>
            <a:endParaRPr lang="en-HK"/>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H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F6CCB0-A4BD-4896-B6BA-8C669BE30B4C}" type="slidenum">
              <a:rPr lang="en-HK" smtClean="0"/>
              <a:t>‹#›</a:t>
            </a:fld>
            <a:endParaRPr lang="en-HK"/>
          </a:p>
        </p:txBody>
      </p:sp>
    </p:spTree>
    <p:extLst>
      <p:ext uri="{BB962C8B-B14F-4D97-AF65-F5344CB8AC3E}">
        <p14:creationId xmlns:p14="http://schemas.microsoft.com/office/powerpoint/2010/main" val="3399266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53F6CCB0-A4BD-4896-B6BA-8C669BE30B4C}" type="slidenum">
              <a:rPr lang="en-HK" smtClean="0"/>
              <a:t>13</a:t>
            </a:fld>
            <a:endParaRPr lang="en-HK"/>
          </a:p>
        </p:txBody>
      </p:sp>
    </p:spTree>
    <p:extLst>
      <p:ext uri="{BB962C8B-B14F-4D97-AF65-F5344CB8AC3E}">
        <p14:creationId xmlns:p14="http://schemas.microsoft.com/office/powerpoint/2010/main" val="20500270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dirty="0">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dirty="0"/>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dirty="0"/>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31/07/2024</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dirty="0"/>
          </a:p>
        </p:txBody>
      </p:sp>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dirty="0"/>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7" name="Date Placeholder 6"/>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72DBD1C-16DB-42D5-98CC-34D834401F41}"/>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3" name="Rectangle 5">
            <a:extLst>
              <a:ext uri="{FF2B5EF4-FFF2-40B4-BE49-F238E27FC236}">
                <a16:creationId xmlns:a16="http://schemas.microsoft.com/office/drawing/2014/main" id="{1C0AFD26-18D5-427F-BF10-5678AF5018B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530A030D-164E-4CD9-906E-ED02D807868B}"/>
              </a:ext>
            </a:extLst>
          </p:cNvPr>
          <p:cNvSpPr>
            <a:spLocks noGrp="1" noChangeArrowheads="1"/>
          </p:cNvSpPr>
          <p:nvPr>
            <p:ph type="sldNum" sz="quarter" idx="12"/>
          </p:nvPr>
        </p:nvSpPr>
        <p:spPr>
          <a:ln/>
        </p:spPr>
        <p:txBody>
          <a:bodyPr/>
          <a:lstStyle>
            <a:lvl1pPr>
              <a:defRPr/>
            </a:lvl1pPr>
          </a:lstStyle>
          <a:p>
            <a:pPr>
              <a:defRPr/>
            </a:pPr>
            <a:fld id="{FD77E8A5-8F04-45AC-96F9-82FBC1D94047}" type="slidenum">
              <a:rPr lang="en-US" altLang="id-ID"/>
              <a:pPr>
                <a:defRPr/>
              </a:pPr>
              <a:t>‹#›</a:t>
            </a:fld>
            <a:endParaRPr lang="en-US" altLang="id-ID"/>
          </a:p>
        </p:txBody>
      </p:sp>
    </p:spTree>
    <p:extLst>
      <p:ext uri="{BB962C8B-B14F-4D97-AF65-F5344CB8AC3E}">
        <p14:creationId xmlns:p14="http://schemas.microsoft.com/office/powerpoint/2010/main" val="137539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B435AA4-00E5-4404-814E-46ECD93ED1CB}"/>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5" name="Rectangle 5">
            <a:extLst>
              <a:ext uri="{FF2B5EF4-FFF2-40B4-BE49-F238E27FC236}">
                <a16:creationId xmlns:a16="http://schemas.microsoft.com/office/drawing/2014/main" id="{97CA2B61-C161-415E-9CBA-421821D6E26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8EEA3A1-4AD3-4D29-9D17-E621881CD70C}"/>
              </a:ext>
            </a:extLst>
          </p:cNvPr>
          <p:cNvSpPr>
            <a:spLocks noGrp="1" noChangeArrowheads="1"/>
          </p:cNvSpPr>
          <p:nvPr>
            <p:ph type="sldNum" sz="quarter" idx="12"/>
          </p:nvPr>
        </p:nvSpPr>
        <p:spPr>
          <a:ln/>
        </p:spPr>
        <p:txBody>
          <a:bodyPr/>
          <a:lstStyle>
            <a:lvl1pPr>
              <a:defRPr/>
            </a:lvl1pPr>
          </a:lstStyle>
          <a:p>
            <a:pPr>
              <a:defRPr/>
            </a:pPr>
            <a:fld id="{23641E75-519A-4A40-8A7C-735469222B5D}" type="slidenum">
              <a:rPr lang="en-US" altLang="id-ID"/>
              <a:pPr>
                <a:defRPr/>
              </a:pPr>
              <a:t>‹#›</a:t>
            </a:fld>
            <a:endParaRPr lang="en-US" altLang="id-ID"/>
          </a:p>
        </p:txBody>
      </p:sp>
    </p:spTree>
    <p:extLst>
      <p:ext uri="{BB962C8B-B14F-4D97-AF65-F5344CB8AC3E}">
        <p14:creationId xmlns:p14="http://schemas.microsoft.com/office/powerpoint/2010/main" val="10775730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32287" y="-28773"/>
            <a:ext cx="9190184" cy="6915547"/>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450504" y="3377425"/>
            <a:ext cx="8239126" cy="952500"/>
          </a:xfrm>
          <a:prstGeom prst="rect">
            <a:avLst/>
          </a:prstGeom>
        </p:spPr>
        <p:txBody>
          <a:bodyPr/>
          <a:lstStyle>
            <a:lvl1pPr marL="0" indent="0" algn="ctr" defTabSz="309534">
              <a:lnSpc>
                <a:spcPct val="100000"/>
              </a:lnSpc>
              <a:spcBef>
                <a:spcPts val="0"/>
              </a:spcBef>
              <a:buSzTx/>
              <a:buNone/>
              <a:defRPr kumimoji="0" sz="1875"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171435" defTabSz="309534">
              <a:lnSpc>
                <a:spcPct val="100000"/>
              </a:lnSpc>
              <a:spcBef>
                <a:spcPts val="0"/>
              </a:spcBef>
              <a:buSzTx/>
              <a:buNone/>
              <a:defRPr sz="2063" b="1"/>
            </a:lvl2pPr>
            <a:lvl3pPr marL="0" indent="342869" defTabSz="309534">
              <a:lnSpc>
                <a:spcPct val="100000"/>
              </a:lnSpc>
              <a:spcBef>
                <a:spcPts val="0"/>
              </a:spcBef>
              <a:buSzTx/>
              <a:buNone/>
              <a:defRPr sz="2063" b="1"/>
            </a:lvl3pPr>
            <a:lvl4pPr marL="0" indent="514303" defTabSz="309534">
              <a:lnSpc>
                <a:spcPct val="100000"/>
              </a:lnSpc>
              <a:spcBef>
                <a:spcPts val="0"/>
              </a:spcBef>
              <a:buSzTx/>
              <a:buNone/>
              <a:defRPr sz="2063" b="1"/>
            </a:lvl4pPr>
            <a:lvl5pPr marL="0" indent="685737" defTabSz="309534">
              <a:lnSpc>
                <a:spcPct val="100000"/>
              </a:lnSpc>
              <a:spcBef>
                <a:spcPts val="0"/>
              </a:spcBef>
              <a:buSzTx/>
              <a:buNone/>
              <a:defRPr sz="2063"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452436" y="1287496"/>
            <a:ext cx="8239127" cy="1958910"/>
          </a:xfrm>
          <a:prstGeom prst="rect">
            <a:avLst/>
          </a:prstGeom>
        </p:spPr>
        <p:txBody>
          <a:bodyPr anchor="b">
            <a:normAutofit/>
          </a:bodyPr>
          <a:lstStyle>
            <a:lvl1pPr algn="ctr">
              <a:defRPr kumimoji="0" sz="45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3771822" y="5769292"/>
            <a:ext cx="1579759" cy="372944"/>
          </a:xfrm>
        </p:spPr>
        <p:txBody>
          <a:bodyPr>
            <a:normAutofit/>
          </a:bodyPr>
          <a:lstStyle>
            <a:lvl1pPr marL="0" indent="0" algn="ctr">
              <a:buNone/>
              <a:def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3771822" y="5550412"/>
            <a:ext cx="1521250" cy="1292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308046">
              <a:lnSpc>
                <a:spcPct val="80000"/>
              </a:lnSpc>
              <a:defRPr sz="3600">
                <a:solidFill>
                  <a:srgbClr val="FFFFFF"/>
                </a:solidFill>
                <a:latin typeface="Open Sans Light"/>
                <a:ea typeface="Open Sans Light"/>
                <a:cs typeface="Open Sans Light"/>
                <a:sym typeface="Open Sans"/>
              </a:defRPr>
            </a:pPr>
            <a:r>
              <a:rPr lang="en-US" sz="1050" dirty="0"/>
              <a:t>SUBJECT MATTER EXPERT</a:t>
            </a:r>
            <a:endParaRPr sz="105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14534" y="379104"/>
            <a:ext cx="1275884" cy="571501"/>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287525" y="379104"/>
            <a:ext cx="985725" cy="571500"/>
          </a:xfrm>
          <a:prstGeom prst="rect">
            <a:avLst/>
          </a:prstGeom>
          <a:ln w="12700">
            <a:miter lim="400000"/>
          </a:ln>
        </p:spPr>
      </p:pic>
    </p:spTree>
    <p:extLst>
      <p:ext uri="{BB962C8B-B14F-4D97-AF65-F5344CB8AC3E}">
        <p14:creationId xmlns:p14="http://schemas.microsoft.com/office/powerpoint/2010/main" val="2748049496"/>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dirty="0"/>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31/07/2024</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12.xml"/><Relationship Id="rId6" Type="http://schemas.microsoft.com/office/2007/relationships/hdphoto" Target="../media/hdphoto2.wdp"/><Relationship Id="rId5" Type="http://schemas.openxmlformats.org/officeDocument/2006/relationships/image" Target="../media/image16.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1.png"/><Relationship Id="rId12" Type="http://schemas.microsoft.com/office/2007/relationships/hdphoto" Target="../media/hdphoto8.wdp"/><Relationship Id="rId2" Type="http://schemas.openxmlformats.org/officeDocument/2006/relationships/image" Target="../media/image18.png"/><Relationship Id="rId1" Type="http://schemas.openxmlformats.org/officeDocument/2006/relationships/slideLayout" Target="../slideLayouts/slideLayout12.xml"/><Relationship Id="rId6" Type="http://schemas.microsoft.com/office/2007/relationships/hdphoto" Target="../media/hdphoto5.wdp"/><Relationship Id="rId11" Type="http://schemas.openxmlformats.org/officeDocument/2006/relationships/image" Target="../media/image23.png"/><Relationship Id="rId5" Type="http://schemas.openxmlformats.org/officeDocument/2006/relationships/image" Target="../media/image20.png"/><Relationship Id="rId10" Type="http://schemas.microsoft.com/office/2007/relationships/hdphoto" Target="../media/hdphoto7.wdp"/><Relationship Id="rId4" Type="http://schemas.microsoft.com/office/2007/relationships/hdphoto" Target="../media/hdphoto4.wdp"/><Relationship Id="rId9" Type="http://schemas.openxmlformats.org/officeDocument/2006/relationships/image" Target="../media/image22.png"/><Relationship Id="rId14" Type="http://schemas.microsoft.com/office/2007/relationships/hdphoto" Target="../media/hdphoto9.wdp"/></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6.jpeg"/></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6.jpe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2.xml"/><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altLang="en-US" sz="2738" dirty="0">
                <a:solidFill>
                  <a:schemeClr val="bg1"/>
                </a:solidFill>
                <a:latin typeface="Arial" panose="020B0604020202020204" pitchFamily="34" charset="0"/>
              </a:rPr>
              <a:t>SCIE6063</a:t>
            </a:r>
          </a:p>
          <a:p>
            <a:r>
              <a:rPr lang="en-US" altLang="en-US" sz="2738" dirty="0">
                <a:solidFill>
                  <a:schemeClr val="bg1"/>
                </a:solidFill>
                <a:latin typeface="Arial" panose="020B0604020202020204" pitchFamily="34" charset="0"/>
              </a:rPr>
              <a:t>COMPUTATIONAL PHYSICS</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a:bodyPr>
          <a:lstStyle/>
          <a:p>
            <a:r>
              <a:rPr lang="en-AU" sz="3600" dirty="0">
                <a:solidFill>
                  <a:schemeClr val="bg1"/>
                </a:solidFill>
              </a:rPr>
              <a:t>Electric Charge and </a:t>
            </a:r>
            <a:br>
              <a:rPr lang="en-AU" sz="3600" dirty="0">
                <a:solidFill>
                  <a:schemeClr val="bg1"/>
                </a:solidFill>
              </a:rPr>
            </a:br>
            <a:r>
              <a:rPr lang="en-AU" sz="3600" dirty="0">
                <a:solidFill>
                  <a:schemeClr val="bg1"/>
                </a:solidFill>
              </a:rPr>
              <a:t>Electric Fields</a:t>
            </a:r>
            <a:br>
              <a:rPr lang="en-AU" sz="3422" dirty="0">
                <a:solidFill>
                  <a:schemeClr val="bg1"/>
                </a:solidFill>
              </a:rPr>
            </a:br>
            <a:r>
              <a:rPr lang="en-US" sz="2395" b="1" dirty="0">
                <a:solidFill>
                  <a:schemeClr val="bg1"/>
                </a:solidFill>
              </a:rPr>
              <a:t>Session  1</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June 2024</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F6D620C-8F8D-4F33-A6B4-48521B4C0A86}"/>
              </a:ext>
            </a:extLst>
          </p:cNvPr>
          <p:cNvSpPr>
            <a:spLocks noGrp="1" noChangeArrowheads="1"/>
          </p:cNvSpPr>
          <p:nvPr>
            <p:ph type="title"/>
          </p:nvPr>
        </p:nvSpPr>
        <p:spPr>
          <a:xfrm>
            <a:off x="3057524" y="849530"/>
            <a:ext cx="5857875" cy="642938"/>
          </a:xfrm>
        </p:spPr>
        <p:txBody>
          <a:bodyPr/>
          <a:lstStyle/>
          <a:p>
            <a:pPr eaLnBrk="1" hangingPunct="1"/>
            <a:r>
              <a:rPr lang="en-US" altLang="id-ID" sz="2400" b="1" dirty="0"/>
              <a:t>Electric Charge</a:t>
            </a:r>
          </a:p>
        </p:txBody>
      </p:sp>
      <p:sp>
        <p:nvSpPr>
          <p:cNvPr id="2" name="Rectangle 1">
            <a:extLst>
              <a:ext uri="{FF2B5EF4-FFF2-40B4-BE49-F238E27FC236}">
                <a16:creationId xmlns:a16="http://schemas.microsoft.com/office/drawing/2014/main" id="{9D4A8EA8-C4E0-4200-A368-B123AAF626CE}"/>
              </a:ext>
            </a:extLst>
          </p:cNvPr>
          <p:cNvSpPr/>
          <p:nvPr/>
        </p:nvSpPr>
        <p:spPr>
          <a:xfrm>
            <a:off x="1219200" y="1752600"/>
            <a:ext cx="7315200" cy="3139321"/>
          </a:xfrm>
          <a:prstGeom prst="rect">
            <a:avLst/>
          </a:prstGeom>
        </p:spPr>
        <p:txBody>
          <a:bodyPr wrap="square">
            <a:spAutoFit/>
          </a:bodyPr>
          <a:lstStyle/>
          <a:p>
            <a:pPr algn="just">
              <a:lnSpc>
                <a:spcPct val="90000"/>
              </a:lnSpc>
            </a:pPr>
            <a:r>
              <a:rPr lang="en-US" sz="2000" dirty="0"/>
              <a:t>Electric charge is the physical property of matter that causes it to experience a force when placed in an electromagnetic field</a:t>
            </a:r>
            <a:endParaRPr lang="en-HK" sz="2000" dirty="0"/>
          </a:p>
          <a:p>
            <a:pPr>
              <a:lnSpc>
                <a:spcPct val="90000"/>
              </a:lnSpc>
            </a:pPr>
            <a:endParaRPr lang="en-HK" altLang="id-ID" sz="2000" b="1" dirty="0"/>
          </a:p>
          <a:p>
            <a:pPr>
              <a:lnSpc>
                <a:spcPct val="90000"/>
              </a:lnSpc>
            </a:pPr>
            <a:r>
              <a:rPr lang="id-ID" altLang="id-ID" sz="2000" b="1" dirty="0"/>
              <a:t>Two </a:t>
            </a:r>
            <a:r>
              <a:rPr lang="en-US" altLang="id-ID" sz="2000" b="1" dirty="0"/>
              <a:t>types</a:t>
            </a:r>
            <a:r>
              <a:rPr lang="id-ID" altLang="id-ID" sz="2000" b="1" dirty="0"/>
              <a:t> of electric charge</a:t>
            </a:r>
            <a:r>
              <a:rPr lang="en-US" altLang="id-ID" sz="2000" b="1" dirty="0"/>
              <a:t>:</a:t>
            </a:r>
            <a:endParaRPr lang="en-HK" altLang="id-ID" sz="2000" b="1" dirty="0"/>
          </a:p>
          <a:p>
            <a:pPr>
              <a:lnSpc>
                <a:spcPct val="90000"/>
              </a:lnSpc>
            </a:pPr>
            <a:r>
              <a:rPr lang="en-HK" altLang="id-ID" sz="2000" dirty="0"/>
              <a:t>T</a:t>
            </a:r>
            <a:r>
              <a:rPr lang="id-ID" altLang="id-ID" sz="2000" dirty="0"/>
              <a:t>he electric charge of a body due to missing or extra electron</a:t>
            </a:r>
          </a:p>
          <a:p>
            <a:pPr lvl="1">
              <a:lnSpc>
                <a:spcPct val="90000"/>
              </a:lnSpc>
              <a:buFontTx/>
              <a:buChar char="-"/>
            </a:pPr>
            <a:r>
              <a:rPr lang="id-ID" altLang="id-ID" sz="2000" dirty="0"/>
              <a:t>The body have positive charge if miss el</a:t>
            </a:r>
            <a:r>
              <a:rPr lang="en-HK" altLang="id-ID" sz="2000" dirty="0"/>
              <a:t>e</a:t>
            </a:r>
            <a:r>
              <a:rPr lang="id-ID" altLang="id-ID" sz="2000" dirty="0"/>
              <a:t>ctron</a:t>
            </a:r>
            <a:endParaRPr lang="en-US" altLang="id-ID" sz="2000" dirty="0"/>
          </a:p>
          <a:p>
            <a:pPr lvl="1">
              <a:lnSpc>
                <a:spcPct val="90000"/>
              </a:lnSpc>
            </a:pPr>
            <a:r>
              <a:rPr lang="en-US" altLang="id-ID" sz="2000" dirty="0"/>
              <a:t>	</a:t>
            </a:r>
            <a:r>
              <a:rPr lang="en-US" altLang="id-ID" sz="2000" dirty="0">
                <a:sym typeface="Wingdings" panose="05000000000000000000" pitchFamily="2" charset="2"/>
              </a:rPr>
              <a:t> </a:t>
            </a:r>
            <a:r>
              <a:rPr lang="en-US" altLang="id-ID" sz="2000" dirty="0"/>
              <a:t>Glass rubbed with silk </a:t>
            </a:r>
            <a:endParaRPr lang="id-ID" altLang="id-ID" sz="2000" dirty="0"/>
          </a:p>
          <a:p>
            <a:pPr lvl="1">
              <a:lnSpc>
                <a:spcPct val="90000"/>
              </a:lnSpc>
              <a:buFontTx/>
              <a:buChar char="-"/>
            </a:pPr>
            <a:r>
              <a:rPr lang="id-ID" altLang="id-ID" sz="2000" dirty="0"/>
              <a:t>The body have negative charge if extra electron</a:t>
            </a:r>
            <a:r>
              <a:rPr lang="en-US" altLang="id-ID" sz="2000" dirty="0"/>
              <a:t>	</a:t>
            </a:r>
          </a:p>
          <a:p>
            <a:pPr lvl="2">
              <a:lnSpc>
                <a:spcPct val="90000"/>
              </a:lnSpc>
              <a:buFont typeface="Wingdings" panose="05000000000000000000" pitchFamily="2" charset="2"/>
              <a:buChar char="à"/>
            </a:pPr>
            <a:r>
              <a:rPr lang="en-US" altLang="id-ID" sz="2000" dirty="0"/>
              <a:t>Rubber/ Plastic rubbed with fur</a:t>
            </a:r>
          </a:p>
          <a:p>
            <a:pPr lvl="2">
              <a:lnSpc>
                <a:spcPct val="90000"/>
              </a:lnSpc>
              <a:buFont typeface="Wingdings" panose="05000000000000000000" pitchFamily="2" charset="2"/>
              <a:buChar char="à"/>
            </a:pPr>
            <a:endParaRPr lang="id-ID" altLang="id-ID" sz="2000" dirty="0"/>
          </a:p>
          <a:p>
            <a:pPr>
              <a:lnSpc>
                <a:spcPct val="90000"/>
              </a:lnSpc>
            </a:pPr>
            <a:r>
              <a:rPr lang="en-US" altLang="id-ID" sz="2000" dirty="0"/>
              <a:t>Units</a:t>
            </a:r>
            <a:r>
              <a:rPr lang="id-ID" altLang="id-ID" sz="2000" dirty="0"/>
              <a:t> of charge</a:t>
            </a:r>
            <a:r>
              <a:rPr lang="en-US" altLang="id-ID" sz="2000" dirty="0"/>
              <a:t> is measured in Coulombs</a:t>
            </a:r>
            <a:r>
              <a:rPr lang="id-ID" altLang="id-ID" sz="2000" dirty="0"/>
              <a:t> (abbreviated  C)</a:t>
            </a:r>
            <a:endParaRPr lang="en-HK" altLang="id-ID" sz="2000" dirty="0"/>
          </a:p>
        </p:txBody>
      </p:sp>
      <p:sp>
        <p:nvSpPr>
          <p:cNvPr id="3" name="Rectangle 2">
            <a:extLst>
              <a:ext uri="{FF2B5EF4-FFF2-40B4-BE49-F238E27FC236}">
                <a16:creationId xmlns:a16="http://schemas.microsoft.com/office/drawing/2014/main" id="{FE17AFE4-56D9-43F3-BD4A-F36D90BE13FE}"/>
              </a:ext>
            </a:extLst>
          </p:cNvPr>
          <p:cNvSpPr/>
          <p:nvPr/>
        </p:nvSpPr>
        <p:spPr>
          <a:xfrm>
            <a:off x="2709862" y="5181600"/>
            <a:ext cx="3276600" cy="923330"/>
          </a:xfrm>
          <a:prstGeom prst="rect">
            <a:avLst/>
          </a:prstGeom>
        </p:spPr>
        <p:txBody>
          <a:bodyPr wrap="square">
            <a:spAutoFit/>
          </a:bodyPr>
          <a:lstStyle/>
          <a:p>
            <a:pPr algn="ctr">
              <a:lnSpc>
                <a:spcPct val="90000"/>
              </a:lnSpc>
            </a:pPr>
            <a:r>
              <a:rPr lang="en-US" altLang="id-ID" sz="2000" b="1" dirty="0"/>
              <a:t>Empirical Observations:</a:t>
            </a:r>
          </a:p>
          <a:p>
            <a:pPr algn="ctr">
              <a:lnSpc>
                <a:spcPct val="90000"/>
              </a:lnSpc>
            </a:pPr>
            <a:r>
              <a:rPr lang="en-US" altLang="id-ID" sz="2000" dirty="0"/>
              <a:t>Like charges </a:t>
            </a:r>
            <a:r>
              <a:rPr lang="en-US" altLang="id-ID" sz="2000" b="1" dirty="0"/>
              <a:t>repel</a:t>
            </a:r>
          </a:p>
          <a:p>
            <a:pPr algn="ctr">
              <a:lnSpc>
                <a:spcPct val="90000"/>
              </a:lnSpc>
            </a:pPr>
            <a:r>
              <a:rPr lang="en-US" altLang="id-ID" sz="2000" dirty="0"/>
              <a:t>Unlike charges </a:t>
            </a:r>
            <a:r>
              <a:rPr lang="en-US" altLang="id-ID" sz="2000" b="1" dirty="0"/>
              <a:t>attract </a:t>
            </a:r>
            <a:endParaRPr lang="en-HK"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56D015F-CA49-45E3-AABD-92FE7372C710}"/>
              </a:ext>
            </a:extLst>
          </p:cNvPr>
          <p:cNvSpPr>
            <a:spLocks noGrp="1" noChangeArrowheads="1"/>
          </p:cNvSpPr>
          <p:nvPr>
            <p:ph type="title"/>
          </p:nvPr>
        </p:nvSpPr>
        <p:spPr>
          <a:xfrm>
            <a:off x="571500" y="1000125"/>
            <a:ext cx="7772400" cy="714375"/>
          </a:xfrm>
        </p:spPr>
        <p:txBody>
          <a:bodyPr/>
          <a:lstStyle/>
          <a:p>
            <a:pPr eaLnBrk="1" hangingPunct="1"/>
            <a:r>
              <a:rPr lang="en-US" altLang="id-ID" sz="2400" b="1" u="sng" dirty="0"/>
              <a:t>Charge Properties</a:t>
            </a:r>
          </a:p>
        </p:txBody>
      </p:sp>
      <p:sp>
        <p:nvSpPr>
          <p:cNvPr id="7171" name="Rectangle 3">
            <a:extLst>
              <a:ext uri="{FF2B5EF4-FFF2-40B4-BE49-F238E27FC236}">
                <a16:creationId xmlns:a16="http://schemas.microsoft.com/office/drawing/2014/main" id="{BC7A95AA-A28C-43AC-B229-A12960912491}"/>
              </a:ext>
            </a:extLst>
          </p:cNvPr>
          <p:cNvSpPr>
            <a:spLocks noGrp="1" noChangeArrowheads="1"/>
          </p:cNvSpPr>
          <p:nvPr>
            <p:ph type="body" idx="1"/>
          </p:nvPr>
        </p:nvSpPr>
        <p:spPr>
          <a:xfrm>
            <a:off x="914400" y="1643063"/>
            <a:ext cx="7872413" cy="4929187"/>
          </a:xfrm>
        </p:spPr>
        <p:txBody>
          <a:bodyPr/>
          <a:lstStyle/>
          <a:p>
            <a:pPr eaLnBrk="1" hangingPunct="1"/>
            <a:r>
              <a:rPr lang="en-US" altLang="id-ID" sz="2400" b="1" dirty="0"/>
              <a:t>Conservation</a:t>
            </a:r>
          </a:p>
          <a:p>
            <a:pPr lvl="1" eaLnBrk="1" hangingPunct="1"/>
            <a:r>
              <a:rPr lang="en-US" altLang="id-ID" b="1" dirty="0"/>
              <a:t>Charge is not created or destroyed, only  transferred.</a:t>
            </a:r>
          </a:p>
          <a:p>
            <a:pPr lvl="1" eaLnBrk="1" hangingPunct="1"/>
            <a:r>
              <a:rPr lang="en-US" altLang="id-ID" b="1" dirty="0"/>
              <a:t>The net amount of electric charge produced in any process is zero.</a:t>
            </a:r>
          </a:p>
          <a:p>
            <a:pPr marL="457200" lvl="1" indent="0" eaLnBrk="1" hangingPunct="1">
              <a:buNone/>
            </a:pPr>
            <a:endParaRPr lang="en-US" altLang="id-ID" b="1" dirty="0"/>
          </a:p>
          <a:p>
            <a:pPr eaLnBrk="1" hangingPunct="1"/>
            <a:r>
              <a:rPr lang="en-US" altLang="id-ID" sz="2400" b="1" dirty="0"/>
              <a:t>Quantization</a:t>
            </a:r>
          </a:p>
          <a:p>
            <a:pPr lvl="1" eaLnBrk="1" hangingPunct="1"/>
            <a:r>
              <a:rPr lang="en-US" altLang="id-ID" sz="2400" b="1" dirty="0"/>
              <a:t>The smallest unit of charge is that on an electron or proton. (e = 1.6 x 10</a:t>
            </a:r>
            <a:r>
              <a:rPr lang="en-US" altLang="id-ID" sz="2400" b="1" baseline="30000" dirty="0"/>
              <a:t>-19</a:t>
            </a:r>
            <a:r>
              <a:rPr lang="en-US" altLang="id-ID" sz="2400" b="1" dirty="0"/>
              <a:t> C)</a:t>
            </a:r>
          </a:p>
          <a:p>
            <a:pPr lvl="2" eaLnBrk="1" hangingPunct="1"/>
            <a:r>
              <a:rPr lang="en-US" altLang="id-ID" b="1" dirty="0"/>
              <a:t>It is impossible to have less charge than this</a:t>
            </a:r>
          </a:p>
          <a:p>
            <a:pPr lvl="2" eaLnBrk="1" hangingPunct="1"/>
            <a:r>
              <a:rPr lang="en-US" altLang="id-ID" b="1" dirty="0"/>
              <a:t>It is possible to have integer multiples of this charge, </a:t>
            </a:r>
            <a:r>
              <a:rPr lang="en-US" altLang="id-ID" sz="2800" b="1" i="1" dirty="0">
                <a:solidFill>
                  <a:srgbClr val="002060"/>
                </a:solidFill>
              </a:rPr>
              <a:t>q = ne   n = </a:t>
            </a:r>
            <a:r>
              <a:rPr lang="en-US" altLang="id-ID" sz="2800" b="1" i="1" dirty="0">
                <a:solidFill>
                  <a:srgbClr val="002060"/>
                </a:solidFill>
                <a:latin typeface="Arial" panose="020B0604020202020204" pitchFamily="34" charset="0"/>
                <a:cs typeface="Arial" panose="020B0604020202020204" pitchFamily="34" charset="0"/>
              </a:rPr>
              <a:t>±1, ±2, ±3, ……….</a:t>
            </a:r>
            <a:endParaRPr lang="en-US" altLang="id-ID" sz="2800" b="1" i="1" dirty="0">
              <a:solidFill>
                <a:srgbClr val="002060"/>
              </a:solidFill>
            </a:endParaRPr>
          </a:p>
          <a:p>
            <a:pPr lvl="1" eaLnBrk="1" hangingPunct="1"/>
            <a:endParaRPr lang="en-US" altLang="id-ID" b="1" dirty="0"/>
          </a:p>
          <a:p>
            <a:pPr eaLnBrk="1" hangingPunct="1">
              <a:buFontTx/>
              <a:buNone/>
            </a:pPr>
            <a:endParaRPr lang="en-US" altLang="id-ID" sz="2800" dirty="0"/>
          </a:p>
        </p:txBody>
      </p:sp>
      <p:sp>
        <p:nvSpPr>
          <p:cNvPr id="7172" name="Rectangle 3">
            <a:extLst>
              <a:ext uri="{FF2B5EF4-FFF2-40B4-BE49-F238E27FC236}">
                <a16:creationId xmlns:a16="http://schemas.microsoft.com/office/drawing/2014/main" id="{97F0FB0C-5003-4848-BC55-483B4ABB1CE1}"/>
              </a:ext>
            </a:extLst>
          </p:cNvPr>
          <p:cNvSpPr>
            <a:spLocks noChangeArrowheads="1"/>
          </p:cNvSpPr>
          <p:nvPr/>
        </p:nvSpPr>
        <p:spPr bwMode="auto">
          <a:xfrm>
            <a:off x="3286125" y="500063"/>
            <a:ext cx="2500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Electric Charge</a:t>
            </a:r>
            <a:endParaRPr lang="en-US" altLang="id-ID"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5">
            <a:extLst>
              <a:ext uri="{FF2B5EF4-FFF2-40B4-BE49-F238E27FC236}">
                <a16:creationId xmlns:a16="http://schemas.microsoft.com/office/drawing/2014/main" id="{B9322485-2E77-4EB4-BAA9-0ADC5BFD5E02}"/>
              </a:ext>
            </a:extLst>
          </p:cNvPr>
          <p:cNvSpPr txBox="1">
            <a:spLocks noChangeArrowheads="1"/>
          </p:cNvSpPr>
          <p:nvPr/>
        </p:nvSpPr>
        <p:spPr bwMode="auto">
          <a:xfrm>
            <a:off x="1143000" y="5417403"/>
            <a:ext cx="7727950" cy="830997"/>
          </a:xfrm>
          <a:prstGeom prst="rect">
            <a:avLst/>
          </a:prstGeom>
          <a:noFill/>
          <a:ln w="9525">
            <a:noFill/>
            <a:miter lim="800000"/>
            <a:headEnd/>
            <a:tailEnd/>
          </a:ln>
        </p:spPr>
        <p:txBody>
          <a:bodyPr wrap="square">
            <a:spAutoFit/>
          </a:bodyPr>
          <a:lstStyle/>
          <a:p>
            <a:pPr eaLnBrk="1" hangingPunct="1">
              <a:defRPr/>
            </a:pPr>
            <a:r>
              <a:rPr lang="en-US" sz="2400" b="1" dirty="0">
                <a:solidFill>
                  <a:schemeClr val="accent6">
                    <a:lumMod val="75000"/>
                  </a:schemeClr>
                </a:solidFill>
              </a:rPr>
              <a:t>Charge is a </a:t>
            </a:r>
            <a:r>
              <a:rPr lang="en-US" sz="2400" b="1" i="1" dirty="0">
                <a:solidFill>
                  <a:schemeClr val="accent6">
                    <a:lumMod val="75000"/>
                  </a:schemeClr>
                </a:solidFill>
              </a:rPr>
              <a:t>property</a:t>
            </a:r>
            <a:r>
              <a:rPr lang="en-US" sz="2400" b="1" dirty="0">
                <a:solidFill>
                  <a:schemeClr val="accent6">
                    <a:lumMod val="75000"/>
                  </a:schemeClr>
                </a:solidFill>
              </a:rPr>
              <a:t> of particles, one of many properties, such as mass.</a:t>
            </a:r>
          </a:p>
        </p:txBody>
      </p:sp>
      <p:sp>
        <p:nvSpPr>
          <p:cNvPr id="8195" name="Rectangle 3">
            <a:extLst>
              <a:ext uri="{FF2B5EF4-FFF2-40B4-BE49-F238E27FC236}">
                <a16:creationId xmlns:a16="http://schemas.microsoft.com/office/drawing/2014/main" id="{540997D2-4455-416C-B86D-F10890980C1F}"/>
              </a:ext>
            </a:extLst>
          </p:cNvPr>
          <p:cNvSpPr>
            <a:spLocks noChangeArrowheads="1"/>
          </p:cNvSpPr>
          <p:nvPr/>
        </p:nvSpPr>
        <p:spPr bwMode="auto">
          <a:xfrm>
            <a:off x="3595687" y="909638"/>
            <a:ext cx="37195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3200" b="1" dirty="0">
                <a:solidFill>
                  <a:srgbClr val="0070C0"/>
                </a:solidFill>
                <a:latin typeface="Arial" panose="020B0604020202020204" pitchFamily="34" charset="0"/>
              </a:rPr>
              <a:t>Electric Charge</a:t>
            </a:r>
            <a:endParaRPr lang="en-US" altLang="id-ID" sz="3200" dirty="0">
              <a:solidFill>
                <a:srgbClr val="0070C0"/>
              </a:solidFill>
              <a:latin typeface="Arial" panose="020B0604020202020204" pitchFamily="34" charset="0"/>
            </a:endParaRPr>
          </a:p>
        </p:txBody>
      </p:sp>
      <p:graphicFrame>
        <p:nvGraphicFramePr>
          <p:cNvPr id="6" name="Table 5">
            <a:extLst>
              <a:ext uri="{FF2B5EF4-FFF2-40B4-BE49-F238E27FC236}">
                <a16:creationId xmlns:a16="http://schemas.microsoft.com/office/drawing/2014/main" id="{8A364333-F445-42CF-B5A6-86DB62228982}"/>
              </a:ext>
            </a:extLst>
          </p:cNvPr>
          <p:cNvGraphicFramePr>
            <a:graphicFrameLocks noGrp="1"/>
          </p:cNvGraphicFramePr>
          <p:nvPr>
            <p:extLst>
              <p:ext uri="{D42A27DB-BD31-4B8C-83A1-F6EECF244321}">
                <p14:modId xmlns:p14="http://schemas.microsoft.com/office/powerpoint/2010/main" val="4265292660"/>
              </p:ext>
            </p:extLst>
          </p:nvPr>
        </p:nvGraphicFramePr>
        <p:xfrm>
          <a:off x="1428750" y="2336066"/>
          <a:ext cx="6286500" cy="2674935"/>
        </p:xfrm>
        <a:graphic>
          <a:graphicData uri="http://schemas.openxmlformats.org/drawingml/2006/table">
            <a:tbl>
              <a:tblPr/>
              <a:tblGrid>
                <a:gridCol w="2212975">
                  <a:extLst>
                    <a:ext uri="{9D8B030D-6E8A-4147-A177-3AD203B41FA5}">
                      <a16:colId xmlns:a16="http://schemas.microsoft.com/office/drawing/2014/main" val="20000"/>
                    </a:ext>
                  </a:extLst>
                </a:gridCol>
                <a:gridCol w="2214563">
                  <a:extLst>
                    <a:ext uri="{9D8B030D-6E8A-4147-A177-3AD203B41FA5}">
                      <a16:colId xmlns:a16="http://schemas.microsoft.com/office/drawing/2014/main" val="20001"/>
                    </a:ext>
                  </a:extLst>
                </a:gridCol>
                <a:gridCol w="1858962">
                  <a:extLst>
                    <a:ext uri="{9D8B030D-6E8A-4147-A177-3AD203B41FA5}">
                      <a16:colId xmlns:a16="http://schemas.microsoft.com/office/drawing/2014/main" val="20002"/>
                    </a:ext>
                  </a:extLst>
                </a:gridCol>
              </a:tblGrid>
              <a:tr h="528637">
                <a:tc gridSpan="3">
                  <a:txBody>
                    <a:bodyPr/>
                    <a:lstStyle/>
                    <a:p>
                      <a:pPr marL="0" marR="0" lvl="0" indent="0" algn="ctr" defTabSz="914400" rtl="0" eaLnBrk="1" fontAlgn="base" latinLnBrk="0" hangingPunct="1">
                        <a:lnSpc>
                          <a:spcPct val="115000"/>
                        </a:lnSpc>
                        <a:spcBef>
                          <a:spcPts val="600"/>
                        </a:spcBef>
                        <a:spcAft>
                          <a:spcPts val="600"/>
                        </a:spcAft>
                        <a:buClrTx/>
                        <a:buSzTx/>
                        <a:buFontTx/>
                        <a:buNone/>
                        <a:tabLst/>
                      </a:pPr>
                      <a:r>
                        <a:rPr kumimoji="0" lang="en-US" sz="2400" b="1" i="0" u="none" strike="noStrike" cap="none" normalizeH="0" baseline="0">
                          <a:ln>
                            <a:noFill/>
                          </a:ln>
                          <a:solidFill>
                            <a:schemeClr val="tx1"/>
                          </a:solidFill>
                          <a:effectLst/>
                          <a:latin typeface="Arial" charset="0"/>
                          <a:cs typeface="Times New Roman" pitchFamily="18" charset="0"/>
                        </a:rPr>
                        <a:t>Table 1. The Charges of Three Particles</a:t>
                      </a:r>
                      <a:endParaRPr kumimoji="0" lang="en-US" sz="2400" b="0"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SG"/>
                    </a:p>
                  </a:txBody>
                  <a:tcPr/>
                </a:tc>
                <a:tc hMerge="1">
                  <a:txBody>
                    <a:bodyPr/>
                    <a:lstStyle/>
                    <a:p>
                      <a:endParaRPr lang="en-SG"/>
                    </a:p>
                  </a:txBody>
                  <a:tcPr/>
                </a:tc>
                <a:extLst>
                  <a:ext uri="{0D108BD9-81ED-4DB2-BD59-A6C34878D82A}">
                    <a16:rowId xmlns:a16="http://schemas.microsoft.com/office/drawing/2014/main" val="10000"/>
                  </a:ext>
                </a:extLst>
              </a:tr>
              <a:tr h="512762">
                <a:tc>
                  <a:txBody>
                    <a:bodyPr/>
                    <a:lstStyle/>
                    <a:p>
                      <a:pPr marL="0" marR="0" lvl="0" indent="0" algn="l" defTabSz="914400" rtl="0" eaLnBrk="1" fontAlgn="base" latinLnBrk="0" hangingPunct="1">
                        <a:lnSpc>
                          <a:spcPct val="115000"/>
                        </a:lnSpc>
                        <a:spcBef>
                          <a:spcPts val="600"/>
                        </a:spcBef>
                        <a:spcAft>
                          <a:spcPts val="600"/>
                        </a:spcAft>
                        <a:buClrTx/>
                        <a:buSzTx/>
                        <a:buFontTx/>
                        <a:buNone/>
                        <a:tabLst/>
                      </a:pPr>
                      <a:r>
                        <a:rPr kumimoji="0" lang="en-US" sz="2400" b="1" i="0" u="none" strike="noStrike" cap="none" normalizeH="0" baseline="0">
                          <a:ln>
                            <a:noFill/>
                          </a:ln>
                          <a:solidFill>
                            <a:schemeClr val="tx1"/>
                          </a:solidFill>
                          <a:effectLst/>
                          <a:latin typeface="Arial" charset="0"/>
                          <a:cs typeface="Times New Roman" pitchFamily="18" charset="0"/>
                        </a:rPr>
                        <a:t>Particle</a:t>
                      </a:r>
                      <a:endParaRPr kumimoji="0" lang="en-US" sz="2400" b="0"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ts val="600"/>
                        </a:spcAft>
                        <a:buClrTx/>
                        <a:buSzTx/>
                        <a:buFontTx/>
                        <a:buNone/>
                        <a:tabLst/>
                      </a:pPr>
                      <a:r>
                        <a:rPr kumimoji="0" lang="en-US" sz="2400" b="1" i="0" u="none" strike="noStrike" cap="none" normalizeH="0" baseline="0">
                          <a:ln>
                            <a:noFill/>
                          </a:ln>
                          <a:solidFill>
                            <a:schemeClr val="tx1"/>
                          </a:solidFill>
                          <a:effectLst/>
                          <a:latin typeface="Arial" charset="0"/>
                          <a:cs typeface="Times New Roman" pitchFamily="18" charset="0"/>
                        </a:rPr>
                        <a:t>Symbol</a:t>
                      </a:r>
                      <a:endParaRPr kumimoji="0" lang="en-US" sz="2400" b="0"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ts val="600"/>
                        </a:spcAft>
                        <a:buClrTx/>
                        <a:buSzTx/>
                        <a:buFontTx/>
                        <a:buNone/>
                        <a:tabLst/>
                      </a:pPr>
                      <a:r>
                        <a:rPr kumimoji="0" lang="en-US" sz="2400" b="1" i="0" u="none" strike="noStrike" cap="none" normalizeH="0" baseline="0">
                          <a:ln>
                            <a:noFill/>
                          </a:ln>
                          <a:solidFill>
                            <a:schemeClr val="tx1"/>
                          </a:solidFill>
                          <a:effectLst/>
                          <a:latin typeface="Arial" charset="0"/>
                          <a:cs typeface="Times New Roman" pitchFamily="18" charset="0"/>
                        </a:rPr>
                        <a:t>Charge</a:t>
                      </a:r>
                      <a:endParaRPr kumimoji="0" lang="en-US" sz="2400" b="0"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2762">
                <a:tc>
                  <a:txBody>
                    <a:bodyPr/>
                    <a:lstStyle/>
                    <a:p>
                      <a:pPr marL="0" marR="0" lvl="0" indent="0" algn="l" defTabSz="914400" rtl="0" eaLnBrk="1" fontAlgn="base" latinLnBrk="0" hangingPunct="1">
                        <a:lnSpc>
                          <a:spcPct val="115000"/>
                        </a:lnSpc>
                        <a:spcBef>
                          <a:spcPct val="0"/>
                        </a:spcBef>
                        <a:spcAft>
                          <a:spcPts val="600"/>
                        </a:spcAft>
                        <a:buClrTx/>
                        <a:buSzTx/>
                        <a:buFontTx/>
                        <a:buNone/>
                        <a:tabLst/>
                      </a:pPr>
                      <a:r>
                        <a:rPr kumimoji="0" lang="en-US" sz="2400" b="1" i="0" u="none" strike="noStrike" cap="none" normalizeH="0" baseline="0">
                          <a:ln>
                            <a:noFill/>
                          </a:ln>
                          <a:solidFill>
                            <a:schemeClr val="tx1"/>
                          </a:solidFill>
                          <a:effectLst/>
                          <a:latin typeface="Arial" charset="0"/>
                          <a:cs typeface="Times New Roman" pitchFamily="18" charset="0"/>
                        </a:rPr>
                        <a:t>Electron</a:t>
                      </a:r>
                      <a:endParaRPr kumimoji="0" lang="en-US" sz="2400" b="0"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ts val="600"/>
                        </a:spcAft>
                        <a:buClrTx/>
                        <a:buSzTx/>
                        <a:buFontTx/>
                        <a:buNone/>
                        <a:tabLst/>
                      </a:pPr>
                      <a:r>
                        <a:rPr kumimoji="0" lang="en-US" sz="2400" b="1" i="0" u="none" strike="noStrike" cap="none" normalizeH="0" baseline="0">
                          <a:ln>
                            <a:noFill/>
                          </a:ln>
                          <a:solidFill>
                            <a:schemeClr val="tx1"/>
                          </a:solidFill>
                          <a:effectLst/>
                          <a:latin typeface="Arial" charset="0"/>
                          <a:cs typeface="Times New Roman" pitchFamily="18" charset="0"/>
                        </a:rPr>
                        <a:t>e or e</a:t>
                      </a:r>
                      <a:r>
                        <a:rPr kumimoji="0" lang="en-US" sz="2400" b="1" i="0" u="none" strike="noStrike" cap="none" normalizeH="0" baseline="30000">
                          <a:ln>
                            <a:noFill/>
                          </a:ln>
                          <a:solidFill>
                            <a:schemeClr val="tx1"/>
                          </a:solidFill>
                          <a:effectLst/>
                          <a:latin typeface="Arial" charset="0"/>
                          <a:cs typeface="Times New Roman" pitchFamily="18" charset="0"/>
                        </a:rPr>
                        <a:t>-</a:t>
                      </a:r>
                      <a:endParaRPr kumimoji="0" lang="en-US" sz="2400" b="0"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ts val="600"/>
                        </a:spcAft>
                        <a:buClrTx/>
                        <a:buSzTx/>
                        <a:buFontTx/>
                        <a:buNone/>
                        <a:tabLst/>
                      </a:pPr>
                      <a:r>
                        <a:rPr kumimoji="0" lang="en-US" sz="2400" b="1" i="0" u="none" strike="noStrike" cap="none" normalizeH="0" baseline="0">
                          <a:ln>
                            <a:noFill/>
                          </a:ln>
                          <a:solidFill>
                            <a:schemeClr val="tx1"/>
                          </a:solidFill>
                          <a:effectLst/>
                          <a:latin typeface="Arial" charset="0"/>
                          <a:cs typeface="Times New Roman" pitchFamily="18" charset="0"/>
                        </a:rPr>
                        <a:t>-e</a:t>
                      </a:r>
                      <a:endParaRPr kumimoji="0" lang="en-US" sz="2400" b="0"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8012">
                <a:tc>
                  <a:txBody>
                    <a:bodyPr/>
                    <a:lstStyle/>
                    <a:p>
                      <a:pPr marL="0" marR="0" lvl="0" indent="0" algn="l" defTabSz="914400" rtl="0" eaLnBrk="1" fontAlgn="base" latinLnBrk="0" hangingPunct="1">
                        <a:lnSpc>
                          <a:spcPct val="115000"/>
                        </a:lnSpc>
                        <a:spcBef>
                          <a:spcPct val="0"/>
                        </a:spcBef>
                        <a:spcAft>
                          <a:spcPts val="600"/>
                        </a:spcAft>
                        <a:buClrTx/>
                        <a:buSzTx/>
                        <a:buFontTx/>
                        <a:buNone/>
                        <a:tabLst/>
                      </a:pPr>
                      <a:r>
                        <a:rPr kumimoji="0" lang="en-US" sz="2400" b="1" i="0" u="none" strike="noStrike" cap="none" normalizeH="0" baseline="0">
                          <a:ln>
                            <a:noFill/>
                          </a:ln>
                          <a:solidFill>
                            <a:schemeClr val="tx1"/>
                          </a:solidFill>
                          <a:effectLst/>
                          <a:latin typeface="Arial" charset="0"/>
                          <a:cs typeface="Times New Roman" pitchFamily="18" charset="0"/>
                        </a:rPr>
                        <a:t>Proton</a:t>
                      </a:r>
                      <a:endParaRPr kumimoji="0" lang="en-US" sz="2400" b="0"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ts val="600"/>
                        </a:spcAft>
                        <a:buClrTx/>
                        <a:buSzTx/>
                        <a:buFontTx/>
                        <a:buNone/>
                        <a:tabLst/>
                      </a:pPr>
                      <a:r>
                        <a:rPr kumimoji="0" lang="en-US" sz="2400" b="1" i="0" u="none" strike="noStrike" cap="none" normalizeH="0" baseline="0" dirty="0">
                          <a:ln>
                            <a:noFill/>
                          </a:ln>
                          <a:solidFill>
                            <a:schemeClr val="tx1"/>
                          </a:solidFill>
                          <a:effectLst/>
                          <a:latin typeface="Arial" charset="0"/>
                          <a:cs typeface="Times New Roman" pitchFamily="18" charset="0"/>
                        </a:rPr>
                        <a:t>P</a:t>
                      </a:r>
                      <a:endParaRPr kumimoji="0" lang="en-US" sz="2400" b="0" i="0" u="none" strike="noStrike" cap="none" normalizeH="0" baseline="0" dirty="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ts val="600"/>
                        </a:spcAft>
                        <a:buClrTx/>
                        <a:buSzTx/>
                        <a:buFontTx/>
                        <a:buNone/>
                        <a:tabLst/>
                      </a:pPr>
                      <a:r>
                        <a:rPr kumimoji="0" lang="en-US" sz="2400" b="1" i="0" u="none" strike="noStrike" cap="none" normalizeH="0" baseline="0">
                          <a:ln>
                            <a:noFill/>
                          </a:ln>
                          <a:solidFill>
                            <a:schemeClr val="tx1"/>
                          </a:solidFill>
                          <a:effectLst/>
                          <a:latin typeface="Arial" charset="0"/>
                          <a:cs typeface="Times New Roman" pitchFamily="18" charset="0"/>
                        </a:rPr>
                        <a:t>+e</a:t>
                      </a:r>
                      <a:endParaRPr kumimoji="0" lang="en-US" sz="2400" b="0"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2762">
                <a:tc>
                  <a:txBody>
                    <a:bodyPr/>
                    <a:lstStyle/>
                    <a:p>
                      <a:pPr marL="0" marR="0" lvl="0" indent="0" algn="l" defTabSz="914400" rtl="0" eaLnBrk="1" fontAlgn="base" latinLnBrk="0" hangingPunct="1">
                        <a:lnSpc>
                          <a:spcPct val="115000"/>
                        </a:lnSpc>
                        <a:spcBef>
                          <a:spcPct val="0"/>
                        </a:spcBef>
                        <a:spcAft>
                          <a:spcPts val="600"/>
                        </a:spcAft>
                        <a:buClrTx/>
                        <a:buSzTx/>
                        <a:buFontTx/>
                        <a:buNone/>
                        <a:tabLst/>
                      </a:pPr>
                      <a:r>
                        <a:rPr kumimoji="0" lang="en-US" sz="2400" b="1" i="0" u="none" strike="noStrike" cap="none" normalizeH="0" baseline="0">
                          <a:ln>
                            <a:noFill/>
                          </a:ln>
                          <a:solidFill>
                            <a:schemeClr val="tx1"/>
                          </a:solidFill>
                          <a:effectLst/>
                          <a:latin typeface="Arial" charset="0"/>
                          <a:cs typeface="Times New Roman" pitchFamily="18" charset="0"/>
                        </a:rPr>
                        <a:t>Neutron</a:t>
                      </a:r>
                      <a:endParaRPr kumimoji="0" lang="en-US" sz="2400" b="0"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ts val="600"/>
                        </a:spcAft>
                        <a:buClrTx/>
                        <a:buSzTx/>
                        <a:buFontTx/>
                        <a:buNone/>
                        <a:tabLst/>
                      </a:pPr>
                      <a:r>
                        <a:rPr kumimoji="0" lang="en-US" sz="2400" b="1" i="0" u="none" strike="noStrike" cap="none" normalizeH="0" baseline="0">
                          <a:ln>
                            <a:noFill/>
                          </a:ln>
                          <a:solidFill>
                            <a:schemeClr val="tx1"/>
                          </a:solidFill>
                          <a:effectLst/>
                          <a:latin typeface="Arial" charset="0"/>
                          <a:cs typeface="Times New Roman" pitchFamily="18" charset="0"/>
                        </a:rPr>
                        <a:t>n</a:t>
                      </a:r>
                      <a:endParaRPr kumimoji="0" lang="en-US" sz="2400" b="0" i="0" u="none" strike="noStrike" cap="none" normalizeH="0" baseline="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ts val="600"/>
                        </a:spcAft>
                        <a:buClrTx/>
                        <a:buSzTx/>
                        <a:buFontTx/>
                        <a:buNone/>
                        <a:tabLst/>
                      </a:pPr>
                      <a:r>
                        <a:rPr kumimoji="0" lang="en-US" sz="2400" b="1" i="0" u="none" strike="noStrike" cap="none" normalizeH="0" baseline="0" dirty="0">
                          <a:ln>
                            <a:noFill/>
                          </a:ln>
                          <a:solidFill>
                            <a:schemeClr val="tx1"/>
                          </a:solidFill>
                          <a:effectLst/>
                          <a:latin typeface="Arial" charset="0"/>
                          <a:cs typeface="Times New Roman" pitchFamily="18" charset="0"/>
                        </a:rPr>
                        <a:t>0</a:t>
                      </a:r>
                      <a:endParaRPr kumimoji="0" lang="en-US" sz="2400" b="0" i="0" u="none" strike="noStrike" cap="none" normalizeH="0" baseline="0" dirty="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1">
            <a:extLst>
              <a:ext uri="{FF2B5EF4-FFF2-40B4-BE49-F238E27FC236}">
                <a16:creationId xmlns:a16="http://schemas.microsoft.com/office/drawing/2014/main" id="{3B674D75-AC72-4421-A0C7-E88BD01AC971}"/>
              </a:ext>
            </a:extLst>
          </p:cNvPr>
          <p:cNvSpPr txBox="1">
            <a:spLocks noChangeArrowheads="1"/>
          </p:cNvSpPr>
          <p:nvPr/>
        </p:nvSpPr>
        <p:spPr bwMode="auto">
          <a:xfrm>
            <a:off x="3181350" y="914400"/>
            <a:ext cx="47596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Conductors and Insulators</a:t>
            </a:r>
          </a:p>
        </p:txBody>
      </p:sp>
      <p:sp>
        <p:nvSpPr>
          <p:cNvPr id="9219" name="TextBox 6">
            <a:extLst>
              <a:ext uri="{FF2B5EF4-FFF2-40B4-BE49-F238E27FC236}">
                <a16:creationId xmlns:a16="http://schemas.microsoft.com/office/drawing/2014/main" id="{E6AE4228-5C4F-40C5-8A67-F2708F276490}"/>
              </a:ext>
            </a:extLst>
          </p:cNvPr>
          <p:cNvSpPr txBox="1">
            <a:spLocks noChangeArrowheads="1"/>
          </p:cNvSpPr>
          <p:nvPr/>
        </p:nvSpPr>
        <p:spPr bwMode="auto">
          <a:xfrm>
            <a:off x="1143000" y="1752600"/>
            <a:ext cx="7824788"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solidFill>
                  <a:srgbClr val="FF0000"/>
                </a:solidFill>
                <a:latin typeface="Arial" panose="020B0604020202020204" pitchFamily="34" charset="0"/>
              </a:rPr>
              <a:t>Conductors</a:t>
            </a:r>
            <a:r>
              <a:rPr lang="en-US" altLang="id-ID" sz="2000" b="1" dirty="0">
                <a:latin typeface="Arial" panose="020B0604020202020204" pitchFamily="34" charset="0"/>
              </a:rPr>
              <a:t> are materials through which charge can move freely; examples include metals (such as </a:t>
            </a:r>
            <a:r>
              <a:rPr lang="en-US" altLang="id-ID" sz="2000" b="1" i="1" dirty="0">
                <a:latin typeface="Arial" panose="020B0604020202020204" pitchFamily="34" charset="0"/>
              </a:rPr>
              <a:t>copper in common lamp wire), the human body, and tap water</a:t>
            </a:r>
            <a:r>
              <a:rPr lang="en-US" altLang="id-ID" sz="2000" b="1" dirty="0">
                <a:latin typeface="Arial" panose="020B0604020202020204" pitchFamily="34" charset="0"/>
              </a:rPr>
              <a:t>. </a:t>
            </a: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i="1" dirty="0">
                <a:solidFill>
                  <a:srgbClr val="FF0000"/>
                </a:solidFill>
                <a:latin typeface="Arial" panose="020B0604020202020204" pitchFamily="34" charset="0"/>
              </a:rPr>
              <a:t>Nonconductors</a:t>
            </a:r>
            <a:r>
              <a:rPr lang="en-US" altLang="id-ID" sz="2000" b="1" dirty="0">
                <a:solidFill>
                  <a:srgbClr val="222268"/>
                </a:solidFill>
                <a:latin typeface="Arial" panose="020B0604020202020204" pitchFamily="34" charset="0"/>
              </a:rPr>
              <a:t>, </a:t>
            </a:r>
            <a:r>
              <a:rPr lang="en-US" altLang="id-ID" sz="2000" b="1" dirty="0">
                <a:latin typeface="Arial" panose="020B0604020202020204" pitchFamily="34" charset="0"/>
              </a:rPr>
              <a:t>also called </a:t>
            </a:r>
            <a:r>
              <a:rPr lang="en-US" altLang="id-ID" sz="2000" b="1" i="1" dirty="0">
                <a:solidFill>
                  <a:srgbClr val="002060"/>
                </a:solidFill>
                <a:latin typeface="Arial" panose="020B0604020202020204" pitchFamily="34" charset="0"/>
              </a:rPr>
              <a:t>insulators</a:t>
            </a:r>
            <a:r>
              <a:rPr lang="en-US" altLang="id-ID" sz="2000" b="1" dirty="0">
                <a:latin typeface="Arial" panose="020B0604020202020204" pitchFamily="34" charset="0"/>
              </a:rPr>
              <a:t> are materials through which charge cannot move freely; examples include </a:t>
            </a:r>
            <a:r>
              <a:rPr lang="en-US" altLang="id-ID" sz="2000" b="1" i="1" dirty="0">
                <a:latin typeface="Arial" panose="020B0604020202020204" pitchFamily="34" charset="0"/>
              </a:rPr>
              <a:t>rubber, plastic, glass, and chemically pure water. </a:t>
            </a: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i="1" dirty="0">
                <a:solidFill>
                  <a:srgbClr val="222268"/>
                </a:solidFill>
                <a:latin typeface="Arial" panose="020B0604020202020204" pitchFamily="34" charset="0"/>
              </a:rPr>
              <a:t>Semiconductors</a:t>
            </a:r>
            <a:r>
              <a:rPr lang="en-US" altLang="id-ID" sz="2000" b="1" dirty="0">
                <a:latin typeface="Arial" panose="020B0604020202020204" pitchFamily="34" charset="0"/>
              </a:rPr>
              <a:t> are materials that are intermediate between conductors and insulators; examples include </a:t>
            </a:r>
            <a:r>
              <a:rPr lang="en-US" altLang="id-ID" sz="2000" b="1" i="1" dirty="0">
                <a:latin typeface="Arial" panose="020B0604020202020204" pitchFamily="34" charset="0"/>
              </a:rPr>
              <a:t>silicon and germanium in computer chips. </a:t>
            </a: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i="1" dirty="0">
                <a:solidFill>
                  <a:srgbClr val="222268"/>
                </a:solidFill>
                <a:latin typeface="Arial" panose="020B0604020202020204" pitchFamily="34" charset="0"/>
              </a:rPr>
              <a:t>Superconductors</a:t>
            </a:r>
            <a:r>
              <a:rPr lang="en-US" altLang="id-ID" sz="2000" b="1" i="1" dirty="0">
                <a:latin typeface="Arial" panose="020B0604020202020204" pitchFamily="34" charset="0"/>
              </a:rPr>
              <a:t> </a:t>
            </a:r>
            <a:r>
              <a:rPr lang="en-US" altLang="id-ID" sz="2000" b="1" dirty="0">
                <a:latin typeface="Arial" panose="020B0604020202020204" pitchFamily="34" charset="0"/>
              </a:rPr>
              <a:t>are materials that are perfect conductors, allowing charge to move without any hindrance.</a:t>
            </a:r>
            <a:endParaRPr lang="en-US" altLang="id-ID" sz="2000" dirty="0">
              <a:solidFill>
                <a:srgbClr val="0070C0"/>
              </a:solidFill>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283DA23-BBCC-4E95-973B-61683C966826}"/>
              </a:ext>
            </a:extLst>
          </p:cNvPr>
          <p:cNvSpPr/>
          <p:nvPr/>
        </p:nvSpPr>
        <p:spPr>
          <a:xfrm>
            <a:off x="1219200" y="1676400"/>
            <a:ext cx="7145338" cy="4647426"/>
          </a:xfrm>
          <a:prstGeom prst="rect">
            <a:avLst/>
          </a:prstGeom>
        </p:spPr>
        <p:txBody>
          <a:bodyPr wrap="square">
            <a:spAutoFit/>
          </a:bodyPr>
          <a:lstStyle/>
          <a:p>
            <a:pPr>
              <a:defRPr/>
            </a:pPr>
            <a:r>
              <a:rPr lang="en-US" sz="2400" b="1" dirty="0"/>
              <a:t>The properties of conductors and insulators are due to the structure and electrical nature of atoms</a:t>
            </a:r>
          </a:p>
          <a:p>
            <a:pPr>
              <a:defRPr/>
            </a:pPr>
            <a:endParaRPr lang="en-US" sz="1600" b="1" dirty="0"/>
          </a:p>
          <a:p>
            <a:pPr>
              <a:defRPr/>
            </a:pPr>
            <a:r>
              <a:rPr lang="en-US" sz="2400" b="1" dirty="0"/>
              <a:t>Atoms consist of positively charged </a:t>
            </a:r>
            <a:r>
              <a:rPr lang="en-US" sz="2400" b="1" i="1" dirty="0"/>
              <a:t>protons, </a:t>
            </a:r>
            <a:r>
              <a:rPr lang="en-US" sz="2400" b="1" dirty="0"/>
              <a:t>negatively</a:t>
            </a:r>
            <a:r>
              <a:rPr lang="en-US" sz="2400" b="1" i="1" dirty="0"/>
              <a:t> </a:t>
            </a:r>
            <a:r>
              <a:rPr lang="en-US" sz="2400" b="1" dirty="0"/>
              <a:t>charged </a:t>
            </a:r>
            <a:r>
              <a:rPr lang="en-US" sz="2400" b="1" i="1" dirty="0"/>
              <a:t>electrons, </a:t>
            </a:r>
            <a:r>
              <a:rPr lang="en-US" sz="2400" b="1" dirty="0"/>
              <a:t>and electrically neutral </a:t>
            </a:r>
            <a:r>
              <a:rPr lang="en-US" sz="2400" b="1" i="1" dirty="0"/>
              <a:t>neutrons. </a:t>
            </a:r>
          </a:p>
          <a:p>
            <a:pPr>
              <a:defRPr/>
            </a:pPr>
            <a:r>
              <a:rPr lang="en-US" sz="2400" b="1" dirty="0"/>
              <a:t>The protons and neutrons are packed tightly together in a central nucleus.</a:t>
            </a:r>
          </a:p>
          <a:p>
            <a:pPr>
              <a:defRPr/>
            </a:pPr>
            <a:endParaRPr lang="en-US" sz="1600" b="1" dirty="0"/>
          </a:p>
          <a:p>
            <a:pPr>
              <a:defRPr/>
            </a:pPr>
            <a:endParaRPr lang="en-US" sz="1600" b="1" dirty="0"/>
          </a:p>
          <a:p>
            <a:pPr>
              <a:defRPr/>
            </a:pPr>
            <a:endParaRPr lang="en-US" sz="1600" b="1" dirty="0"/>
          </a:p>
          <a:p>
            <a:pPr>
              <a:defRPr/>
            </a:pPr>
            <a:endParaRPr lang="en-US" sz="1600" b="1" dirty="0"/>
          </a:p>
          <a:p>
            <a:pPr>
              <a:defRPr/>
            </a:pPr>
            <a:endParaRPr lang="en-US" sz="1600" b="1" dirty="0"/>
          </a:p>
          <a:p>
            <a:pPr>
              <a:defRPr/>
            </a:pPr>
            <a:endParaRPr lang="en-US" sz="1600" b="1" dirty="0"/>
          </a:p>
          <a:p>
            <a:pPr>
              <a:defRPr/>
            </a:pPr>
            <a:endParaRPr lang="en-US" sz="1600" b="1" i="1" dirty="0"/>
          </a:p>
          <a:p>
            <a:pPr>
              <a:defRPr/>
            </a:pPr>
            <a:r>
              <a:rPr lang="en-US" sz="2400" b="1" dirty="0"/>
              <a:t>There are few (if any) free electrons in a nonconductor.</a:t>
            </a:r>
          </a:p>
        </p:txBody>
      </p:sp>
      <p:sp>
        <p:nvSpPr>
          <p:cNvPr id="10243" name="Slide Number Placeholder 2">
            <a:extLst>
              <a:ext uri="{FF2B5EF4-FFF2-40B4-BE49-F238E27FC236}">
                <a16:creationId xmlns:a16="http://schemas.microsoft.com/office/drawing/2014/main" id="{975A259D-3A34-4B38-A69B-D58D3F20E6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9EBDBD3C-52FE-4187-93C7-F34057560F84}" type="slidenum">
              <a:rPr lang="en-US" altLang="id-ID" sz="1400" smtClean="0"/>
              <a:pPr>
                <a:spcBef>
                  <a:spcPct val="0"/>
                </a:spcBef>
                <a:buFontTx/>
                <a:buNone/>
              </a:pPr>
              <a:t>6</a:t>
            </a:fld>
            <a:endParaRPr lang="en-US" altLang="id-ID" sz="1400" dirty="0"/>
          </a:p>
        </p:txBody>
      </p:sp>
      <p:sp>
        <p:nvSpPr>
          <p:cNvPr id="10244" name="Rectangle 3">
            <a:extLst>
              <a:ext uri="{FF2B5EF4-FFF2-40B4-BE49-F238E27FC236}">
                <a16:creationId xmlns:a16="http://schemas.microsoft.com/office/drawing/2014/main" id="{C1B0BEBB-3855-43FB-948D-5C1ABFDBD1B5}"/>
              </a:ext>
            </a:extLst>
          </p:cNvPr>
          <p:cNvSpPr>
            <a:spLocks noChangeArrowheads="1"/>
          </p:cNvSpPr>
          <p:nvPr/>
        </p:nvSpPr>
        <p:spPr bwMode="auto">
          <a:xfrm>
            <a:off x="3522662" y="757237"/>
            <a:ext cx="4097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Conductors and Insulators</a:t>
            </a:r>
            <a:endParaRPr lang="en-US" altLang="id-ID" dirty="0">
              <a:solidFill>
                <a:srgbClr val="0070C0"/>
              </a:solidFill>
              <a:latin typeface="Arial" panose="020B0604020202020204" pitchFamily="34" charset="0"/>
            </a:endParaRPr>
          </a:p>
        </p:txBody>
      </p:sp>
      <p:pic>
        <p:nvPicPr>
          <p:cNvPr id="1026" name="Picture 2" descr="Conductor and Insulator - JavaLab">
            <a:extLst>
              <a:ext uri="{FF2B5EF4-FFF2-40B4-BE49-F238E27FC236}">
                <a16:creationId xmlns:a16="http://schemas.microsoft.com/office/drawing/2014/main" id="{547E4A9D-8C2F-49DA-A18F-70B45575AA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294539"/>
            <a:ext cx="320992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Music Telegraph] Conductor and Insulator (1)">
            <a:extLst>
              <a:ext uri="{FF2B5EF4-FFF2-40B4-BE49-F238E27FC236}">
                <a16:creationId xmlns:a16="http://schemas.microsoft.com/office/drawing/2014/main" id="{6624D3F5-EB0E-4310-AED7-3226A4387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3512" y="4294539"/>
            <a:ext cx="2939402" cy="1428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5777891-303B-4576-8426-3844EB8E7090}"/>
              </a:ext>
            </a:extLst>
          </p:cNvPr>
          <p:cNvPicPr>
            <a:picLocks noChangeAspect="1"/>
          </p:cNvPicPr>
          <p:nvPr/>
        </p:nvPicPr>
        <p:blipFill>
          <a:blip r:embed="rId2"/>
          <a:stretch>
            <a:fillRect/>
          </a:stretch>
        </p:blipFill>
        <p:spPr>
          <a:xfrm>
            <a:off x="1219200" y="1676399"/>
            <a:ext cx="2240452" cy="4730911"/>
          </a:xfrm>
          <a:prstGeom prst="rect">
            <a:avLst/>
          </a:prstGeom>
        </p:spPr>
      </p:pic>
      <p:pic>
        <p:nvPicPr>
          <p:cNvPr id="16" name="Picture 15">
            <a:extLst>
              <a:ext uri="{FF2B5EF4-FFF2-40B4-BE49-F238E27FC236}">
                <a16:creationId xmlns:a16="http://schemas.microsoft.com/office/drawing/2014/main" id="{75E3ED90-1422-49DD-A334-777A95653198}"/>
              </a:ext>
            </a:extLst>
          </p:cNvPr>
          <p:cNvPicPr>
            <a:picLocks noChangeAspect="1"/>
          </p:cNvPicPr>
          <p:nvPr/>
        </p:nvPicPr>
        <p:blipFill>
          <a:blip r:embed="rId3"/>
          <a:stretch>
            <a:fillRect/>
          </a:stretch>
        </p:blipFill>
        <p:spPr>
          <a:xfrm>
            <a:off x="3810000" y="4011372"/>
            <a:ext cx="2590800" cy="2359837"/>
          </a:xfrm>
          <a:prstGeom prst="rect">
            <a:avLst/>
          </a:prstGeom>
        </p:spPr>
      </p:pic>
      <p:sp>
        <p:nvSpPr>
          <p:cNvPr id="18" name="Rectangle 17">
            <a:extLst>
              <a:ext uri="{FF2B5EF4-FFF2-40B4-BE49-F238E27FC236}">
                <a16:creationId xmlns:a16="http://schemas.microsoft.com/office/drawing/2014/main" id="{D91A9BA6-12E6-4396-834B-1914A51F1B8C}"/>
              </a:ext>
            </a:extLst>
          </p:cNvPr>
          <p:cNvSpPr/>
          <p:nvPr/>
        </p:nvSpPr>
        <p:spPr>
          <a:xfrm>
            <a:off x="3459652" y="984008"/>
            <a:ext cx="5150948" cy="461665"/>
          </a:xfrm>
          <a:prstGeom prst="rect">
            <a:avLst/>
          </a:prstGeom>
        </p:spPr>
        <p:txBody>
          <a:bodyPr wrap="square">
            <a:spAutoFit/>
          </a:bodyPr>
          <a:lstStyle/>
          <a:p>
            <a:pPr>
              <a:spcBef>
                <a:spcPct val="0"/>
              </a:spcBef>
            </a:pPr>
            <a:r>
              <a:rPr lang="en-US" altLang="en-US" sz="2400" b="1" i="1" dirty="0">
                <a:solidFill>
                  <a:srgbClr val="002060"/>
                </a:solidFill>
                <a:latin typeface="Arial" panose="020B0604020202020204" pitchFamily="34" charset="0"/>
              </a:rPr>
              <a:t>Electric charge &amp; Induced Charge</a:t>
            </a:r>
          </a:p>
        </p:txBody>
      </p:sp>
      <p:sp>
        <p:nvSpPr>
          <p:cNvPr id="2" name="Rectangle 1">
            <a:extLst>
              <a:ext uri="{FF2B5EF4-FFF2-40B4-BE49-F238E27FC236}">
                <a16:creationId xmlns:a16="http://schemas.microsoft.com/office/drawing/2014/main" id="{708DECCB-DB94-4B0A-A404-0BF6FD4CA8CB}"/>
              </a:ext>
            </a:extLst>
          </p:cNvPr>
          <p:cNvSpPr/>
          <p:nvPr/>
        </p:nvSpPr>
        <p:spPr>
          <a:xfrm>
            <a:off x="3581400" y="1651517"/>
            <a:ext cx="5303348" cy="1938992"/>
          </a:xfrm>
          <a:prstGeom prst="rect">
            <a:avLst/>
          </a:prstGeom>
        </p:spPr>
        <p:txBody>
          <a:bodyPr wrap="square">
            <a:spAutoFit/>
          </a:bodyPr>
          <a:lstStyle/>
          <a:p>
            <a:pPr algn="just">
              <a:defRPr/>
            </a:pPr>
            <a:r>
              <a:rPr lang="en-US" sz="2000" b="1" dirty="0"/>
              <a:t>When atoms of a conductor come together to form the solid, some of their outermost (and so most loosely held) electrons become free to wander about within the solid, leaving behind positively charged atoms ( </a:t>
            </a:r>
            <a:r>
              <a:rPr lang="en-US" sz="2000" b="1" i="1" dirty="0"/>
              <a:t>positive ions).</a:t>
            </a:r>
            <a:r>
              <a:rPr lang="en-US" sz="2000" b="1" dirty="0"/>
              <a:t>We call the mobile electrons</a:t>
            </a:r>
            <a:r>
              <a:rPr lang="en-US" sz="2000" b="1" i="1" dirty="0"/>
              <a:t> conduction electrons. </a:t>
            </a:r>
          </a:p>
        </p:txBody>
      </p:sp>
    </p:spTree>
    <p:extLst>
      <p:ext uri="{BB962C8B-B14F-4D97-AF65-F5344CB8AC3E}">
        <p14:creationId xmlns:p14="http://schemas.microsoft.com/office/powerpoint/2010/main" val="1842305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1">
            <a:extLst>
              <a:ext uri="{FF2B5EF4-FFF2-40B4-BE49-F238E27FC236}">
                <a16:creationId xmlns:a16="http://schemas.microsoft.com/office/drawing/2014/main" id="{6C4BEAA2-C23B-4655-8DAA-B3F2C410187C}"/>
              </a:ext>
            </a:extLst>
          </p:cNvPr>
          <p:cNvSpPr txBox="1">
            <a:spLocks noChangeArrowheads="1"/>
          </p:cNvSpPr>
          <p:nvPr/>
        </p:nvSpPr>
        <p:spPr bwMode="auto">
          <a:xfrm>
            <a:off x="3714750" y="762000"/>
            <a:ext cx="3143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Coulomb’s Law</a:t>
            </a:r>
          </a:p>
        </p:txBody>
      </p:sp>
      <p:sp>
        <p:nvSpPr>
          <p:cNvPr id="11267" name="TextBox 4">
            <a:extLst>
              <a:ext uri="{FF2B5EF4-FFF2-40B4-BE49-F238E27FC236}">
                <a16:creationId xmlns:a16="http://schemas.microsoft.com/office/drawing/2014/main" id="{97E787B9-6680-480D-BDF2-D8BCBEDD35E5}"/>
              </a:ext>
            </a:extLst>
          </p:cNvPr>
          <p:cNvSpPr txBox="1">
            <a:spLocks noChangeArrowheads="1"/>
          </p:cNvSpPr>
          <p:nvPr/>
        </p:nvSpPr>
        <p:spPr bwMode="auto">
          <a:xfrm>
            <a:off x="923925" y="1571625"/>
            <a:ext cx="8143875" cy="4124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dirty="0">
                <a:latin typeface="Arial" panose="020B0604020202020204" pitchFamily="34" charset="0"/>
              </a:rPr>
              <a:t>This force of repulsion or attraction due to the charge properties of objects is called an </a:t>
            </a:r>
            <a:r>
              <a:rPr lang="en-US" altLang="id-ID" b="1" dirty="0">
                <a:latin typeface="Arial" panose="020B0604020202020204" pitchFamily="34" charset="0"/>
              </a:rPr>
              <a:t>electrostatic force. </a:t>
            </a:r>
          </a:p>
          <a:p>
            <a:pPr eaLnBrk="1" hangingPunct="1">
              <a:spcBef>
                <a:spcPct val="0"/>
              </a:spcBef>
              <a:buFontTx/>
              <a:buNone/>
            </a:pPr>
            <a:endParaRPr lang="en-US" altLang="id-ID" sz="1600" b="1" dirty="0">
              <a:latin typeface="Arial" panose="020B0604020202020204" pitchFamily="34" charset="0"/>
            </a:endParaRPr>
          </a:p>
          <a:p>
            <a:pPr eaLnBrk="1" hangingPunct="1">
              <a:spcBef>
                <a:spcPct val="0"/>
              </a:spcBef>
              <a:buFontTx/>
              <a:buNone/>
            </a:pPr>
            <a:r>
              <a:rPr lang="en-US" altLang="id-ID" dirty="0">
                <a:latin typeface="Arial" panose="020B0604020202020204" pitchFamily="34" charset="0"/>
              </a:rPr>
              <a:t>The equation giving the force for charged particles is called Coulomb’s law:</a:t>
            </a:r>
          </a:p>
          <a:p>
            <a:pPr eaLnBrk="1" hangingPunct="1">
              <a:spcBef>
                <a:spcPct val="0"/>
              </a:spcBef>
              <a:buFontTx/>
              <a:buNone/>
            </a:pPr>
            <a:endParaRPr lang="en-US" altLang="id-ID" sz="1600" b="1" dirty="0">
              <a:latin typeface="Arial" panose="020B0604020202020204" pitchFamily="34" charset="0"/>
            </a:endParaRPr>
          </a:p>
          <a:p>
            <a:pPr eaLnBrk="1" hangingPunct="1">
              <a:spcBef>
                <a:spcPct val="0"/>
              </a:spcBef>
              <a:buFontTx/>
              <a:buNone/>
            </a:pPr>
            <a:endParaRPr lang="en-US" altLang="id-ID" sz="1600" b="1" dirty="0">
              <a:latin typeface="Arial" panose="020B0604020202020204" pitchFamily="34" charset="0"/>
            </a:endParaRPr>
          </a:p>
          <a:p>
            <a:pPr eaLnBrk="1" hangingPunct="1">
              <a:spcBef>
                <a:spcPct val="0"/>
              </a:spcBef>
              <a:buFontTx/>
              <a:buNone/>
            </a:pPr>
            <a:endParaRPr lang="en-US" altLang="id-ID" sz="1600" b="1" dirty="0">
              <a:latin typeface="Arial" panose="020B0604020202020204" pitchFamily="34" charset="0"/>
            </a:endParaRP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endParaRPr lang="en-US" altLang="id-ID" sz="1400" b="1" dirty="0">
              <a:latin typeface="Arial" panose="020B0604020202020204" pitchFamily="34" charset="0"/>
            </a:endParaRPr>
          </a:p>
          <a:p>
            <a:pPr eaLnBrk="1" hangingPunct="1">
              <a:spcBef>
                <a:spcPct val="0"/>
              </a:spcBef>
              <a:buFontTx/>
              <a:buNone/>
            </a:pPr>
            <a:r>
              <a:rPr lang="en-US" altLang="id-ID" dirty="0">
                <a:latin typeface="Arial" panose="020B0604020202020204" pitchFamily="34" charset="0"/>
              </a:rPr>
              <a:t>where particle 1 has charge </a:t>
            </a:r>
            <a:r>
              <a:rPr lang="en-US" altLang="id-ID" i="1" dirty="0">
                <a:latin typeface="Arial" panose="020B0604020202020204" pitchFamily="34" charset="0"/>
              </a:rPr>
              <a:t>q</a:t>
            </a:r>
            <a:r>
              <a:rPr lang="en-US" altLang="id-ID" i="1" baseline="-25000" dirty="0">
                <a:latin typeface="Arial" panose="020B0604020202020204" pitchFamily="34" charset="0"/>
              </a:rPr>
              <a:t>1</a:t>
            </a:r>
            <a:r>
              <a:rPr lang="en-US" altLang="id-ID" i="1" dirty="0">
                <a:latin typeface="Arial" panose="020B0604020202020204" pitchFamily="34" charset="0"/>
              </a:rPr>
              <a:t> </a:t>
            </a:r>
            <a:r>
              <a:rPr lang="en-US" altLang="id-ID" dirty="0">
                <a:latin typeface="Arial" panose="020B0604020202020204" pitchFamily="34" charset="0"/>
              </a:rPr>
              <a:t>and particle 2 has charge</a:t>
            </a:r>
            <a:r>
              <a:rPr lang="en-US" altLang="id-ID" i="1" dirty="0">
                <a:latin typeface="Arial" panose="020B0604020202020204" pitchFamily="34" charset="0"/>
              </a:rPr>
              <a:t> q</a:t>
            </a:r>
            <a:r>
              <a:rPr lang="en-US" altLang="id-ID" i="1" baseline="-25000" dirty="0">
                <a:latin typeface="Arial" panose="020B0604020202020204" pitchFamily="34" charset="0"/>
              </a:rPr>
              <a:t>2</a:t>
            </a:r>
            <a:r>
              <a:rPr lang="en-US" altLang="id-ID" i="1" dirty="0">
                <a:latin typeface="Arial" panose="020B0604020202020204" pitchFamily="34" charset="0"/>
              </a:rPr>
              <a:t>, </a:t>
            </a:r>
            <a:r>
              <a:rPr lang="en-US" altLang="id-ID" dirty="0">
                <a:latin typeface="Arial" panose="020B0604020202020204" pitchFamily="34" charset="0"/>
              </a:rPr>
              <a:t>and</a:t>
            </a:r>
            <a:r>
              <a:rPr lang="en-US" altLang="id-ID" i="1" dirty="0">
                <a:latin typeface="Arial" panose="020B0604020202020204" pitchFamily="34" charset="0"/>
              </a:rPr>
              <a:t> F </a:t>
            </a:r>
            <a:r>
              <a:rPr lang="en-US" altLang="id-ID" dirty="0">
                <a:latin typeface="Arial" panose="020B0604020202020204" pitchFamily="34" charset="0"/>
              </a:rPr>
              <a:t>is the force on particle 1. </a:t>
            </a:r>
            <a:endParaRPr lang="en-US" altLang="id-ID" sz="1600" dirty="0">
              <a:latin typeface="Arial" panose="020B0604020202020204" pitchFamily="34" charset="0"/>
            </a:endParaRPr>
          </a:p>
          <a:p>
            <a:pPr eaLnBrk="1" hangingPunct="1">
              <a:spcBef>
                <a:spcPct val="0"/>
              </a:spcBef>
              <a:buFontTx/>
              <a:buNone/>
            </a:pPr>
            <a:endParaRPr lang="en-US" altLang="id-ID" sz="1600" dirty="0">
              <a:latin typeface="Arial" panose="020B0604020202020204" pitchFamily="34" charset="0"/>
            </a:endParaRPr>
          </a:p>
        </p:txBody>
      </p:sp>
      <p:sp>
        <p:nvSpPr>
          <p:cNvPr id="11268" name="Rectangle 9">
            <a:extLst>
              <a:ext uri="{FF2B5EF4-FFF2-40B4-BE49-F238E27FC236}">
                <a16:creationId xmlns:a16="http://schemas.microsoft.com/office/drawing/2014/main" id="{A9F2E8E9-E923-4401-A21E-733D4E17B4F1}"/>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8197" name="Picture 8">
            <a:extLst>
              <a:ext uri="{FF2B5EF4-FFF2-40B4-BE49-F238E27FC236}">
                <a16:creationId xmlns:a16="http://schemas.microsoft.com/office/drawing/2014/main" id="{0F2A6351-D1A6-4135-9F9D-D3E0BD63D69C}"/>
              </a:ext>
            </a:extLst>
          </p:cNvPr>
          <p:cNvPicPr>
            <a:picLocks noChangeAspect="1" noChangeArrowheads="1"/>
          </p:cNvPicPr>
          <p:nvPr/>
        </p:nvPicPr>
        <p:blipFill>
          <a:blip r:embed="rId2" cstate="print">
            <a:clrChange>
              <a:clrFrom>
                <a:srgbClr val="FFFFFF"/>
              </a:clrFrom>
              <a:clrTo>
                <a:srgbClr val="FFFFFF">
                  <a:alpha val="0"/>
                </a:srgbClr>
              </a:clrTo>
            </a:clrChange>
            <a:duotone>
              <a:prstClr val="black"/>
              <a:schemeClr val="accent2">
                <a:tint val="45000"/>
                <a:satMod val="400000"/>
              </a:schemeClr>
            </a:duotone>
          </a:blip>
          <a:srcRect/>
          <a:stretch>
            <a:fillRect/>
          </a:stretch>
        </p:blipFill>
        <p:spPr bwMode="auto">
          <a:xfrm>
            <a:off x="1883567" y="3641504"/>
            <a:ext cx="6224589" cy="771524"/>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28C581-BBE3-4ACC-B940-25796CC19AAF}"/>
              </a:ext>
            </a:extLst>
          </p:cNvPr>
          <p:cNvSpPr>
            <a:spLocks noGrp="1"/>
          </p:cNvSpPr>
          <p:nvPr>
            <p:ph type="dt" sz="quarter" idx="10"/>
          </p:nvPr>
        </p:nvSpPr>
        <p:spPr>
          <a:xfrm>
            <a:off x="922338" y="1357313"/>
            <a:ext cx="8474075" cy="5356225"/>
          </a:xfrm>
        </p:spPr>
        <p:txBody>
          <a:bodyPr/>
          <a:lstStyle/>
          <a:p>
            <a:pPr>
              <a:defRPr/>
            </a:pPr>
            <a:r>
              <a:rPr lang="en-US" sz="2400" b="1" dirty="0">
                <a:solidFill>
                  <a:schemeClr val="tx1"/>
                </a:solidFill>
              </a:rPr>
              <a:t>Here </a:t>
            </a:r>
            <a:r>
              <a:rPr lang="en-US" sz="2400" dirty="0">
                <a:solidFill>
                  <a:schemeClr val="tx1"/>
                </a:solidFill>
              </a:rPr>
              <a:t>    </a:t>
            </a:r>
            <a:r>
              <a:rPr lang="en-US" sz="2400" b="1" dirty="0">
                <a:solidFill>
                  <a:schemeClr val="tx1"/>
                </a:solidFill>
              </a:rPr>
              <a:t>  is a unit vector along an axis extending through the two particles, </a:t>
            </a:r>
            <a:r>
              <a:rPr lang="en-US" sz="2400" b="1" i="1" dirty="0">
                <a:solidFill>
                  <a:schemeClr val="tx1"/>
                </a:solidFill>
              </a:rPr>
              <a:t>r  </a:t>
            </a:r>
            <a:r>
              <a:rPr lang="en-US" sz="2400" b="1" dirty="0">
                <a:solidFill>
                  <a:schemeClr val="tx1"/>
                </a:solidFill>
              </a:rPr>
              <a:t>is</a:t>
            </a:r>
            <a:r>
              <a:rPr lang="en-US" sz="2400" b="1" i="1" dirty="0">
                <a:solidFill>
                  <a:schemeClr val="tx1"/>
                </a:solidFill>
              </a:rPr>
              <a:t> </a:t>
            </a:r>
            <a:r>
              <a:rPr lang="en-US" sz="2400" b="1" dirty="0">
                <a:solidFill>
                  <a:schemeClr val="tx1"/>
                </a:solidFill>
              </a:rPr>
              <a:t>the distance between them, and </a:t>
            </a:r>
            <a:r>
              <a:rPr lang="en-US" sz="2400" b="1" i="1" dirty="0">
                <a:solidFill>
                  <a:schemeClr val="tx1"/>
                </a:solidFill>
              </a:rPr>
              <a:t>k </a:t>
            </a:r>
            <a:r>
              <a:rPr lang="en-US" sz="2400" b="1" dirty="0">
                <a:solidFill>
                  <a:schemeClr val="tx1"/>
                </a:solidFill>
              </a:rPr>
              <a:t>is a constant.</a:t>
            </a:r>
          </a:p>
          <a:p>
            <a:pPr>
              <a:defRPr/>
            </a:pPr>
            <a:endParaRPr lang="en-US" sz="2400" dirty="0">
              <a:solidFill>
                <a:schemeClr val="tx1"/>
              </a:solidFill>
            </a:endParaRPr>
          </a:p>
          <a:p>
            <a:pPr>
              <a:defRPr/>
            </a:pPr>
            <a:endParaRPr lang="en-US" sz="2400" dirty="0">
              <a:solidFill>
                <a:schemeClr val="tx1"/>
              </a:solidFill>
            </a:endParaRPr>
          </a:p>
          <a:p>
            <a:pPr>
              <a:defRPr/>
            </a:pPr>
            <a:endParaRPr lang="en-US" sz="2400" dirty="0">
              <a:solidFill>
                <a:schemeClr val="tx1"/>
              </a:solidFill>
            </a:endParaRPr>
          </a:p>
          <a:p>
            <a:pPr>
              <a:defRPr/>
            </a:pPr>
            <a:r>
              <a:rPr lang="en-US" sz="1200" b="1" dirty="0">
                <a:solidFill>
                  <a:schemeClr val="tx1"/>
                </a:solidFill>
              </a:rPr>
              <a:t>   </a:t>
            </a:r>
          </a:p>
          <a:p>
            <a:pPr>
              <a:defRPr/>
            </a:pPr>
            <a:r>
              <a:rPr lang="en-US" sz="2800" b="1" dirty="0">
                <a:solidFill>
                  <a:schemeClr val="tx1"/>
                </a:solidFill>
              </a:rPr>
              <a:t>	ε</a:t>
            </a:r>
            <a:r>
              <a:rPr lang="en-US" sz="2800" b="1" baseline="-25000" dirty="0">
                <a:solidFill>
                  <a:schemeClr val="tx1"/>
                </a:solidFill>
              </a:rPr>
              <a:t>0</a:t>
            </a:r>
            <a:r>
              <a:rPr lang="en-US" sz="2800" b="1" dirty="0">
                <a:solidFill>
                  <a:schemeClr val="tx1"/>
                </a:solidFill>
              </a:rPr>
              <a:t> = 8,85x10</a:t>
            </a:r>
            <a:r>
              <a:rPr lang="en-US" sz="2800" b="1" baseline="30000" dirty="0">
                <a:solidFill>
                  <a:schemeClr val="tx1"/>
                </a:solidFill>
              </a:rPr>
              <a:t>-12  </a:t>
            </a:r>
            <a:r>
              <a:rPr lang="en-US" sz="2800" b="1" dirty="0">
                <a:solidFill>
                  <a:schemeClr val="tx1"/>
                </a:solidFill>
              </a:rPr>
              <a:t>C</a:t>
            </a:r>
            <a:r>
              <a:rPr lang="en-US" sz="2800" b="1" baseline="30000" dirty="0">
                <a:solidFill>
                  <a:schemeClr val="tx1"/>
                </a:solidFill>
              </a:rPr>
              <a:t>2</a:t>
            </a:r>
            <a:r>
              <a:rPr lang="en-US" sz="2800" b="1" dirty="0">
                <a:solidFill>
                  <a:schemeClr val="tx1"/>
                </a:solidFill>
              </a:rPr>
              <a:t>/N.m</a:t>
            </a:r>
            <a:r>
              <a:rPr lang="en-US" sz="2800" b="1" baseline="30000" dirty="0">
                <a:solidFill>
                  <a:schemeClr val="tx1"/>
                </a:solidFill>
              </a:rPr>
              <a:t>2</a:t>
            </a:r>
            <a:endParaRPr lang="en-US" sz="2800" b="1" dirty="0">
              <a:solidFill>
                <a:schemeClr val="tx1"/>
              </a:solidFill>
            </a:endParaRPr>
          </a:p>
          <a:p>
            <a:pPr>
              <a:defRPr/>
            </a:pPr>
            <a:endParaRPr lang="en-US" sz="1200" b="1" dirty="0">
              <a:solidFill>
                <a:schemeClr val="tx1"/>
              </a:solidFill>
            </a:endParaRPr>
          </a:p>
          <a:p>
            <a:pPr>
              <a:defRPr/>
            </a:pPr>
            <a:r>
              <a:rPr lang="en-US" sz="2400" b="1" dirty="0">
                <a:solidFill>
                  <a:schemeClr val="tx1"/>
                </a:solidFill>
              </a:rPr>
              <a:t>The SI unit of charge is the </a:t>
            </a:r>
            <a:r>
              <a:rPr lang="en-US" sz="2400" b="1" i="1" dirty="0">
                <a:solidFill>
                  <a:schemeClr val="tx1"/>
                </a:solidFill>
              </a:rPr>
              <a:t>coulomb ( C )</a:t>
            </a:r>
            <a:r>
              <a:rPr lang="en-US" sz="2400" b="1" dirty="0">
                <a:solidFill>
                  <a:schemeClr val="tx1"/>
                </a:solidFill>
              </a:rPr>
              <a:t>.</a:t>
            </a:r>
          </a:p>
          <a:p>
            <a:pPr>
              <a:defRPr/>
            </a:pPr>
            <a:endParaRPr lang="en-US" sz="1200" b="1" dirty="0">
              <a:solidFill>
                <a:schemeClr val="tx1"/>
              </a:solidFill>
            </a:endParaRPr>
          </a:p>
          <a:p>
            <a:pPr>
              <a:defRPr/>
            </a:pPr>
            <a:r>
              <a:rPr lang="en-US" sz="2400" b="1" dirty="0">
                <a:solidFill>
                  <a:schemeClr val="tx1"/>
                </a:solidFill>
              </a:rPr>
              <a:t>The quantity </a:t>
            </a:r>
            <a:r>
              <a:rPr lang="en-US" sz="3200" b="1" dirty="0">
                <a:solidFill>
                  <a:schemeClr val="tx1"/>
                </a:solidFill>
                <a:latin typeface="Symbol" pitchFamily="18" charset="2"/>
              </a:rPr>
              <a:t>e</a:t>
            </a:r>
            <a:r>
              <a:rPr lang="en-US" sz="3200" b="1" baseline="-25000" dirty="0">
                <a:solidFill>
                  <a:schemeClr val="tx1"/>
                </a:solidFill>
              </a:rPr>
              <a:t>0</a:t>
            </a:r>
            <a:r>
              <a:rPr lang="en-US" sz="3200" b="1" dirty="0">
                <a:solidFill>
                  <a:schemeClr val="tx1"/>
                </a:solidFill>
              </a:rPr>
              <a:t> </a:t>
            </a:r>
            <a:r>
              <a:rPr lang="en-US" sz="2400" b="1" dirty="0">
                <a:solidFill>
                  <a:schemeClr val="tx1"/>
                </a:solidFill>
              </a:rPr>
              <a:t>is called the </a:t>
            </a:r>
            <a:r>
              <a:rPr lang="en-US" sz="2400" b="1" i="1" dirty="0">
                <a:solidFill>
                  <a:schemeClr val="tx1"/>
                </a:solidFill>
              </a:rPr>
              <a:t>permittivity constant</a:t>
            </a:r>
          </a:p>
        </p:txBody>
      </p:sp>
      <p:sp>
        <p:nvSpPr>
          <p:cNvPr id="12291" name="Slide Number Placeholder 2">
            <a:extLst>
              <a:ext uri="{FF2B5EF4-FFF2-40B4-BE49-F238E27FC236}">
                <a16:creationId xmlns:a16="http://schemas.microsoft.com/office/drawing/2014/main" id="{DB8C2891-4DC8-4AE2-8171-7C645530C1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E9904F9C-60E4-41E5-A964-8824E27FBC7A}" type="slidenum">
              <a:rPr lang="en-US" altLang="id-ID" sz="1400" smtClean="0"/>
              <a:pPr>
                <a:spcBef>
                  <a:spcPct val="0"/>
                </a:spcBef>
                <a:buFontTx/>
                <a:buNone/>
              </a:pPr>
              <a:t>9</a:t>
            </a:fld>
            <a:endParaRPr lang="en-US" altLang="id-ID" sz="1400"/>
          </a:p>
        </p:txBody>
      </p:sp>
      <p:sp>
        <p:nvSpPr>
          <p:cNvPr id="12292" name="Rectangle 7">
            <a:extLst>
              <a:ext uri="{FF2B5EF4-FFF2-40B4-BE49-F238E27FC236}">
                <a16:creationId xmlns:a16="http://schemas.microsoft.com/office/drawing/2014/main" id="{A77AF723-A726-4763-8B28-43A5F28804E5}"/>
              </a:ext>
            </a:extLst>
          </p:cNvPr>
          <p:cNvSpPr>
            <a:spLocks noChangeArrowheads="1"/>
          </p:cNvSpPr>
          <p:nvPr/>
        </p:nvSpPr>
        <p:spPr bwMode="auto">
          <a:xfrm>
            <a:off x="60960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2293" name="Rectangle 9">
            <a:extLst>
              <a:ext uri="{FF2B5EF4-FFF2-40B4-BE49-F238E27FC236}">
                <a16:creationId xmlns:a16="http://schemas.microsoft.com/office/drawing/2014/main" id="{E8CD6F2D-AE6D-4436-BEA6-E727DE1C385C}"/>
              </a:ext>
            </a:extLst>
          </p:cNvPr>
          <p:cNvSpPr>
            <a:spLocks noChangeArrowheads="1"/>
          </p:cNvSpPr>
          <p:nvPr/>
        </p:nvSpPr>
        <p:spPr bwMode="auto">
          <a:xfrm>
            <a:off x="60960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9222" name="Picture 8">
            <a:extLst>
              <a:ext uri="{FF2B5EF4-FFF2-40B4-BE49-F238E27FC236}">
                <a16:creationId xmlns:a16="http://schemas.microsoft.com/office/drawing/2014/main" id="{5946A47E-102F-4ADD-85FC-F5CDB5761112}"/>
              </a:ext>
            </a:extLst>
          </p:cNvPr>
          <p:cNvPicPr>
            <a:picLocks noChangeAspect="1" noChangeArrowheads="1"/>
          </p:cNvPicPr>
          <p:nvPr/>
        </p:nvPicPr>
        <p:blipFill>
          <a:blip r:embed="rId2" cstate="print">
            <a:clrChange>
              <a:clrFrom>
                <a:srgbClr val="FFFFFF"/>
              </a:clrFrom>
              <a:clrTo>
                <a:srgbClr val="FFFFFF">
                  <a:alpha val="0"/>
                </a:srgbClr>
              </a:clrTo>
            </a:clrChange>
            <a:duotone>
              <a:prstClr val="black"/>
              <a:schemeClr val="accent2">
                <a:tint val="45000"/>
                <a:satMod val="400000"/>
              </a:schemeClr>
            </a:duotone>
          </a:blip>
          <a:srcRect/>
          <a:stretch>
            <a:fillRect/>
          </a:stretch>
        </p:blipFill>
        <p:spPr bwMode="auto">
          <a:xfrm>
            <a:off x="1966913" y="3028944"/>
            <a:ext cx="4281487" cy="857256"/>
          </a:xfrm>
          <a:prstGeom prst="rect">
            <a:avLst/>
          </a:prstGeom>
          <a:noFill/>
          <a:ln w="9525">
            <a:noFill/>
            <a:miter lim="800000"/>
            <a:headEnd/>
            <a:tailEnd/>
          </a:ln>
        </p:spPr>
      </p:pic>
      <p:sp>
        <p:nvSpPr>
          <p:cNvPr id="12295" name="Rectangle 11">
            <a:extLst>
              <a:ext uri="{FF2B5EF4-FFF2-40B4-BE49-F238E27FC236}">
                <a16:creationId xmlns:a16="http://schemas.microsoft.com/office/drawing/2014/main" id="{5AF2A389-7DF6-4272-A638-2D9ECDC05E08}"/>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9226" name="Picture 10">
            <a:extLst>
              <a:ext uri="{FF2B5EF4-FFF2-40B4-BE49-F238E27FC236}">
                <a16:creationId xmlns:a16="http://schemas.microsoft.com/office/drawing/2014/main" id="{869CF5F6-6663-41F0-B270-1FD3BA751D66}"/>
              </a:ext>
            </a:extLst>
          </p:cNvPr>
          <p:cNvPicPr>
            <a:picLocks noChangeAspect="1" noChangeArrowheads="1"/>
          </p:cNvPicPr>
          <p:nvPr/>
        </p:nvPicPr>
        <p:blipFill>
          <a:blip r:embed="rId3" cstate="print">
            <a:clrChange>
              <a:clrFrom>
                <a:srgbClr val="FFFFFF"/>
              </a:clrFrom>
              <a:clrTo>
                <a:srgbClr val="FFFFFF">
                  <a:alpha val="0"/>
                </a:srgbClr>
              </a:clrTo>
            </a:clrChange>
            <a:duotone>
              <a:prstClr val="black"/>
              <a:schemeClr val="accent6">
                <a:tint val="45000"/>
                <a:satMod val="400000"/>
              </a:schemeClr>
            </a:duotone>
          </a:blip>
          <a:srcRect/>
          <a:stretch>
            <a:fillRect/>
          </a:stretch>
        </p:blipFill>
        <p:spPr bwMode="auto">
          <a:xfrm>
            <a:off x="1811144" y="2095496"/>
            <a:ext cx="227184" cy="571504"/>
          </a:xfrm>
          <a:prstGeom prst="rect">
            <a:avLst/>
          </a:prstGeom>
          <a:noFill/>
        </p:spPr>
      </p:pic>
      <p:sp>
        <p:nvSpPr>
          <p:cNvPr id="12297" name="Rectangle 12">
            <a:extLst>
              <a:ext uri="{FF2B5EF4-FFF2-40B4-BE49-F238E27FC236}">
                <a16:creationId xmlns:a16="http://schemas.microsoft.com/office/drawing/2014/main" id="{40848655-C0DE-44B2-BBC0-57C1568C4E18}"/>
              </a:ext>
            </a:extLst>
          </p:cNvPr>
          <p:cNvSpPr>
            <a:spLocks noChangeArrowheads="1"/>
          </p:cNvSpPr>
          <p:nvPr/>
        </p:nvSpPr>
        <p:spPr bwMode="auto">
          <a:xfrm>
            <a:off x="0" y="904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2298" name="Rectangle 9">
            <a:extLst>
              <a:ext uri="{FF2B5EF4-FFF2-40B4-BE49-F238E27FC236}">
                <a16:creationId xmlns:a16="http://schemas.microsoft.com/office/drawing/2014/main" id="{0DA431ED-6839-428F-A8A9-E0DD43E2343D}"/>
              </a:ext>
            </a:extLst>
          </p:cNvPr>
          <p:cNvSpPr>
            <a:spLocks noChangeArrowheads="1"/>
          </p:cNvSpPr>
          <p:nvPr/>
        </p:nvSpPr>
        <p:spPr bwMode="auto">
          <a:xfrm>
            <a:off x="3429000" y="571500"/>
            <a:ext cx="31974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3200" b="1" dirty="0">
                <a:solidFill>
                  <a:srgbClr val="002060"/>
                </a:solidFill>
                <a:latin typeface="Arial" panose="020B0604020202020204" pitchFamily="34" charset="0"/>
                <a:cs typeface="Arial" panose="020B0604020202020204" pitchFamily="34" charset="0"/>
              </a:rPr>
              <a:t>Coulomb’s Law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A6F616D3-EEC8-46B4-AA2A-0AC56EC4747E}"/>
              </a:ext>
            </a:extLst>
          </p:cNvPr>
          <p:cNvSpPr>
            <a:spLocks noChangeArrowheads="1"/>
          </p:cNvSpPr>
          <p:nvPr/>
        </p:nvSpPr>
        <p:spPr bwMode="auto">
          <a:xfrm>
            <a:off x="1000125" y="1659553"/>
            <a:ext cx="7791450" cy="477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r>
              <a:rPr lang="en-US" altLang="id-ID" sz="2000" b="1">
                <a:latin typeface="Arial" panose="020B0604020202020204" pitchFamily="34" charset="0"/>
              </a:rPr>
              <a:t>                           </a:t>
            </a: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r>
              <a:rPr lang="en-US" altLang="id-ID" sz="2000" b="1">
                <a:latin typeface="Arial" panose="020B0604020202020204" pitchFamily="34" charset="0"/>
              </a:rPr>
              <a:t>                             </a:t>
            </a: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a:p>
            <a:pPr eaLnBrk="1" hangingPunct="1">
              <a:spcBef>
                <a:spcPct val="0"/>
              </a:spcBef>
              <a:buFontTx/>
              <a:buNone/>
            </a:pPr>
            <a:endParaRPr lang="en-US" altLang="id-ID" sz="1200">
              <a:solidFill>
                <a:srgbClr val="7030A0"/>
              </a:solidFill>
              <a:latin typeface="Arial" panose="020B0604020202020204" pitchFamily="34" charset="0"/>
            </a:endParaRPr>
          </a:p>
        </p:txBody>
      </p:sp>
      <p:grpSp>
        <p:nvGrpSpPr>
          <p:cNvPr id="13315" name="Group 22">
            <a:extLst>
              <a:ext uri="{FF2B5EF4-FFF2-40B4-BE49-F238E27FC236}">
                <a16:creationId xmlns:a16="http://schemas.microsoft.com/office/drawing/2014/main" id="{9B32B0CF-B2F5-4EAE-9FF6-7C312CF61AD1}"/>
              </a:ext>
            </a:extLst>
          </p:cNvPr>
          <p:cNvGrpSpPr>
            <a:grpSpLocks/>
          </p:cNvGrpSpPr>
          <p:nvPr/>
        </p:nvGrpSpPr>
        <p:grpSpPr bwMode="auto">
          <a:xfrm>
            <a:off x="2214563" y="1873865"/>
            <a:ext cx="4572000" cy="2357438"/>
            <a:chOff x="3976" y="1926"/>
            <a:chExt cx="5130" cy="3024"/>
          </a:xfrm>
        </p:grpSpPr>
        <p:sp>
          <p:nvSpPr>
            <p:cNvPr id="13318" name="Oval 23">
              <a:extLst>
                <a:ext uri="{FF2B5EF4-FFF2-40B4-BE49-F238E27FC236}">
                  <a16:creationId xmlns:a16="http://schemas.microsoft.com/office/drawing/2014/main" id="{27343AEC-CD46-4FEC-8005-166BD862D507}"/>
                </a:ext>
              </a:extLst>
            </p:cNvPr>
            <p:cNvSpPr>
              <a:spLocks noChangeArrowheads="1"/>
            </p:cNvSpPr>
            <p:nvPr/>
          </p:nvSpPr>
          <p:spPr bwMode="auto">
            <a:xfrm>
              <a:off x="7628" y="4609"/>
              <a:ext cx="399" cy="341"/>
            </a:xfrm>
            <a:prstGeom prst="ellipse">
              <a:avLst/>
            </a:prstGeom>
            <a:solidFill>
              <a:srgbClr val="D9959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19" name="Oval 24">
              <a:extLst>
                <a:ext uri="{FF2B5EF4-FFF2-40B4-BE49-F238E27FC236}">
                  <a16:creationId xmlns:a16="http://schemas.microsoft.com/office/drawing/2014/main" id="{EF7AF2CE-E8A6-4E41-970F-A7360AA0EDF8}"/>
                </a:ext>
              </a:extLst>
            </p:cNvPr>
            <p:cNvSpPr>
              <a:spLocks noChangeArrowheads="1"/>
            </p:cNvSpPr>
            <p:nvPr/>
          </p:nvSpPr>
          <p:spPr bwMode="auto">
            <a:xfrm>
              <a:off x="5085" y="3265"/>
              <a:ext cx="399" cy="330"/>
            </a:xfrm>
            <a:prstGeom prst="ellipse">
              <a:avLst/>
            </a:prstGeom>
            <a:solidFill>
              <a:srgbClr val="D9959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20" name="Oval 25">
              <a:extLst>
                <a:ext uri="{FF2B5EF4-FFF2-40B4-BE49-F238E27FC236}">
                  <a16:creationId xmlns:a16="http://schemas.microsoft.com/office/drawing/2014/main" id="{C8B40627-5F23-4ABA-83DC-496D1E6D022D}"/>
                </a:ext>
              </a:extLst>
            </p:cNvPr>
            <p:cNvSpPr>
              <a:spLocks noChangeArrowheads="1"/>
            </p:cNvSpPr>
            <p:nvPr/>
          </p:nvSpPr>
          <p:spPr bwMode="auto">
            <a:xfrm>
              <a:off x="7547" y="1926"/>
              <a:ext cx="399" cy="329"/>
            </a:xfrm>
            <a:prstGeom prst="ellipse">
              <a:avLst/>
            </a:prstGeom>
            <a:solidFill>
              <a:srgbClr val="D9959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3321" name="AutoShape 26">
              <a:extLst>
                <a:ext uri="{FF2B5EF4-FFF2-40B4-BE49-F238E27FC236}">
                  <a16:creationId xmlns:a16="http://schemas.microsoft.com/office/drawing/2014/main" id="{73665CFD-B1C7-4CBA-AA3E-B669B3557096}"/>
                </a:ext>
              </a:extLst>
            </p:cNvPr>
            <p:cNvCxnSpPr>
              <a:cxnSpLocks noChangeShapeType="1"/>
            </p:cNvCxnSpPr>
            <p:nvPr/>
          </p:nvCxnSpPr>
          <p:spPr bwMode="auto">
            <a:xfrm flipH="1">
              <a:off x="3976" y="2061"/>
              <a:ext cx="1064" cy="1"/>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322" name="AutoShape 27">
              <a:extLst>
                <a:ext uri="{FF2B5EF4-FFF2-40B4-BE49-F238E27FC236}">
                  <a16:creationId xmlns:a16="http://schemas.microsoft.com/office/drawing/2014/main" id="{49D55641-F0A9-446B-A28B-9D905EAE7299}"/>
                </a:ext>
              </a:extLst>
            </p:cNvPr>
            <p:cNvCxnSpPr>
              <a:cxnSpLocks noChangeShapeType="1"/>
            </p:cNvCxnSpPr>
            <p:nvPr/>
          </p:nvCxnSpPr>
          <p:spPr bwMode="auto">
            <a:xfrm>
              <a:off x="7908" y="3416"/>
              <a:ext cx="1109"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3323" name="Oval 28">
              <a:extLst>
                <a:ext uri="{FF2B5EF4-FFF2-40B4-BE49-F238E27FC236}">
                  <a16:creationId xmlns:a16="http://schemas.microsoft.com/office/drawing/2014/main" id="{28DFFBA0-98BD-41EE-B427-5B4E67A08374}"/>
                </a:ext>
              </a:extLst>
            </p:cNvPr>
            <p:cNvSpPr>
              <a:spLocks noChangeArrowheads="1"/>
            </p:cNvSpPr>
            <p:nvPr/>
          </p:nvSpPr>
          <p:spPr bwMode="auto">
            <a:xfrm>
              <a:off x="7546" y="3265"/>
              <a:ext cx="400" cy="330"/>
            </a:xfrm>
            <a:prstGeom prst="ellipse">
              <a:avLst/>
            </a:prstGeom>
            <a:solidFill>
              <a:srgbClr val="D9959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24" name="Oval 29">
              <a:extLst>
                <a:ext uri="{FF2B5EF4-FFF2-40B4-BE49-F238E27FC236}">
                  <a16:creationId xmlns:a16="http://schemas.microsoft.com/office/drawing/2014/main" id="{175D024D-B486-42F6-AB7A-997D0698E024}"/>
                </a:ext>
              </a:extLst>
            </p:cNvPr>
            <p:cNvSpPr>
              <a:spLocks noChangeArrowheads="1"/>
            </p:cNvSpPr>
            <p:nvPr/>
          </p:nvSpPr>
          <p:spPr bwMode="auto">
            <a:xfrm>
              <a:off x="5040" y="4609"/>
              <a:ext cx="400" cy="341"/>
            </a:xfrm>
            <a:prstGeom prst="ellipse">
              <a:avLst/>
            </a:prstGeom>
            <a:solidFill>
              <a:srgbClr val="D9959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3325" name="AutoShape 30">
              <a:extLst>
                <a:ext uri="{FF2B5EF4-FFF2-40B4-BE49-F238E27FC236}">
                  <a16:creationId xmlns:a16="http://schemas.microsoft.com/office/drawing/2014/main" id="{5717189A-29BB-4BE7-BC88-DC319F2C43D0}"/>
                </a:ext>
              </a:extLst>
            </p:cNvPr>
            <p:cNvCxnSpPr>
              <a:cxnSpLocks noChangeShapeType="1"/>
            </p:cNvCxnSpPr>
            <p:nvPr/>
          </p:nvCxnSpPr>
          <p:spPr bwMode="auto">
            <a:xfrm flipH="1">
              <a:off x="4050" y="4816"/>
              <a:ext cx="990" cy="1"/>
            </a:xfrm>
            <a:prstGeom prst="straightConnector1">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13326" name="AutoShape 31">
              <a:extLst>
                <a:ext uri="{FF2B5EF4-FFF2-40B4-BE49-F238E27FC236}">
                  <a16:creationId xmlns:a16="http://schemas.microsoft.com/office/drawing/2014/main" id="{D1854FFA-3F14-4121-8F09-8FA99392EAC1}"/>
                </a:ext>
              </a:extLst>
            </p:cNvPr>
            <p:cNvCxnSpPr>
              <a:cxnSpLocks noChangeShapeType="1"/>
            </p:cNvCxnSpPr>
            <p:nvPr/>
          </p:nvCxnSpPr>
          <p:spPr bwMode="auto">
            <a:xfrm flipH="1">
              <a:off x="4050" y="3417"/>
              <a:ext cx="1035"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327" name="AutoShape 32">
              <a:extLst>
                <a:ext uri="{FF2B5EF4-FFF2-40B4-BE49-F238E27FC236}">
                  <a16:creationId xmlns:a16="http://schemas.microsoft.com/office/drawing/2014/main" id="{14DAAB03-A22D-4497-A98C-2D9FA7C51EDF}"/>
                </a:ext>
              </a:extLst>
            </p:cNvPr>
            <p:cNvCxnSpPr>
              <a:cxnSpLocks noChangeShapeType="1"/>
            </p:cNvCxnSpPr>
            <p:nvPr/>
          </p:nvCxnSpPr>
          <p:spPr bwMode="auto">
            <a:xfrm flipV="1">
              <a:off x="8027" y="4816"/>
              <a:ext cx="1079" cy="1"/>
            </a:xfrm>
            <a:prstGeom prst="straightConnector1">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13328" name="AutoShape 33">
              <a:extLst>
                <a:ext uri="{FF2B5EF4-FFF2-40B4-BE49-F238E27FC236}">
                  <a16:creationId xmlns:a16="http://schemas.microsoft.com/office/drawing/2014/main" id="{CC222B46-415D-4559-9DD0-EFF008AE2893}"/>
                </a:ext>
              </a:extLst>
            </p:cNvPr>
            <p:cNvCxnSpPr>
              <a:cxnSpLocks noChangeShapeType="1"/>
            </p:cNvCxnSpPr>
            <p:nvPr/>
          </p:nvCxnSpPr>
          <p:spPr bwMode="auto">
            <a:xfrm>
              <a:off x="7946" y="2062"/>
              <a:ext cx="1065"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329" name="AutoShape 34">
              <a:extLst>
                <a:ext uri="{FF2B5EF4-FFF2-40B4-BE49-F238E27FC236}">
                  <a16:creationId xmlns:a16="http://schemas.microsoft.com/office/drawing/2014/main" id="{0CCF3834-678E-4A0A-B6F3-A671978C2A3E}"/>
                </a:ext>
              </a:extLst>
            </p:cNvPr>
            <p:cNvCxnSpPr>
              <a:cxnSpLocks noChangeShapeType="1"/>
            </p:cNvCxnSpPr>
            <p:nvPr/>
          </p:nvCxnSpPr>
          <p:spPr bwMode="auto">
            <a:xfrm>
              <a:off x="4331" y="3417"/>
              <a:ext cx="4583" cy="0"/>
            </a:xfrm>
            <a:prstGeom prst="straightConnector1">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cxnSp>
        <p:cxnSp>
          <p:nvCxnSpPr>
            <p:cNvPr id="13330" name="AutoShape 35">
              <a:extLst>
                <a:ext uri="{FF2B5EF4-FFF2-40B4-BE49-F238E27FC236}">
                  <a16:creationId xmlns:a16="http://schemas.microsoft.com/office/drawing/2014/main" id="{C83C9F53-8387-40EA-B3D4-16331A8712E7}"/>
                </a:ext>
              </a:extLst>
            </p:cNvPr>
            <p:cNvCxnSpPr>
              <a:cxnSpLocks noChangeShapeType="1"/>
            </p:cNvCxnSpPr>
            <p:nvPr/>
          </p:nvCxnSpPr>
          <p:spPr bwMode="auto">
            <a:xfrm>
              <a:off x="4050" y="2060"/>
              <a:ext cx="4731" cy="0"/>
            </a:xfrm>
            <a:prstGeom prst="straightConnector1">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cxnSp>
        <p:cxnSp>
          <p:nvCxnSpPr>
            <p:cNvPr id="13331" name="AutoShape 36">
              <a:extLst>
                <a:ext uri="{FF2B5EF4-FFF2-40B4-BE49-F238E27FC236}">
                  <a16:creationId xmlns:a16="http://schemas.microsoft.com/office/drawing/2014/main" id="{3D65D528-01C4-45AB-B456-B61F93108BE7}"/>
                </a:ext>
              </a:extLst>
            </p:cNvPr>
            <p:cNvCxnSpPr>
              <a:cxnSpLocks noChangeShapeType="1"/>
            </p:cNvCxnSpPr>
            <p:nvPr/>
          </p:nvCxnSpPr>
          <p:spPr bwMode="auto">
            <a:xfrm flipV="1">
              <a:off x="4331" y="4816"/>
              <a:ext cx="4686" cy="1"/>
            </a:xfrm>
            <a:prstGeom prst="straightConnector1">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cxnSp>
        <p:sp>
          <p:nvSpPr>
            <p:cNvPr id="13332" name="Oval 37">
              <a:extLst>
                <a:ext uri="{FF2B5EF4-FFF2-40B4-BE49-F238E27FC236}">
                  <a16:creationId xmlns:a16="http://schemas.microsoft.com/office/drawing/2014/main" id="{53EBED4C-8289-4720-A6C8-7C3CF59D7566}"/>
                </a:ext>
              </a:extLst>
            </p:cNvPr>
            <p:cNvSpPr>
              <a:spLocks noChangeArrowheads="1"/>
            </p:cNvSpPr>
            <p:nvPr/>
          </p:nvSpPr>
          <p:spPr bwMode="auto">
            <a:xfrm>
              <a:off x="5040" y="1926"/>
              <a:ext cx="400" cy="329"/>
            </a:xfrm>
            <a:prstGeom prst="ellipse">
              <a:avLst/>
            </a:prstGeom>
            <a:solidFill>
              <a:srgbClr val="D9959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3333" name="AutoShape 38">
              <a:extLst>
                <a:ext uri="{FF2B5EF4-FFF2-40B4-BE49-F238E27FC236}">
                  <a16:creationId xmlns:a16="http://schemas.microsoft.com/office/drawing/2014/main" id="{511878B4-B981-425E-A60F-BAF635734CAD}"/>
                </a:ext>
              </a:extLst>
            </p:cNvPr>
            <p:cNvCxnSpPr>
              <a:cxnSpLocks noChangeShapeType="1"/>
            </p:cNvCxnSpPr>
            <p:nvPr/>
          </p:nvCxnSpPr>
          <p:spPr bwMode="auto">
            <a:xfrm>
              <a:off x="5160" y="2062"/>
              <a:ext cx="16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4" name="AutoShape 39">
              <a:extLst>
                <a:ext uri="{FF2B5EF4-FFF2-40B4-BE49-F238E27FC236}">
                  <a16:creationId xmlns:a16="http://schemas.microsoft.com/office/drawing/2014/main" id="{E3BFF1BC-E752-4D0B-A696-798CCB0A36AC}"/>
                </a:ext>
              </a:extLst>
            </p:cNvPr>
            <p:cNvCxnSpPr>
              <a:cxnSpLocks noChangeShapeType="1"/>
            </p:cNvCxnSpPr>
            <p:nvPr/>
          </p:nvCxnSpPr>
          <p:spPr bwMode="auto">
            <a:xfrm>
              <a:off x="5235" y="1926"/>
              <a:ext cx="0" cy="23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5" name="AutoShape 40">
              <a:extLst>
                <a:ext uri="{FF2B5EF4-FFF2-40B4-BE49-F238E27FC236}">
                  <a16:creationId xmlns:a16="http://schemas.microsoft.com/office/drawing/2014/main" id="{AE57213D-6127-4B18-969C-FF4D87F1906A}"/>
                </a:ext>
              </a:extLst>
            </p:cNvPr>
            <p:cNvCxnSpPr>
              <a:cxnSpLocks noChangeShapeType="1"/>
            </p:cNvCxnSpPr>
            <p:nvPr/>
          </p:nvCxnSpPr>
          <p:spPr bwMode="auto">
            <a:xfrm flipV="1">
              <a:off x="7628" y="2059"/>
              <a:ext cx="162" cy="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3336" name="AutoShape 41">
              <a:extLst>
                <a:ext uri="{FF2B5EF4-FFF2-40B4-BE49-F238E27FC236}">
                  <a16:creationId xmlns:a16="http://schemas.microsoft.com/office/drawing/2014/main" id="{317C418E-38B9-47B6-B82C-65C62FEF0933}"/>
                </a:ext>
              </a:extLst>
            </p:cNvPr>
            <p:cNvCxnSpPr>
              <a:cxnSpLocks noChangeShapeType="1"/>
            </p:cNvCxnSpPr>
            <p:nvPr/>
          </p:nvCxnSpPr>
          <p:spPr bwMode="auto">
            <a:xfrm>
              <a:off x="7628" y="2059"/>
              <a:ext cx="16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7" name="AutoShape 42">
              <a:extLst>
                <a:ext uri="{FF2B5EF4-FFF2-40B4-BE49-F238E27FC236}">
                  <a16:creationId xmlns:a16="http://schemas.microsoft.com/office/drawing/2014/main" id="{73A87D99-4182-4AC2-A4A0-B9ECD1302495}"/>
                </a:ext>
              </a:extLst>
            </p:cNvPr>
            <p:cNvCxnSpPr>
              <a:cxnSpLocks noChangeShapeType="1"/>
            </p:cNvCxnSpPr>
            <p:nvPr/>
          </p:nvCxnSpPr>
          <p:spPr bwMode="auto">
            <a:xfrm>
              <a:off x="7710" y="1926"/>
              <a:ext cx="0" cy="23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8" name="AutoShape 43">
              <a:extLst>
                <a:ext uri="{FF2B5EF4-FFF2-40B4-BE49-F238E27FC236}">
                  <a16:creationId xmlns:a16="http://schemas.microsoft.com/office/drawing/2014/main" id="{5C4E10D0-736C-4968-89C1-F4BD67BA2F75}"/>
                </a:ext>
              </a:extLst>
            </p:cNvPr>
            <p:cNvCxnSpPr>
              <a:cxnSpLocks noChangeShapeType="1"/>
            </p:cNvCxnSpPr>
            <p:nvPr/>
          </p:nvCxnSpPr>
          <p:spPr bwMode="auto">
            <a:xfrm>
              <a:off x="5235" y="3416"/>
              <a:ext cx="0" cy="0"/>
            </a:xfrm>
            <a:prstGeom prst="straightConnector1">
              <a:avLst/>
            </a:prstGeom>
            <a:noFill/>
            <a:ln w="38100">
              <a:solidFill>
                <a:srgbClr val="000000"/>
              </a:solidFill>
              <a:round/>
              <a:headEnd/>
              <a:tailEnd/>
            </a:ln>
            <a:extLst>
              <a:ext uri="{909E8E84-426E-40DD-AFC4-6F175D3DCCD1}">
                <a14:hiddenFill xmlns:a14="http://schemas.microsoft.com/office/drawing/2010/main">
                  <a:noFill/>
                </a14:hiddenFill>
              </a:ext>
            </a:extLst>
          </p:spPr>
        </p:cxnSp>
        <p:cxnSp>
          <p:nvCxnSpPr>
            <p:cNvPr id="13339" name="AutoShape 44">
              <a:extLst>
                <a:ext uri="{FF2B5EF4-FFF2-40B4-BE49-F238E27FC236}">
                  <a16:creationId xmlns:a16="http://schemas.microsoft.com/office/drawing/2014/main" id="{98F6C5C7-0747-431A-A15B-08E75A74D5CE}"/>
                </a:ext>
              </a:extLst>
            </p:cNvPr>
            <p:cNvCxnSpPr>
              <a:cxnSpLocks noChangeShapeType="1"/>
            </p:cNvCxnSpPr>
            <p:nvPr/>
          </p:nvCxnSpPr>
          <p:spPr bwMode="auto">
            <a:xfrm>
              <a:off x="5235" y="3416"/>
              <a:ext cx="16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0" name="AutoShape 45">
              <a:extLst>
                <a:ext uri="{FF2B5EF4-FFF2-40B4-BE49-F238E27FC236}">
                  <a16:creationId xmlns:a16="http://schemas.microsoft.com/office/drawing/2014/main" id="{D23322D6-B833-4707-A4C1-BC2810F58F3A}"/>
                </a:ext>
              </a:extLst>
            </p:cNvPr>
            <p:cNvCxnSpPr>
              <a:cxnSpLocks noChangeShapeType="1"/>
            </p:cNvCxnSpPr>
            <p:nvPr/>
          </p:nvCxnSpPr>
          <p:spPr bwMode="auto">
            <a:xfrm>
              <a:off x="7625" y="3416"/>
              <a:ext cx="16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1" name="AutoShape 46">
              <a:extLst>
                <a:ext uri="{FF2B5EF4-FFF2-40B4-BE49-F238E27FC236}">
                  <a16:creationId xmlns:a16="http://schemas.microsoft.com/office/drawing/2014/main" id="{072131D1-AF5D-49A3-AD64-8D52D3596A9F}"/>
                </a:ext>
              </a:extLst>
            </p:cNvPr>
            <p:cNvCxnSpPr>
              <a:cxnSpLocks noChangeShapeType="1"/>
            </p:cNvCxnSpPr>
            <p:nvPr/>
          </p:nvCxnSpPr>
          <p:spPr bwMode="auto">
            <a:xfrm>
              <a:off x="7743" y="4816"/>
              <a:ext cx="16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2" name="AutoShape 47">
              <a:extLst>
                <a:ext uri="{FF2B5EF4-FFF2-40B4-BE49-F238E27FC236}">
                  <a16:creationId xmlns:a16="http://schemas.microsoft.com/office/drawing/2014/main" id="{5D17FD34-6DE0-4B9F-9B6A-A969673DBF1B}"/>
                </a:ext>
              </a:extLst>
            </p:cNvPr>
            <p:cNvCxnSpPr>
              <a:cxnSpLocks noChangeShapeType="1"/>
            </p:cNvCxnSpPr>
            <p:nvPr/>
          </p:nvCxnSpPr>
          <p:spPr bwMode="auto">
            <a:xfrm>
              <a:off x="5136" y="4816"/>
              <a:ext cx="16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3" name="AutoShape 48">
              <a:extLst>
                <a:ext uri="{FF2B5EF4-FFF2-40B4-BE49-F238E27FC236}">
                  <a16:creationId xmlns:a16="http://schemas.microsoft.com/office/drawing/2014/main" id="{0C02821E-4E8E-47AC-868D-E6596CD93B8A}"/>
                </a:ext>
              </a:extLst>
            </p:cNvPr>
            <p:cNvCxnSpPr>
              <a:cxnSpLocks noChangeShapeType="1"/>
            </p:cNvCxnSpPr>
            <p:nvPr/>
          </p:nvCxnSpPr>
          <p:spPr bwMode="auto">
            <a:xfrm>
              <a:off x="5235" y="4716"/>
              <a:ext cx="0" cy="23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sp>
        <p:nvSpPr>
          <p:cNvPr id="13316" name="Rectangle 49">
            <a:extLst>
              <a:ext uri="{FF2B5EF4-FFF2-40B4-BE49-F238E27FC236}">
                <a16:creationId xmlns:a16="http://schemas.microsoft.com/office/drawing/2014/main" id="{54EEE510-67A1-45C6-855D-414665DCFBCC}"/>
              </a:ext>
            </a:extLst>
          </p:cNvPr>
          <p:cNvSpPr>
            <a:spLocks noChangeArrowheads="1"/>
          </p:cNvSpPr>
          <p:nvPr/>
        </p:nvSpPr>
        <p:spPr bwMode="auto">
          <a:xfrm>
            <a:off x="1071563" y="1659553"/>
            <a:ext cx="8072437"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         </a:t>
            </a:r>
            <a:r>
              <a:rPr lang="en-US" altLang="id-ID" sz="2200" b="1" dirty="0">
                <a:latin typeface="Arial" panose="020B0604020202020204" pitchFamily="34" charset="0"/>
              </a:rPr>
              <a:t>(a)</a:t>
            </a:r>
          </a:p>
          <a:p>
            <a:pPr algn="ctr" eaLnBrk="1" hangingPunct="1">
              <a:spcBef>
                <a:spcPct val="0"/>
              </a:spcBef>
              <a:buFontTx/>
              <a:buNone/>
            </a:pPr>
            <a:endParaRPr lang="en-US" altLang="id-ID" sz="2000" b="1" dirty="0">
              <a:latin typeface="Arial" panose="020B0604020202020204" pitchFamily="34" charset="0"/>
            </a:endParaRPr>
          </a:p>
          <a:p>
            <a:pPr algn="ctr" eaLnBrk="1" hangingPunct="1">
              <a:spcBef>
                <a:spcPct val="0"/>
              </a:spcBef>
              <a:buFontTx/>
              <a:buNone/>
            </a:pPr>
            <a:r>
              <a:rPr lang="en-US" altLang="id-ID" sz="2000" b="1" dirty="0">
                <a:latin typeface="Arial" panose="020B0604020202020204" pitchFamily="34" charset="0"/>
              </a:rPr>
              <a:t>The forces push the particles apart</a:t>
            </a:r>
          </a:p>
          <a:p>
            <a:pPr eaLnBrk="1" hangingPunct="1">
              <a:spcBef>
                <a:spcPct val="0"/>
              </a:spcBef>
              <a:buFontTx/>
              <a:buNone/>
            </a:pPr>
            <a:r>
              <a:rPr lang="en-US" altLang="id-ID" sz="2000" b="1" dirty="0">
                <a:latin typeface="Arial" panose="020B0604020202020204" pitchFamily="34" charset="0"/>
              </a:rPr>
              <a:t>              </a:t>
            </a:r>
          </a:p>
          <a:p>
            <a:pPr eaLnBrk="1" hangingPunct="1">
              <a:spcBef>
                <a:spcPct val="0"/>
              </a:spcBef>
              <a:buFontTx/>
              <a:buNone/>
            </a:pPr>
            <a:r>
              <a:rPr lang="en-US" altLang="id-ID" sz="2200" b="1" dirty="0">
                <a:latin typeface="Arial" panose="020B0604020202020204" pitchFamily="34" charset="0"/>
              </a:rPr>
              <a:t>        (b)</a:t>
            </a:r>
          </a:p>
          <a:p>
            <a:pPr algn="ctr" eaLnBrk="1" hangingPunct="1">
              <a:spcBef>
                <a:spcPct val="0"/>
              </a:spcBef>
              <a:buFontTx/>
              <a:buNone/>
            </a:pPr>
            <a:r>
              <a:rPr lang="en-US" altLang="id-ID" sz="2000" b="1" dirty="0">
                <a:latin typeface="Arial" panose="020B0604020202020204" pitchFamily="34" charset="0"/>
              </a:rPr>
              <a:t>Here too</a:t>
            </a:r>
          </a:p>
          <a:p>
            <a:pPr algn="ct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         (C)</a:t>
            </a:r>
          </a:p>
          <a:p>
            <a:pPr algn="ctr" eaLnBrk="1" hangingPunct="1">
              <a:spcBef>
                <a:spcPct val="0"/>
              </a:spcBef>
              <a:buFontTx/>
              <a:buNone/>
            </a:pPr>
            <a:endParaRPr lang="en-US" altLang="id-ID" sz="2000" b="1" dirty="0">
              <a:latin typeface="Arial" panose="020B0604020202020204" pitchFamily="34" charset="0"/>
            </a:endParaRPr>
          </a:p>
          <a:p>
            <a:pPr algn="ctr" eaLnBrk="1" hangingPunct="1">
              <a:spcBef>
                <a:spcPct val="0"/>
              </a:spcBef>
              <a:buFontTx/>
              <a:buNone/>
            </a:pPr>
            <a:r>
              <a:rPr lang="en-US" altLang="id-ID" sz="2000" b="1" dirty="0">
                <a:latin typeface="Arial" panose="020B0604020202020204" pitchFamily="34" charset="0"/>
              </a:rPr>
              <a:t>But here the forces pull the particles together</a:t>
            </a:r>
          </a:p>
          <a:p>
            <a:pPr algn="ct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Fig.1. Two charged particles repel each other if they have the same sign of charge, either (a) both positive or (b) both negative  (c) They attract each other if they have opposite signs of charge </a:t>
            </a:r>
            <a:endParaRPr lang="en-US" altLang="id-ID" sz="2000" dirty="0">
              <a:latin typeface="Arial" panose="020B0604020202020204" pitchFamily="34" charset="0"/>
            </a:endParaRPr>
          </a:p>
        </p:txBody>
      </p:sp>
      <p:sp>
        <p:nvSpPr>
          <p:cNvPr id="13317" name="Rectangle 30">
            <a:extLst>
              <a:ext uri="{FF2B5EF4-FFF2-40B4-BE49-F238E27FC236}">
                <a16:creationId xmlns:a16="http://schemas.microsoft.com/office/drawing/2014/main" id="{56A4B0FC-204F-4289-B1DD-BBB0BCEF83D1}"/>
              </a:ext>
            </a:extLst>
          </p:cNvPr>
          <p:cNvSpPr>
            <a:spLocks noChangeArrowheads="1"/>
          </p:cNvSpPr>
          <p:nvPr/>
        </p:nvSpPr>
        <p:spPr bwMode="auto">
          <a:xfrm>
            <a:off x="3429000" y="571500"/>
            <a:ext cx="28259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2060"/>
                </a:solidFill>
                <a:latin typeface="Arial" panose="020B0604020202020204" pitchFamily="34" charset="0"/>
                <a:cs typeface="Arial" panose="020B0604020202020204" pitchFamily="34" charset="0"/>
              </a:rPr>
              <a:t>Coulomb’s Law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7280D6-AD7E-4E29-A178-7FE4DC4B64E5}"/>
              </a:ext>
            </a:extLst>
          </p:cNvPr>
          <p:cNvPicPr>
            <a:picLocks noChangeAspect="1"/>
          </p:cNvPicPr>
          <p:nvPr/>
        </p:nvPicPr>
        <p:blipFill>
          <a:blip r:embed="rId2"/>
          <a:stretch>
            <a:fillRect/>
          </a:stretch>
        </p:blipFill>
        <p:spPr>
          <a:xfrm>
            <a:off x="1163019" y="1600200"/>
            <a:ext cx="2263783" cy="3657600"/>
          </a:xfrm>
          <a:prstGeom prst="rect">
            <a:avLst/>
          </a:prstGeom>
        </p:spPr>
      </p:pic>
      <p:sp>
        <p:nvSpPr>
          <p:cNvPr id="3" name="Rectangle 2">
            <a:extLst>
              <a:ext uri="{FF2B5EF4-FFF2-40B4-BE49-F238E27FC236}">
                <a16:creationId xmlns:a16="http://schemas.microsoft.com/office/drawing/2014/main" id="{15194038-5D80-4E9F-96A0-27CFDCE673DF}"/>
              </a:ext>
            </a:extLst>
          </p:cNvPr>
          <p:cNvSpPr/>
          <p:nvPr/>
        </p:nvSpPr>
        <p:spPr>
          <a:xfrm>
            <a:off x="3651893" y="454324"/>
            <a:ext cx="5309228" cy="1877437"/>
          </a:xfrm>
          <a:prstGeom prst="rect">
            <a:avLst/>
          </a:prstGeom>
        </p:spPr>
        <p:txBody>
          <a:bodyPr wrap="square">
            <a:spAutoFit/>
          </a:bodyPr>
          <a:lstStyle/>
          <a:p>
            <a:pPr algn="just"/>
            <a:r>
              <a:rPr lang="en-US" sz="1600" dirty="0">
                <a:latin typeface="Arial" panose="020B0604020202020204" pitchFamily="34" charset="0"/>
                <a:cs typeface="Arial" panose="020B0604020202020204" pitchFamily="34" charset="0"/>
              </a:rPr>
              <a:t>The charges are q1 = 1.60x10</a:t>
            </a:r>
            <a:r>
              <a:rPr lang="en-US" sz="1600" baseline="30000" dirty="0">
                <a:latin typeface="Arial" panose="020B0604020202020204" pitchFamily="34" charset="0"/>
                <a:cs typeface="Arial" panose="020B0604020202020204" pitchFamily="34" charset="0"/>
              </a:rPr>
              <a:t>-19</a:t>
            </a:r>
            <a:r>
              <a:rPr lang="en-US" sz="1600" dirty="0">
                <a:latin typeface="Arial" panose="020B0604020202020204" pitchFamily="34" charset="0"/>
                <a:cs typeface="Arial" panose="020B0604020202020204" pitchFamily="34" charset="0"/>
              </a:rPr>
              <a:t> C and q2 = 3.20x10</a:t>
            </a:r>
            <a:r>
              <a:rPr lang="en-US" sz="1600" baseline="30000" dirty="0">
                <a:latin typeface="Arial" panose="020B0604020202020204" pitchFamily="34" charset="0"/>
                <a:cs typeface="Arial" panose="020B0604020202020204" pitchFamily="34" charset="0"/>
              </a:rPr>
              <a:t>-19 </a:t>
            </a:r>
            <a:r>
              <a:rPr lang="en-US" sz="1600" dirty="0">
                <a:latin typeface="Arial" panose="020B0604020202020204" pitchFamily="34" charset="0"/>
                <a:cs typeface="Arial" panose="020B0604020202020204" pitchFamily="34" charset="0"/>
              </a:rPr>
              <a:t>C, and the particle separation is </a:t>
            </a:r>
            <a:r>
              <a:rPr lang="en-US" sz="1600" i="1" dirty="0">
                <a:latin typeface="Arial" panose="020B0604020202020204" pitchFamily="34" charset="0"/>
                <a:cs typeface="Arial" panose="020B0604020202020204" pitchFamily="34" charset="0"/>
              </a:rPr>
              <a:t>R = </a:t>
            </a:r>
            <a:r>
              <a:rPr lang="en-US" sz="1600" dirty="0">
                <a:latin typeface="Arial" panose="020B0604020202020204" pitchFamily="34" charset="0"/>
                <a:cs typeface="Arial" panose="020B0604020202020204" pitchFamily="34" charset="0"/>
              </a:rPr>
              <a:t>0.0200 m. </a:t>
            </a:r>
            <a:r>
              <a:rPr lang="en-HK" sz="1600" dirty="0">
                <a:latin typeface="Arial" panose="020B0604020202020204" pitchFamily="34" charset="0"/>
                <a:cs typeface="Arial" panose="020B0604020202020204" pitchFamily="34" charset="0"/>
              </a:rPr>
              <a:t>Particle 3</a:t>
            </a:r>
          </a:p>
          <a:p>
            <a:pPr algn="just"/>
            <a:r>
              <a:rPr lang="en-US" sz="1600" dirty="0">
                <a:latin typeface="Arial" panose="020B0604020202020204" pitchFamily="34" charset="0"/>
                <a:cs typeface="Arial" panose="020B0604020202020204" pitchFamily="34" charset="0"/>
              </a:rPr>
              <a:t>has charge </a:t>
            </a:r>
            <a:r>
              <a:rPr lang="en-US" sz="1600" i="1" dirty="0">
                <a:latin typeface="Arial" panose="020B0604020202020204" pitchFamily="34" charset="0"/>
                <a:cs typeface="Arial" panose="020B0604020202020204" pitchFamily="34" charset="0"/>
              </a:rPr>
              <a:t>q</a:t>
            </a:r>
            <a:r>
              <a:rPr lang="en-US" sz="1600" dirty="0">
                <a:latin typeface="Arial" panose="020B0604020202020204" pitchFamily="34" charset="0"/>
                <a:cs typeface="Arial" panose="020B0604020202020204" pitchFamily="34" charset="0"/>
              </a:rPr>
              <a:t>3 = -3.20x10</a:t>
            </a:r>
            <a:r>
              <a:rPr lang="en-US" sz="1600" baseline="30000" dirty="0">
                <a:latin typeface="Arial" panose="020B0604020202020204" pitchFamily="34" charset="0"/>
                <a:cs typeface="Arial" panose="020B0604020202020204" pitchFamily="34" charset="0"/>
              </a:rPr>
              <a:t>-19</a:t>
            </a:r>
            <a:r>
              <a:rPr lang="en-US" sz="1600" dirty="0">
                <a:latin typeface="Arial" panose="020B0604020202020204" pitchFamily="34" charset="0"/>
                <a:cs typeface="Arial" panose="020B0604020202020204" pitchFamily="34" charset="0"/>
              </a:rPr>
              <a:t> C and is at a distance from ¾ </a:t>
            </a:r>
            <a:r>
              <a:rPr lang="en-HK" sz="1600" i="1" dirty="0">
                <a:latin typeface="Arial" panose="020B0604020202020204" pitchFamily="34" charset="0"/>
                <a:cs typeface="Arial" panose="020B0604020202020204" pitchFamily="34" charset="0"/>
              </a:rPr>
              <a:t>R </a:t>
            </a:r>
            <a:r>
              <a:rPr lang="en-US" sz="1600" i="1" dirty="0">
                <a:latin typeface="Arial" panose="020B0604020202020204" pitchFamily="34" charset="0"/>
                <a:cs typeface="Arial" panose="020B0604020202020204" pitchFamily="34" charset="0"/>
              </a:rPr>
              <a:t>from Particle 1</a:t>
            </a:r>
            <a:r>
              <a:rPr lang="en-US" sz="1600" dirty="0">
                <a:latin typeface="Arial" panose="020B0604020202020204" pitchFamily="34" charset="0"/>
                <a:cs typeface="Arial" panose="020B0604020202020204" pitchFamily="34" charset="0"/>
              </a:rPr>
              <a:t>.</a:t>
            </a:r>
          </a:p>
          <a:p>
            <a:pPr algn="just"/>
            <a:endParaRPr lang="en-US" sz="1600" dirty="0">
              <a:latin typeface="Arial" panose="020B0604020202020204" pitchFamily="34" charset="0"/>
              <a:cs typeface="Arial" panose="020B0604020202020204" pitchFamily="34" charset="0"/>
            </a:endParaRPr>
          </a:p>
          <a:p>
            <a:pPr algn="just"/>
            <a:r>
              <a:rPr lang="en-US" sz="1600" dirty="0">
                <a:latin typeface="Arial" panose="020B0604020202020204" pitchFamily="34" charset="0"/>
                <a:cs typeface="Arial" panose="020B0604020202020204" pitchFamily="34" charset="0"/>
              </a:rPr>
              <a:t>What is the net electrostatic force on particle 1 due to particles 2 and 3 ?</a:t>
            </a:r>
            <a:endParaRPr lang="en-HK"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F6DC0D9F-7F95-49FE-8C61-F61A8613A1C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bright="20000" contrast="-40000"/>
                    </a14:imgEffect>
                  </a14:imgLayer>
                </a14:imgProps>
              </a:ext>
            </a:extLst>
          </a:blip>
          <a:stretch>
            <a:fillRect/>
          </a:stretch>
        </p:blipFill>
        <p:spPr>
          <a:xfrm>
            <a:off x="3732530" y="4138500"/>
            <a:ext cx="3135630" cy="1531043"/>
          </a:xfrm>
          <a:prstGeom prst="rect">
            <a:avLst/>
          </a:prstGeom>
        </p:spPr>
      </p:pic>
      <p:pic>
        <p:nvPicPr>
          <p:cNvPr id="6" name="Picture 5">
            <a:extLst>
              <a:ext uri="{FF2B5EF4-FFF2-40B4-BE49-F238E27FC236}">
                <a16:creationId xmlns:a16="http://schemas.microsoft.com/office/drawing/2014/main" id="{6793350D-B5B7-4739-989E-716D981161F9}"/>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bright="20000" contrast="-40000"/>
                    </a14:imgEffect>
                  </a14:imgLayer>
                </a14:imgProps>
              </a:ext>
            </a:extLst>
          </a:blip>
          <a:stretch>
            <a:fillRect/>
          </a:stretch>
        </p:blipFill>
        <p:spPr>
          <a:xfrm>
            <a:off x="3732530" y="2404586"/>
            <a:ext cx="3135630" cy="1588265"/>
          </a:xfrm>
          <a:prstGeom prst="rect">
            <a:avLst/>
          </a:prstGeom>
        </p:spPr>
      </p:pic>
      <p:pic>
        <p:nvPicPr>
          <p:cNvPr id="7" name="Picture 6">
            <a:extLst>
              <a:ext uri="{FF2B5EF4-FFF2-40B4-BE49-F238E27FC236}">
                <a16:creationId xmlns:a16="http://schemas.microsoft.com/office/drawing/2014/main" id="{5E9710D7-CDFE-453D-A790-E7AE953BF3A7}"/>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Effect>
                      <a14:brightnessContrast bright="20000" contrast="-40000"/>
                    </a14:imgEffect>
                  </a14:imgLayer>
                </a14:imgProps>
              </a:ext>
            </a:extLst>
          </a:blip>
          <a:stretch>
            <a:fillRect/>
          </a:stretch>
        </p:blipFill>
        <p:spPr>
          <a:xfrm>
            <a:off x="3732530" y="5815192"/>
            <a:ext cx="4171950" cy="842748"/>
          </a:xfrm>
          <a:prstGeom prst="rect">
            <a:avLst/>
          </a:prstGeom>
        </p:spPr>
      </p:pic>
    </p:spTree>
    <p:extLst>
      <p:ext uri="{BB962C8B-B14F-4D97-AF65-F5344CB8AC3E}">
        <p14:creationId xmlns:p14="http://schemas.microsoft.com/office/powerpoint/2010/main" val="1497134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A934747-5C49-4D8F-A24F-F89142F8D118}"/>
              </a:ext>
            </a:extLst>
          </p:cNvPr>
          <p:cNvPicPr>
            <a:picLocks noChangeAspect="1"/>
          </p:cNvPicPr>
          <p:nvPr/>
        </p:nvPicPr>
        <p:blipFill>
          <a:blip r:embed="rId2"/>
          <a:stretch>
            <a:fillRect/>
          </a:stretch>
        </p:blipFill>
        <p:spPr>
          <a:xfrm>
            <a:off x="1029669" y="1600200"/>
            <a:ext cx="2485691" cy="3449320"/>
          </a:xfrm>
          <a:prstGeom prst="rect">
            <a:avLst/>
          </a:prstGeom>
        </p:spPr>
      </p:pic>
      <p:sp>
        <p:nvSpPr>
          <p:cNvPr id="11" name="Rectangle 10">
            <a:extLst>
              <a:ext uri="{FF2B5EF4-FFF2-40B4-BE49-F238E27FC236}">
                <a16:creationId xmlns:a16="http://schemas.microsoft.com/office/drawing/2014/main" id="{D39AA18D-2465-476E-921C-AFC789C079B4}"/>
              </a:ext>
            </a:extLst>
          </p:cNvPr>
          <p:cNvSpPr/>
          <p:nvPr/>
        </p:nvSpPr>
        <p:spPr>
          <a:xfrm>
            <a:off x="3611253" y="232472"/>
            <a:ext cx="5309228" cy="1569660"/>
          </a:xfrm>
          <a:prstGeom prst="rect">
            <a:avLst/>
          </a:prstGeom>
        </p:spPr>
        <p:txBody>
          <a:bodyPr wrap="square">
            <a:spAutoFit/>
          </a:bodyPr>
          <a:lstStyle/>
          <a:p>
            <a:pPr algn="just"/>
            <a:r>
              <a:rPr lang="en-US" sz="1600" dirty="0">
                <a:latin typeface="Arial" panose="020B0604020202020204" pitchFamily="34" charset="0"/>
                <a:cs typeface="Arial" panose="020B0604020202020204" pitchFamily="34" charset="0"/>
              </a:rPr>
              <a:t>The charges are q1 = 1.60x10</a:t>
            </a:r>
            <a:r>
              <a:rPr lang="en-US" sz="1600" baseline="30000" dirty="0">
                <a:latin typeface="Arial" panose="020B0604020202020204" pitchFamily="34" charset="0"/>
                <a:cs typeface="Arial" panose="020B0604020202020204" pitchFamily="34" charset="0"/>
              </a:rPr>
              <a:t>-19</a:t>
            </a:r>
            <a:r>
              <a:rPr lang="en-US" sz="1600" dirty="0">
                <a:latin typeface="Arial" panose="020B0604020202020204" pitchFamily="34" charset="0"/>
                <a:cs typeface="Arial" panose="020B0604020202020204" pitchFamily="34" charset="0"/>
              </a:rPr>
              <a:t> C and q2 = 3.20x10</a:t>
            </a:r>
            <a:r>
              <a:rPr lang="en-US" sz="1600" baseline="30000" dirty="0">
                <a:latin typeface="Arial" panose="020B0604020202020204" pitchFamily="34" charset="0"/>
                <a:cs typeface="Arial" panose="020B0604020202020204" pitchFamily="34" charset="0"/>
              </a:rPr>
              <a:t>-19 </a:t>
            </a:r>
            <a:r>
              <a:rPr lang="en-US" sz="1600" dirty="0">
                <a:latin typeface="Arial" panose="020B0604020202020204" pitchFamily="34" charset="0"/>
                <a:cs typeface="Arial" panose="020B0604020202020204" pitchFamily="34" charset="0"/>
              </a:rPr>
              <a:t>C, and the particle separation is </a:t>
            </a:r>
            <a:r>
              <a:rPr lang="en-US" sz="1600" i="1" dirty="0">
                <a:latin typeface="Arial" panose="020B0604020202020204" pitchFamily="34" charset="0"/>
                <a:cs typeface="Arial" panose="020B0604020202020204" pitchFamily="34" charset="0"/>
              </a:rPr>
              <a:t>R = </a:t>
            </a:r>
            <a:r>
              <a:rPr lang="en-US" sz="1600" dirty="0">
                <a:latin typeface="Arial" panose="020B0604020202020204" pitchFamily="34" charset="0"/>
                <a:cs typeface="Arial" panose="020B0604020202020204" pitchFamily="34" charset="0"/>
              </a:rPr>
              <a:t>0.0200 m. </a:t>
            </a:r>
            <a:r>
              <a:rPr lang="en-HK" sz="1600" dirty="0">
                <a:latin typeface="Arial" panose="020B0604020202020204" pitchFamily="34" charset="0"/>
                <a:cs typeface="Arial" panose="020B0604020202020204" pitchFamily="34" charset="0"/>
              </a:rPr>
              <a:t>Particle 4</a:t>
            </a:r>
          </a:p>
          <a:p>
            <a:pPr algn="just"/>
            <a:r>
              <a:rPr lang="en-US" sz="1600" dirty="0">
                <a:latin typeface="Arial" panose="020B0604020202020204" pitchFamily="34" charset="0"/>
                <a:cs typeface="Arial" panose="020B0604020202020204" pitchFamily="34" charset="0"/>
              </a:rPr>
              <a:t>has charge </a:t>
            </a:r>
            <a:r>
              <a:rPr lang="en-US" sz="1600" i="1" dirty="0">
                <a:latin typeface="Arial" panose="020B0604020202020204" pitchFamily="34" charset="0"/>
                <a:cs typeface="Arial" panose="020B0604020202020204" pitchFamily="34" charset="0"/>
              </a:rPr>
              <a:t>q4</a:t>
            </a:r>
            <a:r>
              <a:rPr lang="en-US" sz="1600" dirty="0">
                <a:latin typeface="Arial" panose="020B0604020202020204" pitchFamily="34" charset="0"/>
                <a:cs typeface="Arial" panose="020B0604020202020204" pitchFamily="34" charset="0"/>
              </a:rPr>
              <a:t> = -3.20x10</a:t>
            </a:r>
            <a:r>
              <a:rPr lang="en-US" sz="1600" baseline="30000" dirty="0">
                <a:latin typeface="Arial" panose="020B0604020202020204" pitchFamily="34" charset="0"/>
                <a:cs typeface="Arial" panose="020B0604020202020204" pitchFamily="34" charset="0"/>
              </a:rPr>
              <a:t>-19</a:t>
            </a:r>
            <a:r>
              <a:rPr lang="en-US" sz="1600" dirty="0">
                <a:latin typeface="Arial" panose="020B0604020202020204" pitchFamily="34" charset="0"/>
                <a:cs typeface="Arial" panose="020B0604020202020204" pitchFamily="34" charset="0"/>
              </a:rPr>
              <a:t> C and is at a distance from ¾ </a:t>
            </a:r>
            <a:r>
              <a:rPr lang="en-HK" sz="1600" i="1" dirty="0">
                <a:latin typeface="Arial" panose="020B0604020202020204" pitchFamily="34" charset="0"/>
                <a:cs typeface="Arial" panose="020B0604020202020204" pitchFamily="34" charset="0"/>
              </a:rPr>
              <a:t>R </a:t>
            </a:r>
            <a:r>
              <a:rPr lang="en-US" sz="1600" dirty="0">
                <a:latin typeface="Arial" panose="020B0604020202020204" pitchFamily="34" charset="0"/>
                <a:cs typeface="Arial" panose="020B0604020202020204" pitchFamily="34" charset="0"/>
              </a:rPr>
              <a:t>from Particle 1 and lies on a line that makes an</a:t>
            </a:r>
          </a:p>
          <a:p>
            <a:pPr algn="just"/>
            <a:r>
              <a:rPr lang="en-US" sz="1600" dirty="0">
                <a:latin typeface="Arial" panose="020B0604020202020204" pitchFamily="34" charset="0"/>
                <a:cs typeface="Arial" panose="020B0604020202020204" pitchFamily="34" charset="0"/>
              </a:rPr>
              <a:t> an angle u = 60</a:t>
            </a:r>
            <a:r>
              <a:rPr lang="en-US" sz="1600" baseline="30000" dirty="0">
                <a:latin typeface="Arial" panose="020B0604020202020204" pitchFamily="34" charset="0"/>
                <a:cs typeface="Arial" panose="020B0604020202020204" pitchFamily="34" charset="0"/>
              </a:rPr>
              <a:t>0</a:t>
            </a:r>
            <a:r>
              <a:rPr lang="en-US" sz="1600" dirty="0">
                <a:latin typeface="Arial" panose="020B0604020202020204" pitchFamily="34" charset="0"/>
                <a:cs typeface="Arial" panose="020B0604020202020204" pitchFamily="34" charset="0"/>
              </a:rPr>
              <a:t> with the x axis. What is the net electrostatic force on particle 1 due to particles 2 and 3 ?</a:t>
            </a:r>
            <a:endParaRPr lang="en-HK"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D0D185F5-8497-432A-A935-2935566874F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bright="20000" contrast="-40000"/>
                    </a14:imgEffect>
                  </a14:imgLayer>
                </a14:imgProps>
              </a:ext>
            </a:extLst>
          </a:blip>
          <a:stretch>
            <a:fillRect/>
          </a:stretch>
        </p:blipFill>
        <p:spPr>
          <a:xfrm>
            <a:off x="3720160" y="1878169"/>
            <a:ext cx="3256907" cy="1411031"/>
          </a:xfrm>
          <a:prstGeom prst="rect">
            <a:avLst/>
          </a:prstGeom>
        </p:spPr>
      </p:pic>
      <p:pic>
        <p:nvPicPr>
          <p:cNvPr id="13" name="Picture 12">
            <a:extLst>
              <a:ext uri="{FF2B5EF4-FFF2-40B4-BE49-F238E27FC236}">
                <a16:creationId xmlns:a16="http://schemas.microsoft.com/office/drawing/2014/main" id="{9BBA2F17-E768-4D96-9DF9-1234C9C73CEE}"/>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bright="20000" contrast="-40000"/>
                    </a14:imgEffect>
                  </a14:imgLayer>
                </a14:imgProps>
              </a:ext>
            </a:extLst>
          </a:blip>
          <a:stretch>
            <a:fillRect/>
          </a:stretch>
        </p:blipFill>
        <p:spPr>
          <a:xfrm>
            <a:off x="3720160" y="3429000"/>
            <a:ext cx="4514850" cy="895350"/>
          </a:xfrm>
          <a:prstGeom prst="rect">
            <a:avLst/>
          </a:prstGeom>
        </p:spPr>
      </p:pic>
      <p:pic>
        <p:nvPicPr>
          <p:cNvPr id="14" name="Picture 13">
            <a:extLst>
              <a:ext uri="{FF2B5EF4-FFF2-40B4-BE49-F238E27FC236}">
                <a16:creationId xmlns:a16="http://schemas.microsoft.com/office/drawing/2014/main" id="{072C4E48-1A89-4B6B-9FBE-82C8D7B18691}"/>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Effect>
                      <a14:brightnessContrast bright="20000" contrast="-40000"/>
                    </a14:imgEffect>
                  </a14:imgLayer>
                </a14:imgProps>
              </a:ext>
            </a:extLst>
          </a:blip>
          <a:stretch>
            <a:fillRect/>
          </a:stretch>
        </p:blipFill>
        <p:spPr>
          <a:xfrm>
            <a:off x="3720160" y="4415065"/>
            <a:ext cx="3124200" cy="838200"/>
          </a:xfrm>
          <a:prstGeom prst="rect">
            <a:avLst/>
          </a:prstGeom>
        </p:spPr>
      </p:pic>
      <p:pic>
        <p:nvPicPr>
          <p:cNvPr id="15" name="Picture 14">
            <a:extLst>
              <a:ext uri="{FF2B5EF4-FFF2-40B4-BE49-F238E27FC236}">
                <a16:creationId xmlns:a16="http://schemas.microsoft.com/office/drawing/2014/main" id="{4A03F087-293F-41CD-A8C3-CD9A0038A5AF}"/>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Effect>
                      <a14:brightnessContrast bright="20000" contrast="-40000"/>
                    </a14:imgEffect>
                  </a14:imgLayer>
                </a14:imgProps>
              </a:ext>
            </a:extLst>
          </a:blip>
          <a:stretch>
            <a:fillRect/>
          </a:stretch>
        </p:blipFill>
        <p:spPr>
          <a:xfrm>
            <a:off x="3720160" y="5357729"/>
            <a:ext cx="3657600" cy="371475"/>
          </a:xfrm>
          <a:prstGeom prst="rect">
            <a:avLst/>
          </a:prstGeom>
        </p:spPr>
      </p:pic>
      <p:pic>
        <p:nvPicPr>
          <p:cNvPr id="16" name="Picture 15">
            <a:extLst>
              <a:ext uri="{FF2B5EF4-FFF2-40B4-BE49-F238E27FC236}">
                <a16:creationId xmlns:a16="http://schemas.microsoft.com/office/drawing/2014/main" id="{180280B6-4861-429A-9BB1-57A4DA566D2E}"/>
              </a:ext>
            </a:extLst>
          </p:cNvPr>
          <p:cNvPicPr>
            <a:picLocks noChangeAspect="1"/>
          </p:cNvPicPr>
          <p:nvPr/>
        </p:nvPicPr>
        <p:blipFill>
          <a:blip r:embed="rId11">
            <a:extLst>
              <a:ext uri="{BEBA8EAE-BF5A-486C-A8C5-ECC9F3942E4B}">
                <a14:imgProps xmlns:a14="http://schemas.microsoft.com/office/drawing/2010/main">
                  <a14:imgLayer r:embed="rId12">
                    <a14:imgEffect>
                      <a14:sharpenSoften amount="50000"/>
                    </a14:imgEffect>
                    <a14:imgEffect>
                      <a14:brightnessContrast bright="20000" contrast="-40000"/>
                    </a14:imgEffect>
                  </a14:imgLayer>
                </a14:imgProps>
              </a:ext>
            </a:extLst>
          </a:blip>
          <a:stretch>
            <a:fillRect/>
          </a:stretch>
        </p:blipFill>
        <p:spPr>
          <a:xfrm>
            <a:off x="3720160" y="5833669"/>
            <a:ext cx="2228850" cy="609600"/>
          </a:xfrm>
          <a:prstGeom prst="rect">
            <a:avLst/>
          </a:prstGeom>
        </p:spPr>
      </p:pic>
      <p:pic>
        <p:nvPicPr>
          <p:cNvPr id="17" name="Picture 16">
            <a:extLst>
              <a:ext uri="{FF2B5EF4-FFF2-40B4-BE49-F238E27FC236}">
                <a16:creationId xmlns:a16="http://schemas.microsoft.com/office/drawing/2014/main" id="{BF111FE7-C9CB-4BED-8F22-782515513B48}"/>
              </a:ext>
            </a:extLst>
          </p:cNvPr>
          <p:cNvPicPr>
            <a:picLocks noChangeAspect="1"/>
          </p:cNvPicPr>
          <p:nvPr/>
        </p:nvPicPr>
        <p:blipFill>
          <a:blip r:embed="rId13">
            <a:extLst>
              <a:ext uri="{BEBA8EAE-BF5A-486C-A8C5-ECC9F3942E4B}">
                <a14:imgProps xmlns:a14="http://schemas.microsoft.com/office/drawing/2010/main">
                  <a14:imgLayer r:embed="rId14">
                    <a14:imgEffect>
                      <a14:sharpenSoften amount="50000"/>
                    </a14:imgEffect>
                    <a14:imgEffect>
                      <a14:brightnessContrast bright="20000" contrast="-40000"/>
                    </a14:imgEffect>
                  </a14:imgLayer>
                </a14:imgProps>
              </a:ext>
            </a:extLst>
          </a:blip>
          <a:stretch>
            <a:fillRect/>
          </a:stretch>
        </p:blipFill>
        <p:spPr>
          <a:xfrm>
            <a:off x="6620038" y="6243084"/>
            <a:ext cx="1781175" cy="333375"/>
          </a:xfrm>
          <a:prstGeom prst="rect">
            <a:avLst/>
          </a:prstGeom>
        </p:spPr>
      </p:pic>
      <p:sp>
        <p:nvSpPr>
          <p:cNvPr id="18" name="Rectangle 17">
            <a:extLst>
              <a:ext uri="{FF2B5EF4-FFF2-40B4-BE49-F238E27FC236}">
                <a16:creationId xmlns:a16="http://schemas.microsoft.com/office/drawing/2014/main" id="{3E1D1F70-290C-4267-BF29-D0C56FFF9680}"/>
              </a:ext>
            </a:extLst>
          </p:cNvPr>
          <p:cNvSpPr/>
          <p:nvPr/>
        </p:nvSpPr>
        <p:spPr>
          <a:xfrm>
            <a:off x="6263334" y="5840002"/>
            <a:ext cx="2494585" cy="338554"/>
          </a:xfrm>
          <a:prstGeom prst="rect">
            <a:avLst/>
          </a:prstGeom>
        </p:spPr>
        <p:txBody>
          <a:bodyPr wrap="square">
            <a:spAutoFit/>
          </a:bodyPr>
          <a:lstStyle/>
          <a:p>
            <a:r>
              <a:rPr lang="en-US" sz="1600" dirty="0">
                <a:latin typeface="Arial" panose="020B0604020202020204" pitchFamily="34" charset="0"/>
                <a:cs typeface="Arial" panose="020B0604020202020204" pitchFamily="34" charset="0"/>
              </a:rPr>
              <a:t>we add 180</a:t>
            </a:r>
            <a:r>
              <a:rPr lang="en-US" sz="1600" baseline="30000" dirty="0">
                <a:latin typeface="Arial" panose="020B0604020202020204" pitchFamily="34" charset="0"/>
                <a:cs typeface="Arial" panose="020B0604020202020204" pitchFamily="34" charset="0"/>
              </a:rPr>
              <a:t>o</a:t>
            </a:r>
            <a:r>
              <a:rPr lang="en-US" sz="1600" dirty="0">
                <a:latin typeface="Arial" panose="020B0604020202020204" pitchFamily="34" charset="0"/>
                <a:cs typeface="Arial" panose="020B0604020202020204" pitchFamily="34" charset="0"/>
              </a:rPr>
              <a:t>, to correct </a:t>
            </a:r>
            <a:r>
              <a:rPr lang="el-GR" sz="1600" dirty="0">
                <a:latin typeface="Arial" panose="020B0604020202020204" pitchFamily="34" charset="0"/>
                <a:cs typeface="Arial" panose="020B0604020202020204" pitchFamily="34" charset="0"/>
              </a:rPr>
              <a:t>θ</a:t>
            </a:r>
            <a:endParaRPr lang="en-HK"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7479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2">
            <a:extLst>
              <a:ext uri="{FF2B5EF4-FFF2-40B4-BE49-F238E27FC236}">
                <a16:creationId xmlns:a16="http://schemas.microsoft.com/office/drawing/2014/main" id="{1F60416E-47C7-4041-B1B5-7E52D042F9F6}"/>
              </a:ext>
            </a:extLst>
          </p:cNvPr>
          <p:cNvSpPr>
            <a:spLocks noGrp="1"/>
          </p:cNvSpPr>
          <p:nvPr>
            <p:ph type="sldNum" sz="quarter" idx="12"/>
          </p:nvPr>
        </p:nvSpPr>
        <p:spPr>
          <a:xfrm>
            <a:off x="6522720" y="6453336"/>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72E3ADC0-45A2-4D39-BDB9-11BCCDD52773}" type="slidenum">
              <a:rPr lang="en-US" altLang="id-ID" sz="1400" smtClean="0"/>
              <a:pPr>
                <a:spcBef>
                  <a:spcPct val="0"/>
                </a:spcBef>
                <a:buFontTx/>
                <a:buNone/>
              </a:pPr>
              <a:t>13</a:t>
            </a:fld>
            <a:endParaRPr lang="en-US" altLang="id-ID" sz="1400"/>
          </a:p>
        </p:txBody>
      </p:sp>
      <p:sp>
        <p:nvSpPr>
          <p:cNvPr id="7171" name="TextBox 8">
            <a:extLst>
              <a:ext uri="{FF2B5EF4-FFF2-40B4-BE49-F238E27FC236}">
                <a16:creationId xmlns:a16="http://schemas.microsoft.com/office/drawing/2014/main" id="{8E7D59AD-2F50-4A53-ABB2-6224872FD45A}"/>
              </a:ext>
            </a:extLst>
          </p:cNvPr>
          <p:cNvSpPr txBox="1">
            <a:spLocks noChangeArrowheads="1"/>
          </p:cNvSpPr>
          <p:nvPr/>
        </p:nvSpPr>
        <p:spPr bwMode="auto">
          <a:xfrm>
            <a:off x="1047432" y="1466125"/>
            <a:ext cx="8066088"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solidFill>
                  <a:srgbClr val="002060"/>
                </a:solidFill>
                <a:latin typeface="Arial" panose="020B0604020202020204" pitchFamily="34" charset="0"/>
              </a:rPr>
              <a:t>The Electric Field is a vector field.</a:t>
            </a:r>
          </a:p>
          <a:p>
            <a:pPr eaLnBrk="1" hangingPunct="1">
              <a:spcBef>
                <a:spcPct val="0"/>
              </a:spcBef>
              <a:buFontTx/>
              <a:buNone/>
            </a:pPr>
            <a:endParaRPr lang="en-US" altLang="id-ID" sz="2000" i="1" dirty="0">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The electric field, </a:t>
            </a:r>
            <a:r>
              <a:rPr lang="en-US" altLang="id-ID" sz="2000" i="1" dirty="0">
                <a:latin typeface="Arial" panose="020B0604020202020204" pitchFamily="34" charset="0"/>
              </a:rPr>
              <a:t>E, </a:t>
            </a:r>
            <a:r>
              <a:rPr lang="en-US" altLang="id-ID" sz="2000" dirty="0">
                <a:latin typeface="Arial" panose="020B0604020202020204" pitchFamily="34" charset="0"/>
              </a:rPr>
              <a:t>consists of a distribution of vectors, one for each point in the region around a charged object, such as a charged rod. </a:t>
            </a:r>
          </a:p>
          <a:p>
            <a:pPr eaLnBrk="1" hangingPunct="1">
              <a:spcBef>
                <a:spcPct val="0"/>
              </a:spcBef>
              <a:buFontTx/>
              <a:buNone/>
            </a:pPr>
            <a:r>
              <a:rPr lang="en-US" altLang="id-ID" sz="2000" dirty="0">
                <a:latin typeface="Arial" panose="020B0604020202020204" pitchFamily="34" charset="0"/>
              </a:rPr>
              <a:t>We can define the electric field at some point near the charged object, such as point </a:t>
            </a:r>
            <a:r>
              <a:rPr lang="en-US" altLang="id-ID" sz="2000" i="1" dirty="0">
                <a:latin typeface="Arial" panose="020B0604020202020204" pitchFamily="34" charset="0"/>
              </a:rPr>
              <a:t>P </a:t>
            </a:r>
            <a:r>
              <a:rPr lang="en-US" altLang="id-ID" sz="2000" dirty="0">
                <a:latin typeface="Arial" panose="020B0604020202020204" pitchFamily="34" charset="0"/>
              </a:rPr>
              <a:t>in Fig. 1a, as follows: </a:t>
            </a:r>
          </a:p>
          <a:p>
            <a:pPr marL="342900" indent="-342900">
              <a:spcBef>
                <a:spcPct val="0"/>
              </a:spcBef>
            </a:pPr>
            <a:r>
              <a:rPr lang="en-US" altLang="id-ID" sz="2000" dirty="0">
                <a:latin typeface="Arial" panose="020B0604020202020204" pitchFamily="34" charset="0"/>
              </a:rPr>
              <a:t> A positive test charge q</a:t>
            </a:r>
            <a:r>
              <a:rPr lang="en-US" altLang="id-ID" sz="2000" baseline="-25000" dirty="0">
                <a:latin typeface="Arial" panose="020B0604020202020204" pitchFamily="34" charset="0"/>
              </a:rPr>
              <a:t>0</a:t>
            </a:r>
            <a:r>
              <a:rPr lang="en-US" altLang="id-ID" sz="2000" dirty="0">
                <a:latin typeface="Arial" panose="020B0604020202020204" pitchFamily="34" charset="0"/>
              </a:rPr>
              <a:t>, placed at the point will experience an electrostatic force, F. </a:t>
            </a:r>
          </a:p>
          <a:p>
            <a:pPr marL="342900" indent="-342900">
              <a:spcBef>
                <a:spcPct val="0"/>
              </a:spcBef>
            </a:pPr>
            <a:r>
              <a:rPr lang="en-US" altLang="id-ID" sz="2000" dirty="0">
                <a:latin typeface="Arial" panose="020B0604020202020204" pitchFamily="34" charset="0"/>
              </a:rPr>
              <a:t>The electric field at point </a:t>
            </a:r>
            <a:r>
              <a:rPr lang="en-US" altLang="id-ID" sz="2000" i="1" dirty="0">
                <a:latin typeface="Arial" panose="020B0604020202020204" pitchFamily="34" charset="0"/>
              </a:rPr>
              <a:t>P</a:t>
            </a:r>
            <a:r>
              <a:rPr lang="en-US" altLang="id-ID" sz="2000" dirty="0">
                <a:latin typeface="Arial" panose="020B0604020202020204" pitchFamily="34" charset="0"/>
              </a:rPr>
              <a:t> due to the charged objects is defined as the electric field, E, at that point: </a:t>
            </a:r>
          </a:p>
          <a:p>
            <a:pPr eaLnBrk="1" hangingPunct="1">
              <a:spcBef>
                <a:spcPct val="0"/>
              </a:spcBef>
            </a:pPr>
            <a:endParaRPr lang="en-US" altLang="id-ID" sz="2000" b="1" dirty="0">
              <a:latin typeface="Arial" panose="020B0604020202020204" pitchFamily="34" charset="0"/>
            </a:endParaRPr>
          </a:p>
          <a:p>
            <a:pPr eaLnBrk="1" hangingPunct="1">
              <a:spcBef>
                <a:spcPct val="0"/>
              </a:spcBef>
              <a:buNone/>
            </a:pPr>
            <a:endParaRPr lang="en-US" altLang="id-ID" sz="2000" dirty="0">
              <a:solidFill>
                <a:srgbClr val="0070C0"/>
              </a:solidFill>
              <a:latin typeface="Arial" panose="020B0604020202020204" pitchFamily="34" charset="0"/>
            </a:endParaRPr>
          </a:p>
          <a:p>
            <a:pPr eaLnBrk="1" hangingPunct="1">
              <a:spcBef>
                <a:spcPct val="0"/>
              </a:spcBef>
            </a:pPr>
            <a:endParaRPr lang="en-US" altLang="id-ID" sz="2000" dirty="0">
              <a:solidFill>
                <a:srgbClr val="0070C0"/>
              </a:solidFill>
              <a:latin typeface="Arial" panose="020B0604020202020204" pitchFamily="34" charset="0"/>
            </a:endParaRPr>
          </a:p>
          <a:p>
            <a:pPr eaLnBrk="1" hangingPunct="1">
              <a:spcBef>
                <a:spcPct val="0"/>
              </a:spcBef>
            </a:pPr>
            <a:endParaRPr lang="en-US" altLang="id-ID" sz="2000" dirty="0">
              <a:solidFill>
                <a:srgbClr val="0070C0"/>
              </a:solidFill>
              <a:latin typeface="Arial" panose="020B0604020202020204" pitchFamily="34" charset="0"/>
            </a:endParaRPr>
          </a:p>
          <a:p>
            <a:pPr eaLnBrk="1" hangingPunct="1">
              <a:spcBef>
                <a:spcPct val="0"/>
              </a:spcBef>
            </a:pPr>
            <a:endParaRPr lang="en-US" altLang="id-ID" sz="2000" dirty="0">
              <a:solidFill>
                <a:srgbClr val="0070C0"/>
              </a:solidFill>
              <a:latin typeface="Arial" panose="020B0604020202020204" pitchFamily="34" charset="0"/>
            </a:endParaRPr>
          </a:p>
          <a:p>
            <a:pPr eaLnBrk="1" hangingPunct="1">
              <a:spcBef>
                <a:spcPct val="0"/>
              </a:spcBef>
              <a:buFontTx/>
              <a:buNone/>
            </a:pPr>
            <a:r>
              <a:rPr lang="en-US" altLang="id-ID" sz="2000" dirty="0">
                <a:solidFill>
                  <a:srgbClr val="0070C0"/>
                </a:solidFill>
                <a:latin typeface="Arial" panose="020B0604020202020204" pitchFamily="34" charset="0"/>
              </a:rPr>
              <a:t>The SI unit for the electric field is the Newton per coulomb (N/C).</a:t>
            </a:r>
          </a:p>
        </p:txBody>
      </p:sp>
      <p:sp>
        <p:nvSpPr>
          <p:cNvPr id="7172" name="Rectangle 6">
            <a:extLst>
              <a:ext uri="{FF2B5EF4-FFF2-40B4-BE49-F238E27FC236}">
                <a16:creationId xmlns:a16="http://schemas.microsoft.com/office/drawing/2014/main" id="{D2CEF786-C738-49C5-8E8C-3C5657CEBDAA}"/>
              </a:ext>
            </a:extLst>
          </p:cNvPr>
          <p:cNvSpPr>
            <a:spLocks noChangeArrowheads="1"/>
          </p:cNvSpPr>
          <p:nvPr/>
        </p:nvSpPr>
        <p:spPr bwMode="auto">
          <a:xfrm>
            <a:off x="-3048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7174" name="Rectangle 9">
            <a:extLst>
              <a:ext uri="{FF2B5EF4-FFF2-40B4-BE49-F238E27FC236}">
                <a16:creationId xmlns:a16="http://schemas.microsoft.com/office/drawing/2014/main" id="{0FC1F124-CC8D-4D6B-BEB0-7D079FE1A819}"/>
              </a:ext>
            </a:extLst>
          </p:cNvPr>
          <p:cNvSpPr>
            <a:spLocks noChangeArrowheads="1"/>
          </p:cNvSpPr>
          <p:nvPr/>
        </p:nvSpPr>
        <p:spPr bwMode="auto">
          <a:xfrm>
            <a:off x="-3048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7175" name="Rectangle 11">
            <a:extLst>
              <a:ext uri="{FF2B5EF4-FFF2-40B4-BE49-F238E27FC236}">
                <a16:creationId xmlns:a16="http://schemas.microsoft.com/office/drawing/2014/main" id="{156B32D1-8326-4B89-B2F7-70D6BAF414FB}"/>
              </a:ext>
            </a:extLst>
          </p:cNvPr>
          <p:cNvSpPr>
            <a:spLocks noChangeArrowheads="1"/>
          </p:cNvSpPr>
          <p:nvPr/>
        </p:nvSpPr>
        <p:spPr bwMode="auto">
          <a:xfrm>
            <a:off x="-3048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7176" name="Picture 10">
            <a:extLst>
              <a:ext uri="{FF2B5EF4-FFF2-40B4-BE49-F238E27FC236}">
                <a16:creationId xmlns:a16="http://schemas.microsoft.com/office/drawing/2014/main" id="{9ADA22C5-673A-463E-B8F0-B2D0159CE8E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93449" y="4724400"/>
            <a:ext cx="4428605" cy="104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7" name="Rectangle 8">
            <a:extLst>
              <a:ext uri="{FF2B5EF4-FFF2-40B4-BE49-F238E27FC236}">
                <a16:creationId xmlns:a16="http://schemas.microsoft.com/office/drawing/2014/main" id="{9B8251FA-40F6-472B-B0C3-3A2653CF2CCD}"/>
              </a:ext>
            </a:extLst>
          </p:cNvPr>
          <p:cNvSpPr>
            <a:spLocks noChangeArrowheads="1"/>
          </p:cNvSpPr>
          <p:nvPr/>
        </p:nvSpPr>
        <p:spPr bwMode="auto">
          <a:xfrm>
            <a:off x="3469958" y="571500"/>
            <a:ext cx="33602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The Electric Fields</a:t>
            </a:r>
            <a:endParaRPr lang="en-US" altLang="id-ID" sz="2800" dirty="0">
              <a:solidFill>
                <a:srgbClr val="0070C0"/>
              </a:solidFill>
              <a:latin typeface="Arial" panose="020B0604020202020204" pitchFamily="34" charset="0"/>
            </a:endParaRPr>
          </a:p>
        </p:txBody>
      </p:sp>
      <p:pic>
        <p:nvPicPr>
          <p:cNvPr id="9" name="Picture 2" descr="Two electric fields [57], in (a) two protons produced similar electric... |  Download Scientific Diagram">
            <a:extLst>
              <a:ext uri="{FF2B5EF4-FFF2-40B4-BE49-F238E27FC236}">
                <a16:creationId xmlns:a16="http://schemas.microsoft.com/office/drawing/2014/main" id="{2018C044-960A-4DD9-934D-C12FF797F8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3590" y="4571775"/>
            <a:ext cx="2722737" cy="13829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449CEF6F-D8FE-48FC-AD88-06A8C700A387}"/>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1143000" y="1600200"/>
            <a:ext cx="7070154" cy="671512"/>
          </a:xfrm>
          <a:prstGeom prst="rect">
            <a:avLst/>
          </a:prstGeom>
          <a:noFill/>
          <a:ln w="9525">
            <a:noFill/>
            <a:miter lim="800000"/>
            <a:headEnd/>
            <a:tailEnd/>
          </a:ln>
        </p:spPr>
      </p:pic>
      <p:sp>
        <p:nvSpPr>
          <p:cNvPr id="8195" name="Rectangle 3">
            <a:extLst>
              <a:ext uri="{FF2B5EF4-FFF2-40B4-BE49-F238E27FC236}">
                <a16:creationId xmlns:a16="http://schemas.microsoft.com/office/drawing/2014/main" id="{412449CC-2E59-46B1-A573-A20B5A438DD1}"/>
              </a:ext>
            </a:extLst>
          </p:cNvPr>
          <p:cNvSpPr>
            <a:spLocks noChangeArrowheads="1"/>
          </p:cNvSpPr>
          <p:nvPr/>
        </p:nvSpPr>
        <p:spPr bwMode="auto">
          <a:xfrm>
            <a:off x="3662362" y="604838"/>
            <a:ext cx="35004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2. Electric Field Lines </a:t>
            </a:r>
          </a:p>
        </p:txBody>
      </p:sp>
      <p:sp>
        <p:nvSpPr>
          <p:cNvPr id="8196" name="Rectangle 4">
            <a:extLst>
              <a:ext uri="{FF2B5EF4-FFF2-40B4-BE49-F238E27FC236}">
                <a16:creationId xmlns:a16="http://schemas.microsoft.com/office/drawing/2014/main" id="{92DFD1CA-C765-4867-8855-98FA08D24623}"/>
              </a:ext>
            </a:extLst>
          </p:cNvPr>
          <p:cNvSpPr>
            <a:spLocks noChangeArrowheads="1"/>
          </p:cNvSpPr>
          <p:nvPr/>
        </p:nvSpPr>
        <p:spPr bwMode="auto">
          <a:xfrm>
            <a:off x="1052901" y="2437783"/>
            <a:ext cx="7872413" cy="2477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2400">
                <a:solidFill>
                  <a:schemeClr val="tx1"/>
                </a:solidFill>
                <a:latin typeface="Interstate" pitchFamily="2" charset="0"/>
              </a:defRPr>
            </a:lvl1pPr>
            <a:lvl2pPr marL="800100" indent="-34290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pPr>
            <a:r>
              <a:rPr lang="en-US" altLang="id-ID" sz="2000" dirty="0">
                <a:latin typeface="Arial" panose="020B0604020202020204" pitchFamily="34" charset="0"/>
              </a:rPr>
              <a:t>At any point, the direction of a straight field line or the direction of the tangent to a curved field line gives the direction of at that point.</a:t>
            </a:r>
          </a:p>
          <a:p>
            <a:pPr eaLnBrk="1" hangingPunct="1">
              <a:spcBef>
                <a:spcPct val="0"/>
              </a:spcBef>
            </a:pPr>
            <a:endParaRPr lang="en-US" altLang="id-ID" sz="1100" dirty="0">
              <a:latin typeface="Arial" panose="020B0604020202020204" pitchFamily="34" charset="0"/>
            </a:endParaRPr>
          </a:p>
          <a:p>
            <a:pPr eaLnBrk="1" hangingPunct="1">
              <a:spcBef>
                <a:spcPct val="0"/>
              </a:spcBef>
            </a:pPr>
            <a:r>
              <a:rPr lang="en-US" altLang="id-ID" sz="2000" dirty="0">
                <a:latin typeface="Arial" panose="020B0604020202020204" pitchFamily="34" charset="0"/>
              </a:rPr>
              <a:t>The field lines are drawn so that the number of lines per unit area, measured in a plane that is perpendicular to the lines, is proportional to the magnitude of </a:t>
            </a:r>
            <a:r>
              <a:rPr lang="en-US" altLang="id-ID" sz="2000" i="1" dirty="0">
                <a:latin typeface="Arial" panose="020B0604020202020204" pitchFamily="34" charset="0"/>
              </a:rPr>
              <a:t>E.</a:t>
            </a:r>
          </a:p>
          <a:p>
            <a:pPr eaLnBrk="1" hangingPunct="1">
              <a:spcBef>
                <a:spcPct val="0"/>
              </a:spcBef>
            </a:pPr>
            <a:endParaRPr lang="en-US" altLang="id-ID" sz="2000" i="1" dirty="0">
              <a:latin typeface="Arial" panose="020B0604020202020204" pitchFamily="34" charset="0"/>
            </a:endParaRPr>
          </a:p>
        </p:txBody>
      </p:sp>
      <p:pic>
        <p:nvPicPr>
          <p:cNvPr id="5" name="Picture 2" descr="Two electric fields [57], in (a) two protons produced similar electric... |  Download Scientific Diagram">
            <a:extLst>
              <a:ext uri="{FF2B5EF4-FFF2-40B4-BE49-F238E27FC236}">
                <a16:creationId xmlns:a16="http://schemas.microsoft.com/office/drawing/2014/main" id="{6836EBA2-0B08-4910-8269-8D9B0D7C8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1790" y="4824059"/>
            <a:ext cx="2722737" cy="138297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ADFFFA-A36F-407D-82BE-9713ED6D807D}"/>
              </a:ext>
            </a:extLst>
          </p:cNvPr>
          <p:cNvSpPr/>
          <p:nvPr/>
        </p:nvSpPr>
        <p:spPr>
          <a:xfrm>
            <a:off x="1129004" y="4915384"/>
            <a:ext cx="4572000" cy="1200329"/>
          </a:xfrm>
          <a:prstGeom prst="rect">
            <a:avLst/>
          </a:prstGeom>
        </p:spPr>
        <p:txBody>
          <a:bodyPr>
            <a:spAutoFit/>
          </a:bodyPr>
          <a:lstStyle/>
          <a:p>
            <a:pPr>
              <a:spcBef>
                <a:spcPct val="0"/>
              </a:spcBef>
            </a:pPr>
            <a:r>
              <a:rPr lang="en-US" altLang="id-ID" sz="2400" b="1" dirty="0">
                <a:latin typeface="Arial" panose="020B0604020202020204" pitchFamily="34" charset="0"/>
              </a:rPr>
              <a:t>Thus, </a:t>
            </a:r>
            <a:r>
              <a:rPr lang="en-US" altLang="id-ID" sz="2400" b="1" i="1" dirty="0">
                <a:latin typeface="Arial" panose="020B0604020202020204" pitchFamily="34" charset="0"/>
              </a:rPr>
              <a:t>E</a:t>
            </a:r>
            <a:r>
              <a:rPr lang="en-US" altLang="id-ID" sz="2400" b="1" dirty="0">
                <a:latin typeface="Arial" panose="020B0604020202020204" pitchFamily="34" charset="0"/>
              </a:rPr>
              <a:t> is large where field lines are close together and small where they are far apart.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F9FDD6-6BCA-4564-9422-E177C9029C6A}"/>
              </a:ext>
            </a:extLst>
          </p:cNvPr>
          <p:cNvSpPr>
            <a:spLocks noGrp="1"/>
          </p:cNvSpPr>
          <p:nvPr>
            <p:ph type="dt" sz="quarter" idx="10"/>
          </p:nvPr>
        </p:nvSpPr>
        <p:spPr/>
        <p:txBody>
          <a:bodyPr/>
          <a:lstStyle/>
          <a:p>
            <a:pPr>
              <a:defRPr/>
            </a:pPr>
            <a:r>
              <a:rPr lang="en-US"/>
              <a:t>Bina Nusantara University</a:t>
            </a:r>
          </a:p>
        </p:txBody>
      </p:sp>
      <p:sp>
        <p:nvSpPr>
          <p:cNvPr id="9219" name="Slide Number Placeholder 2">
            <a:extLst>
              <a:ext uri="{FF2B5EF4-FFF2-40B4-BE49-F238E27FC236}">
                <a16:creationId xmlns:a16="http://schemas.microsoft.com/office/drawing/2014/main" id="{D53FF1D6-2312-42A1-99B6-4B6C22AD463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E7762DF-9CF4-4C32-A202-6B1E0D0066F8}" type="slidenum">
              <a:rPr lang="en-US" altLang="id-ID" sz="1400" smtClean="0"/>
              <a:pPr>
                <a:spcBef>
                  <a:spcPct val="0"/>
                </a:spcBef>
                <a:buFontTx/>
                <a:buNone/>
              </a:pPr>
              <a:t>15</a:t>
            </a:fld>
            <a:endParaRPr lang="en-US" altLang="id-ID" sz="1400"/>
          </a:p>
        </p:txBody>
      </p:sp>
      <p:pic>
        <p:nvPicPr>
          <p:cNvPr id="9220" name="Picture 2">
            <a:extLst>
              <a:ext uri="{FF2B5EF4-FFF2-40B4-BE49-F238E27FC236}">
                <a16:creationId xmlns:a16="http://schemas.microsoft.com/office/drawing/2014/main" id="{D673AA78-A916-4A64-8BE3-6C0F51E7A3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6477" y="1673775"/>
            <a:ext cx="3908924" cy="1948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3">
            <a:extLst>
              <a:ext uri="{FF2B5EF4-FFF2-40B4-BE49-F238E27FC236}">
                <a16:creationId xmlns:a16="http://schemas.microsoft.com/office/drawing/2014/main" id="{F31D5627-610E-498F-B42C-9F2D5FC84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4237" y="2909444"/>
            <a:ext cx="3238500" cy="339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4">
            <a:extLst>
              <a:ext uri="{FF2B5EF4-FFF2-40B4-BE49-F238E27FC236}">
                <a16:creationId xmlns:a16="http://schemas.microsoft.com/office/drawing/2014/main" id="{60D0EF03-64B5-4CCA-947A-1CBB2FB3DC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0037" y="954181"/>
            <a:ext cx="2552700" cy="1878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Picture 5">
            <a:extLst>
              <a:ext uri="{FF2B5EF4-FFF2-40B4-BE49-F238E27FC236}">
                <a16:creationId xmlns:a16="http://schemas.microsoft.com/office/drawing/2014/main" id="{2DD2E87D-3E3C-49E5-9FBF-50FD7F72BC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3799" y="3733800"/>
            <a:ext cx="3151718" cy="2456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a:extLst>
              <a:ext uri="{FF2B5EF4-FFF2-40B4-BE49-F238E27FC236}">
                <a16:creationId xmlns:a16="http://schemas.microsoft.com/office/drawing/2014/main" id="{72B3D493-675E-470E-85E9-BAC8181D5D87}"/>
              </a:ext>
            </a:extLst>
          </p:cNvPr>
          <p:cNvSpPr txBox="1">
            <a:spLocks noChangeArrowheads="1"/>
          </p:cNvSpPr>
          <p:nvPr/>
        </p:nvSpPr>
        <p:spPr bwMode="auto">
          <a:xfrm>
            <a:off x="4813121" y="335548"/>
            <a:ext cx="3571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Preliminary Summary</a:t>
            </a:r>
            <a:endParaRPr lang="en-US" altLang="id-ID" sz="2000" b="1" dirty="0">
              <a:latin typeface="Arial" panose="020B0604020202020204" pitchFamily="34" charset="0"/>
              <a:cs typeface="Arial" panose="020B0604020202020204" pitchFamily="34" charset="0"/>
            </a:endParaRPr>
          </a:p>
        </p:txBody>
      </p:sp>
      <p:pic>
        <p:nvPicPr>
          <p:cNvPr id="6147" name="Picture 7">
            <a:extLst>
              <a:ext uri="{FF2B5EF4-FFF2-40B4-BE49-F238E27FC236}">
                <a16:creationId xmlns:a16="http://schemas.microsoft.com/office/drawing/2014/main" id="{6C4A8C4B-143F-4D3A-96DD-AE4F38F30A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9058" y="1041852"/>
            <a:ext cx="1746562" cy="3097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Rectangle 5">
            <a:extLst>
              <a:ext uri="{FF2B5EF4-FFF2-40B4-BE49-F238E27FC236}">
                <a16:creationId xmlns:a16="http://schemas.microsoft.com/office/drawing/2014/main" id="{ECC3075C-5CF3-4C54-A87F-A16F63CA198B}"/>
              </a:ext>
            </a:extLst>
          </p:cNvPr>
          <p:cNvSpPr>
            <a:spLocks noChangeArrowheads="1"/>
          </p:cNvSpPr>
          <p:nvPr/>
        </p:nvSpPr>
        <p:spPr bwMode="auto">
          <a:xfrm>
            <a:off x="6258447" y="4384090"/>
            <a:ext cx="242778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marL="285750" indent="-285750" algn="just">
              <a:spcBef>
                <a:spcPct val="0"/>
              </a:spcBef>
              <a:buFont typeface="Wingdings" panose="05000000000000000000" pitchFamily="2" charset="2"/>
              <a:buChar char="Ø"/>
            </a:pPr>
            <a:r>
              <a:rPr lang="en-US" altLang="id-ID" sz="1600" dirty="0">
                <a:latin typeface="Times New Roman" panose="02020603050405020304" pitchFamily="18" charset="0"/>
                <a:ea typeface="Times New Roman" panose="02020603050405020304" pitchFamily="18" charset="0"/>
                <a:cs typeface="Times New Roman" panose="02020603050405020304" pitchFamily="18" charset="0"/>
              </a:rPr>
              <a:t>A positive test charge q</a:t>
            </a:r>
            <a:r>
              <a:rPr lang="en-US" altLang="id-ID" sz="1600" baseline="-30000" dirty="0">
                <a:latin typeface="Times New Roman" panose="02020603050405020304" pitchFamily="18" charset="0"/>
                <a:ea typeface="Times New Roman" panose="02020603050405020304" pitchFamily="18" charset="0"/>
                <a:cs typeface="Times New Roman" panose="02020603050405020304" pitchFamily="18" charset="0"/>
              </a:rPr>
              <a:t>0 </a:t>
            </a:r>
            <a:r>
              <a:rPr lang="en-US" altLang="id-ID" sz="1600" dirty="0">
                <a:latin typeface="Times New Roman" panose="02020603050405020304" pitchFamily="18" charset="0"/>
                <a:ea typeface="Times New Roman" panose="02020603050405020304" pitchFamily="18" charset="0"/>
                <a:cs typeface="Times New Roman" panose="02020603050405020304" pitchFamily="18" charset="0"/>
              </a:rPr>
              <a:t>placed at point P near  a charged object. An electrostatic force F acts on the test charge</a:t>
            </a:r>
          </a:p>
          <a:p>
            <a:pPr marL="285750" indent="-285750" algn="just">
              <a:spcBef>
                <a:spcPct val="0"/>
              </a:spcBef>
              <a:buFont typeface="Wingdings" panose="05000000000000000000" pitchFamily="2" charset="2"/>
              <a:buChar char="Ø"/>
            </a:pPr>
            <a:endParaRPr lang="en-US" altLang="id-ID" sz="1600" dirty="0">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spcBef>
                <a:spcPct val="0"/>
              </a:spcBef>
              <a:buFont typeface="Wingdings" panose="05000000000000000000" pitchFamily="2" charset="2"/>
              <a:buChar char="Ø"/>
            </a:pPr>
            <a:r>
              <a:rPr lang="en-US" altLang="id-ID" sz="1600" dirty="0">
                <a:latin typeface="Times New Roman" panose="02020603050405020304" pitchFamily="18" charset="0"/>
                <a:ea typeface="Times New Roman" panose="02020603050405020304" pitchFamily="18" charset="0"/>
                <a:cs typeface="Times New Roman" panose="02020603050405020304" pitchFamily="18" charset="0"/>
              </a:rPr>
              <a:t>The electric field E at point P produced by charged object</a:t>
            </a:r>
          </a:p>
        </p:txBody>
      </p:sp>
      <p:pic>
        <p:nvPicPr>
          <p:cNvPr id="2" name="Picture 1">
            <a:extLst>
              <a:ext uri="{FF2B5EF4-FFF2-40B4-BE49-F238E27FC236}">
                <a16:creationId xmlns:a16="http://schemas.microsoft.com/office/drawing/2014/main" id="{76445AA3-19C6-4FC1-9755-8C5219770F49}"/>
              </a:ext>
            </a:extLst>
          </p:cNvPr>
          <p:cNvPicPr>
            <a:picLocks noChangeAspect="1"/>
          </p:cNvPicPr>
          <p:nvPr/>
        </p:nvPicPr>
        <p:blipFill>
          <a:blip r:embed="rId3"/>
          <a:stretch>
            <a:fillRect/>
          </a:stretch>
        </p:blipFill>
        <p:spPr>
          <a:xfrm>
            <a:off x="3974072" y="2771095"/>
            <a:ext cx="1936244" cy="3249878"/>
          </a:xfrm>
          <a:prstGeom prst="rect">
            <a:avLst/>
          </a:prstGeom>
        </p:spPr>
      </p:pic>
      <p:pic>
        <p:nvPicPr>
          <p:cNvPr id="4" name="Picture 3">
            <a:extLst>
              <a:ext uri="{FF2B5EF4-FFF2-40B4-BE49-F238E27FC236}">
                <a16:creationId xmlns:a16="http://schemas.microsoft.com/office/drawing/2014/main" id="{9E88CB73-00F5-48A2-B438-A7A251AC5259}"/>
              </a:ext>
            </a:extLst>
          </p:cNvPr>
          <p:cNvPicPr>
            <a:picLocks noChangeAspect="1"/>
          </p:cNvPicPr>
          <p:nvPr/>
        </p:nvPicPr>
        <p:blipFill>
          <a:blip r:embed="rId4"/>
          <a:stretch>
            <a:fillRect/>
          </a:stretch>
        </p:blipFill>
        <p:spPr>
          <a:xfrm>
            <a:off x="1323392" y="1752600"/>
            <a:ext cx="2374490" cy="914400"/>
          </a:xfrm>
          <a:prstGeom prst="rect">
            <a:avLst/>
          </a:prstGeom>
        </p:spPr>
      </p:pic>
      <p:sp>
        <p:nvSpPr>
          <p:cNvPr id="5" name="Rectangle 4">
            <a:extLst>
              <a:ext uri="{FF2B5EF4-FFF2-40B4-BE49-F238E27FC236}">
                <a16:creationId xmlns:a16="http://schemas.microsoft.com/office/drawing/2014/main" id="{3E1CB9B9-BC0B-419A-A15E-BC07FFC7E0CD}"/>
              </a:ext>
            </a:extLst>
          </p:cNvPr>
          <p:cNvSpPr/>
          <p:nvPr/>
        </p:nvSpPr>
        <p:spPr>
          <a:xfrm>
            <a:off x="1190463" y="2830286"/>
            <a:ext cx="2514600" cy="830997"/>
          </a:xfrm>
          <a:prstGeom prst="rect">
            <a:avLst/>
          </a:prstGeom>
        </p:spPr>
        <p:txBody>
          <a:bodyPr wrap="square">
            <a:spAutoFit/>
          </a:bodyPr>
          <a:lstStyle/>
          <a:p>
            <a:r>
              <a:rPr lang="en-US" sz="1600" dirty="0">
                <a:latin typeface="TimesTen-Roman"/>
              </a:rPr>
              <a:t>How does charged particle 2 push on charged particle 1 when they have </a:t>
            </a:r>
            <a:r>
              <a:rPr lang="en-HK" sz="1600" dirty="0">
                <a:latin typeface="TimesTen-Roman"/>
              </a:rPr>
              <a:t>no contact?</a:t>
            </a:r>
            <a:endParaRPr lang="en-HK" sz="1600" dirty="0"/>
          </a:p>
        </p:txBody>
      </p:sp>
      <p:sp>
        <p:nvSpPr>
          <p:cNvPr id="6" name="Arrow: Bent-Up 5">
            <a:extLst>
              <a:ext uri="{FF2B5EF4-FFF2-40B4-BE49-F238E27FC236}">
                <a16:creationId xmlns:a16="http://schemas.microsoft.com/office/drawing/2014/main" id="{75650879-E991-4B4C-ACDC-7D44F1EDD8ED}"/>
              </a:ext>
            </a:extLst>
          </p:cNvPr>
          <p:cNvSpPr/>
          <p:nvPr/>
        </p:nvSpPr>
        <p:spPr>
          <a:xfrm rot="16200000" flipV="1">
            <a:off x="5245511" y="1503152"/>
            <a:ext cx="762000" cy="1413295"/>
          </a:xfrm>
          <a:prstGeom prst="bentUpArrow">
            <a:avLst>
              <a:gd name="adj1" fmla="val 16429"/>
              <a:gd name="adj2" fmla="val 26837"/>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0" name="Arrow: Bent-Up 9">
            <a:extLst>
              <a:ext uri="{FF2B5EF4-FFF2-40B4-BE49-F238E27FC236}">
                <a16:creationId xmlns:a16="http://schemas.microsoft.com/office/drawing/2014/main" id="{56FE150C-9762-4321-84D2-FE4F5A6BBB89}"/>
              </a:ext>
            </a:extLst>
          </p:cNvPr>
          <p:cNvSpPr/>
          <p:nvPr/>
        </p:nvSpPr>
        <p:spPr>
          <a:xfrm rot="5400000">
            <a:off x="2535447" y="4933325"/>
            <a:ext cx="762000" cy="1413295"/>
          </a:xfrm>
          <a:prstGeom prst="bentUpArrow">
            <a:avLst>
              <a:gd name="adj1" fmla="val 16429"/>
              <a:gd name="adj2" fmla="val 26837"/>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pic>
        <p:nvPicPr>
          <p:cNvPr id="1026" name="Picture 2" descr="Two electric fields [57], in (a) two protons produced similar electric... |  Download Scientific Diagram">
            <a:extLst>
              <a:ext uri="{FF2B5EF4-FFF2-40B4-BE49-F238E27FC236}">
                <a16:creationId xmlns:a16="http://schemas.microsoft.com/office/drawing/2014/main" id="{719FEC03-DBFB-4E85-A768-CF6724B745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5704" y="3734480"/>
            <a:ext cx="2722737" cy="138297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E54EA241-74B2-4486-B7E7-F6BA3219F9AD}"/>
              </a:ext>
            </a:extLst>
          </p:cNvPr>
          <p:cNvSpPr/>
          <p:nvPr/>
        </p:nvSpPr>
        <p:spPr>
          <a:xfrm>
            <a:off x="2142414" y="6094170"/>
            <a:ext cx="1454244" cy="369332"/>
          </a:xfrm>
          <a:prstGeom prst="rect">
            <a:avLst/>
          </a:prstGeom>
        </p:spPr>
        <p:txBody>
          <a:bodyPr wrap="none">
            <a:spAutoFit/>
          </a:bodyPr>
          <a:lstStyle/>
          <a:p>
            <a:r>
              <a:rPr lang="en-US" altLang="id-ID" dirty="0">
                <a:latin typeface="Times New Roman" panose="02020603050405020304" pitchFamily="18" charset="0"/>
                <a:ea typeface="Times New Roman" panose="02020603050405020304" pitchFamily="18" charset="0"/>
                <a:cs typeface="Times New Roman" panose="02020603050405020304" pitchFamily="18" charset="0"/>
              </a:rPr>
              <a:t>SIMPLIFIED</a:t>
            </a:r>
            <a:endParaRPr lang="en-HK" dirty="0"/>
          </a:p>
        </p:txBody>
      </p:sp>
      <p:pic>
        <p:nvPicPr>
          <p:cNvPr id="14" name="Picture 3">
            <a:extLst>
              <a:ext uri="{FF2B5EF4-FFF2-40B4-BE49-F238E27FC236}">
                <a16:creationId xmlns:a16="http://schemas.microsoft.com/office/drawing/2014/main" id="{EA4F7440-5DEC-4080-898B-484B8E8FFC4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48723"/>
          <a:stretch/>
        </p:blipFill>
        <p:spPr bwMode="auto">
          <a:xfrm>
            <a:off x="405144" y="5564113"/>
            <a:ext cx="1701839" cy="91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1">
            <a:extLst>
              <a:ext uri="{FF2B5EF4-FFF2-40B4-BE49-F238E27FC236}">
                <a16:creationId xmlns:a16="http://schemas.microsoft.com/office/drawing/2014/main" id="{0098A443-2CD7-4191-BE12-0040146F753C}"/>
              </a:ext>
            </a:extLst>
          </p:cNvPr>
          <p:cNvSpPr txBox="1">
            <a:spLocks noChangeArrowheads="1"/>
          </p:cNvSpPr>
          <p:nvPr/>
        </p:nvSpPr>
        <p:spPr bwMode="auto">
          <a:xfrm>
            <a:off x="1143000" y="1526097"/>
            <a:ext cx="66436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3. The Electric Field due to a Point Charge:</a:t>
            </a:r>
          </a:p>
        </p:txBody>
      </p:sp>
      <p:sp>
        <p:nvSpPr>
          <p:cNvPr id="10243" name="TextBox 2">
            <a:extLst>
              <a:ext uri="{FF2B5EF4-FFF2-40B4-BE49-F238E27FC236}">
                <a16:creationId xmlns:a16="http://schemas.microsoft.com/office/drawing/2014/main" id="{E8906A5D-4BC5-46F5-B76E-B5E3617C0E8B}"/>
              </a:ext>
            </a:extLst>
          </p:cNvPr>
          <p:cNvSpPr txBox="1">
            <a:spLocks noChangeArrowheads="1"/>
          </p:cNvSpPr>
          <p:nvPr/>
        </p:nvSpPr>
        <p:spPr bwMode="auto">
          <a:xfrm>
            <a:off x="1143000" y="2016691"/>
            <a:ext cx="7800975"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dirty="0">
                <a:latin typeface="Arial" panose="020B0604020202020204" pitchFamily="34" charset="0"/>
              </a:rPr>
              <a:t>To find the electric field due to a point charge </a:t>
            </a:r>
            <a:r>
              <a:rPr lang="en-US" altLang="id-ID" i="1" dirty="0">
                <a:latin typeface="Arial" panose="020B0604020202020204" pitchFamily="34" charset="0"/>
              </a:rPr>
              <a:t>q </a:t>
            </a:r>
            <a:r>
              <a:rPr lang="en-US" altLang="id-ID" dirty="0">
                <a:latin typeface="Arial" panose="020B0604020202020204" pitchFamily="34" charset="0"/>
              </a:rPr>
              <a:t>(or charged particle) at any point a distance </a:t>
            </a:r>
            <a:r>
              <a:rPr lang="en-US" altLang="id-ID" i="1" dirty="0">
                <a:latin typeface="Arial" panose="020B0604020202020204" pitchFamily="34" charset="0"/>
              </a:rPr>
              <a:t>r  </a:t>
            </a:r>
            <a:r>
              <a:rPr lang="en-US" altLang="id-ID" dirty="0">
                <a:latin typeface="Arial" panose="020B0604020202020204" pitchFamily="34" charset="0"/>
              </a:rPr>
              <a:t>from the point charge, we put a positive test charge </a:t>
            </a:r>
            <a:r>
              <a:rPr lang="en-US" altLang="id-ID" i="1" dirty="0">
                <a:latin typeface="Arial" panose="020B0604020202020204" pitchFamily="34" charset="0"/>
              </a:rPr>
              <a:t>q</a:t>
            </a:r>
            <a:r>
              <a:rPr lang="en-US" altLang="id-ID" i="1" baseline="-25000" dirty="0">
                <a:latin typeface="Arial" panose="020B0604020202020204" pitchFamily="34" charset="0"/>
              </a:rPr>
              <a:t>0 </a:t>
            </a:r>
            <a:r>
              <a:rPr lang="en-US" altLang="id-ID" dirty="0">
                <a:latin typeface="Arial" panose="020B0604020202020204" pitchFamily="34" charset="0"/>
              </a:rPr>
              <a:t>at that point.</a:t>
            </a:r>
          </a:p>
          <a:p>
            <a:pPr eaLnBrk="1" hangingPunct="1">
              <a:spcBef>
                <a:spcPct val="0"/>
              </a:spcBef>
              <a:buFontTx/>
              <a:buNone/>
            </a:pPr>
            <a:endParaRPr lang="en-US" altLang="id-ID" sz="1800"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The direction of E is directly away from the point charge if </a:t>
            </a:r>
            <a:r>
              <a:rPr lang="en-US" altLang="id-ID" b="1" i="1" dirty="0">
                <a:latin typeface="Arial" panose="020B0604020202020204" pitchFamily="34" charset="0"/>
              </a:rPr>
              <a:t>q </a:t>
            </a:r>
            <a:r>
              <a:rPr lang="en-US" altLang="id-ID" b="1" dirty="0">
                <a:latin typeface="Arial" panose="020B0604020202020204" pitchFamily="34" charset="0"/>
              </a:rPr>
              <a:t>is positive, and directly toward the point charge if </a:t>
            </a:r>
            <a:r>
              <a:rPr lang="en-US" altLang="id-ID" b="1" i="1" dirty="0">
                <a:latin typeface="Arial" panose="020B0604020202020204" pitchFamily="34" charset="0"/>
              </a:rPr>
              <a:t>q </a:t>
            </a:r>
            <a:r>
              <a:rPr lang="en-US" altLang="id-ID" b="1" dirty="0">
                <a:latin typeface="Arial" panose="020B0604020202020204" pitchFamily="34" charset="0"/>
              </a:rPr>
              <a:t>is negative. The electric field vector is:</a:t>
            </a:r>
          </a:p>
          <a:p>
            <a:pPr eaLnBrk="1" hangingPunct="1">
              <a:spcBef>
                <a:spcPct val="0"/>
              </a:spcBef>
              <a:buFontTx/>
              <a:buNone/>
            </a:pPr>
            <a:endParaRPr lang="en-US" altLang="id-ID" sz="1800" dirty="0">
              <a:solidFill>
                <a:srgbClr val="7030A0"/>
              </a:solidFill>
              <a:latin typeface="Arial" panose="020B0604020202020204" pitchFamily="34" charset="0"/>
            </a:endParaRPr>
          </a:p>
          <a:p>
            <a:pPr eaLnBrk="1" hangingPunct="1">
              <a:spcBef>
                <a:spcPct val="0"/>
              </a:spcBef>
              <a:buFontTx/>
              <a:buNone/>
            </a:pPr>
            <a:endParaRPr lang="en-US" altLang="id-ID" sz="1800" dirty="0">
              <a:solidFill>
                <a:srgbClr val="7030A0"/>
              </a:solidFill>
              <a:latin typeface="Arial" panose="020B0604020202020204" pitchFamily="34" charset="0"/>
            </a:endParaRPr>
          </a:p>
          <a:p>
            <a:pPr eaLnBrk="1" hangingPunct="1">
              <a:spcBef>
                <a:spcPct val="0"/>
              </a:spcBef>
              <a:buFontTx/>
              <a:buNone/>
            </a:pPr>
            <a:endParaRPr lang="en-US" altLang="id-ID" sz="1800" dirty="0">
              <a:solidFill>
                <a:srgbClr val="7030A0"/>
              </a:solidFill>
              <a:latin typeface="Arial" panose="020B0604020202020204" pitchFamily="34" charset="0"/>
            </a:endParaRPr>
          </a:p>
          <a:p>
            <a:pPr eaLnBrk="1" hangingPunct="1">
              <a:spcBef>
                <a:spcPct val="0"/>
              </a:spcBef>
              <a:buFontTx/>
              <a:buNone/>
            </a:pPr>
            <a:endParaRPr lang="en-US" altLang="id-ID" sz="1800" dirty="0">
              <a:solidFill>
                <a:srgbClr val="7030A0"/>
              </a:solidFill>
              <a:latin typeface="Arial" panose="020B0604020202020204" pitchFamily="34" charset="0"/>
            </a:endParaRPr>
          </a:p>
          <a:p>
            <a:pPr eaLnBrk="1" hangingPunct="1">
              <a:spcBef>
                <a:spcPct val="0"/>
              </a:spcBef>
              <a:buFontTx/>
              <a:buNone/>
            </a:pPr>
            <a:endParaRPr lang="en-US" altLang="id-ID" sz="1800" dirty="0">
              <a:solidFill>
                <a:srgbClr val="7030A0"/>
              </a:solidFill>
              <a:latin typeface="Arial" panose="020B0604020202020204" pitchFamily="34" charset="0"/>
            </a:endParaRPr>
          </a:p>
        </p:txBody>
      </p:sp>
      <p:sp>
        <p:nvSpPr>
          <p:cNvPr id="10244" name="Rectangle 6">
            <a:extLst>
              <a:ext uri="{FF2B5EF4-FFF2-40B4-BE49-F238E27FC236}">
                <a16:creationId xmlns:a16="http://schemas.microsoft.com/office/drawing/2014/main" id="{08FEA00A-9AEF-426F-9F45-EC1DEE79777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0245" name="Picture 5">
            <a:extLst>
              <a:ext uri="{FF2B5EF4-FFF2-40B4-BE49-F238E27FC236}">
                <a16:creationId xmlns:a16="http://schemas.microsoft.com/office/drawing/2014/main" id="{3DD6E250-2766-4224-A0AC-86CE0E5FE8F2}"/>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12133"/>
          <a:stretch/>
        </p:blipFill>
        <p:spPr bwMode="auto">
          <a:xfrm>
            <a:off x="1981200" y="5141903"/>
            <a:ext cx="32766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0C494A52-7923-4A91-B095-8B1311754F99}"/>
              </a:ext>
            </a:extLst>
          </p:cNvPr>
          <p:cNvPicPr>
            <a:picLocks noChangeAspect="1"/>
          </p:cNvPicPr>
          <p:nvPr/>
        </p:nvPicPr>
        <p:blipFill>
          <a:blip r:embed="rId3"/>
          <a:stretch>
            <a:fillRect/>
          </a:stretch>
        </p:blipFill>
        <p:spPr>
          <a:xfrm>
            <a:off x="6803571" y="5716293"/>
            <a:ext cx="1590675" cy="533400"/>
          </a:xfrm>
          <a:prstGeom prst="rect">
            <a:avLst/>
          </a:prstGeom>
        </p:spPr>
      </p:pic>
      <p:sp>
        <p:nvSpPr>
          <p:cNvPr id="5" name="Rectangle 4">
            <a:extLst>
              <a:ext uri="{FF2B5EF4-FFF2-40B4-BE49-F238E27FC236}">
                <a16:creationId xmlns:a16="http://schemas.microsoft.com/office/drawing/2014/main" id="{12417F35-F202-40ED-83B2-ACFFCA19B702}"/>
              </a:ext>
            </a:extLst>
          </p:cNvPr>
          <p:cNvSpPr/>
          <p:nvPr/>
        </p:nvSpPr>
        <p:spPr>
          <a:xfrm>
            <a:off x="6375249" y="5666906"/>
            <a:ext cx="428322" cy="369332"/>
          </a:xfrm>
          <a:prstGeom prst="rect">
            <a:avLst/>
          </a:prstGeom>
        </p:spPr>
        <p:txBody>
          <a:bodyPr wrap="none">
            <a:spAutoFit/>
          </a:bodyPr>
          <a:lstStyle/>
          <a:p>
            <a:r>
              <a:rPr lang="en-US" altLang="id-ID" b="1" dirty="0">
                <a:latin typeface="Arial" panose="020B0604020202020204" pitchFamily="34" charset="0"/>
              </a:rPr>
              <a:t>(*)</a:t>
            </a:r>
            <a:endParaRPr lang="en-HK"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EDE51B-A42B-419B-B0B9-6F41DA6D6122}"/>
              </a:ext>
            </a:extLst>
          </p:cNvPr>
          <p:cNvSpPr>
            <a:spLocks noGrp="1"/>
          </p:cNvSpPr>
          <p:nvPr>
            <p:ph type="dt" sz="quarter" idx="10"/>
          </p:nvPr>
        </p:nvSpPr>
        <p:spPr>
          <a:xfrm>
            <a:off x="990600" y="1328739"/>
            <a:ext cx="7696200" cy="3886199"/>
          </a:xfrm>
        </p:spPr>
        <p:txBody>
          <a:bodyPr/>
          <a:lstStyle/>
          <a:p>
            <a:pPr>
              <a:defRPr/>
            </a:pPr>
            <a:r>
              <a:rPr lang="en-US" sz="2400" b="1" dirty="0"/>
              <a:t>The net, or resultant, electric field due to more than one point charge can be found by the superposition principle. If we place a positive test charge </a:t>
            </a:r>
            <a:r>
              <a:rPr lang="en-US" sz="2400" b="1" i="1" dirty="0"/>
              <a:t>q</a:t>
            </a:r>
            <a:r>
              <a:rPr lang="en-US" sz="2400" b="1" i="1" baseline="-25000" dirty="0"/>
              <a:t>0</a:t>
            </a:r>
            <a:r>
              <a:rPr lang="en-US" sz="2400" b="1" i="1" dirty="0"/>
              <a:t> </a:t>
            </a:r>
            <a:r>
              <a:rPr lang="en-US" sz="2400" b="1" dirty="0"/>
              <a:t>near n point charges</a:t>
            </a:r>
            <a:r>
              <a:rPr lang="en-US" sz="2400" b="1" i="1" dirty="0"/>
              <a:t> q</a:t>
            </a:r>
            <a:r>
              <a:rPr lang="en-US" sz="2400" b="1" i="1" baseline="-25000" dirty="0"/>
              <a:t>1</a:t>
            </a:r>
            <a:r>
              <a:rPr lang="en-US" sz="2400" b="1" i="1" dirty="0"/>
              <a:t>, q</a:t>
            </a:r>
            <a:r>
              <a:rPr lang="en-US" sz="2400" b="1" i="1" baseline="-25000" dirty="0"/>
              <a:t>2</a:t>
            </a:r>
            <a:r>
              <a:rPr lang="en-US" sz="2400" b="1" i="1" dirty="0"/>
              <a:t>, . . . , </a:t>
            </a:r>
            <a:r>
              <a:rPr lang="en-US" sz="2400" b="1" i="1" dirty="0" err="1"/>
              <a:t>q</a:t>
            </a:r>
            <a:r>
              <a:rPr lang="en-US" sz="2400" b="1" i="1" baseline="-25000" dirty="0" err="1"/>
              <a:t>n</a:t>
            </a:r>
            <a:r>
              <a:rPr lang="en-US" sz="2400" b="1" i="1" dirty="0"/>
              <a:t>, </a:t>
            </a:r>
            <a:r>
              <a:rPr lang="en-US" sz="2400" b="1" dirty="0"/>
              <a:t>then, the net force, </a:t>
            </a:r>
            <a:r>
              <a:rPr lang="en-US" sz="2400" b="1" i="1" dirty="0" err="1"/>
              <a:t>F</a:t>
            </a:r>
            <a:r>
              <a:rPr lang="en-US" sz="2400" b="1" i="1" baseline="-25000" dirty="0" err="1"/>
              <a:t>o</a:t>
            </a:r>
            <a:r>
              <a:rPr lang="en-US" sz="2400" b="1" dirty="0"/>
              <a:t>, from the </a:t>
            </a:r>
            <a:r>
              <a:rPr lang="en-US" sz="2400" b="1" i="1" dirty="0"/>
              <a:t>n </a:t>
            </a:r>
            <a:r>
              <a:rPr lang="en-US" sz="2400" b="1" dirty="0"/>
              <a:t>point charges acting on the test charge is</a:t>
            </a:r>
          </a:p>
          <a:p>
            <a:pPr>
              <a:defRPr/>
            </a:pPr>
            <a:endParaRPr lang="en-US" dirty="0"/>
          </a:p>
          <a:p>
            <a:pPr>
              <a:defRPr/>
            </a:pPr>
            <a:endParaRPr lang="en-US" dirty="0"/>
          </a:p>
          <a:p>
            <a:pPr>
              <a:defRPr/>
            </a:pPr>
            <a:endParaRPr lang="en-US" dirty="0"/>
          </a:p>
          <a:p>
            <a:pPr>
              <a:defRPr/>
            </a:pPr>
            <a:endParaRPr lang="en-US" dirty="0"/>
          </a:p>
          <a:p>
            <a:pPr>
              <a:defRPr/>
            </a:pPr>
            <a:r>
              <a:rPr lang="en-US" sz="2400" b="1" dirty="0"/>
              <a:t>The net electric field at the position of the test charge is</a:t>
            </a:r>
          </a:p>
          <a:p>
            <a:pPr>
              <a:defRPr/>
            </a:pPr>
            <a:endParaRPr lang="en-US" dirty="0"/>
          </a:p>
        </p:txBody>
      </p:sp>
      <p:sp>
        <p:nvSpPr>
          <p:cNvPr id="11267" name="Slide Number Placeholder 2">
            <a:extLst>
              <a:ext uri="{FF2B5EF4-FFF2-40B4-BE49-F238E27FC236}">
                <a16:creationId xmlns:a16="http://schemas.microsoft.com/office/drawing/2014/main" id="{A35F5369-BC94-40F3-8DBF-7335B67FD7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5DDFD19E-5AAF-4234-9A40-64EF12A34351}" type="slidenum">
              <a:rPr lang="en-US" altLang="id-ID" sz="1400" smtClean="0"/>
              <a:pPr>
                <a:spcBef>
                  <a:spcPct val="0"/>
                </a:spcBef>
                <a:buFontTx/>
                <a:buNone/>
              </a:pPr>
              <a:t>18</a:t>
            </a:fld>
            <a:endParaRPr lang="en-US" altLang="id-ID" sz="1400"/>
          </a:p>
        </p:txBody>
      </p:sp>
      <p:sp>
        <p:nvSpPr>
          <p:cNvPr id="11268" name="Rectangle 7">
            <a:extLst>
              <a:ext uri="{FF2B5EF4-FFF2-40B4-BE49-F238E27FC236}">
                <a16:creationId xmlns:a16="http://schemas.microsoft.com/office/drawing/2014/main" id="{38C52D39-4ED5-456C-92C7-A50041CADE25}"/>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1269" name="Rectangle 8">
            <a:extLst>
              <a:ext uri="{FF2B5EF4-FFF2-40B4-BE49-F238E27FC236}">
                <a16:creationId xmlns:a16="http://schemas.microsoft.com/office/drawing/2014/main" id="{78321029-46CA-4A42-8E6C-FABE60BA9764}"/>
              </a:ext>
            </a:extLst>
          </p:cNvPr>
          <p:cNvSpPr>
            <a:spLocks noChangeArrowheads="1"/>
          </p:cNvSpPr>
          <p:nvPr/>
        </p:nvSpPr>
        <p:spPr bwMode="auto">
          <a:xfrm>
            <a:off x="0" y="923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0" name="Rectangle 10">
            <a:extLst>
              <a:ext uri="{FF2B5EF4-FFF2-40B4-BE49-F238E27FC236}">
                <a16:creationId xmlns:a16="http://schemas.microsoft.com/office/drawing/2014/main" id="{7BBF76CC-EA39-4AA2-AD49-D7B21C36958C}"/>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1271" name="Picture 9">
            <a:extLst>
              <a:ext uri="{FF2B5EF4-FFF2-40B4-BE49-F238E27FC236}">
                <a16:creationId xmlns:a16="http://schemas.microsoft.com/office/drawing/2014/main" id="{A5EEB7E2-3023-4618-8415-330B87124FC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81331" y="3549969"/>
            <a:ext cx="3946655" cy="426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2" name="Rectangle 11">
            <a:extLst>
              <a:ext uri="{FF2B5EF4-FFF2-40B4-BE49-F238E27FC236}">
                <a16:creationId xmlns:a16="http://schemas.microsoft.com/office/drawing/2014/main" id="{07CF7299-87C8-43E2-A160-72A748BA5CDF}"/>
              </a:ext>
            </a:extLst>
          </p:cNvPr>
          <p:cNvSpPr>
            <a:spLocks noChangeArrowheads="1"/>
          </p:cNvSpPr>
          <p:nvPr/>
        </p:nvSpPr>
        <p:spPr bwMode="auto">
          <a:xfrm>
            <a:off x="0" y="92392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3" name="Rectangle 13">
            <a:extLst>
              <a:ext uri="{FF2B5EF4-FFF2-40B4-BE49-F238E27FC236}">
                <a16:creationId xmlns:a16="http://schemas.microsoft.com/office/drawing/2014/main" id="{D7EE38D0-EF96-46F9-A881-1D3025E650C8}"/>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1274" name="Picture 12">
            <a:extLst>
              <a:ext uri="{FF2B5EF4-FFF2-40B4-BE49-F238E27FC236}">
                <a16:creationId xmlns:a16="http://schemas.microsoft.com/office/drawing/2014/main" id="{BADD675E-175A-4C7A-822C-BC9962D769F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24001" y="4841855"/>
            <a:ext cx="6553200" cy="148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5" name="Rectangle 14">
            <a:extLst>
              <a:ext uri="{FF2B5EF4-FFF2-40B4-BE49-F238E27FC236}">
                <a16:creationId xmlns:a16="http://schemas.microsoft.com/office/drawing/2014/main" id="{C6E43335-F909-453F-B4EB-1C144741BBC2}"/>
              </a:ext>
            </a:extLst>
          </p:cNvPr>
          <p:cNvSpPr>
            <a:spLocks noChangeArrowheads="1"/>
          </p:cNvSpPr>
          <p:nvPr/>
        </p:nvSpPr>
        <p:spPr bwMode="auto">
          <a:xfrm>
            <a:off x="0" y="1819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6" name="TextBox 1">
            <a:extLst>
              <a:ext uri="{FF2B5EF4-FFF2-40B4-BE49-F238E27FC236}">
                <a16:creationId xmlns:a16="http://schemas.microsoft.com/office/drawing/2014/main" id="{56D4CA04-320A-48A3-965A-23A5C0563AB8}"/>
              </a:ext>
            </a:extLst>
          </p:cNvPr>
          <p:cNvSpPr txBox="1">
            <a:spLocks noChangeArrowheads="1"/>
          </p:cNvSpPr>
          <p:nvPr/>
        </p:nvSpPr>
        <p:spPr bwMode="auto">
          <a:xfrm>
            <a:off x="3705225" y="214313"/>
            <a:ext cx="414337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 The Electric Field due to </a:t>
            </a:r>
          </a:p>
          <a:p>
            <a:pPr algn="ct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a Point Charge(cont.)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2">
            <a:extLst>
              <a:ext uri="{FF2B5EF4-FFF2-40B4-BE49-F238E27FC236}">
                <a16:creationId xmlns:a16="http://schemas.microsoft.com/office/drawing/2014/main" id="{A35F5369-BC94-40F3-8DBF-7335B67FD7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5DDFD19E-5AAF-4234-9A40-64EF12A34351}" type="slidenum">
              <a:rPr lang="en-US" altLang="id-ID" sz="1400" smtClean="0"/>
              <a:pPr>
                <a:spcBef>
                  <a:spcPct val="0"/>
                </a:spcBef>
                <a:buFontTx/>
                <a:buNone/>
              </a:pPr>
              <a:t>19</a:t>
            </a:fld>
            <a:endParaRPr lang="en-US" altLang="id-ID" sz="1400"/>
          </a:p>
        </p:txBody>
      </p:sp>
      <p:sp>
        <p:nvSpPr>
          <p:cNvPr id="11268" name="Rectangle 7">
            <a:extLst>
              <a:ext uri="{FF2B5EF4-FFF2-40B4-BE49-F238E27FC236}">
                <a16:creationId xmlns:a16="http://schemas.microsoft.com/office/drawing/2014/main" id="{38C52D39-4ED5-456C-92C7-A50041CADE25}"/>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1269" name="Rectangle 8">
            <a:extLst>
              <a:ext uri="{FF2B5EF4-FFF2-40B4-BE49-F238E27FC236}">
                <a16:creationId xmlns:a16="http://schemas.microsoft.com/office/drawing/2014/main" id="{78321029-46CA-4A42-8E6C-FABE60BA9764}"/>
              </a:ext>
            </a:extLst>
          </p:cNvPr>
          <p:cNvSpPr>
            <a:spLocks noChangeArrowheads="1"/>
          </p:cNvSpPr>
          <p:nvPr/>
        </p:nvSpPr>
        <p:spPr bwMode="auto">
          <a:xfrm>
            <a:off x="0" y="923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0" name="Rectangle 10">
            <a:extLst>
              <a:ext uri="{FF2B5EF4-FFF2-40B4-BE49-F238E27FC236}">
                <a16:creationId xmlns:a16="http://schemas.microsoft.com/office/drawing/2014/main" id="{7BBF76CC-EA39-4AA2-AD49-D7B21C36958C}"/>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1272" name="Rectangle 11">
            <a:extLst>
              <a:ext uri="{FF2B5EF4-FFF2-40B4-BE49-F238E27FC236}">
                <a16:creationId xmlns:a16="http://schemas.microsoft.com/office/drawing/2014/main" id="{07CF7299-87C8-43E2-A160-72A748BA5CDF}"/>
              </a:ext>
            </a:extLst>
          </p:cNvPr>
          <p:cNvSpPr>
            <a:spLocks noChangeArrowheads="1"/>
          </p:cNvSpPr>
          <p:nvPr/>
        </p:nvSpPr>
        <p:spPr bwMode="auto">
          <a:xfrm>
            <a:off x="0" y="92392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3" name="Rectangle 13">
            <a:extLst>
              <a:ext uri="{FF2B5EF4-FFF2-40B4-BE49-F238E27FC236}">
                <a16:creationId xmlns:a16="http://schemas.microsoft.com/office/drawing/2014/main" id="{D7EE38D0-EF96-46F9-A881-1D3025E650C8}"/>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1274" name="Picture 12">
            <a:extLst>
              <a:ext uri="{FF2B5EF4-FFF2-40B4-BE49-F238E27FC236}">
                <a16:creationId xmlns:a16="http://schemas.microsoft.com/office/drawing/2014/main" id="{BADD675E-175A-4C7A-822C-BC9962D769FB}"/>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95900" y="1549970"/>
            <a:ext cx="3124200" cy="70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5" name="Rectangle 14">
            <a:extLst>
              <a:ext uri="{FF2B5EF4-FFF2-40B4-BE49-F238E27FC236}">
                <a16:creationId xmlns:a16="http://schemas.microsoft.com/office/drawing/2014/main" id="{C6E43335-F909-453F-B4EB-1C144741BBC2}"/>
              </a:ext>
            </a:extLst>
          </p:cNvPr>
          <p:cNvSpPr>
            <a:spLocks noChangeArrowheads="1"/>
          </p:cNvSpPr>
          <p:nvPr/>
        </p:nvSpPr>
        <p:spPr bwMode="auto">
          <a:xfrm>
            <a:off x="0" y="1819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6" name="TextBox 1">
            <a:extLst>
              <a:ext uri="{FF2B5EF4-FFF2-40B4-BE49-F238E27FC236}">
                <a16:creationId xmlns:a16="http://schemas.microsoft.com/office/drawing/2014/main" id="{56D4CA04-320A-48A3-965A-23A5C0563AB8}"/>
              </a:ext>
            </a:extLst>
          </p:cNvPr>
          <p:cNvSpPr txBox="1">
            <a:spLocks noChangeArrowheads="1"/>
          </p:cNvSpPr>
          <p:nvPr/>
        </p:nvSpPr>
        <p:spPr bwMode="auto">
          <a:xfrm>
            <a:off x="3705225" y="214313"/>
            <a:ext cx="414337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 The Electric Field due to </a:t>
            </a:r>
          </a:p>
          <a:p>
            <a:pPr algn="ct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a Point Charge(cont.)</a:t>
            </a:r>
          </a:p>
        </p:txBody>
      </p:sp>
      <p:pic>
        <p:nvPicPr>
          <p:cNvPr id="3" name="Picture 2">
            <a:extLst>
              <a:ext uri="{FF2B5EF4-FFF2-40B4-BE49-F238E27FC236}">
                <a16:creationId xmlns:a16="http://schemas.microsoft.com/office/drawing/2014/main" id="{25463FC2-2951-4001-AD0C-A473934C78B1}"/>
              </a:ext>
            </a:extLst>
          </p:cNvPr>
          <p:cNvPicPr>
            <a:picLocks noChangeAspect="1"/>
          </p:cNvPicPr>
          <p:nvPr/>
        </p:nvPicPr>
        <p:blipFill>
          <a:blip r:embed="rId3"/>
          <a:stretch>
            <a:fillRect/>
          </a:stretch>
        </p:blipFill>
        <p:spPr>
          <a:xfrm>
            <a:off x="1028700" y="2020354"/>
            <a:ext cx="4027744" cy="3303564"/>
          </a:xfrm>
          <a:prstGeom prst="rect">
            <a:avLst/>
          </a:prstGeom>
        </p:spPr>
      </p:pic>
      <p:sp>
        <p:nvSpPr>
          <p:cNvPr id="4" name="Rectangle 3">
            <a:extLst>
              <a:ext uri="{FF2B5EF4-FFF2-40B4-BE49-F238E27FC236}">
                <a16:creationId xmlns:a16="http://schemas.microsoft.com/office/drawing/2014/main" id="{C02ACF9E-B65F-496C-9B6B-7147E32F3E0B}"/>
              </a:ext>
            </a:extLst>
          </p:cNvPr>
          <p:cNvSpPr/>
          <p:nvPr/>
        </p:nvSpPr>
        <p:spPr>
          <a:xfrm>
            <a:off x="990600" y="1591154"/>
            <a:ext cx="4103944" cy="369332"/>
          </a:xfrm>
          <a:prstGeom prst="rect">
            <a:avLst/>
          </a:prstGeom>
        </p:spPr>
        <p:txBody>
          <a:bodyPr wrap="square">
            <a:spAutoFit/>
          </a:bodyPr>
          <a:lstStyle/>
          <a:p>
            <a:r>
              <a:rPr lang="en-HK" i="1" dirty="0">
                <a:latin typeface="TimesTen-Italic"/>
              </a:rPr>
              <a:t>q</a:t>
            </a:r>
            <a:r>
              <a:rPr lang="en-HK" sz="800" dirty="0">
                <a:latin typeface="TimesTen-Roman"/>
              </a:rPr>
              <a:t>1 </a:t>
            </a:r>
            <a:r>
              <a:rPr lang="en-HK" dirty="0">
                <a:latin typeface="MathematicalPi-One"/>
              </a:rPr>
              <a:t>= +</a:t>
            </a:r>
            <a:r>
              <a:rPr lang="en-HK" dirty="0">
                <a:latin typeface="TimesTen-Roman"/>
              </a:rPr>
              <a:t>2</a:t>
            </a:r>
            <a:r>
              <a:rPr lang="en-HK" i="1" dirty="0">
                <a:latin typeface="TimesTen-Italic"/>
              </a:rPr>
              <a:t>Q</a:t>
            </a:r>
            <a:r>
              <a:rPr lang="en-HK" dirty="0">
                <a:latin typeface="TimesTen-Roman"/>
              </a:rPr>
              <a:t>,   </a:t>
            </a:r>
            <a:r>
              <a:rPr lang="en-US" i="1" dirty="0">
                <a:latin typeface="TimesTen-Italic"/>
              </a:rPr>
              <a:t>q</a:t>
            </a:r>
            <a:r>
              <a:rPr lang="en-US" sz="800" dirty="0">
                <a:latin typeface="TimesTen-Roman"/>
              </a:rPr>
              <a:t>2</a:t>
            </a:r>
            <a:r>
              <a:rPr lang="en-US" dirty="0">
                <a:latin typeface="MathematicalPi-One"/>
              </a:rPr>
              <a:t>= -</a:t>
            </a:r>
            <a:r>
              <a:rPr lang="en-US" dirty="0">
                <a:latin typeface="TimesTen-Roman"/>
              </a:rPr>
              <a:t>2</a:t>
            </a:r>
            <a:r>
              <a:rPr lang="en-US" i="1" dirty="0">
                <a:latin typeface="TimesTen-Italic"/>
              </a:rPr>
              <a:t>Q</a:t>
            </a:r>
            <a:r>
              <a:rPr lang="en-US" dirty="0">
                <a:latin typeface="TimesTen-Roman"/>
              </a:rPr>
              <a:t>,   and   </a:t>
            </a:r>
            <a:r>
              <a:rPr lang="en-US" i="1" dirty="0">
                <a:latin typeface="TimesTen-Italic"/>
              </a:rPr>
              <a:t>q</a:t>
            </a:r>
            <a:r>
              <a:rPr lang="en-US" sz="800" dirty="0">
                <a:latin typeface="TimesTen-Roman"/>
              </a:rPr>
              <a:t>3</a:t>
            </a:r>
            <a:r>
              <a:rPr lang="en-US" dirty="0">
                <a:latin typeface="MathematicalPi-One"/>
              </a:rPr>
              <a:t>= -</a:t>
            </a:r>
            <a:r>
              <a:rPr lang="en-US" dirty="0">
                <a:latin typeface="TimesTen-Roman"/>
              </a:rPr>
              <a:t>4</a:t>
            </a:r>
            <a:r>
              <a:rPr lang="en-US" i="1" dirty="0">
                <a:latin typeface="TimesTen-Italic"/>
              </a:rPr>
              <a:t>Q</a:t>
            </a:r>
            <a:endParaRPr lang="en-HK" dirty="0"/>
          </a:p>
        </p:txBody>
      </p:sp>
      <p:pic>
        <p:nvPicPr>
          <p:cNvPr id="15" name="Picture 5">
            <a:extLst>
              <a:ext uri="{FF2B5EF4-FFF2-40B4-BE49-F238E27FC236}">
                <a16:creationId xmlns:a16="http://schemas.microsoft.com/office/drawing/2014/main" id="{B575EEAF-66F0-416B-B8F4-E5531ABAA918}"/>
              </a:ext>
            </a:extLst>
          </p:cNvPr>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r="12133"/>
          <a:stretch/>
        </p:blipFill>
        <p:spPr bwMode="auto">
          <a:xfrm>
            <a:off x="5599922" y="2383877"/>
            <a:ext cx="1295400" cy="480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5E029CCD-1398-4746-98FA-1B7D089D94E5}"/>
              </a:ext>
            </a:extLst>
          </p:cNvPr>
          <p:cNvPicPr>
            <a:picLocks noChangeAspect="1"/>
          </p:cNvPicPr>
          <p:nvPr/>
        </p:nvPicPr>
        <p:blipFill>
          <a:blip r:embed="rId5"/>
          <a:stretch>
            <a:fillRect/>
          </a:stretch>
        </p:blipFill>
        <p:spPr>
          <a:xfrm>
            <a:off x="5352661" y="3429000"/>
            <a:ext cx="1295400" cy="487993"/>
          </a:xfrm>
          <a:prstGeom prst="rect">
            <a:avLst/>
          </a:prstGeom>
        </p:spPr>
      </p:pic>
      <p:pic>
        <p:nvPicPr>
          <p:cNvPr id="6" name="Picture 5">
            <a:extLst>
              <a:ext uri="{FF2B5EF4-FFF2-40B4-BE49-F238E27FC236}">
                <a16:creationId xmlns:a16="http://schemas.microsoft.com/office/drawing/2014/main" id="{D24F9F0D-B0FA-482D-AE5D-015D74DCBEC0}"/>
              </a:ext>
            </a:extLst>
          </p:cNvPr>
          <p:cNvPicPr>
            <a:picLocks noChangeAspect="1"/>
          </p:cNvPicPr>
          <p:nvPr/>
        </p:nvPicPr>
        <p:blipFill>
          <a:blip r:embed="rId6"/>
          <a:stretch>
            <a:fillRect/>
          </a:stretch>
        </p:blipFill>
        <p:spPr>
          <a:xfrm>
            <a:off x="5324669" y="4032008"/>
            <a:ext cx="3352800" cy="523875"/>
          </a:xfrm>
          <a:prstGeom prst="rect">
            <a:avLst/>
          </a:prstGeom>
        </p:spPr>
      </p:pic>
      <p:pic>
        <p:nvPicPr>
          <p:cNvPr id="7" name="Picture 6">
            <a:extLst>
              <a:ext uri="{FF2B5EF4-FFF2-40B4-BE49-F238E27FC236}">
                <a16:creationId xmlns:a16="http://schemas.microsoft.com/office/drawing/2014/main" id="{85D3F19F-C8D5-494B-9795-2397AA3A7A6B}"/>
              </a:ext>
            </a:extLst>
          </p:cNvPr>
          <p:cNvPicPr>
            <a:picLocks noChangeAspect="1"/>
          </p:cNvPicPr>
          <p:nvPr/>
        </p:nvPicPr>
        <p:blipFill>
          <a:blip r:embed="rId7"/>
          <a:stretch>
            <a:fillRect/>
          </a:stretch>
        </p:blipFill>
        <p:spPr>
          <a:xfrm>
            <a:off x="5324669" y="4639154"/>
            <a:ext cx="2943225" cy="533400"/>
          </a:xfrm>
          <a:prstGeom prst="rect">
            <a:avLst/>
          </a:prstGeom>
        </p:spPr>
      </p:pic>
      <p:pic>
        <p:nvPicPr>
          <p:cNvPr id="8" name="Picture 7">
            <a:extLst>
              <a:ext uri="{FF2B5EF4-FFF2-40B4-BE49-F238E27FC236}">
                <a16:creationId xmlns:a16="http://schemas.microsoft.com/office/drawing/2014/main" id="{47B90A41-3BAE-4E73-9FCD-33001C30571D}"/>
              </a:ext>
            </a:extLst>
          </p:cNvPr>
          <p:cNvPicPr>
            <a:picLocks noChangeAspect="1"/>
          </p:cNvPicPr>
          <p:nvPr/>
        </p:nvPicPr>
        <p:blipFill>
          <a:blip r:embed="rId8"/>
          <a:stretch>
            <a:fillRect/>
          </a:stretch>
        </p:blipFill>
        <p:spPr>
          <a:xfrm>
            <a:off x="5366170" y="5900649"/>
            <a:ext cx="2000250" cy="333375"/>
          </a:xfrm>
          <a:prstGeom prst="rect">
            <a:avLst/>
          </a:prstGeom>
        </p:spPr>
      </p:pic>
      <p:sp>
        <p:nvSpPr>
          <p:cNvPr id="9" name="Rectangle 8">
            <a:extLst>
              <a:ext uri="{FF2B5EF4-FFF2-40B4-BE49-F238E27FC236}">
                <a16:creationId xmlns:a16="http://schemas.microsoft.com/office/drawing/2014/main" id="{57E54334-5528-4358-8A59-400D8D21EA23}"/>
              </a:ext>
            </a:extLst>
          </p:cNvPr>
          <p:cNvSpPr/>
          <p:nvPr/>
        </p:nvSpPr>
        <p:spPr>
          <a:xfrm>
            <a:off x="5327936" y="5381482"/>
            <a:ext cx="2393669" cy="369332"/>
          </a:xfrm>
          <a:prstGeom prst="rect">
            <a:avLst/>
          </a:prstGeom>
        </p:spPr>
        <p:txBody>
          <a:bodyPr wrap="none">
            <a:spAutoFit/>
          </a:bodyPr>
          <a:lstStyle/>
          <a:p>
            <a:r>
              <a:rPr lang="en-HK" i="1" dirty="0">
                <a:latin typeface="TimesTen-Italic"/>
              </a:rPr>
              <a:t>(E</a:t>
            </a:r>
            <a:r>
              <a:rPr lang="en-HK" i="1" baseline="-25000" dirty="0">
                <a:latin typeface="TimesTen-Italic"/>
              </a:rPr>
              <a:t>1</a:t>
            </a:r>
            <a:r>
              <a:rPr lang="en-HK" i="1" dirty="0">
                <a:latin typeface="TimesTen-Italic"/>
              </a:rPr>
              <a:t> +E</a:t>
            </a:r>
            <a:r>
              <a:rPr lang="en-HK" i="1" baseline="-25000" dirty="0">
                <a:latin typeface="TimesTen-Italic"/>
              </a:rPr>
              <a:t>2</a:t>
            </a:r>
            <a:r>
              <a:rPr lang="en-HK" i="1" dirty="0">
                <a:latin typeface="TimesTen-Italic"/>
              </a:rPr>
              <a:t>)y = (E</a:t>
            </a:r>
            <a:r>
              <a:rPr lang="en-HK" i="1" baseline="-25000" dirty="0">
                <a:latin typeface="TimesTen-Italic"/>
              </a:rPr>
              <a:t>3</a:t>
            </a:r>
            <a:r>
              <a:rPr lang="en-HK" i="1" dirty="0">
                <a:latin typeface="TimesTen-Italic"/>
              </a:rPr>
              <a:t>)y, </a:t>
            </a:r>
            <a:r>
              <a:rPr lang="en-HK" dirty="0">
                <a:latin typeface="TimesTen-Italic"/>
              </a:rPr>
              <a:t>then </a:t>
            </a:r>
            <a:endParaRPr lang="en-HK" dirty="0"/>
          </a:p>
        </p:txBody>
      </p:sp>
    </p:spTree>
    <p:extLst>
      <p:ext uri="{BB962C8B-B14F-4D97-AF65-F5344CB8AC3E}">
        <p14:creationId xmlns:p14="http://schemas.microsoft.com/office/powerpoint/2010/main" val="181150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1">
            <a:extLst>
              <a:ext uri="{FF2B5EF4-FFF2-40B4-BE49-F238E27FC236}">
                <a16:creationId xmlns:a16="http://schemas.microsoft.com/office/drawing/2014/main" id="{72C58683-4635-45D4-B27F-65589F3C7E9E}"/>
              </a:ext>
            </a:extLst>
          </p:cNvPr>
          <p:cNvSpPr txBox="1">
            <a:spLocks noChangeArrowheads="1"/>
          </p:cNvSpPr>
          <p:nvPr/>
        </p:nvSpPr>
        <p:spPr bwMode="auto">
          <a:xfrm>
            <a:off x="1188213" y="1496199"/>
            <a:ext cx="43743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4. The Electric Field due to an Electric Dipole:</a:t>
            </a:r>
          </a:p>
        </p:txBody>
      </p:sp>
      <p:sp>
        <p:nvSpPr>
          <p:cNvPr id="12291" name="Rectangle 5">
            <a:extLst>
              <a:ext uri="{FF2B5EF4-FFF2-40B4-BE49-F238E27FC236}">
                <a16:creationId xmlns:a16="http://schemas.microsoft.com/office/drawing/2014/main" id="{24F986C0-D3E7-4910-B5A8-EE56C46E073E}"/>
              </a:ext>
            </a:extLst>
          </p:cNvPr>
          <p:cNvSpPr>
            <a:spLocks noChangeArrowheads="1"/>
          </p:cNvSpPr>
          <p:nvPr/>
        </p:nvSpPr>
        <p:spPr bwMode="auto">
          <a:xfrm>
            <a:off x="1188212" y="2637979"/>
            <a:ext cx="4239363"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(a) An electric dipole. The electric Field vectors </a:t>
            </a:r>
            <a:r>
              <a:rPr lang="en-US" altLang="id-ID" sz="2000" i="1" dirty="0">
                <a:solidFill>
                  <a:srgbClr val="002060"/>
                </a:solidFill>
                <a:latin typeface="Arial" panose="020B0604020202020204" pitchFamily="34" charset="0"/>
                <a:ea typeface="Times New Roman" panose="02020603050405020304" pitchFamily="18" charset="0"/>
                <a:cs typeface="Arial" panose="020B0604020202020204" pitchFamily="34" charset="0"/>
              </a:rPr>
              <a:t>E</a:t>
            </a:r>
            <a:r>
              <a:rPr lang="en-US" altLang="id-ID" sz="2000"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a:t>
            </a:r>
            <a:r>
              <a:rPr lang="en-US" altLang="id-ID"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and </a:t>
            </a:r>
            <a:r>
              <a:rPr lang="en-US" altLang="id-ID" sz="2000" i="1" dirty="0">
                <a:solidFill>
                  <a:srgbClr val="002060"/>
                </a:solidFill>
                <a:latin typeface="Arial" panose="020B0604020202020204" pitchFamily="34" charset="0"/>
                <a:ea typeface="Times New Roman" panose="02020603050405020304" pitchFamily="18" charset="0"/>
                <a:cs typeface="Arial" panose="020B0604020202020204" pitchFamily="34" charset="0"/>
              </a:rPr>
              <a:t>E</a:t>
            </a:r>
            <a:r>
              <a:rPr lang="en-US" altLang="id-ID" sz="2000"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altLang="id-ID"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at point P on the dipole axis result from the dipole</a:t>
            </a:r>
            <a:r>
              <a:rPr lang="en-US" altLang="id-ID" sz="2000" dirty="0">
                <a:solidFill>
                  <a:srgbClr val="002060"/>
                </a:solidFill>
                <a:latin typeface="Calibri" panose="020F0502020204030204" pitchFamily="34" charset="0"/>
                <a:ea typeface="Times New Roman" panose="02020603050405020304" pitchFamily="18" charset="0"/>
                <a:cs typeface="Arial" panose="020B0604020202020204" pitchFamily="34" charset="0"/>
              </a:rPr>
              <a:t>’</a:t>
            </a:r>
            <a:r>
              <a:rPr lang="en-US" altLang="id-ID"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s two charges. </a:t>
            </a:r>
          </a:p>
          <a:p>
            <a:pPr>
              <a:spcBef>
                <a:spcPct val="0"/>
              </a:spcBef>
              <a:buFontTx/>
              <a:buNone/>
            </a:pPr>
            <a:endParaRPr lang="en-US" altLang="id-ID" sz="2000" b="1"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Point P is at distance </a:t>
            </a:r>
            <a:r>
              <a:rPr lang="en-US" altLang="id-ID" sz="2000" i="1" dirty="0">
                <a:solidFill>
                  <a:srgbClr val="002060"/>
                </a:solidFill>
                <a:latin typeface="Arial" panose="020B0604020202020204" pitchFamily="34" charset="0"/>
                <a:ea typeface="Times New Roman" panose="02020603050405020304" pitchFamily="18" charset="0"/>
                <a:cs typeface="Arial" panose="020B0604020202020204" pitchFamily="34" charset="0"/>
              </a:rPr>
              <a:t>r</a:t>
            </a:r>
            <a:r>
              <a:rPr lang="en-US" altLang="id-ID" sz="2000"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a:t>
            </a:r>
            <a:r>
              <a:rPr lang="en-US" altLang="id-ID"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and </a:t>
            </a:r>
            <a:r>
              <a:rPr lang="en-US" altLang="id-ID" sz="2000" i="1" dirty="0">
                <a:solidFill>
                  <a:srgbClr val="002060"/>
                </a:solidFill>
                <a:latin typeface="Arial" panose="020B0604020202020204" pitchFamily="34" charset="0"/>
                <a:ea typeface="Times New Roman" panose="02020603050405020304" pitchFamily="18" charset="0"/>
                <a:cs typeface="Arial" panose="020B0604020202020204" pitchFamily="34" charset="0"/>
              </a:rPr>
              <a:t>r</a:t>
            </a:r>
            <a:r>
              <a:rPr lang="en-US" altLang="id-ID" sz="2000"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a:t>
            </a:r>
            <a:r>
              <a:rPr lang="en-US" altLang="id-ID"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from the individual charges that make up the dipole. </a:t>
            </a:r>
          </a:p>
          <a:p>
            <a:pPr>
              <a:spcBef>
                <a:spcPct val="0"/>
              </a:spcBef>
              <a:buFontTx/>
              <a:buNone/>
            </a:pPr>
            <a:endParaRPr lang="en-US" altLang="id-ID" sz="2000"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(b) </a:t>
            </a:r>
            <a:r>
              <a:rPr lang="en-US" altLang="id-ID" sz="2000" b="1" u="sng" dirty="0">
                <a:solidFill>
                  <a:srgbClr val="002060"/>
                </a:solidFill>
                <a:latin typeface="Arial" panose="020B0604020202020204" pitchFamily="34" charset="0"/>
                <a:ea typeface="Times New Roman" panose="02020603050405020304" pitchFamily="18" charset="0"/>
                <a:cs typeface="Arial" panose="020B0604020202020204" pitchFamily="34" charset="0"/>
              </a:rPr>
              <a:t>The dipole moment</a:t>
            </a:r>
            <a:r>
              <a:rPr lang="en-US" altLang="id-ID" sz="2000" b="1"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altLang="id-ID" sz="2000" i="1" dirty="0">
                <a:solidFill>
                  <a:srgbClr val="002060"/>
                </a:solidFill>
                <a:latin typeface="Arial" panose="020B0604020202020204" pitchFamily="34" charset="0"/>
                <a:ea typeface="Times New Roman" panose="02020603050405020304" pitchFamily="18" charset="0"/>
                <a:cs typeface="Arial" panose="020B0604020202020204" pitchFamily="34" charset="0"/>
              </a:rPr>
              <a:t>p </a:t>
            </a:r>
            <a:r>
              <a:rPr lang="en-US" altLang="id-ID"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of the dipole points from the negative charge to the positive charge</a:t>
            </a:r>
          </a:p>
        </p:txBody>
      </p:sp>
      <p:pic>
        <p:nvPicPr>
          <p:cNvPr id="3" name="Picture 2">
            <a:extLst>
              <a:ext uri="{FF2B5EF4-FFF2-40B4-BE49-F238E27FC236}">
                <a16:creationId xmlns:a16="http://schemas.microsoft.com/office/drawing/2014/main" id="{0C68674F-1BD1-4904-8E31-FCA92E51E795}"/>
              </a:ext>
            </a:extLst>
          </p:cNvPr>
          <p:cNvPicPr>
            <a:picLocks noChangeAspect="1"/>
          </p:cNvPicPr>
          <p:nvPr/>
        </p:nvPicPr>
        <p:blipFill>
          <a:blip r:embed="rId2"/>
          <a:stretch>
            <a:fillRect/>
          </a:stretch>
        </p:blipFill>
        <p:spPr>
          <a:xfrm>
            <a:off x="5435351" y="1289575"/>
            <a:ext cx="3494314" cy="5175252"/>
          </a:xfrm>
          <a:prstGeom prst="rect">
            <a:avLst/>
          </a:prstGeom>
        </p:spPr>
      </p:pic>
      <p:pic>
        <p:nvPicPr>
          <p:cNvPr id="2" name="Picture 1">
            <a:extLst>
              <a:ext uri="{FF2B5EF4-FFF2-40B4-BE49-F238E27FC236}">
                <a16:creationId xmlns:a16="http://schemas.microsoft.com/office/drawing/2014/main" id="{99D6A725-5FB5-4251-B716-0D827691AAC4}"/>
              </a:ext>
            </a:extLst>
          </p:cNvPr>
          <p:cNvPicPr>
            <a:picLocks noChangeAspect="1"/>
          </p:cNvPicPr>
          <p:nvPr/>
        </p:nvPicPr>
        <p:blipFill>
          <a:blip r:embed="rId3"/>
          <a:stretch>
            <a:fillRect/>
          </a:stretch>
        </p:blipFill>
        <p:spPr>
          <a:xfrm>
            <a:off x="7337196" y="1283226"/>
            <a:ext cx="1457444" cy="1511605"/>
          </a:xfrm>
          <a:prstGeom prst="rect">
            <a:avLst/>
          </a:prstGeom>
          <a:ln>
            <a:solidFill>
              <a:srgbClr val="FF0000"/>
            </a:solidFill>
          </a:ln>
        </p:spPr>
      </p:pic>
      <p:sp>
        <p:nvSpPr>
          <p:cNvPr id="4" name="Rectangle 3">
            <a:extLst>
              <a:ext uri="{FF2B5EF4-FFF2-40B4-BE49-F238E27FC236}">
                <a16:creationId xmlns:a16="http://schemas.microsoft.com/office/drawing/2014/main" id="{4ACCFCF4-E3D1-43B0-BF0E-CB8EADCEFF56}"/>
              </a:ext>
            </a:extLst>
          </p:cNvPr>
          <p:cNvSpPr/>
          <p:nvPr/>
        </p:nvSpPr>
        <p:spPr>
          <a:xfrm>
            <a:off x="7438983" y="978426"/>
            <a:ext cx="1253869" cy="276999"/>
          </a:xfrm>
          <a:prstGeom prst="rect">
            <a:avLst/>
          </a:prstGeom>
        </p:spPr>
        <p:txBody>
          <a:bodyPr wrap="none">
            <a:spAutoFit/>
          </a:bodyPr>
          <a:lstStyle/>
          <a:p>
            <a:r>
              <a:rPr lang="en-US" altLang="id-ID" sz="1200" b="1" dirty="0">
                <a:solidFill>
                  <a:srgbClr val="FF0000"/>
                </a:solidFill>
                <a:latin typeface="Arial" panose="020B0604020202020204" pitchFamily="34" charset="0"/>
                <a:cs typeface="Arial" panose="020B0604020202020204" pitchFamily="34" charset="0"/>
              </a:rPr>
              <a:t>Electric Dipole</a:t>
            </a:r>
            <a:endParaRPr lang="en-HK" sz="1200"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9">
            <a:extLst>
              <a:ext uri="{FF2B5EF4-FFF2-40B4-BE49-F238E27FC236}">
                <a16:creationId xmlns:a16="http://schemas.microsoft.com/office/drawing/2014/main" id="{DD1BA8F9-B2A6-490E-A57E-B606AA22D321}"/>
              </a:ext>
            </a:extLst>
          </p:cNvPr>
          <p:cNvSpPr txBox="1">
            <a:spLocks noChangeArrowheads="1"/>
          </p:cNvSpPr>
          <p:nvPr/>
        </p:nvSpPr>
        <p:spPr bwMode="auto">
          <a:xfrm>
            <a:off x="1018787" y="1600200"/>
            <a:ext cx="7744214" cy="34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dirty="0">
                <a:latin typeface="Arial" panose="020B0604020202020204" pitchFamily="34" charset="0"/>
              </a:rPr>
              <a:t>The product </a:t>
            </a:r>
            <a:r>
              <a:rPr lang="en-US" altLang="id-ID" sz="2000" dirty="0" err="1">
                <a:latin typeface="Arial" panose="020B0604020202020204" pitchFamily="34" charset="0"/>
              </a:rPr>
              <a:t>q</a:t>
            </a:r>
            <a:r>
              <a:rPr lang="en-US" altLang="id-ID" sz="2000" baseline="-25000" dirty="0" err="1">
                <a:latin typeface="Arial" panose="020B0604020202020204" pitchFamily="34" charset="0"/>
              </a:rPr>
              <a:t>d</a:t>
            </a:r>
            <a:r>
              <a:rPr lang="en-US" altLang="id-ID" sz="2000" dirty="0">
                <a:latin typeface="Arial" panose="020B0604020202020204" pitchFamily="34" charset="0"/>
              </a:rPr>
              <a:t>, which involves the two intrinsic properties q and d of the dipole, is the magnitude p of a vector quantity known as </a:t>
            </a:r>
            <a:r>
              <a:rPr lang="en-US" altLang="id-ID" sz="2000" b="1" dirty="0">
                <a:solidFill>
                  <a:srgbClr val="002060"/>
                </a:solidFill>
                <a:latin typeface="Arial" panose="020B0604020202020204" pitchFamily="34" charset="0"/>
              </a:rPr>
              <a:t>the</a:t>
            </a:r>
            <a:r>
              <a:rPr lang="en-US" altLang="id-ID" sz="2000" b="1" i="1" dirty="0">
                <a:solidFill>
                  <a:srgbClr val="002060"/>
                </a:solidFill>
                <a:latin typeface="Arial" panose="020B0604020202020204" pitchFamily="34" charset="0"/>
              </a:rPr>
              <a:t> electric dipole moment </a:t>
            </a:r>
            <a:r>
              <a:rPr lang="en-US" altLang="id-ID" sz="2000" dirty="0">
                <a:latin typeface="Arial" panose="020B0604020202020204" pitchFamily="34" charset="0"/>
              </a:rPr>
              <a:t>of the dipole</a:t>
            </a:r>
            <a:r>
              <a:rPr lang="en-US" altLang="id-ID" sz="1800" dirty="0">
                <a:latin typeface="Arial" panose="020B0604020202020204" pitchFamily="34" charset="0"/>
              </a:rPr>
              <a:t>.</a:t>
            </a: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From symmetry, the electric field E at point P and also the fields E</a:t>
            </a:r>
            <a:r>
              <a:rPr lang="en-US" altLang="id-ID" sz="2000" baseline="-25000" dirty="0">
                <a:latin typeface="Arial" panose="020B0604020202020204" pitchFamily="34" charset="0"/>
              </a:rPr>
              <a:t>+</a:t>
            </a:r>
            <a:r>
              <a:rPr lang="en-US" altLang="id-ID" sz="2000" dirty="0">
                <a:latin typeface="Arial" panose="020B0604020202020204" pitchFamily="34" charset="0"/>
              </a:rPr>
              <a:t> and E</a:t>
            </a:r>
            <a:r>
              <a:rPr lang="en-US" altLang="id-ID" sz="2000" baseline="-25000" dirty="0">
                <a:latin typeface="Arial" panose="020B0604020202020204" pitchFamily="34" charset="0"/>
              </a:rPr>
              <a:t>-</a:t>
            </a:r>
            <a:r>
              <a:rPr lang="en-US" altLang="id-ID" sz="2000" dirty="0">
                <a:latin typeface="Arial" panose="020B0604020202020204" pitchFamily="34" charset="0"/>
              </a:rPr>
              <a:t> due to the separate charges that make up the dipole must lie along the dipole axis, which we have taken to be a z axis. </a:t>
            </a:r>
          </a:p>
          <a:p>
            <a:pPr eaLnBrk="1" hangingPunct="1">
              <a:spcBef>
                <a:spcPct val="0"/>
              </a:spcBef>
              <a:buFontTx/>
              <a:buNone/>
            </a:pPr>
            <a:endParaRPr lang="en-US" altLang="id-ID" sz="2000" dirty="0">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From the superposition principle for electric fields, the magnitude E of the electric field at P is</a:t>
            </a:r>
          </a:p>
          <a:p>
            <a:pPr eaLnBrk="1" hangingPunct="1">
              <a:spcBef>
                <a:spcPct val="0"/>
              </a:spcBef>
              <a:buFontTx/>
              <a:buNone/>
            </a:pPr>
            <a:endParaRPr lang="en-US" altLang="id-ID" sz="1800" b="1" dirty="0">
              <a:latin typeface="Arial" panose="020B0604020202020204" pitchFamily="34" charset="0"/>
            </a:endParaRPr>
          </a:p>
        </p:txBody>
      </p:sp>
      <p:sp>
        <p:nvSpPr>
          <p:cNvPr id="13315" name="Rectangle 39">
            <a:extLst>
              <a:ext uri="{FF2B5EF4-FFF2-40B4-BE49-F238E27FC236}">
                <a16:creationId xmlns:a16="http://schemas.microsoft.com/office/drawing/2014/main" id="{6AFE10AF-A00E-47EE-BF80-9FDCD3EF76BF}"/>
              </a:ext>
            </a:extLst>
          </p:cNvPr>
          <p:cNvSpPr>
            <a:spLocks noChangeArrowheads="1"/>
          </p:cNvSpPr>
          <p:nvPr/>
        </p:nvSpPr>
        <p:spPr bwMode="auto">
          <a:xfrm>
            <a:off x="3371850" y="214313"/>
            <a:ext cx="37147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The Electric Field due to an Electric Dipole(cont.)</a:t>
            </a:r>
          </a:p>
        </p:txBody>
      </p:sp>
      <p:pic>
        <p:nvPicPr>
          <p:cNvPr id="2" name="Picture 1">
            <a:extLst>
              <a:ext uri="{FF2B5EF4-FFF2-40B4-BE49-F238E27FC236}">
                <a16:creationId xmlns:a16="http://schemas.microsoft.com/office/drawing/2014/main" id="{08EDB6EE-6220-4E87-94A3-AD273CA11121}"/>
              </a:ext>
            </a:extLst>
          </p:cNvPr>
          <p:cNvPicPr>
            <a:picLocks noChangeAspect="1"/>
          </p:cNvPicPr>
          <p:nvPr/>
        </p:nvPicPr>
        <p:blipFill>
          <a:blip r:embed="rId2"/>
          <a:stretch>
            <a:fillRect/>
          </a:stretch>
        </p:blipFill>
        <p:spPr>
          <a:xfrm>
            <a:off x="4124131" y="5316728"/>
            <a:ext cx="3267269" cy="774464"/>
          </a:xfrm>
          <a:prstGeom prst="rect">
            <a:avLst/>
          </a:prstGeom>
        </p:spPr>
      </p:pic>
      <p:pic>
        <p:nvPicPr>
          <p:cNvPr id="5" name="Picture 4">
            <a:extLst>
              <a:ext uri="{FF2B5EF4-FFF2-40B4-BE49-F238E27FC236}">
                <a16:creationId xmlns:a16="http://schemas.microsoft.com/office/drawing/2014/main" id="{14850003-0B80-41E6-B750-BC902DBADE0E}"/>
              </a:ext>
            </a:extLst>
          </p:cNvPr>
          <p:cNvPicPr>
            <a:picLocks noChangeAspect="1"/>
          </p:cNvPicPr>
          <p:nvPr/>
        </p:nvPicPr>
        <p:blipFill>
          <a:blip r:embed="rId3"/>
          <a:stretch>
            <a:fillRect/>
          </a:stretch>
        </p:blipFill>
        <p:spPr>
          <a:xfrm>
            <a:off x="4114801" y="4469172"/>
            <a:ext cx="1596946" cy="693846"/>
          </a:xfrm>
          <a:prstGeom prst="rect">
            <a:avLst/>
          </a:prstGeom>
        </p:spPr>
      </p:pic>
      <p:sp>
        <p:nvSpPr>
          <p:cNvPr id="6" name="Rectangle 5">
            <a:extLst>
              <a:ext uri="{FF2B5EF4-FFF2-40B4-BE49-F238E27FC236}">
                <a16:creationId xmlns:a16="http://schemas.microsoft.com/office/drawing/2014/main" id="{8322FA18-ABB7-4B32-8FE5-33400AB1EE43}"/>
              </a:ext>
            </a:extLst>
          </p:cNvPr>
          <p:cNvSpPr/>
          <p:nvPr/>
        </p:nvSpPr>
        <p:spPr>
          <a:xfrm>
            <a:off x="4111547" y="6120467"/>
            <a:ext cx="3200400" cy="523220"/>
          </a:xfrm>
          <a:prstGeom prst="rect">
            <a:avLst/>
          </a:prstGeom>
        </p:spPr>
        <p:txBody>
          <a:bodyPr wrap="square">
            <a:spAutoFit/>
          </a:bodyPr>
          <a:lstStyle/>
          <a:p>
            <a:r>
              <a:rPr lang="en-US" sz="1400" dirty="0">
                <a:latin typeface="TimesTen-Roman"/>
              </a:rPr>
              <a:t>the magnitude </a:t>
            </a:r>
            <a:r>
              <a:rPr lang="en-US" sz="1400" i="1" dirty="0">
                <a:latin typeface="TimesTen-Italic"/>
              </a:rPr>
              <a:t>p </a:t>
            </a:r>
            <a:r>
              <a:rPr lang="en-US" sz="1400" dirty="0">
                <a:latin typeface="TimesTen-Roman"/>
              </a:rPr>
              <a:t>of a vector quantity known as the </a:t>
            </a:r>
            <a:r>
              <a:rPr lang="en-US" sz="1400" b="1" dirty="0">
                <a:latin typeface="TimesTen-Bold"/>
              </a:rPr>
              <a:t>electric dipole moment</a:t>
            </a:r>
            <a:endParaRPr lang="en-HK"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D48343-8CB8-4DC0-8F19-C83C27391EF1}"/>
              </a:ext>
            </a:extLst>
          </p:cNvPr>
          <p:cNvPicPr>
            <a:picLocks noChangeAspect="1"/>
          </p:cNvPicPr>
          <p:nvPr/>
        </p:nvPicPr>
        <p:blipFill rotWithShape="1">
          <a:blip r:embed="rId2"/>
          <a:srcRect t="5885"/>
          <a:stretch/>
        </p:blipFill>
        <p:spPr>
          <a:xfrm>
            <a:off x="3657600" y="2876624"/>
            <a:ext cx="3639063" cy="1828800"/>
          </a:xfrm>
          <a:prstGeom prst="rect">
            <a:avLst/>
          </a:prstGeom>
        </p:spPr>
      </p:pic>
      <p:sp>
        <p:nvSpPr>
          <p:cNvPr id="3" name="Rectangle 2">
            <a:extLst>
              <a:ext uri="{FF2B5EF4-FFF2-40B4-BE49-F238E27FC236}">
                <a16:creationId xmlns:a16="http://schemas.microsoft.com/office/drawing/2014/main" id="{4289BB51-635C-4C1E-BAA2-6E73FF7BA814}"/>
              </a:ext>
            </a:extLst>
          </p:cNvPr>
          <p:cNvSpPr/>
          <p:nvPr/>
        </p:nvSpPr>
        <p:spPr>
          <a:xfrm>
            <a:off x="1357848" y="1600200"/>
            <a:ext cx="7176552" cy="1200329"/>
          </a:xfrm>
          <a:prstGeom prst="rect">
            <a:avLst/>
          </a:prstGeom>
        </p:spPr>
        <p:txBody>
          <a:bodyPr wrap="square">
            <a:spAutoFit/>
          </a:bodyPr>
          <a:lstStyle/>
          <a:p>
            <a:pPr algn="just"/>
            <a:r>
              <a:rPr lang="en-US" dirty="0">
                <a:latin typeface="TimesTen-Roman"/>
              </a:rPr>
              <a:t>a vertical electric dipole that has charge </a:t>
            </a:r>
            <a:r>
              <a:rPr lang="en-US" dirty="0">
                <a:latin typeface="MathematicalPi-One"/>
              </a:rPr>
              <a:t>-</a:t>
            </a:r>
            <a:r>
              <a:rPr lang="en-US" i="1" dirty="0">
                <a:latin typeface="TimesTen-Italic"/>
              </a:rPr>
              <a:t>q </a:t>
            </a:r>
            <a:r>
              <a:rPr lang="en-US" dirty="0">
                <a:latin typeface="TimesTen-Roman"/>
              </a:rPr>
              <a:t>at cloud height </a:t>
            </a:r>
            <a:r>
              <a:rPr lang="en-US" i="1" dirty="0">
                <a:latin typeface="TimesTen-Italic"/>
              </a:rPr>
              <a:t>h </a:t>
            </a:r>
            <a:r>
              <a:rPr lang="en-US" dirty="0">
                <a:latin typeface="TimesTen-Roman"/>
              </a:rPr>
              <a:t>and charge </a:t>
            </a:r>
            <a:r>
              <a:rPr lang="en-US" dirty="0">
                <a:latin typeface="MathematicalPi-One"/>
              </a:rPr>
              <a:t>+</a:t>
            </a:r>
            <a:r>
              <a:rPr lang="en-US" i="1" dirty="0">
                <a:latin typeface="TimesTen-Italic"/>
              </a:rPr>
              <a:t>q </a:t>
            </a:r>
            <a:r>
              <a:rPr lang="en-US" dirty="0">
                <a:latin typeface="TimesTen-Roman"/>
              </a:rPr>
              <a:t>at below-ground depth </a:t>
            </a:r>
            <a:r>
              <a:rPr lang="en-US" i="1" dirty="0">
                <a:latin typeface="TimesTen-Italic"/>
              </a:rPr>
              <a:t>h. </a:t>
            </a:r>
            <a:r>
              <a:rPr lang="en-US" dirty="0">
                <a:latin typeface="TimesTen-Italic"/>
              </a:rPr>
              <a:t>If q = 200 C and h = 6.0 km, what is the magnitude of the dipole’s electric field at altitude z1 = 30 km somewhat</a:t>
            </a:r>
          </a:p>
          <a:p>
            <a:pPr algn="just"/>
            <a:r>
              <a:rPr lang="en-US" dirty="0">
                <a:latin typeface="TimesTen-Italic"/>
              </a:rPr>
              <a:t>above the clouds and altitude z2 = 60 km somewhat above the stratosphere?</a:t>
            </a:r>
            <a:endParaRPr lang="en-HK" dirty="0"/>
          </a:p>
        </p:txBody>
      </p:sp>
      <p:pic>
        <p:nvPicPr>
          <p:cNvPr id="4" name="Picture 3">
            <a:extLst>
              <a:ext uri="{FF2B5EF4-FFF2-40B4-BE49-F238E27FC236}">
                <a16:creationId xmlns:a16="http://schemas.microsoft.com/office/drawing/2014/main" id="{33B3D590-8BD6-4F41-A68C-052D472C9409}"/>
              </a:ext>
            </a:extLst>
          </p:cNvPr>
          <p:cNvPicPr>
            <a:picLocks noChangeAspect="1"/>
          </p:cNvPicPr>
          <p:nvPr/>
        </p:nvPicPr>
        <p:blipFill>
          <a:blip r:embed="rId3"/>
          <a:stretch>
            <a:fillRect/>
          </a:stretch>
        </p:blipFill>
        <p:spPr>
          <a:xfrm>
            <a:off x="1385840" y="2898395"/>
            <a:ext cx="2025519" cy="1695271"/>
          </a:xfrm>
          <a:prstGeom prst="rect">
            <a:avLst/>
          </a:prstGeom>
        </p:spPr>
      </p:pic>
      <p:pic>
        <p:nvPicPr>
          <p:cNvPr id="5" name="Picture 4">
            <a:extLst>
              <a:ext uri="{FF2B5EF4-FFF2-40B4-BE49-F238E27FC236}">
                <a16:creationId xmlns:a16="http://schemas.microsoft.com/office/drawing/2014/main" id="{20FCCCF4-BEE9-471E-BC14-2444DB4771FC}"/>
              </a:ext>
            </a:extLst>
          </p:cNvPr>
          <p:cNvPicPr>
            <a:picLocks noChangeAspect="1"/>
          </p:cNvPicPr>
          <p:nvPr/>
        </p:nvPicPr>
        <p:blipFill>
          <a:blip r:embed="rId4"/>
          <a:stretch>
            <a:fillRect/>
          </a:stretch>
        </p:blipFill>
        <p:spPr>
          <a:xfrm>
            <a:off x="3657600" y="4953000"/>
            <a:ext cx="1571625" cy="533400"/>
          </a:xfrm>
          <a:prstGeom prst="rect">
            <a:avLst/>
          </a:prstGeom>
        </p:spPr>
      </p:pic>
      <p:pic>
        <p:nvPicPr>
          <p:cNvPr id="6" name="Picture 5">
            <a:extLst>
              <a:ext uri="{FF2B5EF4-FFF2-40B4-BE49-F238E27FC236}">
                <a16:creationId xmlns:a16="http://schemas.microsoft.com/office/drawing/2014/main" id="{28AC949E-DB41-4293-9BE5-8509C35A0B3A}"/>
              </a:ext>
            </a:extLst>
          </p:cNvPr>
          <p:cNvPicPr>
            <a:picLocks noChangeAspect="1"/>
          </p:cNvPicPr>
          <p:nvPr/>
        </p:nvPicPr>
        <p:blipFill>
          <a:blip r:embed="rId5"/>
          <a:stretch>
            <a:fillRect/>
          </a:stretch>
        </p:blipFill>
        <p:spPr>
          <a:xfrm>
            <a:off x="5477131" y="4953000"/>
            <a:ext cx="3019425" cy="828675"/>
          </a:xfrm>
          <a:prstGeom prst="rect">
            <a:avLst/>
          </a:prstGeom>
        </p:spPr>
      </p:pic>
    </p:spTree>
    <p:extLst>
      <p:ext uri="{BB962C8B-B14F-4D97-AF65-F5344CB8AC3E}">
        <p14:creationId xmlns:p14="http://schemas.microsoft.com/office/powerpoint/2010/main" val="3200599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AEC074-2C58-4A4B-A2D5-EEDB39998936}"/>
              </a:ext>
            </a:extLst>
          </p:cNvPr>
          <p:cNvSpPr>
            <a:spLocks noGrp="1"/>
          </p:cNvSpPr>
          <p:nvPr>
            <p:ph type="dt" sz="quarter" idx="10"/>
          </p:nvPr>
        </p:nvSpPr>
        <p:spPr>
          <a:xfrm>
            <a:off x="846138" y="1658937"/>
            <a:ext cx="8545512" cy="5427663"/>
          </a:xfrm>
        </p:spPr>
        <p:txBody>
          <a:bodyPr/>
          <a:lstStyle/>
          <a:p>
            <a:pPr>
              <a:defRPr/>
            </a:pPr>
            <a:endParaRPr lang="en-US" dirty="0"/>
          </a:p>
          <a:p>
            <a:pPr>
              <a:defRPr/>
            </a:pPr>
            <a:endParaRPr lang="en-US" dirty="0"/>
          </a:p>
          <a:p>
            <a:pPr>
              <a:defRPr/>
            </a:pPr>
            <a:endParaRPr lang="en-US" b="1" dirty="0"/>
          </a:p>
          <a:p>
            <a:pPr>
              <a:defRPr/>
            </a:pPr>
            <a:endParaRPr lang="en-US" dirty="0"/>
          </a:p>
        </p:txBody>
      </p:sp>
      <p:sp>
        <p:nvSpPr>
          <p:cNvPr id="14339" name="Slide Number Placeholder 2">
            <a:extLst>
              <a:ext uri="{FF2B5EF4-FFF2-40B4-BE49-F238E27FC236}">
                <a16:creationId xmlns:a16="http://schemas.microsoft.com/office/drawing/2014/main" id="{BE0A2C60-B4DC-4E86-9E85-354312A164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C245592E-3210-46C2-9A8A-66B41E0A5017}" type="slidenum">
              <a:rPr lang="en-US" altLang="id-ID" sz="1400" smtClean="0"/>
              <a:pPr>
                <a:spcBef>
                  <a:spcPct val="0"/>
                </a:spcBef>
                <a:buFontTx/>
                <a:buNone/>
              </a:pPr>
              <a:t>23</a:t>
            </a:fld>
            <a:endParaRPr lang="en-US" altLang="id-ID" sz="1400"/>
          </a:p>
        </p:txBody>
      </p:sp>
      <p:sp>
        <p:nvSpPr>
          <p:cNvPr id="14340" name="Rectangle 3">
            <a:extLst>
              <a:ext uri="{FF2B5EF4-FFF2-40B4-BE49-F238E27FC236}">
                <a16:creationId xmlns:a16="http://schemas.microsoft.com/office/drawing/2014/main" id="{9A2820A0-48D3-47F8-A1DD-83803AC79840}"/>
              </a:ext>
            </a:extLst>
          </p:cNvPr>
          <p:cNvSpPr>
            <a:spLocks noChangeArrowheads="1"/>
          </p:cNvSpPr>
          <p:nvPr/>
        </p:nvSpPr>
        <p:spPr bwMode="auto">
          <a:xfrm>
            <a:off x="533400" y="373062"/>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4341" name="Rectangle 4">
            <a:extLst>
              <a:ext uri="{FF2B5EF4-FFF2-40B4-BE49-F238E27FC236}">
                <a16:creationId xmlns:a16="http://schemas.microsoft.com/office/drawing/2014/main" id="{2408731D-A407-45E1-87EB-25580B95FDFD}"/>
              </a:ext>
            </a:extLst>
          </p:cNvPr>
          <p:cNvSpPr>
            <a:spLocks noChangeArrowheads="1"/>
          </p:cNvSpPr>
          <p:nvPr/>
        </p:nvSpPr>
        <p:spPr bwMode="auto">
          <a:xfrm>
            <a:off x="533400" y="1582737"/>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4342" name="Rectangle 5">
            <a:extLst>
              <a:ext uri="{FF2B5EF4-FFF2-40B4-BE49-F238E27FC236}">
                <a16:creationId xmlns:a16="http://schemas.microsoft.com/office/drawing/2014/main" id="{3BE6107F-C244-4D61-A76A-285F3AB2BC2E}"/>
              </a:ext>
            </a:extLst>
          </p:cNvPr>
          <p:cNvSpPr>
            <a:spLocks noChangeArrowheads="1"/>
          </p:cNvSpPr>
          <p:nvPr/>
        </p:nvSpPr>
        <p:spPr bwMode="auto">
          <a:xfrm>
            <a:off x="533400" y="2439987"/>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4343" name="Rectangle 7">
            <a:extLst>
              <a:ext uri="{FF2B5EF4-FFF2-40B4-BE49-F238E27FC236}">
                <a16:creationId xmlns:a16="http://schemas.microsoft.com/office/drawing/2014/main" id="{0F667D88-1025-44D7-93F9-518D5ACD1F7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4344" name="Rectangle 8">
            <a:extLst>
              <a:ext uri="{FF2B5EF4-FFF2-40B4-BE49-F238E27FC236}">
                <a16:creationId xmlns:a16="http://schemas.microsoft.com/office/drawing/2014/main" id="{7DDF916A-83D8-4C56-8A9A-AE921168AF61}"/>
              </a:ext>
            </a:extLst>
          </p:cNvPr>
          <p:cNvSpPr>
            <a:spLocks noChangeArrowheads="1"/>
          </p:cNvSpPr>
          <p:nvPr/>
        </p:nvSpPr>
        <p:spPr bwMode="auto">
          <a:xfrm>
            <a:off x="533400" y="1582737"/>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4345" name="Rectangle 10">
            <a:extLst>
              <a:ext uri="{FF2B5EF4-FFF2-40B4-BE49-F238E27FC236}">
                <a16:creationId xmlns:a16="http://schemas.microsoft.com/office/drawing/2014/main" id="{485B1018-0E2B-4BF3-906C-ABE73FF3387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4346" name="Picture 9">
            <a:extLst>
              <a:ext uri="{FF2B5EF4-FFF2-40B4-BE49-F238E27FC236}">
                <a16:creationId xmlns:a16="http://schemas.microsoft.com/office/drawing/2014/main" id="{EB07FCF9-1745-42B8-9452-3B1189D25AF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24941" y="1540666"/>
            <a:ext cx="4352925" cy="76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7" name="Rectangle 11">
            <a:extLst>
              <a:ext uri="{FF2B5EF4-FFF2-40B4-BE49-F238E27FC236}">
                <a16:creationId xmlns:a16="http://schemas.microsoft.com/office/drawing/2014/main" id="{0B1AB4B0-16FE-4DC7-9B0E-1F766BA777FC}"/>
              </a:ext>
            </a:extLst>
          </p:cNvPr>
          <p:cNvSpPr>
            <a:spLocks noChangeArrowheads="1"/>
          </p:cNvSpPr>
          <p:nvPr/>
        </p:nvSpPr>
        <p:spPr bwMode="auto">
          <a:xfrm>
            <a:off x="533400" y="1582737"/>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4348" name="Rectangle 13">
            <a:extLst>
              <a:ext uri="{FF2B5EF4-FFF2-40B4-BE49-F238E27FC236}">
                <a16:creationId xmlns:a16="http://schemas.microsoft.com/office/drawing/2014/main" id="{608BE56A-5EB7-470E-9B67-6985EFBC6257}"/>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4349" name="Picture 12">
            <a:extLst>
              <a:ext uri="{FF2B5EF4-FFF2-40B4-BE49-F238E27FC236}">
                <a16:creationId xmlns:a16="http://schemas.microsoft.com/office/drawing/2014/main" id="{FB94224B-0D1C-4DDF-817A-D7718E3993FA}"/>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04875" y="2340540"/>
            <a:ext cx="3586162" cy="823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0" name="Rectangle 14">
            <a:extLst>
              <a:ext uri="{FF2B5EF4-FFF2-40B4-BE49-F238E27FC236}">
                <a16:creationId xmlns:a16="http://schemas.microsoft.com/office/drawing/2014/main" id="{2C8A6E10-86DF-404B-8419-4F77F41AA55B}"/>
              </a:ext>
            </a:extLst>
          </p:cNvPr>
          <p:cNvSpPr>
            <a:spLocks noChangeArrowheads="1"/>
          </p:cNvSpPr>
          <p:nvPr/>
        </p:nvSpPr>
        <p:spPr bwMode="auto">
          <a:xfrm>
            <a:off x="533400" y="1687512"/>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4351" name="Rectangle 16">
            <a:extLst>
              <a:ext uri="{FF2B5EF4-FFF2-40B4-BE49-F238E27FC236}">
                <a16:creationId xmlns:a16="http://schemas.microsoft.com/office/drawing/2014/main" id="{674D0D6E-6ED7-4511-BF91-6E121197AAC9}"/>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4352" name="Picture 15">
            <a:extLst>
              <a:ext uri="{FF2B5EF4-FFF2-40B4-BE49-F238E27FC236}">
                <a16:creationId xmlns:a16="http://schemas.microsoft.com/office/drawing/2014/main" id="{795D5CC8-F148-4494-BBFE-64B87C1BAB9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04875" y="3109439"/>
            <a:ext cx="3926681" cy="941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3" name="Rectangle 17">
            <a:extLst>
              <a:ext uri="{FF2B5EF4-FFF2-40B4-BE49-F238E27FC236}">
                <a16:creationId xmlns:a16="http://schemas.microsoft.com/office/drawing/2014/main" id="{F88B45D1-6E3C-4BA0-B860-35C6E9D52520}"/>
              </a:ext>
            </a:extLst>
          </p:cNvPr>
          <p:cNvSpPr>
            <a:spLocks noChangeArrowheads="1"/>
          </p:cNvSpPr>
          <p:nvPr/>
        </p:nvSpPr>
        <p:spPr bwMode="auto">
          <a:xfrm>
            <a:off x="533400" y="1735137"/>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4354" name="Rectangle 20">
            <a:extLst>
              <a:ext uri="{FF2B5EF4-FFF2-40B4-BE49-F238E27FC236}">
                <a16:creationId xmlns:a16="http://schemas.microsoft.com/office/drawing/2014/main" id="{E5704B62-834F-4CE9-BC2D-CF41D0F1FBAC}"/>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4356" name="Rectangle 22">
            <a:extLst>
              <a:ext uri="{FF2B5EF4-FFF2-40B4-BE49-F238E27FC236}">
                <a16:creationId xmlns:a16="http://schemas.microsoft.com/office/drawing/2014/main" id="{DDABCE64-8847-4C31-A4E2-E799A9334059}"/>
              </a:ext>
            </a:extLst>
          </p:cNvPr>
          <p:cNvSpPr>
            <a:spLocks noChangeArrowheads="1"/>
          </p:cNvSpPr>
          <p:nvPr/>
        </p:nvSpPr>
        <p:spPr bwMode="auto">
          <a:xfrm>
            <a:off x="533400" y="2306637"/>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4357" name="Rectangle 24">
            <a:extLst>
              <a:ext uri="{FF2B5EF4-FFF2-40B4-BE49-F238E27FC236}">
                <a16:creationId xmlns:a16="http://schemas.microsoft.com/office/drawing/2014/main" id="{F17A3C24-73CF-41A3-AC8A-720067D1B080}"/>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4358" name="Rectangle 25">
            <a:extLst>
              <a:ext uri="{FF2B5EF4-FFF2-40B4-BE49-F238E27FC236}">
                <a16:creationId xmlns:a16="http://schemas.microsoft.com/office/drawing/2014/main" id="{704E2E4E-D645-41E3-9116-5DFC238820A1}"/>
              </a:ext>
            </a:extLst>
          </p:cNvPr>
          <p:cNvSpPr>
            <a:spLocks noChangeArrowheads="1"/>
          </p:cNvSpPr>
          <p:nvPr/>
        </p:nvSpPr>
        <p:spPr bwMode="auto">
          <a:xfrm>
            <a:off x="533400" y="1677987"/>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n-US" altLang="id-ID" sz="1300" b="1">
              <a:solidFill>
                <a:srgbClr val="4F81BD"/>
              </a:solidFill>
              <a:latin typeface="Cambria" panose="02040503050406030204" pitchFamily="18" charset="0"/>
              <a:ea typeface="Times New Roman" panose="02020603050405020304" pitchFamily="18" charset="0"/>
              <a:cs typeface="Arial" panose="020B0604020202020204" pitchFamily="34" charset="0"/>
            </a:endParaRPr>
          </a:p>
          <a:p>
            <a:pPr>
              <a:spcBef>
                <a:spcPct val="0"/>
              </a:spcBef>
              <a:buFontTx/>
              <a:buNone/>
            </a:pP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4359" name="Rectangle 27">
            <a:extLst>
              <a:ext uri="{FF2B5EF4-FFF2-40B4-BE49-F238E27FC236}">
                <a16:creationId xmlns:a16="http://schemas.microsoft.com/office/drawing/2014/main" id="{FC4F35C9-CC79-45EF-B747-740E208BE79A}"/>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4360" name="Rectangle 28">
            <a:extLst>
              <a:ext uri="{FF2B5EF4-FFF2-40B4-BE49-F238E27FC236}">
                <a16:creationId xmlns:a16="http://schemas.microsoft.com/office/drawing/2014/main" id="{EB7D612A-1B7A-4029-868B-8627564B6013}"/>
              </a:ext>
            </a:extLst>
          </p:cNvPr>
          <p:cNvSpPr>
            <a:spLocks noChangeArrowheads="1"/>
          </p:cNvSpPr>
          <p:nvPr/>
        </p:nvSpPr>
        <p:spPr bwMode="auto">
          <a:xfrm>
            <a:off x="533400" y="1725612"/>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n-US" altLang="id-ID" sz="1300" b="1">
              <a:solidFill>
                <a:srgbClr val="4F81BD"/>
              </a:solidFill>
              <a:latin typeface="Cambria" panose="02040503050406030204" pitchFamily="18" charset="0"/>
              <a:ea typeface="Times New Roman" panose="02020603050405020304" pitchFamily="18" charset="0"/>
              <a:cs typeface="Arial" panose="020B0604020202020204" pitchFamily="34" charset="0"/>
            </a:endParaRPr>
          </a:p>
          <a:p>
            <a:pPr>
              <a:spcBef>
                <a:spcPct val="0"/>
              </a:spcBef>
              <a:buFontTx/>
              <a:buNone/>
            </a:pP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4361" name="Rectangle 30">
            <a:extLst>
              <a:ext uri="{FF2B5EF4-FFF2-40B4-BE49-F238E27FC236}">
                <a16:creationId xmlns:a16="http://schemas.microsoft.com/office/drawing/2014/main" id="{1D329219-1A4C-4DBB-AF4E-01A06C00282E}"/>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4362" name="Picture 29">
            <a:extLst>
              <a:ext uri="{FF2B5EF4-FFF2-40B4-BE49-F238E27FC236}">
                <a16:creationId xmlns:a16="http://schemas.microsoft.com/office/drawing/2014/main" id="{2D0A541C-CB14-4C4F-850A-A16AE2106E53}"/>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57500" y="4247502"/>
            <a:ext cx="5223034" cy="119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3" name="Rectangle 31">
            <a:extLst>
              <a:ext uri="{FF2B5EF4-FFF2-40B4-BE49-F238E27FC236}">
                <a16:creationId xmlns:a16="http://schemas.microsoft.com/office/drawing/2014/main" id="{49E16D44-92BA-4E34-8C3B-BD81DCFA4257}"/>
              </a:ext>
            </a:extLst>
          </p:cNvPr>
          <p:cNvSpPr>
            <a:spLocks noChangeArrowheads="1"/>
          </p:cNvSpPr>
          <p:nvPr/>
        </p:nvSpPr>
        <p:spPr bwMode="auto">
          <a:xfrm>
            <a:off x="533400" y="2039937"/>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26960" rIns="0" bIns="0"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4364" name="Rectangle 28">
            <a:extLst>
              <a:ext uri="{FF2B5EF4-FFF2-40B4-BE49-F238E27FC236}">
                <a16:creationId xmlns:a16="http://schemas.microsoft.com/office/drawing/2014/main" id="{045AB4CE-C03E-41D6-B080-F72CF7C1FEE7}"/>
              </a:ext>
            </a:extLst>
          </p:cNvPr>
          <p:cNvSpPr>
            <a:spLocks noChangeArrowheads="1"/>
          </p:cNvSpPr>
          <p:nvPr/>
        </p:nvSpPr>
        <p:spPr bwMode="auto">
          <a:xfrm>
            <a:off x="2857500" y="214313"/>
            <a:ext cx="37147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The Electric Field due to an Electric Dipole(cont.)</a:t>
            </a:r>
          </a:p>
        </p:txBody>
      </p:sp>
      <p:pic>
        <p:nvPicPr>
          <p:cNvPr id="29" name="Picture 4">
            <a:extLst>
              <a:ext uri="{FF2B5EF4-FFF2-40B4-BE49-F238E27FC236}">
                <a16:creationId xmlns:a16="http://schemas.microsoft.com/office/drawing/2014/main" id="{7D4B1AD0-BDF9-410F-8A45-F8926E4E0C8F}"/>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24941" y="5520060"/>
            <a:ext cx="6019800" cy="733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7887FCAC-93DE-4C5E-B44B-551B540689FF}"/>
              </a:ext>
            </a:extLst>
          </p:cNvPr>
          <p:cNvSpPr>
            <a:spLocks noChangeArrowheads="1"/>
          </p:cNvSpPr>
          <p:nvPr/>
        </p:nvSpPr>
        <p:spPr bwMode="auto">
          <a:xfrm>
            <a:off x="990600" y="1524000"/>
            <a:ext cx="8153400" cy="520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Gauss’ law relates the electric fields at points on a (closed) Gaussian surface to the net charge enclosed by that surface.</a:t>
            </a:r>
          </a:p>
          <a:p>
            <a:pPr eaLnBrk="1" hangingPunct="1">
              <a:spcBef>
                <a:spcPct val="0"/>
              </a:spcBef>
              <a:buFontTx/>
              <a:buNone/>
            </a:pPr>
            <a:endParaRPr lang="en-US" altLang="id-ID" sz="1600"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Gauss’ law considers a hypothetical (imaginary) closed surface enclosing the charge distribution.</a:t>
            </a: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This </a:t>
            </a:r>
            <a:r>
              <a:rPr lang="en-US" altLang="id-ID" b="1" i="1" dirty="0">
                <a:latin typeface="Arial" panose="020B0604020202020204" pitchFamily="34" charset="0"/>
              </a:rPr>
              <a:t>Gaussian surface</a:t>
            </a:r>
            <a:r>
              <a:rPr lang="en-US" altLang="id-ID" b="1" dirty="0">
                <a:latin typeface="Arial" panose="020B0604020202020204" pitchFamily="34" charset="0"/>
              </a:rPr>
              <a:t>, as it is called, can have any shape, but the shape that minimizes our calculations of the electric field is one that mimics the symmetry of the charge distribution.</a:t>
            </a: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endParaRPr lang="en-US" altLang="id-ID" sz="1200" dirty="0">
              <a:latin typeface="Arial" panose="020B0604020202020204" pitchFamily="34" charset="0"/>
            </a:endParaRPr>
          </a:p>
        </p:txBody>
      </p:sp>
      <p:sp>
        <p:nvSpPr>
          <p:cNvPr id="6147" name="TextBox 6">
            <a:extLst>
              <a:ext uri="{FF2B5EF4-FFF2-40B4-BE49-F238E27FC236}">
                <a16:creationId xmlns:a16="http://schemas.microsoft.com/office/drawing/2014/main" id="{99BFC20F-3959-47EF-93D5-4ACF082F96E2}"/>
              </a:ext>
            </a:extLst>
          </p:cNvPr>
          <p:cNvSpPr txBox="1">
            <a:spLocks noChangeArrowheads="1"/>
          </p:cNvSpPr>
          <p:nvPr/>
        </p:nvSpPr>
        <p:spPr bwMode="auto">
          <a:xfrm>
            <a:off x="3429000" y="2438400"/>
            <a:ext cx="5486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en-US" altLang="id-ID" sz="1800">
              <a:latin typeface="Arial" panose="020B0604020202020204" pitchFamily="34" charset="0"/>
            </a:endParaRPr>
          </a:p>
          <a:p>
            <a:pPr eaLnBrk="1" hangingPunct="1">
              <a:spcBef>
                <a:spcPct val="0"/>
              </a:spcBef>
              <a:buFontTx/>
              <a:buNone/>
            </a:pPr>
            <a:endParaRPr lang="en-US" altLang="id-ID" sz="1800">
              <a:latin typeface="Arial" panose="020B0604020202020204" pitchFamily="34" charset="0"/>
            </a:endParaRPr>
          </a:p>
        </p:txBody>
      </p:sp>
      <p:sp>
        <p:nvSpPr>
          <p:cNvPr id="4" name="Rectangle 9">
            <a:extLst>
              <a:ext uri="{FF2B5EF4-FFF2-40B4-BE49-F238E27FC236}">
                <a16:creationId xmlns:a16="http://schemas.microsoft.com/office/drawing/2014/main" id="{4CA63B54-7AE2-4B12-916E-E6AC03847BF1}"/>
              </a:ext>
            </a:extLst>
          </p:cNvPr>
          <p:cNvSpPr>
            <a:spLocks noChangeArrowheads="1"/>
          </p:cNvSpPr>
          <p:nvPr/>
        </p:nvSpPr>
        <p:spPr bwMode="auto">
          <a:xfrm>
            <a:off x="3214688" y="285750"/>
            <a:ext cx="29289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200" b="1" dirty="0">
                <a:solidFill>
                  <a:srgbClr val="0070C0"/>
                </a:solidFill>
                <a:latin typeface="Arial" panose="020B0604020202020204" pitchFamily="34" charset="0"/>
                <a:cs typeface="Arial" panose="020B0604020202020204" pitchFamily="34" charset="0"/>
              </a:rPr>
              <a:t>Gauss’ Law</a:t>
            </a:r>
            <a:endParaRPr lang="en-US" altLang="id-ID" sz="2200" dirty="0">
              <a:solidFill>
                <a:srgbClr val="0070C0"/>
              </a:solidFill>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289C5F-9746-45EF-B0DB-F69C06F57F2E}"/>
              </a:ext>
            </a:extLst>
          </p:cNvPr>
          <p:cNvSpPr>
            <a:spLocks noGrp="1"/>
          </p:cNvSpPr>
          <p:nvPr>
            <p:ph type="dt" sz="quarter" idx="10"/>
          </p:nvPr>
        </p:nvSpPr>
        <p:spPr/>
        <p:txBody>
          <a:bodyPr/>
          <a:lstStyle/>
          <a:p>
            <a:pPr>
              <a:defRPr/>
            </a:pPr>
            <a:r>
              <a:rPr lang="en-US"/>
              <a:t>Bina Nusantara University</a:t>
            </a:r>
          </a:p>
        </p:txBody>
      </p:sp>
      <p:sp>
        <p:nvSpPr>
          <p:cNvPr id="7171" name="Slide Number Placeholder 2">
            <a:extLst>
              <a:ext uri="{FF2B5EF4-FFF2-40B4-BE49-F238E27FC236}">
                <a16:creationId xmlns:a16="http://schemas.microsoft.com/office/drawing/2014/main" id="{AF91E9B6-503B-4969-9FDA-F0DA360C956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7A5E09C6-33CE-40BD-A2DA-233481A1868A}" type="slidenum">
              <a:rPr lang="en-US" altLang="id-ID" sz="1400" smtClean="0"/>
              <a:pPr>
                <a:spcBef>
                  <a:spcPct val="0"/>
                </a:spcBef>
                <a:buFontTx/>
                <a:buNone/>
              </a:pPr>
              <a:t>25</a:t>
            </a:fld>
            <a:endParaRPr lang="en-US" altLang="id-ID" sz="1400"/>
          </a:p>
        </p:txBody>
      </p:sp>
      <p:sp>
        <p:nvSpPr>
          <p:cNvPr id="7172" name="Rectangle 3">
            <a:extLst>
              <a:ext uri="{FF2B5EF4-FFF2-40B4-BE49-F238E27FC236}">
                <a16:creationId xmlns:a16="http://schemas.microsoft.com/office/drawing/2014/main" id="{3516A9F5-0A9A-4367-9E6B-017FA68D264A}"/>
              </a:ext>
            </a:extLst>
          </p:cNvPr>
          <p:cNvSpPr>
            <a:spLocks noChangeArrowheads="1"/>
          </p:cNvSpPr>
          <p:nvPr/>
        </p:nvSpPr>
        <p:spPr bwMode="auto">
          <a:xfrm>
            <a:off x="3587750" y="1858963"/>
            <a:ext cx="525145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dirty="0">
                <a:latin typeface="Times New Roman" panose="02020603050405020304" pitchFamily="18" charset="0"/>
              </a:rPr>
              <a:t>Gauss’ law relates the electric fields at points on a (closed) Gaussian surface to the net charge enclosed by that surface.</a:t>
            </a:r>
          </a:p>
          <a:p>
            <a:pPr eaLnBrk="1" hangingPunct="1">
              <a:spcBef>
                <a:spcPct val="0"/>
              </a:spcBef>
              <a:buFontTx/>
              <a:buNone/>
            </a:pPr>
            <a:endParaRPr lang="en-US" altLang="id-ID" dirty="0">
              <a:latin typeface="Times New Roman" panose="02020603050405020304" pitchFamily="18" charset="0"/>
            </a:endParaRPr>
          </a:p>
        </p:txBody>
      </p:sp>
      <p:pic>
        <p:nvPicPr>
          <p:cNvPr id="7173" name="Picture 2">
            <a:extLst>
              <a:ext uri="{FF2B5EF4-FFF2-40B4-BE49-F238E27FC236}">
                <a16:creationId xmlns:a16="http://schemas.microsoft.com/office/drawing/2014/main" id="{219D5FE2-77F7-403C-BFFC-51900F10CA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524" y="1874729"/>
            <a:ext cx="2540833" cy="384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TextBox 6">
            <a:extLst>
              <a:ext uri="{FF2B5EF4-FFF2-40B4-BE49-F238E27FC236}">
                <a16:creationId xmlns:a16="http://schemas.microsoft.com/office/drawing/2014/main" id="{B19E8113-907A-44F8-A756-C239B76FF010}"/>
              </a:ext>
            </a:extLst>
          </p:cNvPr>
          <p:cNvSpPr txBox="1">
            <a:spLocks noChangeArrowheads="1"/>
          </p:cNvSpPr>
          <p:nvPr/>
        </p:nvSpPr>
        <p:spPr bwMode="auto">
          <a:xfrm>
            <a:off x="3639207" y="3155677"/>
            <a:ext cx="5199993"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en-US" altLang="id-ID" sz="1800" dirty="0">
              <a:latin typeface="Times New Roman" panose="02020603050405020304" pitchFamily="18" charset="0"/>
            </a:endParaRPr>
          </a:p>
          <a:p>
            <a:pPr eaLnBrk="1" hangingPunct="1">
              <a:spcBef>
                <a:spcPct val="0"/>
              </a:spcBef>
              <a:buFontTx/>
              <a:buNone/>
            </a:pPr>
            <a:r>
              <a:rPr lang="en-US" altLang="id-ID" sz="1800" dirty="0">
                <a:latin typeface="Times New Roman" panose="02020603050405020304" pitchFamily="18" charset="0"/>
              </a:rPr>
              <a:t>Gauss’ law considers a hypothetical (imaginary) closed surface enclosing the charge distribution.</a:t>
            </a:r>
          </a:p>
          <a:p>
            <a:pPr eaLnBrk="1" hangingPunct="1">
              <a:spcBef>
                <a:spcPct val="0"/>
              </a:spcBef>
              <a:buFontTx/>
              <a:buNone/>
            </a:pPr>
            <a:endParaRPr lang="en-US" altLang="id-ID" sz="1800" dirty="0">
              <a:latin typeface="Times New Roman" panose="02020603050405020304" pitchFamily="18" charset="0"/>
            </a:endParaRPr>
          </a:p>
          <a:p>
            <a:pPr eaLnBrk="1" hangingPunct="1">
              <a:spcBef>
                <a:spcPct val="0"/>
              </a:spcBef>
              <a:buFontTx/>
              <a:buNone/>
            </a:pPr>
            <a:r>
              <a:rPr lang="en-US" altLang="id-ID" sz="1800" dirty="0">
                <a:latin typeface="Times New Roman" panose="02020603050405020304" pitchFamily="18" charset="0"/>
              </a:rPr>
              <a:t>This </a:t>
            </a:r>
            <a:r>
              <a:rPr lang="en-US" altLang="id-ID" sz="1800" b="1" dirty="0">
                <a:latin typeface="Times New Roman" panose="02020603050405020304" pitchFamily="18" charset="0"/>
              </a:rPr>
              <a:t>Gaussian surface, </a:t>
            </a:r>
            <a:r>
              <a:rPr lang="en-US" altLang="id-ID" sz="1800" dirty="0">
                <a:latin typeface="Times New Roman" panose="02020603050405020304" pitchFamily="18" charset="0"/>
              </a:rPr>
              <a:t>as it is called, can have any shape, but the shape that minimizes our calculations of</a:t>
            </a:r>
          </a:p>
          <a:p>
            <a:pPr eaLnBrk="1" hangingPunct="1">
              <a:spcBef>
                <a:spcPct val="0"/>
              </a:spcBef>
              <a:buFontTx/>
              <a:buNone/>
            </a:pPr>
            <a:r>
              <a:rPr lang="en-US" altLang="id-ID" sz="1800" dirty="0">
                <a:latin typeface="Times New Roman" panose="02020603050405020304" pitchFamily="18" charset="0"/>
              </a:rPr>
              <a:t>the electric field is one that mimics the symmetry of the charge distribution.</a:t>
            </a:r>
          </a:p>
          <a:p>
            <a:pPr eaLnBrk="1" hangingPunct="1">
              <a:spcBef>
                <a:spcPct val="0"/>
              </a:spcBef>
              <a:buFontTx/>
              <a:buNone/>
            </a:pPr>
            <a:endParaRPr lang="en-US" altLang="id-ID" sz="1800" dirty="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7">
            <a:extLst>
              <a:ext uri="{FF2B5EF4-FFF2-40B4-BE49-F238E27FC236}">
                <a16:creationId xmlns:a16="http://schemas.microsoft.com/office/drawing/2014/main" id="{414CDA67-3D87-4B3B-998F-F7F19D11E9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8489" y="914401"/>
            <a:ext cx="5538311" cy="220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TextBox 7">
            <a:extLst>
              <a:ext uri="{FF2B5EF4-FFF2-40B4-BE49-F238E27FC236}">
                <a16:creationId xmlns:a16="http://schemas.microsoft.com/office/drawing/2014/main" id="{98608D85-F6F4-4F7B-BFE3-0578BCC84A90}"/>
              </a:ext>
            </a:extLst>
          </p:cNvPr>
          <p:cNvSpPr txBox="1">
            <a:spLocks noChangeArrowheads="1"/>
          </p:cNvSpPr>
          <p:nvPr/>
        </p:nvSpPr>
        <p:spPr bwMode="auto">
          <a:xfrm>
            <a:off x="1008888" y="3421953"/>
            <a:ext cx="782555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1800" dirty="0">
                <a:latin typeface="Arial" panose="020B0604020202020204" pitchFamily="34" charset="0"/>
              </a:rPr>
              <a:t>Fig. 1. (a) A uniform airstream of velocity is perpendicular to the plane of a square loop of area </a:t>
            </a:r>
            <a:r>
              <a:rPr lang="en-US" altLang="id-ID" sz="1800" i="1" dirty="0">
                <a:latin typeface="Arial" panose="020B0604020202020204" pitchFamily="34" charset="0"/>
              </a:rPr>
              <a:t>A</a:t>
            </a:r>
            <a:r>
              <a:rPr lang="en-US" altLang="id-ID" sz="1800" dirty="0">
                <a:latin typeface="Arial" panose="020B0604020202020204" pitchFamily="34" charset="0"/>
              </a:rPr>
              <a:t>.(b) The component of perpendicular to the plane of the loop is </a:t>
            </a:r>
            <a:r>
              <a:rPr lang="en-US" altLang="id-ID" sz="1800" i="1" dirty="0" err="1">
                <a:latin typeface="Arial" panose="020B0604020202020204" pitchFamily="34" charset="0"/>
              </a:rPr>
              <a:t>vcos</a:t>
            </a:r>
            <a:r>
              <a:rPr lang="en-US" altLang="id-ID" sz="1800" i="1" dirty="0" err="1">
                <a:latin typeface="Symbol" panose="05050102010706020507" pitchFamily="18" charset="2"/>
              </a:rPr>
              <a:t>q</a:t>
            </a:r>
            <a:r>
              <a:rPr lang="en-US" altLang="id-ID" sz="1800" i="1" dirty="0">
                <a:latin typeface="Arial" panose="020B0604020202020204" pitchFamily="34" charset="0"/>
              </a:rPr>
              <a:t>, </a:t>
            </a:r>
            <a:r>
              <a:rPr lang="en-US" altLang="id-ID" sz="1800" dirty="0">
                <a:latin typeface="Arial" panose="020B0604020202020204" pitchFamily="34" charset="0"/>
              </a:rPr>
              <a:t>where</a:t>
            </a:r>
            <a:r>
              <a:rPr lang="en-US" altLang="id-ID" sz="1800" i="1" dirty="0">
                <a:latin typeface="Arial" panose="020B0604020202020204" pitchFamily="34" charset="0"/>
              </a:rPr>
              <a:t> </a:t>
            </a:r>
            <a:r>
              <a:rPr lang="en-US" altLang="id-ID" sz="1800" i="1" dirty="0">
                <a:latin typeface="Symbol" panose="05050102010706020507" pitchFamily="18" charset="2"/>
              </a:rPr>
              <a:t>q</a:t>
            </a:r>
            <a:r>
              <a:rPr lang="en-US" altLang="id-ID" sz="1800" i="1" dirty="0">
                <a:latin typeface="Arial" panose="020B0604020202020204" pitchFamily="34" charset="0"/>
              </a:rPr>
              <a:t> </a:t>
            </a:r>
            <a:r>
              <a:rPr lang="en-US" altLang="id-ID" sz="1800" dirty="0">
                <a:latin typeface="Arial" panose="020B0604020202020204" pitchFamily="34" charset="0"/>
              </a:rPr>
              <a:t>is the angle between </a:t>
            </a:r>
            <a:r>
              <a:rPr lang="en-US" altLang="id-ID" sz="1800" i="1" dirty="0">
                <a:latin typeface="Arial" panose="020B0604020202020204" pitchFamily="34" charset="0"/>
              </a:rPr>
              <a:t>V </a:t>
            </a:r>
            <a:r>
              <a:rPr lang="en-US" altLang="id-ID" sz="1800" dirty="0">
                <a:latin typeface="Arial" panose="020B0604020202020204" pitchFamily="34" charset="0"/>
              </a:rPr>
              <a:t>and a normal to the plane. (c)</a:t>
            </a:r>
            <a:r>
              <a:rPr lang="en-US" altLang="id-ID" sz="1800" i="1" dirty="0">
                <a:latin typeface="Arial" panose="020B0604020202020204" pitchFamily="34" charset="0"/>
              </a:rPr>
              <a:t> </a:t>
            </a:r>
            <a:r>
              <a:rPr lang="en-US" altLang="id-ID" sz="1800" dirty="0">
                <a:latin typeface="Arial" panose="020B0604020202020204" pitchFamily="34" charset="0"/>
              </a:rPr>
              <a:t>The area vector </a:t>
            </a:r>
            <a:r>
              <a:rPr lang="en-US" altLang="id-ID" sz="1800" i="1" dirty="0">
                <a:latin typeface="Arial" panose="020B0604020202020204" pitchFamily="34" charset="0"/>
              </a:rPr>
              <a:t>A </a:t>
            </a:r>
            <a:r>
              <a:rPr lang="en-US" altLang="id-ID" sz="1800" dirty="0">
                <a:latin typeface="Arial" panose="020B0604020202020204" pitchFamily="34" charset="0"/>
              </a:rPr>
              <a:t>is perpendicular to the plane of the loop and makes an angle </a:t>
            </a:r>
            <a:r>
              <a:rPr lang="en-US" altLang="id-ID" sz="1800" i="1" dirty="0">
                <a:latin typeface="Symbol" panose="05050102010706020507" pitchFamily="18" charset="2"/>
              </a:rPr>
              <a:t>q </a:t>
            </a:r>
            <a:r>
              <a:rPr lang="en-US" altLang="id-ID" sz="1800" dirty="0">
                <a:latin typeface="Arial" panose="020B0604020202020204" pitchFamily="34" charset="0"/>
              </a:rPr>
              <a:t>with </a:t>
            </a:r>
            <a:r>
              <a:rPr lang="en-US" altLang="id-ID" sz="1800" i="1" dirty="0">
                <a:latin typeface="Arial" panose="020B0604020202020204" pitchFamily="34" charset="0"/>
              </a:rPr>
              <a:t>v</a:t>
            </a:r>
            <a:r>
              <a:rPr lang="en-US" altLang="id-ID" sz="1800" dirty="0">
                <a:latin typeface="Arial" panose="020B0604020202020204" pitchFamily="34" charset="0"/>
              </a:rPr>
              <a:t>. (d) The velocity field intercepted by the area of the loop. The rate of volume flow through the loop is </a:t>
            </a:r>
            <a:r>
              <a:rPr lang="en-US" altLang="id-ID" sz="1800" dirty="0">
                <a:latin typeface="Symbol" panose="05050102010706020507" pitchFamily="18" charset="2"/>
              </a:rPr>
              <a:t> </a:t>
            </a:r>
            <a:endParaRPr lang="en-US" altLang="id-ID" sz="1800" i="1" dirty="0">
              <a:latin typeface="Arial" panose="020B0604020202020204" pitchFamily="34" charset="0"/>
            </a:endParaRPr>
          </a:p>
        </p:txBody>
      </p:sp>
      <p:sp>
        <p:nvSpPr>
          <p:cNvPr id="8197" name="Rectangle 6">
            <a:extLst>
              <a:ext uri="{FF2B5EF4-FFF2-40B4-BE49-F238E27FC236}">
                <a16:creationId xmlns:a16="http://schemas.microsoft.com/office/drawing/2014/main" id="{2C038529-18CD-4694-A987-8FC602BF962C}"/>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8198" name="Rectangle 7">
            <a:extLst>
              <a:ext uri="{FF2B5EF4-FFF2-40B4-BE49-F238E27FC236}">
                <a16:creationId xmlns:a16="http://schemas.microsoft.com/office/drawing/2014/main" id="{E01F53DD-3EEE-4A46-B4B4-E762D4B67F0D}"/>
              </a:ext>
            </a:extLst>
          </p:cNvPr>
          <p:cNvSpPr>
            <a:spLocks noChangeArrowheads="1"/>
          </p:cNvSpPr>
          <p:nvPr/>
        </p:nvSpPr>
        <p:spPr bwMode="auto">
          <a:xfrm>
            <a:off x="0" y="771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8199" name="Rectangle 9">
            <a:extLst>
              <a:ext uri="{FF2B5EF4-FFF2-40B4-BE49-F238E27FC236}">
                <a16:creationId xmlns:a16="http://schemas.microsoft.com/office/drawing/2014/main" id="{5DED8AA9-E04D-49AF-8077-C189DCBFC53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8200" name="Picture 8">
            <a:extLst>
              <a:ext uri="{FF2B5EF4-FFF2-40B4-BE49-F238E27FC236}">
                <a16:creationId xmlns:a16="http://schemas.microsoft.com/office/drawing/2014/main" id="{5E8AC8DF-DED8-498A-8712-24721B69C2F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72200" y="4844731"/>
            <a:ext cx="2357438" cy="331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9">
            <a:extLst>
              <a:ext uri="{FF2B5EF4-FFF2-40B4-BE49-F238E27FC236}">
                <a16:creationId xmlns:a16="http://schemas.microsoft.com/office/drawing/2014/main" id="{4A8086DE-3ECF-4C66-900F-DC69CA30AC62}"/>
              </a:ext>
            </a:extLst>
          </p:cNvPr>
          <p:cNvSpPr>
            <a:spLocks noChangeArrowheads="1"/>
          </p:cNvSpPr>
          <p:nvPr/>
        </p:nvSpPr>
        <p:spPr bwMode="auto">
          <a:xfrm>
            <a:off x="3214688" y="357188"/>
            <a:ext cx="18646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i="1" dirty="0">
                <a:solidFill>
                  <a:srgbClr val="002060"/>
                </a:solidFill>
                <a:latin typeface="Arial" panose="020B0604020202020204" pitchFamily="34" charset="0"/>
                <a:cs typeface="Arial" panose="020B0604020202020204" pitchFamily="34" charset="0"/>
              </a:rPr>
              <a:t>Electric Flux</a:t>
            </a:r>
            <a:endParaRPr lang="en-US" altLang="id-ID" sz="2200" dirty="0">
              <a:solidFill>
                <a:srgbClr val="002060"/>
              </a:solidFill>
              <a:latin typeface="Arial" panose="020B0604020202020204" pitchFamily="34" charset="0"/>
            </a:endParaRPr>
          </a:p>
        </p:txBody>
      </p:sp>
      <p:sp>
        <p:nvSpPr>
          <p:cNvPr id="2" name="Rectangle 1">
            <a:extLst>
              <a:ext uri="{FF2B5EF4-FFF2-40B4-BE49-F238E27FC236}">
                <a16:creationId xmlns:a16="http://schemas.microsoft.com/office/drawing/2014/main" id="{6D2BCC44-AA4D-4E01-90CC-1F3C3DEAE1F7}"/>
              </a:ext>
            </a:extLst>
          </p:cNvPr>
          <p:cNvSpPr/>
          <p:nvPr/>
        </p:nvSpPr>
        <p:spPr>
          <a:xfrm>
            <a:off x="1033272" y="5518781"/>
            <a:ext cx="5696712" cy="707886"/>
          </a:xfrm>
          <a:prstGeom prst="rect">
            <a:avLst/>
          </a:prstGeom>
        </p:spPr>
        <p:txBody>
          <a:bodyPr wrap="square">
            <a:spAutoFit/>
          </a:bodyPr>
          <a:lstStyle/>
          <a:p>
            <a:pPr>
              <a:defRPr/>
            </a:pPr>
            <a:r>
              <a:rPr lang="en-US" sz="2000" b="1" dirty="0"/>
              <a:t>This rate of flow through an area is an example of a flux—a </a:t>
            </a:r>
            <a:r>
              <a:rPr lang="en-US" sz="2000" b="1" i="1" dirty="0"/>
              <a:t>volume flux in this </a:t>
            </a:r>
            <a:r>
              <a:rPr lang="en-US" sz="2000" b="1" dirty="0"/>
              <a:t>situation.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2">
            <a:extLst>
              <a:ext uri="{FF2B5EF4-FFF2-40B4-BE49-F238E27FC236}">
                <a16:creationId xmlns:a16="http://schemas.microsoft.com/office/drawing/2014/main" id="{ADD90F1C-6325-4DC9-A269-A72D868CD1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FF9E0F13-BF51-4EB0-B086-F426CE443981}" type="slidenum">
              <a:rPr lang="en-US" altLang="id-ID" sz="1400" smtClean="0"/>
              <a:pPr>
                <a:spcBef>
                  <a:spcPct val="0"/>
                </a:spcBef>
                <a:buFontTx/>
                <a:buNone/>
              </a:pPr>
              <a:t>27</a:t>
            </a:fld>
            <a:endParaRPr lang="en-US" altLang="id-ID" sz="1400"/>
          </a:p>
        </p:txBody>
      </p:sp>
      <p:pic>
        <p:nvPicPr>
          <p:cNvPr id="4" name="Picture 4">
            <a:extLst>
              <a:ext uri="{FF2B5EF4-FFF2-40B4-BE49-F238E27FC236}">
                <a16:creationId xmlns:a16="http://schemas.microsoft.com/office/drawing/2014/main" id="{47889D5A-1BBB-403D-BC2D-5BE4AF93044C}"/>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1981200" y="5514181"/>
            <a:ext cx="5657852" cy="785813"/>
          </a:xfrm>
          <a:prstGeom prst="rect">
            <a:avLst/>
          </a:prstGeom>
          <a:noFill/>
          <a:ln w="9525">
            <a:noFill/>
            <a:miter lim="800000"/>
            <a:headEnd/>
            <a:tailEnd/>
          </a:ln>
        </p:spPr>
      </p:pic>
      <p:sp>
        <p:nvSpPr>
          <p:cNvPr id="11268" name="TextBox 5">
            <a:extLst>
              <a:ext uri="{FF2B5EF4-FFF2-40B4-BE49-F238E27FC236}">
                <a16:creationId xmlns:a16="http://schemas.microsoft.com/office/drawing/2014/main" id="{678F0869-5A57-4245-95E8-FCF5407C3843}"/>
              </a:ext>
            </a:extLst>
          </p:cNvPr>
          <p:cNvSpPr txBox="1">
            <a:spLocks noChangeArrowheads="1"/>
          </p:cNvSpPr>
          <p:nvPr/>
        </p:nvSpPr>
        <p:spPr bwMode="auto">
          <a:xfrm>
            <a:off x="1174531" y="1601059"/>
            <a:ext cx="754380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dirty="0">
                <a:latin typeface="Arial" panose="020B0604020202020204" pitchFamily="34" charset="0"/>
              </a:rPr>
              <a:t>The electric field vectors </a:t>
            </a:r>
            <a:r>
              <a:rPr lang="en-US" altLang="id-ID" sz="2000" i="1" dirty="0">
                <a:latin typeface="Arial" panose="020B0604020202020204" pitchFamily="34" charset="0"/>
              </a:rPr>
              <a:t>E </a:t>
            </a:r>
            <a:r>
              <a:rPr lang="en-US" altLang="id-ID" sz="2000" dirty="0">
                <a:latin typeface="Arial" panose="020B0604020202020204" pitchFamily="34" charset="0"/>
              </a:rPr>
              <a:t>and the area vectors </a:t>
            </a:r>
            <a:r>
              <a:rPr lang="en-US" altLang="id-ID" sz="2000" i="1" dirty="0">
                <a:latin typeface="Symbol" panose="05050102010706020507" pitchFamily="18" charset="2"/>
              </a:rPr>
              <a:t>D</a:t>
            </a:r>
            <a:r>
              <a:rPr lang="en-US" altLang="id-ID" sz="2000" i="1" dirty="0">
                <a:latin typeface="Arial" panose="020B0604020202020204" pitchFamily="34" charset="0"/>
              </a:rPr>
              <a:t>A </a:t>
            </a:r>
            <a:r>
              <a:rPr lang="en-US" altLang="id-ID" sz="2000" dirty="0">
                <a:latin typeface="Arial" panose="020B0604020202020204" pitchFamily="34" charset="0"/>
              </a:rPr>
              <a:t>for three representative squares, marked 1, 2, and 3, are shown.  </a:t>
            </a:r>
          </a:p>
          <a:p>
            <a:pPr eaLnBrk="1" hangingPunct="1">
              <a:spcBef>
                <a:spcPct val="0"/>
              </a:spcBef>
              <a:buFontTx/>
              <a:buNone/>
            </a:pPr>
            <a:endParaRPr lang="en-US" altLang="id-ID" sz="2000" dirty="0">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The exact definition of the flux of the electric field through a closed surface is found by allowing the area of the squares shown in Fig. 2 to become smaller and</a:t>
            </a:r>
          </a:p>
          <a:p>
            <a:pPr eaLnBrk="1" hangingPunct="1">
              <a:spcBef>
                <a:spcPct val="0"/>
              </a:spcBef>
              <a:buFontTx/>
              <a:buNone/>
            </a:pPr>
            <a:r>
              <a:rPr lang="en-US" altLang="id-ID" sz="2000" dirty="0">
                <a:latin typeface="Arial" panose="020B0604020202020204" pitchFamily="34" charset="0"/>
              </a:rPr>
              <a:t>smaller, approaching a differential limit </a:t>
            </a:r>
            <a:r>
              <a:rPr lang="en-US" altLang="id-ID" sz="2000" i="1" dirty="0" err="1">
                <a:latin typeface="Arial" panose="020B0604020202020204" pitchFamily="34" charset="0"/>
              </a:rPr>
              <a:t>dA.</a:t>
            </a:r>
            <a:r>
              <a:rPr lang="en-US" altLang="id-ID" sz="2000" i="1" dirty="0">
                <a:latin typeface="Arial" panose="020B0604020202020204" pitchFamily="34" charset="0"/>
              </a:rPr>
              <a:t> </a:t>
            </a:r>
            <a:r>
              <a:rPr lang="en-US" altLang="id-ID" sz="2000" dirty="0">
                <a:latin typeface="Arial" panose="020B0604020202020204" pitchFamily="34" charset="0"/>
              </a:rPr>
              <a:t>The area vectors then approach a differential limit </a:t>
            </a:r>
            <a:r>
              <a:rPr lang="en-US" altLang="id-ID" sz="2000" i="1" dirty="0" err="1">
                <a:latin typeface="Arial" panose="020B0604020202020204" pitchFamily="34" charset="0"/>
              </a:rPr>
              <a:t>dA</a:t>
            </a:r>
            <a:r>
              <a:rPr lang="en-US" altLang="id-ID" sz="2000" dirty="0" err="1">
                <a:latin typeface="Arial" panose="020B0604020202020204" pitchFamily="34" charset="0"/>
              </a:rPr>
              <a:t>.</a:t>
            </a:r>
            <a:r>
              <a:rPr lang="en-US" altLang="id-ID" sz="2000" dirty="0">
                <a:latin typeface="Arial" panose="020B0604020202020204" pitchFamily="34" charset="0"/>
              </a:rPr>
              <a:t> The sum of </a:t>
            </a:r>
          </a:p>
          <a:p>
            <a:pPr eaLnBrk="1" hangingPunct="1">
              <a:spcBef>
                <a:spcPct val="0"/>
              </a:spcBef>
              <a:buFontTx/>
              <a:buNone/>
            </a:pPr>
            <a:endParaRPr lang="en-US" altLang="id-ID" sz="2000" dirty="0">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Equation                                    then becomes an integral:</a:t>
            </a:r>
          </a:p>
        </p:txBody>
      </p:sp>
      <p:sp>
        <p:nvSpPr>
          <p:cNvPr id="11269" name="Rectangle 6">
            <a:extLst>
              <a:ext uri="{FF2B5EF4-FFF2-40B4-BE49-F238E27FC236}">
                <a16:creationId xmlns:a16="http://schemas.microsoft.com/office/drawing/2014/main" id="{EFBDAF98-FAB9-4E26-B221-5A4A68042727}"/>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1270" name="Rectangle 7">
            <a:extLst>
              <a:ext uri="{FF2B5EF4-FFF2-40B4-BE49-F238E27FC236}">
                <a16:creationId xmlns:a16="http://schemas.microsoft.com/office/drawing/2014/main" id="{88337F25-1BC0-4AD1-B0A3-D1E9257A4205}"/>
              </a:ext>
            </a:extLst>
          </p:cNvPr>
          <p:cNvSpPr>
            <a:spLocks noChangeArrowheads="1"/>
          </p:cNvSpPr>
          <p:nvPr/>
        </p:nvSpPr>
        <p:spPr bwMode="auto">
          <a:xfrm>
            <a:off x="0" y="10287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1" name="Rectangle 9">
            <a:extLst>
              <a:ext uri="{FF2B5EF4-FFF2-40B4-BE49-F238E27FC236}">
                <a16:creationId xmlns:a16="http://schemas.microsoft.com/office/drawing/2014/main" id="{99E322FC-17A3-4756-B303-F708E0DB0305}"/>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1272" name="Picture 8">
            <a:extLst>
              <a:ext uri="{FF2B5EF4-FFF2-40B4-BE49-F238E27FC236}">
                <a16:creationId xmlns:a16="http://schemas.microsoft.com/office/drawing/2014/main" id="{56CC77A7-3ECE-49FC-8CE2-E377F8AAD59A}"/>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04269" y="4205279"/>
            <a:ext cx="2214562"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3" name="Rectangle 10">
            <a:extLst>
              <a:ext uri="{FF2B5EF4-FFF2-40B4-BE49-F238E27FC236}">
                <a16:creationId xmlns:a16="http://schemas.microsoft.com/office/drawing/2014/main" id="{3EEA4331-F25E-4DA5-957C-A983C0F08E6C}"/>
              </a:ext>
            </a:extLst>
          </p:cNvPr>
          <p:cNvSpPr>
            <a:spLocks noChangeArrowheads="1"/>
          </p:cNvSpPr>
          <p:nvPr/>
        </p:nvSpPr>
        <p:spPr bwMode="auto">
          <a:xfrm>
            <a:off x="0" y="113347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4" name="Rectangle 9">
            <a:extLst>
              <a:ext uri="{FF2B5EF4-FFF2-40B4-BE49-F238E27FC236}">
                <a16:creationId xmlns:a16="http://schemas.microsoft.com/office/drawing/2014/main" id="{0B3FD0D8-DD09-4DA0-92C1-AA36DFE12E50}"/>
              </a:ext>
            </a:extLst>
          </p:cNvPr>
          <p:cNvSpPr>
            <a:spLocks noChangeArrowheads="1"/>
          </p:cNvSpPr>
          <p:nvPr/>
        </p:nvSpPr>
        <p:spPr bwMode="auto">
          <a:xfrm>
            <a:off x="3214688" y="357188"/>
            <a:ext cx="28082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i="1" dirty="0">
                <a:solidFill>
                  <a:srgbClr val="002060"/>
                </a:solidFill>
                <a:latin typeface="Arial" panose="020B0604020202020204" pitchFamily="34" charset="0"/>
                <a:cs typeface="Arial" panose="020B0604020202020204" pitchFamily="34" charset="0"/>
              </a:rPr>
              <a:t>Electric Flux (cont.)</a:t>
            </a:r>
            <a:endParaRPr lang="en-US" altLang="id-ID" sz="2200" dirty="0">
              <a:solidFill>
                <a:srgbClr val="002060"/>
              </a:solidFill>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2164A11D-F3AA-446E-90CD-187C92FE81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63688"/>
            <a:ext cx="3276600" cy="503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TextBox 3">
            <a:extLst>
              <a:ext uri="{FF2B5EF4-FFF2-40B4-BE49-F238E27FC236}">
                <a16:creationId xmlns:a16="http://schemas.microsoft.com/office/drawing/2014/main" id="{0397F34F-1CC3-464C-B0C4-0AE6F1D200DA}"/>
              </a:ext>
            </a:extLst>
          </p:cNvPr>
          <p:cNvSpPr txBox="1">
            <a:spLocks noChangeArrowheads="1"/>
          </p:cNvSpPr>
          <p:nvPr/>
        </p:nvSpPr>
        <p:spPr bwMode="auto">
          <a:xfrm>
            <a:off x="4373880" y="5398135"/>
            <a:ext cx="419576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latin typeface="Arial" panose="020B0604020202020204" pitchFamily="34" charset="0"/>
              </a:rPr>
              <a:t>Fig. 2. A Gaussian surface of arbitrary shape immersed in an electric field. The surface is divided into small squares of area </a:t>
            </a:r>
            <a:r>
              <a:rPr lang="en-US" altLang="id-ID" sz="1800" b="1" i="1" dirty="0">
                <a:latin typeface="Symbol" panose="05050102010706020507" pitchFamily="18" charset="2"/>
              </a:rPr>
              <a:t>D</a:t>
            </a:r>
            <a:r>
              <a:rPr lang="en-US" altLang="id-ID" sz="1800" b="1" i="1" dirty="0">
                <a:latin typeface="Arial" panose="020B0604020202020204" pitchFamily="34" charset="0"/>
              </a:rPr>
              <a:t>A. </a:t>
            </a:r>
            <a:endParaRPr lang="en-US" altLang="id-ID" sz="1800" b="1" dirty="0">
              <a:latin typeface="Arial" panose="020B0604020202020204" pitchFamily="34" charset="0"/>
            </a:endParaRPr>
          </a:p>
        </p:txBody>
      </p:sp>
      <p:sp>
        <p:nvSpPr>
          <p:cNvPr id="10244" name="TextBox 7">
            <a:extLst>
              <a:ext uri="{FF2B5EF4-FFF2-40B4-BE49-F238E27FC236}">
                <a16:creationId xmlns:a16="http://schemas.microsoft.com/office/drawing/2014/main" id="{6A4DE10F-68AC-4120-A979-342D352C6EDA}"/>
              </a:ext>
            </a:extLst>
          </p:cNvPr>
          <p:cNvSpPr txBox="1">
            <a:spLocks noChangeArrowheads="1"/>
          </p:cNvSpPr>
          <p:nvPr/>
        </p:nvSpPr>
        <p:spPr bwMode="auto">
          <a:xfrm>
            <a:off x="4618831" y="1772752"/>
            <a:ext cx="38862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b="1" i="1" dirty="0">
                <a:solidFill>
                  <a:srgbClr val="0070C0"/>
                </a:solidFill>
                <a:latin typeface="Arial" panose="020B0604020202020204" pitchFamily="34" charset="0"/>
              </a:rPr>
              <a:t>The electric flux  through a Gaussian surface is proportional to the net number of electric field lines passing through that surface.</a:t>
            </a:r>
          </a:p>
        </p:txBody>
      </p:sp>
      <p:sp>
        <p:nvSpPr>
          <p:cNvPr id="6" name="Rectangle 9">
            <a:extLst>
              <a:ext uri="{FF2B5EF4-FFF2-40B4-BE49-F238E27FC236}">
                <a16:creationId xmlns:a16="http://schemas.microsoft.com/office/drawing/2014/main" id="{83B57342-5048-4E88-85C9-4B836318EC8F}"/>
              </a:ext>
            </a:extLst>
          </p:cNvPr>
          <p:cNvSpPr>
            <a:spLocks noChangeArrowheads="1"/>
          </p:cNvSpPr>
          <p:nvPr/>
        </p:nvSpPr>
        <p:spPr bwMode="auto">
          <a:xfrm>
            <a:off x="3214688" y="357188"/>
            <a:ext cx="28082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i="1" dirty="0">
                <a:solidFill>
                  <a:srgbClr val="002060"/>
                </a:solidFill>
                <a:latin typeface="Arial" panose="020B0604020202020204" pitchFamily="34" charset="0"/>
                <a:cs typeface="Arial" panose="020B0604020202020204" pitchFamily="34" charset="0"/>
              </a:rPr>
              <a:t>Electric Flux (cont.)</a:t>
            </a:r>
            <a:endParaRPr lang="en-US" altLang="id-ID" sz="2200" dirty="0">
              <a:solidFill>
                <a:srgbClr val="002060"/>
              </a:solidFill>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1">
            <a:extLst>
              <a:ext uri="{FF2B5EF4-FFF2-40B4-BE49-F238E27FC236}">
                <a16:creationId xmlns:a16="http://schemas.microsoft.com/office/drawing/2014/main" id="{3CCC018F-0425-4DD5-B5A0-B2A16950C1A3}"/>
              </a:ext>
            </a:extLst>
          </p:cNvPr>
          <p:cNvSpPr txBox="1">
            <a:spLocks noChangeArrowheads="1"/>
          </p:cNvSpPr>
          <p:nvPr/>
        </p:nvSpPr>
        <p:spPr bwMode="auto">
          <a:xfrm>
            <a:off x="914400" y="1443038"/>
            <a:ext cx="53578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u="sng" dirty="0">
                <a:solidFill>
                  <a:srgbClr val="0070C0"/>
                </a:solidFill>
                <a:latin typeface="Arial" panose="020B0604020202020204" pitchFamily="34" charset="0"/>
                <a:cs typeface="Arial" panose="020B0604020202020204" pitchFamily="34" charset="0"/>
              </a:rPr>
              <a:t>Gauss’s Law and Coulomb’s Law:</a:t>
            </a:r>
          </a:p>
        </p:txBody>
      </p:sp>
      <p:sp>
        <p:nvSpPr>
          <p:cNvPr id="13315" name="TextBox 3">
            <a:extLst>
              <a:ext uri="{FF2B5EF4-FFF2-40B4-BE49-F238E27FC236}">
                <a16:creationId xmlns:a16="http://schemas.microsoft.com/office/drawing/2014/main" id="{54608326-8834-4044-A8B5-916CF8C7847E}"/>
              </a:ext>
            </a:extLst>
          </p:cNvPr>
          <p:cNvSpPr txBox="1">
            <a:spLocks noChangeArrowheads="1"/>
          </p:cNvSpPr>
          <p:nvPr/>
        </p:nvSpPr>
        <p:spPr bwMode="auto">
          <a:xfrm>
            <a:off x="973136" y="1841242"/>
            <a:ext cx="4527551"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dirty="0">
                <a:latin typeface="Arial" panose="020B0604020202020204" pitchFamily="34" charset="0"/>
              </a:rPr>
              <a:t>Fig. 3. shows a positive point charge </a:t>
            </a:r>
            <a:r>
              <a:rPr lang="en-US" altLang="id-ID" sz="1800" i="1" dirty="0">
                <a:latin typeface="Arial" panose="020B0604020202020204" pitchFamily="34" charset="0"/>
              </a:rPr>
              <a:t>q, </a:t>
            </a:r>
            <a:r>
              <a:rPr lang="en-US" altLang="id-ID" sz="1800" dirty="0">
                <a:latin typeface="Arial" panose="020B0604020202020204" pitchFamily="34" charset="0"/>
              </a:rPr>
              <a:t>around which a concentric spherical Gaussian surface of radius r is drawn. Divide this surface into</a:t>
            </a:r>
            <a:r>
              <a:rPr lang="en-US" altLang="id-ID" sz="1800" i="1" dirty="0">
                <a:latin typeface="Arial" panose="020B0604020202020204" pitchFamily="34" charset="0"/>
              </a:rPr>
              <a:t> </a:t>
            </a:r>
            <a:r>
              <a:rPr lang="en-US" altLang="id-ID" sz="1800" dirty="0">
                <a:latin typeface="Arial" panose="020B0604020202020204" pitchFamily="34" charset="0"/>
              </a:rPr>
              <a:t>differential areas </a:t>
            </a:r>
            <a:r>
              <a:rPr lang="en-US" altLang="id-ID" sz="1800" i="1" dirty="0" err="1">
                <a:latin typeface="Arial" panose="020B0604020202020204" pitchFamily="34" charset="0"/>
              </a:rPr>
              <a:t>dA.</a:t>
            </a:r>
            <a:endParaRPr lang="en-US" altLang="id-ID" sz="1800" i="1" dirty="0">
              <a:latin typeface="Arial" panose="020B0604020202020204" pitchFamily="34" charset="0"/>
            </a:endParaRPr>
          </a:p>
          <a:p>
            <a:pPr eaLnBrk="1" hangingPunct="1">
              <a:spcBef>
                <a:spcPct val="0"/>
              </a:spcBef>
              <a:buFontTx/>
              <a:buNone/>
            </a:pPr>
            <a:r>
              <a:rPr lang="en-US" altLang="id-ID" sz="1800" i="1" dirty="0">
                <a:latin typeface="Arial" panose="020B0604020202020204" pitchFamily="34" charset="0"/>
              </a:rPr>
              <a:t> </a:t>
            </a:r>
          </a:p>
          <a:p>
            <a:pPr eaLnBrk="1" hangingPunct="1">
              <a:spcBef>
                <a:spcPct val="0"/>
              </a:spcBef>
              <a:buFontTx/>
              <a:buNone/>
            </a:pPr>
            <a:r>
              <a:rPr lang="en-US" altLang="id-ID" sz="1800" dirty="0">
                <a:latin typeface="Arial" panose="020B0604020202020204" pitchFamily="34" charset="0"/>
              </a:rPr>
              <a:t>The area vector</a:t>
            </a:r>
            <a:r>
              <a:rPr lang="en-US" altLang="id-ID" sz="1800" i="1" dirty="0">
                <a:latin typeface="Arial" panose="020B0604020202020204" pitchFamily="34" charset="0"/>
              </a:rPr>
              <a:t> </a:t>
            </a:r>
            <a:r>
              <a:rPr lang="en-US" altLang="id-ID" sz="1800" i="1" dirty="0" err="1">
                <a:latin typeface="Arial" panose="020B0604020202020204" pitchFamily="34" charset="0"/>
              </a:rPr>
              <a:t>dA</a:t>
            </a:r>
            <a:r>
              <a:rPr lang="en-US" altLang="id-ID" sz="1800" i="1" dirty="0">
                <a:latin typeface="Arial" panose="020B0604020202020204" pitchFamily="34" charset="0"/>
              </a:rPr>
              <a:t> </a:t>
            </a:r>
            <a:r>
              <a:rPr lang="en-US" altLang="id-ID" sz="1800" dirty="0">
                <a:latin typeface="Arial" panose="020B0604020202020204" pitchFamily="34" charset="0"/>
              </a:rPr>
              <a:t>at any point is perpendicular to the surface and directed outward from the interior. </a:t>
            </a: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r>
              <a:rPr lang="en-US" altLang="id-ID" sz="1800" dirty="0">
                <a:latin typeface="Arial" panose="020B0604020202020204" pitchFamily="34" charset="0"/>
              </a:rPr>
              <a:t>From the symmetry of the situation, at any point the electric field, </a:t>
            </a:r>
            <a:r>
              <a:rPr lang="en-US" altLang="id-ID" sz="1800" i="1" dirty="0">
                <a:latin typeface="Arial" panose="020B0604020202020204" pitchFamily="34" charset="0"/>
              </a:rPr>
              <a:t>E</a:t>
            </a:r>
            <a:r>
              <a:rPr lang="en-US" altLang="id-ID" sz="1800" dirty="0">
                <a:latin typeface="Arial" panose="020B0604020202020204" pitchFamily="34" charset="0"/>
              </a:rPr>
              <a:t>, is also perpendicular to the surface and directed outward from the interior. </a:t>
            </a:r>
          </a:p>
        </p:txBody>
      </p:sp>
      <p:grpSp>
        <p:nvGrpSpPr>
          <p:cNvPr id="13316" name="Group 5">
            <a:extLst>
              <a:ext uri="{FF2B5EF4-FFF2-40B4-BE49-F238E27FC236}">
                <a16:creationId xmlns:a16="http://schemas.microsoft.com/office/drawing/2014/main" id="{07833D49-43A6-45F6-9703-9ABEA23997CE}"/>
              </a:ext>
            </a:extLst>
          </p:cNvPr>
          <p:cNvGrpSpPr>
            <a:grpSpLocks/>
          </p:cNvGrpSpPr>
          <p:nvPr/>
        </p:nvGrpSpPr>
        <p:grpSpPr bwMode="auto">
          <a:xfrm>
            <a:off x="5786438" y="1714500"/>
            <a:ext cx="3009900" cy="3571875"/>
            <a:chOff x="2340" y="9355"/>
            <a:chExt cx="4065" cy="4560"/>
          </a:xfrm>
        </p:grpSpPr>
        <p:sp>
          <p:nvSpPr>
            <p:cNvPr id="13325" name="Oval 6">
              <a:extLst>
                <a:ext uri="{FF2B5EF4-FFF2-40B4-BE49-F238E27FC236}">
                  <a16:creationId xmlns:a16="http://schemas.microsoft.com/office/drawing/2014/main" id="{07F7DA1D-F4E5-4F71-8EF8-CA66C30B68C2}"/>
                </a:ext>
              </a:extLst>
            </p:cNvPr>
            <p:cNvSpPr>
              <a:spLocks noChangeArrowheads="1"/>
            </p:cNvSpPr>
            <p:nvPr/>
          </p:nvSpPr>
          <p:spPr bwMode="auto">
            <a:xfrm>
              <a:off x="2340" y="9355"/>
              <a:ext cx="3585" cy="4560"/>
            </a:xfrm>
            <a:prstGeom prst="ellipse">
              <a:avLst/>
            </a:prstGeom>
            <a:gradFill rotWithShape="0">
              <a:gsLst>
                <a:gs pos="0">
                  <a:srgbClr val="4F81BD"/>
                </a:gs>
                <a:gs pos="100000">
                  <a:srgbClr val="2F4D71"/>
                </a:gs>
              </a:gsLst>
              <a:path path="shape">
                <a:fillToRect l="50000" t="50000" r="50000" b="50000"/>
              </a:path>
            </a:gra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26" name="Oval 7">
              <a:extLst>
                <a:ext uri="{FF2B5EF4-FFF2-40B4-BE49-F238E27FC236}">
                  <a16:creationId xmlns:a16="http://schemas.microsoft.com/office/drawing/2014/main" id="{C5C63F0C-8D2A-44A4-9195-3DF86F415A38}"/>
                </a:ext>
              </a:extLst>
            </p:cNvPr>
            <p:cNvSpPr>
              <a:spLocks noChangeArrowheads="1"/>
            </p:cNvSpPr>
            <p:nvPr/>
          </p:nvSpPr>
          <p:spPr bwMode="auto">
            <a:xfrm>
              <a:off x="3960" y="11520"/>
              <a:ext cx="345" cy="255"/>
            </a:xfrm>
            <a:prstGeom prst="ellipse">
              <a:avLst/>
            </a:prstGeom>
            <a:solidFill>
              <a:srgbClr val="FABF8F"/>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3327" name="AutoShape 8">
              <a:extLst>
                <a:ext uri="{FF2B5EF4-FFF2-40B4-BE49-F238E27FC236}">
                  <a16:creationId xmlns:a16="http://schemas.microsoft.com/office/drawing/2014/main" id="{0D099DCE-E161-4725-895D-B10103432A71}"/>
                </a:ext>
              </a:extLst>
            </p:cNvPr>
            <p:cNvCxnSpPr>
              <a:cxnSpLocks noChangeShapeType="1"/>
            </p:cNvCxnSpPr>
            <p:nvPr/>
          </p:nvCxnSpPr>
          <p:spPr bwMode="auto">
            <a:xfrm flipV="1">
              <a:off x="4305" y="11325"/>
              <a:ext cx="870" cy="330"/>
            </a:xfrm>
            <a:prstGeom prst="straightConnector1">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13328" name="Rectangle 9">
              <a:extLst>
                <a:ext uri="{FF2B5EF4-FFF2-40B4-BE49-F238E27FC236}">
                  <a16:creationId xmlns:a16="http://schemas.microsoft.com/office/drawing/2014/main" id="{155BB7B3-78EF-43E6-966A-C9005E0A4445}"/>
                </a:ext>
              </a:extLst>
            </p:cNvPr>
            <p:cNvSpPr>
              <a:spLocks noChangeArrowheads="1"/>
            </p:cNvSpPr>
            <p:nvPr/>
          </p:nvSpPr>
          <p:spPr bwMode="auto">
            <a:xfrm>
              <a:off x="4995" y="11175"/>
              <a:ext cx="233" cy="330"/>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3329" name="AutoShape 10">
              <a:extLst>
                <a:ext uri="{FF2B5EF4-FFF2-40B4-BE49-F238E27FC236}">
                  <a16:creationId xmlns:a16="http://schemas.microsoft.com/office/drawing/2014/main" id="{3D82CCBB-1063-437C-BB3E-BFFD2AE38331}"/>
                </a:ext>
              </a:extLst>
            </p:cNvPr>
            <p:cNvCxnSpPr>
              <a:cxnSpLocks noChangeShapeType="1"/>
            </p:cNvCxnSpPr>
            <p:nvPr/>
          </p:nvCxnSpPr>
          <p:spPr bwMode="auto">
            <a:xfrm flipV="1">
              <a:off x="5175" y="10875"/>
              <a:ext cx="1230" cy="450"/>
            </a:xfrm>
            <a:prstGeom prst="straightConnector1">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330" name="AutoShape 11">
              <a:extLst>
                <a:ext uri="{FF2B5EF4-FFF2-40B4-BE49-F238E27FC236}">
                  <a16:creationId xmlns:a16="http://schemas.microsoft.com/office/drawing/2014/main" id="{2AEC8C0B-CB90-4C2C-BC65-78C54E318E2D}"/>
                </a:ext>
              </a:extLst>
            </p:cNvPr>
            <p:cNvCxnSpPr>
              <a:cxnSpLocks noChangeShapeType="1"/>
            </p:cNvCxnSpPr>
            <p:nvPr/>
          </p:nvCxnSpPr>
          <p:spPr bwMode="auto">
            <a:xfrm flipV="1">
              <a:off x="4230" y="9930"/>
              <a:ext cx="1080" cy="1590"/>
            </a:xfrm>
            <a:prstGeom prst="straightConnector1">
              <a:avLst/>
            </a:prstGeom>
            <a:noFill/>
            <a:ln w="19050">
              <a:solidFill>
                <a:srgbClr val="000000"/>
              </a:solidFill>
              <a:prstDash val="dash"/>
              <a:round/>
              <a:headEnd/>
              <a:tailEnd type="triangle" w="med" len="med"/>
            </a:ln>
            <a:extLst>
              <a:ext uri="{909E8E84-426E-40DD-AFC4-6F175D3DCCD1}">
                <a14:hiddenFill xmlns:a14="http://schemas.microsoft.com/office/drawing/2010/main">
                  <a:noFill/>
                </a14:hiddenFill>
              </a:ext>
            </a:extLst>
          </p:spPr>
        </p:cxnSp>
      </p:grpSp>
      <p:sp>
        <p:nvSpPr>
          <p:cNvPr id="13317" name="Rectangle 12">
            <a:extLst>
              <a:ext uri="{FF2B5EF4-FFF2-40B4-BE49-F238E27FC236}">
                <a16:creationId xmlns:a16="http://schemas.microsoft.com/office/drawing/2014/main" id="{63D2601C-16E6-4034-A8B4-E93912A43EB0}"/>
              </a:ext>
            </a:extLst>
          </p:cNvPr>
          <p:cNvSpPr>
            <a:spLocks noChangeArrowheads="1"/>
          </p:cNvSpPr>
          <p:nvPr/>
        </p:nvSpPr>
        <p:spPr bwMode="auto">
          <a:xfrm>
            <a:off x="6715125" y="3500438"/>
            <a:ext cx="285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Arial" panose="020B0604020202020204" pitchFamily="34" charset="0"/>
              </a:rPr>
              <a:t>q</a:t>
            </a:r>
            <a:endParaRPr lang="en-US" altLang="id-ID">
              <a:latin typeface="Arial" panose="020B0604020202020204" pitchFamily="34" charset="0"/>
            </a:endParaRPr>
          </a:p>
        </p:txBody>
      </p:sp>
      <p:sp>
        <p:nvSpPr>
          <p:cNvPr id="13318" name="Rectangle 13">
            <a:extLst>
              <a:ext uri="{FF2B5EF4-FFF2-40B4-BE49-F238E27FC236}">
                <a16:creationId xmlns:a16="http://schemas.microsoft.com/office/drawing/2014/main" id="{FA37BF59-0C78-4074-98CD-A017E76212FE}"/>
              </a:ext>
            </a:extLst>
          </p:cNvPr>
          <p:cNvSpPr>
            <a:spLocks noChangeArrowheads="1"/>
          </p:cNvSpPr>
          <p:nvPr/>
        </p:nvSpPr>
        <p:spPr bwMode="auto">
          <a:xfrm>
            <a:off x="6929438" y="3286125"/>
            <a:ext cx="3635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a:t>
            </a:r>
            <a:endParaRPr lang="en-US" altLang="id-ID">
              <a:latin typeface="Arial" panose="020B0604020202020204" pitchFamily="34" charset="0"/>
            </a:endParaRPr>
          </a:p>
        </p:txBody>
      </p:sp>
      <p:sp>
        <p:nvSpPr>
          <p:cNvPr id="13319" name="Rectangle 14">
            <a:extLst>
              <a:ext uri="{FF2B5EF4-FFF2-40B4-BE49-F238E27FC236}">
                <a16:creationId xmlns:a16="http://schemas.microsoft.com/office/drawing/2014/main" id="{49D53010-C707-4C55-9304-072DAAA0197E}"/>
              </a:ext>
            </a:extLst>
          </p:cNvPr>
          <p:cNvSpPr>
            <a:spLocks noChangeArrowheads="1"/>
          </p:cNvSpPr>
          <p:nvPr/>
        </p:nvSpPr>
        <p:spPr bwMode="auto">
          <a:xfrm>
            <a:off x="5715000" y="1143000"/>
            <a:ext cx="2362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dirty="0">
                <a:latin typeface="Arial" panose="020B0604020202020204" pitchFamily="34" charset="0"/>
              </a:rPr>
              <a:t>Gaussian Surface </a:t>
            </a:r>
          </a:p>
        </p:txBody>
      </p:sp>
      <p:sp>
        <p:nvSpPr>
          <p:cNvPr id="13320" name="Rectangle 15">
            <a:extLst>
              <a:ext uri="{FF2B5EF4-FFF2-40B4-BE49-F238E27FC236}">
                <a16:creationId xmlns:a16="http://schemas.microsoft.com/office/drawing/2014/main" id="{01F26B5A-0797-4ACF-8860-66E76E399A48}"/>
              </a:ext>
            </a:extLst>
          </p:cNvPr>
          <p:cNvSpPr>
            <a:spLocks noChangeArrowheads="1"/>
          </p:cNvSpPr>
          <p:nvPr/>
        </p:nvSpPr>
        <p:spPr bwMode="auto">
          <a:xfrm>
            <a:off x="8501063" y="2428875"/>
            <a:ext cx="390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Arial" panose="020B0604020202020204" pitchFamily="34" charset="0"/>
              </a:rPr>
              <a:t>E</a:t>
            </a:r>
            <a:endParaRPr lang="en-US" altLang="id-ID">
              <a:latin typeface="Arial" panose="020B0604020202020204" pitchFamily="34" charset="0"/>
            </a:endParaRPr>
          </a:p>
        </p:txBody>
      </p:sp>
      <p:sp>
        <p:nvSpPr>
          <p:cNvPr id="13321" name="Rectangle 16">
            <a:extLst>
              <a:ext uri="{FF2B5EF4-FFF2-40B4-BE49-F238E27FC236}">
                <a16:creationId xmlns:a16="http://schemas.microsoft.com/office/drawing/2014/main" id="{8933C36D-CF36-4F37-87EB-4BFAE251354B}"/>
              </a:ext>
            </a:extLst>
          </p:cNvPr>
          <p:cNvSpPr>
            <a:spLocks noChangeArrowheads="1"/>
          </p:cNvSpPr>
          <p:nvPr/>
        </p:nvSpPr>
        <p:spPr bwMode="auto">
          <a:xfrm>
            <a:off x="7358063" y="2428875"/>
            <a:ext cx="304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r</a:t>
            </a:r>
            <a:endParaRPr lang="en-US" altLang="id-ID">
              <a:latin typeface="Arial" panose="020B0604020202020204" pitchFamily="34" charset="0"/>
            </a:endParaRPr>
          </a:p>
        </p:txBody>
      </p:sp>
      <p:sp>
        <p:nvSpPr>
          <p:cNvPr id="13322" name="Rectangle 12">
            <a:extLst>
              <a:ext uri="{FF2B5EF4-FFF2-40B4-BE49-F238E27FC236}">
                <a16:creationId xmlns:a16="http://schemas.microsoft.com/office/drawing/2014/main" id="{0D6EC5F4-277B-4A36-A070-B3EE0D545BB0}"/>
              </a:ext>
            </a:extLst>
          </p:cNvPr>
          <p:cNvSpPr>
            <a:spLocks noChangeArrowheads="1"/>
          </p:cNvSpPr>
          <p:nvPr/>
        </p:nvSpPr>
        <p:spPr bwMode="auto">
          <a:xfrm>
            <a:off x="5572125" y="5521493"/>
            <a:ext cx="35718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dirty="0">
                <a:latin typeface="Calibri" panose="020F0502020204030204" pitchFamily="34" charset="0"/>
                <a:cs typeface="Times New Roman" panose="02020603050405020304" pitchFamily="18" charset="0"/>
              </a:rPr>
              <a:t>A spherical Gaussian </a:t>
            </a:r>
            <a:endParaRPr lang="en-US" altLang="id-ID" sz="2000" dirty="0">
              <a:latin typeface="Arial" panose="020B0604020202020204" pitchFamily="34" charset="0"/>
            </a:endParaRPr>
          </a:p>
          <a:p>
            <a:pPr>
              <a:spcBef>
                <a:spcPct val="0"/>
              </a:spcBef>
              <a:buFontTx/>
              <a:buNone/>
            </a:pPr>
            <a:r>
              <a:rPr lang="en-US" altLang="id-ID" sz="2000" dirty="0">
                <a:latin typeface="Calibri" panose="020F0502020204030204" pitchFamily="34" charset="0"/>
                <a:cs typeface="Times New Roman" panose="02020603050405020304" pitchFamily="18" charset="0"/>
              </a:rPr>
              <a:t>surface centered on a point charge q</a:t>
            </a:r>
            <a:endParaRPr lang="en-US" altLang="id-ID" sz="2000" dirty="0">
              <a:latin typeface="Arial" panose="020B0604020202020204" pitchFamily="34" charset="0"/>
            </a:endParaRPr>
          </a:p>
        </p:txBody>
      </p:sp>
      <p:sp>
        <p:nvSpPr>
          <p:cNvPr id="13323" name="Rectangle 16">
            <a:extLst>
              <a:ext uri="{FF2B5EF4-FFF2-40B4-BE49-F238E27FC236}">
                <a16:creationId xmlns:a16="http://schemas.microsoft.com/office/drawing/2014/main" id="{7FC5509D-B199-4B73-9E08-58F2C18FA59D}"/>
              </a:ext>
            </a:extLst>
          </p:cNvPr>
          <p:cNvSpPr>
            <a:spLocks noChangeArrowheads="1"/>
          </p:cNvSpPr>
          <p:nvPr/>
        </p:nvSpPr>
        <p:spPr bwMode="auto">
          <a:xfrm>
            <a:off x="7643813" y="3357563"/>
            <a:ext cx="527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dA</a:t>
            </a:r>
            <a:endParaRPr lang="en-US" altLang="id-ID" sz="2000">
              <a:latin typeface="Arial" panose="020B0604020202020204" pitchFamily="34" charset="0"/>
            </a:endParaRPr>
          </a:p>
        </p:txBody>
      </p:sp>
      <p:sp>
        <p:nvSpPr>
          <p:cNvPr id="13324" name="Rectangle 17">
            <a:extLst>
              <a:ext uri="{FF2B5EF4-FFF2-40B4-BE49-F238E27FC236}">
                <a16:creationId xmlns:a16="http://schemas.microsoft.com/office/drawing/2014/main" id="{542E58FF-B1F9-405B-8CC7-F9724FE8DA3C}"/>
              </a:ext>
            </a:extLst>
          </p:cNvPr>
          <p:cNvSpPr>
            <a:spLocks noChangeArrowheads="1"/>
          </p:cNvSpPr>
          <p:nvPr/>
        </p:nvSpPr>
        <p:spPr bwMode="auto">
          <a:xfrm>
            <a:off x="3143250" y="428625"/>
            <a:ext cx="29079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2060"/>
                </a:solidFill>
                <a:latin typeface="Arial" panose="020B0604020202020204" pitchFamily="34" charset="0"/>
                <a:cs typeface="Arial" panose="020B0604020202020204" pitchFamily="34" charset="0"/>
              </a:rPr>
              <a:t>Gauss’s Law(</a:t>
            </a:r>
            <a:r>
              <a:rPr lang="en-US" altLang="id-ID" b="1" dirty="0" err="1">
                <a:solidFill>
                  <a:srgbClr val="002060"/>
                </a:solidFill>
                <a:latin typeface="Arial" panose="020B0604020202020204" pitchFamily="34" charset="0"/>
                <a:cs typeface="Arial" panose="020B0604020202020204" pitchFamily="34" charset="0"/>
              </a:rPr>
              <a:t>cont</a:t>
            </a:r>
            <a:r>
              <a:rPr lang="en-US" altLang="id-ID" b="1" dirty="0">
                <a:solidFill>
                  <a:srgbClr val="002060"/>
                </a:solidFill>
                <a:latin typeface="Arial" panose="020B0604020202020204" pitchFamily="34" charset="0"/>
                <a:cs typeface="Arial" panose="020B0604020202020204" pitchFamily="34"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84558D-405E-44E4-BED6-B9EC568C6E98}"/>
              </a:ext>
            </a:extLst>
          </p:cNvPr>
          <p:cNvSpPr>
            <a:spLocks noGrp="1"/>
          </p:cNvSpPr>
          <p:nvPr>
            <p:ph type="dt" sz="quarter" idx="10"/>
          </p:nvPr>
        </p:nvSpPr>
        <p:spPr>
          <a:xfrm>
            <a:off x="1299662" y="1552575"/>
            <a:ext cx="7387138" cy="857250"/>
          </a:xfrm>
        </p:spPr>
        <p:txBody>
          <a:bodyPr/>
          <a:lstStyle/>
          <a:p>
            <a:pPr>
              <a:defRPr/>
            </a:pPr>
            <a:r>
              <a:rPr lang="en-US" sz="2200" b="1" dirty="0"/>
              <a:t>Thus, since the angle </a:t>
            </a:r>
            <a:r>
              <a:rPr lang="en-US" sz="2200" b="1" i="1" dirty="0">
                <a:latin typeface="Symbol" pitchFamily="18" charset="2"/>
              </a:rPr>
              <a:t>q  </a:t>
            </a:r>
            <a:r>
              <a:rPr lang="en-US" sz="2200" b="1" dirty="0"/>
              <a:t>between </a:t>
            </a:r>
            <a:r>
              <a:rPr lang="en-US" sz="2200" b="1" i="1" dirty="0"/>
              <a:t>E</a:t>
            </a:r>
            <a:r>
              <a:rPr lang="en-US" sz="2200" b="1" dirty="0"/>
              <a:t> and </a:t>
            </a:r>
            <a:r>
              <a:rPr lang="en-US" sz="2200" b="1" i="1" dirty="0" err="1"/>
              <a:t>dA</a:t>
            </a:r>
            <a:r>
              <a:rPr lang="en-US" sz="2200" b="1" dirty="0"/>
              <a:t> is zero, we can rewrite Gauss’ law as</a:t>
            </a:r>
            <a:endParaRPr lang="en-US" sz="2400" b="1" dirty="0"/>
          </a:p>
        </p:txBody>
      </p:sp>
      <p:sp>
        <p:nvSpPr>
          <p:cNvPr id="14339" name="Slide Number Placeholder 2">
            <a:extLst>
              <a:ext uri="{FF2B5EF4-FFF2-40B4-BE49-F238E27FC236}">
                <a16:creationId xmlns:a16="http://schemas.microsoft.com/office/drawing/2014/main" id="{1178BF4C-4AD0-477D-B32A-E33A1F1EFE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EAD84863-AF14-44E0-B570-9312DB622596}" type="slidenum">
              <a:rPr lang="en-US" altLang="id-ID" sz="1400" smtClean="0"/>
              <a:pPr>
                <a:spcBef>
                  <a:spcPct val="0"/>
                </a:spcBef>
                <a:buFontTx/>
                <a:buNone/>
              </a:pPr>
              <a:t>30</a:t>
            </a:fld>
            <a:endParaRPr lang="en-US" altLang="id-ID" sz="1400"/>
          </a:p>
        </p:txBody>
      </p:sp>
      <p:pic>
        <p:nvPicPr>
          <p:cNvPr id="9220" name="Picture 5">
            <a:extLst>
              <a:ext uri="{FF2B5EF4-FFF2-40B4-BE49-F238E27FC236}">
                <a16:creationId xmlns:a16="http://schemas.microsoft.com/office/drawing/2014/main" id="{827D41A9-D357-40FD-8F21-44A482E123D8}"/>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1299662" y="4664666"/>
            <a:ext cx="2297967" cy="1378756"/>
          </a:xfrm>
          <a:prstGeom prst="rect">
            <a:avLst/>
          </a:prstGeom>
          <a:noFill/>
          <a:ln w="9525">
            <a:noFill/>
            <a:miter lim="800000"/>
            <a:headEnd/>
            <a:tailEnd/>
          </a:ln>
        </p:spPr>
      </p:pic>
      <p:pic>
        <p:nvPicPr>
          <p:cNvPr id="9221" name="Picture 4">
            <a:extLst>
              <a:ext uri="{FF2B5EF4-FFF2-40B4-BE49-F238E27FC236}">
                <a16:creationId xmlns:a16="http://schemas.microsoft.com/office/drawing/2014/main" id="{18451AA1-090A-45DE-94F0-F8C26978EC26}"/>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1299663" y="3788137"/>
            <a:ext cx="2348429" cy="769614"/>
          </a:xfrm>
          <a:prstGeom prst="rect">
            <a:avLst/>
          </a:prstGeom>
          <a:noFill/>
          <a:ln w="9525">
            <a:noFill/>
            <a:miter lim="800000"/>
            <a:headEnd/>
            <a:tailEnd/>
          </a:ln>
        </p:spPr>
      </p:pic>
      <p:pic>
        <p:nvPicPr>
          <p:cNvPr id="9222" name="Picture 3">
            <a:extLst>
              <a:ext uri="{FF2B5EF4-FFF2-40B4-BE49-F238E27FC236}">
                <a16:creationId xmlns:a16="http://schemas.microsoft.com/office/drawing/2014/main" id="{F65D2592-9AC3-4411-84B5-6827443167CE}"/>
              </a:ext>
            </a:extLst>
          </p:cNvPr>
          <p:cNvPicPr>
            <a:picLocks noChangeAspect="1" noChangeArrowheads="1"/>
          </p:cNvPicPr>
          <p:nvPr/>
        </p:nvPicPr>
        <p:blipFill>
          <a:blip r:embed="rId4" cstate="print">
            <a:duotone>
              <a:prstClr val="black"/>
              <a:schemeClr val="accent4">
                <a:tint val="45000"/>
                <a:satMod val="400000"/>
              </a:schemeClr>
            </a:duotone>
          </a:blip>
          <a:srcRect/>
          <a:stretch>
            <a:fillRect/>
          </a:stretch>
        </p:blipFill>
        <p:spPr bwMode="auto">
          <a:xfrm>
            <a:off x="1299663" y="2672977"/>
            <a:ext cx="4071941" cy="1008245"/>
          </a:xfrm>
          <a:prstGeom prst="rect">
            <a:avLst/>
          </a:prstGeom>
          <a:noFill/>
          <a:ln w="9525">
            <a:noFill/>
            <a:miter lim="800000"/>
            <a:headEnd/>
            <a:tailEnd/>
          </a:ln>
        </p:spPr>
      </p:pic>
      <p:sp>
        <p:nvSpPr>
          <p:cNvPr id="14343" name="Rectangle 6">
            <a:extLst>
              <a:ext uri="{FF2B5EF4-FFF2-40B4-BE49-F238E27FC236}">
                <a16:creationId xmlns:a16="http://schemas.microsoft.com/office/drawing/2014/main" id="{35F0E513-0262-4C5E-8B02-6866D0C306AE}"/>
              </a:ext>
            </a:extLst>
          </p:cNvPr>
          <p:cNvSpPr>
            <a:spLocks noChangeArrowheads="1"/>
          </p:cNvSpPr>
          <p:nvPr/>
        </p:nvSpPr>
        <p:spPr bwMode="auto">
          <a:xfrm>
            <a:off x="3962400" y="4876800"/>
            <a:ext cx="37147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This is exactly what Coulomb’s law yielded.</a:t>
            </a:r>
          </a:p>
        </p:txBody>
      </p:sp>
      <p:sp>
        <p:nvSpPr>
          <p:cNvPr id="14344" name="Rectangle 7">
            <a:extLst>
              <a:ext uri="{FF2B5EF4-FFF2-40B4-BE49-F238E27FC236}">
                <a16:creationId xmlns:a16="http://schemas.microsoft.com/office/drawing/2014/main" id="{CAEF7972-910F-47A6-9036-3B5942E91DA6}"/>
              </a:ext>
            </a:extLst>
          </p:cNvPr>
          <p:cNvSpPr>
            <a:spLocks noChangeArrowheads="1"/>
          </p:cNvSpPr>
          <p:nvPr/>
        </p:nvSpPr>
        <p:spPr bwMode="auto">
          <a:xfrm>
            <a:off x="3143250" y="428625"/>
            <a:ext cx="3369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2060"/>
                </a:solidFill>
                <a:latin typeface="Arial" panose="020B0604020202020204" pitchFamily="34" charset="0"/>
                <a:cs typeface="Arial" panose="020B0604020202020204" pitchFamily="34" charset="0"/>
              </a:rPr>
              <a:t>Gauss’s Law(</a:t>
            </a:r>
            <a:r>
              <a:rPr lang="en-US" altLang="id-ID" sz="2800" b="1" dirty="0" err="1">
                <a:solidFill>
                  <a:srgbClr val="002060"/>
                </a:solidFill>
                <a:latin typeface="Arial" panose="020B0604020202020204" pitchFamily="34" charset="0"/>
                <a:cs typeface="Arial" panose="020B0604020202020204" pitchFamily="34" charset="0"/>
              </a:rPr>
              <a:t>cont</a:t>
            </a:r>
            <a:r>
              <a:rPr lang="en-US" altLang="id-ID" sz="2800" b="1" dirty="0">
                <a:solidFill>
                  <a:srgbClr val="002060"/>
                </a:solidFill>
                <a:latin typeface="Arial" panose="020B0604020202020204" pitchFamily="34" charset="0"/>
                <a:cs typeface="Arial" panose="020B0604020202020204" pitchFamily="34" charset="0"/>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A1D42F-D06D-4CDB-8A95-A069D2EC6309}"/>
              </a:ext>
            </a:extLst>
          </p:cNvPr>
          <p:cNvSpPr>
            <a:spLocks noGrp="1"/>
          </p:cNvSpPr>
          <p:nvPr>
            <p:ph type="dt" sz="quarter" idx="10"/>
          </p:nvPr>
        </p:nvSpPr>
        <p:spPr>
          <a:xfrm>
            <a:off x="1143000" y="1600200"/>
            <a:ext cx="7543800" cy="1760538"/>
          </a:xfrm>
        </p:spPr>
        <p:txBody>
          <a:bodyPr/>
          <a:lstStyle/>
          <a:p>
            <a:pPr>
              <a:defRPr/>
            </a:pPr>
            <a:r>
              <a:rPr lang="id-ID" sz="2000" b="1" u="sng" dirty="0">
                <a:solidFill>
                  <a:schemeClr val="tx1"/>
                </a:solidFill>
              </a:rPr>
              <a:t>Assignment</a:t>
            </a:r>
            <a:endParaRPr lang="en-US" sz="2000" b="1" u="sng" dirty="0">
              <a:solidFill>
                <a:schemeClr val="tx1"/>
              </a:solidFill>
            </a:endParaRPr>
          </a:p>
          <a:p>
            <a:pPr>
              <a:defRPr/>
            </a:pPr>
            <a:endParaRPr lang="en-US" sz="2000" b="1" u="sng" dirty="0">
              <a:solidFill>
                <a:schemeClr val="tx1"/>
              </a:solidFill>
            </a:endParaRPr>
          </a:p>
          <a:p>
            <a:pPr>
              <a:defRPr/>
            </a:pPr>
            <a:r>
              <a:rPr lang="en-US" sz="2000" b="1" dirty="0">
                <a:solidFill>
                  <a:schemeClr val="tx1"/>
                </a:solidFill>
              </a:rPr>
              <a:t>Do the problems in the text-book: </a:t>
            </a:r>
          </a:p>
          <a:p>
            <a:pPr>
              <a:defRPr/>
            </a:pPr>
            <a:endParaRPr lang="en-US" sz="2000" b="1" dirty="0">
              <a:solidFill>
                <a:schemeClr val="tx1"/>
              </a:solidFill>
            </a:endParaRPr>
          </a:p>
          <a:p>
            <a:pPr>
              <a:defRPr/>
            </a:pPr>
            <a:r>
              <a:rPr lang="en-US" sz="2000" b="1" dirty="0">
                <a:solidFill>
                  <a:schemeClr val="tx1"/>
                </a:solidFill>
              </a:rPr>
              <a:t>Fundamental of Physics, Chapter 21 (Electric Charge) ; p.</a:t>
            </a:r>
            <a:r>
              <a:rPr lang="id-ID" sz="2000" b="1" dirty="0">
                <a:solidFill>
                  <a:schemeClr val="tx1"/>
                </a:solidFill>
              </a:rPr>
              <a:t>624-629</a:t>
            </a:r>
            <a:r>
              <a:rPr lang="en-US" sz="2000" b="1" dirty="0">
                <a:solidFill>
                  <a:schemeClr val="tx1"/>
                </a:solidFill>
              </a:rPr>
              <a:t>.</a:t>
            </a:r>
          </a:p>
          <a:p>
            <a:pPr>
              <a:defRPr/>
            </a:pPr>
            <a:r>
              <a:rPr lang="en-US" sz="2000" b="1" dirty="0">
                <a:solidFill>
                  <a:schemeClr val="tx1"/>
                </a:solidFill>
              </a:rPr>
              <a:t>Problems Number: 15, 23, 42, and 62</a:t>
            </a:r>
            <a:endParaRPr lang="en-US" sz="2000" dirty="0">
              <a:solidFill>
                <a:schemeClr val="tx1"/>
              </a:solidFill>
            </a:endParaRPr>
          </a:p>
        </p:txBody>
      </p:sp>
      <p:sp>
        <p:nvSpPr>
          <p:cNvPr id="19459" name="Slide Number Placeholder 2">
            <a:extLst>
              <a:ext uri="{FF2B5EF4-FFF2-40B4-BE49-F238E27FC236}">
                <a16:creationId xmlns:a16="http://schemas.microsoft.com/office/drawing/2014/main" id="{F3EC4B25-9C5C-4A32-9BB4-CED1FE03F3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751ECBA-B1A4-45BA-9B18-90CECE2F07BC}" type="slidenum">
              <a:rPr lang="en-US" altLang="id-ID" sz="1400" smtClean="0"/>
              <a:pPr>
                <a:spcBef>
                  <a:spcPct val="0"/>
                </a:spcBef>
                <a:buFontTx/>
                <a:buNone/>
              </a:pPr>
              <a:t>31</a:t>
            </a:fld>
            <a:endParaRPr lang="en-US" altLang="id-ID" sz="1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8C03808-B1E4-4B4D-B978-1BB8AAF9BAC8}"/>
              </a:ext>
            </a:extLst>
          </p:cNvPr>
          <p:cNvSpPr txBox="1">
            <a:spLocks noGrp="1"/>
          </p:cNvSpPr>
          <p:nvPr/>
        </p:nvSpPr>
        <p:spPr bwMode="auto">
          <a:xfrm>
            <a:off x="179388" y="6481763"/>
            <a:ext cx="2133600" cy="476250"/>
          </a:xfrm>
          <a:prstGeom prst="rect">
            <a:avLst/>
          </a:prstGeom>
          <a:noFill/>
          <a:ln>
            <a:miter lim="800000"/>
            <a:headEnd/>
            <a:tailEnd/>
          </a:ln>
        </p:spPr>
        <p:txBody>
          <a:bodyPr/>
          <a:lstStyle/>
          <a:p>
            <a:pPr eaLnBrk="1" hangingPunct="1">
              <a:defRPr/>
            </a:pPr>
            <a:r>
              <a:rPr lang="en-US" sz="800">
                <a:latin typeface="+mn-lt"/>
              </a:rPr>
              <a:t>Bina Nusantara</a:t>
            </a:r>
          </a:p>
        </p:txBody>
      </p:sp>
      <p:sp>
        <p:nvSpPr>
          <p:cNvPr id="6" name="Title 1">
            <a:extLst>
              <a:ext uri="{FF2B5EF4-FFF2-40B4-BE49-F238E27FC236}">
                <a16:creationId xmlns:a16="http://schemas.microsoft.com/office/drawing/2014/main" id="{72F7B521-1AC3-4286-A6F6-F385B851B770}"/>
              </a:ext>
            </a:extLst>
          </p:cNvPr>
          <p:cNvSpPr txBox="1">
            <a:spLocks/>
          </p:cNvSpPr>
          <p:nvPr/>
        </p:nvSpPr>
        <p:spPr>
          <a:xfrm>
            <a:off x="5029200" y="1749426"/>
            <a:ext cx="3686175" cy="3976686"/>
          </a:xfrm>
          <a:prstGeom prst="rect">
            <a:avLst/>
          </a:prstGeom>
        </p:spPr>
        <p:txBody>
          <a:bodyPr>
            <a:normAutofit fontScale="90000" lnSpcReduction="20000"/>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Interstate" pitchFamily="2" charset="0"/>
              </a:defRPr>
            </a:lvl2pPr>
            <a:lvl3pPr algn="ctr" rtl="0" eaLnBrk="0" fontAlgn="base" hangingPunct="0">
              <a:spcBef>
                <a:spcPct val="0"/>
              </a:spcBef>
              <a:spcAft>
                <a:spcPct val="0"/>
              </a:spcAft>
              <a:defRPr sz="3200">
                <a:solidFill>
                  <a:schemeClr val="tx2"/>
                </a:solidFill>
                <a:latin typeface="Interstate" pitchFamily="2" charset="0"/>
              </a:defRPr>
            </a:lvl3pPr>
            <a:lvl4pPr algn="ctr" rtl="0" eaLnBrk="0" fontAlgn="base" hangingPunct="0">
              <a:spcBef>
                <a:spcPct val="0"/>
              </a:spcBef>
              <a:spcAft>
                <a:spcPct val="0"/>
              </a:spcAft>
              <a:defRPr sz="3200">
                <a:solidFill>
                  <a:schemeClr val="tx2"/>
                </a:solidFill>
                <a:latin typeface="Interstate" pitchFamily="2" charset="0"/>
              </a:defRPr>
            </a:lvl4pPr>
            <a:lvl5pPr algn="ctr" rtl="0" eaLnBrk="0" fontAlgn="base" hangingPunct="0">
              <a:spcBef>
                <a:spcPct val="0"/>
              </a:spcBef>
              <a:spcAft>
                <a:spcPct val="0"/>
              </a:spcAft>
              <a:defRPr sz="3200">
                <a:solidFill>
                  <a:schemeClr val="tx2"/>
                </a:solidFill>
                <a:latin typeface="Interstate" pitchFamily="2" charset="0"/>
              </a:defRPr>
            </a:lvl5pPr>
            <a:lvl6pPr marL="457200" algn="ctr" rtl="0" fontAlgn="base">
              <a:spcBef>
                <a:spcPct val="0"/>
              </a:spcBef>
              <a:spcAft>
                <a:spcPct val="0"/>
              </a:spcAft>
              <a:defRPr sz="3200">
                <a:solidFill>
                  <a:schemeClr val="tx2"/>
                </a:solidFill>
                <a:latin typeface="Interstate" pitchFamily="2" charset="0"/>
              </a:defRPr>
            </a:lvl6pPr>
            <a:lvl7pPr marL="914400" algn="ctr" rtl="0" fontAlgn="base">
              <a:spcBef>
                <a:spcPct val="0"/>
              </a:spcBef>
              <a:spcAft>
                <a:spcPct val="0"/>
              </a:spcAft>
              <a:defRPr sz="3200">
                <a:solidFill>
                  <a:schemeClr val="tx2"/>
                </a:solidFill>
                <a:latin typeface="Interstate" pitchFamily="2" charset="0"/>
              </a:defRPr>
            </a:lvl7pPr>
            <a:lvl8pPr marL="1371600" algn="ctr" rtl="0" fontAlgn="base">
              <a:spcBef>
                <a:spcPct val="0"/>
              </a:spcBef>
              <a:spcAft>
                <a:spcPct val="0"/>
              </a:spcAft>
              <a:defRPr sz="3200">
                <a:solidFill>
                  <a:schemeClr val="tx2"/>
                </a:solidFill>
                <a:latin typeface="Interstate" pitchFamily="2" charset="0"/>
              </a:defRPr>
            </a:lvl8pPr>
            <a:lvl9pPr marL="1828800" algn="ctr" rtl="0" fontAlgn="base">
              <a:spcBef>
                <a:spcPct val="0"/>
              </a:spcBef>
              <a:spcAft>
                <a:spcPct val="0"/>
              </a:spcAft>
              <a:defRPr sz="3200">
                <a:solidFill>
                  <a:schemeClr val="tx2"/>
                </a:solidFill>
                <a:latin typeface="Interstate" pitchFamily="2" charset="0"/>
              </a:defRPr>
            </a:lvl9pPr>
          </a:lstStyle>
          <a:p>
            <a:pPr>
              <a:defRPr/>
            </a:pPr>
            <a:br>
              <a:rPr lang="en-US" sz="2206" b="1" kern="0" dirty="0">
                <a:solidFill>
                  <a:schemeClr val="accent1"/>
                </a:solidFill>
              </a:rPr>
            </a:br>
            <a:r>
              <a:rPr lang="en-US" sz="2206" b="1" kern="0" dirty="0">
                <a:solidFill>
                  <a:schemeClr val="tx1"/>
                </a:solidFill>
              </a:rPr>
              <a:t>These slides have been adapted from </a:t>
            </a:r>
            <a:br>
              <a:rPr lang="en-US" sz="2206" b="1" kern="0" dirty="0">
                <a:solidFill>
                  <a:schemeClr val="accent1"/>
                </a:solidFill>
              </a:rPr>
            </a:br>
            <a:br>
              <a:rPr lang="en-US" sz="2206" b="1" kern="0" dirty="0">
                <a:solidFill>
                  <a:schemeClr val="accent1"/>
                </a:solidFill>
              </a:rPr>
            </a:br>
            <a:r>
              <a:rPr lang="en-AU" sz="2400" b="1" dirty="0">
                <a:solidFill>
                  <a:schemeClr val="tx1"/>
                </a:solidFill>
              </a:rPr>
              <a:t>Halliday D.; Resnick R. and Walker J. (201</a:t>
            </a:r>
            <a:r>
              <a:rPr lang="id-ID" sz="2400" b="1" dirty="0">
                <a:solidFill>
                  <a:schemeClr val="tx1"/>
                </a:solidFill>
              </a:rPr>
              <a:t>8</a:t>
            </a:r>
            <a:r>
              <a:rPr lang="en-AU" sz="2400" b="1" dirty="0">
                <a:solidFill>
                  <a:schemeClr val="tx1"/>
                </a:solidFill>
              </a:rPr>
              <a:t>). </a:t>
            </a:r>
            <a:r>
              <a:rPr lang="en-AU" sz="2400" b="1" i="1" dirty="0">
                <a:solidFill>
                  <a:schemeClr val="tx1"/>
                </a:solidFill>
              </a:rPr>
              <a:t>Fundamentals Of Physics ,Extended, </a:t>
            </a:r>
          </a:p>
          <a:p>
            <a:pPr>
              <a:defRPr/>
            </a:pPr>
            <a:r>
              <a:rPr lang="en-AU" sz="2400" b="1" i="1" dirty="0">
                <a:solidFill>
                  <a:schemeClr val="tx1"/>
                </a:solidFill>
              </a:rPr>
              <a:t> </a:t>
            </a:r>
            <a:r>
              <a:rPr lang="id-ID" sz="2400" b="1" i="1" dirty="0">
                <a:solidFill>
                  <a:schemeClr val="tx1"/>
                </a:solidFill>
              </a:rPr>
              <a:t>11th</a:t>
            </a:r>
            <a:r>
              <a:rPr lang="en-AU" sz="2400" b="1" dirty="0">
                <a:solidFill>
                  <a:schemeClr val="tx1"/>
                </a:solidFill>
              </a:rPr>
              <a:t> , John Wiley &amp; SONS Inc, New York,  ISBN: 978</a:t>
            </a:r>
            <a:r>
              <a:rPr lang="id-ID" sz="2400" b="1" dirty="0">
                <a:solidFill>
                  <a:schemeClr val="tx1"/>
                </a:solidFill>
              </a:rPr>
              <a:t>1119306856</a:t>
            </a:r>
            <a:endParaRPr lang="en-US" sz="2400" b="1" dirty="0">
              <a:solidFill>
                <a:schemeClr val="tx1"/>
              </a:solidFill>
            </a:endParaRPr>
          </a:p>
          <a:p>
            <a:pPr>
              <a:defRPr/>
            </a:pPr>
            <a:br>
              <a:rPr lang="en-US" sz="2206" b="1" kern="0" dirty="0">
                <a:solidFill>
                  <a:schemeClr val="tx1"/>
                </a:solidFill>
              </a:rPr>
            </a:br>
            <a:br>
              <a:rPr lang="en-US" sz="2206" b="1" kern="0" dirty="0">
                <a:solidFill>
                  <a:schemeClr val="tx1"/>
                </a:solidFill>
              </a:rPr>
            </a:br>
            <a:r>
              <a:rPr lang="en-US" sz="2206" b="1" kern="0" dirty="0">
                <a:solidFill>
                  <a:schemeClr val="tx1"/>
                </a:solidFill>
              </a:rPr>
              <a:t>Chapter  </a:t>
            </a:r>
            <a:r>
              <a:rPr lang="id-ID" sz="2206" b="1" kern="0" dirty="0">
                <a:solidFill>
                  <a:schemeClr val="tx1"/>
                </a:solidFill>
              </a:rPr>
              <a:t>21</a:t>
            </a:r>
            <a:br>
              <a:rPr lang="en-US" sz="2206" b="1" kern="0" dirty="0">
                <a:solidFill>
                  <a:schemeClr val="tx1"/>
                </a:solidFill>
              </a:rPr>
            </a:br>
            <a:endParaRPr lang="id-ID" sz="2206" b="1" kern="0" dirty="0">
              <a:solidFill>
                <a:schemeClr val="tx1"/>
              </a:solidFill>
            </a:endParaRPr>
          </a:p>
        </p:txBody>
      </p:sp>
      <p:pic>
        <p:nvPicPr>
          <p:cNvPr id="5124" name="Picture 1">
            <a:extLst>
              <a:ext uri="{FF2B5EF4-FFF2-40B4-BE49-F238E27FC236}">
                <a16:creationId xmlns:a16="http://schemas.microsoft.com/office/drawing/2014/main" id="{CA4E1806-F1EF-4C39-BD00-5AC39CAE57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6188" y="1749426"/>
            <a:ext cx="3520909" cy="3813175"/>
          </a:xfrm>
          <a:prstGeom prst="rect">
            <a:avLst/>
          </a:prstGeom>
          <a:noFill/>
          <a:ln>
            <a:noFill/>
          </a:ln>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5598134"/>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3" ma:contentTypeDescription="Create a new document." ma:contentTypeScope="" ma:versionID="9183272f4f6c896957098434a1637a8e">
  <xsd:schema xmlns:xsd="http://www.w3.org/2001/XMLSchema" xmlns:xs="http://www.w3.org/2001/XMLSchema" xmlns:p="http://schemas.microsoft.com/office/2006/metadata/properties" xmlns:ns2="9fdf624c-fedc-4f6c-b928-0c7bf4c9e100" xmlns:ns3="47793baa-3cbb-486e-a055-4d42ce3882d7" targetNamespace="http://schemas.microsoft.com/office/2006/metadata/properties" ma:root="true" ma:fieldsID="1b1595209de3451b81967f4d7e03cfd7" ns2:_="" ns3:_="">
    <xsd:import namespace="9fdf624c-fedc-4f6c-b928-0c7bf4c9e100"/>
    <xsd:import namespace="47793baa-3cbb-486e-a055-4d42ce3882d7"/>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p:properties xmlns:p="http://schemas.microsoft.com/office/2006/metadata/properties" xmlns:xsi="http://www.w3.org/2001/XMLSchema-instance" xmlns:pc="http://schemas.microsoft.com/office/infopath/2007/PartnerControls">
  <documentManagement>
    <_dlc_DocId xmlns="9fdf624c-fedc-4f6c-b928-0c7bf4c9e100">J56STF5CZXNR-2061195910-86628</_dlc_DocId>
    <_dlc_DocIdUrl xmlns="9fdf624c-fedc-4f6c-b928-0c7bf4c9e100">
      <Url>https://binusianorg.sharepoint.com/sites/arc/_layouts/15/DocIdRedir.aspx?ID=J56STF5CZXNR-2061195910-86628</Url>
      <Description>J56STF5CZXNR-2061195910-86628</Description>
    </_dlc_DocIdUrl>
    <_Flow_SignoffStatus xmlns="47793baa-3cbb-486e-a055-4d42ce3882d7"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4B9968-53CC-4620-AFAC-CC79FC0334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941729A-A63A-46AA-9831-382E5C608B0C}">
  <ds:schemaRefs>
    <ds:schemaRef ds:uri="http://schemas.microsoft.com/sharepoint/events"/>
  </ds:schemaRefs>
</ds:datastoreItem>
</file>

<file path=customXml/itemProps3.xml><?xml version="1.0" encoding="utf-8"?>
<ds:datastoreItem xmlns:ds="http://schemas.openxmlformats.org/officeDocument/2006/customXml" ds:itemID="{1F840B04-BA1C-4E6A-938B-F2AF8924BB09}">
  <ds:schemaRefs>
    <ds:schemaRef ds:uri="http://schemas.microsoft.com/office/2006/metadata/properties"/>
    <ds:schemaRef ds:uri="http://schemas.microsoft.com/office/infopath/2007/PartnerControls"/>
    <ds:schemaRef ds:uri="9fdf624c-fedc-4f6c-b928-0c7bf4c9e100"/>
    <ds:schemaRef ds:uri="47793baa-3cbb-486e-a055-4d42ce3882d7"/>
  </ds:schemaRefs>
</ds:datastoreItem>
</file>

<file path=customXml/itemProps4.xml><?xml version="1.0" encoding="utf-8"?>
<ds:datastoreItem xmlns:ds="http://schemas.openxmlformats.org/officeDocument/2006/customXml" ds:itemID="{DA27E6A1-4B31-4B68-BB9B-EC8C8D90C2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Template PPT 2015</Template>
  <TotalTime>3040</TotalTime>
  <Words>2213</Words>
  <Application>Microsoft Office PowerPoint</Application>
  <PresentationFormat>On-screen Show (4:3)</PresentationFormat>
  <Paragraphs>264</Paragraphs>
  <Slides>32</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32</vt:i4>
      </vt:variant>
    </vt:vector>
  </HeadingPairs>
  <TitlesOfParts>
    <vt:vector size="47" baseType="lpstr">
      <vt:lpstr>Arial</vt:lpstr>
      <vt:lpstr>Calibri</vt:lpstr>
      <vt:lpstr>Cambria</vt:lpstr>
      <vt:lpstr>Interstate</vt:lpstr>
      <vt:lpstr>MathematicalPi-One</vt:lpstr>
      <vt:lpstr>Open Sans</vt:lpstr>
      <vt:lpstr>Open Sans Light</vt:lpstr>
      <vt:lpstr>Open Sans Semibold</vt:lpstr>
      <vt:lpstr>Symbol</vt:lpstr>
      <vt:lpstr>Times New Roman</vt:lpstr>
      <vt:lpstr>TimesTen-Bold</vt:lpstr>
      <vt:lpstr>TimesTen-Italic</vt:lpstr>
      <vt:lpstr>TimesTen-Roman</vt:lpstr>
      <vt:lpstr>Wingdings</vt:lpstr>
      <vt:lpstr>Template PPT 2015</vt:lpstr>
      <vt:lpstr>Electric Charge and  Electric Fields Session  1</vt:lpstr>
      <vt:lpstr>Electric Charge</vt:lpstr>
      <vt:lpstr>Charge Properties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FABIAN</cp:lastModifiedBy>
  <cp:revision>12</cp:revision>
  <dcterms:created xsi:type="dcterms:W3CDTF">2015-05-04T03:33:03Z</dcterms:created>
  <dcterms:modified xsi:type="dcterms:W3CDTF">2024-08-01T12:47:45Z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b5cd0a22-de41-4721-9623-974446a56cb4</vt:lpwstr>
  </property>
</Properties>
</file>