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7"/>
  </p:notesMasterIdLst>
  <p:handoutMasterIdLst>
    <p:handoutMasterId r:id="rId38"/>
  </p:handoutMasterIdLst>
  <p:sldIdLst>
    <p:sldId id="480" r:id="rId2"/>
    <p:sldId id="266" r:id="rId3"/>
    <p:sldId id="317" r:id="rId4"/>
    <p:sldId id="267" r:id="rId5"/>
    <p:sldId id="268" r:id="rId6"/>
    <p:sldId id="269" r:id="rId7"/>
    <p:sldId id="270" r:id="rId8"/>
    <p:sldId id="310" r:id="rId9"/>
    <p:sldId id="271" r:id="rId10"/>
    <p:sldId id="272" r:id="rId11"/>
    <p:sldId id="318" r:id="rId12"/>
    <p:sldId id="274" r:id="rId13"/>
    <p:sldId id="275" r:id="rId14"/>
    <p:sldId id="277" r:id="rId15"/>
    <p:sldId id="319" r:id="rId16"/>
    <p:sldId id="279" r:id="rId17"/>
    <p:sldId id="280" r:id="rId18"/>
    <p:sldId id="281" r:id="rId19"/>
    <p:sldId id="282" r:id="rId20"/>
    <p:sldId id="303" r:id="rId21"/>
    <p:sldId id="283" r:id="rId22"/>
    <p:sldId id="284" r:id="rId23"/>
    <p:sldId id="285" r:id="rId24"/>
    <p:sldId id="286" r:id="rId25"/>
    <p:sldId id="287" r:id="rId26"/>
    <p:sldId id="288" r:id="rId27"/>
    <p:sldId id="289" r:id="rId28"/>
    <p:sldId id="308" r:id="rId29"/>
    <p:sldId id="290" r:id="rId30"/>
    <p:sldId id="311" r:id="rId31"/>
    <p:sldId id="294" r:id="rId32"/>
    <p:sldId id="306" r:id="rId33"/>
    <p:sldId id="295" r:id="rId34"/>
    <p:sldId id="315" r:id="rId35"/>
    <p:sldId id="481" r:id="rId36"/>
  </p:sldIdLst>
  <p:sldSz cx="9144000" cy="6858000" type="screen4x3"/>
  <p:notesSz cx="6858000" cy="9144000"/>
  <p:defaultTextStyle>
    <a:defPPr>
      <a:defRPr lang="en-US"/>
    </a:defPPr>
    <a:lvl1pPr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Arial" panose="020B0604020202020204" pitchFamily="34" charset="0"/>
        <a:ea typeface="+mn-ea"/>
        <a:cs typeface="+mn-cs"/>
      </a:defRPr>
    </a:lvl6pPr>
    <a:lvl7pPr marL="2743200" algn="l" defTabSz="914400" rtl="0" eaLnBrk="1" latinLnBrk="0" hangingPunct="1">
      <a:defRPr sz="1200" kern="1200">
        <a:solidFill>
          <a:schemeClr val="tx1"/>
        </a:solidFill>
        <a:latin typeface="Arial" panose="020B0604020202020204" pitchFamily="34" charset="0"/>
        <a:ea typeface="+mn-ea"/>
        <a:cs typeface="+mn-cs"/>
      </a:defRPr>
    </a:lvl7pPr>
    <a:lvl8pPr marL="3200400" algn="l" defTabSz="914400" rtl="0" eaLnBrk="1" latinLnBrk="0" hangingPunct="1">
      <a:defRPr sz="1200" kern="1200">
        <a:solidFill>
          <a:schemeClr val="tx1"/>
        </a:solidFill>
        <a:latin typeface="Arial" panose="020B0604020202020204" pitchFamily="34" charset="0"/>
        <a:ea typeface="+mn-ea"/>
        <a:cs typeface="+mn-cs"/>
      </a:defRPr>
    </a:lvl8pPr>
    <a:lvl9pPr marL="3657600" algn="l" defTabSz="914400" rtl="0" eaLnBrk="1" latinLnBrk="0" hangingPunct="1">
      <a:defRPr sz="12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939FDA-3B4E-4AB4-8D45-EA4CEC38094D}" v="148" dt="2024-08-01T12:51:05.2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66" autoAdjust="0"/>
    <p:restoredTop sz="89343" autoAdjust="0"/>
  </p:normalViewPr>
  <p:slideViewPr>
    <p:cSldViewPr>
      <p:cViewPr varScale="1">
        <p:scale>
          <a:sx n="78" d="100"/>
          <a:sy n="78" d="100"/>
        </p:scale>
        <p:origin x="1440" y="5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1" d="100"/>
          <a:sy n="51" d="100"/>
        </p:scale>
        <p:origin x="-1266"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bian" userId="f46cf8bb-4ec7-4653-94a9-ff26fa22481f" providerId="ADAL" clId="{DBFB69CA-3F53-4D83-A6BB-073FBF88439C}"/>
    <pc:docChg chg="modSld">
      <pc:chgData name="Fabian" userId="f46cf8bb-4ec7-4653-94a9-ff26fa22481f" providerId="ADAL" clId="{DBFB69CA-3F53-4D83-A6BB-073FBF88439C}" dt="2024-01-03T18:26:31.173" v="4" actId="20577"/>
      <pc:docMkLst>
        <pc:docMk/>
      </pc:docMkLst>
      <pc:sldChg chg="modSp">
        <pc:chgData name="Fabian" userId="f46cf8bb-4ec7-4653-94a9-ff26fa22481f" providerId="ADAL" clId="{DBFB69CA-3F53-4D83-A6BB-073FBF88439C}" dt="2024-01-03T18:26:31.173" v="4" actId="20577"/>
        <pc:sldMkLst>
          <pc:docMk/>
          <pc:sldMk cId="0" sldId="281"/>
        </pc:sldMkLst>
        <pc:spChg chg="mod">
          <ac:chgData name="Fabian" userId="f46cf8bb-4ec7-4653-94a9-ff26fa22481f" providerId="ADAL" clId="{DBFB69CA-3F53-4D83-A6BB-073FBF88439C}" dt="2024-01-03T18:26:31.173" v="4" actId="20577"/>
          <ac:spMkLst>
            <pc:docMk/>
            <pc:sldMk cId="0" sldId="281"/>
            <ac:spMk id="22531" creationId="{64AD05F0-A460-4BC3-9AF2-B4AFC65B1660}"/>
          </ac:spMkLst>
        </pc:spChg>
      </pc:sldChg>
      <pc:sldChg chg="modSp">
        <pc:chgData name="Fabian" userId="f46cf8bb-4ec7-4653-94a9-ff26fa22481f" providerId="ADAL" clId="{DBFB69CA-3F53-4D83-A6BB-073FBF88439C}" dt="2024-01-03T18:16:42.693" v="2" actId="1076"/>
        <pc:sldMkLst>
          <pc:docMk/>
          <pc:sldMk cId="0" sldId="295"/>
        </pc:sldMkLst>
        <pc:spChg chg="mod">
          <ac:chgData name="Fabian" userId="f46cf8bb-4ec7-4653-94a9-ff26fa22481f" providerId="ADAL" clId="{DBFB69CA-3F53-4D83-A6BB-073FBF88439C}" dt="2024-01-03T18:16:42.693" v="2" actId="1076"/>
          <ac:spMkLst>
            <pc:docMk/>
            <pc:sldMk cId="0" sldId="295"/>
            <ac:spMk id="41986" creationId="{94B667B1-4F4F-4C30-8284-0A1788A7B907}"/>
          </ac:spMkLst>
        </pc:spChg>
      </pc:sldChg>
    </pc:docChg>
  </pc:docChgLst>
  <pc:docChgLst>
    <pc:chgData name="Fabian Surya Pramudya" userId="f46cf8bb-4ec7-4653-94a9-ff26fa22481f" providerId="ADAL" clId="{E379C8E6-EF04-4978-A2FC-25B8A815131F}"/>
    <pc:docChg chg="modSld">
      <pc:chgData name="Fabian Surya Pramudya" userId="f46cf8bb-4ec7-4653-94a9-ff26fa22481f" providerId="ADAL" clId="{E379C8E6-EF04-4978-A2FC-25B8A815131F}" dt="2022-04-05T06:54:29.377" v="11" actId="5793"/>
      <pc:docMkLst>
        <pc:docMk/>
      </pc:docMkLst>
      <pc:sldChg chg="modSp">
        <pc:chgData name="Fabian Surya Pramudya" userId="f46cf8bb-4ec7-4653-94a9-ff26fa22481f" providerId="ADAL" clId="{E379C8E6-EF04-4978-A2FC-25B8A815131F}" dt="2022-04-05T06:54:29.377" v="11" actId="5793"/>
        <pc:sldMkLst>
          <pc:docMk/>
          <pc:sldMk cId="4204421142" sldId="256"/>
        </pc:sldMkLst>
        <pc:spChg chg="mod">
          <ac:chgData name="Fabian Surya Pramudya" userId="f46cf8bb-4ec7-4653-94a9-ff26fa22481f" providerId="ADAL" clId="{E379C8E6-EF04-4978-A2FC-25B8A815131F}" dt="2022-04-05T06:54:01.667" v="7" actId="20577"/>
          <ac:spMkLst>
            <pc:docMk/>
            <pc:sldMk cId="4204421142" sldId="256"/>
            <ac:spMk id="6" creationId="{0862B2E9-6AED-4FDB-95C6-991ECAD219F1}"/>
          </ac:spMkLst>
        </pc:spChg>
        <pc:spChg chg="mod">
          <ac:chgData name="Fabian Surya Pramudya" userId="f46cf8bb-4ec7-4653-94a9-ff26fa22481f" providerId="ADAL" clId="{E379C8E6-EF04-4978-A2FC-25B8A815131F}" dt="2022-04-05T06:54:29.377" v="11" actId="5793"/>
          <ac:spMkLst>
            <pc:docMk/>
            <pc:sldMk cId="4204421142" sldId="256"/>
            <ac:spMk id="7" creationId="{B1B5CFBC-C111-4AF3-9518-7B548DBA6488}"/>
          </ac:spMkLst>
        </pc:spChg>
      </pc:sldChg>
    </pc:docChg>
  </pc:docChgLst>
  <pc:docChgLst>
    <pc:chgData name="Fabian Surya Pramudya" userId="f46cf8bb-4ec7-4653-94a9-ff26fa22481f" providerId="ADAL" clId="{4DC07F1C-BDFB-44FC-9FE8-5D0B133B069A}"/>
    <pc:docChg chg="delSld">
      <pc:chgData name="Fabian Surya Pramudya" userId="f46cf8bb-4ec7-4653-94a9-ff26fa22481f" providerId="ADAL" clId="{4DC07F1C-BDFB-44FC-9FE8-5D0B133B069A}" dt="2022-06-18T19:34:45.699" v="5" actId="2696"/>
      <pc:docMkLst>
        <pc:docMk/>
      </pc:docMkLst>
      <pc:sldChg chg="del">
        <pc:chgData name="Fabian Surya Pramudya" userId="f46cf8bb-4ec7-4653-94a9-ff26fa22481f" providerId="ADAL" clId="{4DC07F1C-BDFB-44FC-9FE8-5D0B133B069A}" dt="2022-06-18T19:34:45.699" v="5" actId="2696"/>
        <pc:sldMkLst>
          <pc:docMk/>
          <pc:sldMk cId="0" sldId="292"/>
        </pc:sldMkLst>
      </pc:sldChg>
      <pc:sldChg chg="del">
        <pc:chgData name="Fabian Surya Pramudya" userId="f46cf8bb-4ec7-4653-94a9-ff26fa22481f" providerId="ADAL" clId="{4DC07F1C-BDFB-44FC-9FE8-5D0B133B069A}" dt="2022-06-18T19:34:22.238" v="0" actId="2696"/>
        <pc:sldMkLst>
          <pc:docMk/>
          <pc:sldMk cId="0" sldId="297"/>
        </pc:sldMkLst>
      </pc:sldChg>
      <pc:sldChg chg="del">
        <pc:chgData name="Fabian Surya Pramudya" userId="f46cf8bb-4ec7-4653-94a9-ff26fa22481f" providerId="ADAL" clId="{4DC07F1C-BDFB-44FC-9FE8-5D0B133B069A}" dt="2022-06-18T19:34:22.894" v="1" actId="2696"/>
        <pc:sldMkLst>
          <pc:docMk/>
          <pc:sldMk cId="0" sldId="298"/>
        </pc:sldMkLst>
      </pc:sldChg>
      <pc:sldChg chg="del">
        <pc:chgData name="Fabian Surya Pramudya" userId="f46cf8bb-4ec7-4653-94a9-ff26fa22481f" providerId="ADAL" clId="{4DC07F1C-BDFB-44FC-9FE8-5D0B133B069A}" dt="2022-06-18T19:34:24.250" v="3" actId="2696"/>
        <pc:sldMkLst>
          <pc:docMk/>
          <pc:sldMk cId="0" sldId="299"/>
        </pc:sldMkLst>
      </pc:sldChg>
      <pc:sldChg chg="del">
        <pc:chgData name="Fabian Surya Pramudya" userId="f46cf8bb-4ec7-4653-94a9-ff26fa22481f" providerId="ADAL" clId="{4DC07F1C-BDFB-44FC-9FE8-5D0B133B069A}" dt="2022-06-18T19:34:23.522" v="2" actId="2696"/>
        <pc:sldMkLst>
          <pc:docMk/>
          <pc:sldMk cId="0" sldId="304"/>
        </pc:sldMkLst>
      </pc:sldChg>
      <pc:sldChg chg="del">
        <pc:chgData name="Fabian Surya Pramudya" userId="f46cf8bb-4ec7-4653-94a9-ff26fa22481f" providerId="ADAL" clId="{4DC07F1C-BDFB-44FC-9FE8-5D0B133B069A}" dt="2022-06-18T19:34:25.023" v="4" actId="2696"/>
        <pc:sldMkLst>
          <pc:docMk/>
          <pc:sldMk cId="0" sldId="313"/>
        </pc:sldMkLst>
      </pc:sldChg>
    </pc:docChg>
  </pc:docChgLst>
  <pc:docChgLst>
    <pc:chgData name="Fabian" userId="f46cf8bb-4ec7-4653-94a9-ff26fa22481f" providerId="ADAL" clId="{16939FDA-3B4E-4AB4-8D45-EA4CEC38094D}"/>
    <pc:docChg chg="undo custSel addSld delSld modSld">
      <pc:chgData name="Fabian" userId="f46cf8bb-4ec7-4653-94a9-ff26fa22481f" providerId="ADAL" clId="{16939FDA-3B4E-4AB4-8D45-EA4CEC38094D}" dt="2024-08-01T12:51:05.293" v="255" actId="1076"/>
      <pc:docMkLst>
        <pc:docMk/>
      </pc:docMkLst>
      <pc:sldChg chg="del">
        <pc:chgData name="Fabian" userId="f46cf8bb-4ec7-4653-94a9-ff26fa22481f" providerId="ADAL" clId="{16939FDA-3B4E-4AB4-8D45-EA4CEC38094D}" dt="2024-07-31T03:52:47.317" v="6" actId="2696"/>
        <pc:sldMkLst>
          <pc:docMk/>
          <pc:sldMk cId="4204421142" sldId="256"/>
        </pc:sldMkLst>
      </pc:sldChg>
      <pc:sldChg chg="modSp">
        <pc:chgData name="Fabian" userId="f46cf8bb-4ec7-4653-94a9-ff26fa22481f" providerId="ADAL" clId="{16939FDA-3B4E-4AB4-8D45-EA4CEC38094D}" dt="2024-07-31T04:00:40.831" v="203" actId="403"/>
        <pc:sldMkLst>
          <pc:docMk/>
          <pc:sldMk cId="0" sldId="266"/>
        </pc:sldMkLst>
        <pc:spChg chg="mod">
          <ac:chgData name="Fabian" userId="f46cf8bb-4ec7-4653-94a9-ff26fa22481f" providerId="ADAL" clId="{16939FDA-3B4E-4AB4-8D45-EA4CEC38094D}" dt="2024-07-31T04:00:29.659" v="199" actId="20577"/>
          <ac:spMkLst>
            <pc:docMk/>
            <pc:sldMk cId="0" sldId="266"/>
            <ac:spMk id="6146" creationId="{BDB3D49A-6D2D-40FC-A7A4-434D3A0B8046}"/>
          </ac:spMkLst>
        </pc:spChg>
        <pc:spChg chg="mod">
          <ac:chgData name="Fabian" userId="f46cf8bb-4ec7-4653-94a9-ff26fa22481f" providerId="ADAL" clId="{16939FDA-3B4E-4AB4-8D45-EA4CEC38094D}" dt="2024-07-31T04:00:40.831" v="203" actId="403"/>
          <ac:spMkLst>
            <pc:docMk/>
            <pc:sldMk cId="0" sldId="266"/>
            <ac:spMk id="6147" creationId="{296264AE-D7BD-4B8D-8F49-4EE990A484C2}"/>
          </ac:spMkLst>
        </pc:spChg>
      </pc:sldChg>
      <pc:sldChg chg="modSp">
        <pc:chgData name="Fabian" userId="f46cf8bb-4ec7-4653-94a9-ff26fa22481f" providerId="ADAL" clId="{16939FDA-3B4E-4AB4-8D45-EA4CEC38094D}" dt="2024-07-31T04:01:12.056" v="215" actId="1076"/>
        <pc:sldMkLst>
          <pc:docMk/>
          <pc:sldMk cId="0" sldId="267"/>
        </pc:sldMkLst>
        <pc:spChg chg="mod">
          <ac:chgData name="Fabian" userId="f46cf8bb-4ec7-4653-94a9-ff26fa22481f" providerId="ADAL" clId="{16939FDA-3B4E-4AB4-8D45-EA4CEC38094D}" dt="2024-07-31T04:01:12.056" v="215" actId="1076"/>
          <ac:spMkLst>
            <pc:docMk/>
            <pc:sldMk cId="0" sldId="267"/>
            <ac:spMk id="8194" creationId="{3E4AF4FC-77F2-4FC1-BD28-6809BA14043A}"/>
          </ac:spMkLst>
        </pc:spChg>
        <pc:spChg chg="mod">
          <ac:chgData name="Fabian" userId="f46cf8bb-4ec7-4653-94a9-ff26fa22481f" providerId="ADAL" clId="{16939FDA-3B4E-4AB4-8D45-EA4CEC38094D}" dt="2024-07-31T04:01:09.371" v="213" actId="207"/>
          <ac:spMkLst>
            <pc:docMk/>
            <pc:sldMk cId="0" sldId="267"/>
            <ac:spMk id="8197" creationId="{535BA5F9-2A16-46E8-A12D-4D6CEA56BD08}"/>
          </ac:spMkLst>
        </pc:spChg>
      </pc:sldChg>
      <pc:sldChg chg="modSp">
        <pc:chgData name="Fabian" userId="f46cf8bb-4ec7-4653-94a9-ff26fa22481f" providerId="ADAL" clId="{16939FDA-3B4E-4AB4-8D45-EA4CEC38094D}" dt="2024-08-01T12:48:08.207" v="216" actId="207"/>
        <pc:sldMkLst>
          <pc:docMk/>
          <pc:sldMk cId="0" sldId="268"/>
        </pc:sldMkLst>
        <pc:spChg chg="mod">
          <ac:chgData name="Fabian" userId="f46cf8bb-4ec7-4653-94a9-ff26fa22481f" providerId="ADAL" clId="{16939FDA-3B4E-4AB4-8D45-EA4CEC38094D}" dt="2024-08-01T12:48:08.207" v="216" actId="207"/>
          <ac:spMkLst>
            <pc:docMk/>
            <pc:sldMk cId="0" sldId="268"/>
            <ac:spMk id="9221" creationId="{516FC6C4-1328-4822-B119-2B01E62375B9}"/>
          </ac:spMkLst>
        </pc:spChg>
      </pc:sldChg>
      <pc:sldChg chg="modSp">
        <pc:chgData name="Fabian" userId="f46cf8bb-4ec7-4653-94a9-ff26fa22481f" providerId="ADAL" clId="{16939FDA-3B4E-4AB4-8D45-EA4CEC38094D}" dt="2024-08-01T12:48:16.936" v="219" actId="20577"/>
        <pc:sldMkLst>
          <pc:docMk/>
          <pc:sldMk cId="0" sldId="269"/>
        </pc:sldMkLst>
        <pc:spChg chg="mod">
          <ac:chgData name="Fabian" userId="f46cf8bb-4ec7-4653-94a9-ff26fa22481f" providerId="ADAL" clId="{16939FDA-3B4E-4AB4-8D45-EA4CEC38094D}" dt="2024-08-01T12:48:16.936" v="219" actId="20577"/>
          <ac:spMkLst>
            <pc:docMk/>
            <pc:sldMk cId="0" sldId="269"/>
            <ac:spMk id="10245" creationId="{FE2F3ACD-5547-4711-A961-FB33318D43C9}"/>
          </ac:spMkLst>
        </pc:spChg>
      </pc:sldChg>
      <pc:sldChg chg="modSp">
        <pc:chgData name="Fabian" userId="f46cf8bb-4ec7-4653-94a9-ff26fa22481f" providerId="ADAL" clId="{16939FDA-3B4E-4AB4-8D45-EA4CEC38094D}" dt="2024-08-01T12:48:20.281" v="220" actId="207"/>
        <pc:sldMkLst>
          <pc:docMk/>
          <pc:sldMk cId="0" sldId="270"/>
        </pc:sldMkLst>
        <pc:spChg chg="mod">
          <ac:chgData name="Fabian" userId="f46cf8bb-4ec7-4653-94a9-ff26fa22481f" providerId="ADAL" clId="{16939FDA-3B4E-4AB4-8D45-EA4CEC38094D}" dt="2024-08-01T12:48:20.281" v="220" actId="207"/>
          <ac:spMkLst>
            <pc:docMk/>
            <pc:sldMk cId="0" sldId="270"/>
            <ac:spMk id="11266" creationId="{CF2EFF2F-82E9-4C28-9446-D9F4FBFAB003}"/>
          </ac:spMkLst>
        </pc:spChg>
      </pc:sldChg>
      <pc:sldChg chg="addSp delSp modSp">
        <pc:chgData name="Fabian" userId="f46cf8bb-4ec7-4653-94a9-ff26fa22481f" providerId="ADAL" clId="{16939FDA-3B4E-4AB4-8D45-EA4CEC38094D}" dt="2024-08-01T12:51:05.293" v="255" actId="1076"/>
        <pc:sldMkLst>
          <pc:docMk/>
          <pc:sldMk cId="0" sldId="274"/>
        </pc:sldMkLst>
        <pc:picChg chg="add del mod">
          <ac:chgData name="Fabian" userId="f46cf8bb-4ec7-4653-94a9-ff26fa22481f" providerId="ADAL" clId="{16939FDA-3B4E-4AB4-8D45-EA4CEC38094D}" dt="2024-08-01T12:50:35.662" v="249" actId="478"/>
          <ac:picMkLst>
            <pc:docMk/>
            <pc:sldMk cId="0" sldId="274"/>
            <ac:picMk id="1026" creationId="{613DABA9-8865-47C7-B26B-69CFCE82293B}"/>
          </ac:picMkLst>
        </pc:picChg>
        <pc:picChg chg="add mod">
          <ac:chgData name="Fabian" userId="f46cf8bb-4ec7-4653-94a9-ff26fa22481f" providerId="ADAL" clId="{16939FDA-3B4E-4AB4-8D45-EA4CEC38094D}" dt="2024-08-01T12:51:05.293" v="255" actId="1076"/>
          <ac:picMkLst>
            <pc:docMk/>
            <pc:sldMk cId="0" sldId="274"/>
            <ac:picMk id="1028" creationId="{2E53B898-A5B6-4258-98BB-583976D1A417}"/>
          </ac:picMkLst>
        </pc:picChg>
      </pc:sldChg>
      <pc:sldChg chg="modSp">
        <pc:chgData name="Fabian" userId="f46cf8bb-4ec7-4653-94a9-ff26fa22481f" providerId="ADAL" clId="{16939FDA-3B4E-4AB4-8D45-EA4CEC38094D}" dt="2024-07-31T04:00:18.609" v="198" actId="207"/>
        <pc:sldMkLst>
          <pc:docMk/>
          <pc:sldMk cId="0" sldId="280"/>
        </pc:sldMkLst>
        <pc:spChg chg="mod">
          <ac:chgData name="Fabian" userId="f46cf8bb-4ec7-4653-94a9-ff26fa22481f" providerId="ADAL" clId="{16939FDA-3B4E-4AB4-8D45-EA4CEC38094D}" dt="2024-07-31T04:00:18.609" v="198" actId="207"/>
          <ac:spMkLst>
            <pc:docMk/>
            <pc:sldMk cId="0" sldId="280"/>
            <ac:spMk id="21514" creationId="{6D473DDB-DC15-4479-A4FC-8F38ADE529AD}"/>
          </ac:spMkLst>
        </pc:spChg>
      </pc:sldChg>
      <pc:sldChg chg="modSp">
        <pc:chgData name="Fabian" userId="f46cf8bb-4ec7-4653-94a9-ff26fa22481f" providerId="ADAL" clId="{16939FDA-3B4E-4AB4-8D45-EA4CEC38094D}" dt="2024-07-31T04:00:14.708" v="197" actId="207"/>
        <pc:sldMkLst>
          <pc:docMk/>
          <pc:sldMk cId="0" sldId="282"/>
        </pc:sldMkLst>
        <pc:spChg chg="mod">
          <ac:chgData name="Fabian" userId="f46cf8bb-4ec7-4653-94a9-ff26fa22481f" providerId="ADAL" clId="{16939FDA-3B4E-4AB4-8D45-EA4CEC38094D}" dt="2024-07-31T04:00:14.708" v="197" actId="207"/>
          <ac:spMkLst>
            <pc:docMk/>
            <pc:sldMk cId="0" sldId="282"/>
            <ac:spMk id="23559" creationId="{2F31E3AE-402A-4E59-B124-5F40C041202C}"/>
          </ac:spMkLst>
        </pc:spChg>
      </pc:sldChg>
      <pc:sldChg chg="modSp">
        <pc:chgData name="Fabian" userId="f46cf8bb-4ec7-4653-94a9-ff26fa22481f" providerId="ADAL" clId="{16939FDA-3B4E-4AB4-8D45-EA4CEC38094D}" dt="2024-07-31T04:00:07.112" v="195" actId="207"/>
        <pc:sldMkLst>
          <pc:docMk/>
          <pc:sldMk cId="0" sldId="283"/>
        </pc:sldMkLst>
        <pc:spChg chg="mod">
          <ac:chgData name="Fabian" userId="f46cf8bb-4ec7-4653-94a9-ff26fa22481f" providerId="ADAL" clId="{16939FDA-3B4E-4AB4-8D45-EA4CEC38094D}" dt="2024-07-31T04:00:07.112" v="195" actId="207"/>
          <ac:spMkLst>
            <pc:docMk/>
            <pc:sldMk cId="0" sldId="283"/>
            <ac:spMk id="25604" creationId="{B7414871-DAD2-42B7-87C0-FCD23CCABF43}"/>
          </ac:spMkLst>
        </pc:spChg>
      </pc:sldChg>
      <pc:sldChg chg="modSp">
        <pc:chgData name="Fabian" userId="f46cf8bb-4ec7-4653-94a9-ff26fa22481f" providerId="ADAL" clId="{16939FDA-3B4E-4AB4-8D45-EA4CEC38094D}" dt="2024-07-31T03:58:26.618" v="151" actId="1076"/>
        <pc:sldMkLst>
          <pc:docMk/>
          <pc:sldMk cId="0" sldId="284"/>
        </pc:sldMkLst>
        <pc:spChg chg="mod">
          <ac:chgData name="Fabian" userId="f46cf8bb-4ec7-4653-94a9-ff26fa22481f" providerId="ADAL" clId="{16939FDA-3B4E-4AB4-8D45-EA4CEC38094D}" dt="2024-07-31T03:58:11.347" v="143" actId="1076"/>
          <ac:spMkLst>
            <pc:docMk/>
            <pc:sldMk cId="0" sldId="284"/>
            <ac:spMk id="26626" creationId="{A8ABC5AB-996C-4046-81E0-D87C48F5F0A3}"/>
          </ac:spMkLst>
        </pc:spChg>
        <pc:spChg chg="mod">
          <ac:chgData name="Fabian" userId="f46cf8bb-4ec7-4653-94a9-ff26fa22481f" providerId="ADAL" clId="{16939FDA-3B4E-4AB4-8D45-EA4CEC38094D}" dt="2024-07-31T03:58:26.618" v="151" actId="1076"/>
          <ac:spMkLst>
            <pc:docMk/>
            <pc:sldMk cId="0" sldId="284"/>
            <ac:spMk id="26627" creationId="{E0912B9E-5068-427B-8B04-42299297C0A7}"/>
          </ac:spMkLst>
        </pc:spChg>
        <pc:spChg chg="mod">
          <ac:chgData name="Fabian" userId="f46cf8bb-4ec7-4653-94a9-ff26fa22481f" providerId="ADAL" clId="{16939FDA-3B4E-4AB4-8D45-EA4CEC38094D}" dt="2024-07-31T03:58:04.425" v="138" actId="1076"/>
          <ac:spMkLst>
            <pc:docMk/>
            <pc:sldMk cId="0" sldId="284"/>
            <ac:spMk id="26629" creationId="{DAD6B73B-95E6-450C-B8BA-22516C39D320}"/>
          </ac:spMkLst>
        </pc:spChg>
        <pc:picChg chg="mod">
          <ac:chgData name="Fabian" userId="f46cf8bb-4ec7-4653-94a9-ff26fa22481f" providerId="ADAL" clId="{16939FDA-3B4E-4AB4-8D45-EA4CEC38094D}" dt="2024-07-31T03:58:14.377" v="145" actId="1076"/>
          <ac:picMkLst>
            <pc:docMk/>
            <pc:sldMk cId="0" sldId="284"/>
            <ac:picMk id="26628" creationId="{450F0BFA-9F6D-4C84-BF6E-9A306C300FFD}"/>
          </ac:picMkLst>
        </pc:picChg>
      </pc:sldChg>
      <pc:sldChg chg="addSp modSp">
        <pc:chgData name="Fabian" userId="f46cf8bb-4ec7-4653-94a9-ff26fa22481f" providerId="ADAL" clId="{16939FDA-3B4E-4AB4-8D45-EA4CEC38094D}" dt="2024-07-31T04:00:00.909" v="194" actId="14100"/>
        <pc:sldMkLst>
          <pc:docMk/>
          <pc:sldMk cId="0" sldId="285"/>
        </pc:sldMkLst>
        <pc:spChg chg="mod">
          <ac:chgData name="Fabian" userId="f46cf8bb-4ec7-4653-94a9-ff26fa22481f" providerId="ADAL" clId="{16939FDA-3B4E-4AB4-8D45-EA4CEC38094D}" dt="2024-07-31T03:59:35.843" v="169" actId="404"/>
          <ac:spMkLst>
            <pc:docMk/>
            <pc:sldMk cId="0" sldId="285"/>
            <ac:spMk id="27650" creationId="{A40D63C5-82CE-4BFF-8197-5C32C5DD34D9}"/>
          </ac:spMkLst>
        </pc:spChg>
        <pc:spChg chg="mod">
          <ac:chgData name="Fabian" userId="f46cf8bb-4ec7-4653-94a9-ff26fa22481f" providerId="ADAL" clId="{16939FDA-3B4E-4AB4-8D45-EA4CEC38094D}" dt="2024-07-31T03:58:36.364" v="155" actId="1076"/>
          <ac:spMkLst>
            <pc:docMk/>
            <pc:sldMk cId="0" sldId="285"/>
            <ac:spMk id="27652" creationId="{BCE7A716-79D5-4024-B7B4-CA14AAC12C65}"/>
          </ac:spMkLst>
        </pc:spChg>
        <pc:spChg chg="mod">
          <ac:chgData name="Fabian" userId="f46cf8bb-4ec7-4653-94a9-ff26fa22481f" providerId="ADAL" clId="{16939FDA-3B4E-4AB4-8D45-EA4CEC38094D}" dt="2024-07-31T03:59:50.605" v="190" actId="1076"/>
          <ac:spMkLst>
            <pc:docMk/>
            <pc:sldMk cId="0" sldId="285"/>
            <ac:spMk id="27653" creationId="{D2EEDADE-D422-42BA-8083-A726C013A0A3}"/>
          </ac:spMkLst>
        </pc:spChg>
        <pc:grpChg chg="mod">
          <ac:chgData name="Fabian" userId="f46cf8bb-4ec7-4653-94a9-ff26fa22481f" providerId="ADAL" clId="{16939FDA-3B4E-4AB4-8D45-EA4CEC38094D}" dt="2024-07-31T03:59:05.438" v="168" actId="1076"/>
          <ac:grpSpMkLst>
            <pc:docMk/>
            <pc:sldMk cId="0" sldId="285"/>
            <ac:grpSpMk id="27651" creationId="{595A94DB-2274-4C68-B630-3219F3F3F042}"/>
          </ac:grpSpMkLst>
        </pc:grpChg>
        <pc:picChg chg="add mod">
          <ac:chgData name="Fabian" userId="f46cf8bb-4ec7-4653-94a9-ff26fa22481f" providerId="ADAL" clId="{16939FDA-3B4E-4AB4-8D45-EA4CEC38094D}" dt="2024-07-31T04:00:00.909" v="194" actId="14100"/>
          <ac:picMkLst>
            <pc:docMk/>
            <pc:sldMk cId="0" sldId="285"/>
            <ac:picMk id="32" creationId="{8DD7373E-B14A-492D-B857-B3EA719ED238}"/>
          </ac:picMkLst>
        </pc:picChg>
        <pc:picChg chg="add mod">
          <ac:chgData name="Fabian" userId="f46cf8bb-4ec7-4653-94a9-ff26fa22481f" providerId="ADAL" clId="{16939FDA-3B4E-4AB4-8D45-EA4CEC38094D}" dt="2024-07-31T03:59:56.539" v="192" actId="1076"/>
          <ac:picMkLst>
            <pc:docMk/>
            <pc:sldMk cId="0" sldId="285"/>
            <ac:picMk id="33" creationId="{4739F72F-E800-4A03-A94D-9C8F8967C153}"/>
          </ac:picMkLst>
        </pc:picChg>
        <pc:picChg chg="add mod">
          <ac:chgData name="Fabian" userId="f46cf8bb-4ec7-4653-94a9-ff26fa22481f" providerId="ADAL" clId="{16939FDA-3B4E-4AB4-8D45-EA4CEC38094D}" dt="2024-07-31T03:59:53.942" v="191" actId="1076"/>
          <ac:picMkLst>
            <pc:docMk/>
            <pc:sldMk cId="0" sldId="285"/>
            <ac:picMk id="34" creationId="{88ABF33B-1075-4392-8187-C1A75C2A6FE0}"/>
          </ac:picMkLst>
        </pc:picChg>
        <pc:picChg chg="mod">
          <ac:chgData name="Fabian" userId="f46cf8bb-4ec7-4653-94a9-ff26fa22481f" providerId="ADAL" clId="{16939FDA-3B4E-4AB4-8D45-EA4CEC38094D}" dt="2024-07-31T03:58:43.358" v="159" actId="1076"/>
          <ac:picMkLst>
            <pc:docMk/>
            <pc:sldMk cId="0" sldId="285"/>
            <ac:picMk id="27675" creationId="{230F329C-8A19-4568-BAD7-E8F12EFC9852}"/>
          </ac:picMkLst>
        </pc:picChg>
        <pc:picChg chg="mod">
          <ac:chgData name="Fabian" userId="f46cf8bb-4ec7-4653-94a9-ff26fa22481f" providerId="ADAL" clId="{16939FDA-3B4E-4AB4-8D45-EA4CEC38094D}" dt="2024-07-31T03:58:45.854" v="160" actId="1076"/>
          <ac:picMkLst>
            <pc:docMk/>
            <pc:sldMk cId="0" sldId="285"/>
            <ac:picMk id="27677" creationId="{636E2C3C-EEA5-40BD-B739-CEBE12608827}"/>
          </ac:picMkLst>
        </pc:picChg>
        <pc:picChg chg="mod">
          <ac:chgData name="Fabian" userId="f46cf8bb-4ec7-4653-94a9-ff26fa22481f" providerId="ADAL" clId="{16939FDA-3B4E-4AB4-8D45-EA4CEC38094D}" dt="2024-07-31T03:58:47.695" v="161" actId="1076"/>
          <ac:picMkLst>
            <pc:docMk/>
            <pc:sldMk cId="0" sldId="285"/>
            <ac:picMk id="27678" creationId="{5696584F-B348-4E3B-9B9C-1A1761D1EF04}"/>
          </ac:picMkLst>
        </pc:picChg>
        <pc:picChg chg="mod">
          <ac:chgData name="Fabian" userId="f46cf8bb-4ec7-4653-94a9-ff26fa22481f" providerId="ADAL" clId="{16939FDA-3B4E-4AB4-8D45-EA4CEC38094D}" dt="2024-07-31T03:58:54.466" v="163" actId="1076"/>
          <ac:picMkLst>
            <pc:docMk/>
            <pc:sldMk cId="0" sldId="285"/>
            <ac:picMk id="27679" creationId="{8222BC38-7859-4877-9F8C-BAF5E79D45F8}"/>
          </ac:picMkLst>
        </pc:picChg>
      </pc:sldChg>
      <pc:sldChg chg="modSp">
        <pc:chgData name="Fabian" userId="f46cf8bb-4ec7-4653-94a9-ff26fa22481f" providerId="ADAL" clId="{16939FDA-3B4E-4AB4-8D45-EA4CEC38094D}" dt="2024-07-31T03:57:46.945" v="132" actId="404"/>
        <pc:sldMkLst>
          <pc:docMk/>
          <pc:sldMk cId="0" sldId="286"/>
        </pc:sldMkLst>
        <pc:spChg chg="mod">
          <ac:chgData name="Fabian" userId="f46cf8bb-4ec7-4653-94a9-ff26fa22481f" providerId="ADAL" clId="{16939FDA-3B4E-4AB4-8D45-EA4CEC38094D}" dt="2024-07-31T03:57:46.945" v="132" actId="404"/>
          <ac:spMkLst>
            <pc:docMk/>
            <pc:sldMk cId="0" sldId="286"/>
            <ac:spMk id="30725" creationId="{2A2E6A9A-D37C-4BBD-BB1F-EC3D840A505A}"/>
          </ac:spMkLst>
        </pc:spChg>
        <pc:picChg chg="mod">
          <ac:chgData name="Fabian" userId="f46cf8bb-4ec7-4653-94a9-ff26fa22481f" providerId="ADAL" clId="{16939FDA-3B4E-4AB4-8D45-EA4CEC38094D}" dt="2024-07-31T03:57:33.811" v="124" actId="1076"/>
          <ac:picMkLst>
            <pc:docMk/>
            <pc:sldMk cId="0" sldId="286"/>
            <ac:picMk id="30722" creationId="{BC6889C9-B016-40EB-82D2-0A4E360095F9}"/>
          </ac:picMkLst>
        </pc:picChg>
      </pc:sldChg>
      <pc:sldChg chg="modSp">
        <pc:chgData name="Fabian" userId="f46cf8bb-4ec7-4653-94a9-ff26fa22481f" providerId="ADAL" clId="{16939FDA-3B4E-4AB4-8D45-EA4CEC38094D}" dt="2024-07-31T03:57:24.817" v="121" actId="1076"/>
        <pc:sldMkLst>
          <pc:docMk/>
          <pc:sldMk cId="0" sldId="287"/>
        </pc:sldMkLst>
        <pc:spChg chg="mod">
          <ac:chgData name="Fabian" userId="f46cf8bb-4ec7-4653-94a9-ff26fa22481f" providerId="ADAL" clId="{16939FDA-3B4E-4AB4-8D45-EA4CEC38094D}" dt="2024-07-31T03:57:24.817" v="121" actId="1076"/>
          <ac:spMkLst>
            <pc:docMk/>
            <pc:sldMk cId="0" sldId="287"/>
            <ac:spMk id="31746" creationId="{9BE8F9EA-42C4-4765-A040-896B2F108E9A}"/>
          </ac:spMkLst>
        </pc:spChg>
        <pc:spChg chg="mod">
          <ac:chgData name="Fabian" userId="f46cf8bb-4ec7-4653-94a9-ff26fa22481f" providerId="ADAL" clId="{16939FDA-3B4E-4AB4-8D45-EA4CEC38094D}" dt="2024-07-31T03:57:24.817" v="121" actId="1076"/>
          <ac:spMkLst>
            <pc:docMk/>
            <pc:sldMk cId="0" sldId="287"/>
            <ac:spMk id="31747" creationId="{E528E8F8-D688-4048-BCD6-638B1002AF1F}"/>
          </ac:spMkLst>
        </pc:spChg>
        <pc:spChg chg="mod">
          <ac:chgData name="Fabian" userId="f46cf8bb-4ec7-4653-94a9-ff26fa22481f" providerId="ADAL" clId="{16939FDA-3B4E-4AB4-8D45-EA4CEC38094D}" dt="2024-07-31T03:57:20.682" v="120" actId="1076"/>
          <ac:spMkLst>
            <pc:docMk/>
            <pc:sldMk cId="0" sldId="287"/>
            <ac:spMk id="31748" creationId="{FFAD01B5-F44F-4B8C-9008-131BE6869487}"/>
          </ac:spMkLst>
        </pc:spChg>
        <pc:spChg chg="mod">
          <ac:chgData name="Fabian" userId="f46cf8bb-4ec7-4653-94a9-ff26fa22481f" providerId="ADAL" clId="{16939FDA-3B4E-4AB4-8D45-EA4CEC38094D}" dt="2024-07-31T03:57:05.557" v="114" actId="1076"/>
          <ac:spMkLst>
            <pc:docMk/>
            <pc:sldMk cId="0" sldId="287"/>
            <ac:spMk id="31756" creationId="{0C5E1BDD-8166-4143-AB4E-44B3B2A018AF}"/>
          </ac:spMkLst>
        </pc:spChg>
        <pc:picChg chg="mod">
          <ac:chgData name="Fabian" userId="f46cf8bb-4ec7-4653-94a9-ff26fa22481f" providerId="ADAL" clId="{16939FDA-3B4E-4AB4-8D45-EA4CEC38094D}" dt="2024-07-31T03:57:07.234" v="116" actId="1076"/>
          <ac:picMkLst>
            <pc:docMk/>
            <pc:sldMk cId="0" sldId="287"/>
            <ac:picMk id="31750" creationId="{E88D318E-88CF-4213-A8C6-8AED1D14AB3C}"/>
          </ac:picMkLst>
        </pc:picChg>
      </pc:sldChg>
      <pc:sldChg chg="modSp">
        <pc:chgData name="Fabian" userId="f46cf8bb-4ec7-4653-94a9-ff26fa22481f" providerId="ADAL" clId="{16939FDA-3B4E-4AB4-8D45-EA4CEC38094D}" dt="2024-07-31T03:56:40.453" v="96" actId="1076"/>
        <pc:sldMkLst>
          <pc:docMk/>
          <pc:sldMk cId="0" sldId="288"/>
        </pc:sldMkLst>
        <pc:spChg chg="mod">
          <ac:chgData name="Fabian" userId="f46cf8bb-4ec7-4653-94a9-ff26fa22481f" providerId="ADAL" clId="{16939FDA-3B4E-4AB4-8D45-EA4CEC38094D}" dt="2024-07-31T03:56:40.453" v="96" actId="1076"/>
          <ac:spMkLst>
            <pc:docMk/>
            <pc:sldMk cId="0" sldId="288"/>
            <ac:spMk id="32808" creationId="{6D036123-1DD3-447C-BDB0-AB9D1382B0FA}"/>
          </ac:spMkLst>
        </pc:spChg>
      </pc:sldChg>
      <pc:sldChg chg="modSp">
        <pc:chgData name="Fabian" userId="f46cf8bb-4ec7-4653-94a9-ff26fa22481f" providerId="ADAL" clId="{16939FDA-3B4E-4AB4-8D45-EA4CEC38094D}" dt="2024-07-31T03:56:27.228" v="93" actId="1076"/>
        <pc:sldMkLst>
          <pc:docMk/>
          <pc:sldMk cId="0" sldId="289"/>
        </pc:sldMkLst>
        <pc:spChg chg="mod">
          <ac:chgData name="Fabian" userId="f46cf8bb-4ec7-4653-94a9-ff26fa22481f" providerId="ADAL" clId="{16939FDA-3B4E-4AB4-8D45-EA4CEC38094D}" dt="2024-07-31T03:56:22.404" v="91" actId="14100"/>
          <ac:spMkLst>
            <pc:docMk/>
            <pc:sldMk cId="0" sldId="289"/>
            <ac:spMk id="33797" creationId="{DA3632DC-B1FD-4E90-9483-703BA16124E9}"/>
          </ac:spMkLst>
        </pc:spChg>
        <pc:picChg chg="mod">
          <ac:chgData name="Fabian" userId="f46cf8bb-4ec7-4653-94a9-ff26fa22481f" providerId="ADAL" clId="{16939FDA-3B4E-4AB4-8D45-EA4CEC38094D}" dt="2024-07-31T03:56:27.228" v="93" actId="1076"/>
          <ac:picMkLst>
            <pc:docMk/>
            <pc:sldMk cId="0" sldId="289"/>
            <ac:picMk id="8" creationId="{2878C22C-05DF-4D5E-B1DE-3D1FC5FCB2EB}"/>
          </ac:picMkLst>
        </pc:picChg>
      </pc:sldChg>
      <pc:sldChg chg="delSp modSp">
        <pc:chgData name="Fabian" userId="f46cf8bb-4ec7-4653-94a9-ff26fa22481f" providerId="ADAL" clId="{16939FDA-3B4E-4AB4-8D45-EA4CEC38094D}" dt="2024-07-31T03:55:40.670" v="77" actId="1076"/>
        <pc:sldMkLst>
          <pc:docMk/>
          <pc:sldMk cId="0" sldId="290"/>
        </pc:sldMkLst>
        <pc:spChg chg="mod">
          <ac:chgData name="Fabian" userId="f46cf8bb-4ec7-4653-94a9-ff26fa22481f" providerId="ADAL" clId="{16939FDA-3B4E-4AB4-8D45-EA4CEC38094D}" dt="2024-07-31T03:55:10.221" v="65" actId="1076"/>
          <ac:spMkLst>
            <pc:docMk/>
            <pc:sldMk cId="0" sldId="290"/>
            <ac:spMk id="35843" creationId="{C2E2FC17-59F4-4B58-8118-8A5E292DCB76}"/>
          </ac:spMkLst>
        </pc:spChg>
        <pc:grpChg chg="del mod">
          <ac:chgData name="Fabian" userId="f46cf8bb-4ec7-4653-94a9-ff26fa22481f" providerId="ADAL" clId="{16939FDA-3B4E-4AB4-8D45-EA4CEC38094D}" dt="2024-07-31T03:55:15.905" v="67" actId="165"/>
          <ac:grpSpMkLst>
            <pc:docMk/>
            <pc:sldMk cId="0" sldId="290"/>
            <ac:grpSpMk id="35842" creationId="{5B11906E-F695-4F88-B8C6-3AE7BAA4BE3D}"/>
          </ac:grpSpMkLst>
        </pc:grpChg>
        <pc:picChg chg="mod topLvl">
          <ac:chgData name="Fabian" userId="f46cf8bb-4ec7-4653-94a9-ff26fa22481f" providerId="ADAL" clId="{16939FDA-3B4E-4AB4-8D45-EA4CEC38094D}" dt="2024-07-31T03:55:17.443" v="68" actId="1076"/>
          <ac:picMkLst>
            <pc:docMk/>
            <pc:sldMk cId="0" sldId="290"/>
            <ac:picMk id="28678" creationId="{7AFD810E-CF10-4D4A-BF7B-62E3EC5B8FD5}"/>
          </ac:picMkLst>
        </pc:picChg>
        <pc:picChg chg="mod topLvl">
          <ac:chgData name="Fabian" userId="f46cf8bb-4ec7-4653-94a9-ff26fa22481f" providerId="ADAL" clId="{16939FDA-3B4E-4AB4-8D45-EA4CEC38094D}" dt="2024-07-31T03:55:21.118" v="70" actId="14100"/>
          <ac:picMkLst>
            <pc:docMk/>
            <pc:sldMk cId="0" sldId="290"/>
            <ac:picMk id="28679" creationId="{8537C957-3C41-4A05-B53E-C9B30B54D66F}"/>
          </ac:picMkLst>
        </pc:picChg>
        <pc:picChg chg="mod topLvl">
          <ac:chgData name="Fabian" userId="f46cf8bb-4ec7-4653-94a9-ff26fa22481f" providerId="ADAL" clId="{16939FDA-3B4E-4AB4-8D45-EA4CEC38094D}" dt="2024-07-31T03:55:23.265" v="71" actId="1076"/>
          <ac:picMkLst>
            <pc:docMk/>
            <pc:sldMk cId="0" sldId="290"/>
            <ac:picMk id="28681" creationId="{BF000103-7EBE-422E-829B-5F82DF8EFE87}"/>
          </ac:picMkLst>
        </pc:picChg>
        <pc:picChg chg="mod topLvl">
          <ac:chgData name="Fabian" userId="f46cf8bb-4ec7-4653-94a9-ff26fa22481f" providerId="ADAL" clId="{16939FDA-3B4E-4AB4-8D45-EA4CEC38094D}" dt="2024-07-31T03:55:25.850" v="73" actId="14100"/>
          <ac:picMkLst>
            <pc:docMk/>
            <pc:sldMk cId="0" sldId="290"/>
            <ac:picMk id="28682" creationId="{11BA2A2D-0837-440C-A677-482156C2F7E7}"/>
          </ac:picMkLst>
        </pc:picChg>
        <pc:picChg chg="mod topLvl">
          <ac:chgData name="Fabian" userId="f46cf8bb-4ec7-4653-94a9-ff26fa22481f" providerId="ADAL" clId="{16939FDA-3B4E-4AB4-8D45-EA4CEC38094D}" dt="2024-07-31T03:55:40.670" v="77" actId="1076"/>
          <ac:picMkLst>
            <pc:docMk/>
            <pc:sldMk cId="0" sldId="290"/>
            <ac:picMk id="28683" creationId="{88A4E13F-CC01-48B4-873F-BD595136EB19}"/>
          </ac:picMkLst>
        </pc:picChg>
        <pc:picChg chg="mod topLvl">
          <ac:chgData name="Fabian" userId="f46cf8bb-4ec7-4653-94a9-ff26fa22481f" providerId="ADAL" clId="{16939FDA-3B4E-4AB4-8D45-EA4CEC38094D}" dt="2024-07-31T03:55:34.361" v="76" actId="1076"/>
          <ac:picMkLst>
            <pc:docMk/>
            <pc:sldMk cId="0" sldId="290"/>
            <ac:picMk id="28684" creationId="{FB87D511-4C0C-4A8C-8BA4-FAC3EA67D756}"/>
          </ac:picMkLst>
        </pc:picChg>
        <pc:picChg chg="mod topLvl">
          <ac:chgData name="Fabian" userId="f46cf8bb-4ec7-4653-94a9-ff26fa22481f" providerId="ADAL" clId="{16939FDA-3B4E-4AB4-8D45-EA4CEC38094D}" dt="2024-07-31T03:55:29.915" v="75" actId="1076"/>
          <ac:picMkLst>
            <pc:docMk/>
            <pc:sldMk cId="0" sldId="290"/>
            <ac:picMk id="28685" creationId="{DC3AC0BE-80D6-4E41-8682-2E37C72E0BC8}"/>
          </ac:picMkLst>
        </pc:picChg>
      </pc:sldChg>
      <pc:sldChg chg="modSp">
        <pc:chgData name="Fabian" userId="f46cf8bb-4ec7-4653-94a9-ff26fa22481f" providerId="ADAL" clId="{16939FDA-3B4E-4AB4-8D45-EA4CEC38094D}" dt="2024-07-31T03:55:00.241" v="63" actId="1076"/>
        <pc:sldMkLst>
          <pc:docMk/>
          <pc:sldMk cId="0" sldId="294"/>
        </pc:sldMkLst>
        <pc:spChg chg="mod">
          <ac:chgData name="Fabian" userId="f46cf8bb-4ec7-4653-94a9-ff26fa22481f" providerId="ADAL" clId="{16939FDA-3B4E-4AB4-8D45-EA4CEC38094D}" dt="2024-07-31T03:54:57.629" v="62" actId="1076"/>
          <ac:spMkLst>
            <pc:docMk/>
            <pc:sldMk cId="0" sldId="294"/>
            <ac:spMk id="22" creationId="{FDDA7A91-B79D-468B-8746-20AE89B04F71}"/>
          </ac:spMkLst>
        </pc:spChg>
        <pc:spChg chg="mod">
          <ac:chgData name="Fabian" userId="f46cf8bb-4ec7-4653-94a9-ff26fa22481f" providerId="ADAL" clId="{16939FDA-3B4E-4AB4-8D45-EA4CEC38094D}" dt="2024-07-31T03:54:25.521" v="49" actId="1076"/>
          <ac:spMkLst>
            <pc:docMk/>
            <pc:sldMk cId="0" sldId="294"/>
            <ac:spMk id="39938" creationId="{C8D9D913-CD17-4C81-B617-2B14F8D48609}"/>
          </ac:spMkLst>
        </pc:spChg>
        <pc:spChg chg="mod">
          <ac:chgData name="Fabian" userId="f46cf8bb-4ec7-4653-94a9-ff26fa22481f" providerId="ADAL" clId="{16939FDA-3B4E-4AB4-8D45-EA4CEC38094D}" dt="2024-07-31T03:54:38.607" v="54" actId="1076"/>
          <ac:spMkLst>
            <pc:docMk/>
            <pc:sldMk cId="0" sldId="294"/>
            <ac:spMk id="39939" creationId="{71FA2313-46BD-4537-B804-CFAAC6CD66F9}"/>
          </ac:spMkLst>
        </pc:spChg>
        <pc:picChg chg="mod">
          <ac:chgData name="Fabian" userId="f46cf8bb-4ec7-4653-94a9-ff26fa22481f" providerId="ADAL" clId="{16939FDA-3B4E-4AB4-8D45-EA4CEC38094D}" dt="2024-07-31T03:55:00.241" v="63" actId="1076"/>
          <ac:picMkLst>
            <pc:docMk/>
            <pc:sldMk cId="0" sldId="294"/>
            <ac:picMk id="39940" creationId="{308B0563-710D-4670-A956-239E49513D7A}"/>
          </ac:picMkLst>
        </pc:picChg>
        <pc:picChg chg="mod">
          <ac:chgData name="Fabian" userId="f46cf8bb-4ec7-4653-94a9-ff26fa22481f" providerId="ADAL" clId="{16939FDA-3B4E-4AB4-8D45-EA4CEC38094D}" dt="2024-07-31T03:54:49.842" v="61" actId="1076"/>
          <ac:picMkLst>
            <pc:docMk/>
            <pc:sldMk cId="0" sldId="294"/>
            <ac:picMk id="39941" creationId="{F3756CC0-F574-47BA-B8A6-94634B7D9C02}"/>
          </ac:picMkLst>
        </pc:picChg>
        <pc:picChg chg="mod">
          <ac:chgData name="Fabian" userId="f46cf8bb-4ec7-4653-94a9-ff26fa22481f" providerId="ADAL" clId="{16939FDA-3B4E-4AB4-8D45-EA4CEC38094D}" dt="2024-07-31T03:54:47.161" v="59" actId="1076"/>
          <ac:picMkLst>
            <pc:docMk/>
            <pc:sldMk cId="0" sldId="294"/>
            <ac:picMk id="39942" creationId="{454AA48C-E262-4C3B-87B7-28868E3D4FF5}"/>
          </ac:picMkLst>
        </pc:picChg>
        <pc:picChg chg="mod">
          <ac:chgData name="Fabian" userId="f46cf8bb-4ec7-4653-94a9-ff26fa22481f" providerId="ADAL" clId="{16939FDA-3B4E-4AB4-8D45-EA4CEC38094D}" dt="2024-07-31T03:54:57.629" v="62" actId="1076"/>
          <ac:picMkLst>
            <pc:docMk/>
            <pc:sldMk cId="0" sldId="294"/>
            <ac:picMk id="39943" creationId="{03D0BCF3-B80D-4800-9BF1-9987824CD380}"/>
          </ac:picMkLst>
        </pc:picChg>
        <pc:picChg chg="mod">
          <ac:chgData name="Fabian" userId="f46cf8bb-4ec7-4653-94a9-ff26fa22481f" providerId="ADAL" clId="{16939FDA-3B4E-4AB4-8D45-EA4CEC38094D}" dt="2024-07-31T03:54:57.629" v="62" actId="1076"/>
          <ac:picMkLst>
            <pc:docMk/>
            <pc:sldMk cId="0" sldId="294"/>
            <ac:picMk id="39945" creationId="{851FED67-6C64-41D7-AFF2-D40F0F1DC02E}"/>
          </ac:picMkLst>
        </pc:picChg>
      </pc:sldChg>
      <pc:sldChg chg="modSp">
        <pc:chgData name="Fabian" userId="f46cf8bb-4ec7-4653-94a9-ff26fa22481f" providerId="ADAL" clId="{16939FDA-3B4E-4AB4-8D45-EA4CEC38094D}" dt="2024-07-31T03:53:42.512" v="34" actId="14100"/>
        <pc:sldMkLst>
          <pc:docMk/>
          <pc:sldMk cId="0" sldId="295"/>
        </pc:sldMkLst>
        <pc:spChg chg="mod">
          <ac:chgData name="Fabian" userId="f46cf8bb-4ec7-4653-94a9-ff26fa22481f" providerId="ADAL" clId="{16939FDA-3B4E-4AB4-8D45-EA4CEC38094D}" dt="2024-07-31T03:53:27.932" v="32" actId="1076"/>
          <ac:spMkLst>
            <pc:docMk/>
            <pc:sldMk cId="0" sldId="295"/>
            <ac:spMk id="41986" creationId="{94B667B1-4F4F-4C30-8284-0A1788A7B907}"/>
          </ac:spMkLst>
        </pc:spChg>
        <pc:spChg chg="mod">
          <ac:chgData name="Fabian" userId="f46cf8bb-4ec7-4653-94a9-ff26fa22481f" providerId="ADAL" clId="{16939FDA-3B4E-4AB4-8D45-EA4CEC38094D}" dt="2024-07-31T03:53:42.512" v="34" actId="14100"/>
          <ac:spMkLst>
            <pc:docMk/>
            <pc:sldMk cId="0" sldId="295"/>
            <ac:spMk id="41987" creationId="{E6BAFDDB-D9FF-4BAA-8B42-B9A94C66378F}"/>
          </ac:spMkLst>
        </pc:spChg>
      </pc:sldChg>
      <pc:sldChg chg="modSp">
        <pc:chgData name="Fabian" userId="f46cf8bb-4ec7-4653-94a9-ff26fa22481f" providerId="ADAL" clId="{16939FDA-3B4E-4AB4-8D45-EA4CEC38094D}" dt="2024-07-31T04:00:10.510" v="196" actId="207"/>
        <pc:sldMkLst>
          <pc:docMk/>
          <pc:sldMk cId="0" sldId="303"/>
        </pc:sldMkLst>
        <pc:spChg chg="mod">
          <ac:chgData name="Fabian" userId="f46cf8bb-4ec7-4653-94a9-ff26fa22481f" providerId="ADAL" clId="{16939FDA-3B4E-4AB4-8D45-EA4CEC38094D}" dt="2024-07-31T04:00:10.510" v="196" actId="207"/>
          <ac:spMkLst>
            <pc:docMk/>
            <pc:sldMk cId="0" sldId="303"/>
            <ac:spMk id="24583" creationId="{D143467B-547C-4D17-ACEE-3A72DEDFD8CA}"/>
          </ac:spMkLst>
        </pc:spChg>
      </pc:sldChg>
      <pc:sldChg chg="modSp">
        <pc:chgData name="Fabian" userId="f46cf8bb-4ec7-4653-94a9-ff26fa22481f" providerId="ADAL" clId="{16939FDA-3B4E-4AB4-8D45-EA4CEC38094D}" dt="2024-07-31T03:54:18.028" v="47" actId="1076"/>
        <pc:sldMkLst>
          <pc:docMk/>
          <pc:sldMk cId="0" sldId="306"/>
        </pc:sldMkLst>
        <pc:spChg chg="mod">
          <ac:chgData name="Fabian" userId="f46cf8bb-4ec7-4653-94a9-ff26fa22481f" providerId="ADAL" clId="{16939FDA-3B4E-4AB4-8D45-EA4CEC38094D}" dt="2024-07-31T03:54:12.646" v="45" actId="1076"/>
          <ac:spMkLst>
            <pc:docMk/>
            <pc:sldMk cId="0" sldId="306"/>
            <ac:spMk id="40965" creationId="{B5146EAB-3095-4846-B81A-3D4045FEEACC}"/>
          </ac:spMkLst>
        </pc:spChg>
        <pc:spChg chg="mod">
          <ac:chgData name="Fabian" userId="f46cf8bb-4ec7-4653-94a9-ff26fa22481f" providerId="ADAL" clId="{16939FDA-3B4E-4AB4-8D45-EA4CEC38094D}" dt="2024-07-31T03:53:53.169" v="36" actId="1076"/>
          <ac:spMkLst>
            <pc:docMk/>
            <pc:sldMk cId="0" sldId="306"/>
            <ac:spMk id="40968" creationId="{0ED2570D-1258-4F93-BBF8-5C6DD8B2C3EB}"/>
          </ac:spMkLst>
        </pc:spChg>
        <pc:picChg chg="mod">
          <ac:chgData name="Fabian" userId="f46cf8bb-4ec7-4653-94a9-ff26fa22481f" providerId="ADAL" clId="{16939FDA-3B4E-4AB4-8D45-EA4CEC38094D}" dt="2024-07-31T03:54:18.028" v="47" actId="1076"/>
          <ac:picMkLst>
            <pc:docMk/>
            <pc:sldMk cId="0" sldId="306"/>
            <ac:picMk id="40963" creationId="{C32AFAC8-3ED7-4EBB-88C6-8B27A1346554}"/>
          </ac:picMkLst>
        </pc:picChg>
        <pc:picChg chg="mod">
          <ac:chgData name="Fabian" userId="f46cf8bb-4ec7-4653-94a9-ff26fa22481f" providerId="ADAL" clId="{16939FDA-3B4E-4AB4-8D45-EA4CEC38094D}" dt="2024-07-31T03:54:10.408" v="44" actId="1076"/>
          <ac:picMkLst>
            <pc:docMk/>
            <pc:sldMk cId="0" sldId="306"/>
            <ac:picMk id="40964" creationId="{38F21CF2-0E97-48A9-A7D8-D80025F6D47D}"/>
          </ac:picMkLst>
        </pc:picChg>
        <pc:picChg chg="mod">
          <ac:chgData name="Fabian" userId="f46cf8bb-4ec7-4653-94a9-ff26fa22481f" providerId="ADAL" clId="{16939FDA-3B4E-4AB4-8D45-EA4CEC38094D}" dt="2024-07-31T03:53:54.267" v="37" actId="1076"/>
          <ac:picMkLst>
            <pc:docMk/>
            <pc:sldMk cId="0" sldId="306"/>
            <ac:picMk id="40966" creationId="{69654A8B-9857-4D4E-92A6-DBDDAD4AB86F}"/>
          </ac:picMkLst>
        </pc:picChg>
        <pc:picChg chg="mod">
          <ac:chgData name="Fabian" userId="f46cf8bb-4ec7-4653-94a9-ff26fa22481f" providerId="ADAL" clId="{16939FDA-3B4E-4AB4-8D45-EA4CEC38094D}" dt="2024-07-31T03:53:56.015" v="38" actId="1076"/>
          <ac:picMkLst>
            <pc:docMk/>
            <pc:sldMk cId="0" sldId="306"/>
            <ac:picMk id="40967" creationId="{0C851C46-1B32-4802-9DA9-B460B3517ECA}"/>
          </ac:picMkLst>
        </pc:picChg>
      </pc:sldChg>
      <pc:sldChg chg="modSp">
        <pc:chgData name="Fabian" userId="f46cf8bb-4ec7-4653-94a9-ff26fa22481f" providerId="ADAL" clId="{16939FDA-3B4E-4AB4-8D45-EA4CEC38094D}" dt="2024-07-31T03:56:15.585" v="90" actId="20577"/>
        <pc:sldMkLst>
          <pc:docMk/>
          <pc:sldMk cId="0" sldId="308"/>
        </pc:sldMkLst>
        <pc:spChg chg="mod">
          <ac:chgData name="Fabian" userId="f46cf8bb-4ec7-4653-94a9-ff26fa22481f" providerId="ADAL" clId="{16939FDA-3B4E-4AB4-8D45-EA4CEC38094D}" dt="2024-07-31T03:56:15.585" v="90" actId="20577"/>
          <ac:spMkLst>
            <pc:docMk/>
            <pc:sldMk cId="0" sldId="308"/>
            <ac:spMk id="34819" creationId="{FE9C71F6-91CC-4A02-850D-B63AA4150360}"/>
          </ac:spMkLst>
        </pc:spChg>
        <pc:spChg chg="mod">
          <ac:chgData name="Fabian" userId="f46cf8bb-4ec7-4653-94a9-ff26fa22481f" providerId="ADAL" clId="{16939FDA-3B4E-4AB4-8D45-EA4CEC38094D}" dt="2024-07-31T03:55:56.827" v="83" actId="207"/>
          <ac:spMkLst>
            <pc:docMk/>
            <pc:sldMk cId="0" sldId="308"/>
            <ac:spMk id="34820" creationId="{6305AF00-4209-40E1-B298-0689638FDF29}"/>
          </ac:spMkLst>
        </pc:spChg>
        <pc:spChg chg="mod">
          <ac:chgData name="Fabian" userId="f46cf8bb-4ec7-4653-94a9-ff26fa22481f" providerId="ADAL" clId="{16939FDA-3B4E-4AB4-8D45-EA4CEC38094D}" dt="2024-07-31T03:56:12.012" v="88" actId="1076"/>
          <ac:spMkLst>
            <pc:docMk/>
            <pc:sldMk cId="0" sldId="308"/>
            <ac:spMk id="34823" creationId="{1253B513-99BE-4F57-9D47-B3CD3D7F914E}"/>
          </ac:spMkLst>
        </pc:spChg>
        <pc:spChg chg="mod">
          <ac:chgData name="Fabian" userId="f46cf8bb-4ec7-4653-94a9-ff26fa22481f" providerId="ADAL" clId="{16939FDA-3B4E-4AB4-8D45-EA4CEC38094D}" dt="2024-07-31T03:56:09.288" v="87" actId="1076"/>
          <ac:spMkLst>
            <pc:docMk/>
            <pc:sldMk cId="0" sldId="308"/>
            <ac:spMk id="34824" creationId="{E2C3758C-CC06-4711-8FD6-61D38D97AF72}"/>
          </ac:spMkLst>
        </pc:spChg>
        <pc:picChg chg="mod">
          <ac:chgData name="Fabian" userId="f46cf8bb-4ec7-4653-94a9-ff26fa22481f" providerId="ADAL" clId="{16939FDA-3B4E-4AB4-8D45-EA4CEC38094D}" dt="2024-07-31T03:56:06.842" v="86" actId="14100"/>
          <ac:picMkLst>
            <pc:docMk/>
            <pc:sldMk cId="0" sldId="308"/>
            <ac:picMk id="34821" creationId="{760A4025-7D62-4C17-8D07-18C580532453}"/>
          </ac:picMkLst>
        </pc:picChg>
        <pc:picChg chg="mod">
          <ac:chgData name="Fabian" userId="f46cf8bb-4ec7-4653-94a9-ff26fa22481f" providerId="ADAL" clId="{16939FDA-3B4E-4AB4-8D45-EA4CEC38094D}" dt="2024-07-31T03:56:06.842" v="86" actId="14100"/>
          <ac:picMkLst>
            <pc:docMk/>
            <pc:sldMk cId="0" sldId="308"/>
            <ac:picMk id="34822" creationId="{2655BDC0-8A40-4A7B-99E9-BD5CE2417CF3}"/>
          </ac:picMkLst>
        </pc:picChg>
      </pc:sldChg>
      <pc:sldChg chg="addSp delSp modSp">
        <pc:chgData name="Fabian" userId="f46cf8bb-4ec7-4653-94a9-ff26fa22481f" providerId="ADAL" clId="{16939FDA-3B4E-4AB4-8D45-EA4CEC38094D}" dt="2024-08-01T12:49:14.910" v="244" actId="1076"/>
        <pc:sldMkLst>
          <pc:docMk/>
          <pc:sldMk cId="0" sldId="310"/>
        </pc:sldMkLst>
        <pc:spChg chg="del">
          <ac:chgData name="Fabian" userId="f46cf8bb-4ec7-4653-94a9-ff26fa22481f" providerId="ADAL" clId="{16939FDA-3B4E-4AB4-8D45-EA4CEC38094D}" dt="2024-08-01T12:49:03.471" v="239"/>
          <ac:spMkLst>
            <pc:docMk/>
            <pc:sldMk cId="0" sldId="310"/>
            <ac:spMk id="8" creationId="{91A56D72-1730-4ABB-BE6D-496BE1319C3C}"/>
          </ac:spMkLst>
        </pc:spChg>
        <pc:spChg chg="mod">
          <ac:chgData name="Fabian" userId="f46cf8bb-4ec7-4653-94a9-ff26fa22481f" providerId="ADAL" clId="{16939FDA-3B4E-4AB4-8D45-EA4CEC38094D}" dt="2024-08-01T12:48:55.500" v="235" actId="1076"/>
          <ac:spMkLst>
            <pc:docMk/>
            <pc:sldMk cId="0" sldId="310"/>
            <ac:spMk id="10" creationId="{C67CE03B-3B99-4126-ACE2-DD3303A36F22}"/>
          </ac:spMkLst>
        </pc:spChg>
        <pc:spChg chg="add mod">
          <ac:chgData name="Fabian" userId="f46cf8bb-4ec7-4653-94a9-ff26fa22481f" providerId="ADAL" clId="{16939FDA-3B4E-4AB4-8D45-EA4CEC38094D}" dt="2024-08-01T12:49:14.910" v="244" actId="1076"/>
          <ac:spMkLst>
            <pc:docMk/>
            <pc:sldMk cId="0" sldId="310"/>
            <ac:spMk id="17" creationId="{CB45EADE-9F3C-4F9A-ACA2-3D6145943DA0}"/>
          </ac:spMkLst>
        </pc:spChg>
        <pc:spChg chg="mod">
          <ac:chgData name="Fabian" userId="f46cf8bb-4ec7-4653-94a9-ff26fa22481f" providerId="ADAL" clId="{16939FDA-3B4E-4AB4-8D45-EA4CEC38094D}" dt="2024-08-01T12:48:23.950" v="221" actId="207"/>
          <ac:spMkLst>
            <pc:docMk/>
            <pc:sldMk cId="0" sldId="310"/>
            <ac:spMk id="12304" creationId="{7ABE1CC1-805D-4CE9-B5AA-CE8E252C7601}"/>
          </ac:spMkLst>
        </pc:spChg>
        <pc:picChg chg="mod">
          <ac:chgData name="Fabian" userId="f46cf8bb-4ec7-4653-94a9-ff26fa22481f" providerId="ADAL" clId="{16939FDA-3B4E-4AB4-8D45-EA4CEC38094D}" dt="2024-08-01T12:49:05.210" v="240" actId="1076"/>
          <ac:picMkLst>
            <pc:docMk/>
            <pc:sldMk cId="0" sldId="310"/>
            <ac:picMk id="12294" creationId="{21C48D63-6643-4B23-A4F1-D7F710FB105F}"/>
          </ac:picMkLst>
        </pc:picChg>
        <pc:picChg chg="mod">
          <ac:chgData name="Fabian" userId="f46cf8bb-4ec7-4653-94a9-ff26fa22481f" providerId="ADAL" clId="{16939FDA-3B4E-4AB4-8D45-EA4CEC38094D}" dt="2024-08-01T12:49:00.657" v="238" actId="14100"/>
          <ac:picMkLst>
            <pc:docMk/>
            <pc:sldMk cId="0" sldId="310"/>
            <ac:picMk id="12296" creationId="{D484907E-A71A-4A9C-9CA2-ACD3B854142A}"/>
          </ac:picMkLst>
        </pc:picChg>
        <pc:picChg chg="mod">
          <ac:chgData name="Fabian" userId="f46cf8bb-4ec7-4653-94a9-ff26fa22481f" providerId="ADAL" clId="{16939FDA-3B4E-4AB4-8D45-EA4CEC38094D}" dt="2024-08-01T12:48:39.571" v="226" actId="14100"/>
          <ac:picMkLst>
            <pc:docMk/>
            <pc:sldMk cId="0" sldId="310"/>
            <ac:picMk id="12298" creationId="{4984A147-A917-4D93-8339-1871B2412263}"/>
          </ac:picMkLst>
        </pc:picChg>
        <pc:picChg chg="mod">
          <ac:chgData name="Fabian" userId="f46cf8bb-4ec7-4653-94a9-ff26fa22481f" providerId="ADAL" clId="{16939FDA-3B4E-4AB4-8D45-EA4CEC38094D}" dt="2024-08-01T12:48:34.250" v="223" actId="1076"/>
          <ac:picMkLst>
            <pc:docMk/>
            <pc:sldMk cId="0" sldId="310"/>
            <ac:picMk id="12300" creationId="{7D0A6D92-631D-4562-80E8-F38CD522134B}"/>
          </ac:picMkLst>
        </pc:picChg>
        <pc:picChg chg="mod">
          <ac:chgData name="Fabian" userId="f46cf8bb-4ec7-4653-94a9-ff26fa22481f" providerId="ADAL" clId="{16939FDA-3B4E-4AB4-8D45-EA4CEC38094D}" dt="2024-08-01T12:48:35.726" v="224" actId="1076"/>
          <ac:picMkLst>
            <pc:docMk/>
            <pc:sldMk cId="0" sldId="310"/>
            <ac:picMk id="12303" creationId="{84B7591C-A8D2-47C2-8FFB-2437BE2D6558}"/>
          </ac:picMkLst>
        </pc:picChg>
      </pc:sldChg>
      <pc:sldChg chg="modSp">
        <pc:chgData name="Fabian" userId="f46cf8bb-4ec7-4653-94a9-ff26fa22481f" providerId="ADAL" clId="{16939FDA-3B4E-4AB4-8D45-EA4CEC38094D}" dt="2024-07-31T03:55:50.326" v="82" actId="14100"/>
        <pc:sldMkLst>
          <pc:docMk/>
          <pc:sldMk cId="0" sldId="311"/>
        </pc:sldMkLst>
        <pc:spChg chg="mod">
          <ac:chgData name="Fabian" userId="f46cf8bb-4ec7-4653-94a9-ff26fa22481f" providerId="ADAL" clId="{16939FDA-3B4E-4AB4-8D45-EA4CEC38094D}" dt="2024-07-31T03:55:45.062" v="79" actId="207"/>
          <ac:spMkLst>
            <pc:docMk/>
            <pc:sldMk cId="0" sldId="311"/>
            <ac:spMk id="36869" creationId="{3B407BE0-B654-45BB-A319-C22B6CA494DA}"/>
          </ac:spMkLst>
        </pc:spChg>
        <pc:picChg chg="mod">
          <ac:chgData name="Fabian" userId="f46cf8bb-4ec7-4653-94a9-ff26fa22481f" providerId="ADAL" clId="{16939FDA-3B4E-4AB4-8D45-EA4CEC38094D}" dt="2024-07-31T03:55:48.059" v="81" actId="1076"/>
          <ac:picMkLst>
            <pc:docMk/>
            <pc:sldMk cId="0" sldId="311"/>
            <ac:picMk id="4" creationId="{FE7663A8-113E-43A5-B18C-F0D52D8EB3F2}"/>
          </ac:picMkLst>
        </pc:picChg>
        <pc:picChg chg="mod">
          <ac:chgData name="Fabian" userId="f46cf8bb-4ec7-4653-94a9-ff26fa22481f" providerId="ADAL" clId="{16939FDA-3B4E-4AB4-8D45-EA4CEC38094D}" dt="2024-07-31T03:55:50.326" v="82" actId="14100"/>
          <ac:picMkLst>
            <pc:docMk/>
            <pc:sldMk cId="0" sldId="311"/>
            <ac:picMk id="5" creationId="{AFF3FE68-4965-4739-9A3D-C43A1897AFBE}"/>
          </ac:picMkLst>
        </pc:picChg>
      </pc:sldChg>
      <pc:sldChg chg="delSp del">
        <pc:chgData name="Fabian" userId="f46cf8bb-4ec7-4653-94a9-ff26fa22481f" providerId="ADAL" clId="{16939FDA-3B4E-4AB4-8D45-EA4CEC38094D}" dt="2024-07-31T03:57:57.943" v="136" actId="2696"/>
        <pc:sldMkLst>
          <pc:docMk/>
          <pc:sldMk cId="0" sldId="314"/>
        </pc:sldMkLst>
        <pc:picChg chg="del">
          <ac:chgData name="Fabian" userId="f46cf8bb-4ec7-4653-94a9-ff26fa22481f" providerId="ADAL" clId="{16939FDA-3B4E-4AB4-8D45-EA4CEC38094D}" dt="2024-07-31T03:57:53.277" v="133"/>
          <ac:picMkLst>
            <pc:docMk/>
            <pc:sldMk cId="0" sldId="314"/>
            <ac:picMk id="29699" creationId="{1A730488-B3D0-46E5-84AB-11AA38EB6DC3}"/>
          </ac:picMkLst>
        </pc:picChg>
        <pc:picChg chg="del">
          <ac:chgData name="Fabian" userId="f46cf8bb-4ec7-4653-94a9-ff26fa22481f" providerId="ADAL" clId="{16939FDA-3B4E-4AB4-8D45-EA4CEC38094D}" dt="2024-07-31T03:57:53.277" v="133"/>
          <ac:picMkLst>
            <pc:docMk/>
            <pc:sldMk cId="0" sldId="314"/>
            <ac:picMk id="29700" creationId="{16784ADA-99F4-42D7-A4AF-8D44067BD8B0}"/>
          </ac:picMkLst>
        </pc:picChg>
        <pc:picChg chg="del">
          <ac:chgData name="Fabian" userId="f46cf8bb-4ec7-4653-94a9-ff26fa22481f" providerId="ADAL" clId="{16939FDA-3B4E-4AB4-8D45-EA4CEC38094D}" dt="2024-07-31T03:57:53.277" v="133"/>
          <ac:picMkLst>
            <pc:docMk/>
            <pc:sldMk cId="0" sldId="314"/>
            <ac:picMk id="29701" creationId="{25302233-7669-446A-8C16-CD29B2511021}"/>
          </ac:picMkLst>
        </pc:picChg>
      </pc:sldChg>
      <pc:sldChg chg="modSp">
        <pc:chgData name="Fabian" userId="f46cf8bb-4ec7-4653-94a9-ff26fa22481f" providerId="ADAL" clId="{16939FDA-3B4E-4AB4-8D45-EA4CEC38094D}" dt="2024-07-31T03:53:13.069" v="13" actId="1076"/>
        <pc:sldMkLst>
          <pc:docMk/>
          <pc:sldMk cId="0" sldId="315"/>
        </pc:sldMkLst>
        <pc:spChg chg="mod">
          <ac:chgData name="Fabian" userId="f46cf8bb-4ec7-4653-94a9-ff26fa22481f" providerId="ADAL" clId="{16939FDA-3B4E-4AB4-8D45-EA4CEC38094D}" dt="2024-07-31T03:53:13.069" v="13" actId="1076"/>
          <ac:spMkLst>
            <pc:docMk/>
            <pc:sldMk cId="0" sldId="315"/>
            <ac:spMk id="48131" creationId="{96FD6657-3458-48A4-83BE-6EE7F48FD1C2}"/>
          </ac:spMkLst>
        </pc:spChg>
      </pc:sldChg>
      <pc:sldChg chg="del">
        <pc:chgData name="Fabian" userId="f46cf8bb-4ec7-4653-94a9-ff26fa22481f" providerId="ADAL" clId="{16939FDA-3B4E-4AB4-8D45-EA4CEC38094D}" dt="2024-07-31T03:52:58.581" v="7" actId="2696"/>
        <pc:sldMkLst>
          <pc:docMk/>
          <pc:sldMk cId="0" sldId="316"/>
        </pc:sldMkLst>
      </pc:sldChg>
      <pc:sldChg chg="modSp">
        <pc:chgData name="Fabian" userId="f46cf8bb-4ec7-4653-94a9-ff26fa22481f" providerId="ADAL" clId="{16939FDA-3B4E-4AB4-8D45-EA4CEC38094D}" dt="2024-07-31T04:01:02.886" v="212" actId="1076"/>
        <pc:sldMkLst>
          <pc:docMk/>
          <pc:sldMk cId="0" sldId="317"/>
        </pc:sldMkLst>
        <pc:picChg chg="mod">
          <ac:chgData name="Fabian" userId="f46cf8bb-4ec7-4653-94a9-ff26fa22481f" providerId="ADAL" clId="{16939FDA-3B4E-4AB4-8D45-EA4CEC38094D}" dt="2024-07-31T04:01:02.886" v="212" actId="1076"/>
          <ac:picMkLst>
            <pc:docMk/>
            <pc:sldMk cId="0" sldId="317"/>
            <ac:picMk id="7171" creationId="{CFBB3C91-5EAD-4E9F-BE4B-A0AC99A04A13}"/>
          </ac:picMkLst>
        </pc:picChg>
        <pc:picChg chg="mod">
          <ac:chgData name="Fabian" userId="f46cf8bb-4ec7-4653-94a9-ff26fa22481f" providerId="ADAL" clId="{16939FDA-3B4E-4AB4-8D45-EA4CEC38094D}" dt="2024-07-31T04:00:54.681" v="209" actId="1076"/>
          <ac:picMkLst>
            <pc:docMk/>
            <pc:sldMk cId="0" sldId="317"/>
            <ac:picMk id="7172" creationId="{B62E50AC-060C-4EE8-AE33-6905C0CA53A9}"/>
          </ac:picMkLst>
        </pc:picChg>
      </pc:sldChg>
      <pc:sldChg chg="modSp add">
        <pc:chgData name="Fabian" userId="f46cf8bb-4ec7-4653-94a9-ff26fa22481f" providerId="ADAL" clId="{16939FDA-3B4E-4AB4-8D45-EA4CEC38094D}" dt="2024-07-31T03:52:43.736" v="5" actId="20577"/>
        <pc:sldMkLst>
          <pc:docMk/>
          <pc:sldMk cId="3807564589" sldId="480"/>
        </pc:sldMkLst>
        <pc:spChg chg="mod">
          <ac:chgData name="Fabian" userId="f46cf8bb-4ec7-4653-94a9-ff26fa22481f" providerId="ADAL" clId="{16939FDA-3B4E-4AB4-8D45-EA4CEC38094D}" dt="2024-07-31T03:52:43.736" v="5" actId="20577"/>
          <ac:spMkLst>
            <pc:docMk/>
            <pc:sldMk cId="3807564589" sldId="480"/>
            <ac:spMk id="3" creationId="{05C0E2BF-BBBC-BF27-4255-C5149D193112}"/>
          </ac:spMkLst>
        </pc:spChg>
      </pc:sldChg>
      <pc:sldChg chg="modSp add">
        <pc:chgData name="Fabian" userId="f46cf8bb-4ec7-4653-94a9-ff26fa22481f" providerId="ADAL" clId="{16939FDA-3B4E-4AB4-8D45-EA4CEC38094D}" dt="2024-07-31T03:53:04.712" v="10" actId="20577"/>
        <pc:sldMkLst>
          <pc:docMk/>
          <pc:sldMk cId="1145598134" sldId="481"/>
        </pc:sldMkLst>
        <pc:spChg chg="mod">
          <ac:chgData name="Fabian" userId="f46cf8bb-4ec7-4653-94a9-ff26fa22481f" providerId="ADAL" clId="{16939FDA-3B4E-4AB4-8D45-EA4CEC38094D}" dt="2024-07-31T03:53:04.712" v="10" actId="20577"/>
          <ac:spMkLst>
            <pc:docMk/>
            <pc:sldMk cId="1145598134" sldId="481"/>
            <ac:spMk id="6" creationId="{72F7B521-1AC3-4286-A6F6-F385B851B77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3D500E33-4417-42FF-9D36-A67CAFD79618}"/>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a:latin typeface="Arial" charset="0"/>
              </a:defRPr>
            </a:lvl1pPr>
          </a:lstStyle>
          <a:p>
            <a:pPr>
              <a:defRPr/>
            </a:pPr>
            <a:endParaRPr lang="en-US"/>
          </a:p>
        </p:txBody>
      </p:sp>
      <p:sp>
        <p:nvSpPr>
          <p:cNvPr id="5123" name="Rectangle 3">
            <a:extLst>
              <a:ext uri="{FF2B5EF4-FFF2-40B4-BE49-F238E27FC236}">
                <a16:creationId xmlns:a16="http://schemas.microsoft.com/office/drawing/2014/main" id="{4FE85324-0F2D-45FA-A90D-4240B816547B}"/>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a:latin typeface="Arial" charset="0"/>
              </a:defRPr>
            </a:lvl1pPr>
          </a:lstStyle>
          <a:p>
            <a:pPr>
              <a:defRPr/>
            </a:pPr>
            <a:endParaRPr lang="en-US"/>
          </a:p>
        </p:txBody>
      </p:sp>
      <p:sp>
        <p:nvSpPr>
          <p:cNvPr id="5124" name="Rectangle 4">
            <a:extLst>
              <a:ext uri="{FF2B5EF4-FFF2-40B4-BE49-F238E27FC236}">
                <a16:creationId xmlns:a16="http://schemas.microsoft.com/office/drawing/2014/main" id="{F07FB5C5-F3C9-411C-80DC-4E9F4D895977}"/>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a:latin typeface="Arial" charset="0"/>
              </a:defRPr>
            </a:lvl1pPr>
          </a:lstStyle>
          <a:p>
            <a:pPr>
              <a:defRPr/>
            </a:pPr>
            <a:endParaRPr lang="en-US"/>
          </a:p>
        </p:txBody>
      </p:sp>
      <p:sp>
        <p:nvSpPr>
          <p:cNvPr id="5125" name="Rectangle 5">
            <a:extLst>
              <a:ext uri="{FF2B5EF4-FFF2-40B4-BE49-F238E27FC236}">
                <a16:creationId xmlns:a16="http://schemas.microsoft.com/office/drawing/2014/main" id="{B64911AF-6BEF-4E9D-A2D5-F3C47E7DFBB0}"/>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a:lvl1pPr>
          </a:lstStyle>
          <a:p>
            <a:pPr>
              <a:defRPr/>
            </a:pPr>
            <a:fld id="{CE496655-6506-44F5-94F1-36007D8D6F62}" type="slidenum">
              <a:rPr lang="en-US" altLang="id-ID"/>
              <a:pPr>
                <a:defRPr/>
              </a:pPr>
              <a:t>‹#›</a:t>
            </a:fld>
            <a:endParaRPr lang="en-US" altLang="id-ID"/>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812CB2EA-9A3B-4B9D-B604-8E6A1682140B}"/>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a:latin typeface="Arial" charset="0"/>
              </a:defRPr>
            </a:lvl1pPr>
          </a:lstStyle>
          <a:p>
            <a:pPr>
              <a:defRPr/>
            </a:pPr>
            <a:endParaRPr lang="en-US"/>
          </a:p>
        </p:txBody>
      </p:sp>
      <p:sp>
        <p:nvSpPr>
          <p:cNvPr id="33795" name="Rectangle 3">
            <a:extLst>
              <a:ext uri="{FF2B5EF4-FFF2-40B4-BE49-F238E27FC236}">
                <a16:creationId xmlns:a16="http://schemas.microsoft.com/office/drawing/2014/main" id="{99E2EF38-3FC5-41CC-B5F6-D65A62785231}"/>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a:latin typeface="Arial" charset="0"/>
              </a:defRPr>
            </a:lvl1pPr>
          </a:lstStyle>
          <a:p>
            <a:pPr>
              <a:defRPr/>
            </a:pPr>
            <a:endParaRPr lang="en-US"/>
          </a:p>
        </p:txBody>
      </p:sp>
      <p:sp>
        <p:nvSpPr>
          <p:cNvPr id="2052" name="Rectangle 4">
            <a:extLst>
              <a:ext uri="{FF2B5EF4-FFF2-40B4-BE49-F238E27FC236}">
                <a16:creationId xmlns:a16="http://schemas.microsoft.com/office/drawing/2014/main" id="{531D2B97-936B-41F5-9CCF-6C372AB16C71}"/>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7" name="Rectangle 5">
            <a:extLst>
              <a:ext uri="{FF2B5EF4-FFF2-40B4-BE49-F238E27FC236}">
                <a16:creationId xmlns:a16="http://schemas.microsoft.com/office/drawing/2014/main" id="{68CFF34A-154B-4590-B0CE-098ABD2843F7}"/>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3798" name="Rectangle 6">
            <a:extLst>
              <a:ext uri="{FF2B5EF4-FFF2-40B4-BE49-F238E27FC236}">
                <a16:creationId xmlns:a16="http://schemas.microsoft.com/office/drawing/2014/main" id="{CD05884C-24A4-4928-8BE2-069D25FBD197}"/>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a:latin typeface="Arial" charset="0"/>
              </a:defRPr>
            </a:lvl1pPr>
          </a:lstStyle>
          <a:p>
            <a:pPr>
              <a:defRPr/>
            </a:pPr>
            <a:endParaRPr lang="en-US"/>
          </a:p>
        </p:txBody>
      </p:sp>
      <p:sp>
        <p:nvSpPr>
          <p:cNvPr id="33799" name="Rectangle 7">
            <a:extLst>
              <a:ext uri="{FF2B5EF4-FFF2-40B4-BE49-F238E27FC236}">
                <a16:creationId xmlns:a16="http://schemas.microsoft.com/office/drawing/2014/main" id="{41CCBF5F-E012-4DD3-9743-BE6FED3B3889}"/>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a:lvl1pPr>
          </a:lstStyle>
          <a:p>
            <a:pPr>
              <a:defRPr/>
            </a:pPr>
            <a:fld id="{5ABEA327-5CDD-499E-8E2B-843171ACC949}" type="slidenum">
              <a:rPr lang="en-US" altLang="id-ID"/>
              <a:pPr>
                <a:defRPr/>
              </a:pPr>
              <a:t>‹#›</a:t>
            </a:fld>
            <a:endParaRPr lang="en-US" altLang="id-ID"/>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a:extLst>
              <a:ext uri="{FF2B5EF4-FFF2-40B4-BE49-F238E27FC236}">
                <a16:creationId xmlns:a16="http://schemas.microsoft.com/office/drawing/2014/main" id="{1F822AA8-5C04-46ED-BAE4-51F11FCC72D5}"/>
              </a:ext>
            </a:extLst>
          </p:cNvPr>
          <p:cNvSpPr>
            <a:spLocks noGrp="1" noRot="1" noChangeAspect="1" noChangeArrowheads="1" noTextEdit="1"/>
          </p:cNvSpPr>
          <p:nvPr>
            <p:ph type="sldImg"/>
          </p:nvPr>
        </p:nvSpPr>
        <p:spPr>
          <a:ln/>
        </p:spPr>
      </p:sp>
      <p:sp>
        <p:nvSpPr>
          <p:cNvPr id="28675" name="Notes Placeholder 2">
            <a:extLst>
              <a:ext uri="{FF2B5EF4-FFF2-40B4-BE49-F238E27FC236}">
                <a16:creationId xmlns:a16="http://schemas.microsoft.com/office/drawing/2014/main" id="{C9E770D7-657B-4F44-9952-65556644F49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id-ID">
                <a:latin typeface="Arial" panose="020B0604020202020204" pitchFamily="34" charset="0"/>
              </a:rPr>
              <a:t>is the ohm, </a:t>
            </a:r>
          </a:p>
        </p:txBody>
      </p:sp>
      <p:sp>
        <p:nvSpPr>
          <p:cNvPr id="28676" name="Slide Number Placeholder 3">
            <a:extLst>
              <a:ext uri="{FF2B5EF4-FFF2-40B4-BE49-F238E27FC236}">
                <a16:creationId xmlns:a16="http://schemas.microsoft.com/office/drawing/2014/main" id="{C12CF76C-0FAC-4780-BA3F-C922003B676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03F2ABB-1915-44CB-8F3E-4C3AFBAB1108}" type="slidenum">
              <a:rPr lang="en-US" altLang="id-ID" smtClean="0"/>
              <a:pPr>
                <a:spcBef>
                  <a:spcPct val="0"/>
                </a:spcBef>
              </a:pPr>
              <a:t>23</a:t>
            </a:fld>
            <a:endParaRPr lang="en-US" altLang="id-ID"/>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1" descr="Background 01.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762" y="4763"/>
            <a:ext cx="9139237" cy="6461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userDrawn="1"/>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p:cNvSpPr/>
          <p:nvPr userDrawn="1"/>
        </p:nvSpPr>
        <p:spPr>
          <a:xfrm>
            <a:off x="1691679" y="1628800"/>
            <a:ext cx="7452319" cy="5229200"/>
          </a:xfrm>
          <a:prstGeom prst="rect">
            <a:avLst/>
          </a:prstGeom>
          <a:solidFill>
            <a:srgbClr val="008F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p:cNvSpPr>
            <a:spLocks noGrp="1"/>
          </p:cNvSpPr>
          <p:nvPr>
            <p:ph type="ctrTitle" hasCustomPrompt="1"/>
          </p:nvPr>
        </p:nvSpPr>
        <p:spPr>
          <a:xfrm>
            <a:off x="1835696" y="2708920"/>
            <a:ext cx="7128792" cy="1470025"/>
          </a:xfrm>
        </p:spPr>
        <p:txBody>
          <a:bodyPr/>
          <a:lstStyle>
            <a:lvl1pPr eaLnBrk="1" hangingPunct="1">
              <a:defRPr sz="4400">
                <a:solidFill>
                  <a:schemeClr val="bg1"/>
                </a:solidFill>
              </a:defRPr>
            </a:lvl1pPr>
          </a:lstStyle>
          <a:p>
            <a:pPr eaLnBrk="1" hangingPunct="1"/>
            <a:r>
              <a:rPr lang="en-US" sz="3200" b="1" dirty="0">
                <a:solidFill>
                  <a:schemeClr val="bg1"/>
                </a:solidFill>
                <a:latin typeface="Open Sans" pitchFamily="-84" charset="0"/>
                <a:ea typeface="ＭＳ Ｐゴシック" pitchFamily="34" charset="-128"/>
              </a:rPr>
              <a:t>Headline Open Sans Bold 32pt</a:t>
            </a:r>
          </a:p>
        </p:txBody>
      </p:sp>
      <p:sp>
        <p:nvSpPr>
          <p:cNvPr id="3" name="Subtitle 2"/>
          <p:cNvSpPr>
            <a:spLocks noGrp="1"/>
          </p:cNvSpPr>
          <p:nvPr>
            <p:ph type="subTitle" idx="1"/>
          </p:nvPr>
        </p:nvSpPr>
        <p:spPr>
          <a:xfrm>
            <a:off x="2267744" y="4295527"/>
            <a:ext cx="6400800" cy="576064"/>
          </a:xfrm>
        </p:spPr>
        <p:txBody>
          <a:bodyPr>
            <a:normAutofit/>
          </a:bodyPr>
          <a:lstStyle>
            <a:lvl1pPr marL="0" indent="0" algn="ctr">
              <a:buNone/>
              <a:defRPr sz="2400">
                <a:solidFill>
                  <a:schemeClr val="bg1"/>
                </a:solidFill>
                <a:latin typeface="Open San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id-ID" dirty="0"/>
          </a:p>
        </p:txBody>
      </p:sp>
      <p:sp>
        <p:nvSpPr>
          <p:cNvPr id="4" name="Date Placeholder 3"/>
          <p:cNvSpPr>
            <a:spLocks noGrp="1"/>
          </p:cNvSpPr>
          <p:nvPr>
            <p:ph type="dt" sz="half" idx="10"/>
          </p:nvPr>
        </p:nvSpPr>
        <p:spPr>
          <a:xfrm>
            <a:off x="457200" y="6453336"/>
            <a:ext cx="2133600" cy="365125"/>
          </a:xfrm>
        </p:spPr>
        <p:txBody>
          <a:bodyPr/>
          <a:lstStyle/>
          <a:p>
            <a:fld id="{5EF9B71C-2D91-4D15-BAB7-ADA66F828B46}" type="datetimeFigureOut">
              <a:rPr lang="id-ID" smtClean="0"/>
              <a:pPr/>
              <a:t>31/07/2024</a:t>
            </a:fld>
            <a:endParaRPr lang="id-ID"/>
          </a:p>
        </p:txBody>
      </p:sp>
      <p:sp>
        <p:nvSpPr>
          <p:cNvPr id="5" name="Footer Placeholder 4"/>
          <p:cNvSpPr>
            <a:spLocks noGrp="1"/>
          </p:cNvSpPr>
          <p:nvPr>
            <p:ph type="ftr" sz="quarter" idx="11"/>
          </p:nvPr>
        </p:nvSpPr>
        <p:spPr>
          <a:xfrm>
            <a:off x="3124200" y="6453336"/>
            <a:ext cx="2895600" cy="365125"/>
          </a:xfrm>
        </p:spPr>
        <p:txBody>
          <a:bodyPr/>
          <a:lstStyle/>
          <a:p>
            <a:endParaRPr lang="id-ID"/>
          </a:p>
        </p:txBody>
      </p:sp>
      <p:sp>
        <p:nvSpPr>
          <p:cNvPr id="6" name="Slide Number Placeholder 5"/>
          <p:cNvSpPr>
            <a:spLocks noGrp="1"/>
          </p:cNvSpPr>
          <p:nvPr>
            <p:ph type="sldNum" sz="quarter" idx="12"/>
          </p:nvPr>
        </p:nvSpPr>
        <p:spPr>
          <a:xfrm>
            <a:off x="6553200" y="6453336"/>
            <a:ext cx="2133600" cy="365125"/>
          </a:xfrm>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1731621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1" descr="Background 02.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3937"/>
            <a:ext cx="9143999" cy="646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userDrawn="1"/>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p:cNvSpPr>
            <a:spLocks noGrp="1"/>
          </p:cNvSpPr>
          <p:nvPr>
            <p:ph type="title"/>
          </p:nvPr>
        </p:nvSpPr>
        <p:spPr>
          <a:xfrm>
            <a:off x="1911350" y="2060848"/>
            <a:ext cx="6837114" cy="792088"/>
          </a:xfrm>
        </p:spPr>
        <p:txBody>
          <a:bodyPr>
            <a:normAutofit/>
          </a:bodyPr>
          <a:lstStyle>
            <a:lvl1pPr algn="l">
              <a:defRPr sz="3000" b="1">
                <a:solidFill>
                  <a:srgbClr val="0079B8"/>
                </a:solidFill>
                <a:latin typeface="Open Sans"/>
              </a:defRPr>
            </a:lvl1pPr>
          </a:lstStyle>
          <a:p>
            <a:r>
              <a:rPr lang="en-US"/>
              <a:t>Click to edit Master title style</a:t>
            </a:r>
            <a:endParaRPr lang="id-ID" dirty="0"/>
          </a:p>
        </p:txBody>
      </p:sp>
      <p:sp>
        <p:nvSpPr>
          <p:cNvPr id="8" name="Date Placeholder 3"/>
          <p:cNvSpPr>
            <a:spLocks noGrp="1"/>
          </p:cNvSpPr>
          <p:nvPr>
            <p:ph type="dt" sz="half" idx="10"/>
          </p:nvPr>
        </p:nvSpPr>
        <p:spPr>
          <a:xfrm>
            <a:off x="457200" y="6453336"/>
            <a:ext cx="2133600" cy="365125"/>
          </a:xfrm>
        </p:spPr>
        <p:txBody>
          <a:bodyPr/>
          <a:lstStyle/>
          <a:p>
            <a:fld id="{5EF9B71C-2D91-4D15-BAB7-ADA66F828B46}" type="datetimeFigureOut">
              <a:rPr lang="id-ID" smtClean="0"/>
              <a:pPr/>
              <a:t>31/07/2024</a:t>
            </a:fld>
            <a:endParaRPr lang="id-ID"/>
          </a:p>
        </p:txBody>
      </p:sp>
      <p:sp>
        <p:nvSpPr>
          <p:cNvPr id="9" name="Footer Placeholder 4"/>
          <p:cNvSpPr>
            <a:spLocks noGrp="1"/>
          </p:cNvSpPr>
          <p:nvPr>
            <p:ph type="ftr" sz="quarter" idx="11"/>
          </p:nvPr>
        </p:nvSpPr>
        <p:spPr>
          <a:xfrm>
            <a:off x="3124200" y="6453336"/>
            <a:ext cx="2895600" cy="365125"/>
          </a:xfrm>
        </p:spPr>
        <p:txBody>
          <a:bodyPr/>
          <a:lstStyle/>
          <a:p>
            <a:endParaRPr lang="id-ID"/>
          </a:p>
        </p:txBody>
      </p:sp>
      <p:sp>
        <p:nvSpPr>
          <p:cNvPr id="10" name="Slide Number Placeholder 5"/>
          <p:cNvSpPr>
            <a:spLocks noGrp="1"/>
          </p:cNvSpPr>
          <p:nvPr>
            <p:ph type="sldNum" sz="quarter" idx="12"/>
          </p:nvPr>
        </p:nvSpPr>
        <p:spPr>
          <a:xfrm>
            <a:off x="6553200" y="6453336"/>
            <a:ext cx="2133600" cy="365125"/>
          </a:xfrm>
        </p:spPr>
        <p:txBody>
          <a:bodyPr/>
          <a:lstStyle/>
          <a:p>
            <a:fld id="{F173735F-2667-4028-B606-D96AABD86FDB}" type="slidenum">
              <a:rPr lang="id-ID" smtClean="0"/>
              <a:pPr/>
              <a:t>‹#›</a:t>
            </a:fld>
            <a:endParaRPr lang="id-ID"/>
          </a:p>
        </p:txBody>
      </p:sp>
      <p:sp>
        <p:nvSpPr>
          <p:cNvPr id="14" name="Content Placeholder 2"/>
          <p:cNvSpPr>
            <a:spLocks noGrp="1"/>
          </p:cNvSpPr>
          <p:nvPr>
            <p:ph idx="1"/>
          </p:nvPr>
        </p:nvSpPr>
        <p:spPr>
          <a:xfrm>
            <a:off x="1911350" y="3429001"/>
            <a:ext cx="6837114" cy="3040422"/>
          </a:xfrm>
        </p:spPr>
        <p:txBody>
          <a:bodyPr/>
          <a:lstStyle>
            <a:lvl1pPr>
              <a:defRPr>
                <a:latin typeface="Open Sans"/>
              </a:defRPr>
            </a:lvl1pPr>
            <a:lvl2pPr>
              <a:defRPr>
                <a:latin typeface="Open Sans"/>
              </a:defRPr>
            </a:lvl2pPr>
            <a:lvl3pPr>
              <a:defRPr>
                <a:latin typeface="Open Sans"/>
              </a:defRPr>
            </a:lvl3pPr>
            <a:lvl4pPr>
              <a:defRPr>
                <a:latin typeface="Open Sans"/>
              </a:defRPr>
            </a:lvl4pPr>
            <a:lvl5pPr>
              <a:defRPr>
                <a:latin typeface="Open San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16" name="Subtitle 2"/>
          <p:cNvSpPr>
            <a:spLocks noGrp="1"/>
          </p:cNvSpPr>
          <p:nvPr>
            <p:ph type="subTitle" idx="13"/>
          </p:nvPr>
        </p:nvSpPr>
        <p:spPr>
          <a:xfrm>
            <a:off x="1907704" y="2852936"/>
            <a:ext cx="6840760" cy="504056"/>
          </a:xfrm>
        </p:spPr>
        <p:txBody>
          <a:bodyPr vert="horz" lIns="91440" tIns="45720" rIns="91440" bIns="45720" rtlCol="0" anchor="ctr">
            <a:normAutofit/>
          </a:bodyPr>
          <a:lstStyle>
            <a:lvl1pPr>
              <a:defRPr lang="id-ID" sz="2200" b="1" dirty="0">
                <a:solidFill>
                  <a:srgbClr val="0079B8"/>
                </a:solidFill>
                <a:latin typeface="Open Sans"/>
                <a:ea typeface="+mj-ea"/>
                <a:cs typeface="+mj-cs"/>
              </a:defRPr>
            </a:lvl1pPr>
          </a:lstStyle>
          <a:p>
            <a:pPr lvl="0">
              <a:spcBef>
                <a:spcPct val="0"/>
              </a:spcBef>
              <a:buNone/>
            </a:pPr>
            <a:r>
              <a:rPr lang="en-US"/>
              <a:t>Click to edit Master subtitle style</a:t>
            </a:r>
            <a:endParaRPr lang="id-ID" dirty="0"/>
          </a:p>
        </p:txBody>
      </p:sp>
    </p:spTree>
    <p:extLst>
      <p:ext uri="{BB962C8B-B14F-4D97-AF65-F5344CB8AC3E}">
        <p14:creationId xmlns:p14="http://schemas.microsoft.com/office/powerpoint/2010/main" val="901977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31640" y="4406901"/>
            <a:ext cx="7344816" cy="678284"/>
          </a:xfrm>
        </p:spPr>
        <p:txBody>
          <a:bodyPr anchor="t">
            <a:noAutofit/>
          </a:bodyPr>
          <a:lstStyle>
            <a:lvl1pPr algn="l">
              <a:defRPr sz="3000" b="1" cap="all"/>
            </a:lvl1pPr>
          </a:lstStyle>
          <a:p>
            <a:r>
              <a:rPr lang="en-US"/>
              <a:t>Click to edit Master title style</a:t>
            </a:r>
            <a:endParaRPr lang="id-ID" dirty="0"/>
          </a:p>
        </p:txBody>
      </p:sp>
      <p:sp>
        <p:nvSpPr>
          <p:cNvPr id="3" name="Text Placeholder 2"/>
          <p:cNvSpPr>
            <a:spLocks noGrp="1"/>
          </p:cNvSpPr>
          <p:nvPr>
            <p:ph type="body" idx="1"/>
          </p:nvPr>
        </p:nvSpPr>
        <p:spPr>
          <a:xfrm>
            <a:off x="1331640" y="2906713"/>
            <a:ext cx="7344816"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990719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sz="half" idx="1"/>
          </p:nvPr>
        </p:nvSpPr>
        <p:spPr>
          <a:xfrm>
            <a:off x="1619672" y="2636912"/>
            <a:ext cx="3456384" cy="3489251"/>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4" name="Content Placeholder 3"/>
          <p:cNvSpPr>
            <a:spLocks noGrp="1"/>
          </p:cNvSpPr>
          <p:nvPr>
            <p:ph sz="half" idx="2"/>
          </p:nvPr>
        </p:nvSpPr>
        <p:spPr>
          <a:xfrm>
            <a:off x="5148064" y="2636912"/>
            <a:ext cx="3538736" cy="3489251"/>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5" name="Date Placeholder 4"/>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1097168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19672" y="1484784"/>
            <a:ext cx="7067128" cy="1008112"/>
          </a:xfrm>
        </p:spPr>
        <p:txBody>
          <a:bodyPr/>
          <a:lstStyle>
            <a:lvl1pPr>
              <a:defRPr/>
            </a:lvl1pPr>
          </a:lstStyle>
          <a:p>
            <a:r>
              <a:rPr lang="en-US"/>
              <a:t>Click to edit Master title style</a:t>
            </a:r>
            <a:endParaRPr lang="id-ID"/>
          </a:p>
        </p:txBody>
      </p:sp>
      <p:sp>
        <p:nvSpPr>
          <p:cNvPr id="3" name="Text Placeholder 2"/>
          <p:cNvSpPr>
            <a:spLocks noGrp="1"/>
          </p:cNvSpPr>
          <p:nvPr>
            <p:ph type="body" idx="1"/>
          </p:nvPr>
        </p:nvSpPr>
        <p:spPr>
          <a:xfrm>
            <a:off x="1619672" y="2132856"/>
            <a:ext cx="3456384"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619672" y="2708920"/>
            <a:ext cx="3456384" cy="3456384"/>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6" name="Content Placeholder 5"/>
          <p:cNvSpPr>
            <a:spLocks noGrp="1"/>
          </p:cNvSpPr>
          <p:nvPr>
            <p:ph sz="quarter" idx="4"/>
          </p:nvPr>
        </p:nvSpPr>
        <p:spPr>
          <a:xfrm>
            <a:off x="5220072" y="2708919"/>
            <a:ext cx="3466728" cy="3456385"/>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7" name="Date Placeholder 6"/>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F173735F-2667-4028-B606-D96AABD86FDB}" type="slidenum">
              <a:rPr lang="id-ID" smtClean="0"/>
              <a:pPr/>
              <a:t>‹#›</a:t>
            </a:fld>
            <a:endParaRPr lang="id-ID"/>
          </a:p>
        </p:txBody>
      </p:sp>
      <p:sp>
        <p:nvSpPr>
          <p:cNvPr id="10" name="Text Placeholder 2"/>
          <p:cNvSpPr>
            <a:spLocks noGrp="1"/>
          </p:cNvSpPr>
          <p:nvPr>
            <p:ph type="body" idx="13"/>
          </p:nvPr>
        </p:nvSpPr>
        <p:spPr>
          <a:xfrm>
            <a:off x="5220072" y="2132856"/>
            <a:ext cx="3456384"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242815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Date Placeholder 2"/>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3541476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4763"/>
            <a:ext cx="9693629" cy="685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313250" y="2859881"/>
            <a:ext cx="7067128" cy="1143000"/>
          </a:xfrm>
        </p:spPr>
        <p:txBody>
          <a:bodyPr>
            <a:normAutofit/>
          </a:bodyPr>
          <a:lstStyle>
            <a:lvl1pPr>
              <a:defRPr sz="3200">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34730869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07704" y="1628800"/>
            <a:ext cx="6768752" cy="802010"/>
          </a:xfrm>
        </p:spPr>
        <p:txBody>
          <a:bodyPr anchor="b">
            <a:normAutofit/>
          </a:bodyPr>
          <a:lstStyle>
            <a:lvl1pPr algn="l">
              <a:defRPr sz="3000" b="1"/>
            </a:lvl1pPr>
          </a:lstStyle>
          <a:p>
            <a:r>
              <a:rPr lang="en-US"/>
              <a:t>Click to edit Master title style</a:t>
            </a:r>
            <a:endParaRPr lang="id-ID"/>
          </a:p>
        </p:txBody>
      </p:sp>
      <p:sp>
        <p:nvSpPr>
          <p:cNvPr id="3" name="Content Placeholder 2"/>
          <p:cNvSpPr>
            <a:spLocks noGrp="1"/>
          </p:cNvSpPr>
          <p:nvPr>
            <p:ph idx="1"/>
          </p:nvPr>
        </p:nvSpPr>
        <p:spPr>
          <a:xfrm>
            <a:off x="1907705" y="2564904"/>
            <a:ext cx="3168352" cy="3672408"/>
          </a:xfrm>
        </p:spPr>
        <p:txBody>
          <a:bodyPr/>
          <a:lstStyle>
            <a:lvl1pPr>
              <a:defRPr sz="20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4" name="Text Placeholder 3"/>
          <p:cNvSpPr>
            <a:spLocks noGrp="1"/>
          </p:cNvSpPr>
          <p:nvPr>
            <p:ph type="body" sz="half" idx="2"/>
          </p:nvPr>
        </p:nvSpPr>
        <p:spPr>
          <a:xfrm>
            <a:off x="5220072" y="2564904"/>
            <a:ext cx="3430017" cy="3672160"/>
          </a:xfrm>
        </p:spPr>
        <p:txBody>
          <a:bodyPr>
            <a:norm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3888356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6884168" cy="566738"/>
          </a:xfrm>
        </p:spPr>
        <p:txBody>
          <a:bodyPr anchor="b"/>
          <a:lstStyle>
            <a:lvl1pPr algn="l">
              <a:defRPr sz="2000" b="1"/>
            </a:lvl1pPr>
          </a:lstStyle>
          <a:p>
            <a:r>
              <a:rPr lang="en-US"/>
              <a:t>Click to edit Master title style</a:t>
            </a:r>
            <a:endParaRPr lang="id-ID"/>
          </a:p>
        </p:txBody>
      </p:sp>
      <p:sp>
        <p:nvSpPr>
          <p:cNvPr id="3" name="Picture Placeholder 2"/>
          <p:cNvSpPr>
            <a:spLocks noGrp="1"/>
          </p:cNvSpPr>
          <p:nvPr>
            <p:ph type="pic" idx="1"/>
          </p:nvPr>
        </p:nvSpPr>
        <p:spPr>
          <a:xfrm>
            <a:off x="1792288" y="1916832"/>
            <a:ext cx="6884168" cy="281074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id-ID"/>
          </a:p>
        </p:txBody>
      </p:sp>
      <p:sp>
        <p:nvSpPr>
          <p:cNvPr id="4" name="Text Placeholder 3"/>
          <p:cNvSpPr>
            <a:spLocks noGrp="1"/>
          </p:cNvSpPr>
          <p:nvPr>
            <p:ph type="body" sz="half" idx="2"/>
          </p:nvPr>
        </p:nvSpPr>
        <p:spPr>
          <a:xfrm>
            <a:off x="1792288" y="5367338"/>
            <a:ext cx="688416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947008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324552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484784"/>
            <a:ext cx="2057400" cy="4641379"/>
          </a:xfrm>
        </p:spPr>
        <p:txBody>
          <a:bodyPr vert="eaVert"/>
          <a:lstStyle/>
          <a:p>
            <a:r>
              <a:rPr lang="en-US"/>
              <a:t>Click to edit Master title style</a:t>
            </a:r>
            <a:endParaRPr lang="id-ID"/>
          </a:p>
        </p:txBody>
      </p:sp>
      <p:sp>
        <p:nvSpPr>
          <p:cNvPr id="3" name="Vertical Text Placeholder 2"/>
          <p:cNvSpPr>
            <a:spLocks noGrp="1"/>
          </p:cNvSpPr>
          <p:nvPr>
            <p:ph type="body" orient="vert" idx="1"/>
          </p:nvPr>
        </p:nvSpPr>
        <p:spPr>
          <a:xfrm>
            <a:off x="1043608" y="1484784"/>
            <a:ext cx="5433392" cy="46413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4" name="Date Placeholder 3"/>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6280249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DDCDB711-2C49-44A0-9D25-A95FEAF85423}"/>
              </a:ext>
            </a:extLst>
          </p:cNvPr>
          <p:cNvSpPr>
            <a:spLocks noGrp="1" noChangeArrowheads="1"/>
          </p:cNvSpPr>
          <p:nvPr>
            <p:ph type="dt" sz="half" idx="10"/>
          </p:nvPr>
        </p:nvSpPr>
        <p:spPr>
          <a:ln/>
        </p:spPr>
        <p:txBody>
          <a:bodyPr/>
          <a:lstStyle>
            <a:lvl1pPr>
              <a:defRPr/>
            </a:lvl1pPr>
          </a:lstStyle>
          <a:p>
            <a:pPr>
              <a:defRPr/>
            </a:pPr>
            <a:r>
              <a:rPr lang="en-US"/>
              <a:t>Bina Nusantara University</a:t>
            </a:r>
          </a:p>
        </p:txBody>
      </p:sp>
      <p:sp>
        <p:nvSpPr>
          <p:cNvPr id="5" name="Rectangle 5">
            <a:extLst>
              <a:ext uri="{FF2B5EF4-FFF2-40B4-BE49-F238E27FC236}">
                <a16:creationId xmlns:a16="http://schemas.microsoft.com/office/drawing/2014/main" id="{8A982AB8-5CBE-4A44-B7F4-7494E7A4698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AC24932-52A6-41F3-9123-D1A3E1C37798}"/>
              </a:ext>
            </a:extLst>
          </p:cNvPr>
          <p:cNvSpPr>
            <a:spLocks noGrp="1" noChangeArrowheads="1"/>
          </p:cNvSpPr>
          <p:nvPr>
            <p:ph type="sldNum" sz="quarter" idx="12"/>
          </p:nvPr>
        </p:nvSpPr>
        <p:spPr>
          <a:ln/>
        </p:spPr>
        <p:txBody>
          <a:bodyPr/>
          <a:lstStyle>
            <a:lvl1pPr>
              <a:defRPr/>
            </a:lvl1pPr>
          </a:lstStyle>
          <a:p>
            <a:pPr>
              <a:defRPr/>
            </a:pPr>
            <a:fld id="{CD27F960-0FDB-409C-86AA-66B6AD829EC2}" type="slidenum">
              <a:rPr lang="en-US" altLang="id-ID"/>
              <a:pPr>
                <a:defRPr/>
              </a:pPr>
              <a:t>‹#›</a:t>
            </a:fld>
            <a:endParaRPr lang="en-US" altLang="id-ID"/>
          </a:p>
        </p:txBody>
      </p:sp>
    </p:spTree>
    <p:extLst>
      <p:ext uri="{BB962C8B-B14F-4D97-AF65-F5344CB8AC3E}">
        <p14:creationId xmlns:p14="http://schemas.microsoft.com/office/powerpoint/2010/main" val="38629009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502AAAE-2D62-41E1-8174-52B0E4BC4EED}"/>
              </a:ext>
            </a:extLst>
          </p:cNvPr>
          <p:cNvSpPr>
            <a:spLocks noGrp="1" noChangeArrowheads="1"/>
          </p:cNvSpPr>
          <p:nvPr>
            <p:ph type="dt" sz="half" idx="10"/>
          </p:nvPr>
        </p:nvSpPr>
        <p:spPr>
          <a:ln/>
        </p:spPr>
        <p:txBody>
          <a:bodyPr/>
          <a:lstStyle>
            <a:lvl1pPr>
              <a:defRPr/>
            </a:lvl1pPr>
          </a:lstStyle>
          <a:p>
            <a:pPr>
              <a:defRPr/>
            </a:pPr>
            <a:r>
              <a:rPr lang="en-US"/>
              <a:t>Bina Nusantara University</a:t>
            </a:r>
          </a:p>
        </p:txBody>
      </p:sp>
      <p:sp>
        <p:nvSpPr>
          <p:cNvPr id="3" name="Rectangle 5">
            <a:extLst>
              <a:ext uri="{FF2B5EF4-FFF2-40B4-BE49-F238E27FC236}">
                <a16:creationId xmlns:a16="http://schemas.microsoft.com/office/drawing/2014/main" id="{9F2B2735-848B-4DF2-8875-3622B77337D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06E7EE9A-FE62-449D-B06E-F63380801183}"/>
              </a:ext>
            </a:extLst>
          </p:cNvPr>
          <p:cNvSpPr>
            <a:spLocks noGrp="1" noChangeArrowheads="1"/>
          </p:cNvSpPr>
          <p:nvPr>
            <p:ph type="sldNum" sz="quarter" idx="12"/>
          </p:nvPr>
        </p:nvSpPr>
        <p:spPr>
          <a:ln/>
        </p:spPr>
        <p:txBody>
          <a:bodyPr/>
          <a:lstStyle>
            <a:lvl1pPr>
              <a:defRPr/>
            </a:lvl1pPr>
          </a:lstStyle>
          <a:p>
            <a:pPr>
              <a:defRPr/>
            </a:pPr>
            <a:fld id="{3E53E057-D97D-443D-9DF0-BC3E888CCEB6}" type="slidenum">
              <a:rPr lang="en-US" altLang="id-ID"/>
              <a:pPr>
                <a:defRPr/>
              </a:pPr>
              <a:t>‹#›</a:t>
            </a:fld>
            <a:endParaRPr lang="en-US" altLang="id-ID"/>
          </a:p>
        </p:txBody>
      </p:sp>
    </p:spTree>
    <p:extLst>
      <p:ext uri="{BB962C8B-B14F-4D97-AF65-F5344CB8AC3E}">
        <p14:creationId xmlns:p14="http://schemas.microsoft.com/office/powerpoint/2010/main" val="13386039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32287" y="-28773"/>
            <a:ext cx="9190184" cy="6915547"/>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4381500" y="5304280"/>
            <a:ext cx="381000" cy="44450"/>
          </a:xfrm>
          <a:prstGeom prst="roundRect">
            <a:avLst>
              <a:gd name="adj" fmla="val 50000"/>
            </a:avLst>
          </a:prstGeom>
          <a:solidFill>
            <a:srgbClr val="F08700"/>
          </a:solidFill>
          <a:ln w="12700">
            <a:miter lim="400000"/>
          </a:ln>
        </p:spPr>
        <p:txBody>
          <a:bodyPr lIns="19050" tIns="19050" rIns="19050" bIns="19050" anchor="ctr"/>
          <a:lstStyle/>
          <a:p>
            <a:pPr defTabSz="309534">
              <a:defRPr sz="3200">
                <a:solidFill>
                  <a:srgbClr val="FFFFFF"/>
                </a:solidFill>
                <a:latin typeface="Helvetica Neue Medium"/>
                <a:ea typeface="Helvetica Neue Medium"/>
                <a:cs typeface="Helvetica Neue Medium"/>
                <a:sym typeface="Helvetica Neue Medium"/>
              </a:defRPr>
            </a:pPr>
            <a:endParaRPr sz="1200"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4381500" y="5304280"/>
            <a:ext cx="381000" cy="44450"/>
          </a:xfrm>
          <a:prstGeom prst="roundRect">
            <a:avLst>
              <a:gd name="adj" fmla="val 50000"/>
            </a:avLst>
          </a:prstGeom>
          <a:solidFill>
            <a:srgbClr val="F08700"/>
          </a:solidFill>
          <a:ln w="12700">
            <a:miter lim="400000"/>
          </a:ln>
        </p:spPr>
        <p:txBody>
          <a:bodyPr lIns="19050" tIns="19050" rIns="19050" bIns="19050" anchor="ctr"/>
          <a:lstStyle/>
          <a:p>
            <a:pPr defTabSz="309534">
              <a:defRPr sz="3200">
                <a:solidFill>
                  <a:srgbClr val="FFFFFF"/>
                </a:solidFill>
                <a:latin typeface="Helvetica Neue Medium"/>
                <a:ea typeface="Helvetica Neue Medium"/>
                <a:cs typeface="Helvetica Neue Medium"/>
                <a:sym typeface="Helvetica Neue Medium"/>
              </a:defRPr>
            </a:pPr>
            <a:endParaRPr sz="1200"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450504" y="3377425"/>
            <a:ext cx="8239126" cy="952500"/>
          </a:xfrm>
          <a:prstGeom prst="rect">
            <a:avLst/>
          </a:prstGeom>
        </p:spPr>
        <p:txBody>
          <a:bodyPr/>
          <a:lstStyle>
            <a:lvl1pPr marL="0" indent="0" algn="ctr" defTabSz="309534">
              <a:lnSpc>
                <a:spcPct val="100000"/>
              </a:lnSpc>
              <a:spcBef>
                <a:spcPts val="0"/>
              </a:spcBef>
              <a:buSzTx/>
              <a:buNone/>
              <a:defRPr kumimoji="0" sz="1875"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171435" defTabSz="309534">
              <a:lnSpc>
                <a:spcPct val="100000"/>
              </a:lnSpc>
              <a:spcBef>
                <a:spcPts val="0"/>
              </a:spcBef>
              <a:buSzTx/>
              <a:buNone/>
              <a:defRPr sz="2063" b="1"/>
            </a:lvl2pPr>
            <a:lvl3pPr marL="0" indent="342869" defTabSz="309534">
              <a:lnSpc>
                <a:spcPct val="100000"/>
              </a:lnSpc>
              <a:spcBef>
                <a:spcPts val="0"/>
              </a:spcBef>
              <a:buSzTx/>
              <a:buNone/>
              <a:defRPr sz="2063" b="1"/>
            </a:lvl3pPr>
            <a:lvl4pPr marL="0" indent="514303" defTabSz="309534">
              <a:lnSpc>
                <a:spcPct val="100000"/>
              </a:lnSpc>
              <a:spcBef>
                <a:spcPts val="0"/>
              </a:spcBef>
              <a:buSzTx/>
              <a:buNone/>
              <a:defRPr sz="2063" b="1"/>
            </a:lvl4pPr>
            <a:lvl5pPr marL="0" indent="685737" defTabSz="309534">
              <a:lnSpc>
                <a:spcPct val="100000"/>
              </a:lnSpc>
              <a:spcBef>
                <a:spcPts val="0"/>
              </a:spcBef>
              <a:buSzTx/>
              <a:buNone/>
              <a:defRPr sz="2063"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452436" y="1287496"/>
            <a:ext cx="8239127" cy="1958910"/>
          </a:xfrm>
          <a:prstGeom prst="rect">
            <a:avLst/>
          </a:prstGeom>
        </p:spPr>
        <p:txBody>
          <a:bodyPr anchor="b">
            <a:normAutofit/>
          </a:bodyPr>
          <a:lstStyle>
            <a:lvl1pPr algn="ctr">
              <a:defRPr kumimoji="0" sz="45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3771822" y="5769292"/>
            <a:ext cx="1579759" cy="372944"/>
          </a:xfrm>
        </p:spPr>
        <p:txBody>
          <a:bodyPr>
            <a:normAutofit/>
          </a:bodyPr>
          <a:lstStyle>
            <a:lvl1pPr marL="0" indent="0" algn="ctr">
              <a:buNone/>
              <a:defRPr kumimoji="0" lang="en-US" sz="75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3771822" y="5550412"/>
            <a:ext cx="1521250" cy="1292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308046">
              <a:lnSpc>
                <a:spcPct val="80000"/>
              </a:lnSpc>
              <a:defRPr sz="3600">
                <a:solidFill>
                  <a:srgbClr val="FFFFFF"/>
                </a:solidFill>
                <a:latin typeface="Open Sans Light"/>
                <a:ea typeface="Open Sans Light"/>
                <a:cs typeface="Open Sans Light"/>
                <a:sym typeface="Open Sans"/>
              </a:defRPr>
            </a:pPr>
            <a:r>
              <a:rPr lang="en-US" sz="1050" dirty="0"/>
              <a:t>SUBJECT MATTER EXPERT</a:t>
            </a:r>
            <a:endParaRPr sz="105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14534" y="379104"/>
            <a:ext cx="1275884" cy="571501"/>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287525" y="379104"/>
            <a:ext cx="985725" cy="571500"/>
          </a:xfrm>
          <a:prstGeom prst="rect">
            <a:avLst/>
          </a:prstGeom>
          <a:ln w="12700">
            <a:miter lim="400000"/>
          </a:ln>
        </p:spPr>
      </p:pic>
    </p:spTree>
    <p:extLst>
      <p:ext uri="{BB962C8B-B14F-4D97-AF65-F5344CB8AC3E}">
        <p14:creationId xmlns:p14="http://schemas.microsoft.com/office/powerpoint/2010/main" val="1853775393"/>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Picture 1" descr="Background 02.jpg"/>
          <p:cNvPicPr>
            <a:picLocks noChangeAspect="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0" y="4764"/>
            <a:ext cx="9143999" cy="646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Placeholder 1"/>
          <p:cNvSpPr>
            <a:spLocks noGrp="1"/>
          </p:cNvSpPr>
          <p:nvPr>
            <p:ph type="title"/>
          </p:nvPr>
        </p:nvSpPr>
        <p:spPr>
          <a:xfrm>
            <a:off x="1619672" y="1484784"/>
            <a:ext cx="7067128" cy="1143000"/>
          </a:xfrm>
          <a:prstGeom prst="rect">
            <a:avLst/>
          </a:prstGeom>
        </p:spPr>
        <p:txBody>
          <a:bodyPr vert="horz" lIns="91440" tIns="45720" rIns="91440" bIns="45720" rtlCol="0" anchor="ctr">
            <a:normAutofit/>
          </a:bodyPr>
          <a:lstStyle/>
          <a:p>
            <a:r>
              <a:rPr lang="en-US"/>
              <a:t>Click to edit Master title style</a:t>
            </a:r>
            <a:endParaRPr lang="id-ID" dirty="0"/>
          </a:p>
        </p:txBody>
      </p:sp>
      <p:sp>
        <p:nvSpPr>
          <p:cNvPr id="3" name="Text Placeholder 2"/>
          <p:cNvSpPr>
            <a:spLocks noGrp="1"/>
          </p:cNvSpPr>
          <p:nvPr>
            <p:ph type="body" idx="1"/>
          </p:nvPr>
        </p:nvSpPr>
        <p:spPr>
          <a:xfrm>
            <a:off x="1619672" y="2636912"/>
            <a:ext cx="7067128" cy="348925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4" name="Date Placeholder 3"/>
          <p:cNvSpPr>
            <a:spLocks noGrp="1"/>
          </p:cNvSpPr>
          <p:nvPr>
            <p:ph type="dt" sz="half" idx="2"/>
          </p:nvPr>
        </p:nvSpPr>
        <p:spPr>
          <a:xfrm>
            <a:off x="457200" y="6453336"/>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F9B71C-2D91-4D15-BAB7-ADA66F828B46}" type="datetimeFigureOut">
              <a:rPr lang="id-ID" smtClean="0"/>
              <a:pPr/>
              <a:t>31/07/2024</a:t>
            </a:fld>
            <a:endParaRPr lang="id-ID"/>
          </a:p>
        </p:txBody>
      </p:sp>
      <p:sp>
        <p:nvSpPr>
          <p:cNvPr id="5" name="Footer Placeholder 4"/>
          <p:cNvSpPr>
            <a:spLocks noGrp="1"/>
          </p:cNvSpPr>
          <p:nvPr>
            <p:ph type="ftr" sz="quarter" idx="3"/>
          </p:nvPr>
        </p:nvSpPr>
        <p:spPr>
          <a:xfrm>
            <a:off x="3124200" y="6453336"/>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6553200" y="6453336"/>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73735F-2667-4028-B606-D96AABD86FDB}" type="slidenum">
              <a:rPr lang="id-ID" smtClean="0"/>
              <a:pPr/>
              <a:t>‹#›</a:t>
            </a:fld>
            <a:endParaRPr lang="id-ID"/>
          </a:p>
        </p:txBody>
      </p:sp>
    </p:spTree>
    <p:extLst>
      <p:ext uri="{BB962C8B-B14F-4D97-AF65-F5344CB8AC3E}">
        <p14:creationId xmlns:p14="http://schemas.microsoft.com/office/powerpoint/2010/main" val="181617898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txStyles>
    <p:titleStyle>
      <a:lvl1pPr algn="ctr" defTabSz="914400" rtl="0" eaLnBrk="1" latinLnBrk="0" hangingPunct="1">
        <a:spcBef>
          <a:spcPct val="0"/>
        </a:spcBef>
        <a:buNone/>
        <a:defRPr sz="3000" b="1" kern="1200">
          <a:solidFill>
            <a:srgbClr val="0079B8"/>
          </a:solidFill>
          <a:latin typeface="Open Sans"/>
          <a:ea typeface="+mj-ea"/>
          <a:cs typeface="+mj-cs"/>
        </a:defRPr>
      </a:lvl1pPr>
    </p:titleStyle>
    <p:body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3.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1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3.xml"/><Relationship Id="rId5" Type="http://schemas.openxmlformats.org/officeDocument/2006/relationships/image" Target="../media/image33.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13.xml"/><Relationship Id="rId6" Type="http://schemas.openxmlformats.org/officeDocument/2006/relationships/image" Target="../media/image38.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_rels/slide1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45.png"/><Relationship Id="rId1" Type="http://schemas.openxmlformats.org/officeDocument/2006/relationships/slideLayout" Target="../slideLayouts/slideLayout13.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3.xml"/><Relationship Id="rId4" Type="http://schemas.openxmlformats.org/officeDocument/2006/relationships/image" Target="../media/image54.png"/></Relationships>
</file>

<file path=ppt/slides/_rels/slide1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3.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2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3.xml"/><Relationship Id="rId5" Type="http://schemas.openxmlformats.org/officeDocument/2006/relationships/image" Target="../media/image66.png"/><Relationship Id="rId4" Type="http://schemas.openxmlformats.org/officeDocument/2006/relationships/image" Target="../media/image65.png"/></Relationships>
</file>

<file path=ppt/slides/_rels/slide2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71.png"/><Relationship Id="rId11" Type="http://schemas.openxmlformats.org/officeDocument/2006/relationships/image" Target="../media/image75.png"/><Relationship Id="rId5" Type="http://schemas.openxmlformats.org/officeDocument/2006/relationships/image" Target="../media/image70.png"/><Relationship Id="rId10" Type="http://schemas.openxmlformats.org/officeDocument/2006/relationships/image" Target="../media/image74.png"/><Relationship Id="rId4" Type="http://schemas.openxmlformats.org/officeDocument/2006/relationships/image" Target="../media/image69.png"/><Relationship Id="rId9" Type="http://schemas.openxmlformats.org/officeDocument/2006/relationships/image" Target="../media/image73.png"/></Relationships>
</file>

<file path=ppt/slides/_rels/slide2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image" Target="../media/image81.png"/><Relationship Id="rId1" Type="http://schemas.openxmlformats.org/officeDocument/2006/relationships/slideLayout" Target="../slideLayouts/slideLayout13.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30.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13.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92.png"/></Relationships>
</file>

<file path=ppt/slides/_rels/slide3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13.xml"/><Relationship Id="rId5" Type="http://schemas.openxmlformats.org/officeDocument/2006/relationships/image" Target="../media/image98.png"/><Relationship Id="rId4" Type="http://schemas.openxmlformats.org/officeDocument/2006/relationships/image" Target="../media/image9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99.emf"/><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altLang="en-US" sz="2738" dirty="0">
                <a:solidFill>
                  <a:schemeClr val="bg1"/>
                </a:solidFill>
                <a:latin typeface="Arial" panose="020B0604020202020204" pitchFamily="34" charset="0"/>
              </a:rPr>
              <a:t>SCIE6063</a:t>
            </a:r>
          </a:p>
          <a:p>
            <a:r>
              <a:rPr lang="en-US" altLang="en-US" sz="2738" dirty="0">
                <a:solidFill>
                  <a:schemeClr val="bg1"/>
                </a:solidFill>
                <a:latin typeface="Arial" panose="020B0604020202020204" pitchFamily="34" charset="0"/>
              </a:rPr>
              <a:t>COMPUTATIONAL PHYSICS</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normAutofit/>
          </a:bodyPr>
          <a:lstStyle/>
          <a:p>
            <a:r>
              <a:rPr lang="en-US" altLang="id-ID" sz="3600" dirty="0">
                <a:solidFill>
                  <a:schemeClr val="bg1"/>
                </a:solidFill>
                <a:latin typeface="Arial" panose="020B0604020202020204" pitchFamily="34" charset="0"/>
                <a:cs typeface="Arial" panose="020B0604020202020204" pitchFamily="34" charset="0"/>
              </a:rPr>
              <a:t>Electromagnetic Oscillations </a:t>
            </a:r>
            <a:br>
              <a:rPr lang="en-US" altLang="id-ID" sz="3600" dirty="0">
                <a:solidFill>
                  <a:schemeClr val="bg1"/>
                </a:solidFill>
                <a:latin typeface="Arial" panose="020B0604020202020204" pitchFamily="34" charset="0"/>
                <a:cs typeface="Arial" panose="020B0604020202020204" pitchFamily="34" charset="0"/>
              </a:rPr>
            </a:br>
            <a:r>
              <a:rPr lang="en-US" altLang="id-ID" sz="3600" dirty="0">
                <a:solidFill>
                  <a:schemeClr val="bg1"/>
                </a:solidFill>
                <a:latin typeface="Arial" panose="020B0604020202020204" pitchFamily="34" charset="0"/>
                <a:cs typeface="Arial" panose="020B0604020202020204" pitchFamily="34" charset="0"/>
              </a:rPr>
              <a:t>and Alternating Current</a:t>
            </a:r>
            <a:br>
              <a:rPr lang="en-AU" sz="3422" dirty="0">
                <a:solidFill>
                  <a:schemeClr val="bg1"/>
                </a:solidFill>
              </a:rPr>
            </a:br>
            <a:r>
              <a:rPr lang="en-US" sz="2395" b="1" dirty="0">
                <a:solidFill>
                  <a:schemeClr val="bg1"/>
                </a:solidFill>
              </a:rPr>
              <a:t>Session  12-13</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June 2024</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1">
            <a:extLst>
              <a:ext uri="{FF2B5EF4-FFF2-40B4-BE49-F238E27FC236}">
                <a16:creationId xmlns:a16="http://schemas.microsoft.com/office/drawing/2014/main" id="{BDB3D49A-6D2D-40FC-A7A4-434D3A0B8046}"/>
              </a:ext>
            </a:extLst>
          </p:cNvPr>
          <p:cNvSpPr txBox="1">
            <a:spLocks noChangeArrowheads="1"/>
          </p:cNvSpPr>
          <p:nvPr/>
        </p:nvSpPr>
        <p:spPr bwMode="auto">
          <a:xfrm>
            <a:off x="1122512" y="1484784"/>
            <a:ext cx="48245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cs typeface="Arial" panose="020B0604020202020204" pitchFamily="34" charset="0"/>
              </a:rPr>
              <a:t>LC Oscillations, Qualitatively</a:t>
            </a:r>
            <a:endParaRPr lang="en-US" altLang="id-ID" sz="2000" b="1" dirty="0">
              <a:latin typeface="Arial" panose="020B0604020202020204" pitchFamily="34" charset="0"/>
              <a:cs typeface="Arial" panose="020B0604020202020204" pitchFamily="34" charset="0"/>
            </a:endParaRPr>
          </a:p>
        </p:txBody>
      </p:sp>
      <p:sp>
        <p:nvSpPr>
          <p:cNvPr id="6147" name="TextBox 4">
            <a:extLst>
              <a:ext uri="{FF2B5EF4-FFF2-40B4-BE49-F238E27FC236}">
                <a16:creationId xmlns:a16="http://schemas.microsoft.com/office/drawing/2014/main" id="{296264AE-D7BD-4B8D-8F49-4EE990A484C2}"/>
              </a:ext>
            </a:extLst>
          </p:cNvPr>
          <p:cNvSpPr txBox="1">
            <a:spLocks noChangeArrowheads="1"/>
          </p:cNvSpPr>
          <p:nvPr/>
        </p:nvSpPr>
        <p:spPr bwMode="auto">
          <a:xfrm>
            <a:off x="1122512" y="2132856"/>
            <a:ext cx="7709297"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marL="342900" indent="-342900" eaLnBrk="1" hangingPunct="1">
              <a:spcBef>
                <a:spcPct val="0"/>
              </a:spcBef>
            </a:pPr>
            <a:r>
              <a:rPr lang="en-US" altLang="id-ID" dirty="0">
                <a:latin typeface="Arial" panose="020B0604020202020204" pitchFamily="34" charset="0"/>
              </a:rPr>
              <a:t>In RC and RL circuits the charge, current, and potential difference grow and decay exponentially. </a:t>
            </a:r>
          </a:p>
          <a:p>
            <a:pPr marL="342900" indent="-342900" eaLnBrk="1" hangingPunct="1">
              <a:spcBef>
                <a:spcPct val="0"/>
              </a:spcBef>
            </a:pPr>
            <a:endParaRPr lang="en-US" altLang="id-ID" dirty="0">
              <a:latin typeface="Arial" panose="020B0604020202020204" pitchFamily="34" charset="0"/>
            </a:endParaRPr>
          </a:p>
          <a:p>
            <a:pPr marL="342900" indent="-342900" eaLnBrk="1" hangingPunct="1">
              <a:spcBef>
                <a:spcPct val="0"/>
              </a:spcBef>
            </a:pPr>
            <a:r>
              <a:rPr lang="en-US" altLang="id-ID" dirty="0">
                <a:latin typeface="Arial" panose="020B0604020202020204" pitchFamily="34" charset="0"/>
              </a:rPr>
              <a:t>On the contrary, in an LC circuit, the charge, current, and potential difference vary sinusoidally with period </a:t>
            </a:r>
            <a:r>
              <a:rPr lang="en-US" altLang="id-ID" i="1" dirty="0">
                <a:latin typeface="Arial" panose="020B0604020202020204" pitchFamily="34" charset="0"/>
              </a:rPr>
              <a:t>T </a:t>
            </a:r>
            <a:r>
              <a:rPr lang="en-US" altLang="id-ID" dirty="0">
                <a:latin typeface="Arial" panose="020B0604020202020204" pitchFamily="34" charset="0"/>
              </a:rPr>
              <a:t>and angular frequency </a:t>
            </a:r>
            <a:r>
              <a:rPr lang="en-US" altLang="id-ID" i="1" dirty="0">
                <a:latin typeface="Symbol" panose="05050102010706020507" pitchFamily="18" charset="2"/>
              </a:rPr>
              <a:t>w</a:t>
            </a:r>
            <a:r>
              <a:rPr lang="en-US" altLang="id-ID" dirty="0">
                <a:latin typeface="Arial" panose="020B0604020202020204" pitchFamily="34" charset="0"/>
              </a:rPr>
              <a:t>. </a:t>
            </a:r>
          </a:p>
          <a:p>
            <a:pPr marL="342900" indent="-342900" eaLnBrk="1" hangingPunct="1">
              <a:spcBef>
                <a:spcPct val="0"/>
              </a:spcBef>
            </a:pPr>
            <a:endParaRPr lang="en-US" altLang="id-ID" dirty="0">
              <a:latin typeface="Arial" panose="020B0604020202020204" pitchFamily="34" charset="0"/>
            </a:endParaRPr>
          </a:p>
          <a:p>
            <a:pPr marL="342900" indent="-342900" eaLnBrk="1" hangingPunct="1">
              <a:spcBef>
                <a:spcPct val="0"/>
              </a:spcBef>
            </a:pPr>
            <a:r>
              <a:rPr lang="en-US" altLang="id-ID" dirty="0">
                <a:latin typeface="Arial" panose="020B0604020202020204" pitchFamily="34" charset="0"/>
              </a:rPr>
              <a:t>The resulting oscillations of the capacitor’s electric field and the inductor’s magnetic field are said to be electromagnetic oscillations. </a:t>
            </a:r>
          </a:p>
        </p:txBody>
      </p:sp>
      <p:sp>
        <p:nvSpPr>
          <p:cNvPr id="6148" name="Slide Number Placeholder 3">
            <a:extLst>
              <a:ext uri="{FF2B5EF4-FFF2-40B4-BE49-F238E27FC236}">
                <a16:creationId xmlns:a16="http://schemas.microsoft.com/office/drawing/2014/main" id="{A42CA519-4171-4690-AA07-720FB06F621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5B2BD6B6-C456-4F3E-968B-57F99B5CAF8B}" type="slidenum">
              <a:rPr lang="en-US" altLang="id-ID" sz="1400" smtClean="0"/>
              <a:pPr>
                <a:spcBef>
                  <a:spcPct val="0"/>
                </a:spcBef>
                <a:buFontTx/>
                <a:buNone/>
              </a:pPr>
              <a:t>2</a:t>
            </a:fld>
            <a:endParaRPr lang="en-US" altLang="id-ID" sz="1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1">
            <a:extLst>
              <a:ext uri="{FF2B5EF4-FFF2-40B4-BE49-F238E27FC236}">
                <a16:creationId xmlns:a16="http://schemas.microsoft.com/office/drawing/2014/main" id="{0CF51B24-7AFA-42BC-BD4C-D4813BD4874A}"/>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0CE35B61-AECF-4562-A03C-4068F02D913E}" type="slidenum">
              <a:rPr lang="en-US" altLang="id-ID" sz="1400" smtClean="0"/>
              <a:pPr>
                <a:spcBef>
                  <a:spcPct val="0"/>
                </a:spcBef>
                <a:buFontTx/>
                <a:buNone/>
              </a:pPr>
              <a:t>3</a:t>
            </a:fld>
            <a:endParaRPr lang="en-US" altLang="id-ID" sz="1400"/>
          </a:p>
        </p:txBody>
      </p:sp>
      <p:pic>
        <p:nvPicPr>
          <p:cNvPr id="7171" name="Picture 2">
            <a:extLst>
              <a:ext uri="{FF2B5EF4-FFF2-40B4-BE49-F238E27FC236}">
                <a16:creationId xmlns:a16="http://schemas.microsoft.com/office/drawing/2014/main" id="{CFBB3C91-5EAD-4E9F-BE4B-A0AC99A04A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919" y="219358"/>
            <a:ext cx="7912177" cy="4752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2" name="Picture 3">
            <a:extLst>
              <a:ext uri="{FF2B5EF4-FFF2-40B4-BE49-F238E27FC236}">
                <a16:creationId xmlns:a16="http://schemas.microsoft.com/office/drawing/2014/main" id="{B62E50AC-060C-4EE8-AE33-6905C0CA53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5164769"/>
            <a:ext cx="4968551" cy="1471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
            <a:extLst>
              <a:ext uri="{FF2B5EF4-FFF2-40B4-BE49-F238E27FC236}">
                <a16:creationId xmlns:a16="http://schemas.microsoft.com/office/drawing/2014/main" id="{3E4AF4FC-77F2-4FC1-BD28-6809BA14043A}"/>
              </a:ext>
            </a:extLst>
          </p:cNvPr>
          <p:cNvSpPr txBox="1">
            <a:spLocks noChangeArrowheads="1"/>
          </p:cNvSpPr>
          <p:nvPr/>
        </p:nvSpPr>
        <p:spPr bwMode="auto">
          <a:xfrm>
            <a:off x="1077966" y="1558128"/>
            <a:ext cx="7130941" cy="417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dirty="0">
                <a:latin typeface="Arial" panose="020B0604020202020204" pitchFamily="34" charset="0"/>
              </a:rPr>
              <a:t>The energy stored in the electric field of the capacitor at </a:t>
            </a:r>
          </a:p>
          <a:p>
            <a:pPr eaLnBrk="1" hangingPunct="1">
              <a:spcBef>
                <a:spcPct val="0"/>
              </a:spcBef>
              <a:buFontTx/>
              <a:buNone/>
            </a:pPr>
            <a:endParaRPr lang="en-US" altLang="id-ID" sz="1100" b="1" dirty="0">
              <a:latin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rPr>
              <a:t>any time is    	            where </a:t>
            </a:r>
            <a:r>
              <a:rPr lang="en-US" altLang="id-ID" sz="2000" b="1" i="1" dirty="0">
                <a:latin typeface="Arial" panose="020B0604020202020204" pitchFamily="34" charset="0"/>
              </a:rPr>
              <a:t>q </a:t>
            </a:r>
            <a:r>
              <a:rPr lang="en-US" altLang="id-ID" sz="2000" b="1" dirty="0">
                <a:latin typeface="Arial" panose="020B0604020202020204" pitchFamily="34" charset="0"/>
              </a:rPr>
              <a:t>is the charge on the </a:t>
            </a:r>
          </a:p>
          <a:p>
            <a:pPr eaLnBrk="1" hangingPunct="1">
              <a:spcBef>
                <a:spcPct val="0"/>
              </a:spcBef>
              <a:buFontTx/>
              <a:buNone/>
            </a:pPr>
            <a:endParaRPr lang="en-US" altLang="id-ID" sz="1100" b="1" dirty="0">
              <a:latin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rPr>
              <a:t>capacitor at that time.</a:t>
            </a:r>
            <a:r>
              <a:rPr lang="en-US" altLang="id-ID" sz="2000" b="1" i="1" dirty="0">
                <a:latin typeface="Arial" panose="020B0604020202020204" pitchFamily="34" charset="0"/>
              </a:rPr>
              <a:t> </a:t>
            </a:r>
          </a:p>
          <a:p>
            <a:pPr eaLnBrk="1" hangingPunct="1">
              <a:spcBef>
                <a:spcPct val="0"/>
              </a:spcBef>
              <a:buFontTx/>
              <a:buNone/>
            </a:pPr>
            <a:endParaRPr lang="en-US" altLang="id-ID" sz="2000" b="1" dirty="0">
              <a:latin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rPr>
              <a:t>The energy stored in the magnetic field of the inductor at </a:t>
            </a:r>
          </a:p>
          <a:p>
            <a:pPr eaLnBrk="1" hangingPunct="1">
              <a:spcBef>
                <a:spcPct val="0"/>
              </a:spcBef>
              <a:buFontTx/>
              <a:buNone/>
            </a:pPr>
            <a:endParaRPr lang="en-US" altLang="id-ID" sz="1200" b="1" dirty="0">
              <a:latin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rPr>
              <a:t>any time is    	         	 where </a:t>
            </a:r>
            <a:r>
              <a:rPr lang="en-US" altLang="id-ID" sz="2000" b="1" i="1" dirty="0" err="1">
                <a:latin typeface="Arial" panose="020B0604020202020204" pitchFamily="34" charset="0"/>
              </a:rPr>
              <a:t>i</a:t>
            </a:r>
            <a:r>
              <a:rPr lang="en-US" altLang="id-ID" sz="2000" b="1" i="1" dirty="0">
                <a:latin typeface="Arial" panose="020B0604020202020204" pitchFamily="34" charset="0"/>
              </a:rPr>
              <a:t> </a:t>
            </a:r>
            <a:r>
              <a:rPr lang="en-US" altLang="id-ID" sz="2000" b="1" dirty="0">
                <a:latin typeface="Arial" panose="020B0604020202020204" pitchFamily="34" charset="0"/>
              </a:rPr>
              <a:t>is the current through </a:t>
            </a:r>
          </a:p>
          <a:p>
            <a:pPr eaLnBrk="1" hangingPunct="1">
              <a:spcBef>
                <a:spcPct val="0"/>
              </a:spcBef>
              <a:buFontTx/>
              <a:buNone/>
            </a:pPr>
            <a:endParaRPr lang="en-US" altLang="id-ID" sz="1100" b="1" dirty="0">
              <a:latin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rPr>
              <a:t>the inductor at that time</a:t>
            </a:r>
            <a:r>
              <a:rPr lang="en-US" altLang="id-ID" sz="2000" b="1" i="1" dirty="0">
                <a:latin typeface="Arial" panose="020B0604020202020204" pitchFamily="34" charset="0"/>
              </a:rPr>
              <a:t>.</a:t>
            </a:r>
          </a:p>
          <a:p>
            <a:pPr eaLnBrk="1" hangingPunct="1">
              <a:spcBef>
                <a:spcPct val="0"/>
              </a:spcBef>
              <a:buFontTx/>
              <a:buNone/>
            </a:pPr>
            <a:endParaRPr lang="en-US" altLang="id-ID" sz="2000" b="1" dirty="0">
              <a:latin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rPr>
              <a:t>As the circuit oscillates, energy shifts back and forth from one type of stored energy to the other, but the total amount is conserved.</a:t>
            </a:r>
          </a:p>
        </p:txBody>
      </p:sp>
      <p:pic>
        <p:nvPicPr>
          <p:cNvPr id="43011" name="Picture 3">
            <a:extLst>
              <a:ext uri="{FF2B5EF4-FFF2-40B4-BE49-F238E27FC236}">
                <a16:creationId xmlns:a16="http://schemas.microsoft.com/office/drawing/2014/main" id="{C7235CC0-0627-400F-8457-C40FFECCEA36}"/>
              </a:ext>
            </a:extLst>
          </p:cNvPr>
          <p:cNvPicPr>
            <a:picLocks noChangeAspect="1" noChangeArrowheads="1"/>
          </p:cNvPicPr>
          <p:nvPr/>
        </p:nvPicPr>
        <p:blipFill>
          <a:blip r:embed="rId2" cstate="print">
            <a:duotone>
              <a:schemeClr val="accent6">
                <a:shade val="45000"/>
                <a:satMod val="135000"/>
              </a:schemeClr>
              <a:prstClr val="white"/>
            </a:duotone>
          </a:blip>
          <a:srcRect/>
          <a:stretch>
            <a:fillRect/>
          </a:stretch>
        </p:blipFill>
        <p:spPr bwMode="auto">
          <a:xfrm>
            <a:off x="2573061" y="1935455"/>
            <a:ext cx="1104620" cy="578610"/>
          </a:xfrm>
          <a:prstGeom prst="rect">
            <a:avLst/>
          </a:prstGeom>
          <a:noFill/>
          <a:ln w="9525">
            <a:noFill/>
            <a:miter lim="800000"/>
            <a:headEnd/>
            <a:tailEnd/>
          </a:ln>
        </p:spPr>
      </p:pic>
      <p:pic>
        <p:nvPicPr>
          <p:cNvPr id="43012" name="Picture 4">
            <a:extLst>
              <a:ext uri="{FF2B5EF4-FFF2-40B4-BE49-F238E27FC236}">
                <a16:creationId xmlns:a16="http://schemas.microsoft.com/office/drawing/2014/main" id="{BC0B185F-7449-4E34-BBBF-DFA81C71671E}"/>
              </a:ext>
            </a:extLst>
          </p:cNvPr>
          <p:cNvPicPr>
            <a:picLocks noChangeAspect="1" noChangeArrowheads="1"/>
          </p:cNvPicPr>
          <p:nvPr/>
        </p:nvPicPr>
        <p:blipFill>
          <a:blip r:embed="rId3" cstate="print">
            <a:duotone>
              <a:schemeClr val="accent6">
                <a:shade val="45000"/>
                <a:satMod val="135000"/>
              </a:schemeClr>
              <a:prstClr val="white"/>
            </a:duotone>
          </a:blip>
          <a:srcRect/>
          <a:stretch>
            <a:fillRect/>
          </a:stretch>
        </p:blipFill>
        <p:spPr bwMode="auto">
          <a:xfrm>
            <a:off x="2573061" y="3459656"/>
            <a:ext cx="1416497" cy="654942"/>
          </a:xfrm>
          <a:prstGeom prst="rect">
            <a:avLst/>
          </a:prstGeom>
          <a:noFill/>
          <a:ln w="9525">
            <a:noFill/>
            <a:miter lim="800000"/>
            <a:headEnd/>
            <a:tailEnd/>
          </a:ln>
        </p:spPr>
      </p:pic>
      <p:sp>
        <p:nvSpPr>
          <p:cNvPr id="8197" name="TextBox 1">
            <a:extLst>
              <a:ext uri="{FF2B5EF4-FFF2-40B4-BE49-F238E27FC236}">
                <a16:creationId xmlns:a16="http://schemas.microsoft.com/office/drawing/2014/main" id="{535BA5F9-2A16-46E8-A12D-4D6CEA56BD08}"/>
              </a:ext>
            </a:extLst>
          </p:cNvPr>
          <p:cNvSpPr txBox="1">
            <a:spLocks noChangeArrowheads="1"/>
          </p:cNvSpPr>
          <p:nvPr/>
        </p:nvSpPr>
        <p:spPr bwMode="auto">
          <a:xfrm>
            <a:off x="3286125" y="500063"/>
            <a:ext cx="27146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dirty="0">
                <a:latin typeface="Arial" panose="020B0604020202020204" pitchFamily="34" charset="0"/>
                <a:cs typeface="Arial" panose="020B0604020202020204" pitchFamily="34" charset="0"/>
              </a:rPr>
              <a:t>  </a:t>
            </a:r>
            <a:r>
              <a:rPr lang="en-US" altLang="id-ID" b="1" i="1" dirty="0">
                <a:latin typeface="Arial" panose="020B0604020202020204" pitchFamily="34" charset="0"/>
                <a:cs typeface="Arial" panose="020B0604020202020204" pitchFamily="34" charset="0"/>
              </a:rPr>
              <a:t>LC Oscillations</a:t>
            </a:r>
            <a:r>
              <a:rPr lang="en-US" altLang="id-ID" sz="2000" b="1" i="1" dirty="0">
                <a:latin typeface="Arial" panose="020B0604020202020204" pitchFamily="34" charset="0"/>
                <a:cs typeface="Arial" panose="020B0604020202020204" pitchFamily="34" charset="0"/>
              </a:rPr>
              <a:t>,  </a:t>
            </a:r>
          </a:p>
        </p:txBody>
      </p:sp>
      <p:sp>
        <p:nvSpPr>
          <p:cNvPr id="8198" name="Slide Number Placeholder 5">
            <a:extLst>
              <a:ext uri="{FF2B5EF4-FFF2-40B4-BE49-F238E27FC236}">
                <a16:creationId xmlns:a16="http://schemas.microsoft.com/office/drawing/2014/main" id="{EBD205DE-89F2-4F0F-AA40-1E0EE31F6A5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23557D6F-E14B-49C4-9E7B-D179B79698B5}" type="slidenum">
              <a:rPr lang="en-US" altLang="id-ID" sz="1400" smtClean="0"/>
              <a:pPr>
                <a:spcBef>
                  <a:spcPct val="0"/>
                </a:spcBef>
                <a:buFontTx/>
                <a:buNone/>
              </a:pPr>
              <a:t>4</a:t>
            </a:fld>
            <a:endParaRPr lang="en-US" altLang="id-ID" sz="1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a:extLst>
              <a:ext uri="{FF2B5EF4-FFF2-40B4-BE49-F238E27FC236}">
                <a16:creationId xmlns:a16="http://schemas.microsoft.com/office/drawing/2014/main" id="{8784D814-CC22-4C58-8F8F-323CBDF9EE8B}"/>
              </a:ext>
            </a:extLst>
          </p:cNvPr>
          <p:cNvSpPr>
            <a:spLocks noChangeArrowheads="1"/>
          </p:cNvSpPr>
          <p:nvPr/>
        </p:nvSpPr>
        <p:spPr bwMode="auto">
          <a:xfrm>
            <a:off x="1115616" y="1628800"/>
            <a:ext cx="7671197"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rPr>
              <a:t>The time-varying potential difference (or </a:t>
            </a:r>
            <a:r>
              <a:rPr lang="en-US" altLang="id-ID" b="1" i="1" dirty="0">
                <a:latin typeface="Arial" panose="020B0604020202020204" pitchFamily="34" charset="0"/>
              </a:rPr>
              <a:t>voltage) </a:t>
            </a:r>
            <a:r>
              <a:rPr lang="en-US" altLang="id-ID" b="1" i="1" dirty="0" err="1">
                <a:latin typeface="Arial" panose="020B0604020202020204" pitchFamily="34" charset="0"/>
              </a:rPr>
              <a:t>v</a:t>
            </a:r>
            <a:r>
              <a:rPr lang="en-US" altLang="id-ID" b="1" i="1" baseline="-25000" dirty="0" err="1">
                <a:latin typeface="Arial" panose="020B0604020202020204" pitchFamily="34" charset="0"/>
              </a:rPr>
              <a:t>C</a:t>
            </a:r>
            <a:r>
              <a:rPr lang="en-US" altLang="id-ID" b="1" i="1" baseline="-25000" dirty="0">
                <a:latin typeface="Arial" panose="020B0604020202020204" pitchFamily="34" charset="0"/>
              </a:rPr>
              <a:t> </a:t>
            </a:r>
            <a:r>
              <a:rPr lang="en-US" altLang="id-ID" b="1" dirty="0">
                <a:latin typeface="Arial" panose="020B0604020202020204" pitchFamily="34" charset="0"/>
              </a:rPr>
              <a:t>that exists across the capacitor </a:t>
            </a:r>
            <a:r>
              <a:rPr lang="en-US" altLang="id-ID" b="1" i="1" dirty="0">
                <a:latin typeface="Arial" panose="020B0604020202020204" pitchFamily="34" charset="0"/>
              </a:rPr>
              <a:t>C  </a:t>
            </a:r>
            <a:r>
              <a:rPr lang="en-US" altLang="id-ID" b="1" dirty="0">
                <a:latin typeface="Arial" panose="020B0604020202020204" pitchFamily="34" charset="0"/>
              </a:rPr>
              <a:t>is </a:t>
            </a:r>
          </a:p>
          <a:p>
            <a:pPr eaLnBrk="1" hangingPunct="1">
              <a:spcBef>
                <a:spcPct val="0"/>
              </a:spcBef>
              <a:buFontTx/>
              <a:buNone/>
            </a:pPr>
            <a:endParaRPr lang="en-US" altLang="id-ID" b="1" dirty="0">
              <a:latin typeface="Arial" panose="020B0604020202020204" pitchFamily="34" charset="0"/>
            </a:endParaRPr>
          </a:p>
          <a:p>
            <a:pPr eaLnBrk="1" hangingPunct="1">
              <a:spcBef>
                <a:spcPct val="0"/>
              </a:spcBef>
              <a:buFontTx/>
              <a:buNone/>
            </a:pPr>
            <a:endParaRPr lang="en-US" altLang="id-ID" dirty="0">
              <a:latin typeface="Arial" panose="020B0604020202020204" pitchFamily="34" charset="0"/>
            </a:endParaRPr>
          </a:p>
          <a:p>
            <a:pPr eaLnBrk="1" hangingPunct="1">
              <a:spcBef>
                <a:spcPct val="0"/>
              </a:spcBef>
              <a:buFontTx/>
              <a:buNone/>
            </a:pPr>
            <a:endParaRPr lang="en-US" altLang="id-ID" b="1" dirty="0">
              <a:latin typeface="Arial" panose="020B0604020202020204" pitchFamily="34" charset="0"/>
            </a:endParaRPr>
          </a:p>
          <a:p>
            <a:pPr eaLnBrk="1" hangingPunct="1">
              <a:spcBef>
                <a:spcPct val="0"/>
              </a:spcBef>
              <a:buFontTx/>
              <a:buNone/>
            </a:pPr>
            <a:endParaRPr lang="en-US" altLang="id-ID" b="1" dirty="0">
              <a:latin typeface="Arial" panose="020B0604020202020204" pitchFamily="34" charset="0"/>
            </a:endParaRPr>
          </a:p>
          <a:p>
            <a:pPr eaLnBrk="1" hangingPunct="1">
              <a:spcBef>
                <a:spcPct val="0"/>
              </a:spcBef>
              <a:buFontTx/>
              <a:buNone/>
            </a:pPr>
            <a:r>
              <a:rPr lang="en-US" altLang="id-ID" b="1" dirty="0">
                <a:latin typeface="Arial" panose="020B0604020202020204" pitchFamily="34" charset="0"/>
              </a:rPr>
              <a:t>To measure the current, we can connect a small resistance </a:t>
            </a:r>
            <a:r>
              <a:rPr lang="en-US" altLang="id-ID" b="1" i="1" dirty="0">
                <a:latin typeface="Arial" panose="020B0604020202020204" pitchFamily="34" charset="0"/>
              </a:rPr>
              <a:t>R </a:t>
            </a:r>
            <a:r>
              <a:rPr lang="en-US" altLang="id-ID" b="1" dirty="0">
                <a:latin typeface="Arial" panose="020B0604020202020204" pitchFamily="34" charset="0"/>
              </a:rPr>
              <a:t>in series with the capacitor and inductor and measure the time-varying potential difference </a:t>
            </a:r>
            <a:r>
              <a:rPr lang="en-US" altLang="id-ID" b="1" i="1" dirty="0" err="1">
                <a:latin typeface="Arial" panose="020B0604020202020204" pitchFamily="34" charset="0"/>
              </a:rPr>
              <a:t>v</a:t>
            </a:r>
            <a:r>
              <a:rPr lang="en-US" altLang="id-ID" b="1" i="1" baseline="-25000" dirty="0" err="1">
                <a:latin typeface="Arial" panose="020B0604020202020204" pitchFamily="34" charset="0"/>
              </a:rPr>
              <a:t>R</a:t>
            </a:r>
            <a:r>
              <a:rPr lang="en-US" altLang="id-ID" b="1" i="1" dirty="0">
                <a:latin typeface="Arial" panose="020B0604020202020204" pitchFamily="34" charset="0"/>
              </a:rPr>
              <a:t> </a:t>
            </a:r>
          </a:p>
          <a:p>
            <a:pPr eaLnBrk="1" hangingPunct="1">
              <a:spcBef>
                <a:spcPct val="0"/>
              </a:spcBef>
              <a:buFontTx/>
              <a:buNone/>
            </a:pPr>
            <a:endParaRPr lang="en-US" altLang="id-ID" b="1" i="1" dirty="0">
              <a:latin typeface="Arial" panose="020B0604020202020204" pitchFamily="34" charset="0"/>
            </a:endParaRPr>
          </a:p>
          <a:p>
            <a:pPr eaLnBrk="1" hangingPunct="1">
              <a:spcBef>
                <a:spcPct val="0"/>
              </a:spcBef>
              <a:buFontTx/>
              <a:buNone/>
            </a:pPr>
            <a:r>
              <a:rPr lang="en-US" altLang="id-ID" b="1" dirty="0">
                <a:latin typeface="Arial" panose="020B0604020202020204" pitchFamily="34" charset="0"/>
              </a:rPr>
              <a:t>across it: </a:t>
            </a:r>
          </a:p>
        </p:txBody>
      </p:sp>
      <p:pic>
        <p:nvPicPr>
          <p:cNvPr id="9219" name="Picture 4">
            <a:extLst>
              <a:ext uri="{FF2B5EF4-FFF2-40B4-BE49-F238E27FC236}">
                <a16:creationId xmlns:a16="http://schemas.microsoft.com/office/drawing/2014/main" id="{30F8F302-7738-43F3-B09E-882D7D4091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0072" y="2564904"/>
            <a:ext cx="2143125"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0" name="Picture 6">
            <a:extLst>
              <a:ext uri="{FF2B5EF4-FFF2-40B4-BE49-F238E27FC236}">
                <a16:creationId xmlns:a16="http://schemas.microsoft.com/office/drawing/2014/main" id="{7F0E25A2-6440-41B5-8045-701B6C6DCC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9792" y="5730758"/>
            <a:ext cx="1512168" cy="604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1" name="TextBox 1">
            <a:extLst>
              <a:ext uri="{FF2B5EF4-FFF2-40B4-BE49-F238E27FC236}">
                <a16:creationId xmlns:a16="http://schemas.microsoft.com/office/drawing/2014/main" id="{516FC6C4-1328-4822-B119-2B01E62375B9}"/>
              </a:ext>
            </a:extLst>
          </p:cNvPr>
          <p:cNvSpPr txBox="1">
            <a:spLocks noChangeArrowheads="1"/>
          </p:cNvSpPr>
          <p:nvPr/>
        </p:nvSpPr>
        <p:spPr bwMode="auto">
          <a:xfrm>
            <a:off x="3286125" y="500063"/>
            <a:ext cx="27146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dirty="0">
                <a:latin typeface="Arial" panose="020B0604020202020204" pitchFamily="34" charset="0"/>
                <a:cs typeface="Arial" panose="020B0604020202020204" pitchFamily="34" charset="0"/>
              </a:rPr>
              <a:t>  </a:t>
            </a:r>
            <a:r>
              <a:rPr lang="en-US" altLang="id-ID" b="1" i="1" dirty="0">
                <a:latin typeface="Arial" panose="020B0604020202020204" pitchFamily="34" charset="0"/>
                <a:cs typeface="Arial" panose="020B0604020202020204" pitchFamily="34" charset="0"/>
              </a:rPr>
              <a:t>LC Oscillations</a:t>
            </a:r>
            <a:r>
              <a:rPr lang="en-US" altLang="id-ID" sz="2000" b="1" i="1" dirty="0">
                <a:latin typeface="Arial" panose="020B0604020202020204" pitchFamily="34" charset="0"/>
                <a:cs typeface="Arial" panose="020B0604020202020204" pitchFamily="34" charset="0"/>
              </a:rPr>
              <a:t>,  </a:t>
            </a:r>
          </a:p>
        </p:txBody>
      </p:sp>
      <p:sp>
        <p:nvSpPr>
          <p:cNvPr id="9222" name="Slide Number Placeholder 5">
            <a:extLst>
              <a:ext uri="{FF2B5EF4-FFF2-40B4-BE49-F238E27FC236}">
                <a16:creationId xmlns:a16="http://schemas.microsoft.com/office/drawing/2014/main" id="{963CF968-97F3-45A1-81E4-B7D193AB127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C318C73F-E14B-4A8F-964E-53C9B0120B67}" type="slidenum">
              <a:rPr lang="en-US" altLang="id-ID" sz="1400" smtClean="0"/>
              <a:pPr>
                <a:spcBef>
                  <a:spcPct val="0"/>
                </a:spcBef>
                <a:buFontTx/>
                <a:buNone/>
              </a:pPr>
              <a:t>5</a:t>
            </a:fld>
            <a:endParaRPr lang="en-US" altLang="id-ID" sz="1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Box 1">
            <a:extLst>
              <a:ext uri="{FF2B5EF4-FFF2-40B4-BE49-F238E27FC236}">
                <a16:creationId xmlns:a16="http://schemas.microsoft.com/office/drawing/2014/main" id="{0D4C4A01-6F92-4454-ADB3-91616160246B}"/>
              </a:ext>
            </a:extLst>
          </p:cNvPr>
          <p:cNvSpPr txBox="1">
            <a:spLocks noChangeArrowheads="1"/>
          </p:cNvSpPr>
          <p:nvPr/>
        </p:nvSpPr>
        <p:spPr bwMode="auto">
          <a:xfrm>
            <a:off x="3565409" y="1060775"/>
            <a:ext cx="53721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u="sng" dirty="0">
                <a:solidFill>
                  <a:srgbClr val="0070C0"/>
                </a:solidFill>
                <a:latin typeface="Arial" panose="020B0604020202020204" pitchFamily="34" charset="0"/>
                <a:cs typeface="Arial" panose="020B0604020202020204" pitchFamily="34" charset="0"/>
              </a:rPr>
              <a:t> </a:t>
            </a:r>
            <a:r>
              <a:rPr lang="en-US" altLang="id-ID" b="1" i="1" u="sng" dirty="0">
                <a:solidFill>
                  <a:srgbClr val="0070C0"/>
                </a:solidFill>
                <a:latin typeface="Arial" panose="020B0604020202020204" pitchFamily="34" charset="0"/>
                <a:cs typeface="Arial" panose="020B0604020202020204" pitchFamily="34" charset="0"/>
              </a:rPr>
              <a:t>The Electrical Mechanical Analogy</a:t>
            </a:r>
            <a:r>
              <a:rPr lang="en-US" altLang="id-ID" sz="2000" b="1" i="1" dirty="0">
                <a:solidFill>
                  <a:srgbClr val="0070C0"/>
                </a:solidFill>
                <a:latin typeface="Arial" panose="020B0604020202020204" pitchFamily="34" charset="0"/>
                <a:cs typeface="Arial" panose="020B0604020202020204" pitchFamily="34" charset="0"/>
              </a:rPr>
              <a:t>:</a:t>
            </a:r>
          </a:p>
        </p:txBody>
      </p:sp>
      <p:sp>
        <p:nvSpPr>
          <p:cNvPr id="10243" name="Rectangle 3">
            <a:extLst>
              <a:ext uri="{FF2B5EF4-FFF2-40B4-BE49-F238E27FC236}">
                <a16:creationId xmlns:a16="http://schemas.microsoft.com/office/drawing/2014/main" id="{28C343F2-E955-4299-ABA9-DAAD24EA9FC4}"/>
              </a:ext>
            </a:extLst>
          </p:cNvPr>
          <p:cNvSpPr>
            <a:spLocks noChangeArrowheads="1"/>
          </p:cNvSpPr>
          <p:nvPr/>
        </p:nvSpPr>
        <p:spPr bwMode="auto">
          <a:xfrm>
            <a:off x="1115616" y="1643063"/>
            <a:ext cx="7799784" cy="729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rPr>
              <a:t>One can make an analogy between the oscillating </a:t>
            </a:r>
            <a:r>
              <a:rPr lang="en-US" altLang="id-ID" b="1" i="1" dirty="0">
                <a:latin typeface="Arial" panose="020B0604020202020204" pitchFamily="34" charset="0"/>
              </a:rPr>
              <a:t>LC </a:t>
            </a:r>
            <a:r>
              <a:rPr lang="en-US" altLang="id-ID" b="1" dirty="0">
                <a:latin typeface="Arial" panose="020B0604020202020204" pitchFamily="34" charset="0"/>
              </a:rPr>
              <a:t>system and an oscillating block–spring system. </a:t>
            </a:r>
          </a:p>
          <a:p>
            <a:pPr eaLnBrk="1" hangingPunct="1">
              <a:spcBef>
                <a:spcPct val="0"/>
              </a:spcBef>
              <a:buFontTx/>
              <a:buNone/>
            </a:pPr>
            <a:endParaRPr lang="en-US" altLang="id-ID" b="1" dirty="0">
              <a:latin typeface="Arial" panose="020B0604020202020204" pitchFamily="34" charset="0"/>
            </a:endParaRPr>
          </a:p>
          <a:p>
            <a:pPr eaLnBrk="1" hangingPunct="1">
              <a:spcBef>
                <a:spcPct val="0"/>
              </a:spcBef>
              <a:buFontTx/>
              <a:buNone/>
            </a:pPr>
            <a:r>
              <a:rPr lang="en-US" altLang="id-ID" b="1" dirty="0">
                <a:latin typeface="Arial" panose="020B0604020202020204" pitchFamily="34" charset="0"/>
              </a:rPr>
              <a:t>Two kinds of energy are involved in the block–spring system. One is potential energy of the compressed or extended spring; the other is kinetic energy of the moving block. </a:t>
            </a:r>
          </a:p>
          <a:p>
            <a:pPr eaLnBrk="1" hangingPunct="1">
              <a:spcBef>
                <a:spcPct val="0"/>
              </a:spcBef>
              <a:buFontTx/>
              <a:buNone/>
            </a:pPr>
            <a:endParaRPr lang="en-US" altLang="id-ID" b="1" dirty="0">
              <a:latin typeface="Arial" panose="020B0604020202020204" pitchFamily="34" charset="0"/>
            </a:endParaRPr>
          </a:p>
          <a:p>
            <a:pPr eaLnBrk="1" hangingPunct="1">
              <a:spcBef>
                <a:spcPct val="0"/>
              </a:spcBef>
              <a:buFontTx/>
              <a:buNone/>
            </a:pPr>
            <a:r>
              <a:rPr lang="en-US" altLang="id-ID" b="1" dirty="0">
                <a:latin typeface="Arial" panose="020B0604020202020204" pitchFamily="34" charset="0"/>
              </a:rPr>
              <a:t>Here we have the following analogies:</a:t>
            </a:r>
          </a:p>
          <a:p>
            <a:pPr eaLnBrk="1" hangingPunct="1">
              <a:spcBef>
                <a:spcPct val="0"/>
              </a:spcBef>
              <a:buFontTx/>
              <a:buNone/>
            </a:pPr>
            <a:endParaRPr lang="en-US" altLang="id-ID" sz="1800" dirty="0">
              <a:latin typeface="Arial" panose="020B0604020202020204" pitchFamily="34" charset="0"/>
            </a:endParaRPr>
          </a:p>
          <a:p>
            <a:pPr eaLnBrk="1" hangingPunct="1">
              <a:spcBef>
                <a:spcPct val="0"/>
              </a:spcBef>
              <a:buFontTx/>
              <a:buNone/>
            </a:pPr>
            <a:endParaRPr lang="en-US" altLang="id-ID" sz="1800" dirty="0">
              <a:latin typeface="Arial" panose="020B0604020202020204" pitchFamily="34" charset="0"/>
            </a:endParaRPr>
          </a:p>
          <a:p>
            <a:pPr eaLnBrk="1" hangingPunct="1">
              <a:spcBef>
                <a:spcPct val="0"/>
              </a:spcBef>
              <a:buFontTx/>
              <a:buNone/>
            </a:pPr>
            <a:endParaRPr lang="en-US" altLang="id-ID" sz="1800" dirty="0">
              <a:latin typeface="Arial" panose="020B0604020202020204" pitchFamily="34" charset="0"/>
            </a:endParaRPr>
          </a:p>
          <a:p>
            <a:pPr eaLnBrk="1" hangingPunct="1">
              <a:spcBef>
                <a:spcPct val="0"/>
              </a:spcBef>
              <a:buFontTx/>
              <a:buNone/>
            </a:pPr>
            <a:endParaRPr lang="en-US" altLang="id-ID" sz="1800" dirty="0">
              <a:latin typeface="Arial" panose="020B0604020202020204" pitchFamily="34" charset="0"/>
            </a:endParaRPr>
          </a:p>
          <a:p>
            <a:pPr eaLnBrk="1" hangingPunct="1">
              <a:spcBef>
                <a:spcPct val="0"/>
              </a:spcBef>
              <a:buFontTx/>
              <a:buNone/>
            </a:pPr>
            <a:endParaRPr lang="en-US" altLang="id-ID" sz="1800" dirty="0">
              <a:latin typeface="Arial" panose="020B0604020202020204" pitchFamily="34" charset="0"/>
            </a:endParaRPr>
          </a:p>
          <a:p>
            <a:pPr eaLnBrk="1" hangingPunct="1">
              <a:spcBef>
                <a:spcPct val="0"/>
              </a:spcBef>
              <a:buFontTx/>
              <a:buNone/>
            </a:pPr>
            <a:endParaRPr lang="en-US" altLang="id-ID" sz="1800" dirty="0">
              <a:latin typeface="Arial" panose="020B0604020202020204" pitchFamily="34" charset="0"/>
            </a:endParaRPr>
          </a:p>
          <a:p>
            <a:pPr eaLnBrk="1" hangingPunct="1">
              <a:spcBef>
                <a:spcPct val="0"/>
              </a:spcBef>
              <a:buFontTx/>
              <a:buNone/>
            </a:pPr>
            <a:endParaRPr lang="en-US" altLang="id-ID" sz="1800" dirty="0">
              <a:latin typeface="Arial" panose="020B0604020202020204" pitchFamily="34" charset="0"/>
            </a:endParaRPr>
          </a:p>
          <a:p>
            <a:pPr eaLnBrk="1" hangingPunct="1">
              <a:spcBef>
                <a:spcPct val="0"/>
              </a:spcBef>
              <a:buFontTx/>
              <a:buNone/>
            </a:pPr>
            <a:endParaRPr lang="en-US" altLang="id-ID" sz="1800" dirty="0">
              <a:latin typeface="Arial" panose="020B0604020202020204" pitchFamily="34" charset="0"/>
            </a:endParaRPr>
          </a:p>
          <a:p>
            <a:pPr eaLnBrk="1" hangingPunct="1">
              <a:spcBef>
                <a:spcPct val="0"/>
              </a:spcBef>
              <a:buFontTx/>
              <a:buNone/>
            </a:pPr>
            <a:endParaRPr lang="en-US" altLang="id-ID" sz="1800" dirty="0">
              <a:latin typeface="Arial" panose="020B0604020202020204" pitchFamily="34" charset="0"/>
            </a:endParaRPr>
          </a:p>
          <a:p>
            <a:pPr eaLnBrk="1" hangingPunct="1">
              <a:spcBef>
                <a:spcPct val="0"/>
              </a:spcBef>
              <a:buFontTx/>
              <a:buNone/>
            </a:pPr>
            <a:endParaRPr lang="en-US" altLang="id-ID" sz="1800" dirty="0">
              <a:latin typeface="Arial" panose="020B0604020202020204" pitchFamily="34" charset="0"/>
            </a:endParaRPr>
          </a:p>
          <a:p>
            <a:pPr eaLnBrk="1" hangingPunct="1">
              <a:spcBef>
                <a:spcPct val="0"/>
              </a:spcBef>
              <a:buFontTx/>
              <a:buNone/>
            </a:pPr>
            <a:endParaRPr lang="en-US" altLang="id-ID" sz="1800" dirty="0">
              <a:latin typeface="Arial" panose="020B0604020202020204" pitchFamily="34" charset="0"/>
            </a:endParaRPr>
          </a:p>
          <a:p>
            <a:pPr eaLnBrk="1" hangingPunct="1">
              <a:spcBef>
                <a:spcPct val="0"/>
              </a:spcBef>
              <a:buFontTx/>
              <a:buNone/>
            </a:pPr>
            <a:endParaRPr lang="en-US" altLang="id-ID" sz="1800" dirty="0">
              <a:latin typeface="Arial" panose="020B0604020202020204" pitchFamily="34" charset="0"/>
            </a:endParaRPr>
          </a:p>
          <a:p>
            <a:pPr eaLnBrk="1" hangingPunct="1">
              <a:spcBef>
                <a:spcPct val="0"/>
              </a:spcBef>
              <a:buFontTx/>
              <a:buNone/>
            </a:pPr>
            <a:endParaRPr lang="en-US" altLang="id-ID" sz="1800" dirty="0">
              <a:latin typeface="Arial" panose="020B0604020202020204" pitchFamily="34" charset="0"/>
            </a:endParaRPr>
          </a:p>
          <a:p>
            <a:pPr eaLnBrk="1" hangingPunct="1">
              <a:spcBef>
                <a:spcPct val="0"/>
              </a:spcBef>
              <a:buFontTx/>
              <a:buNone/>
            </a:pPr>
            <a:r>
              <a:rPr lang="en-US" altLang="id-ID" sz="1800" dirty="0">
                <a:latin typeface="Arial" panose="020B0604020202020204" pitchFamily="34" charset="0"/>
              </a:rPr>
              <a:t> </a:t>
            </a:r>
          </a:p>
        </p:txBody>
      </p:sp>
      <p:pic>
        <p:nvPicPr>
          <p:cNvPr id="6148" name="Picture 4">
            <a:extLst>
              <a:ext uri="{FF2B5EF4-FFF2-40B4-BE49-F238E27FC236}">
                <a16:creationId xmlns:a16="http://schemas.microsoft.com/office/drawing/2014/main" id="{77A167CF-9E1C-47AE-A7D7-E2F1C7A91C79}"/>
              </a:ext>
            </a:extLst>
          </p:cNvPr>
          <p:cNvPicPr>
            <a:picLocks noChangeAspect="1" noChangeArrowheads="1"/>
          </p:cNvPicPr>
          <p:nvPr/>
        </p:nvPicPr>
        <p:blipFill>
          <a:blip r:embed="rId2" cstate="print">
            <a:duotone>
              <a:prstClr val="black"/>
              <a:schemeClr val="accent4">
                <a:tint val="45000"/>
                <a:satMod val="400000"/>
              </a:schemeClr>
            </a:duotone>
          </a:blip>
          <a:srcRect/>
          <a:stretch>
            <a:fillRect/>
          </a:stretch>
        </p:blipFill>
        <p:spPr bwMode="auto">
          <a:xfrm>
            <a:off x="1510286" y="5214937"/>
            <a:ext cx="6500857" cy="839586"/>
          </a:xfrm>
          <a:prstGeom prst="rect">
            <a:avLst/>
          </a:prstGeom>
          <a:noFill/>
          <a:ln w="9525">
            <a:noFill/>
            <a:miter lim="800000"/>
            <a:headEnd/>
            <a:tailEnd/>
          </a:ln>
        </p:spPr>
      </p:pic>
      <p:sp>
        <p:nvSpPr>
          <p:cNvPr id="10245" name="TextBox 1">
            <a:extLst>
              <a:ext uri="{FF2B5EF4-FFF2-40B4-BE49-F238E27FC236}">
                <a16:creationId xmlns:a16="http://schemas.microsoft.com/office/drawing/2014/main" id="{FE2F3ACD-5547-4711-A961-FB33318D43C9}"/>
              </a:ext>
            </a:extLst>
          </p:cNvPr>
          <p:cNvSpPr txBox="1">
            <a:spLocks noChangeArrowheads="1"/>
          </p:cNvSpPr>
          <p:nvPr/>
        </p:nvSpPr>
        <p:spPr bwMode="auto">
          <a:xfrm>
            <a:off x="3286125" y="500063"/>
            <a:ext cx="27146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dirty="0">
                <a:latin typeface="Arial" panose="020B0604020202020204" pitchFamily="34" charset="0"/>
                <a:cs typeface="Arial" panose="020B0604020202020204" pitchFamily="34" charset="0"/>
              </a:rPr>
              <a:t>  </a:t>
            </a:r>
            <a:r>
              <a:rPr lang="en-US" altLang="id-ID" b="1" i="1" dirty="0">
                <a:latin typeface="Arial" panose="020B0604020202020204" pitchFamily="34" charset="0"/>
                <a:cs typeface="Arial" panose="020B0604020202020204" pitchFamily="34" charset="0"/>
              </a:rPr>
              <a:t>LC Oscillations</a:t>
            </a:r>
            <a:r>
              <a:rPr lang="en-US" altLang="id-ID" sz="2000" b="1" i="1" dirty="0">
                <a:latin typeface="Arial" panose="020B0604020202020204" pitchFamily="34" charset="0"/>
                <a:cs typeface="Arial" panose="020B0604020202020204" pitchFamily="34" charset="0"/>
              </a:rPr>
              <a:t> </a:t>
            </a:r>
          </a:p>
        </p:txBody>
      </p:sp>
      <p:sp>
        <p:nvSpPr>
          <p:cNvPr id="10246" name="Slide Number Placeholder 5">
            <a:extLst>
              <a:ext uri="{FF2B5EF4-FFF2-40B4-BE49-F238E27FC236}">
                <a16:creationId xmlns:a16="http://schemas.microsoft.com/office/drawing/2014/main" id="{4D2BE974-C69A-4DC0-8A2B-67F20E0C318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590A676D-406F-4F23-A326-212EBC16CF77}" type="slidenum">
              <a:rPr lang="en-US" altLang="id-ID" sz="1400" smtClean="0"/>
              <a:pPr>
                <a:spcBef>
                  <a:spcPct val="0"/>
                </a:spcBef>
                <a:buFontTx/>
                <a:buNone/>
              </a:pPr>
              <a:t>6</a:t>
            </a:fld>
            <a:endParaRPr lang="en-US" altLang="id-ID" sz="1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1">
            <a:extLst>
              <a:ext uri="{FF2B5EF4-FFF2-40B4-BE49-F238E27FC236}">
                <a16:creationId xmlns:a16="http://schemas.microsoft.com/office/drawing/2014/main" id="{CF2EFF2F-82E9-4C28-9446-D9F4FBFAB003}"/>
              </a:ext>
            </a:extLst>
          </p:cNvPr>
          <p:cNvSpPr txBox="1">
            <a:spLocks noChangeArrowheads="1"/>
          </p:cNvSpPr>
          <p:nvPr/>
        </p:nvSpPr>
        <p:spPr bwMode="auto">
          <a:xfrm>
            <a:off x="3286125" y="500063"/>
            <a:ext cx="27146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dirty="0">
                <a:latin typeface="Arial" panose="020B0604020202020204" pitchFamily="34" charset="0"/>
                <a:cs typeface="Arial" panose="020B0604020202020204" pitchFamily="34" charset="0"/>
              </a:rPr>
              <a:t>  </a:t>
            </a:r>
            <a:r>
              <a:rPr lang="en-US" altLang="id-ID" b="1" i="1" dirty="0">
                <a:latin typeface="Arial" panose="020B0604020202020204" pitchFamily="34" charset="0"/>
                <a:cs typeface="Arial" panose="020B0604020202020204" pitchFamily="34" charset="0"/>
              </a:rPr>
              <a:t>LC Oscillations</a:t>
            </a:r>
            <a:r>
              <a:rPr lang="en-US" altLang="id-ID" sz="2000" b="1" i="1" dirty="0">
                <a:latin typeface="Arial" panose="020B0604020202020204" pitchFamily="34" charset="0"/>
                <a:cs typeface="Arial" panose="020B0604020202020204" pitchFamily="34" charset="0"/>
              </a:rPr>
              <a:t>,  </a:t>
            </a:r>
          </a:p>
        </p:txBody>
      </p:sp>
      <p:sp>
        <p:nvSpPr>
          <p:cNvPr id="11267" name="TextBox 2">
            <a:extLst>
              <a:ext uri="{FF2B5EF4-FFF2-40B4-BE49-F238E27FC236}">
                <a16:creationId xmlns:a16="http://schemas.microsoft.com/office/drawing/2014/main" id="{464A7170-9BDB-4679-943B-C4C028CDCF25}"/>
              </a:ext>
            </a:extLst>
          </p:cNvPr>
          <p:cNvSpPr txBox="1">
            <a:spLocks noChangeArrowheads="1"/>
          </p:cNvSpPr>
          <p:nvPr/>
        </p:nvSpPr>
        <p:spPr bwMode="auto">
          <a:xfrm>
            <a:off x="1056030" y="1520199"/>
            <a:ext cx="43894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u="sng" dirty="0">
                <a:solidFill>
                  <a:srgbClr val="0070C0"/>
                </a:solidFill>
                <a:latin typeface="Arial" panose="020B0604020202020204" pitchFamily="34" charset="0"/>
              </a:rPr>
              <a:t>The Block-Spring Oscillator</a:t>
            </a:r>
            <a:r>
              <a:rPr lang="en-US" altLang="id-ID" sz="2000" b="1" dirty="0">
                <a:latin typeface="Arial" panose="020B0604020202020204" pitchFamily="34" charset="0"/>
              </a:rPr>
              <a:t>: </a:t>
            </a:r>
          </a:p>
        </p:txBody>
      </p:sp>
      <p:grpSp>
        <p:nvGrpSpPr>
          <p:cNvPr id="11268" name="Group 7">
            <a:extLst>
              <a:ext uri="{FF2B5EF4-FFF2-40B4-BE49-F238E27FC236}">
                <a16:creationId xmlns:a16="http://schemas.microsoft.com/office/drawing/2014/main" id="{7682DEDE-0969-4F6E-A73A-143A96C0D2A2}"/>
              </a:ext>
            </a:extLst>
          </p:cNvPr>
          <p:cNvGrpSpPr>
            <a:grpSpLocks/>
          </p:cNvGrpSpPr>
          <p:nvPr/>
        </p:nvGrpSpPr>
        <p:grpSpPr bwMode="auto">
          <a:xfrm>
            <a:off x="2143125" y="4429125"/>
            <a:ext cx="6429375" cy="671513"/>
            <a:chOff x="1981200" y="2133600"/>
            <a:chExt cx="5943600" cy="590550"/>
          </a:xfrm>
        </p:grpSpPr>
        <p:pic>
          <p:nvPicPr>
            <p:cNvPr id="11275" name="Picture 4">
              <a:extLst>
                <a:ext uri="{FF2B5EF4-FFF2-40B4-BE49-F238E27FC236}">
                  <a16:creationId xmlns:a16="http://schemas.microsoft.com/office/drawing/2014/main" id="{3542FC9B-126E-44DA-8ABD-65565375A3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2133600"/>
              <a:ext cx="2047875"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6" name="Picture 5">
              <a:extLst>
                <a:ext uri="{FF2B5EF4-FFF2-40B4-BE49-F238E27FC236}">
                  <a16:creationId xmlns:a16="http://schemas.microsoft.com/office/drawing/2014/main" id="{DE54F45E-624D-4BC9-8D89-65BC1A27AB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600" y="2209800"/>
              <a:ext cx="35052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 name="Curved Right Arrow 8">
            <a:extLst>
              <a:ext uri="{FF2B5EF4-FFF2-40B4-BE49-F238E27FC236}">
                <a16:creationId xmlns:a16="http://schemas.microsoft.com/office/drawing/2014/main" id="{1AD0EE7C-290A-4906-A5E1-9C627118C8AB}"/>
              </a:ext>
            </a:extLst>
          </p:cNvPr>
          <p:cNvSpPr/>
          <p:nvPr/>
        </p:nvSpPr>
        <p:spPr>
          <a:xfrm>
            <a:off x="1852613" y="3790515"/>
            <a:ext cx="152400" cy="671512"/>
          </a:xfrm>
          <a:prstGeom prst="curved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en-US">
              <a:solidFill>
                <a:schemeClr val="tx1"/>
              </a:solidFill>
            </a:endParaRPr>
          </a:p>
        </p:txBody>
      </p:sp>
      <p:sp>
        <p:nvSpPr>
          <p:cNvPr id="10" name="Curved Right Arrow 9">
            <a:extLst>
              <a:ext uri="{FF2B5EF4-FFF2-40B4-BE49-F238E27FC236}">
                <a16:creationId xmlns:a16="http://schemas.microsoft.com/office/drawing/2014/main" id="{B39519E9-233F-4078-9641-EB7B3B34DACC}"/>
              </a:ext>
            </a:extLst>
          </p:cNvPr>
          <p:cNvSpPr/>
          <p:nvPr/>
        </p:nvSpPr>
        <p:spPr>
          <a:xfrm>
            <a:off x="1928813" y="2452686"/>
            <a:ext cx="152400" cy="671513"/>
          </a:xfrm>
          <a:prstGeom prst="curved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en-US">
              <a:solidFill>
                <a:schemeClr val="tx1"/>
              </a:solidFill>
            </a:endParaRPr>
          </a:p>
        </p:txBody>
      </p:sp>
      <p:sp>
        <p:nvSpPr>
          <p:cNvPr id="11" name="Right Arrow 10">
            <a:extLst>
              <a:ext uri="{FF2B5EF4-FFF2-40B4-BE49-F238E27FC236}">
                <a16:creationId xmlns:a16="http://schemas.microsoft.com/office/drawing/2014/main" id="{5C579968-ED45-4957-B7CF-D1DB88806406}"/>
              </a:ext>
            </a:extLst>
          </p:cNvPr>
          <p:cNvSpPr/>
          <p:nvPr/>
        </p:nvSpPr>
        <p:spPr>
          <a:xfrm>
            <a:off x="4361482" y="4718843"/>
            <a:ext cx="304800" cy="46038"/>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en-US">
              <a:solidFill>
                <a:srgbClr val="FFFFFF"/>
              </a:solidFill>
            </a:endParaRPr>
          </a:p>
        </p:txBody>
      </p:sp>
      <p:pic>
        <p:nvPicPr>
          <p:cNvPr id="11272" name="Picture 2">
            <a:extLst>
              <a:ext uri="{FF2B5EF4-FFF2-40B4-BE49-F238E27FC236}">
                <a16:creationId xmlns:a16="http://schemas.microsoft.com/office/drawing/2014/main" id="{7E44F65D-A57E-4412-9F64-C2B7899233D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7438" y="2000250"/>
            <a:ext cx="400050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3" name="Picture 3">
            <a:extLst>
              <a:ext uri="{FF2B5EF4-FFF2-40B4-BE49-F238E27FC236}">
                <a16:creationId xmlns:a16="http://schemas.microsoft.com/office/drawing/2014/main" id="{52012CEA-67FB-435F-8A59-F6DB2FAEEB9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43125" y="3000375"/>
            <a:ext cx="5643563"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4" name="Slide Number Placeholder 11">
            <a:extLst>
              <a:ext uri="{FF2B5EF4-FFF2-40B4-BE49-F238E27FC236}">
                <a16:creationId xmlns:a16="http://schemas.microsoft.com/office/drawing/2014/main" id="{1BDF4636-EAC1-40EB-88F3-A21C75C7B21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A448A2F5-1D31-4AF5-AD4B-D666F99EBE7C}" type="slidenum">
              <a:rPr lang="en-US" altLang="id-ID" sz="1400" smtClean="0"/>
              <a:pPr>
                <a:spcBef>
                  <a:spcPct val="0"/>
                </a:spcBef>
                <a:buFontTx/>
                <a:buNone/>
              </a:pPr>
              <a:t>7</a:t>
            </a:fld>
            <a:endParaRPr lang="en-US" altLang="id-ID" sz="1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2">
            <a:extLst>
              <a:ext uri="{FF2B5EF4-FFF2-40B4-BE49-F238E27FC236}">
                <a16:creationId xmlns:a16="http://schemas.microsoft.com/office/drawing/2014/main" id="{E4D13F62-7008-4062-9979-D771A91DC1C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711BCE61-25D4-4CC5-BC8C-0B90BB58AACA}" type="slidenum">
              <a:rPr lang="en-US" altLang="id-ID" sz="1400" smtClean="0"/>
              <a:pPr>
                <a:spcBef>
                  <a:spcPct val="0"/>
                </a:spcBef>
                <a:buFontTx/>
                <a:buNone/>
              </a:pPr>
              <a:t>8</a:t>
            </a:fld>
            <a:endParaRPr lang="en-US" altLang="id-ID" sz="1400"/>
          </a:p>
        </p:txBody>
      </p:sp>
      <p:pic>
        <p:nvPicPr>
          <p:cNvPr id="4" name="Picture 12">
            <a:extLst>
              <a:ext uri="{FF2B5EF4-FFF2-40B4-BE49-F238E27FC236}">
                <a16:creationId xmlns:a16="http://schemas.microsoft.com/office/drawing/2014/main" id="{4877F4B1-3E50-411D-B7B8-5632E9016BF9}"/>
              </a:ext>
            </a:extLst>
          </p:cNvPr>
          <p:cNvPicPr>
            <a:picLocks noChangeAspect="1" noChangeArrowheads="1"/>
          </p:cNvPicPr>
          <p:nvPr/>
        </p:nvPicPr>
        <p:blipFill>
          <a:blip r:embed="rId2" cstate="print">
            <a:duotone>
              <a:prstClr val="black"/>
              <a:schemeClr val="accent2">
                <a:tint val="45000"/>
                <a:satMod val="400000"/>
              </a:schemeClr>
            </a:duotone>
          </a:blip>
          <a:srcRect/>
          <a:stretch>
            <a:fillRect/>
          </a:stretch>
        </p:blipFill>
        <p:spPr bwMode="auto">
          <a:xfrm>
            <a:off x="3786182" y="5715016"/>
            <a:ext cx="2857520" cy="69056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11">
            <a:extLst>
              <a:ext uri="{FF2B5EF4-FFF2-40B4-BE49-F238E27FC236}">
                <a16:creationId xmlns:a16="http://schemas.microsoft.com/office/drawing/2014/main" id="{AF9A6560-5193-429D-8DEF-763D8E388446}"/>
              </a:ext>
            </a:extLst>
          </p:cNvPr>
          <p:cNvPicPr>
            <a:picLocks noChangeAspect="1" noChangeArrowheads="1"/>
          </p:cNvPicPr>
          <p:nvPr/>
        </p:nvPicPr>
        <p:blipFill>
          <a:blip r:embed="rId3" cstate="print">
            <a:duotone>
              <a:prstClr val="black"/>
              <a:schemeClr val="accent4">
                <a:tint val="45000"/>
                <a:satMod val="400000"/>
              </a:schemeClr>
            </a:duotone>
          </a:blip>
          <a:srcRect/>
          <a:stretch>
            <a:fillRect/>
          </a:stretch>
        </p:blipFill>
        <p:spPr bwMode="auto">
          <a:xfrm>
            <a:off x="1571604" y="5643578"/>
            <a:ext cx="1214446" cy="642942"/>
          </a:xfrm>
          <a:prstGeom prst="rect">
            <a:avLst/>
          </a:prstGeom>
          <a:noFill/>
          <a:ln w="9525">
            <a:noFill/>
            <a:miter lim="800000"/>
            <a:headEnd/>
            <a:tailEnd/>
          </a:ln>
        </p:spPr>
      </p:pic>
      <p:sp>
        <p:nvSpPr>
          <p:cNvPr id="6" name="Right Arrow 5">
            <a:extLst>
              <a:ext uri="{FF2B5EF4-FFF2-40B4-BE49-F238E27FC236}">
                <a16:creationId xmlns:a16="http://schemas.microsoft.com/office/drawing/2014/main" id="{8452F81C-E41F-4ACA-94AB-1E160D05E9BC}"/>
              </a:ext>
            </a:extLst>
          </p:cNvPr>
          <p:cNvSpPr/>
          <p:nvPr/>
        </p:nvSpPr>
        <p:spPr>
          <a:xfrm>
            <a:off x="3048000" y="5943600"/>
            <a:ext cx="304800" cy="46038"/>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en-US">
              <a:solidFill>
                <a:srgbClr val="FFFFFF"/>
              </a:solidFill>
            </a:endParaRPr>
          </a:p>
        </p:txBody>
      </p:sp>
      <p:pic>
        <p:nvPicPr>
          <p:cNvPr id="12294" name="Picture 9">
            <a:extLst>
              <a:ext uri="{FF2B5EF4-FFF2-40B4-BE49-F238E27FC236}">
                <a16:creationId xmlns:a16="http://schemas.microsoft.com/office/drawing/2014/main" id="{21C48D63-6643-4B23-A4F1-D7F710FB10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2253" y="4748496"/>
            <a:ext cx="3636462" cy="69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6" name="Picture 10">
            <a:extLst>
              <a:ext uri="{FF2B5EF4-FFF2-40B4-BE49-F238E27FC236}">
                <a16:creationId xmlns:a16="http://schemas.microsoft.com/office/drawing/2014/main" id="{D484907E-A71A-4A9C-9CA2-ACD3B854142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86054" y="4717766"/>
            <a:ext cx="4108869" cy="711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urved Right Arrow 9">
            <a:extLst>
              <a:ext uri="{FF2B5EF4-FFF2-40B4-BE49-F238E27FC236}">
                <a16:creationId xmlns:a16="http://schemas.microsoft.com/office/drawing/2014/main" id="{C67CE03B-3B99-4126-ACE2-DD3303A36F22}"/>
              </a:ext>
            </a:extLst>
          </p:cNvPr>
          <p:cNvSpPr/>
          <p:nvPr/>
        </p:nvSpPr>
        <p:spPr>
          <a:xfrm rot="3205961">
            <a:off x="1302881" y="3943539"/>
            <a:ext cx="252813" cy="801151"/>
          </a:xfrm>
          <a:prstGeom prst="curved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en-US">
              <a:solidFill>
                <a:schemeClr val="tx1"/>
              </a:solidFill>
            </a:endParaRPr>
          </a:p>
        </p:txBody>
      </p:sp>
      <p:pic>
        <p:nvPicPr>
          <p:cNvPr id="12298" name="Picture 8">
            <a:extLst>
              <a:ext uri="{FF2B5EF4-FFF2-40B4-BE49-F238E27FC236}">
                <a16:creationId xmlns:a16="http://schemas.microsoft.com/office/drawing/2014/main" id="{4984A147-A917-4D93-8339-1871B241226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14679" y="3537293"/>
            <a:ext cx="5177601" cy="966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Curved Right Arrow 13">
            <a:extLst>
              <a:ext uri="{FF2B5EF4-FFF2-40B4-BE49-F238E27FC236}">
                <a16:creationId xmlns:a16="http://schemas.microsoft.com/office/drawing/2014/main" id="{1B634989-DCC8-4156-9BD2-83EFCED2F196}"/>
              </a:ext>
            </a:extLst>
          </p:cNvPr>
          <p:cNvSpPr/>
          <p:nvPr/>
        </p:nvSpPr>
        <p:spPr>
          <a:xfrm>
            <a:off x="1643063" y="3214688"/>
            <a:ext cx="214312" cy="742950"/>
          </a:xfrm>
          <a:prstGeom prst="curved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en-US">
              <a:solidFill>
                <a:schemeClr val="tx1"/>
              </a:solidFill>
            </a:endParaRPr>
          </a:p>
        </p:txBody>
      </p:sp>
      <p:pic>
        <p:nvPicPr>
          <p:cNvPr id="12300" name="Picture 6">
            <a:extLst>
              <a:ext uri="{FF2B5EF4-FFF2-40B4-BE49-F238E27FC236}">
                <a16:creationId xmlns:a16="http://schemas.microsoft.com/office/drawing/2014/main" id="{7D0A6D92-631D-4562-80E8-F38CD522134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16084" y="1545432"/>
            <a:ext cx="4000500"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Curved Right Arrow 15">
            <a:extLst>
              <a:ext uri="{FF2B5EF4-FFF2-40B4-BE49-F238E27FC236}">
                <a16:creationId xmlns:a16="http://schemas.microsoft.com/office/drawing/2014/main" id="{73013F63-97E8-4D48-BBD1-402D10AFD7B4}"/>
              </a:ext>
            </a:extLst>
          </p:cNvPr>
          <p:cNvSpPr/>
          <p:nvPr/>
        </p:nvSpPr>
        <p:spPr>
          <a:xfrm>
            <a:off x="1714500" y="2143125"/>
            <a:ext cx="214313" cy="857250"/>
          </a:xfrm>
          <a:prstGeom prst="curved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en-US">
              <a:solidFill>
                <a:schemeClr val="tx1"/>
              </a:solidFill>
            </a:endParaRPr>
          </a:p>
        </p:txBody>
      </p:sp>
      <p:sp>
        <p:nvSpPr>
          <p:cNvPr id="12302" name="TextBox 11">
            <a:extLst>
              <a:ext uri="{FF2B5EF4-FFF2-40B4-BE49-F238E27FC236}">
                <a16:creationId xmlns:a16="http://schemas.microsoft.com/office/drawing/2014/main" id="{36DBBEB8-BBFE-42A6-BF0A-E76B955929EF}"/>
              </a:ext>
            </a:extLst>
          </p:cNvPr>
          <p:cNvSpPr txBox="1">
            <a:spLocks noChangeArrowheads="1"/>
          </p:cNvSpPr>
          <p:nvPr/>
        </p:nvSpPr>
        <p:spPr bwMode="auto">
          <a:xfrm>
            <a:off x="6053623" y="962025"/>
            <a:ext cx="2886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u="sng" dirty="0">
                <a:solidFill>
                  <a:srgbClr val="0070C0"/>
                </a:solidFill>
                <a:latin typeface="Arial" panose="020B0604020202020204" pitchFamily="34" charset="0"/>
              </a:rPr>
              <a:t>The LC Oscillator</a:t>
            </a:r>
            <a:r>
              <a:rPr lang="en-US" altLang="id-ID" sz="2000" b="1" dirty="0">
                <a:latin typeface="Arial" panose="020B0604020202020204" pitchFamily="34" charset="0"/>
              </a:rPr>
              <a:t>: </a:t>
            </a:r>
          </a:p>
        </p:txBody>
      </p:sp>
      <p:pic>
        <p:nvPicPr>
          <p:cNvPr id="12303" name="Picture 7">
            <a:extLst>
              <a:ext uri="{FF2B5EF4-FFF2-40B4-BE49-F238E27FC236}">
                <a16:creationId xmlns:a16="http://schemas.microsoft.com/office/drawing/2014/main" id="{84B7591C-A8D2-47C2-8FFB-2437BE2D655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28813" y="2504751"/>
            <a:ext cx="5786437" cy="898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04" name="TextBox 1">
            <a:extLst>
              <a:ext uri="{FF2B5EF4-FFF2-40B4-BE49-F238E27FC236}">
                <a16:creationId xmlns:a16="http://schemas.microsoft.com/office/drawing/2014/main" id="{7ABE1CC1-805D-4CE9-B5AA-CE8E252C7601}"/>
              </a:ext>
            </a:extLst>
          </p:cNvPr>
          <p:cNvSpPr txBox="1">
            <a:spLocks noChangeArrowheads="1"/>
          </p:cNvSpPr>
          <p:nvPr/>
        </p:nvSpPr>
        <p:spPr bwMode="auto">
          <a:xfrm>
            <a:off x="3286125" y="500063"/>
            <a:ext cx="27146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dirty="0">
                <a:latin typeface="Arial" panose="020B0604020202020204" pitchFamily="34" charset="0"/>
                <a:cs typeface="Arial" panose="020B0604020202020204" pitchFamily="34" charset="0"/>
              </a:rPr>
              <a:t>  </a:t>
            </a:r>
            <a:r>
              <a:rPr lang="en-US" altLang="id-ID" b="1" i="1" dirty="0">
                <a:latin typeface="Arial" panose="020B0604020202020204" pitchFamily="34" charset="0"/>
                <a:cs typeface="Arial" panose="020B0604020202020204" pitchFamily="34" charset="0"/>
              </a:rPr>
              <a:t>LC Oscillations</a:t>
            </a:r>
            <a:r>
              <a:rPr lang="en-US" altLang="id-ID" sz="2000" b="1" i="1" dirty="0">
                <a:latin typeface="Arial" panose="020B0604020202020204" pitchFamily="34" charset="0"/>
                <a:cs typeface="Arial" panose="020B0604020202020204" pitchFamily="34" charset="0"/>
              </a:rPr>
              <a:t>,  </a:t>
            </a:r>
          </a:p>
        </p:txBody>
      </p:sp>
      <p:sp>
        <p:nvSpPr>
          <p:cNvPr id="17" name="Right Arrow 7">
            <a:extLst>
              <a:ext uri="{FF2B5EF4-FFF2-40B4-BE49-F238E27FC236}">
                <a16:creationId xmlns:a16="http://schemas.microsoft.com/office/drawing/2014/main" id="{CB45EADE-9F3C-4F9A-ACA2-3D6145943DA0}"/>
              </a:ext>
            </a:extLst>
          </p:cNvPr>
          <p:cNvSpPr/>
          <p:nvPr/>
        </p:nvSpPr>
        <p:spPr>
          <a:xfrm>
            <a:off x="4607512" y="4992771"/>
            <a:ext cx="439745" cy="275193"/>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en-US">
              <a:solidFill>
                <a:srgbClr val="FFFF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2">
            <a:extLst>
              <a:ext uri="{FF2B5EF4-FFF2-40B4-BE49-F238E27FC236}">
                <a16:creationId xmlns:a16="http://schemas.microsoft.com/office/drawing/2014/main" id="{26F2B408-BAAA-4FE9-91D3-1DFB5245DEBE}"/>
              </a:ext>
            </a:extLst>
          </p:cNvPr>
          <p:cNvSpPr txBox="1">
            <a:spLocks noChangeArrowheads="1"/>
          </p:cNvSpPr>
          <p:nvPr/>
        </p:nvSpPr>
        <p:spPr bwMode="auto">
          <a:xfrm>
            <a:off x="5546161" y="785672"/>
            <a:ext cx="3571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u="sng" dirty="0">
                <a:solidFill>
                  <a:srgbClr val="0070C0"/>
                </a:solidFill>
                <a:latin typeface="Arial" panose="020B0604020202020204" pitchFamily="34" charset="0"/>
              </a:rPr>
              <a:t>Angular Frequencies</a:t>
            </a:r>
            <a:r>
              <a:rPr lang="en-US" altLang="id-ID" sz="2000" b="1" u="sng" dirty="0">
                <a:latin typeface="Arial" panose="020B0604020202020204" pitchFamily="34" charset="0"/>
              </a:rPr>
              <a:t>:</a:t>
            </a:r>
          </a:p>
        </p:txBody>
      </p:sp>
      <p:pic>
        <p:nvPicPr>
          <p:cNvPr id="13315" name="Picture 2">
            <a:extLst>
              <a:ext uri="{FF2B5EF4-FFF2-40B4-BE49-F238E27FC236}">
                <a16:creationId xmlns:a16="http://schemas.microsoft.com/office/drawing/2014/main" id="{ED5F2E68-A5FF-4668-878C-4C0B074F73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6316" y="1421730"/>
            <a:ext cx="3364607"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6" name="Picture 3">
            <a:extLst>
              <a:ext uri="{FF2B5EF4-FFF2-40B4-BE49-F238E27FC236}">
                <a16:creationId xmlns:a16="http://schemas.microsoft.com/office/drawing/2014/main" id="{689BFA19-ECCA-4E59-9485-E01A1DEF34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2941" y="2434026"/>
            <a:ext cx="4857750" cy="811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7" name="Picture 4">
            <a:extLst>
              <a:ext uri="{FF2B5EF4-FFF2-40B4-BE49-F238E27FC236}">
                <a16:creationId xmlns:a16="http://schemas.microsoft.com/office/drawing/2014/main" id="{79F02822-5FDF-4D30-A63D-F8D55719B8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1504" y="3396492"/>
            <a:ext cx="5929313" cy="611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09" name="Picture 5">
            <a:extLst>
              <a:ext uri="{FF2B5EF4-FFF2-40B4-BE49-F238E27FC236}">
                <a16:creationId xmlns:a16="http://schemas.microsoft.com/office/drawing/2014/main" id="{832F663F-04B7-40B4-B9BC-1A1981F2B9E2}"/>
              </a:ext>
            </a:extLst>
          </p:cNvPr>
          <p:cNvPicPr>
            <a:picLocks noChangeAspect="1" noChangeArrowheads="1"/>
          </p:cNvPicPr>
          <p:nvPr/>
        </p:nvPicPr>
        <p:blipFill>
          <a:blip r:embed="rId5" cstate="print">
            <a:duotone>
              <a:prstClr val="black"/>
              <a:schemeClr val="accent3">
                <a:tint val="45000"/>
                <a:satMod val="400000"/>
              </a:schemeClr>
            </a:duotone>
          </a:blip>
          <a:srcRect/>
          <a:stretch>
            <a:fillRect/>
          </a:stretch>
        </p:blipFill>
        <p:spPr bwMode="auto">
          <a:xfrm>
            <a:off x="3558753" y="4158492"/>
            <a:ext cx="1681946" cy="89703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Right Arrow 7">
            <a:extLst>
              <a:ext uri="{FF2B5EF4-FFF2-40B4-BE49-F238E27FC236}">
                <a16:creationId xmlns:a16="http://schemas.microsoft.com/office/drawing/2014/main" id="{8E140C46-6C95-43FE-AD67-FFD1598093E4}"/>
              </a:ext>
            </a:extLst>
          </p:cNvPr>
          <p:cNvSpPr/>
          <p:nvPr/>
        </p:nvSpPr>
        <p:spPr>
          <a:xfrm>
            <a:off x="1987128" y="3483893"/>
            <a:ext cx="381000" cy="22860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en-US">
              <a:solidFill>
                <a:srgbClr val="FFFFFF"/>
              </a:solidFill>
            </a:endParaRPr>
          </a:p>
        </p:txBody>
      </p:sp>
      <p:sp>
        <p:nvSpPr>
          <p:cNvPr id="9" name="Right Arrow 8">
            <a:extLst>
              <a:ext uri="{FF2B5EF4-FFF2-40B4-BE49-F238E27FC236}">
                <a16:creationId xmlns:a16="http://schemas.microsoft.com/office/drawing/2014/main" id="{93110860-37E7-408A-A798-23810ADFDD78}"/>
              </a:ext>
            </a:extLst>
          </p:cNvPr>
          <p:cNvSpPr/>
          <p:nvPr/>
        </p:nvSpPr>
        <p:spPr>
          <a:xfrm>
            <a:off x="2915816" y="4769768"/>
            <a:ext cx="381000" cy="22860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en-US">
              <a:solidFill>
                <a:srgbClr val="FFFFFF"/>
              </a:solidFill>
            </a:endParaRPr>
          </a:p>
        </p:txBody>
      </p:sp>
      <p:sp>
        <p:nvSpPr>
          <p:cNvPr id="13321" name="TextBox 1">
            <a:extLst>
              <a:ext uri="{FF2B5EF4-FFF2-40B4-BE49-F238E27FC236}">
                <a16:creationId xmlns:a16="http://schemas.microsoft.com/office/drawing/2014/main" id="{CD901F12-D9BB-4CB4-9104-0FD6CBBC7F66}"/>
              </a:ext>
            </a:extLst>
          </p:cNvPr>
          <p:cNvSpPr txBox="1">
            <a:spLocks noChangeArrowheads="1"/>
          </p:cNvSpPr>
          <p:nvPr/>
        </p:nvSpPr>
        <p:spPr bwMode="auto">
          <a:xfrm>
            <a:off x="3558753" y="340643"/>
            <a:ext cx="27146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dirty="0">
                <a:solidFill>
                  <a:schemeClr val="bg1"/>
                </a:solidFill>
                <a:latin typeface="Arial" panose="020B0604020202020204" pitchFamily="34" charset="0"/>
                <a:cs typeface="Arial" panose="020B0604020202020204" pitchFamily="34" charset="0"/>
              </a:rPr>
              <a:t>  </a:t>
            </a:r>
            <a:r>
              <a:rPr lang="en-US" altLang="id-ID" b="1" i="1" dirty="0">
                <a:solidFill>
                  <a:schemeClr val="bg1"/>
                </a:solidFill>
                <a:latin typeface="Arial" panose="020B0604020202020204" pitchFamily="34" charset="0"/>
                <a:cs typeface="Arial" panose="020B0604020202020204" pitchFamily="34" charset="0"/>
              </a:rPr>
              <a:t>LC Oscillations</a:t>
            </a:r>
            <a:r>
              <a:rPr lang="en-US" altLang="id-ID" sz="2000" b="1" i="1" dirty="0">
                <a:solidFill>
                  <a:schemeClr val="bg1"/>
                </a:solidFill>
                <a:latin typeface="Arial" panose="020B0604020202020204" pitchFamily="34" charset="0"/>
                <a:cs typeface="Arial" panose="020B0604020202020204" pitchFamily="34" charset="0"/>
              </a:rPr>
              <a:t>,  </a:t>
            </a:r>
          </a:p>
        </p:txBody>
      </p:sp>
      <p:sp>
        <p:nvSpPr>
          <p:cNvPr id="13322" name="Rectangle 10">
            <a:extLst>
              <a:ext uri="{FF2B5EF4-FFF2-40B4-BE49-F238E27FC236}">
                <a16:creationId xmlns:a16="http://schemas.microsoft.com/office/drawing/2014/main" id="{9AF17E24-9A58-44D5-A481-96D56E82B255}"/>
              </a:ext>
            </a:extLst>
          </p:cNvPr>
          <p:cNvSpPr>
            <a:spLocks noChangeArrowheads="1"/>
          </p:cNvSpPr>
          <p:nvPr/>
        </p:nvSpPr>
        <p:spPr bwMode="auto">
          <a:xfrm>
            <a:off x="1701378" y="2555205"/>
            <a:ext cx="6969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solidFill>
                  <a:srgbClr val="0070C0"/>
                </a:solidFill>
                <a:latin typeface="Arial" panose="020B0604020202020204" pitchFamily="34" charset="0"/>
              </a:rPr>
              <a:t>But</a:t>
            </a:r>
            <a:endParaRPr lang="en-US" altLang="id-ID">
              <a:latin typeface="Arial" panose="020B0604020202020204" pitchFamily="34" charset="0"/>
            </a:endParaRPr>
          </a:p>
        </p:txBody>
      </p:sp>
      <p:sp>
        <p:nvSpPr>
          <p:cNvPr id="13323" name="Rectangle 11">
            <a:extLst>
              <a:ext uri="{FF2B5EF4-FFF2-40B4-BE49-F238E27FC236}">
                <a16:creationId xmlns:a16="http://schemas.microsoft.com/office/drawing/2014/main" id="{D416E9C9-2450-4A55-BDBF-B674D4272AC2}"/>
              </a:ext>
            </a:extLst>
          </p:cNvPr>
          <p:cNvSpPr>
            <a:spLocks noChangeArrowheads="1"/>
          </p:cNvSpPr>
          <p:nvPr/>
        </p:nvSpPr>
        <p:spPr bwMode="auto">
          <a:xfrm>
            <a:off x="629816" y="5198393"/>
            <a:ext cx="878681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a:solidFill>
                  <a:srgbClr val="002060"/>
                </a:solidFill>
                <a:latin typeface="Arial" panose="020B0604020202020204" pitchFamily="34" charset="0"/>
              </a:rPr>
              <a:t>The angular frequency of oscillation for an ideal (resistanceless) </a:t>
            </a:r>
            <a:r>
              <a:rPr lang="en-US" altLang="id-ID" b="1" i="1">
                <a:solidFill>
                  <a:srgbClr val="002060"/>
                </a:solidFill>
                <a:latin typeface="Arial" panose="020B0604020202020204" pitchFamily="34" charset="0"/>
              </a:rPr>
              <a:t>LC</a:t>
            </a:r>
            <a:r>
              <a:rPr lang="en-US" altLang="id-ID" b="1">
                <a:solidFill>
                  <a:srgbClr val="002060"/>
                </a:solidFill>
                <a:latin typeface="Arial" panose="020B0604020202020204" pitchFamily="34" charset="0"/>
              </a:rPr>
              <a:t> is: </a:t>
            </a:r>
          </a:p>
        </p:txBody>
      </p:sp>
      <p:pic>
        <p:nvPicPr>
          <p:cNvPr id="13" name="Picture 5">
            <a:extLst>
              <a:ext uri="{FF2B5EF4-FFF2-40B4-BE49-F238E27FC236}">
                <a16:creationId xmlns:a16="http://schemas.microsoft.com/office/drawing/2014/main" id="{EB8C46C4-FF72-462B-AB40-C96BD24AE571}"/>
              </a:ext>
            </a:extLst>
          </p:cNvPr>
          <p:cNvPicPr>
            <a:picLocks noChangeAspect="1" noChangeArrowheads="1"/>
          </p:cNvPicPr>
          <p:nvPr/>
        </p:nvPicPr>
        <p:blipFill>
          <a:blip r:embed="rId6" cstate="print">
            <a:duotone>
              <a:prstClr val="black"/>
              <a:srgbClr val="002060">
                <a:tint val="45000"/>
                <a:satMod val="400000"/>
              </a:srgbClr>
            </a:duotone>
          </a:blip>
          <a:srcRect/>
          <a:stretch>
            <a:fillRect/>
          </a:stretch>
        </p:blipFill>
        <p:spPr bwMode="auto">
          <a:xfrm>
            <a:off x="4283968" y="5699615"/>
            <a:ext cx="3202726" cy="1022147"/>
          </a:xfrm>
          <a:prstGeom prst="rect">
            <a:avLst/>
          </a:prstGeom>
          <a:noFill/>
          <a:ln w="9525">
            <a:noFill/>
            <a:miter lim="800000"/>
            <a:headEnd/>
            <a:tailEnd/>
          </a:ln>
        </p:spPr>
      </p:pic>
      <p:sp>
        <p:nvSpPr>
          <p:cNvPr id="13325" name="Slide Number Placeholder 13">
            <a:extLst>
              <a:ext uri="{FF2B5EF4-FFF2-40B4-BE49-F238E27FC236}">
                <a16:creationId xmlns:a16="http://schemas.microsoft.com/office/drawing/2014/main" id="{A6DC4887-7D9F-4A46-82C7-7A35B9D8EEA4}"/>
              </a:ext>
            </a:extLst>
          </p:cNvPr>
          <p:cNvSpPr>
            <a:spLocks noGrp="1"/>
          </p:cNvSpPr>
          <p:nvPr>
            <p:ph type="sldNum" sz="quarter" idx="12"/>
          </p:nvPr>
        </p:nvSpPr>
        <p:spPr>
          <a:xfrm>
            <a:off x="6825828" y="6293916"/>
            <a:ext cx="2133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EA41D7FE-4C88-4E5E-ACA0-C4674CA39BA6}" type="slidenum">
              <a:rPr lang="en-US" altLang="id-ID" sz="1400" smtClean="0"/>
              <a:pPr>
                <a:spcBef>
                  <a:spcPct val="0"/>
                </a:spcBef>
                <a:buFontTx/>
                <a:buNone/>
              </a:pPr>
              <a:t>9</a:t>
            </a:fld>
            <a:endParaRPr lang="en-US" altLang="id-ID" sz="1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a:extLst>
              <a:ext uri="{FF2B5EF4-FFF2-40B4-BE49-F238E27FC236}">
                <a16:creationId xmlns:a16="http://schemas.microsoft.com/office/drawing/2014/main" id="{EF7E757C-995E-4DF2-ADB1-1AB571056790}"/>
              </a:ext>
            </a:extLst>
          </p:cNvPr>
          <p:cNvSpPr>
            <a:spLocks noChangeArrowheads="1"/>
          </p:cNvSpPr>
          <p:nvPr/>
        </p:nvSpPr>
        <p:spPr bwMode="auto">
          <a:xfrm>
            <a:off x="1076330" y="1340768"/>
            <a:ext cx="8420100" cy="5001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dirty="0">
                <a:latin typeface="Arial" panose="020B0604020202020204" pitchFamily="34" charset="0"/>
              </a:rPr>
              <a:t>The electrical energy stored in the </a:t>
            </a:r>
            <a:r>
              <a:rPr lang="en-US" altLang="id-ID" sz="2000" b="1" i="1" dirty="0">
                <a:latin typeface="Arial" panose="020B0604020202020204" pitchFamily="34" charset="0"/>
              </a:rPr>
              <a:t>LC </a:t>
            </a:r>
            <a:r>
              <a:rPr lang="en-US" altLang="id-ID" sz="2000" b="1" dirty="0">
                <a:latin typeface="Arial" panose="020B0604020202020204" pitchFamily="34" charset="0"/>
              </a:rPr>
              <a:t>circuit at time </a:t>
            </a:r>
            <a:r>
              <a:rPr lang="en-US" altLang="id-ID" sz="2000" b="1" i="1" dirty="0">
                <a:latin typeface="Arial" panose="020B0604020202020204" pitchFamily="34" charset="0"/>
              </a:rPr>
              <a:t>t </a:t>
            </a:r>
            <a:r>
              <a:rPr lang="en-US" altLang="id-ID" sz="2000" b="1" dirty="0">
                <a:latin typeface="Arial" panose="020B0604020202020204" pitchFamily="34" charset="0"/>
              </a:rPr>
              <a:t>is</a:t>
            </a:r>
            <a:r>
              <a:rPr lang="en-US" altLang="id-ID" sz="2000" b="1" i="1" dirty="0">
                <a:latin typeface="Arial" panose="020B0604020202020204" pitchFamily="34" charset="0"/>
              </a:rPr>
              <a:t>,</a:t>
            </a:r>
          </a:p>
          <a:p>
            <a:pPr eaLnBrk="1" hangingPunct="1">
              <a:spcBef>
                <a:spcPct val="0"/>
              </a:spcBef>
              <a:buFontTx/>
              <a:buNone/>
            </a:pPr>
            <a:endParaRPr lang="en-US" altLang="id-ID" sz="1600" i="1" dirty="0">
              <a:latin typeface="Arial" panose="020B0604020202020204" pitchFamily="34" charset="0"/>
            </a:endParaRPr>
          </a:p>
          <a:p>
            <a:pPr eaLnBrk="1" hangingPunct="1">
              <a:spcBef>
                <a:spcPct val="0"/>
              </a:spcBef>
              <a:buFontTx/>
              <a:buNone/>
            </a:pPr>
            <a:endParaRPr lang="en-US" altLang="id-ID" sz="2000" i="1" dirty="0">
              <a:latin typeface="Arial" panose="020B0604020202020204" pitchFamily="34" charset="0"/>
            </a:endParaRPr>
          </a:p>
          <a:p>
            <a:pPr eaLnBrk="1" hangingPunct="1">
              <a:spcBef>
                <a:spcPct val="0"/>
              </a:spcBef>
              <a:buFontTx/>
              <a:buNone/>
            </a:pPr>
            <a:endParaRPr lang="en-US" altLang="id-ID" sz="1600" i="1" dirty="0">
              <a:latin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rPr>
              <a:t>The magnetic energy is</a:t>
            </a:r>
            <a:r>
              <a:rPr lang="en-US" altLang="id-ID" sz="2000" b="1" i="1" dirty="0">
                <a:latin typeface="Arial" panose="020B0604020202020204" pitchFamily="34" charset="0"/>
              </a:rPr>
              <a:t>: </a:t>
            </a:r>
          </a:p>
          <a:p>
            <a:pPr eaLnBrk="1" hangingPunct="1">
              <a:spcBef>
                <a:spcPct val="0"/>
              </a:spcBef>
              <a:buFontTx/>
              <a:buNone/>
            </a:pPr>
            <a:endParaRPr lang="en-US" altLang="id-ID" sz="1600" i="1" dirty="0">
              <a:latin typeface="Arial" panose="020B0604020202020204" pitchFamily="34" charset="0"/>
            </a:endParaRPr>
          </a:p>
          <a:p>
            <a:pPr eaLnBrk="1" hangingPunct="1">
              <a:spcBef>
                <a:spcPct val="0"/>
              </a:spcBef>
              <a:buFontTx/>
              <a:buNone/>
            </a:pPr>
            <a:endParaRPr lang="en-US" altLang="id-ID" sz="1200" i="1" dirty="0">
              <a:latin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rPr>
              <a:t>But </a:t>
            </a:r>
          </a:p>
          <a:p>
            <a:pPr eaLnBrk="1" hangingPunct="1">
              <a:spcBef>
                <a:spcPct val="0"/>
              </a:spcBef>
              <a:buFontTx/>
              <a:buNone/>
            </a:pPr>
            <a:endParaRPr lang="en-US" altLang="id-ID" sz="1600" i="1" dirty="0">
              <a:latin typeface="Arial" panose="020B0604020202020204" pitchFamily="34" charset="0"/>
            </a:endParaRPr>
          </a:p>
          <a:p>
            <a:pPr eaLnBrk="1" hangingPunct="1">
              <a:spcBef>
                <a:spcPct val="0"/>
              </a:spcBef>
              <a:buFontTx/>
              <a:buNone/>
            </a:pPr>
            <a:endParaRPr lang="en-US" altLang="id-ID" sz="1600" dirty="0">
              <a:latin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rPr>
              <a:t>Therefore</a:t>
            </a:r>
          </a:p>
          <a:p>
            <a:pPr eaLnBrk="1" hangingPunct="1">
              <a:spcBef>
                <a:spcPct val="0"/>
              </a:spcBef>
              <a:buFontTx/>
              <a:buNone/>
            </a:pPr>
            <a:endParaRPr lang="en-US" altLang="id-ID" sz="1600" dirty="0">
              <a:latin typeface="Arial" panose="020B0604020202020204" pitchFamily="34" charset="0"/>
            </a:endParaRPr>
          </a:p>
          <a:p>
            <a:pPr eaLnBrk="1" hangingPunct="1">
              <a:spcBef>
                <a:spcPct val="0"/>
              </a:spcBef>
              <a:buFontTx/>
              <a:buNone/>
            </a:pPr>
            <a:endParaRPr lang="en-US" altLang="id-ID" sz="1100" dirty="0">
              <a:latin typeface="Arial" panose="020B0604020202020204" pitchFamily="34" charset="0"/>
            </a:endParaRPr>
          </a:p>
          <a:p>
            <a:pPr eaLnBrk="1" hangingPunct="1">
              <a:spcBef>
                <a:spcPct val="0"/>
              </a:spcBef>
              <a:buFontTx/>
              <a:buNone/>
            </a:pPr>
            <a:r>
              <a:rPr lang="en-US" altLang="id-ID" sz="2000" b="1" u="sng" dirty="0">
                <a:latin typeface="Arial" panose="020B0604020202020204" pitchFamily="34" charset="0"/>
              </a:rPr>
              <a:t>Note that </a:t>
            </a:r>
          </a:p>
          <a:p>
            <a:pPr eaLnBrk="1" hangingPunct="1">
              <a:spcBef>
                <a:spcPct val="0"/>
              </a:spcBef>
            </a:pPr>
            <a:r>
              <a:rPr lang="en-US" altLang="id-ID" sz="2000" b="1" dirty="0">
                <a:solidFill>
                  <a:srgbClr val="7030A0"/>
                </a:solidFill>
                <a:latin typeface="Arial" panose="020B0604020202020204" pitchFamily="34" charset="0"/>
              </a:rPr>
              <a:t> </a:t>
            </a:r>
            <a:r>
              <a:rPr lang="en-US" altLang="id-ID" sz="2000" b="1" dirty="0">
                <a:solidFill>
                  <a:srgbClr val="0070C0"/>
                </a:solidFill>
                <a:latin typeface="Arial" panose="020B0604020202020204" pitchFamily="34" charset="0"/>
              </a:rPr>
              <a:t>The maximum values of U</a:t>
            </a:r>
            <a:r>
              <a:rPr lang="en-US" altLang="id-ID" sz="2000" b="1" baseline="-25000" dirty="0">
                <a:solidFill>
                  <a:srgbClr val="0070C0"/>
                </a:solidFill>
                <a:latin typeface="Arial" panose="020B0604020202020204" pitchFamily="34" charset="0"/>
              </a:rPr>
              <a:t>E</a:t>
            </a:r>
            <a:r>
              <a:rPr lang="en-US" altLang="id-ID" sz="2000" b="1" dirty="0">
                <a:solidFill>
                  <a:srgbClr val="0070C0"/>
                </a:solidFill>
                <a:latin typeface="Arial" panose="020B0604020202020204" pitchFamily="34" charset="0"/>
              </a:rPr>
              <a:t> and U</a:t>
            </a:r>
            <a:r>
              <a:rPr lang="en-US" altLang="id-ID" sz="2000" b="1" baseline="-25000" dirty="0">
                <a:solidFill>
                  <a:srgbClr val="0070C0"/>
                </a:solidFill>
                <a:latin typeface="Arial" panose="020B0604020202020204" pitchFamily="34" charset="0"/>
              </a:rPr>
              <a:t>B</a:t>
            </a:r>
            <a:r>
              <a:rPr lang="en-US" altLang="id-ID" sz="2000" b="1" dirty="0">
                <a:solidFill>
                  <a:srgbClr val="0070C0"/>
                </a:solidFill>
                <a:latin typeface="Arial" panose="020B0604020202020204" pitchFamily="34" charset="0"/>
              </a:rPr>
              <a:t> are both Q</a:t>
            </a:r>
            <a:r>
              <a:rPr lang="en-US" altLang="id-ID" sz="2000" b="1" baseline="30000" dirty="0">
                <a:solidFill>
                  <a:srgbClr val="0070C0"/>
                </a:solidFill>
                <a:latin typeface="Arial" panose="020B0604020202020204" pitchFamily="34" charset="0"/>
              </a:rPr>
              <a:t>2</a:t>
            </a:r>
            <a:r>
              <a:rPr lang="en-US" altLang="id-ID" sz="2000" b="1" dirty="0">
                <a:solidFill>
                  <a:srgbClr val="0070C0"/>
                </a:solidFill>
                <a:latin typeface="Arial" panose="020B0604020202020204" pitchFamily="34" charset="0"/>
              </a:rPr>
              <a:t>/2C.</a:t>
            </a:r>
          </a:p>
          <a:p>
            <a:pPr eaLnBrk="1" hangingPunct="1">
              <a:spcBef>
                <a:spcPct val="0"/>
              </a:spcBef>
            </a:pPr>
            <a:r>
              <a:rPr lang="en-US" altLang="id-ID" sz="2000" b="1" dirty="0">
                <a:solidFill>
                  <a:srgbClr val="0070C0"/>
                </a:solidFill>
                <a:latin typeface="Arial" panose="020B0604020202020204" pitchFamily="34" charset="0"/>
              </a:rPr>
              <a:t> At any instant the sum of U</a:t>
            </a:r>
            <a:r>
              <a:rPr lang="en-US" altLang="id-ID" sz="2000" b="1" baseline="-25000" dirty="0">
                <a:solidFill>
                  <a:srgbClr val="0070C0"/>
                </a:solidFill>
                <a:latin typeface="Arial" panose="020B0604020202020204" pitchFamily="34" charset="0"/>
              </a:rPr>
              <a:t>E</a:t>
            </a:r>
            <a:r>
              <a:rPr lang="en-US" altLang="id-ID" sz="2000" b="1" dirty="0">
                <a:solidFill>
                  <a:srgbClr val="0070C0"/>
                </a:solidFill>
                <a:latin typeface="Arial" panose="020B0604020202020204" pitchFamily="34" charset="0"/>
              </a:rPr>
              <a:t> and U</a:t>
            </a:r>
            <a:r>
              <a:rPr lang="en-US" altLang="id-ID" sz="2000" b="1" baseline="-25000" dirty="0">
                <a:solidFill>
                  <a:srgbClr val="0070C0"/>
                </a:solidFill>
                <a:latin typeface="Arial" panose="020B0604020202020204" pitchFamily="34" charset="0"/>
              </a:rPr>
              <a:t>B</a:t>
            </a:r>
            <a:r>
              <a:rPr lang="en-US" altLang="id-ID" sz="2000" b="1" dirty="0">
                <a:solidFill>
                  <a:srgbClr val="0070C0"/>
                </a:solidFill>
                <a:latin typeface="Arial" panose="020B0604020202020204" pitchFamily="34" charset="0"/>
              </a:rPr>
              <a:t> is equal to Q</a:t>
            </a:r>
            <a:r>
              <a:rPr lang="en-US" altLang="id-ID" sz="2000" b="1" baseline="30000" dirty="0">
                <a:solidFill>
                  <a:srgbClr val="0070C0"/>
                </a:solidFill>
                <a:latin typeface="Arial" panose="020B0604020202020204" pitchFamily="34" charset="0"/>
              </a:rPr>
              <a:t>2</a:t>
            </a:r>
            <a:r>
              <a:rPr lang="en-US" altLang="id-ID" sz="2000" b="1" dirty="0">
                <a:solidFill>
                  <a:srgbClr val="0070C0"/>
                </a:solidFill>
                <a:latin typeface="Arial" panose="020B0604020202020204" pitchFamily="34" charset="0"/>
              </a:rPr>
              <a:t>/2C, a </a:t>
            </a:r>
          </a:p>
          <a:p>
            <a:pPr eaLnBrk="1" hangingPunct="1">
              <a:spcBef>
                <a:spcPct val="0"/>
              </a:spcBef>
              <a:buFontTx/>
              <a:buNone/>
            </a:pPr>
            <a:r>
              <a:rPr lang="en-US" altLang="id-ID" sz="2000" b="1" dirty="0">
                <a:solidFill>
                  <a:srgbClr val="0070C0"/>
                </a:solidFill>
                <a:latin typeface="Arial" panose="020B0604020202020204" pitchFamily="34" charset="0"/>
              </a:rPr>
              <a:t>  constant.</a:t>
            </a:r>
          </a:p>
          <a:p>
            <a:pPr eaLnBrk="1" hangingPunct="1">
              <a:spcBef>
                <a:spcPct val="0"/>
              </a:spcBef>
            </a:pPr>
            <a:r>
              <a:rPr lang="en-US" altLang="id-ID" sz="2000" b="1" dirty="0">
                <a:solidFill>
                  <a:srgbClr val="0070C0"/>
                </a:solidFill>
                <a:latin typeface="Arial" panose="020B0604020202020204" pitchFamily="34" charset="0"/>
              </a:rPr>
              <a:t> When U</a:t>
            </a:r>
            <a:r>
              <a:rPr lang="en-US" altLang="id-ID" sz="2000" b="1" baseline="-25000" dirty="0">
                <a:solidFill>
                  <a:srgbClr val="0070C0"/>
                </a:solidFill>
                <a:latin typeface="Arial" panose="020B0604020202020204" pitchFamily="34" charset="0"/>
              </a:rPr>
              <a:t>E</a:t>
            </a:r>
            <a:r>
              <a:rPr lang="en-US" altLang="id-ID" sz="2000" b="1" dirty="0">
                <a:solidFill>
                  <a:srgbClr val="0070C0"/>
                </a:solidFill>
                <a:latin typeface="Arial" panose="020B0604020202020204" pitchFamily="34" charset="0"/>
              </a:rPr>
              <a:t> is maximum, U</a:t>
            </a:r>
            <a:r>
              <a:rPr lang="en-US" altLang="id-ID" sz="2000" b="1" baseline="-25000" dirty="0">
                <a:solidFill>
                  <a:srgbClr val="0070C0"/>
                </a:solidFill>
                <a:latin typeface="Arial" panose="020B0604020202020204" pitchFamily="34" charset="0"/>
              </a:rPr>
              <a:t>B</a:t>
            </a:r>
            <a:r>
              <a:rPr lang="en-US" altLang="id-ID" sz="2000" b="1" dirty="0">
                <a:solidFill>
                  <a:srgbClr val="0070C0"/>
                </a:solidFill>
                <a:latin typeface="Arial" panose="020B0604020202020204" pitchFamily="34" charset="0"/>
              </a:rPr>
              <a:t> is zero, and conversely</a:t>
            </a:r>
            <a:r>
              <a:rPr lang="en-US" altLang="id-ID" sz="1600" dirty="0">
                <a:solidFill>
                  <a:srgbClr val="0070C0"/>
                </a:solidFill>
                <a:latin typeface="Arial" panose="020B0604020202020204" pitchFamily="34" charset="0"/>
              </a:rPr>
              <a:t>.</a:t>
            </a:r>
          </a:p>
        </p:txBody>
      </p:sp>
      <p:pic>
        <p:nvPicPr>
          <p:cNvPr id="14339" name="Picture 3">
            <a:extLst>
              <a:ext uri="{FF2B5EF4-FFF2-40B4-BE49-F238E27FC236}">
                <a16:creationId xmlns:a16="http://schemas.microsoft.com/office/drawing/2014/main" id="{ED7735CC-189E-456D-B9E8-CDCA1BAE1D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8625" y="1707545"/>
            <a:ext cx="3214688" cy="652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0" name="Picture 4">
            <a:extLst>
              <a:ext uri="{FF2B5EF4-FFF2-40B4-BE49-F238E27FC236}">
                <a16:creationId xmlns:a16="http://schemas.microsoft.com/office/drawing/2014/main" id="{1B9A6601-B43E-4BBD-ADF0-E0A1580A56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9295" y="2471268"/>
            <a:ext cx="4000500" cy="600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1" name="Picture 5">
            <a:extLst>
              <a:ext uri="{FF2B5EF4-FFF2-40B4-BE49-F238E27FC236}">
                <a16:creationId xmlns:a16="http://schemas.microsoft.com/office/drawing/2014/main" id="{2B9889D3-DB76-45D7-B82F-8226F84510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68311" y="3071813"/>
            <a:ext cx="2530984" cy="73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4" name="Picture 6">
            <a:extLst>
              <a:ext uri="{FF2B5EF4-FFF2-40B4-BE49-F238E27FC236}">
                <a16:creationId xmlns:a16="http://schemas.microsoft.com/office/drawing/2014/main" id="{6B64AF31-0120-4C2D-80C6-F4473D91C1E3}"/>
              </a:ext>
            </a:extLst>
          </p:cNvPr>
          <p:cNvPicPr>
            <a:picLocks noChangeAspect="1" noChangeArrowheads="1"/>
          </p:cNvPicPr>
          <p:nvPr/>
        </p:nvPicPr>
        <p:blipFill>
          <a:blip r:embed="rId5" cstate="print">
            <a:duotone>
              <a:prstClr val="black"/>
              <a:schemeClr val="accent4">
                <a:tint val="45000"/>
                <a:satMod val="400000"/>
              </a:schemeClr>
            </a:duotone>
          </a:blip>
          <a:srcRect/>
          <a:stretch>
            <a:fillRect/>
          </a:stretch>
        </p:blipFill>
        <p:spPr bwMode="auto">
          <a:xfrm>
            <a:off x="2483768" y="4091114"/>
            <a:ext cx="2448272" cy="835996"/>
          </a:xfrm>
          <a:prstGeom prst="rect">
            <a:avLst/>
          </a:prstGeom>
          <a:ln>
            <a:noFill/>
          </a:ln>
          <a:effectLst>
            <a:outerShdw blurRad="190500" algn="tl" rotWithShape="0">
              <a:srgbClr val="000000">
                <a:alpha val="70000"/>
              </a:srgbClr>
            </a:outerShdw>
          </a:effectLst>
        </p:spPr>
      </p:pic>
      <p:sp>
        <p:nvSpPr>
          <p:cNvPr id="14343" name="TextBox 1">
            <a:extLst>
              <a:ext uri="{FF2B5EF4-FFF2-40B4-BE49-F238E27FC236}">
                <a16:creationId xmlns:a16="http://schemas.microsoft.com/office/drawing/2014/main" id="{071059DA-97ED-42E3-852F-291378DBF8EE}"/>
              </a:ext>
            </a:extLst>
          </p:cNvPr>
          <p:cNvSpPr txBox="1">
            <a:spLocks noChangeArrowheads="1"/>
          </p:cNvSpPr>
          <p:nvPr/>
        </p:nvSpPr>
        <p:spPr bwMode="auto">
          <a:xfrm>
            <a:off x="6072188" y="431008"/>
            <a:ext cx="27146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dirty="0">
                <a:latin typeface="Arial" panose="020B0604020202020204" pitchFamily="34" charset="0"/>
                <a:cs typeface="Arial" panose="020B0604020202020204" pitchFamily="34" charset="0"/>
              </a:rPr>
              <a:t>  </a:t>
            </a:r>
            <a:r>
              <a:rPr lang="en-US" altLang="id-ID" b="1" i="1" dirty="0">
                <a:latin typeface="Arial" panose="020B0604020202020204" pitchFamily="34" charset="0"/>
                <a:cs typeface="Arial" panose="020B0604020202020204" pitchFamily="34" charset="0"/>
              </a:rPr>
              <a:t>LC Oscillations</a:t>
            </a:r>
            <a:r>
              <a:rPr lang="en-US" altLang="id-ID" sz="2000" b="1" i="1" dirty="0">
                <a:latin typeface="Arial" panose="020B0604020202020204" pitchFamily="34" charset="0"/>
                <a:cs typeface="Arial" panose="020B0604020202020204" pitchFamily="34" charset="0"/>
              </a:rPr>
              <a:t>,  </a:t>
            </a:r>
          </a:p>
        </p:txBody>
      </p:sp>
      <p:sp>
        <p:nvSpPr>
          <p:cNvPr id="14344" name="Slide Number Placeholder 7">
            <a:extLst>
              <a:ext uri="{FF2B5EF4-FFF2-40B4-BE49-F238E27FC236}">
                <a16:creationId xmlns:a16="http://schemas.microsoft.com/office/drawing/2014/main" id="{40DD87FA-FBB3-4D57-9175-7CD4B41DA51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6FF30440-B6CA-408D-AC04-F8B049A4ACBF}" type="slidenum">
              <a:rPr lang="en-US" altLang="id-ID" sz="1400" smtClean="0"/>
              <a:pPr>
                <a:spcBef>
                  <a:spcPct val="0"/>
                </a:spcBef>
                <a:buFontTx/>
                <a:buNone/>
              </a:pPr>
              <a:t>10</a:t>
            </a:fld>
            <a:endParaRPr lang="en-US" altLang="id-ID" sz="1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1">
            <a:extLst>
              <a:ext uri="{FF2B5EF4-FFF2-40B4-BE49-F238E27FC236}">
                <a16:creationId xmlns:a16="http://schemas.microsoft.com/office/drawing/2014/main" id="{1CCBC568-2BC7-4492-A759-F21B81007F6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5CEA9914-B7B7-463B-8B8F-CABD048B223C}" type="slidenum">
              <a:rPr lang="en-US" altLang="id-ID" sz="1400" smtClean="0"/>
              <a:pPr>
                <a:spcBef>
                  <a:spcPct val="0"/>
                </a:spcBef>
                <a:buFontTx/>
                <a:buNone/>
              </a:pPr>
              <a:t>11</a:t>
            </a:fld>
            <a:endParaRPr lang="en-US" altLang="id-ID" sz="1400"/>
          </a:p>
        </p:txBody>
      </p:sp>
      <p:sp>
        <p:nvSpPr>
          <p:cNvPr id="15363" name="TextBox 3">
            <a:extLst>
              <a:ext uri="{FF2B5EF4-FFF2-40B4-BE49-F238E27FC236}">
                <a16:creationId xmlns:a16="http://schemas.microsoft.com/office/drawing/2014/main" id="{37154D5E-6F55-4731-B176-879D20671B70}"/>
              </a:ext>
            </a:extLst>
          </p:cNvPr>
          <p:cNvSpPr txBox="1">
            <a:spLocks noChangeArrowheads="1"/>
          </p:cNvSpPr>
          <p:nvPr/>
        </p:nvSpPr>
        <p:spPr bwMode="auto">
          <a:xfrm>
            <a:off x="3088902" y="747974"/>
            <a:ext cx="559789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dirty="0">
                <a:solidFill>
                  <a:srgbClr val="FF3300"/>
                </a:solidFill>
                <a:latin typeface="Times New Roman" panose="02020603050405020304" pitchFamily="18" charset="0"/>
              </a:rPr>
              <a:t>Example, LC oscillator, potential charge, rate of current change</a:t>
            </a:r>
          </a:p>
        </p:txBody>
      </p:sp>
      <p:grpSp>
        <p:nvGrpSpPr>
          <p:cNvPr id="15364" name="Group 19">
            <a:extLst>
              <a:ext uri="{FF2B5EF4-FFF2-40B4-BE49-F238E27FC236}">
                <a16:creationId xmlns:a16="http://schemas.microsoft.com/office/drawing/2014/main" id="{4D3CCD67-557F-427B-899E-D5FC3BC3F22A}"/>
              </a:ext>
            </a:extLst>
          </p:cNvPr>
          <p:cNvGrpSpPr>
            <a:grpSpLocks/>
          </p:cNvGrpSpPr>
          <p:nvPr/>
        </p:nvGrpSpPr>
        <p:grpSpPr bwMode="auto">
          <a:xfrm>
            <a:off x="1043608" y="1631924"/>
            <a:ext cx="3528392" cy="4469283"/>
            <a:chOff x="-1" y="457200"/>
            <a:chExt cx="4876802" cy="5754175"/>
          </a:xfrm>
        </p:grpSpPr>
        <p:pic>
          <p:nvPicPr>
            <p:cNvPr id="15369" name="Picture 13">
              <a:extLst>
                <a:ext uri="{FF2B5EF4-FFF2-40B4-BE49-F238E27FC236}">
                  <a16:creationId xmlns:a16="http://schemas.microsoft.com/office/drawing/2014/main" id="{70236EBC-7F73-469B-BE3D-EE99D6ACDC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57200"/>
              <a:ext cx="4876800" cy="1259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0" name="Picture 14">
              <a:extLst>
                <a:ext uri="{FF2B5EF4-FFF2-40B4-BE49-F238E27FC236}">
                  <a16:creationId xmlns:a16="http://schemas.microsoft.com/office/drawing/2014/main" id="{3F76CC11-E7E7-4A81-85F3-C677874E0E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76400"/>
              <a:ext cx="4876800" cy="2059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1" name="Picture 15">
              <a:extLst>
                <a:ext uri="{FF2B5EF4-FFF2-40B4-BE49-F238E27FC236}">
                  <a16:creationId xmlns:a16="http://schemas.microsoft.com/office/drawing/2014/main" id="{FDC9698A-3F6E-4874-9528-CD8730D51E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733800"/>
              <a:ext cx="4876800" cy="1355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2" name="Picture 16">
              <a:extLst>
                <a:ext uri="{FF2B5EF4-FFF2-40B4-BE49-F238E27FC236}">
                  <a16:creationId xmlns:a16="http://schemas.microsoft.com/office/drawing/2014/main" id="{8DCAB309-258D-4DD5-8849-D994F1FC5B8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 y="5029200"/>
              <a:ext cx="4876800" cy="55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3" name="Picture 17">
              <a:extLst>
                <a:ext uri="{FF2B5EF4-FFF2-40B4-BE49-F238E27FC236}">
                  <a16:creationId xmlns:a16="http://schemas.microsoft.com/office/drawing/2014/main" id="{FF7619F0-0EF0-44F1-B492-AD61FC085DF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 y="5562600"/>
              <a:ext cx="4876801" cy="302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4" name="Picture 18">
              <a:extLst>
                <a:ext uri="{FF2B5EF4-FFF2-40B4-BE49-F238E27FC236}">
                  <a16:creationId xmlns:a16="http://schemas.microsoft.com/office/drawing/2014/main" id="{629B356D-0422-4542-B3D5-E09C4FC59FC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5867400"/>
              <a:ext cx="4876800" cy="34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5365" name="Group 22">
            <a:extLst>
              <a:ext uri="{FF2B5EF4-FFF2-40B4-BE49-F238E27FC236}">
                <a16:creationId xmlns:a16="http://schemas.microsoft.com/office/drawing/2014/main" id="{E47E865F-7166-4553-97AD-9076E41B76A4}"/>
              </a:ext>
            </a:extLst>
          </p:cNvPr>
          <p:cNvGrpSpPr>
            <a:grpSpLocks/>
          </p:cNvGrpSpPr>
          <p:nvPr/>
        </p:nvGrpSpPr>
        <p:grpSpPr bwMode="auto">
          <a:xfrm>
            <a:off x="4774407" y="1631924"/>
            <a:ext cx="4030662" cy="4469283"/>
            <a:chOff x="4648200" y="514380"/>
            <a:chExt cx="4495800" cy="4847222"/>
          </a:xfrm>
        </p:grpSpPr>
        <p:pic>
          <p:nvPicPr>
            <p:cNvPr id="15366" name="Picture 19">
              <a:extLst>
                <a:ext uri="{FF2B5EF4-FFF2-40B4-BE49-F238E27FC236}">
                  <a16:creationId xmlns:a16="http://schemas.microsoft.com/office/drawing/2014/main" id="{484A6C86-6318-4A07-BC1E-4791BCDE332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48200" y="514380"/>
              <a:ext cx="4495800" cy="1543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7" name="Picture 20">
              <a:extLst>
                <a:ext uri="{FF2B5EF4-FFF2-40B4-BE49-F238E27FC236}">
                  <a16:creationId xmlns:a16="http://schemas.microsoft.com/office/drawing/2014/main" id="{C23E0ED1-1713-45E3-A7FE-A9572BF8A3F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48200" y="2063175"/>
              <a:ext cx="4495800" cy="4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8" name="Picture 21">
              <a:extLst>
                <a:ext uri="{FF2B5EF4-FFF2-40B4-BE49-F238E27FC236}">
                  <a16:creationId xmlns:a16="http://schemas.microsoft.com/office/drawing/2014/main" id="{83F0A9FF-241D-4DFD-8B5D-F17A4566668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48200" y="2543028"/>
              <a:ext cx="4495800" cy="2818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1">
            <a:extLst>
              <a:ext uri="{FF2B5EF4-FFF2-40B4-BE49-F238E27FC236}">
                <a16:creationId xmlns:a16="http://schemas.microsoft.com/office/drawing/2014/main" id="{3CBE175D-9B4E-40EC-86F3-29045E25CC35}"/>
              </a:ext>
            </a:extLst>
          </p:cNvPr>
          <p:cNvSpPr txBox="1">
            <a:spLocks noChangeArrowheads="1"/>
          </p:cNvSpPr>
          <p:nvPr/>
        </p:nvSpPr>
        <p:spPr bwMode="auto">
          <a:xfrm>
            <a:off x="1043608" y="1390121"/>
            <a:ext cx="63182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cs typeface="Arial" panose="020B0604020202020204" pitchFamily="34" charset="0"/>
              </a:rPr>
              <a:t>2.  Damped Oscillations in an RLC Circuit</a:t>
            </a:r>
            <a:r>
              <a:rPr lang="en-US" altLang="id-ID" sz="2000" b="1" i="1" dirty="0">
                <a:solidFill>
                  <a:srgbClr val="0070C0"/>
                </a:solidFill>
                <a:latin typeface="Arial" panose="020B0604020202020204" pitchFamily="34" charset="0"/>
                <a:cs typeface="Arial" panose="020B0604020202020204" pitchFamily="34" charset="0"/>
              </a:rPr>
              <a:t>:</a:t>
            </a:r>
          </a:p>
        </p:txBody>
      </p:sp>
      <p:grpSp>
        <p:nvGrpSpPr>
          <p:cNvPr id="16387" name="Group 5">
            <a:extLst>
              <a:ext uri="{FF2B5EF4-FFF2-40B4-BE49-F238E27FC236}">
                <a16:creationId xmlns:a16="http://schemas.microsoft.com/office/drawing/2014/main" id="{B65031BB-9BDA-4F82-969E-CB4EC6C34BA5}"/>
              </a:ext>
            </a:extLst>
          </p:cNvPr>
          <p:cNvGrpSpPr>
            <a:grpSpLocks/>
          </p:cNvGrpSpPr>
          <p:nvPr/>
        </p:nvGrpSpPr>
        <p:grpSpPr bwMode="auto">
          <a:xfrm>
            <a:off x="1619672" y="1948701"/>
            <a:ext cx="2428875" cy="2286000"/>
            <a:chOff x="2040" y="7635"/>
            <a:chExt cx="2310" cy="2490"/>
          </a:xfrm>
        </p:grpSpPr>
        <p:cxnSp>
          <p:nvCxnSpPr>
            <p:cNvPr id="16394" name="AutoShape 6">
              <a:extLst>
                <a:ext uri="{FF2B5EF4-FFF2-40B4-BE49-F238E27FC236}">
                  <a16:creationId xmlns:a16="http://schemas.microsoft.com/office/drawing/2014/main" id="{DFF6B09F-166A-4BE7-8B4E-123ABE4E027A}"/>
                </a:ext>
              </a:extLst>
            </p:cNvPr>
            <p:cNvCxnSpPr>
              <a:cxnSpLocks noChangeShapeType="1"/>
            </p:cNvCxnSpPr>
            <p:nvPr/>
          </p:nvCxnSpPr>
          <p:spPr bwMode="auto">
            <a:xfrm flipV="1">
              <a:off x="2041" y="7785"/>
              <a:ext cx="1" cy="54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6395" name="AutoShape 7">
              <a:extLst>
                <a:ext uri="{FF2B5EF4-FFF2-40B4-BE49-F238E27FC236}">
                  <a16:creationId xmlns:a16="http://schemas.microsoft.com/office/drawing/2014/main" id="{0B08F57D-2F59-466F-B23E-EA3BDD2960DD}"/>
                </a:ext>
              </a:extLst>
            </p:cNvPr>
            <p:cNvCxnSpPr>
              <a:cxnSpLocks noChangeShapeType="1"/>
            </p:cNvCxnSpPr>
            <p:nvPr/>
          </p:nvCxnSpPr>
          <p:spPr bwMode="auto">
            <a:xfrm flipV="1">
              <a:off x="2040" y="9585"/>
              <a:ext cx="0" cy="54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6396" name="AutoShape 8">
              <a:extLst>
                <a:ext uri="{FF2B5EF4-FFF2-40B4-BE49-F238E27FC236}">
                  <a16:creationId xmlns:a16="http://schemas.microsoft.com/office/drawing/2014/main" id="{070F85E5-8666-4131-A9DE-5431DF7A6BA8}"/>
                </a:ext>
              </a:extLst>
            </p:cNvPr>
            <p:cNvCxnSpPr>
              <a:cxnSpLocks noChangeShapeType="1"/>
            </p:cNvCxnSpPr>
            <p:nvPr/>
          </p:nvCxnSpPr>
          <p:spPr bwMode="auto">
            <a:xfrm>
              <a:off x="2040" y="7785"/>
              <a:ext cx="72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6397" name="AutoShape 9">
              <a:extLst>
                <a:ext uri="{FF2B5EF4-FFF2-40B4-BE49-F238E27FC236}">
                  <a16:creationId xmlns:a16="http://schemas.microsoft.com/office/drawing/2014/main" id="{9FBA9E6B-69FC-40AA-BC5C-2D9E4DC757FC}"/>
                </a:ext>
              </a:extLst>
            </p:cNvPr>
            <p:cNvCxnSpPr>
              <a:cxnSpLocks noChangeShapeType="1"/>
            </p:cNvCxnSpPr>
            <p:nvPr/>
          </p:nvCxnSpPr>
          <p:spPr bwMode="auto">
            <a:xfrm>
              <a:off x="2760" y="7785"/>
              <a:ext cx="91" cy="16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6398" name="AutoShape 10">
              <a:extLst>
                <a:ext uri="{FF2B5EF4-FFF2-40B4-BE49-F238E27FC236}">
                  <a16:creationId xmlns:a16="http://schemas.microsoft.com/office/drawing/2014/main" id="{77BA53E3-B482-4A36-9146-4410DC44E383}"/>
                </a:ext>
              </a:extLst>
            </p:cNvPr>
            <p:cNvCxnSpPr>
              <a:cxnSpLocks noChangeShapeType="1"/>
            </p:cNvCxnSpPr>
            <p:nvPr/>
          </p:nvCxnSpPr>
          <p:spPr bwMode="auto">
            <a:xfrm flipV="1">
              <a:off x="2851" y="7635"/>
              <a:ext cx="119" cy="31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6399" name="AutoShape 11">
              <a:extLst>
                <a:ext uri="{FF2B5EF4-FFF2-40B4-BE49-F238E27FC236}">
                  <a16:creationId xmlns:a16="http://schemas.microsoft.com/office/drawing/2014/main" id="{93860227-59D8-4075-B0A6-4EEA328AD34B}"/>
                </a:ext>
              </a:extLst>
            </p:cNvPr>
            <p:cNvCxnSpPr>
              <a:cxnSpLocks noChangeShapeType="1"/>
            </p:cNvCxnSpPr>
            <p:nvPr/>
          </p:nvCxnSpPr>
          <p:spPr bwMode="auto">
            <a:xfrm flipV="1">
              <a:off x="3091" y="7635"/>
              <a:ext cx="119" cy="31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6400" name="AutoShape 12">
              <a:extLst>
                <a:ext uri="{FF2B5EF4-FFF2-40B4-BE49-F238E27FC236}">
                  <a16:creationId xmlns:a16="http://schemas.microsoft.com/office/drawing/2014/main" id="{216A77AA-B4EB-4C7A-95B0-C21C01D5FC5A}"/>
                </a:ext>
              </a:extLst>
            </p:cNvPr>
            <p:cNvCxnSpPr>
              <a:cxnSpLocks noChangeShapeType="1"/>
            </p:cNvCxnSpPr>
            <p:nvPr/>
          </p:nvCxnSpPr>
          <p:spPr bwMode="auto">
            <a:xfrm flipV="1">
              <a:off x="3331" y="7635"/>
              <a:ext cx="119" cy="31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6401" name="AutoShape 13">
              <a:extLst>
                <a:ext uri="{FF2B5EF4-FFF2-40B4-BE49-F238E27FC236}">
                  <a16:creationId xmlns:a16="http://schemas.microsoft.com/office/drawing/2014/main" id="{18B32419-A919-4D79-9451-B76624EFC7E2}"/>
                </a:ext>
              </a:extLst>
            </p:cNvPr>
            <p:cNvCxnSpPr>
              <a:cxnSpLocks noChangeShapeType="1"/>
            </p:cNvCxnSpPr>
            <p:nvPr/>
          </p:nvCxnSpPr>
          <p:spPr bwMode="auto">
            <a:xfrm>
              <a:off x="2970" y="7635"/>
              <a:ext cx="121" cy="31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6402" name="AutoShape 14">
              <a:extLst>
                <a:ext uri="{FF2B5EF4-FFF2-40B4-BE49-F238E27FC236}">
                  <a16:creationId xmlns:a16="http://schemas.microsoft.com/office/drawing/2014/main" id="{80217C0B-2E8A-44BC-997D-09C6D334249D}"/>
                </a:ext>
              </a:extLst>
            </p:cNvPr>
            <p:cNvCxnSpPr>
              <a:cxnSpLocks noChangeShapeType="1"/>
            </p:cNvCxnSpPr>
            <p:nvPr/>
          </p:nvCxnSpPr>
          <p:spPr bwMode="auto">
            <a:xfrm>
              <a:off x="3210" y="7635"/>
              <a:ext cx="121" cy="31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6403" name="AutoShape 15">
              <a:extLst>
                <a:ext uri="{FF2B5EF4-FFF2-40B4-BE49-F238E27FC236}">
                  <a16:creationId xmlns:a16="http://schemas.microsoft.com/office/drawing/2014/main" id="{4543B9F8-D997-46D6-B252-75D8E414CC2B}"/>
                </a:ext>
              </a:extLst>
            </p:cNvPr>
            <p:cNvCxnSpPr>
              <a:cxnSpLocks noChangeShapeType="1"/>
            </p:cNvCxnSpPr>
            <p:nvPr/>
          </p:nvCxnSpPr>
          <p:spPr bwMode="auto">
            <a:xfrm>
              <a:off x="3450" y="7635"/>
              <a:ext cx="75" cy="15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6404" name="AutoShape 16">
              <a:extLst>
                <a:ext uri="{FF2B5EF4-FFF2-40B4-BE49-F238E27FC236}">
                  <a16:creationId xmlns:a16="http://schemas.microsoft.com/office/drawing/2014/main" id="{297930B9-B0DF-460B-AF44-B7D6E27AE0D5}"/>
                </a:ext>
              </a:extLst>
            </p:cNvPr>
            <p:cNvCxnSpPr>
              <a:cxnSpLocks noChangeShapeType="1"/>
            </p:cNvCxnSpPr>
            <p:nvPr/>
          </p:nvCxnSpPr>
          <p:spPr bwMode="auto">
            <a:xfrm>
              <a:off x="3525" y="7785"/>
              <a:ext cx="63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6405" name="AutoShape 17">
              <a:extLst>
                <a:ext uri="{FF2B5EF4-FFF2-40B4-BE49-F238E27FC236}">
                  <a16:creationId xmlns:a16="http://schemas.microsoft.com/office/drawing/2014/main" id="{87BB288A-130B-434A-B3BF-25144CC8DBC5}"/>
                </a:ext>
              </a:extLst>
            </p:cNvPr>
            <p:cNvCxnSpPr>
              <a:cxnSpLocks noChangeShapeType="1"/>
            </p:cNvCxnSpPr>
            <p:nvPr/>
          </p:nvCxnSpPr>
          <p:spPr bwMode="auto">
            <a:xfrm>
              <a:off x="4155" y="7785"/>
              <a:ext cx="0" cy="100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6406" name="AutoShape 18">
              <a:extLst>
                <a:ext uri="{FF2B5EF4-FFF2-40B4-BE49-F238E27FC236}">
                  <a16:creationId xmlns:a16="http://schemas.microsoft.com/office/drawing/2014/main" id="{9C99BBAF-2943-4C9B-898C-BD823E55897B}"/>
                </a:ext>
              </a:extLst>
            </p:cNvPr>
            <p:cNvCxnSpPr>
              <a:cxnSpLocks noChangeShapeType="1"/>
            </p:cNvCxnSpPr>
            <p:nvPr/>
          </p:nvCxnSpPr>
          <p:spPr bwMode="auto">
            <a:xfrm>
              <a:off x="3930" y="8790"/>
              <a:ext cx="420" cy="0"/>
            </a:xfrm>
            <a:prstGeom prst="straightConnector1">
              <a:avLst/>
            </a:prstGeom>
            <a:noFill/>
            <a:ln w="57150">
              <a:solidFill>
                <a:srgbClr val="548DD4"/>
              </a:solidFill>
              <a:round/>
              <a:headEnd/>
              <a:tailEnd/>
            </a:ln>
            <a:extLst>
              <a:ext uri="{909E8E84-426E-40DD-AFC4-6F175D3DCCD1}">
                <a14:hiddenFill xmlns:a14="http://schemas.microsoft.com/office/drawing/2010/main">
                  <a:noFill/>
                </a14:hiddenFill>
              </a:ext>
            </a:extLst>
          </p:spPr>
        </p:cxnSp>
        <p:cxnSp>
          <p:nvCxnSpPr>
            <p:cNvPr id="16407" name="AutoShape 19">
              <a:extLst>
                <a:ext uri="{FF2B5EF4-FFF2-40B4-BE49-F238E27FC236}">
                  <a16:creationId xmlns:a16="http://schemas.microsoft.com/office/drawing/2014/main" id="{E0AF3728-BA68-4A2A-BF59-4FA59D6D5798}"/>
                </a:ext>
              </a:extLst>
            </p:cNvPr>
            <p:cNvCxnSpPr>
              <a:cxnSpLocks noChangeShapeType="1"/>
            </p:cNvCxnSpPr>
            <p:nvPr/>
          </p:nvCxnSpPr>
          <p:spPr bwMode="auto">
            <a:xfrm>
              <a:off x="3930" y="8985"/>
              <a:ext cx="420" cy="0"/>
            </a:xfrm>
            <a:prstGeom prst="straightConnector1">
              <a:avLst/>
            </a:prstGeom>
            <a:noFill/>
            <a:ln w="57150">
              <a:solidFill>
                <a:srgbClr val="548DD4"/>
              </a:solidFill>
              <a:round/>
              <a:headEnd/>
              <a:tailEnd/>
            </a:ln>
            <a:extLst>
              <a:ext uri="{909E8E84-426E-40DD-AFC4-6F175D3DCCD1}">
                <a14:hiddenFill xmlns:a14="http://schemas.microsoft.com/office/drawing/2010/main">
                  <a:noFill/>
                </a14:hiddenFill>
              </a:ext>
            </a:extLst>
          </p:spPr>
        </p:cxnSp>
        <p:cxnSp>
          <p:nvCxnSpPr>
            <p:cNvPr id="16408" name="AutoShape 20">
              <a:extLst>
                <a:ext uri="{FF2B5EF4-FFF2-40B4-BE49-F238E27FC236}">
                  <a16:creationId xmlns:a16="http://schemas.microsoft.com/office/drawing/2014/main" id="{8BB4997E-B9E5-45F4-BA2D-17F458165B22}"/>
                </a:ext>
              </a:extLst>
            </p:cNvPr>
            <p:cNvCxnSpPr>
              <a:cxnSpLocks noChangeShapeType="1"/>
            </p:cNvCxnSpPr>
            <p:nvPr/>
          </p:nvCxnSpPr>
          <p:spPr bwMode="auto">
            <a:xfrm>
              <a:off x="4155" y="8985"/>
              <a:ext cx="0" cy="114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6409" name="AutoShape 21">
              <a:extLst>
                <a:ext uri="{FF2B5EF4-FFF2-40B4-BE49-F238E27FC236}">
                  <a16:creationId xmlns:a16="http://schemas.microsoft.com/office/drawing/2014/main" id="{0DC8FE8F-4ACD-491B-9E55-556464C7C1BF}"/>
                </a:ext>
              </a:extLst>
            </p:cNvPr>
            <p:cNvCxnSpPr>
              <a:cxnSpLocks noChangeShapeType="1"/>
            </p:cNvCxnSpPr>
            <p:nvPr/>
          </p:nvCxnSpPr>
          <p:spPr bwMode="auto">
            <a:xfrm>
              <a:off x="2040" y="10125"/>
              <a:ext cx="211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pic>
        <p:nvPicPr>
          <p:cNvPr id="16388" name="Picture 21" descr="ngr011">
            <a:extLst>
              <a:ext uri="{FF2B5EF4-FFF2-40B4-BE49-F238E27FC236}">
                <a16:creationId xmlns:a16="http://schemas.microsoft.com/office/drawing/2014/main" id="{075F2076-7F9B-4590-B207-7C766166D0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8234" y="2520201"/>
            <a:ext cx="214313" cy="1214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Rectangle 22">
            <a:extLst>
              <a:ext uri="{FF2B5EF4-FFF2-40B4-BE49-F238E27FC236}">
                <a16:creationId xmlns:a16="http://schemas.microsoft.com/office/drawing/2014/main" id="{C01F6101-AB49-4488-A0AF-F3F4B521188A}"/>
              </a:ext>
            </a:extLst>
          </p:cNvPr>
          <p:cNvSpPr>
            <a:spLocks noChangeArrowheads="1"/>
          </p:cNvSpPr>
          <p:nvPr/>
        </p:nvSpPr>
        <p:spPr bwMode="auto">
          <a:xfrm>
            <a:off x="1159049" y="4592801"/>
            <a:ext cx="7527751"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2000" b="1" dirty="0">
                <a:latin typeface="Arial" panose="020B0604020202020204" pitchFamily="34" charset="0"/>
                <a:ea typeface="Calibri" panose="020F0502020204030204" pitchFamily="34" charset="0"/>
                <a:cs typeface="Arial" panose="020B0604020202020204" pitchFamily="34" charset="0"/>
              </a:rPr>
              <a:t>Fig. 1. A series RLC circuit. As the charge contained in the circuit oscillates back and forth through the resistance, electromagnetic energy is dissipated as thermal energy, damping ( decreasing the amplitude of) the oscillations.</a:t>
            </a:r>
          </a:p>
        </p:txBody>
      </p:sp>
      <p:sp>
        <p:nvSpPr>
          <p:cNvPr id="16390" name="Rectangle 23">
            <a:extLst>
              <a:ext uri="{FF2B5EF4-FFF2-40B4-BE49-F238E27FC236}">
                <a16:creationId xmlns:a16="http://schemas.microsoft.com/office/drawing/2014/main" id="{4E1AAA2F-1EE4-4C39-B694-D2190F2DFF6B}"/>
              </a:ext>
            </a:extLst>
          </p:cNvPr>
          <p:cNvSpPr>
            <a:spLocks noChangeArrowheads="1"/>
          </p:cNvSpPr>
          <p:nvPr/>
        </p:nvSpPr>
        <p:spPr bwMode="auto">
          <a:xfrm>
            <a:off x="2548359" y="2234451"/>
            <a:ext cx="34290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a:latin typeface="Calibri" panose="020F0502020204030204" pitchFamily="34" charset="0"/>
                <a:ea typeface="Calibri" panose="020F0502020204030204" pitchFamily="34" charset="0"/>
                <a:cs typeface="Times New Roman" panose="02020603050405020304" pitchFamily="18" charset="0"/>
              </a:rPr>
              <a:t>R</a:t>
            </a:r>
            <a:endParaRPr lang="en-US" altLang="id-ID" sz="2200">
              <a:latin typeface="Arial" panose="020B0604020202020204" pitchFamily="34" charset="0"/>
              <a:ea typeface="Calibri" panose="020F0502020204030204" pitchFamily="34" charset="0"/>
              <a:cs typeface="Times New Roman" panose="02020603050405020304" pitchFamily="18" charset="0"/>
            </a:endParaRPr>
          </a:p>
        </p:txBody>
      </p:sp>
      <p:sp>
        <p:nvSpPr>
          <p:cNvPr id="16391" name="Rectangle 24">
            <a:extLst>
              <a:ext uri="{FF2B5EF4-FFF2-40B4-BE49-F238E27FC236}">
                <a16:creationId xmlns:a16="http://schemas.microsoft.com/office/drawing/2014/main" id="{B9D6C955-3D52-4531-9E32-ED7480E4DDC3}"/>
              </a:ext>
            </a:extLst>
          </p:cNvPr>
          <p:cNvSpPr>
            <a:spLocks noChangeArrowheads="1"/>
          </p:cNvSpPr>
          <p:nvPr/>
        </p:nvSpPr>
        <p:spPr bwMode="auto">
          <a:xfrm>
            <a:off x="1762547" y="2877388"/>
            <a:ext cx="303212"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a:latin typeface="Calibri" panose="020F0502020204030204" pitchFamily="34" charset="0"/>
                <a:ea typeface="Calibri" panose="020F0502020204030204" pitchFamily="34" charset="0"/>
                <a:cs typeface="Times New Roman" panose="02020603050405020304" pitchFamily="18" charset="0"/>
              </a:rPr>
              <a:t>L</a:t>
            </a:r>
            <a:endParaRPr lang="en-US" altLang="id-ID" sz="2200">
              <a:latin typeface="Arial" panose="020B0604020202020204" pitchFamily="34" charset="0"/>
              <a:ea typeface="Calibri" panose="020F0502020204030204" pitchFamily="34" charset="0"/>
              <a:cs typeface="Times New Roman" panose="02020603050405020304" pitchFamily="18" charset="0"/>
            </a:endParaRPr>
          </a:p>
        </p:txBody>
      </p:sp>
      <p:sp>
        <p:nvSpPr>
          <p:cNvPr id="16392" name="Rectangle 25">
            <a:extLst>
              <a:ext uri="{FF2B5EF4-FFF2-40B4-BE49-F238E27FC236}">
                <a16:creationId xmlns:a16="http://schemas.microsoft.com/office/drawing/2014/main" id="{7A459815-C7EC-4E36-A2DD-1EEA7F136D95}"/>
              </a:ext>
            </a:extLst>
          </p:cNvPr>
          <p:cNvSpPr>
            <a:spLocks noChangeArrowheads="1"/>
          </p:cNvSpPr>
          <p:nvPr/>
        </p:nvSpPr>
        <p:spPr bwMode="auto">
          <a:xfrm>
            <a:off x="4048547" y="2877388"/>
            <a:ext cx="3476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a:latin typeface="Calibri" panose="020F0502020204030204" pitchFamily="34" charset="0"/>
                <a:ea typeface="Calibri" panose="020F0502020204030204" pitchFamily="34" charset="0"/>
                <a:cs typeface="Times New Roman" panose="02020603050405020304" pitchFamily="18" charset="0"/>
              </a:rPr>
              <a:t>C</a:t>
            </a:r>
            <a:endParaRPr lang="en-US" altLang="id-ID">
              <a:latin typeface="Arial" panose="020B0604020202020204" pitchFamily="34" charset="0"/>
              <a:ea typeface="Calibri" panose="020F0502020204030204" pitchFamily="34" charset="0"/>
              <a:cs typeface="Times New Roman" panose="02020603050405020304" pitchFamily="18" charset="0"/>
            </a:endParaRPr>
          </a:p>
        </p:txBody>
      </p:sp>
      <p:sp>
        <p:nvSpPr>
          <p:cNvPr id="16393" name="Slide Number Placeholder 24">
            <a:extLst>
              <a:ext uri="{FF2B5EF4-FFF2-40B4-BE49-F238E27FC236}">
                <a16:creationId xmlns:a16="http://schemas.microsoft.com/office/drawing/2014/main" id="{792565E2-92FD-47FC-BC3B-38ED9D50DFB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17138D05-2939-4ED0-A7CD-3F4598EC0A8B}" type="slidenum">
              <a:rPr lang="en-US" altLang="id-ID" sz="1400" smtClean="0"/>
              <a:pPr>
                <a:spcBef>
                  <a:spcPct val="0"/>
                </a:spcBef>
                <a:buFontTx/>
                <a:buNone/>
              </a:pPr>
              <a:t>12</a:t>
            </a:fld>
            <a:endParaRPr lang="en-US" altLang="id-ID" sz="1400"/>
          </a:p>
        </p:txBody>
      </p:sp>
      <p:pic>
        <p:nvPicPr>
          <p:cNvPr id="1028" name="Picture 4" descr="Damping in RLC Circuits - Wolfram Demonstrations Project">
            <a:extLst>
              <a:ext uri="{FF2B5EF4-FFF2-40B4-BE49-F238E27FC236}">
                <a16:creationId xmlns:a16="http://schemas.microsoft.com/office/drawing/2014/main" id="{2E53B898-A5B6-4258-98BB-583976D1A4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3406" y="1852084"/>
            <a:ext cx="2623765" cy="23826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4">
            <a:extLst>
              <a:ext uri="{FF2B5EF4-FFF2-40B4-BE49-F238E27FC236}">
                <a16:creationId xmlns:a16="http://schemas.microsoft.com/office/drawing/2014/main" id="{96AADE79-F764-424A-9C39-21C0927BC900}"/>
              </a:ext>
            </a:extLst>
          </p:cNvPr>
          <p:cNvSpPr txBox="1">
            <a:spLocks noChangeArrowheads="1"/>
          </p:cNvSpPr>
          <p:nvPr/>
        </p:nvSpPr>
        <p:spPr bwMode="auto">
          <a:xfrm>
            <a:off x="1063523" y="1450305"/>
            <a:ext cx="16065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u="sng" dirty="0">
                <a:latin typeface="Arial" panose="020B0604020202020204" pitchFamily="34" charset="0"/>
              </a:rPr>
              <a:t>Analysis</a:t>
            </a:r>
            <a:r>
              <a:rPr lang="en-US" altLang="id-ID" sz="2000" b="1" i="1" u="sng" dirty="0">
                <a:latin typeface="Arial" panose="020B0604020202020204" pitchFamily="34" charset="0"/>
              </a:rPr>
              <a:t>:</a:t>
            </a:r>
            <a:r>
              <a:rPr lang="en-US" altLang="id-ID" sz="2000" b="1" dirty="0">
                <a:latin typeface="Arial" panose="020B0604020202020204" pitchFamily="34" charset="0"/>
              </a:rPr>
              <a:t> </a:t>
            </a:r>
          </a:p>
        </p:txBody>
      </p:sp>
      <p:sp>
        <p:nvSpPr>
          <p:cNvPr id="10" name="Right Arrow 9">
            <a:extLst>
              <a:ext uri="{FF2B5EF4-FFF2-40B4-BE49-F238E27FC236}">
                <a16:creationId xmlns:a16="http://schemas.microsoft.com/office/drawing/2014/main" id="{8193BAA4-6614-47C3-8694-BE05D843503B}"/>
              </a:ext>
            </a:extLst>
          </p:cNvPr>
          <p:cNvSpPr/>
          <p:nvPr/>
        </p:nvSpPr>
        <p:spPr>
          <a:xfrm>
            <a:off x="2542654" y="2555206"/>
            <a:ext cx="457200" cy="15240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en-US">
              <a:solidFill>
                <a:srgbClr val="FFFFFF"/>
              </a:solidFill>
            </a:endParaRPr>
          </a:p>
        </p:txBody>
      </p:sp>
      <p:sp>
        <p:nvSpPr>
          <p:cNvPr id="11" name="Right Arrow 10">
            <a:extLst>
              <a:ext uri="{FF2B5EF4-FFF2-40B4-BE49-F238E27FC236}">
                <a16:creationId xmlns:a16="http://schemas.microsoft.com/office/drawing/2014/main" id="{1F55290E-51BB-4B5D-9832-7B41BDCA7BEB}"/>
              </a:ext>
            </a:extLst>
          </p:cNvPr>
          <p:cNvSpPr/>
          <p:nvPr/>
        </p:nvSpPr>
        <p:spPr>
          <a:xfrm>
            <a:off x="2068932" y="3246417"/>
            <a:ext cx="457200" cy="15240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en-US">
              <a:solidFill>
                <a:srgbClr val="FFFFFF"/>
              </a:solidFill>
            </a:endParaRPr>
          </a:p>
        </p:txBody>
      </p:sp>
      <p:sp>
        <p:nvSpPr>
          <p:cNvPr id="12" name="Right Arrow 11">
            <a:extLst>
              <a:ext uri="{FF2B5EF4-FFF2-40B4-BE49-F238E27FC236}">
                <a16:creationId xmlns:a16="http://schemas.microsoft.com/office/drawing/2014/main" id="{4EA7772F-BE21-4301-9CE8-C1A7327AFFDF}"/>
              </a:ext>
            </a:extLst>
          </p:cNvPr>
          <p:cNvSpPr/>
          <p:nvPr/>
        </p:nvSpPr>
        <p:spPr>
          <a:xfrm>
            <a:off x="2895079" y="3931568"/>
            <a:ext cx="457200" cy="15240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en-US">
              <a:solidFill>
                <a:srgbClr val="FFFFFF"/>
              </a:solidFill>
            </a:endParaRPr>
          </a:p>
        </p:txBody>
      </p:sp>
      <p:grpSp>
        <p:nvGrpSpPr>
          <p:cNvPr id="17414" name="Group 15">
            <a:extLst>
              <a:ext uri="{FF2B5EF4-FFF2-40B4-BE49-F238E27FC236}">
                <a16:creationId xmlns:a16="http://schemas.microsoft.com/office/drawing/2014/main" id="{FF805427-F409-4409-A6C0-6BA21D60AFA5}"/>
              </a:ext>
            </a:extLst>
          </p:cNvPr>
          <p:cNvGrpSpPr>
            <a:grpSpLocks/>
          </p:cNvGrpSpPr>
          <p:nvPr/>
        </p:nvGrpSpPr>
        <p:grpSpPr bwMode="auto">
          <a:xfrm>
            <a:off x="2411760" y="1352467"/>
            <a:ext cx="5724080" cy="4153065"/>
            <a:chOff x="1828800" y="618209"/>
            <a:chExt cx="4763414" cy="4273347"/>
          </a:xfrm>
        </p:grpSpPr>
        <p:pic>
          <p:nvPicPr>
            <p:cNvPr id="17419" name="Picture 2">
              <a:extLst>
                <a:ext uri="{FF2B5EF4-FFF2-40B4-BE49-F238E27FC236}">
                  <a16:creationId xmlns:a16="http://schemas.microsoft.com/office/drawing/2014/main" id="{FEC91FA4-76B4-4A26-8C67-38CB1E9E6F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803" y="618209"/>
              <a:ext cx="3377765" cy="743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20" name="Picture 3">
              <a:extLst>
                <a:ext uri="{FF2B5EF4-FFF2-40B4-BE49-F238E27FC236}">
                  <a16:creationId xmlns:a16="http://schemas.microsoft.com/office/drawing/2014/main" id="{AECB222C-E39A-498A-A7C1-38E0D91911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803" y="1294117"/>
              <a:ext cx="3606766" cy="878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21" name="Picture 4">
              <a:extLst>
                <a:ext uri="{FF2B5EF4-FFF2-40B4-BE49-F238E27FC236}">
                  <a16:creationId xmlns:a16="http://schemas.microsoft.com/office/drawing/2014/main" id="{3ADB5B4E-4C50-4FF1-ABE6-D075F58D94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5051" y="2240388"/>
              <a:ext cx="4477163" cy="854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22" name="Picture 5">
              <a:extLst>
                <a:ext uri="{FF2B5EF4-FFF2-40B4-BE49-F238E27FC236}">
                  <a16:creationId xmlns:a16="http://schemas.microsoft.com/office/drawing/2014/main" id="{25A9009E-66C2-4544-BA56-16E4E885651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16555" y="3186659"/>
              <a:ext cx="3445569" cy="675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23" name="Picture 6">
              <a:extLst>
                <a:ext uri="{FF2B5EF4-FFF2-40B4-BE49-F238E27FC236}">
                  <a16:creationId xmlns:a16="http://schemas.microsoft.com/office/drawing/2014/main" id="{5EA8F245-77FA-45BC-9679-46A063AA08F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14717" y="3833143"/>
              <a:ext cx="2354637" cy="637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24" name="Picture 7">
              <a:extLst>
                <a:ext uri="{FF2B5EF4-FFF2-40B4-BE49-F238E27FC236}">
                  <a16:creationId xmlns:a16="http://schemas.microsoft.com/office/drawing/2014/main" id="{6C274DA5-E698-4762-BEE8-3C0EBBA293C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r="5728" b="11111"/>
            <a:stretch>
              <a:fillRect/>
            </a:stretch>
          </p:blipFill>
          <p:spPr bwMode="auto">
            <a:xfrm>
              <a:off x="3586195" y="4465008"/>
              <a:ext cx="1534874" cy="426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25" name="TextBox 12">
              <a:extLst>
                <a:ext uri="{FF2B5EF4-FFF2-40B4-BE49-F238E27FC236}">
                  <a16:creationId xmlns:a16="http://schemas.microsoft.com/office/drawing/2014/main" id="{BF390A0A-91AD-40F2-93F1-0B011DF5F00F}"/>
                </a:ext>
              </a:extLst>
            </p:cNvPr>
            <p:cNvSpPr txBox="1">
              <a:spLocks noChangeArrowheads="1"/>
            </p:cNvSpPr>
            <p:nvPr/>
          </p:nvSpPr>
          <p:spPr bwMode="auto">
            <a:xfrm>
              <a:off x="1828800" y="3794977"/>
              <a:ext cx="885036" cy="1048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a:latin typeface="Arial" panose="020B0604020202020204" pitchFamily="34" charset="0"/>
                </a:rPr>
                <a:t>Where</a:t>
              </a:r>
            </a:p>
            <a:p>
              <a:pPr eaLnBrk="1" hangingPunct="1">
                <a:spcBef>
                  <a:spcPct val="0"/>
                </a:spcBef>
                <a:buFontTx/>
                <a:buNone/>
              </a:pPr>
              <a:endParaRPr lang="en-US" altLang="id-ID" sz="1800">
                <a:latin typeface="Arial" panose="020B0604020202020204" pitchFamily="34" charset="0"/>
              </a:endParaRPr>
            </a:p>
            <a:p>
              <a:pPr eaLnBrk="1" hangingPunct="1">
                <a:spcBef>
                  <a:spcPct val="0"/>
                </a:spcBef>
                <a:buFontTx/>
                <a:buNone/>
              </a:pPr>
              <a:r>
                <a:rPr lang="en-US" altLang="id-ID">
                  <a:latin typeface="Arial" panose="020B0604020202020204" pitchFamily="34" charset="0"/>
                </a:rPr>
                <a:t>And </a:t>
              </a:r>
            </a:p>
          </p:txBody>
        </p:sp>
      </p:grpSp>
      <p:sp>
        <p:nvSpPr>
          <p:cNvPr id="17415" name="Rectangle 16">
            <a:extLst>
              <a:ext uri="{FF2B5EF4-FFF2-40B4-BE49-F238E27FC236}">
                <a16:creationId xmlns:a16="http://schemas.microsoft.com/office/drawing/2014/main" id="{F04EA1EC-D9E2-4EF0-AC75-8CF47D6C86B1}"/>
              </a:ext>
            </a:extLst>
          </p:cNvPr>
          <p:cNvSpPr>
            <a:spLocks noChangeArrowheads="1"/>
          </p:cNvSpPr>
          <p:nvPr/>
        </p:nvSpPr>
        <p:spPr bwMode="auto">
          <a:xfrm>
            <a:off x="3116174" y="188969"/>
            <a:ext cx="36703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cs typeface="Arial" panose="020B0604020202020204" pitchFamily="34" charset="0"/>
              </a:rPr>
              <a:t>Damped Oscillations in </a:t>
            </a:r>
          </a:p>
          <a:p>
            <a:pPr eaLnBrk="1" hangingPunct="1">
              <a:spcBef>
                <a:spcPct val="0"/>
              </a:spcBef>
              <a:buFontTx/>
              <a:buNone/>
            </a:pPr>
            <a:r>
              <a:rPr lang="en-US" altLang="id-ID" b="1" dirty="0">
                <a:latin typeface="Arial" panose="020B0604020202020204" pitchFamily="34" charset="0"/>
                <a:cs typeface="Arial" panose="020B0604020202020204" pitchFamily="34" charset="0"/>
              </a:rPr>
              <a:t>an RLC Circuit</a:t>
            </a:r>
            <a:r>
              <a:rPr lang="en-US" altLang="id-ID" sz="1100" b="1" i="1" dirty="0">
                <a:latin typeface="Arial" panose="020B0604020202020204" pitchFamily="34" charset="0"/>
                <a:cs typeface="Arial" panose="020B0604020202020204" pitchFamily="34" charset="0"/>
              </a:rPr>
              <a:t>: </a:t>
            </a:r>
            <a:r>
              <a:rPr lang="en-US" altLang="id-ID" b="1" i="1" dirty="0">
                <a:latin typeface="Arial" panose="020B0604020202020204" pitchFamily="34" charset="0"/>
                <a:cs typeface="Arial" panose="020B0604020202020204" pitchFamily="34" charset="0"/>
              </a:rPr>
              <a:t>(cont</a:t>
            </a:r>
            <a:r>
              <a:rPr lang="en-US" altLang="id-ID" b="1" i="1" dirty="0">
                <a:solidFill>
                  <a:schemeClr val="bg1"/>
                </a:solidFill>
                <a:latin typeface="Arial" panose="020B0604020202020204" pitchFamily="34" charset="0"/>
                <a:cs typeface="Arial" panose="020B0604020202020204" pitchFamily="34" charset="0"/>
              </a:rPr>
              <a:t>.)</a:t>
            </a:r>
          </a:p>
        </p:txBody>
      </p:sp>
      <p:pic>
        <p:nvPicPr>
          <p:cNvPr id="17416" name="Picture 8">
            <a:extLst>
              <a:ext uri="{FF2B5EF4-FFF2-40B4-BE49-F238E27FC236}">
                <a16:creationId xmlns:a16="http://schemas.microsoft.com/office/drawing/2014/main" id="{F4BD59DC-8A85-4B60-BFDF-2F078FAB226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36574" y="5648217"/>
            <a:ext cx="7429500" cy="788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ight Arrow 18">
            <a:extLst>
              <a:ext uri="{FF2B5EF4-FFF2-40B4-BE49-F238E27FC236}">
                <a16:creationId xmlns:a16="http://schemas.microsoft.com/office/drawing/2014/main" id="{93AB0570-CE51-44D3-A5D3-C539946FE451}"/>
              </a:ext>
            </a:extLst>
          </p:cNvPr>
          <p:cNvSpPr/>
          <p:nvPr/>
        </p:nvSpPr>
        <p:spPr>
          <a:xfrm>
            <a:off x="500449" y="6042347"/>
            <a:ext cx="457200" cy="15240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en-US">
              <a:solidFill>
                <a:srgbClr val="FFFFFF"/>
              </a:solidFill>
            </a:endParaRPr>
          </a:p>
        </p:txBody>
      </p:sp>
      <p:sp>
        <p:nvSpPr>
          <p:cNvPr id="17418" name="Slide Number Placeholder 16">
            <a:extLst>
              <a:ext uri="{FF2B5EF4-FFF2-40B4-BE49-F238E27FC236}">
                <a16:creationId xmlns:a16="http://schemas.microsoft.com/office/drawing/2014/main" id="{BC41A1B4-971C-4AB3-B278-20CF9CE4CD02}"/>
              </a:ext>
            </a:extLst>
          </p:cNvPr>
          <p:cNvSpPr>
            <a:spLocks noGrp="1"/>
          </p:cNvSpPr>
          <p:nvPr>
            <p:ph type="sldNum" sz="quarter" idx="12"/>
          </p:nvPr>
        </p:nvSpPr>
        <p:spPr>
          <a:xfrm>
            <a:off x="7238479" y="6651104"/>
            <a:ext cx="2133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07406A59-9229-4E52-8452-1A9443E9C668}" type="slidenum">
              <a:rPr lang="en-US" altLang="id-ID" sz="1400" smtClean="0"/>
              <a:pPr>
                <a:spcBef>
                  <a:spcPct val="0"/>
                </a:spcBef>
                <a:buFontTx/>
                <a:buNone/>
              </a:pPr>
              <a:t>13</a:t>
            </a:fld>
            <a:endParaRPr lang="en-US" altLang="id-ID" sz="1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Box 1">
            <a:extLst>
              <a:ext uri="{FF2B5EF4-FFF2-40B4-BE49-F238E27FC236}">
                <a16:creationId xmlns:a16="http://schemas.microsoft.com/office/drawing/2014/main" id="{629F9AE4-79A4-4AB0-BCB4-4F1B8EC12C18}"/>
              </a:ext>
            </a:extLst>
          </p:cNvPr>
          <p:cNvSpPr txBox="1">
            <a:spLocks noChangeArrowheads="1"/>
          </p:cNvSpPr>
          <p:nvPr/>
        </p:nvSpPr>
        <p:spPr bwMode="auto">
          <a:xfrm>
            <a:off x="5508104" y="636664"/>
            <a:ext cx="34210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cs typeface="Arial" panose="020B0604020202020204" pitchFamily="34" charset="0"/>
              </a:rPr>
              <a:t>3. Alternating Current</a:t>
            </a:r>
            <a:endParaRPr lang="en-US" altLang="id-ID" sz="2000" b="1" dirty="0">
              <a:latin typeface="Arial" panose="020B0604020202020204" pitchFamily="34" charset="0"/>
              <a:cs typeface="Arial" panose="020B0604020202020204" pitchFamily="34" charset="0"/>
            </a:endParaRPr>
          </a:p>
        </p:txBody>
      </p:sp>
      <p:pic>
        <p:nvPicPr>
          <p:cNvPr id="18435" name="Picture 2">
            <a:extLst>
              <a:ext uri="{FF2B5EF4-FFF2-40B4-BE49-F238E27FC236}">
                <a16:creationId xmlns:a16="http://schemas.microsoft.com/office/drawing/2014/main" id="{B56E58DF-C4BC-4D8D-A36B-17887FE069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1467047"/>
            <a:ext cx="4219575"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6" name="Picture 4">
            <a:extLst>
              <a:ext uri="{FF2B5EF4-FFF2-40B4-BE49-F238E27FC236}">
                <a16:creationId xmlns:a16="http://schemas.microsoft.com/office/drawing/2014/main" id="{BF63DF4E-FD99-4EDF-A6DA-674BDE1A97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7350" y="3967359"/>
            <a:ext cx="257175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7" name="Picture 5">
            <a:extLst>
              <a:ext uri="{FF2B5EF4-FFF2-40B4-BE49-F238E27FC236}">
                <a16:creationId xmlns:a16="http://schemas.microsoft.com/office/drawing/2014/main" id="{9850AB51-6B15-40BD-9EB8-13E43EEBE7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8787" y="4538859"/>
            <a:ext cx="30003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8" name="TextBox 6">
            <a:extLst>
              <a:ext uri="{FF2B5EF4-FFF2-40B4-BE49-F238E27FC236}">
                <a16:creationId xmlns:a16="http://schemas.microsoft.com/office/drawing/2014/main" id="{DFFDC4BB-F1AA-4ED6-B058-5ABF7EE65E3B}"/>
              </a:ext>
            </a:extLst>
          </p:cNvPr>
          <p:cNvSpPr txBox="1">
            <a:spLocks noChangeArrowheads="1"/>
          </p:cNvSpPr>
          <p:nvPr/>
        </p:nvSpPr>
        <p:spPr bwMode="auto">
          <a:xfrm>
            <a:off x="285750" y="5857875"/>
            <a:ext cx="88582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600" b="1" i="1">
                <a:latin typeface="Symbol" panose="05050102010706020507" pitchFamily="18" charset="2"/>
              </a:rPr>
              <a:t>w</a:t>
            </a:r>
            <a:r>
              <a:rPr lang="en-US" altLang="id-ID" sz="2600" b="1" i="1" baseline="-25000">
                <a:latin typeface="Arial" panose="020B0604020202020204" pitchFamily="34" charset="0"/>
              </a:rPr>
              <a:t>d</a:t>
            </a:r>
            <a:r>
              <a:rPr lang="en-US" altLang="id-ID" sz="2600" b="1" i="1">
                <a:latin typeface="Arial" panose="020B0604020202020204" pitchFamily="34" charset="0"/>
              </a:rPr>
              <a:t> </a:t>
            </a:r>
            <a:r>
              <a:rPr lang="en-US" altLang="id-ID" sz="2200" b="1">
                <a:latin typeface="Arial" panose="020B0604020202020204" pitchFamily="34" charset="0"/>
              </a:rPr>
              <a:t>is called the driving angular frequency, and  </a:t>
            </a:r>
            <a:r>
              <a:rPr lang="en-US" altLang="id-ID" sz="2600" b="1" i="1">
                <a:latin typeface="Times New Roman" panose="02020603050405020304" pitchFamily="18" charset="0"/>
                <a:cs typeface="Times New Roman" panose="02020603050405020304" pitchFamily="18" charset="0"/>
              </a:rPr>
              <a:t>I </a:t>
            </a:r>
            <a:r>
              <a:rPr lang="en-US" altLang="id-ID" sz="2200" b="1">
                <a:latin typeface="Arial" panose="020B0604020202020204" pitchFamily="34" charset="0"/>
              </a:rPr>
              <a:t>is the amplitude of the driven current.</a:t>
            </a:r>
          </a:p>
        </p:txBody>
      </p:sp>
      <p:sp>
        <p:nvSpPr>
          <p:cNvPr id="15367" name="Rectangle 7">
            <a:extLst>
              <a:ext uri="{FF2B5EF4-FFF2-40B4-BE49-F238E27FC236}">
                <a16:creationId xmlns:a16="http://schemas.microsoft.com/office/drawing/2014/main" id="{07A2170C-D753-4C31-A260-5B66E7F19A2A}"/>
              </a:ext>
            </a:extLst>
          </p:cNvPr>
          <p:cNvSpPr>
            <a:spLocks noChangeArrowheads="1"/>
          </p:cNvSpPr>
          <p:nvPr/>
        </p:nvSpPr>
        <p:spPr bwMode="auto">
          <a:xfrm>
            <a:off x="5076056" y="1285875"/>
            <a:ext cx="4067944" cy="4247317"/>
          </a:xfrm>
          <a:prstGeom prst="rect">
            <a:avLst/>
          </a:prstGeom>
          <a:solidFill>
            <a:schemeClr val="bg2">
              <a:lumMod val="20000"/>
              <a:lumOff val="80000"/>
            </a:schemeClr>
          </a:solidFill>
          <a:ln w="9525">
            <a:noFill/>
            <a:miter lim="800000"/>
            <a:headEnd/>
            <a:tailEnd/>
          </a:ln>
        </p:spPr>
        <p:txBody>
          <a:bodyPr wrap="square">
            <a:spAutoFit/>
          </a:bodyPr>
          <a:lstStyle/>
          <a:p>
            <a:pPr eaLnBrk="1" hangingPunct="1">
              <a:defRPr/>
            </a:pPr>
            <a:r>
              <a:rPr lang="en-US" sz="1800" b="1" dirty="0">
                <a:latin typeface="Arial" charset="0"/>
              </a:rPr>
              <a:t>The basic mechanism of an alternating-current generator is a conducting loop rotated in an external magnetic field.</a:t>
            </a:r>
          </a:p>
          <a:p>
            <a:pPr eaLnBrk="1" hangingPunct="1">
              <a:defRPr/>
            </a:pPr>
            <a:r>
              <a:rPr lang="en-US" sz="1800" b="1" dirty="0">
                <a:latin typeface="Arial" charset="0"/>
              </a:rPr>
              <a:t>In practice, the alternating emf induced in a coil of many turn of wire is made accessible by means of slip rings attached to the rotating loop. Each ring is connected to one end of the loop wire and is electrically connected to rest of the generator circuit by a conducting brush against which the ring slips as the loop (and it) rotates</a:t>
            </a:r>
          </a:p>
        </p:txBody>
      </p:sp>
      <p:sp>
        <p:nvSpPr>
          <p:cNvPr id="18440" name="Rectangle 7">
            <a:extLst>
              <a:ext uri="{FF2B5EF4-FFF2-40B4-BE49-F238E27FC236}">
                <a16:creationId xmlns:a16="http://schemas.microsoft.com/office/drawing/2014/main" id="{6D60F142-5E1A-4B83-B968-4476C8EADEB6}"/>
              </a:ext>
            </a:extLst>
          </p:cNvPr>
          <p:cNvSpPr>
            <a:spLocks noChangeArrowheads="1"/>
          </p:cNvSpPr>
          <p:nvPr/>
        </p:nvSpPr>
        <p:spPr bwMode="auto">
          <a:xfrm>
            <a:off x="571500" y="5214938"/>
            <a:ext cx="37861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solidFill>
                  <a:srgbClr val="0070C0"/>
                </a:solidFill>
                <a:latin typeface="Arial" panose="020B0604020202020204" pitchFamily="34" charset="0"/>
              </a:rPr>
              <a:t>Fig.2.  An alternating-current generator </a:t>
            </a:r>
            <a:endParaRPr lang="en-US" altLang="id-ID" sz="2000">
              <a:solidFill>
                <a:srgbClr val="0070C0"/>
              </a:solidFill>
              <a:latin typeface="Arial" panose="020B0604020202020204" pitchFamily="34" charset="0"/>
            </a:endParaRPr>
          </a:p>
        </p:txBody>
      </p:sp>
      <p:sp>
        <p:nvSpPr>
          <p:cNvPr id="18441" name="Slide Number Placeholder 8">
            <a:extLst>
              <a:ext uri="{FF2B5EF4-FFF2-40B4-BE49-F238E27FC236}">
                <a16:creationId xmlns:a16="http://schemas.microsoft.com/office/drawing/2014/main" id="{92217C29-7B71-4D95-ABCB-52C7F3C7610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65FDCB9C-6122-47AB-A856-DAE7F426D6CE}" type="slidenum">
              <a:rPr lang="en-US" altLang="id-ID" sz="1400" smtClean="0"/>
              <a:pPr>
                <a:spcBef>
                  <a:spcPct val="0"/>
                </a:spcBef>
                <a:buFontTx/>
                <a:buNone/>
              </a:pPr>
              <a:t>14</a:t>
            </a:fld>
            <a:endParaRPr lang="en-US" altLang="id-ID" sz="1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1">
            <a:extLst>
              <a:ext uri="{FF2B5EF4-FFF2-40B4-BE49-F238E27FC236}">
                <a16:creationId xmlns:a16="http://schemas.microsoft.com/office/drawing/2014/main" id="{5530552E-F29B-49D8-8071-6C601FB474E7}"/>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88532C05-80DD-4FF0-8F4D-E86B31BBDC06}" type="slidenum">
              <a:rPr lang="en-US" altLang="id-ID" sz="1400" smtClean="0"/>
              <a:pPr>
                <a:spcBef>
                  <a:spcPct val="0"/>
                </a:spcBef>
                <a:buFontTx/>
                <a:buNone/>
              </a:pPr>
              <a:t>15</a:t>
            </a:fld>
            <a:endParaRPr lang="en-US" altLang="id-ID" sz="1400"/>
          </a:p>
        </p:txBody>
      </p:sp>
      <p:pic>
        <p:nvPicPr>
          <p:cNvPr id="19459" name="Picture 2">
            <a:extLst>
              <a:ext uri="{FF2B5EF4-FFF2-40B4-BE49-F238E27FC236}">
                <a16:creationId xmlns:a16="http://schemas.microsoft.com/office/drawing/2014/main" id="{2DE8D977-B720-4609-9069-B419FEC569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1484784"/>
            <a:ext cx="7727170" cy="507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1">
            <a:extLst>
              <a:ext uri="{FF2B5EF4-FFF2-40B4-BE49-F238E27FC236}">
                <a16:creationId xmlns:a16="http://schemas.microsoft.com/office/drawing/2014/main" id="{E0B01223-601A-4C86-990D-40332F33C1AA}"/>
              </a:ext>
            </a:extLst>
          </p:cNvPr>
          <p:cNvSpPr txBox="1">
            <a:spLocks noChangeArrowheads="1"/>
          </p:cNvSpPr>
          <p:nvPr/>
        </p:nvSpPr>
        <p:spPr bwMode="auto">
          <a:xfrm>
            <a:off x="971600" y="1412776"/>
            <a:ext cx="38576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a:latin typeface="Arial" panose="020B0604020202020204" pitchFamily="34" charset="0"/>
                <a:cs typeface="Arial" panose="020B0604020202020204" pitchFamily="34" charset="0"/>
              </a:rPr>
              <a:t>4. Three Simple Circuits</a:t>
            </a:r>
            <a:r>
              <a:rPr lang="en-US" altLang="id-ID" sz="2000" b="1">
                <a:latin typeface="Arial" panose="020B0604020202020204" pitchFamily="34" charset="0"/>
                <a:cs typeface="Arial" panose="020B0604020202020204" pitchFamily="34" charset="0"/>
              </a:rPr>
              <a:t>:</a:t>
            </a:r>
          </a:p>
          <a:p>
            <a:pPr eaLnBrk="1" hangingPunct="1">
              <a:spcBef>
                <a:spcPct val="0"/>
              </a:spcBef>
              <a:buFontTx/>
              <a:buNone/>
            </a:pPr>
            <a:r>
              <a:rPr lang="en-US" altLang="id-ID" sz="1200" b="1" i="1">
                <a:solidFill>
                  <a:srgbClr val="0070C0"/>
                </a:solidFill>
                <a:latin typeface="Arial" panose="020B0604020202020204" pitchFamily="34" charset="0"/>
                <a:cs typeface="Arial" panose="020B0604020202020204" pitchFamily="34" charset="0"/>
              </a:rPr>
              <a:t> </a:t>
            </a:r>
          </a:p>
          <a:p>
            <a:pPr eaLnBrk="1" hangingPunct="1">
              <a:spcBef>
                <a:spcPct val="0"/>
              </a:spcBef>
              <a:buFontTx/>
              <a:buNone/>
            </a:pPr>
            <a:r>
              <a:rPr lang="en-US" altLang="id-ID" b="1" i="1">
                <a:solidFill>
                  <a:srgbClr val="0070C0"/>
                </a:solidFill>
                <a:latin typeface="Arial" panose="020B0604020202020204" pitchFamily="34" charset="0"/>
                <a:cs typeface="Arial" panose="020B0604020202020204" pitchFamily="34" charset="0"/>
              </a:rPr>
              <a:t>(1). </a:t>
            </a:r>
            <a:r>
              <a:rPr lang="en-US" altLang="id-ID" b="1" i="1" u="sng">
                <a:solidFill>
                  <a:srgbClr val="0070C0"/>
                </a:solidFill>
                <a:latin typeface="Arial" panose="020B0604020202020204" pitchFamily="34" charset="0"/>
                <a:cs typeface="Arial" panose="020B0604020202020204" pitchFamily="34" charset="0"/>
              </a:rPr>
              <a:t>A Resistive Load</a:t>
            </a:r>
            <a:r>
              <a:rPr lang="en-US" altLang="id-ID" sz="2000" b="1" i="1">
                <a:solidFill>
                  <a:srgbClr val="0070C0"/>
                </a:solidFill>
                <a:latin typeface="Arial" panose="020B0604020202020204" pitchFamily="34" charset="0"/>
                <a:cs typeface="Arial" panose="020B0604020202020204" pitchFamily="34" charset="0"/>
              </a:rPr>
              <a:t>:</a:t>
            </a:r>
          </a:p>
        </p:txBody>
      </p:sp>
      <p:pic>
        <p:nvPicPr>
          <p:cNvPr id="20483" name="Picture 2">
            <a:extLst>
              <a:ext uri="{FF2B5EF4-FFF2-40B4-BE49-F238E27FC236}">
                <a16:creationId xmlns:a16="http://schemas.microsoft.com/office/drawing/2014/main" id="{0D998073-72C5-4532-A975-90AFE3562C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4475" y="2484339"/>
            <a:ext cx="3571875"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4" name="TextBox 9">
            <a:extLst>
              <a:ext uri="{FF2B5EF4-FFF2-40B4-BE49-F238E27FC236}">
                <a16:creationId xmlns:a16="http://schemas.microsoft.com/office/drawing/2014/main" id="{C26408A4-49C6-4990-9D63-27160C602ED9}"/>
              </a:ext>
            </a:extLst>
          </p:cNvPr>
          <p:cNvSpPr txBox="1">
            <a:spLocks noChangeArrowheads="1"/>
          </p:cNvSpPr>
          <p:nvPr/>
        </p:nvSpPr>
        <p:spPr bwMode="auto">
          <a:xfrm>
            <a:off x="1114475" y="5858024"/>
            <a:ext cx="776287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rPr>
              <a:t>For a purely resistive load the phase constant </a:t>
            </a:r>
            <a:r>
              <a:rPr lang="en-US" altLang="id-ID" b="1" dirty="0">
                <a:latin typeface="Symbol" panose="05050102010706020507" pitchFamily="18" charset="2"/>
              </a:rPr>
              <a:t>f=</a:t>
            </a:r>
            <a:r>
              <a:rPr lang="en-US" altLang="id-ID" b="1" dirty="0">
                <a:latin typeface="Arial" panose="020B0604020202020204" pitchFamily="34" charset="0"/>
              </a:rPr>
              <a:t> 0°.</a:t>
            </a:r>
          </a:p>
          <a:p>
            <a:pPr eaLnBrk="1" hangingPunct="1">
              <a:spcBef>
                <a:spcPct val="0"/>
              </a:spcBef>
              <a:buFontTx/>
              <a:buNone/>
            </a:pPr>
            <a:endParaRPr lang="en-US" altLang="id-ID" b="1" dirty="0">
              <a:latin typeface="Arial" panose="020B0604020202020204" pitchFamily="34" charset="0"/>
            </a:endParaRPr>
          </a:p>
        </p:txBody>
      </p:sp>
      <p:sp>
        <p:nvSpPr>
          <p:cNvPr id="20485" name="Rectangle 12">
            <a:extLst>
              <a:ext uri="{FF2B5EF4-FFF2-40B4-BE49-F238E27FC236}">
                <a16:creationId xmlns:a16="http://schemas.microsoft.com/office/drawing/2014/main" id="{DA73E155-5B13-478F-A1C6-602CF97C9F2C}"/>
              </a:ext>
            </a:extLst>
          </p:cNvPr>
          <p:cNvSpPr>
            <a:spLocks noChangeArrowheads="1"/>
          </p:cNvSpPr>
          <p:nvPr/>
        </p:nvSpPr>
        <p:spPr bwMode="auto">
          <a:xfrm>
            <a:off x="4757788" y="2698651"/>
            <a:ext cx="464343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a:solidFill>
                  <a:srgbClr val="0070C0"/>
                </a:solidFill>
                <a:latin typeface="Arial" panose="020B0604020202020204" pitchFamily="34" charset="0"/>
              </a:rPr>
              <a:t>Fig. 3.  A resistor is connected across an alternating-current generator</a:t>
            </a:r>
          </a:p>
        </p:txBody>
      </p:sp>
      <p:sp>
        <p:nvSpPr>
          <p:cNvPr id="20486" name="Rectangle 13">
            <a:extLst>
              <a:ext uri="{FF2B5EF4-FFF2-40B4-BE49-F238E27FC236}">
                <a16:creationId xmlns:a16="http://schemas.microsoft.com/office/drawing/2014/main" id="{4701B116-4675-4A1D-8CAC-BA7779BFF187}"/>
              </a:ext>
            </a:extLst>
          </p:cNvPr>
          <p:cNvSpPr>
            <a:spLocks noChangeArrowheads="1"/>
          </p:cNvSpPr>
          <p:nvPr/>
        </p:nvSpPr>
        <p:spPr bwMode="auto">
          <a:xfrm>
            <a:off x="1185913" y="4270276"/>
            <a:ext cx="8001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2800" b="1" i="1">
                <a:latin typeface="Times New Roman" panose="02020603050405020304" pitchFamily="18" charset="0"/>
                <a:cs typeface="Times New Roman" panose="02020603050405020304" pitchFamily="18" charset="0"/>
              </a:rPr>
              <a:t>ε- v</a:t>
            </a:r>
            <a:r>
              <a:rPr lang="en-US" altLang="id-ID" sz="2800" b="1" baseline="-30000">
                <a:latin typeface="Times New Roman" panose="02020603050405020304" pitchFamily="18" charset="0"/>
                <a:cs typeface="Times New Roman" panose="02020603050405020304" pitchFamily="18" charset="0"/>
              </a:rPr>
              <a:t>R</a:t>
            </a:r>
            <a:r>
              <a:rPr lang="en-US" altLang="id-ID" sz="2800" b="1" i="1">
                <a:latin typeface="Times New Roman" panose="02020603050405020304" pitchFamily="18" charset="0"/>
                <a:cs typeface="Times New Roman" panose="02020603050405020304" pitchFamily="18" charset="0"/>
              </a:rPr>
              <a:t> = 0      v</a:t>
            </a:r>
            <a:r>
              <a:rPr lang="en-US" altLang="id-ID" sz="2800" b="1" baseline="-30000">
                <a:latin typeface="Times New Roman" panose="02020603050405020304" pitchFamily="18" charset="0"/>
                <a:cs typeface="Times New Roman" panose="02020603050405020304" pitchFamily="18" charset="0"/>
              </a:rPr>
              <a:t>R</a:t>
            </a:r>
            <a:r>
              <a:rPr lang="en-US" altLang="id-ID" sz="2800" b="1" i="1">
                <a:latin typeface="Times New Roman" panose="02020603050405020304" pitchFamily="18" charset="0"/>
                <a:cs typeface="Times New Roman" panose="02020603050405020304" pitchFamily="18" charset="0"/>
              </a:rPr>
              <a:t> = ε</a:t>
            </a:r>
            <a:r>
              <a:rPr lang="en-US" altLang="id-ID" sz="2800" b="1" i="1" baseline="-30000">
                <a:latin typeface="Times New Roman" panose="02020603050405020304" pitchFamily="18" charset="0"/>
                <a:cs typeface="Times New Roman" panose="02020603050405020304" pitchFamily="18" charset="0"/>
              </a:rPr>
              <a:t>m </a:t>
            </a:r>
            <a:r>
              <a:rPr lang="en-US" altLang="id-ID" sz="2800" b="1">
                <a:latin typeface="Times New Roman" panose="02020603050405020304" pitchFamily="18" charset="0"/>
                <a:cs typeface="Times New Roman" panose="02020603050405020304" pitchFamily="18" charset="0"/>
              </a:rPr>
              <a:t>Sin ω</a:t>
            </a:r>
            <a:r>
              <a:rPr lang="en-US" altLang="id-ID" sz="2800" b="1" baseline="-30000">
                <a:latin typeface="Times New Roman" panose="02020603050405020304" pitchFamily="18" charset="0"/>
                <a:cs typeface="Times New Roman" panose="02020603050405020304" pitchFamily="18" charset="0"/>
              </a:rPr>
              <a:t>d</a:t>
            </a:r>
            <a:r>
              <a:rPr lang="en-US" altLang="id-ID" sz="2800" b="1">
                <a:latin typeface="Times New Roman" panose="02020603050405020304" pitchFamily="18" charset="0"/>
                <a:cs typeface="Times New Roman" panose="02020603050405020304" pitchFamily="18" charset="0"/>
              </a:rPr>
              <a:t>t = V</a:t>
            </a:r>
            <a:r>
              <a:rPr lang="en-US" altLang="id-ID" sz="2800" b="1" baseline="-30000">
                <a:latin typeface="Times New Roman" panose="02020603050405020304" pitchFamily="18" charset="0"/>
                <a:cs typeface="Times New Roman" panose="02020603050405020304" pitchFamily="18" charset="0"/>
              </a:rPr>
              <a:t>R </a:t>
            </a:r>
            <a:r>
              <a:rPr lang="en-US" altLang="id-ID" sz="2800" b="1">
                <a:latin typeface="Times New Roman" panose="02020603050405020304" pitchFamily="18" charset="0"/>
                <a:cs typeface="Times New Roman" panose="02020603050405020304" pitchFamily="18" charset="0"/>
              </a:rPr>
              <a:t>Sin ω</a:t>
            </a:r>
            <a:r>
              <a:rPr lang="en-US" altLang="id-ID" sz="2800" b="1" baseline="-30000">
                <a:latin typeface="Times New Roman" panose="02020603050405020304" pitchFamily="18" charset="0"/>
                <a:cs typeface="Times New Roman" panose="02020603050405020304" pitchFamily="18" charset="0"/>
              </a:rPr>
              <a:t>d</a:t>
            </a:r>
            <a:r>
              <a:rPr lang="en-US" altLang="id-ID" sz="2800" b="1">
                <a:latin typeface="Times New Roman" panose="02020603050405020304" pitchFamily="18" charset="0"/>
                <a:cs typeface="Times New Roman" panose="02020603050405020304" pitchFamily="18" charset="0"/>
              </a:rPr>
              <a:t>t</a:t>
            </a:r>
            <a:endParaRPr lang="en-US" altLang="id-ID" sz="2800" b="1">
              <a:latin typeface="Arial" panose="020B0604020202020204" pitchFamily="34" charset="0"/>
            </a:endParaRPr>
          </a:p>
        </p:txBody>
      </p:sp>
      <p:sp>
        <p:nvSpPr>
          <p:cNvPr id="20487" name="Rectangle 15">
            <a:extLst>
              <a:ext uri="{FF2B5EF4-FFF2-40B4-BE49-F238E27FC236}">
                <a16:creationId xmlns:a16="http://schemas.microsoft.com/office/drawing/2014/main" id="{DACF1625-38B6-4A1E-B5D5-D152281EA13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20488" name="Rectangle 17">
            <a:extLst>
              <a:ext uri="{FF2B5EF4-FFF2-40B4-BE49-F238E27FC236}">
                <a16:creationId xmlns:a16="http://schemas.microsoft.com/office/drawing/2014/main" id="{6BE4C781-9EC8-44AC-AE8F-F6ABECBAB80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20489" name="Picture 16">
            <a:extLst>
              <a:ext uri="{FF2B5EF4-FFF2-40B4-BE49-F238E27FC236}">
                <a16:creationId xmlns:a16="http://schemas.microsoft.com/office/drawing/2014/main" id="{D4ADEDA9-076C-4C1D-A1E8-FB7B3AFED0C3}"/>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328788" y="4913214"/>
            <a:ext cx="6143625"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90" name="Slide Number Placeholder 9">
            <a:extLst>
              <a:ext uri="{FF2B5EF4-FFF2-40B4-BE49-F238E27FC236}">
                <a16:creationId xmlns:a16="http://schemas.microsoft.com/office/drawing/2014/main" id="{3127FF2A-3453-4FCF-885B-6A01E208DC1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4C373BFF-3C70-47DB-B077-1DD551CCC7F2}" type="slidenum">
              <a:rPr lang="en-US" altLang="id-ID" sz="1400" smtClean="0"/>
              <a:pPr>
                <a:spcBef>
                  <a:spcPct val="0"/>
                </a:spcBef>
                <a:buFontTx/>
                <a:buNone/>
              </a:pPr>
              <a:t>16</a:t>
            </a:fld>
            <a:endParaRPr lang="en-US" altLang="id-ID" sz="1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06" name="Group 3">
            <a:extLst>
              <a:ext uri="{FF2B5EF4-FFF2-40B4-BE49-F238E27FC236}">
                <a16:creationId xmlns:a16="http://schemas.microsoft.com/office/drawing/2014/main" id="{2669D52B-28DF-4E6A-AAB2-4E555C22420C}"/>
              </a:ext>
            </a:extLst>
          </p:cNvPr>
          <p:cNvGrpSpPr>
            <a:grpSpLocks/>
          </p:cNvGrpSpPr>
          <p:nvPr/>
        </p:nvGrpSpPr>
        <p:grpSpPr bwMode="auto">
          <a:xfrm>
            <a:off x="2214563" y="1500188"/>
            <a:ext cx="3286125" cy="2928937"/>
            <a:chOff x="6105" y="10100"/>
            <a:chExt cx="3645" cy="3135"/>
          </a:xfrm>
        </p:grpSpPr>
        <p:cxnSp>
          <p:nvCxnSpPr>
            <p:cNvPr id="21516" name="AutoShape 4">
              <a:extLst>
                <a:ext uri="{FF2B5EF4-FFF2-40B4-BE49-F238E27FC236}">
                  <a16:creationId xmlns:a16="http://schemas.microsoft.com/office/drawing/2014/main" id="{4B033081-8961-4157-AC00-6A498F7798C8}"/>
                </a:ext>
              </a:extLst>
            </p:cNvPr>
            <p:cNvCxnSpPr>
              <a:cxnSpLocks noChangeShapeType="1"/>
            </p:cNvCxnSpPr>
            <p:nvPr/>
          </p:nvCxnSpPr>
          <p:spPr bwMode="auto">
            <a:xfrm>
              <a:off x="6705" y="10100"/>
              <a:ext cx="0" cy="313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1517" name="AutoShape 5">
              <a:extLst>
                <a:ext uri="{FF2B5EF4-FFF2-40B4-BE49-F238E27FC236}">
                  <a16:creationId xmlns:a16="http://schemas.microsoft.com/office/drawing/2014/main" id="{D3F70551-F0BB-42C3-878D-1E2263256365}"/>
                </a:ext>
              </a:extLst>
            </p:cNvPr>
            <p:cNvCxnSpPr>
              <a:cxnSpLocks noChangeShapeType="1"/>
            </p:cNvCxnSpPr>
            <p:nvPr/>
          </p:nvCxnSpPr>
          <p:spPr bwMode="auto">
            <a:xfrm>
              <a:off x="6105" y="12395"/>
              <a:ext cx="3645"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1518" name="AutoShape 6">
              <a:extLst>
                <a:ext uri="{FF2B5EF4-FFF2-40B4-BE49-F238E27FC236}">
                  <a16:creationId xmlns:a16="http://schemas.microsoft.com/office/drawing/2014/main" id="{0D41890B-F70E-462E-BF45-639446D2F480}"/>
                </a:ext>
              </a:extLst>
            </p:cNvPr>
            <p:cNvCxnSpPr>
              <a:cxnSpLocks noChangeShapeType="1"/>
            </p:cNvCxnSpPr>
            <p:nvPr/>
          </p:nvCxnSpPr>
          <p:spPr bwMode="auto">
            <a:xfrm flipV="1">
              <a:off x="6705" y="11030"/>
              <a:ext cx="2145" cy="1365"/>
            </a:xfrm>
            <a:prstGeom prst="straightConnector1">
              <a:avLst/>
            </a:prstGeom>
            <a:noFill/>
            <a:ln w="28575">
              <a:solidFill>
                <a:srgbClr val="00B050"/>
              </a:solidFill>
              <a:round/>
              <a:headEnd/>
              <a:tailEnd type="triangle" w="med" len="med"/>
            </a:ln>
            <a:extLst>
              <a:ext uri="{909E8E84-426E-40DD-AFC4-6F175D3DCCD1}">
                <a14:hiddenFill xmlns:a14="http://schemas.microsoft.com/office/drawing/2010/main">
                  <a:noFill/>
                </a14:hiddenFill>
              </a:ext>
            </a:extLst>
          </p:spPr>
        </p:cxnSp>
        <p:cxnSp>
          <p:nvCxnSpPr>
            <p:cNvPr id="21519" name="AutoShape 7">
              <a:extLst>
                <a:ext uri="{FF2B5EF4-FFF2-40B4-BE49-F238E27FC236}">
                  <a16:creationId xmlns:a16="http://schemas.microsoft.com/office/drawing/2014/main" id="{51AF7BCE-0FCA-4F0B-A221-B3A6B165BC39}"/>
                </a:ext>
              </a:extLst>
            </p:cNvPr>
            <p:cNvCxnSpPr>
              <a:cxnSpLocks noChangeShapeType="1"/>
            </p:cNvCxnSpPr>
            <p:nvPr/>
          </p:nvCxnSpPr>
          <p:spPr bwMode="auto">
            <a:xfrm flipV="1">
              <a:off x="6705" y="11780"/>
              <a:ext cx="960" cy="615"/>
            </a:xfrm>
            <a:prstGeom prst="straightConnector1">
              <a:avLst/>
            </a:prstGeom>
            <a:noFill/>
            <a:ln w="28575">
              <a:solidFill>
                <a:srgbClr val="C00000"/>
              </a:solidFill>
              <a:round/>
              <a:headEnd/>
              <a:tailEnd type="triangle" w="med" len="med"/>
            </a:ln>
            <a:extLst>
              <a:ext uri="{909E8E84-426E-40DD-AFC4-6F175D3DCCD1}">
                <a14:hiddenFill xmlns:a14="http://schemas.microsoft.com/office/drawing/2010/main">
                  <a:noFill/>
                </a14:hiddenFill>
              </a:ext>
            </a:extLst>
          </p:spPr>
        </p:cxnSp>
        <p:cxnSp>
          <p:nvCxnSpPr>
            <p:cNvPr id="21520" name="AutoShape 8">
              <a:extLst>
                <a:ext uri="{FF2B5EF4-FFF2-40B4-BE49-F238E27FC236}">
                  <a16:creationId xmlns:a16="http://schemas.microsoft.com/office/drawing/2014/main" id="{0DD6FD1C-E262-42B4-8C51-1E6396086216}"/>
                </a:ext>
              </a:extLst>
            </p:cNvPr>
            <p:cNvCxnSpPr>
              <a:cxnSpLocks noChangeShapeType="1"/>
            </p:cNvCxnSpPr>
            <p:nvPr/>
          </p:nvCxnSpPr>
          <p:spPr bwMode="auto">
            <a:xfrm flipH="1">
              <a:off x="6705" y="11030"/>
              <a:ext cx="2145" cy="0"/>
            </a:xfrm>
            <a:prstGeom prst="straightConnector1">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1521" name="AutoShape 9">
              <a:extLst>
                <a:ext uri="{FF2B5EF4-FFF2-40B4-BE49-F238E27FC236}">
                  <a16:creationId xmlns:a16="http://schemas.microsoft.com/office/drawing/2014/main" id="{09537786-3C71-4D5E-A5B8-C2BB26380376}"/>
                </a:ext>
              </a:extLst>
            </p:cNvPr>
            <p:cNvCxnSpPr>
              <a:cxnSpLocks noChangeShapeType="1"/>
            </p:cNvCxnSpPr>
            <p:nvPr/>
          </p:nvCxnSpPr>
          <p:spPr bwMode="auto">
            <a:xfrm flipH="1">
              <a:off x="6705" y="11780"/>
              <a:ext cx="960" cy="1"/>
            </a:xfrm>
            <a:prstGeom prst="straightConnector1">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1522" name="AutoShape 10">
              <a:extLst>
                <a:ext uri="{FF2B5EF4-FFF2-40B4-BE49-F238E27FC236}">
                  <a16:creationId xmlns:a16="http://schemas.microsoft.com/office/drawing/2014/main" id="{0CD08F75-97CC-4439-A3B6-ADB908CEA98E}"/>
                </a:ext>
              </a:extLst>
            </p:cNvPr>
            <p:cNvCxnSpPr>
              <a:cxnSpLocks noChangeShapeType="1"/>
            </p:cNvCxnSpPr>
            <p:nvPr/>
          </p:nvCxnSpPr>
          <p:spPr bwMode="auto">
            <a:xfrm flipV="1">
              <a:off x="6705" y="11781"/>
              <a:ext cx="0" cy="614"/>
            </a:xfrm>
            <a:prstGeom prst="straightConnector1">
              <a:avLst/>
            </a:prstGeom>
            <a:noFill/>
            <a:ln w="28575">
              <a:solidFill>
                <a:srgbClr val="002060"/>
              </a:solidFill>
              <a:round/>
              <a:headEnd/>
              <a:tailEnd type="triangle" w="med" len="med"/>
            </a:ln>
            <a:extLst>
              <a:ext uri="{909E8E84-426E-40DD-AFC4-6F175D3DCCD1}">
                <a14:hiddenFill xmlns:a14="http://schemas.microsoft.com/office/drawing/2010/main">
                  <a:noFill/>
                </a14:hiddenFill>
              </a:ext>
            </a:extLst>
          </p:spPr>
        </p:cxnSp>
        <p:cxnSp>
          <p:nvCxnSpPr>
            <p:cNvPr id="21523" name="AutoShape 11">
              <a:extLst>
                <a:ext uri="{FF2B5EF4-FFF2-40B4-BE49-F238E27FC236}">
                  <a16:creationId xmlns:a16="http://schemas.microsoft.com/office/drawing/2014/main" id="{B1F07F01-FD7F-4C17-83CA-24E50BDF5A30}"/>
                </a:ext>
              </a:extLst>
            </p:cNvPr>
            <p:cNvCxnSpPr>
              <a:cxnSpLocks noChangeShapeType="1"/>
            </p:cNvCxnSpPr>
            <p:nvPr/>
          </p:nvCxnSpPr>
          <p:spPr bwMode="auto">
            <a:xfrm flipV="1">
              <a:off x="6705" y="11031"/>
              <a:ext cx="0" cy="1364"/>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1524" name="Arc 12">
              <a:extLst>
                <a:ext uri="{FF2B5EF4-FFF2-40B4-BE49-F238E27FC236}">
                  <a16:creationId xmlns:a16="http://schemas.microsoft.com/office/drawing/2014/main" id="{3542D610-A1DB-4469-82E9-8869FA9BC8E7}"/>
                </a:ext>
              </a:extLst>
            </p:cNvPr>
            <p:cNvSpPr>
              <a:spLocks/>
            </p:cNvSpPr>
            <p:nvPr/>
          </p:nvSpPr>
          <p:spPr bwMode="auto">
            <a:xfrm>
              <a:off x="7380" y="11975"/>
              <a:ext cx="210" cy="49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HK"/>
            </a:p>
          </p:txBody>
        </p:sp>
        <p:sp>
          <p:nvSpPr>
            <p:cNvPr id="21525" name="Freeform 13">
              <a:extLst>
                <a:ext uri="{FF2B5EF4-FFF2-40B4-BE49-F238E27FC236}">
                  <a16:creationId xmlns:a16="http://schemas.microsoft.com/office/drawing/2014/main" id="{73D90832-9DE0-4531-9782-DACC42E93529}"/>
                </a:ext>
              </a:extLst>
            </p:cNvPr>
            <p:cNvSpPr>
              <a:spLocks/>
            </p:cNvSpPr>
            <p:nvPr/>
          </p:nvSpPr>
          <p:spPr bwMode="auto">
            <a:xfrm>
              <a:off x="8370" y="10425"/>
              <a:ext cx="615" cy="410"/>
            </a:xfrm>
            <a:custGeom>
              <a:avLst/>
              <a:gdLst>
                <a:gd name="T0" fmla="*/ 615 w 615"/>
                <a:gd name="T1" fmla="*/ 410 h 410"/>
                <a:gd name="T2" fmla="*/ 390 w 615"/>
                <a:gd name="T3" fmla="*/ 125 h 410"/>
                <a:gd name="T4" fmla="*/ 165 w 615"/>
                <a:gd name="T5" fmla="*/ 20 h 410"/>
                <a:gd name="T6" fmla="*/ 0 w 615"/>
                <a:gd name="T7" fmla="*/ 5 h 410"/>
                <a:gd name="T8" fmla="*/ 0 60000 65536"/>
                <a:gd name="T9" fmla="*/ 0 60000 65536"/>
                <a:gd name="T10" fmla="*/ 0 60000 65536"/>
                <a:gd name="T11" fmla="*/ 0 60000 65536"/>
                <a:gd name="T12" fmla="*/ 0 w 615"/>
                <a:gd name="T13" fmla="*/ 0 h 410"/>
                <a:gd name="T14" fmla="*/ 615 w 615"/>
                <a:gd name="T15" fmla="*/ 410 h 410"/>
              </a:gdLst>
              <a:ahLst/>
              <a:cxnLst>
                <a:cxn ang="T8">
                  <a:pos x="T0" y="T1"/>
                </a:cxn>
                <a:cxn ang="T9">
                  <a:pos x="T2" y="T3"/>
                </a:cxn>
                <a:cxn ang="T10">
                  <a:pos x="T4" y="T5"/>
                </a:cxn>
                <a:cxn ang="T11">
                  <a:pos x="T6" y="T7"/>
                </a:cxn>
              </a:cxnLst>
              <a:rect l="T12" t="T13" r="T14" b="T15"/>
              <a:pathLst>
                <a:path w="615" h="410">
                  <a:moveTo>
                    <a:pt x="615" y="410"/>
                  </a:moveTo>
                  <a:cubicBezTo>
                    <a:pt x="540" y="300"/>
                    <a:pt x="465" y="190"/>
                    <a:pt x="390" y="125"/>
                  </a:cubicBezTo>
                  <a:cubicBezTo>
                    <a:pt x="315" y="60"/>
                    <a:pt x="230" y="40"/>
                    <a:pt x="165" y="20"/>
                  </a:cubicBezTo>
                  <a:cubicBezTo>
                    <a:pt x="100" y="0"/>
                    <a:pt x="27" y="27"/>
                    <a:pt x="0" y="5"/>
                  </a:cubicBezTo>
                </a:path>
              </a:pathLst>
            </a:custGeom>
            <a:noFill/>
            <a:ln w="95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HK"/>
            </a:p>
          </p:txBody>
        </p:sp>
      </p:grpSp>
      <p:sp>
        <p:nvSpPr>
          <p:cNvPr id="21507" name="Rectangle 14">
            <a:extLst>
              <a:ext uri="{FF2B5EF4-FFF2-40B4-BE49-F238E27FC236}">
                <a16:creationId xmlns:a16="http://schemas.microsoft.com/office/drawing/2014/main" id="{26371FCE-AF1A-4DB9-99C1-76F3D2945D07}"/>
              </a:ext>
            </a:extLst>
          </p:cNvPr>
          <p:cNvSpPr>
            <a:spLocks noChangeArrowheads="1"/>
          </p:cNvSpPr>
          <p:nvPr/>
        </p:nvSpPr>
        <p:spPr bwMode="auto">
          <a:xfrm>
            <a:off x="2071688" y="4572000"/>
            <a:ext cx="578643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b="1">
                <a:latin typeface="Arial" panose="020B0604020202020204" pitchFamily="34" charset="0"/>
              </a:rPr>
              <a:t>Gb.4. A Diagram Phasor of V</a:t>
            </a:r>
            <a:r>
              <a:rPr lang="en-US" altLang="id-ID" b="1" baseline="-25000">
                <a:latin typeface="Arial" panose="020B0604020202020204" pitchFamily="34" charset="0"/>
              </a:rPr>
              <a:t>R</a:t>
            </a:r>
            <a:r>
              <a:rPr lang="en-US" altLang="id-ID" b="1">
                <a:latin typeface="Arial" panose="020B0604020202020204" pitchFamily="34" charset="0"/>
              </a:rPr>
              <a:t> and I</a:t>
            </a:r>
            <a:r>
              <a:rPr lang="en-US" altLang="id-ID" b="1" baseline="-25000">
                <a:latin typeface="Arial" panose="020B0604020202020204" pitchFamily="34" charset="0"/>
              </a:rPr>
              <a:t>R</a:t>
            </a:r>
            <a:endParaRPr lang="en-US" altLang="id-ID">
              <a:latin typeface="Arial" panose="020B0604020202020204" pitchFamily="34" charset="0"/>
            </a:endParaRPr>
          </a:p>
          <a:p>
            <a:pPr>
              <a:spcBef>
                <a:spcPct val="0"/>
              </a:spcBef>
              <a:buFontTx/>
              <a:buNone/>
            </a:pPr>
            <a:r>
              <a:rPr lang="en-US" altLang="id-ID" b="1">
                <a:solidFill>
                  <a:srgbClr val="002060"/>
                </a:solidFill>
                <a:latin typeface="Calibri" panose="020F0502020204030204" pitchFamily="34" charset="0"/>
                <a:cs typeface="Times New Roman" panose="02020603050405020304" pitchFamily="18" charset="0"/>
              </a:rPr>
              <a:t> </a:t>
            </a:r>
            <a:endParaRPr lang="en-US" altLang="id-ID" sz="1200">
              <a:latin typeface="Arial" panose="020B0604020202020204" pitchFamily="34" charset="0"/>
            </a:endParaRPr>
          </a:p>
        </p:txBody>
      </p:sp>
      <p:sp>
        <p:nvSpPr>
          <p:cNvPr id="21508" name="Rectangle 14">
            <a:extLst>
              <a:ext uri="{FF2B5EF4-FFF2-40B4-BE49-F238E27FC236}">
                <a16:creationId xmlns:a16="http://schemas.microsoft.com/office/drawing/2014/main" id="{4AFF6E72-6056-4E73-87D9-12F604F89CA1}"/>
              </a:ext>
            </a:extLst>
          </p:cNvPr>
          <p:cNvSpPr>
            <a:spLocks noChangeArrowheads="1"/>
          </p:cNvSpPr>
          <p:nvPr/>
        </p:nvSpPr>
        <p:spPr bwMode="auto">
          <a:xfrm>
            <a:off x="3643313" y="2857500"/>
            <a:ext cx="5365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a:latin typeface="Arial" panose="020B0604020202020204" pitchFamily="34" charset="0"/>
              </a:rPr>
              <a:t>V</a:t>
            </a:r>
            <a:r>
              <a:rPr lang="en-US" altLang="id-ID" b="1" baseline="-25000">
                <a:latin typeface="Arial" panose="020B0604020202020204" pitchFamily="34" charset="0"/>
              </a:rPr>
              <a:t>R</a:t>
            </a:r>
            <a:endParaRPr lang="en-US" altLang="id-ID">
              <a:latin typeface="Arial" panose="020B0604020202020204" pitchFamily="34" charset="0"/>
            </a:endParaRPr>
          </a:p>
        </p:txBody>
      </p:sp>
      <p:sp>
        <p:nvSpPr>
          <p:cNvPr id="21509" name="Rectangle 15">
            <a:extLst>
              <a:ext uri="{FF2B5EF4-FFF2-40B4-BE49-F238E27FC236}">
                <a16:creationId xmlns:a16="http://schemas.microsoft.com/office/drawing/2014/main" id="{85CE48CC-8552-416F-AC7D-D58372AAC3D7}"/>
              </a:ext>
            </a:extLst>
          </p:cNvPr>
          <p:cNvSpPr>
            <a:spLocks noChangeArrowheads="1"/>
          </p:cNvSpPr>
          <p:nvPr/>
        </p:nvSpPr>
        <p:spPr bwMode="auto">
          <a:xfrm>
            <a:off x="2286000" y="2857500"/>
            <a:ext cx="461963"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a:latin typeface="Times New Roman" panose="02020603050405020304" pitchFamily="18" charset="0"/>
                <a:cs typeface="Times New Roman" panose="02020603050405020304" pitchFamily="18" charset="0"/>
              </a:rPr>
              <a:t>v</a:t>
            </a:r>
            <a:r>
              <a:rPr lang="en-US" altLang="id-ID" sz="2200" b="1" baseline="-25000">
                <a:latin typeface="Arial" panose="020B0604020202020204" pitchFamily="34" charset="0"/>
              </a:rPr>
              <a:t>R</a:t>
            </a:r>
            <a:endParaRPr lang="en-US" altLang="id-ID" sz="2200">
              <a:latin typeface="Arial" panose="020B0604020202020204" pitchFamily="34" charset="0"/>
            </a:endParaRPr>
          </a:p>
        </p:txBody>
      </p:sp>
      <p:sp>
        <p:nvSpPr>
          <p:cNvPr id="21510" name="Rectangle 16">
            <a:extLst>
              <a:ext uri="{FF2B5EF4-FFF2-40B4-BE49-F238E27FC236}">
                <a16:creationId xmlns:a16="http://schemas.microsoft.com/office/drawing/2014/main" id="{307202F6-BECA-4440-BAFE-E9F1B3454D8A}"/>
              </a:ext>
            </a:extLst>
          </p:cNvPr>
          <p:cNvSpPr>
            <a:spLocks noChangeArrowheads="1"/>
          </p:cNvSpPr>
          <p:nvPr/>
        </p:nvSpPr>
        <p:spPr bwMode="auto">
          <a:xfrm>
            <a:off x="4643438" y="2214563"/>
            <a:ext cx="4175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a:latin typeface="Arial" panose="020B0604020202020204" pitchFamily="34" charset="0"/>
              </a:rPr>
              <a:t>I</a:t>
            </a:r>
            <a:r>
              <a:rPr lang="en-US" altLang="id-ID" b="1" baseline="-25000">
                <a:latin typeface="Arial" panose="020B0604020202020204" pitchFamily="34" charset="0"/>
              </a:rPr>
              <a:t>R</a:t>
            </a:r>
            <a:endParaRPr lang="en-US" altLang="id-ID">
              <a:latin typeface="Arial" panose="020B0604020202020204" pitchFamily="34" charset="0"/>
            </a:endParaRPr>
          </a:p>
        </p:txBody>
      </p:sp>
      <p:sp>
        <p:nvSpPr>
          <p:cNvPr id="21511" name="Rectangle 17">
            <a:extLst>
              <a:ext uri="{FF2B5EF4-FFF2-40B4-BE49-F238E27FC236}">
                <a16:creationId xmlns:a16="http://schemas.microsoft.com/office/drawing/2014/main" id="{97D42918-BD40-463E-94F8-0D725320939D}"/>
              </a:ext>
            </a:extLst>
          </p:cNvPr>
          <p:cNvSpPr>
            <a:spLocks noChangeArrowheads="1"/>
          </p:cNvSpPr>
          <p:nvPr/>
        </p:nvSpPr>
        <p:spPr bwMode="auto">
          <a:xfrm>
            <a:off x="2357438" y="2214563"/>
            <a:ext cx="4175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a:latin typeface="Arial" panose="020B0604020202020204" pitchFamily="34" charset="0"/>
              </a:rPr>
              <a:t>i</a:t>
            </a:r>
            <a:r>
              <a:rPr lang="en-US" altLang="id-ID" b="1" baseline="-25000">
                <a:latin typeface="Arial" panose="020B0604020202020204" pitchFamily="34" charset="0"/>
              </a:rPr>
              <a:t>R</a:t>
            </a:r>
            <a:endParaRPr lang="en-US" altLang="id-ID">
              <a:latin typeface="Arial" panose="020B0604020202020204" pitchFamily="34" charset="0"/>
            </a:endParaRPr>
          </a:p>
        </p:txBody>
      </p:sp>
      <p:sp>
        <p:nvSpPr>
          <p:cNvPr id="21512" name="Rectangle 16">
            <a:extLst>
              <a:ext uri="{FF2B5EF4-FFF2-40B4-BE49-F238E27FC236}">
                <a16:creationId xmlns:a16="http://schemas.microsoft.com/office/drawing/2014/main" id="{7B07914B-8B9B-4CDC-BBA8-736E684C72CC}"/>
              </a:ext>
            </a:extLst>
          </p:cNvPr>
          <p:cNvSpPr>
            <a:spLocks noChangeArrowheads="1"/>
          </p:cNvSpPr>
          <p:nvPr/>
        </p:nvSpPr>
        <p:spPr bwMode="auto">
          <a:xfrm>
            <a:off x="3500438" y="3214688"/>
            <a:ext cx="571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b="1">
                <a:solidFill>
                  <a:srgbClr val="002060"/>
                </a:solidFill>
                <a:latin typeface="Calibri" panose="020F0502020204030204" pitchFamily="34" charset="0"/>
                <a:cs typeface="Times New Roman" panose="02020603050405020304" pitchFamily="18" charset="0"/>
              </a:rPr>
              <a:t>ω</a:t>
            </a:r>
            <a:r>
              <a:rPr lang="en-US" altLang="id-ID" b="1" baseline="-30000">
                <a:solidFill>
                  <a:srgbClr val="002060"/>
                </a:solidFill>
                <a:latin typeface="Calibri" panose="020F0502020204030204" pitchFamily="34" charset="0"/>
                <a:cs typeface="Times New Roman" panose="02020603050405020304" pitchFamily="18" charset="0"/>
              </a:rPr>
              <a:t>d</a:t>
            </a:r>
            <a:endParaRPr lang="en-US" altLang="id-ID" sz="1200">
              <a:latin typeface="Arial" panose="020B0604020202020204" pitchFamily="34" charset="0"/>
            </a:endParaRPr>
          </a:p>
        </p:txBody>
      </p:sp>
      <p:sp>
        <p:nvSpPr>
          <p:cNvPr id="21513" name="Rectangle 18">
            <a:extLst>
              <a:ext uri="{FF2B5EF4-FFF2-40B4-BE49-F238E27FC236}">
                <a16:creationId xmlns:a16="http://schemas.microsoft.com/office/drawing/2014/main" id="{8AD4F9C8-3ADB-4006-BB39-DD6FE591650C}"/>
              </a:ext>
            </a:extLst>
          </p:cNvPr>
          <p:cNvSpPr>
            <a:spLocks noChangeArrowheads="1"/>
          </p:cNvSpPr>
          <p:nvPr/>
        </p:nvSpPr>
        <p:spPr bwMode="auto">
          <a:xfrm>
            <a:off x="4786313" y="1285875"/>
            <a:ext cx="221456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2000" b="1">
                <a:solidFill>
                  <a:srgbClr val="0070C0"/>
                </a:solidFill>
                <a:latin typeface="Calibri" panose="020F0502020204030204" pitchFamily="34" charset="0"/>
                <a:cs typeface="Times New Roman" panose="02020603050405020304" pitchFamily="18" charset="0"/>
              </a:rPr>
              <a:t>Rotation of phasor </a:t>
            </a:r>
          </a:p>
          <a:p>
            <a:pPr>
              <a:spcBef>
                <a:spcPct val="0"/>
              </a:spcBef>
              <a:buFontTx/>
              <a:buNone/>
            </a:pPr>
            <a:r>
              <a:rPr lang="en-US" altLang="id-ID" sz="2000" b="1">
                <a:solidFill>
                  <a:srgbClr val="0070C0"/>
                </a:solidFill>
                <a:latin typeface="Calibri" panose="020F0502020204030204" pitchFamily="34" charset="0"/>
                <a:cs typeface="Times New Roman" panose="02020603050405020304" pitchFamily="18" charset="0"/>
              </a:rPr>
              <a:t>at rate</a:t>
            </a:r>
            <a:r>
              <a:rPr lang="en-US" altLang="id-ID" sz="2000" b="1" baseline="-30000">
                <a:solidFill>
                  <a:srgbClr val="0070C0"/>
                </a:solidFill>
                <a:latin typeface="Calibri" panose="020F0502020204030204" pitchFamily="34" charset="0"/>
                <a:cs typeface="Times New Roman" panose="02020603050405020304" pitchFamily="18" charset="0"/>
              </a:rPr>
              <a:t> </a:t>
            </a:r>
            <a:r>
              <a:rPr lang="en-US" altLang="id-ID" sz="2000" b="1">
                <a:solidFill>
                  <a:srgbClr val="0070C0"/>
                </a:solidFill>
                <a:latin typeface="Calibri" panose="020F0502020204030204" pitchFamily="34" charset="0"/>
                <a:cs typeface="Times New Roman" panose="02020603050405020304" pitchFamily="18" charset="0"/>
              </a:rPr>
              <a:t>ω</a:t>
            </a:r>
            <a:r>
              <a:rPr lang="en-US" altLang="id-ID" sz="2000" b="1" baseline="-30000">
                <a:solidFill>
                  <a:srgbClr val="0070C0"/>
                </a:solidFill>
                <a:latin typeface="Calibri" panose="020F0502020204030204" pitchFamily="34" charset="0"/>
                <a:cs typeface="Times New Roman" panose="02020603050405020304" pitchFamily="18" charset="0"/>
              </a:rPr>
              <a:t>d  </a:t>
            </a:r>
            <a:endParaRPr lang="en-US" altLang="id-ID" sz="2000">
              <a:solidFill>
                <a:srgbClr val="0070C0"/>
              </a:solidFill>
              <a:latin typeface="Arial" panose="020B0604020202020204" pitchFamily="34" charset="0"/>
            </a:endParaRPr>
          </a:p>
        </p:txBody>
      </p:sp>
      <p:sp>
        <p:nvSpPr>
          <p:cNvPr id="21514" name="TextBox 1">
            <a:extLst>
              <a:ext uri="{FF2B5EF4-FFF2-40B4-BE49-F238E27FC236}">
                <a16:creationId xmlns:a16="http://schemas.microsoft.com/office/drawing/2014/main" id="{6D473DDB-DC15-4479-A4FC-8F38ADE529AD}"/>
              </a:ext>
            </a:extLst>
          </p:cNvPr>
          <p:cNvSpPr txBox="1">
            <a:spLocks noChangeArrowheads="1"/>
          </p:cNvSpPr>
          <p:nvPr/>
        </p:nvSpPr>
        <p:spPr bwMode="auto">
          <a:xfrm>
            <a:off x="2786063" y="285750"/>
            <a:ext cx="36433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a:latin typeface="Arial" panose="020B0604020202020204" pitchFamily="34" charset="0"/>
                <a:cs typeface="Arial" panose="020B0604020202020204" pitchFamily="34" charset="0"/>
              </a:rPr>
              <a:t> Three Simple Circuits</a:t>
            </a:r>
            <a:endParaRPr lang="en-US" altLang="id-ID" sz="2000" b="1">
              <a:latin typeface="Arial" panose="020B0604020202020204" pitchFamily="34" charset="0"/>
              <a:cs typeface="Arial" panose="020B0604020202020204" pitchFamily="34" charset="0"/>
            </a:endParaRPr>
          </a:p>
          <a:p>
            <a:pPr eaLnBrk="1" hangingPunct="1">
              <a:spcBef>
                <a:spcPct val="0"/>
              </a:spcBef>
              <a:buFontTx/>
              <a:buNone/>
            </a:pPr>
            <a:r>
              <a:rPr lang="en-US" altLang="id-ID" sz="1200" b="1" i="1">
                <a:latin typeface="Arial" panose="020B0604020202020204" pitchFamily="34" charset="0"/>
                <a:cs typeface="Arial" panose="020B0604020202020204" pitchFamily="34" charset="0"/>
              </a:rPr>
              <a:t> </a:t>
            </a:r>
          </a:p>
        </p:txBody>
      </p:sp>
      <p:sp>
        <p:nvSpPr>
          <p:cNvPr id="21515" name="Slide Number Placeholder 20">
            <a:extLst>
              <a:ext uri="{FF2B5EF4-FFF2-40B4-BE49-F238E27FC236}">
                <a16:creationId xmlns:a16="http://schemas.microsoft.com/office/drawing/2014/main" id="{989EAA9C-6CC1-43FA-ABCE-934E6BC7CC9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46DC1A68-1F5D-4410-B80D-F89B45FEA4CD}" type="slidenum">
              <a:rPr lang="en-US" altLang="id-ID" sz="1400" smtClean="0"/>
              <a:pPr>
                <a:spcBef>
                  <a:spcPct val="0"/>
                </a:spcBef>
                <a:buFontTx/>
                <a:buNone/>
              </a:pPr>
              <a:t>17</a:t>
            </a:fld>
            <a:endParaRPr lang="en-US" altLang="id-ID" sz="1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Box 3">
            <a:extLst>
              <a:ext uri="{FF2B5EF4-FFF2-40B4-BE49-F238E27FC236}">
                <a16:creationId xmlns:a16="http://schemas.microsoft.com/office/drawing/2014/main" id="{3EC1E857-931A-44B2-A0D1-71E092519209}"/>
              </a:ext>
            </a:extLst>
          </p:cNvPr>
          <p:cNvSpPr txBox="1">
            <a:spLocks noChangeArrowheads="1"/>
          </p:cNvSpPr>
          <p:nvPr/>
        </p:nvSpPr>
        <p:spPr bwMode="auto">
          <a:xfrm>
            <a:off x="971600" y="1457558"/>
            <a:ext cx="850106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u="sng">
                <a:solidFill>
                  <a:srgbClr val="0070C0"/>
                </a:solidFill>
                <a:latin typeface="Arial" panose="020B0604020202020204" pitchFamily="34" charset="0"/>
              </a:rPr>
              <a:t>Example, Purely resistive load: potential difference and current</a:t>
            </a:r>
          </a:p>
        </p:txBody>
      </p:sp>
      <p:sp>
        <p:nvSpPr>
          <p:cNvPr id="22531" name="Rectangle 4">
            <a:extLst>
              <a:ext uri="{FF2B5EF4-FFF2-40B4-BE49-F238E27FC236}">
                <a16:creationId xmlns:a16="http://schemas.microsoft.com/office/drawing/2014/main" id="{64AD05F0-A460-4BC3-9AF2-B4AFC65B1660}"/>
              </a:ext>
            </a:extLst>
          </p:cNvPr>
          <p:cNvSpPr>
            <a:spLocks noChangeArrowheads="1"/>
          </p:cNvSpPr>
          <p:nvPr/>
        </p:nvSpPr>
        <p:spPr bwMode="auto">
          <a:xfrm>
            <a:off x="1043037" y="1801267"/>
            <a:ext cx="8215313" cy="4724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en-US" altLang="id-ID" b="1" dirty="0">
              <a:latin typeface="Arial" panose="020B0604020202020204" pitchFamily="34" charset="0"/>
              <a:ea typeface="Times New Roman" panose="02020603050405020304" pitchFamily="18" charset="0"/>
              <a:cs typeface="Arial" panose="020B0604020202020204" pitchFamily="34" charset="0"/>
            </a:endParaRPr>
          </a:p>
          <a:p>
            <a:pPr>
              <a:spcBef>
                <a:spcPct val="0"/>
              </a:spcBef>
              <a:buFontTx/>
              <a:buNone/>
            </a:pPr>
            <a:endParaRPr lang="en-US" altLang="id-ID" b="1" dirty="0">
              <a:latin typeface="Arial" panose="020B0604020202020204" pitchFamily="34" charset="0"/>
              <a:ea typeface="Times New Roman" panose="02020603050405020304" pitchFamily="18" charset="0"/>
              <a:cs typeface="Arial" panose="020B0604020202020204" pitchFamily="34" charset="0"/>
            </a:endParaRPr>
          </a:p>
          <a:p>
            <a:pPr>
              <a:spcBef>
                <a:spcPct val="0"/>
              </a:spcBef>
              <a:buFontTx/>
              <a:buNone/>
            </a:pPr>
            <a:endParaRPr lang="en-US" altLang="id-ID" b="1" dirty="0">
              <a:latin typeface="Arial" panose="020B0604020202020204" pitchFamily="34" charset="0"/>
              <a:ea typeface="Times New Roman" panose="02020603050405020304" pitchFamily="18" charset="0"/>
              <a:cs typeface="Arial" panose="020B0604020202020204" pitchFamily="34" charset="0"/>
            </a:endParaRPr>
          </a:p>
          <a:p>
            <a:pPr>
              <a:spcBef>
                <a:spcPct val="0"/>
              </a:spcBef>
              <a:buFontTx/>
              <a:buNone/>
            </a:pPr>
            <a:endParaRPr lang="en-US" altLang="id-ID" b="1" dirty="0">
              <a:latin typeface="Arial" panose="020B0604020202020204" pitchFamily="34" charset="0"/>
              <a:ea typeface="Times New Roman" panose="02020603050405020304" pitchFamily="18" charset="0"/>
              <a:cs typeface="Arial" panose="020B0604020202020204" pitchFamily="34" charset="0"/>
            </a:endParaRPr>
          </a:p>
          <a:p>
            <a:pPr>
              <a:spcBef>
                <a:spcPct val="0"/>
              </a:spcBef>
              <a:buFontTx/>
              <a:buNone/>
            </a:pPr>
            <a:endParaRPr lang="en-US" altLang="id-ID" b="1" dirty="0">
              <a:latin typeface="Arial" panose="020B0604020202020204" pitchFamily="34" charset="0"/>
              <a:ea typeface="Times New Roman" panose="02020603050405020304" pitchFamily="18" charset="0"/>
              <a:cs typeface="Arial" panose="020B0604020202020204" pitchFamily="34" charset="0"/>
            </a:endParaRPr>
          </a:p>
          <a:p>
            <a:pPr>
              <a:spcBef>
                <a:spcPct val="0"/>
              </a:spcBef>
              <a:buFontTx/>
              <a:buNone/>
            </a:pPr>
            <a:endParaRPr lang="en-US" altLang="id-ID" b="1" dirty="0">
              <a:latin typeface="Arial" panose="020B0604020202020204" pitchFamily="34" charset="0"/>
              <a:ea typeface="Times New Roman" panose="02020603050405020304" pitchFamily="18" charset="0"/>
              <a:cs typeface="Arial" panose="020B0604020202020204" pitchFamily="34" charset="0"/>
            </a:endParaRPr>
          </a:p>
          <a:p>
            <a:pPr>
              <a:spcBef>
                <a:spcPct val="0"/>
              </a:spcBef>
              <a:buFontTx/>
              <a:buNone/>
            </a:pPr>
            <a:r>
              <a:rPr lang="en-US" altLang="id-ID" b="1" dirty="0">
                <a:latin typeface="Arial" panose="020B0604020202020204" pitchFamily="34" charset="0"/>
                <a:ea typeface="Times New Roman" panose="02020603050405020304" pitchFamily="18" charset="0"/>
                <a:cs typeface="Arial" panose="020B0604020202020204" pitchFamily="34" charset="0"/>
              </a:rPr>
              <a:t> In the figure, resistance R is 200 Ω and sinusoidal alternating emf device operates at amplitude </a:t>
            </a:r>
            <a:r>
              <a:rPr lang="en-US" altLang="id-ID" sz="2600" b="1" dirty="0">
                <a:latin typeface="Cambria Math" panose="02040503050406030204" pitchFamily="18" charset="0"/>
                <a:ea typeface="Times New Roman" panose="02020603050405020304" pitchFamily="18" charset="0"/>
                <a:cs typeface="Arial" panose="020B0604020202020204" pitchFamily="34" charset="0"/>
              </a:rPr>
              <a:t>ϵ</a:t>
            </a:r>
            <a:r>
              <a:rPr lang="en-US" altLang="id-ID" b="1" baseline="-30000" dirty="0">
                <a:latin typeface="Arial" panose="020B0604020202020204" pitchFamily="34" charset="0"/>
                <a:ea typeface="Times New Roman" panose="02020603050405020304" pitchFamily="18" charset="0"/>
                <a:cs typeface="Arial" panose="020B0604020202020204" pitchFamily="34" charset="0"/>
              </a:rPr>
              <a:t>m</a:t>
            </a:r>
            <a:r>
              <a:rPr lang="en-US" altLang="id-ID" b="1" dirty="0">
                <a:latin typeface="Arial" panose="020B0604020202020204" pitchFamily="34" charset="0"/>
                <a:ea typeface="Times New Roman" panose="02020603050405020304" pitchFamily="18" charset="0"/>
                <a:cs typeface="Arial" panose="020B0604020202020204" pitchFamily="34" charset="0"/>
              </a:rPr>
              <a:t>= 36 V and frequency </a:t>
            </a:r>
            <a:r>
              <a:rPr lang="en-US" altLang="id-ID" b="1" dirty="0" err="1">
                <a:latin typeface="Arial" panose="020B0604020202020204" pitchFamily="34" charset="0"/>
                <a:ea typeface="Times New Roman" panose="02020603050405020304" pitchFamily="18" charset="0"/>
                <a:cs typeface="Arial" panose="020B0604020202020204" pitchFamily="34" charset="0"/>
              </a:rPr>
              <a:t>f</a:t>
            </a:r>
            <a:r>
              <a:rPr lang="en-US" altLang="id-ID" b="1" baseline="-30000" dirty="0" err="1">
                <a:latin typeface="Arial" panose="020B0604020202020204" pitchFamily="34" charset="0"/>
                <a:ea typeface="Times New Roman" panose="02020603050405020304" pitchFamily="18" charset="0"/>
                <a:cs typeface="Arial" panose="020B0604020202020204" pitchFamily="34" charset="0"/>
              </a:rPr>
              <a:t>d</a:t>
            </a:r>
            <a:r>
              <a:rPr lang="en-US" altLang="id-ID" b="1" dirty="0">
                <a:latin typeface="Arial" panose="020B0604020202020204" pitchFamily="34" charset="0"/>
                <a:ea typeface="Times New Roman" panose="02020603050405020304" pitchFamily="18" charset="0"/>
                <a:cs typeface="Arial" panose="020B0604020202020204" pitchFamily="34" charset="0"/>
              </a:rPr>
              <a:t>=60,0 Hz.</a:t>
            </a:r>
          </a:p>
          <a:p>
            <a:pPr>
              <a:spcBef>
                <a:spcPct val="0"/>
              </a:spcBef>
              <a:buFontTx/>
              <a:buNone/>
            </a:pPr>
            <a:endParaRPr lang="en-US" altLang="id-ID" sz="1100" dirty="0">
              <a:latin typeface="Arial" panose="020B0604020202020204" pitchFamily="34" charset="0"/>
              <a:ea typeface="Times New Roman" panose="02020603050405020304" pitchFamily="18" charset="0"/>
              <a:cs typeface="Arial" panose="020B0604020202020204" pitchFamily="34" charset="0"/>
            </a:endParaRPr>
          </a:p>
          <a:p>
            <a:pPr>
              <a:spcBef>
                <a:spcPct val="0"/>
              </a:spcBef>
              <a:buFontTx/>
              <a:buNone/>
            </a:pPr>
            <a:r>
              <a:rPr lang="en-US" altLang="id-ID" b="1" dirty="0">
                <a:latin typeface="Arial" panose="020B0604020202020204" pitchFamily="34" charset="0"/>
                <a:ea typeface="Times New Roman" panose="02020603050405020304" pitchFamily="18" charset="0"/>
                <a:cs typeface="Arial" panose="020B0604020202020204" pitchFamily="34" charset="0"/>
              </a:rPr>
              <a:t>What is the potential difference </a:t>
            </a:r>
            <a:r>
              <a:rPr lang="en-US" altLang="id-ID" b="1" i="1" dirty="0" err="1">
                <a:latin typeface="Times New Roman" panose="02020603050405020304" pitchFamily="18" charset="0"/>
                <a:ea typeface="Times New Roman" panose="02020603050405020304" pitchFamily="18" charset="0"/>
                <a:cs typeface="Arial" panose="020B0604020202020204" pitchFamily="34" charset="0"/>
              </a:rPr>
              <a:t>v</a:t>
            </a:r>
            <a:r>
              <a:rPr lang="en-US" altLang="id-ID" b="1" baseline="-30000" dirty="0" err="1">
                <a:latin typeface="Arial" panose="020B0604020202020204" pitchFamily="34" charset="0"/>
                <a:ea typeface="Times New Roman" panose="02020603050405020304" pitchFamily="18" charset="0"/>
                <a:cs typeface="Arial" panose="020B0604020202020204" pitchFamily="34" charset="0"/>
              </a:rPr>
              <a:t>R</a:t>
            </a:r>
            <a:r>
              <a:rPr lang="en-US" altLang="id-ID" b="1" dirty="0">
                <a:latin typeface="Arial" panose="020B0604020202020204" pitchFamily="34" charset="0"/>
                <a:ea typeface="Times New Roman" panose="02020603050405020304" pitchFamily="18" charset="0"/>
                <a:cs typeface="Arial" panose="020B0604020202020204" pitchFamily="34" charset="0"/>
              </a:rPr>
              <a:t>(t) across the resistance as a function of time t and what is the amplitude V</a:t>
            </a:r>
            <a:r>
              <a:rPr lang="en-US" altLang="id-ID" b="1" baseline="-30000" dirty="0">
                <a:latin typeface="Arial" panose="020B0604020202020204" pitchFamily="34" charset="0"/>
                <a:ea typeface="Times New Roman" panose="02020603050405020304" pitchFamily="18" charset="0"/>
                <a:cs typeface="Arial" panose="020B0604020202020204" pitchFamily="34" charset="0"/>
              </a:rPr>
              <a:t>R</a:t>
            </a:r>
            <a:r>
              <a:rPr lang="en-US" altLang="id-ID" b="1" dirty="0">
                <a:latin typeface="Arial" panose="020B0604020202020204" pitchFamily="34" charset="0"/>
                <a:ea typeface="Times New Roman" panose="02020603050405020304" pitchFamily="18" charset="0"/>
                <a:cs typeface="Arial" panose="020B0604020202020204" pitchFamily="34" charset="0"/>
              </a:rPr>
              <a:t> of </a:t>
            </a:r>
            <a:r>
              <a:rPr lang="en-US" altLang="id-ID" b="1" i="1" dirty="0" err="1">
                <a:latin typeface="Times New Roman" panose="02020603050405020304" pitchFamily="18" charset="0"/>
                <a:ea typeface="Times New Roman" panose="02020603050405020304" pitchFamily="18" charset="0"/>
                <a:cs typeface="Arial" panose="020B0604020202020204" pitchFamily="34" charset="0"/>
              </a:rPr>
              <a:t>v</a:t>
            </a:r>
            <a:r>
              <a:rPr lang="en-US" altLang="id-ID" b="1" baseline="-30000" dirty="0" err="1">
                <a:latin typeface="Arial" panose="020B0604020202020204" pitchFamily="34" charset="0"/>
                <a:ea typeface="Times New Roman" panose="02020603050405020304" pitchFamily="18" charset="0"/>
                <a:cs typeface="Arial" panose="020B0604020202020204" pitchFamily="34" charset="0"/>
              </a:rPr>
              <a:t>R</a:t>
            </a:r>
            <a:r>
              <a:rPr lang="en-US" altLang="id-ID" b="1" dirty="0">
                <a:latin typeface="Arial" panose="020B0604020202020204" pitchFamily="34" charset="0"/>
                <a:ea typeface="Times New Roman" panose="02020603050405020304" pitchFamily="18" charset="0"/>
                <a:cs typeface="Arial" panose="020B0604020202020204" pitchFamily="34" charset="0"/>
              </a:rPr>
              <a:t>(t)?</a:t>
            </a:r>
            <a:endParaRPr lang="en-US" altLang="id-ID" sz="1200" dirty="0">
              <a:latin typeface="Arial" panose="020B0604020202020204" pitchFamily="34" charset="0"/>
              <a:ea typeface="Times New Roman" panose="02020603050405020304" pitchFamily="18" charset="0"/>
              <a:cs typeface="Arial" panose="020B0604020202020204" pitchFamily="34" charset="0"/>
            </a:endParaRPr>
          </a:p>
        </p:txBody>
      </p:sp>
      <p:pic>
        <p:nvPicPr>
          <p:cNvPr id="22532" name="Picture 2">
            <a:extLst>
              <a:ext uri="{FF2B5EF4-FFF2-40B4-BE49-F238E27FC236}">
                <a16:creationId xmlns:a16="http://schemas.microsoft.com/office/drawing/2014/main" id="{202C502A-C91A-4CCD-ACD5-A18B5ADE7B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037" y="2314808"/>
            <a:ext cx="3571875"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TextBox 1">
            <a:extLst>
              <a:ext uri="{FF2B5EF4-FFF2-40B4-BE49-F238E27FC236}">
                <a16:creationId xmlns:a16="http://schemas.microsoft.com/office/drawing/2014/main" id="{C98A6505-C214-4694-A0DA-CB23DD4AE749}"/>
              </a:ext>
            </a:extLst>
          </p:cNvPr>
          <p:cNvSpPr txBox="1">
            <a:spLocks noChangeArrowheads="1"/>
          </p:cNvSpPr>
          <p:nvPr/>
        </p:nvSpPr>
        <p:spPr bwMode="auto">
          <a:xfrm>
            <a:off x="2786063" y="285750"/>
            <a:ext cx="36433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a:latin typeface="Arial" panose="020B0604020202020204" pitchFamily="34" charset="0"/>
                <a:cs typeface="Arial" panose="020B0604020202020204" pitchFamily="34" charset="0"/>
              </a:rPr>
              <a:t> </a:t>
            </a:r>
            <a:r>
              <a:rPr lang="en-US" altLang="id-ID" b="1">
                <a:solidFill>
                  <a:schemeClr val="bg1"/>
                </a:solidFill>
                <a:latin typeface="Arial" panose="020B0604020202020204" pitchFamily="34" charset="0"/>
                <a:cs typeface="Arial" panose="020B0604020202020204" pitchFamily="34" charset="0"/>
              </a:rPr>
              <a:t>Three Simple Circuits</a:t>
            </a:r>
            <a:endParaRPr lang="en-US" altLang="id-ID" sz="2000" b="1">
              <a:solidFill>
                <a:schemeClr val="bg1"/>
              </a:solidFill>
              <a:latin typeface="Arial" panose="020B0604020202020204" pitchFamily="34" charset="0"/>
              <a:cs typeface="Arial" panose="020B0604020202020204" pitchFamily="34" charset="0"/>
            </a:endParaRPr>
          </a:p>
          <a:p>
            <a:pPr eaLnBrk="1" hangingPunct="1">
              <a:spcBef>
                <a:spcPct val="0"/>
              </a:spcBef>
              <a:buFontTx/>
              <a:buNone/>
            </a:pPr>
            <a:r>
              <a:rPr lang="en-US" altLang="id-ID" sz="1200" b="1" i="1">
                <a:solidFill>
                  <a:srgbClr val="0070C0"/>
                </a:solidFill>
                <a:latin typeface="Arial" panose="020B0604020202020204" pitchFamily="34" charset="0"/>
                <a:cs typeface="Arial" panose="020B0604020202020204" pitchFamily="34" charset="0"/>
              </a:rPr>
              <a:t> </a:t>
            </a:r>
          </a:p>
        </p:txBody>
      </p:sp>
      <p:sp>
        <p:nvSpPr>
          <p:cNvPr id="22534" name="Rectangle 5">
            <a:extLst>
              <a:ext uri="{FF2B5EF4-FFF2-40B4-BE49-F238E27FC236}">
                <a16:creationId xmlns:a16="http://schemas.microsoft.com/office/drawing/2014/main" id="{0955E76E-DDA7-4904-B726-A45500A77F9B}"/>
              </a:ext>
            </a:extLst>
          </p:cNvPr>
          <p:cNvSpPr>
            <a:spLocks noChangeArrowheads="1"/>
          </p:cNvSpPr>
          <p:nvPr/>
        </p:nvSpPr>
        <p:spPr bwMode="auto">
          <a:xfrm>
            <a:off x="4686350" y="2600558"/>
            <a:ext cx="271462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2000" b="1">
                <a:solidFill>
                  <a:srgbClr val="002060"/>
                </a:solidFill>
                <a:latin typeface="Arial" panose="020B0604020202020204" pitchFamily="34" charset="0"/>
                <a:cs typeface="Arial" panose="020B0604020202020204" pitchFamily="34" charset="0"/>
              </a:rPr>
              <a:t>Fig. 5.  A resistor is connected across an alternating-current generator</a:t>
            </a:r>
          </a:p>
        </p:txBody>
      </p:sp>
      <p:sp>
        <p:nvSpPr>
          <p:cNvPr id="22535" name="Slide Number Placeholder 6">
            <a:extLst>
              <a:ext uri="{FF2B5EF4-FFF2-40B4-BE49-F238E27FC236}">
                <a16:creationId xmlns:a16="http://schemas.microsoft.com/office/drawing/2014/main" id="{921D6C22-26B8-4FB9-8AD9-4875C2DBE55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0A3C34C1-E5C1-4095-8316-B2F0B4D95E0A}" type="slidenum">
              <a:rPr lang="en-US" altLang="id-ID" sz="1400" smtClean="0"/>
              <a:pPr>
                <a:spcBef>
                  <a:spcPct val="0"/>
                </a:spcBef>
                <a:buFontTx/>
                <a:buNone/>
              </a:pPr>
              <a:t>18</a:t>
            </a:fld>
            <a:endParaRPr lang="en-US" altLang="id-ID" sz="1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Box 1">
            <a:extLst>
              <a:ext uri="{FF2B5EF4-FFF2-40B4-BE49-F238E27FC236}">
                <a16:creationId xmlns:a16="http://schemas.microsoft.com/office/drawing/2014/main" id="{39E4EDC9-6FBD-4775-B08C-0CFD857DD0BB}"/>
              </a:ext>
            </a:extLst>
          </p:cNvPr>
          <p:cNvSpPr txBox="1">
            <a:spLocks noChangeArrowheads="1"/>
          </p:cNvSpPr>
          <p:nvPr/>
        </p:nvSpPr>
        <p:spPr bwMode="auto">
          <a:xfrm>
            <a:off x="1093787" y="1412776"/>
            <a:ext cx="357076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solidFill>
                  <a:srgbClr val="0070C0"/>
                </a:solidFill>
                <a:latin typeface="Arial" panose="020B0604020202020204" pitchFamily="34" charset="0"/>
                <a:cs typeface="Arial" panose="020B0604020202020204" pitchFamily="34" charset="0"/>
              </a:rPr>
              <a:t>(2). A Capacitive Load:</a:t>
            </a:r>
          </a:p>
        </p:txBody>
      </p:sp>
      <p:grpSp>
        <p:nvGrpSpPr>
          <p:cNvPr id="23555" name="Group 9">
            <a:extLst>
              <a:ext uri="{FF2B5EF4-FFF2-40B4-BE49-F238E27FC236}">
                <a16:creationId xmlns:a16="http://schemas.microsoft.com/office/drawing/2014/main" id="{8BB1A03D-6281-45E4-949F-35D0499EC279}"/>
              </a:ext>
            </a:extLst>
          </p:cNvPr>
          <p:cNvGrpSpPr>
            <a:grpSpLocks/>
          </p:cNvGrpSpPr>
          <p:nvPr/>
        </p:nvGrpSpPr>
        <p:grpSpPr bwMode="auto">
          <a:xfrm>
            <a:off x="4737099" y="1841401"/>
            <a:ext cx="4004045" cy="2523703"/>
            <a:chOff x="3048000" y="838200"/>
            <a:chExt cx="3543300" cy="2143125"/>
          </a:xfrm>
        </p:grpSpPr>
        <p:pic>
          <p:nvPicPr>
            <p:cNvPr id="23561" name="Picture 2">
              <a:extLst>
                <a:ext uri="{FF2B5EF4-FFF2-40B4-BE49-F238E27FC236}">
                  <a16:creationId xmlns:a16="http://schemas.microsoft.com/office/drawing/2014/main" id="{B87EA0CE-9076-4D78-BECB-F5E8C8F491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838200"/>
              <a:ext cx="170497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2" name="Picture 3">
              <a:extLst>
                <a:ext uri="{FF2B5EF4-FFF2-40B4-BE49-F238E27FC236}">
                  <a16:creationId xmlns:a16="http://schemas.microsoft.com/office/drawing/2014/main" id="{6669553E-F986-47A2-975C-B02D1B0413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1371600"/>
              <a:ext cx="249555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3" name="Picture 4">
              <a:extLst>
                <a:ext uri="{FF2B5EF4-FFF2-40B4-BE49-F238E27FC236}">
                  <a16:creationId xmlns:a16="http://schemas.microsoft.com/office/drawing/2014/main" id="{D0D17EB3-4D09-4313-ADB0-BE8E31CBE8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1828800"/>
              <a:ext cx="29337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4" name="Picture 5">
              <a:extLst>
                <a:ext uri="{FF2B5EF4-FFF2-40B4-BE49-F238E27FC236}">
                  <a16:creationId xmlns:a16="http://schemas.microsoft.com/office/drawing/2014/main" id="{356474FD-8268-43C9-B307-E8E2C253889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0" y="2362200"/>
              <a:ext cx="3543300"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3556" name="Picture 6">
            <a:extLst>
              <a:ext uri="{FF2B5EF4-FFF2-40B4-BE49-F238E27FC236}">
                <a16:creationId xmlns:a16="http://schemas.microsoft.com/office/drawing/2014/main" id="{4D596E59-6FB6-4801-9BC4-4BF208E8260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2349" y="2055714"/>
            <a:ext cx="3520237" cy="1928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1" name="Rectangle 11">
            <a:extLst>
              <a:ext uri="{FF2B5EF4-FFF2-40B4-BE49-F238E27FC236}">
                <a16:creationId xmlns:a16="http://schemas.microsoft.com/office/drawing/2014/main" id="{D2D0E978-D4E5-45BB-A082-D1ACA566F106}"/>
              </a:ext>
            </a:extLst>
          </p:cNvPr>
          <p:cNvSpPr>
            <a:spLocks noChangeArrowheads="1"/>
          </p:cNvSpPr>
          <p:nvPr/>
        </p:nvSpPr>
        <p:spPr bwMode="auto">
          <a:xfrm>
            <a:off x="4749993" y="4579158"/>
            <a:ext cx="4142487" cy="1323439"/>
          </a:xfrm>
          <a:prstGeom prst="rect">
            <a:avLst/>
          </a:prstGeom>
          <a:solidFill>
            <a:schemeClr val="bg2">
              <a:lumMod val="20000"/>
              <a:lumOff val="80000"/>
            </a:schemeClr>
          </a:solidFill>
          <a:ln w="9525">
            <a:noFill/>
            <a:miter lim="800000"/>
            <a:headEnd/>
            <a:tailEnd/>
          </a:ln>
        </p:spPr>
        <p:txBody>
          <a:bodyPr wrap="square">
            <a:spAutoFit/>
          </a:bodyPr>
          <a:lstStyle/>
          <a:p>
            <a:pPr eaLnBrk="1" hangingPunct="1">
              <a:defRPr/>
            </a:pPr>
            <a:r>
              <a:rPr lang="en-US" sz="2000" b="1" i="1" dirty="0">
                <a:latin typeface="Arial" charset="0"/>
              </a:rPr>
              <a:t>X</a:t>
            </a:r>
            <a:r>
              <a:rPr lang="en-US" sz="2000" b="1" i="1" baseline="-25000" dirty="0">
                <a:latin typeface="Arial" charset="0"/>
              </a:rPr>
              <a:t>C</a:t>
            </a:r>
            <a:r>
              <a:rPr lang="en-US" sz="2000" b="1" i="1" dirty="0">
                <a:latin typeface="Arial" charset="0"/>
              </a:rPr>
              <a:t> </a:t>
            </a:r>
            <a:r>
              <a:rPr lang="en-US" sz="2000" b="1" dirty="0">
                <a:latin typeface="Arial" charset="0"/>
              </a:rPr>
              <a:t>is called the capacitive reactance of a capacitor. The SI unit of </a:t>
            </a:r>
            <a:r>
              <a:rPr lang="en-US" sz="2000" b="1" i="1" dirty="0">
                <a:latin typeface="Arial" charset="0"/>
              </a:rPr>
              <a:t>X</a:t>
            </a:r>
            <a:r>
              <a:rPr lang="en-US" sz="2000" b="1" i="1" baseline="-25000" dirty="0">
                <a:latin typeface="Arial" charset="0"/>
              </a:rPr>
              <a:t>C</a:t>
            </a:r>
            <a:r>
              <a:rPr lang="en-US" sz="2000" b="1" i="1" dirty="0">
                <a:latin typeface="Arial" charset="0"/>
              </a:rPr>
              <a:t> </a:t>
            </a:r>
            <a:r>
              <a:rPr lang="en-US" sz="2000" b="1" dirty="0">
                <a:latin typeface="Arial" charset="0"/>
              </a:rPr>
              <a:t>is the </a:t>
            </a:r>
            <a:r>
              <a:rPr lang="en-US" sz="2000" b="1" i="1" dirty="0">
                <a:latin typeface="Arial" charset="0"/>
              </a:rPr>
              <a:t>ohm, </a:t>
            </a:r>
            <a:r>
              <a:rPr lang="en-US" sz="2000" b="1" dirty="0">
                <a:latin typeface="Arial" charset="0"/>
              </a:rPr>
              <a:t>just as for resistance </a:t>
            </a:r>
            <a:r>
              <a:rPr lang="en-US" sz="2000" b="1" i="1" dirty="0">
                <a:latin typeface="Arial" charset="0"/>
              </a:rPr>
              <a:t>R.</a:t>
            </a:r>
            <a:endParaRPr lang="en-US" sz="2000" b="1" dirty="0">
              <a:latin typeface="Arial" charset="0"/>
            </a:endParaRPr>
          </a:p>
        </p:txBody>
      </p:sp>
      <p:sp>
        <p:nvSpPr>
          <p:cNvPr id="23558" name="Rectangle 11">
            <a:extLst>
              <a:ext uri="{FF2B5EF4-FFF2-40B4-BE49-F238E27FC236}">
                <a16:creationId xmlns:a16="http://schemas.microsoft.com/office/drawing/2014/main" id="{EF1367DC-3B21-40C0-A313-819009879E76}"/>
              </a:ext>
            </a:extLst>
          </p:cNvPr>
          <p:cNvSpPr>
            <a:spLocks noChangeArrowheads="1"/>
          </p:cNvSpPr>
          <p:nvPr/>
        </p:nvSpPr>
        <p:spPr bwMode="auto">
          <a:xfrm>
            <a:off x="1093786" y="4055964"/>
            <a:ext cx="3300223"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b="1">
                <a:latin typeface="Arial" panose="020B0604020202020204" pitchFamily="34" charset="0"/>
                <a:cs typeface="Arial" panose="020B0604020202020204" pitchFamily="34" charset="0"/>
              </a:rPr>
              <a:t>Fig. 6.  A capacitor  is connected across an alternating-current generator</a:t>
            </a:r>
            <a:endParaRPr lang="en-US" altLang="id-ID" sz="1200" b="1">
              <a:latin typeface="Arial" panose="020B0604020202020204" pitchFamily="34" charset="0"/>
              <a:cs typeface="Arial" panose="020B0604020202020204" pitchFamily="34" charset="0"/>
            </a:endParaRPr>
          </a:p>
        </p:txBody>
      </p:sp>
      <p:sp>
        <p:nvSpPr>
          <p:cNvPr id="23559" name="TextBox 1">
            <a:extLst>
              <a:ext uri="{FF2B5EF4-FFF2-40B4-BE49-F238E27FC236}">
                <a16:creationId xmlns:a16="http://schemas.microsoft.com/office/drawing/2014/main" id="{2F31E3AE-402A-4E59-B124-5F40C041202C}"/>
              </a:ext>
            </a:extLst>
          </p:cNvPr>
          <p:cNvSpPr txBox="1">
            <a:spLocks noChangeArrowheads="1"/>
          </p:cNvSpPr>
          <p:nvPr/>
        </p:nvSpPr>
        <p:spPr bwMode="auto">
          <a:xfrm>
            <a:off x="2786063" y="285750"/>
            <a:ext cx="36433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cs typeface="Arial" panose="020B0604020202020204" pitchFamily="34" charset="0"/>
              </a:rPr>
              <a:t> Three Simple Circuits</a:t>
            </a:r>
            <a:r>
              <a:rPr lang="en-US" altLang="id-ID" sz="2000" b="1" dirty="0">
                <a:latin typeface="Arial" panose="020B0604020202020204" pitchFamily="34" charset="0"/>
                <a:cs typeface="Arial" panose="020B0604020202020204" pitchFamily="34" charset="0"/>
              </a:rPr>
              <a:t>:</a:t>
            </a:r>
          </a:p>
          <a:p>
            <a:pPr eaLnBrk="1" hangingPunct="1">
              <a:spcBef>
                <a:spcPct val="0"/>
              </a:spcBef>
              <a:buFontTx/>
              <a:buNone/>
            </a:pPr>
            <a:r>
              <a:rPr lang="en-US" altLang="id-ID" sz="1200" b="1" i="1" dirty="0">
                <a:latin typeface="Arial" panose="020B0604020202020204" pitchFamily="34" charset="0"/>
                <a:cs typeface="Arial" panose="020B0604020202020204" pitchFamily="34" charset="0"/>
              </a:rPr>
              <a:t> </a:t>
            </a:r>
          </a:p>
        </p:txBody>
      </p:sp>
      <p:sp>
        <p:nvSpPr>
          <p:cNvPr id="23560" name="Slide Number Placeholder 11">
            <a:extLst>
              <a:ext uri="{FF2B5EF4-FFF2-40B4-BE49-F238E27FC236}">
                <a16:creationId xmlns:a16="http://schemas.microsoft.com/office/drawing/2014/main" id="{4283AFA9-A626-46C7-BF6B-89100364598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B8FD4FC3-227A-4ECF-90DD-32F8273132E8}" type="slidenum">
              <a:rPr lang="en-US" altLang="id-ID" sz="1400" smtClean="0"/>
              <a:pPr>
                <a:spcBef>
                  <a:spcPct val="0"/>
                </a:spcBef>
                <a:buFontTx/>
                <a:buNone/>
              </a:pPr>
              <a:t>19</a:t>
            </a:fld>
            <a:endParaRPr lang="en-US" altLang="id-ID" sz="1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2">
            <a:extLst>
              <a:ext uri="{FF2B5EF4-FFF2-40B4-BE49-F238E27FC236}">
                <a16:creationId xmlns:a16="http://schemas.microsoft.com/office/drawing/2014/main" id="{6EEA73C5-1584-4B5B-AED5-B49FDAD57CB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AF8B3A5D-01EA-4F92-BFF9-E5F24A12D2CB}" type="slidenum">
              <a:rPr lang="en-US" altLang="id-ID" sz="1400" smtClean="0"/>
              <a:pPr>
                <a:spcBef>
                  <a:spcPct val="0"/>
                </a:spcBef>
                <a:buFontTx/>
                <a:buNone/>
              </a:pPr>
              <a:t>20</a:t>
            </a:fld>
            <a:endParaRPr lang="en-US" altLang="id-ID" sz="1400"/>
          </a:p>
        </p:txBody>
      </p:sp>
      <p:pic>
        <p:nvPicPr>
          <p:cNvPr id="24579" name="Picture 4">
            <a:extLst>
              <a:ext uri="{FF2B5EF4-FFF2-40B4-BE49-F238E27FC236}">
                <a16:creationId xmlns:a16="http://schemas.microsoft.com/office/drawing/2014/main" id="{1225FE81-FEC7-437B-A8C6-BD7EC33889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1988840"/>
            <a:ext cx="3571875" cy="497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0" name="Picture 5">
            <a:extLst>
              <a:ext uri="{FF2B5EF4-FFF2-40B4-BE49-F238E27FC236}">
                <a16:creationId xmlns:a16="http://schemas.microsoft.com/office/drawing/2014/main" id="{08B21933-F0E2-4181-A636-2B033D5C36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2821409"/>
            <a:ext cx="4071938" cy="80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1" name="Picture 6">
            <a:extLst>
              <a:ext uri="{FF2B5EF4-FFF2-40B4-BE49-F238E27FC236}">
                <a16:creationId xmlns:a16="http://schemas.microsoft.com/office/drawing/2014/main" id="{A5BA6907-8D1B-47DF-B108-336059E1EA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070" y="3929220"/>
            <a:ext cx="3714750" cy="699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2" name="Picture 7">
            <a:extLst>
              <a:ext uri="{FF2B5EF4-FFF2-40B4-BE49-F238E27FC236}">
                <a16:creationId xmlns:a16="http://schemas.microsoft.com/office/drawing/2014/main" id="{F358166F-645A-4B6A-89E4-76478FC91B0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3945" y="5019436"/>
            <a:ext cx="39290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3" name="TextBox 1">
            <a:extLst>
              <a:ext uri="{FF2B5EF4-FFF2-40B4-BE49-F238E27FC236}">
                <a16:creationId xmlns:a16="http://schemas.microsoft.com/office/drawing/2014/main" id="{D143467B-547C-4D17-ACEE-3A72DEDFD8CA}"/>
              </a:ext>
            </a:extLst>
          </p:cNvPr>
          <p:cNvSpPr txBox="1">
            <a:spLocks noChangeArrowheads="1"/>
          </p:cNvSpPr>
          <p:nvPr/>
        </p:nvSpPr>
        <p:spPr bwMode="auto">
          <a:xfrm>
            <a:off x="2786063" y="285750"/>
            <a:ext cx="36433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cs typeface="Arial" panose="020B0604020202020204" pitchFamily="34" charset="0"/>
              </a:rPr>
              <a:t> Three Simple Circuits</a:t>
            </a:r>
            <a:r>
              <a:rPr lang="en-US" altLang="id-ID" sz="2000" b="1" dirty="0">
                <a:latin typeface="Arial" panose="020B0604020202020204" pitchFamily="34" charset="0"/>
                <a:cs typeface="Arial" panose="020B0604020202020204" pitchFamily="34" charset="0"/>
              </a:rPr>
              <a:t>:</a:t>
            </a:r>
          </a:p>
          <a:p>
            <a:pPr eaLnBrk="1" hangingPunct="1">
              <a:spcBef>
                <a:spcPct val="0"/>
              </a:spcBef>
              <a:buFontTx/>
              <a:buNone/>
            </a:pPr>
            <a:r>
              <a:rPr lang="en-US" altLang="id-ID" sz="1200" b="1" i="1" dirty="0">
                <a:latin typeface="Arial" panose="020B0604020202020204" pitchFamily="34" charset="0"/>
                <a:cs typeface="Arial" panose="020B0604020202020204" pitchFamily="34" charset="0"/>
              </a:rPr>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a:extLst>
              <a:ext uri="{FF2B5EF4-FFF2-40B4-BE49-F238E27FC236}">
                <a16:creationId xmlns:a16="http://schemas.microsoft.com/office/drawing/2014/main" id="{1120094C-7651-442B-9CBF-5C63738C5A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3311" y="1569482"/>
            <a:ext cx="7956376" cy="4376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Rectangle 12">
            <a:extLst>
              <a:ext uri="{FF2B5EF4-FFF2-40B4-BE49-F238E27FC236}">
                <a16:creationId xmlns:a16="http://schemas.microsoft.com/office/drawing/2014/main" id="{BE0853DB-89BC-4A1F-865F-55227FA104AB}"/>
              </a:ext>
            </a:extLst>
          </p:cNvPr>
          <p:cNvSpPr>
            <a:spLocks noChangeArrowheads="1"/>
          </p:cNvSpPr>
          <p:nvPr/>
        </p:nvSpPr>
        <p:spPr bwMode="auto">
          <a:xfrm>
            <a:off x="214313" y="5786438"/>
            <a:ext cx="8929687"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2000" b="1" dirty="0">
                <a:solidFill>
                  <a:srgbClr val="002060"/>
                </a:solidFill>
                <a:latin typeface="Arial" panose="020B0604020202020204" pitchFamily="34" charset="0"/>
                <a:cs typeface="Arial" panose="020B0604020202020204" pitchFamily="34" charset="0"/>
              </a:rPr>
              <a:t>Fig.7. (a) The current in the capacitor leads the voltage by 90</a:t>
            </a:r>
            <a:r>
              <a:rPr lang="en-US" altLang="id-ID" sz="2000" b="1" baseline="30000" dirty="0">
                <a:solidFill>
                  <a:srgbClr val="002060"/>
                </a:solidFill>
                <a:latin typeface="Arial" panose="020B0604020202020204" pitchFamily="34" charset="0"/>
                <a:cs typeface="Arial" panose="020B0604020202020204" pitchFamily="34" charset="0"/>
              </a:rPr>
              <a:t>0</a:t>
            </a:r>
            <a:r>
              <a:rPr lang="en-US" altLang="id-ID" sz="2000" b="1" dirty="0">
                <a:solidFill>
                  <a:srgbClr val="002060"/>
                </a:solidFill>
                <a:latin typeface="Arial" panose="020B0604020202020204" pitchFamily="34" charset="0"/>
                <a:cs typeface="Arial" panose="020B0604020202020204" pitchFamily="34" charset="0"/>
              </a:rPr>
              <a:t> </a:t>
            </a:r>
            <a:r>
              <a:rPr lang="en-US" altLang="id-ID" sz="2200" b="1" dirty="0">
                <a:solidFill>
                  <a:srgbClr val="002060"/>
                </a:solidFill>
                <a:latin typeface="Times New Roman" panose="02020603050405020304" pitchFamily="18" charset="0"/>
                <a:cs typeface="Times New Roman" panose="02020603050405020304" pitchFamily="18" charset="0"/>
              </a:rPr>
              <a:t>(π/2 rad) </a:t>
            </a:r>
            <a:endParaRPr lang="en-US" altLang="id-ID" sz="2200" b="1" dirty="0">
              <a:solidFill>
                <a:srgbClr val="002060"/>
              </a:solidFill>
              <a:latin typeface="Arial" panose="020B0604020202020204" pitchFamily="34" charset="0"/>
              <a:cs typeface="Arial" panose="020B0604020202020204" pitchFamily="34" charset="0"/>
            </a:endParaRPr>
          </a:p>
          <a:p>
            <a:pPr>
              <a:spcBef>
                <a:spcPct val="0"/>
              </a:spcBef>
              <a:buFontTx/>
              <a:buNone/>
            </a:pPr>
            <a:r>
              <a:rPr lang="en-US" altLang="id-ID" sz="2000" b="1" dirty="0">
                <a:solidFill>
                  <a:srgbClr val="002060"/>
                </a:solidFill>
                <a:latin typeface="Times New Roman" panose="02020603050405020304" pitchFamily="18" charset="0"/>
                <a:cs typeface="Times New Roman" panose="02020603050405020304" pitchFamily="18" charset="0"/>
              </a:rPr>
              <a:t>           </a:t>
            </a:r>
            <a:r>
              <a:rPr lang="en-US" altLang="id-ID" sz="2000" b="1" dirty="0">
                <a:solidFill>
                  <a:srgbClr val="002060"/>
                </a:solidFill>
                <a:latin typeface="Arial" panose="020B0604020202020204" pitchFamily="34" charset="0"/>
                <a:cs typeface="Arial" panose="020B0604020202020204" pitchFamily="34" charset="0"/>
              </a:rPr>
              <a:t>(b) A phasor diagram shows the same thing.</a:t>
            </a:r>
            <a:endParaRPr lang="en-US" altLang="id-ID" sz="2000" dirty="0">
              <a:solidFill>
                <a:srgbClr val="002060"/>
              </a:solidFill>
              <a:latin typeface="Arial" panose="020B0604020202020204" pitchFamily="34" charset="0"/>
              <a:cs typeface="Arial" panose="020B0604020202020204" pitchFamily="34" charset="0"/>
            </a:endParaRPr>
          </a:p>
        </p:txBody>
      </p:sp>
      <p:sp>
        <p:nvSpPr>
          <p:cNvPr id="25604" name="TextBox 1">
            <a:extLst>
              <a:ext uri="{FF2B5EF4-FFF2-40B4-BE49-F238E27FC236}">
                <a16:creationId xmlns:a16="http://schemas.microsoft.com/office/drawing/2014/main" id="{B7414871-DAD2-42B7-87C0-FCD23CCABF43}"/>
              </a:ext>
            </a:extLst>
          </p:cNvPr>
          <p:cNvSpPr txBox="1">
            <a:spLocks noChangeArrowheads="1"/>
          </p:cNvSpPr>
          <p:nvPr/>
        </p:nvSpPr>
        <p:spPr bwMode="auto">
          <a:xfrm>
            <a:off x="2786063" y="285750"/>
            <a:ext cx="36433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cs typeface="Arial" panose="020B0604020202020204" pitchFamily="34" charset="0"/>
              </a:rPr>
              <a:t> Three Simple Circuits</a:t>
            </a:r>
            <a:r>
              <a:rPr lang="en-US" altLang="id-ID" sz="2000" b="1" dirty="0">
                <a:latin typeface="Arial" panose="020B0604020202020204" pitchFamily="34" charset="0"/>
                <a:cs typeface="Arial" panose="020B0604020202020204" pitchFamily="34" charset="0"/>
              </a:rPr>
              <a:t>:</a:t>
            </a:r>
          </a:p>
          <a:p>
            <a:pPr eaLnBrk="1" hangingPunct="1">
              <a:spcBef>
                <a:spcPct val="0"/>
              </a:spcBef>
              <a:buFontTx/>
              <a:buNone/>
            </a:pPr>
            <a:r>
              <a:rPr lang="en-US" altLang="id-ID" sz="1200" b="1" i="1" dirty="0">
                <a:latin typeface="Arial" panose="020B0604020202020204" pitchFamily="34" charset="0"/>
                <a:cs typeface="Arial" panose="020B0604020202020204" pitchFamily="34" charset="0"/>
              </a:rPr>
              <a:t> </a:t>
            </a:r>
          </a:p>
        </p:txBody>
      </p:sp>
      <p:sp>
        <p:nvSpPr>
          <p:cNvPr id="25605" name="Slide Number Placeholder 4">
            <a:extLst>
              <a:ext uri="{FF2B5EF4-FFF2-40B4-BE49-F238E27FC236}">
                <a16:creationId xmlns:a16="http://schemas.microsoft.com/office/drawing/2014/main" id="{627DC5A5-83DF-4B8C-AC64-20DA981003D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25E11177-A35C-4B35-8375-80F1ED8B381E}" type="slidenum">
              <a:rPr lang="en-US" altLang="id-ID" sz="1400" smtClean="0"/>
              <a:pPr>
                <a:spcBef>
                  <a:spcPct val="0"/>
                </a:spcBef>
                <a:buFontTx/>
                <a:buNone/>
              </a:pPr>
              <a:t>21</a:t>
            </a:fld>
            <a:endParaRPr lang="en-US" altLang="id-ID" sz="14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Box 3">
            <a:extLst>
              <a:ext uri="{FF2B5EF4-FFF2-40B4-BE49-F238E27FC236}">
                <a16:creationId xmlns:a16="http://schemas.microsoft.com/office/drawing/2014/main" id="{A8ABC5AB-996C-4046-81E0-D87C48F5F0A3}"/>
              </a:ext>
            </a:extLst>
          </p:cNvPr>
          <p:cNvSpPr txBox="1">
            <a:spLocks noChangeArrowheads="1"/>
          </p:cNvSpPr>
          <p:nvPr/>
        </p:nvSpPr>
        <p:spPr bwMode="auto">
          <a:xfrm>
            <a:off x="1114475" y="1490641"/>
            <a:ext cx="76009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800" b="1" i="1" dirty="0">
                <a:solidFill>
                  <a:srgbClr val="002060"/>
                </a:solidFill>
                <a:latin typeface="Arial" panose="020B0604020202020204" pitchFamily="34" charset="0"/>
              </a:rPr>
              <a:t>Example, Purely capacitive load: potential difference and current</a:t>
            </a:r>
          </a:p>
        </p:txBody>
      </p:sp>
      <p:sp>
        <p:nvSpPr>
          <p:cNvPr id="26627" name="Rectangle 4">
            <a:extLst>
              <a:ext uri="{FF2B5EF4-FFF2-40B4-BE49-F238E27FC236}">
                <a16:creationId xmlns:a16="http://schemas.microsoft.com/office/drawing/2014/main" id="{E0912B9E-5068-427B-8B04-42299297C0A7}"/>
              </a:ext>
            </a:extLst>
          </p:cNvPr>
          <p:cNvSpPr>
            <a:spLocks noChangeArrowheads="1"/>
          </p:cNvSpPr>
          <p:nvPr/>
        </p:nvSpPr>
        <p:spPr bwMode="auto">
          <a:xfrm>
            <a:off x="1187624" y="4284115"/>
            <a:ext cx="7600900"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600" b="1" dirty="0">
                <a:latin typeface="Arial" panose="020B0604020202020204" pitchFamily="34" charset="0"/>
                <a:ea typeface="Times New Roman" panose="02020603050405020304" pitchFamily="18" charset="0"/>
                <a:cs typeface="Arial" panose="020B0604020202020204" pitchFamily="34" charset="0"/>
              </a:rPr>
              <a:t>In the figure, capacitance C is 15,0 </a:t>
            </a:r>
            <a:r>
              <a:rPr lang="en-US" altLang="id-ID" sz="1600" b="1" dirty="0">
                <a:latin typeface="Calibri" panose="020F0502020204030204" pitchFamily="34" charset="0"/>
                <a:ea typeface="Times New Roman" panose="02020603050405020304" pitchFamily="18" charset="0"/>
                <a:cs typeface="Arial" panose="020B0604020202020204" pitchFamily="34" charset="0"/>
              </a:rPr>
              <a:t>µ</a:t>
            </a:r>
            <a:r>
              <a:rPr lang="en-US" altLang="id-ID" sz="1600" b="1" dirty="0">
                <a:latin typeface="Arial" panose="020B0604020202020204" pitchFamily="34" charset="0"/>
                <a:ea typeface="Times New Roman" panose="02020603050405020304" pitchFamily="18" charset="0"/>
                <a:cs typeface="Arial" panose="020B0604020202020204" pitchFamily="34" charset="0"/>
              </a:rPr>
              <a:t>F and the sinusoidal alternating emf device operates at amplitude </a:t>
            </a:r>
            <a:r>
              <a:rPr lang="en-US" altLang="id-ID" sz="1600" b="1" dirty="0" err="1">
                <a:latin typeface="Arial" panose="020B0604020202020204" pitchFamily="34" charset="0"/>
                <a:ea typeface="Times New Roman" panose="02020603050405020304" pitchFamily="18" charset="0"/>
                <a:cs typeface="Arial" panose="020B0604020202020204" pitchFamily="34" charset="0"/>
              </a:rPr>
              <a:t>ε</a:t>
            </a:r>
            <a:r>
              <a:rPr lang="en-US" altLang="id-ID" sz="1600" b="1" baseline="-30000" dirty="0" err="1">
                <a:latin typeface="Arial" panose="020B0604020202020204" pitchFamily="34" charset="0"/>
                <a:ea typeface="Times New Roman" panose="02020603050405020304" pitchFamily="18" charset="0"/>
                <a:cs typeface="Arial" panose="020B0604020202020204" pitchFamily="34" charset="0"/>
              </a:rPr>
              <a:t>m</a:t>
            </a:r>
            <a:r>
              <a:rPr lang="en-US" altLang="id-ID" sz="1600" b="1" dirty="0">
                <a:latin typeface="Arial" panose="020B0604020202020204" pitchFamily="34" charset="0"/>
                <a:ea typeface="Times New Roman" panose="02020603050405020304" pitchFamily="18" charset="0"/>
                <a:cs typeface="Arial" panose="020B0604020202020204" pitchFamily="34" charset="0"/>
              </a:rPr>
              <a:t> =36,0 V and frequency </a:t>
            </a:r>
            <a:r>
              <a:rPr lang="en-US" altLang="id-ID" sz="1600" b="1" dirty="0" err="1">
                <a:latin typeface="Arial" panose="020B0604020202020204" pitchFamily="34" charset="0"/>
                <a:ea typeface="Times New Roman" panose="02020603050405020304" pitchFamily="18" charset="0"/>
                <a:cs typeface="Arial" panose="020B0604020202020204" pitchFamily="34" charset="0"/>
              </a:rPr>
              <a:t>f</a:t>
            </a:r>
            <a:r>
              <a:rPr lang="en-US" altLang="id-ID" sz="1600" b="1" baseline="-30000" dirty="0" err="1">
                <a:latin typeface="Arial" panose="020B0604020202020204" pitchFamily="34" charset="0"/>
                <a:ea typeface="Times New Roman" panose="02020603050405020304" pitchFamily="18" charset="0"/>
                <a:cs typeface="Arial" panose="020B0604020202020204" pitchFamily="34" charset="0"/>
              </a:rPr>
              <a:t>d</a:t>
            </a:r>
            <a:r>
              <a:rPr lang="en-US" altLang="id-ID" sz="1600" b="1" dirty="0">
                <a:latin typeface="Arial" panose="020B0604020202020204" pitchFamily="34" charset="0"/>
                <a:ea typeface="Times New Roman" panose="02020603050405020304" pitchFamily="18" charset="0"/>
                <a:cs typeface="Arial" panose="020B0604020202020204" pitchFamily="34" charset="0"/>
              </a:rPr>
              <a:t>=60,0 Hz. </a:t>
            </a:r>
          </a:p>
          <a:p>
            <a:pPr>
              <a:spcBef>
                <a:spcPct val="0"/>
              </a:spcBef>
              <a:buFontTx/>
              <a:buNone/>
            </a:pPr>
            <a:endParaRPr lang="en-US" altLang="id-ID" sz="1600" b="1" dirty="0">
              <a:latin typeface="Arial" panose="020B0604020202020204" pitchFamily="34" charset="0"/>
              <a:ea typeface="Times New Roman" panose="02020603050405020304" pitchFamily="18" charset="0"/>
              <a:cs typeface="Arial" panose="020B0604020202020204" pitchFamily="34" charset="0"/>
            </a:endParaRPr>
          </a:p>
          <a:p>
            <a:pPr>
              <a:spcBef>
                <a:spcPct val="0"/>
              </a:spcBef>
              <a:buFontTx/>
              <a:buNone/>
            </a:pPr>
            <a:r>
              <a:rPr lang="en-US" altLang="id-ID" sz="1600" b="1" dirty="0">
                <a:latin typeface="Arial" panose="020B0604020202020204" pitchFamily="34" charset="0"/>
                <a:ea typeface="Times New Roman" panose="02020603050405020304" pitchFamily="18" charset="0"/>
                <a:cs typeface="Arial" panose="020B0604020202020204" pitchFamily="34" charset="0"/>
              </a:rPr>
              <a:t>a). What are the potential difference </a:t>
            </a:r>
            <a:r>
              <a:rPr lang="en-US" altLang="id-ID" sz="1600" b="1" i="1" dirty="0" err="1">
                <a:latin typeface="Times New Roman" panose="02020603050405020304" pitchFamily="18" charset="0"/>
                <a:ea typeface="Times New Roman" panose="02020603050405020304" pitchFamily="18" charset="0"/>
                <a:cs typeface="Arial" panose="020B0604020202020204" pitchFamily="34" charset="0"/>
              </a:rPr>
              <a:t>v</a:t>
            </a:r>
            <a:r>
              <a:rPr lang="en-US" altLang="id-ID" sz="1600" b="1" baseline="-30000" dirty="0" err="1">
                <a:latin typeface="Arial" panose="020B0604020202020204" pitchFamily="34" charset="0"/>
                <a:ea typeface="Times New Roman" panose="02020603050405020304" pitchFamily="18" charset="0"/>
                <a:cs typeface="Arial" panose="020B0604020202020204" pitchFamily="34" charset="0"/>
              </a:rPr>
              <a:t>C</a:t>
            </a:r>
            <a:r>
              <a:rPr lang="en-US" altLang="id-ID" sz="1600" b="1" dirty="0">
                <a:latin typeface="Arial" panose="020B0604020202020204" pitchFamily="34" charset="0"/>
                <a:ea typeface="Times New Roman" panose="02020603050405020304" pitchFamily="18" charset="0"/>
                <a:cs typeface="Arial" panose="020B0604020202020204" pitchFamily="34" charset="0"/>
              </a:rPr>
              <a:t>(t) across the capacitance and the amplitude V</a:t>
            </a:r>
            <a:r>
              <a:rPr lang="en-US" altLang="id-ID" sz="1600" b="1" baseline="-30000" dirty="0">
                <a:latin typeface="Arial" panose="020B0604020202020204" pitchFamily="34" charset="0"/>
                <a:ea typeface="Times New Roman" panose="02020603050405020304" pitchFamily="18" charset="0"/>
                <a:cs typeface="Arial" panose="020B0604020202020204" pitchFamily="34" charset="0"/>
              </a:rPr>
              <a:t>C</a:t>
            </a:r>
            <a:r>
              <a:rPr lang="en-US" altLang="id-ID" sz="1600" b="1" dirty="0">
                <a:latin typeface="Arial" panose="020B0604020202020204" pitchFamily="34" charset="0"/>
                <a:ea typeface="Times New Roman" panose="02020603050405020304" pitchFamily="18" charset="0"/>
                <a:cs typeface="Arial" panose="020B0604020202020204" pitchFamily="34" charset="0"/>
              </a:rPr>
              <a:t> of </a:t>
            </a:r>
            <a:r>
              <a:rPr lang="en-US" altLang="id-ID" sz="1600" b="1" i="1" dirty="0" err="1">
                <a:latin typeface="Times New Roman" panose="02020603050405020304" pitchFamily="18" charset="0"/>
                <a:ea typeface="Times New Roman" panose="02020603050405020304" pitchFamily="18" charset="0"/>
                <a:cs typeface="Arial" panose="020B0604020202020204" pitchFamily="34" charset="0"/>
              </a:rPr>
              <a:t>v</a:t>
            </a:r>
            <a:r>
              <a:rPr lang="en-US" altLang="id-ID" sz="1600" b="1" baseline="-30000" dirty="0" err="1">
                <a:latin typeface="Arial" panose="020B0604020202020204" pitchFamily="34" charset="0"/>
                <a:ea typeface="Times New Roman" panose="02020603050405020304" pitchFamily="18" charset="0"/>
                <a:cs typeface="Arial" panose="020B0604020202020204" pitchFamily="34" charset="0"/>
              </a:rPr>
              <a:t>C</a:t>
            </a:r>
            <a:r>
              <a:rPr lang="en-US" altLang="id-ID" sz="1600" b="1" dirty="0">
                <a:latin typeface="Arial" panose="020B0604020202020204" pitchFamily="34" charset="0"/>
                <a:ea typeface="Times New Roman" panose="02020603050405020304" pitchFamily="18" charset="0"/>
                <a:cs typeface="Arial" panose="020B0604020202020204" pitchFamily="34" charset="0"/>
              </a:rPr>
              <a:t>(t)?</a:t>
            </a:r>
          </a:p>
          <a:p>
            <a:pPr>
              <a:spcBef>
                <a:spcPct val="0"/>
              </a:spcBef>
              <a:buFontTx/>
              <a:buNone/>
            </a:pPr>
            <a:r>
              <a:rPr lang="en-US" altLang="id-ID" sz="1600" b="1" dirty="0">
                <a:latin typeface="Arial" panose="020B0604020202020204" pitchFamily="34" charset="0"/>
                <a:ea typeface="Times New Roman" panose="02020603050405020304" pitchFamily="18" charset="0"/>
                <a:cs typeface="Arial" panose="020B0604020202020204" pitchFamily="34" charset="0"/>
              </a:rPr>
              <a:t>b). What are the current </a:t>
            </a:r>
            <a:r>
              <a:rPr lang="en-US" altLang="id-ID" sz="1600" b="1" i="1" dirty="0" err="1">
                <a:latin typeface="Times New Roman" panose="02020603050405020304" pitchFamily="18" charset="0"/>
                <a:ea typeface="Times New Roman" panose="02020603050405020304" pitchFamily="18" charset="0"/>
                <a:cs typeface="Arial" panose="020B0604020202020204" pitchFamily="34" charset="0"/>
              </a:rPr>
              <a:t>i</a:t>
            </a:r>
            <a:r>
              <a:rPr lang="en-US" altLang="id-ID" sz="1600" b="1" baseline="-30000" dirty="0" err="1">
                <a:latin typeface="Arial" panose="020B0604020202020204" pitchFamily="34" charset="0"/>
                <a:ea typeface="Times New Roman" panose="02020603050405020304" pitchFamily="18" charset="0"/>
                <a:cs typeface="Arial" panose="020B0604020202020204" pitchFamily="34" charset="0"/>
              </a:rPr>
              <a:t>C</a:t>
            </a:r>
            <a:r>
              <a:rPr lang="en-US" altLang="id-ID" sz="1600" b="1" dirty="0">
                <a:latin typeface="Arial" panose="020B0604020202020204" pitchFamily="34" charset="0"/>
                <a:ea typeface="Times New Roman" panose="02020603050405020304" pitchFamily="18" charset="0"/>
                <a:cs typeface="Arial" panose="020B0604020202020204" pitchFamily="34" charset="0"/>
              </a:rPr>
              <a:t>(t) in the circuit as a function of time and the amplitude </a:t>
            </a:r>
            <a:r>
              <a:rPr lang="en-US" altLang="id-ID" sz="1600" b="1" dirty="0">
                <a:latin typeface="Times New Roman" panose="02020603050405020304" pitchFamily="18" charset="0"/>
                <a:ea typeface="Times New Roman" panose="02020603050405020304" pitchFamily="18" charset="0"/>
                <a:cs typeface="Arial" panose="020B0604020202020204" pitchFamily="34" charset="0"/>
              </a:rPr>
              <a:t>I</a:t>
            </a:r>
            <a:r>
              <a:rPr lang="en-US" altLang="id-ID" sz="1600" b="1" baseline="-30000" dirty="0">
                <a:latin typeface="Arial" panose="020B0604020202020204" pitchFamily="34" charset="0"/>
                <a:ea typeface="Times New Roman" panose="02020603050405020304" pitchFamily="18" charset="0"/>
                <a:cs typeface="Arial" panose="020B0604020202020204" pitchFamily="34" charset="0"/>
              </a:rPr>
              <a:t>C</a:t>
            </a:r>
            <a:r>
              <a:rPr lang="en-US" altLang="id-ID" sz="1600" b="1" dirty="0">
                <a:latin typeface="Arial" panose="020B0604020202020204" pitchFamily="34" charset="0"/>
                <a:ea typeface="Times New Roman" panose="02020603050405020304" pitchFamily="18" charset="0"/>
                <a:cs typeface="Arial" panose="020B0604020202020204" pitchFamily="34" charset="0"/>
              </a:rPr>
              <a:t> of </a:t>
            </a:r>
            <a:r>
              <a:rPr lang="en-US" altLang="id-ID" sz="1600" b="1" i="1" dirty="0" err="1">
                <a:latin typeface="Times New Roman" panose="02020603050405020304" pitchFamily="18" charset="0"/>
                <a:ea typeface="Times New Roman" panose="02020603050405020304" pitchFamily="18" charset="0"/>
                <a:cs typeface="Arial" panose="020B0604020202020204" pitchFamily="34" charset="0"/>
              </a:rPr>
              <a:t>i</a:t>
            </a:r>
            <a:r>
              <a:rPr lang="en-US" altLang="id-ID" sz="1600" b="1" baseline="-30000" dirty="0" err="1">
                <a:latin typeface="Arial" panose="020B0604020202020204" pitchFamily="34" charset="0"/>
                <a:ea typeface="Times New Roman" panose="02020603050405020304" pitchFamily="18" charset="0"/>
                <a:cs typeface="Arial" panose="020B0604020202020204" pitchFamily="34" charset="0"/>
              </a:rPr>
              <a:t>C</a:t>
            </a:r>
            <a:r>
              <a:rPr lang="en-US" altLang="id-ID" sz="1600" b="1" dirty="0">
                <a:latin typeface="Arial" panose="020B0604020202020204" pitchFamily="34" charset="0"/>
                <a:ea typeface="Times New Roman" panose="02020603050405020304" pitchFamily="18" charset="0"/>
                <a:cs typeface="Arial" panose="020B0604020202020204" pitchFamily="34" charset="0"/>
              </a:rPr>
              <a:t>(t) ?</a:t>
            </a:r>
          </a:p>
        </p:txBody>
      </p:sp>
      <p:pic>
        <p:nvPicPr>
          <p:cNvPr id="26628" name="Picture 6">
            <a:extLst>
              <a:ext uri="{FF2B5EF4-FFF2-40B4-BE49-F238E27FC236}">
                <a16:creationId xmlns:a16="http://schemas.microsoft.com/office/drawing/2014/main" id="{450F0BFA-9F6D-4C84-BF6E-9A306C300F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5967" y="2017883"/>
            <a:ext cx="3507233" cy="2004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9" name="TextBox 1">
            <a:extLst>
              <a:ext uri="{FF2B5EF4-FFF2-40B4-BE49-F238E27FC236}">
                <a16:creationId xmlns:a16="http://schemas.microsoft.com/office/drawing/2014/main" id="{DAD6B73B-95E6-450C-B8BA-22516C39D320}"/>
              </a:ext>
            </a:extLst>
          </p:cNvPr>
          <p:cNvSpPr txBox="1">
            <a:spLocks noChangeArrowheads="1"/>
          </p:cNvSpPr>
          <p:nvPr/>
        </p:nvSpPr>
        <p:spPr bwMode="auto">
          <a:xfrm>
            <a:off x="2909888" y="697746"/>
            <a:ext cx="36433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cs typeface="Arial" panose="020B0604020202020204" pitchFamily="34" charset="0"/>
              </a:rPr>
              <a:t> Three Simple Circuits</a:t>
            </a:r>
            <a:r>
              <a:rPr lang="en-US" altLang="id-ID" sz="2000" b="1" dirty="0">
                <a:latin typeface="Arial" panose="020B0604020202020204" pitchFamily="34" charset="0"/>
                <a:cs typeface="Arial" panose="020B0604020202020204" pitchFamily="34" charset="0"/>
              </a:rPr>
              <a:t>:</a:t>
            </a:r>
          </a:p>
          <a:p>
            <a:pPr eaLnBrk="1" hangingPunct="1">
              <a:spcBef>
                <a:spcPct val="0"/>
              </a:spcBef>
              <a:buFontTx/>
              <a:buNone/>
            </a:pPr>
            <a:r>
              <a:rPr lang="en-US" altLang="id-ID" sz="1200" b="1" i="1" dirty="0">
                <a:latin typeface="Arial" panose="020B0604020202020204" pitchFamily="34" charset="0"/>
                <a:cs typeface="Arial" panose="020B0604020202020204" pitchFamily="34" charset="0"/>
              </a:rPr>
              <a:t> </a:t>
            </a:r>
          </a:p>
        </p:txBody>
      </p:sp>
      <p:sp>
        <p:nvSpPr>
          <p:cNvPr id="26630" name="Slide Number Placeholder 5">
            <a:extLst>
              <a:ext uri="{FF2B5EF4-FFF2-40B4-BE49-F238E27FC236}">
                <a16:creationId xmlns:a16="http://schemas.microsoft.com/office/drawing/2014/main" id="{2089D667-9D8B-40CB-A7F3-4C80FDCFAAE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4F9D8554-0F49-4EE3-AD9A-E5507396619E}" type="slidenum">
              <a:rPr lang="en-US" altLang="id-ID" sz="1400" smtClean="0"/>
              <a:pPr>
                <a:spcBef>
                  <a:spcPct val="0"/>
                </a:spcBef>
                <a:buFontTx/>
                <a:buNone/>
              </a:pPr>
              <a:t>22</a:t>
            </a:fld>
            <a:endParaRPr lang="en-US" altLang="id-ID" sz="14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1">
            <a:extLst>
              <a:ext uri="{FF2B5EF4-FFF2-40B4-BE49-F238E27FC236}">
                <a16:creationId xmlns:a16="http://schemas.microsoft.com/office/drawing/2014/main" id="{A40D63C5-82CE-4BFF-8197-5C32C5DD34D9}"/>
              </a:ext>
            </a:extLst>
          </p:cNvPr>
          <p:cNvSpPr txBox="1">
            <a:spLocks noChangeArrowheads="1"/>
          </p:cNvSpPr>
          <p:nvPr/>
        </p:nvSpPr>
        <p:spPr bwMode="auto">
          <a:xfrm>
            <a:off x="1051719" y="1556792"/>
            <a:ext cx="293715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dirty="0">
                <a:solidFill>
                  <a:srgbClr val="0070C0"/>
                </a:solidFill>
                <a:latin typeface="Arial" panose="020B0604020202020204" pitchFamily="34" charset="0"/>
                <a:cs typeface="Arial" panose="020B0604020202020204" pitchFamily="34" charset="0"/>
              </a:rPr>
              <a:t>(3). An Inductive Load</a:t>
            </a:r>
            <a:r>
              <a:rPr lang="en-US" altLang="id-ID" sz="1800" b="1" i="1" dirty="0">
                <a:solidFill>
                  <a:srgbClr val="0070C0"/>
                </a:solidFill>
                <a:latin typeface="Arial" panose="020B0604020202020204" pitchFamily="34" charset="0"/>
                <a:cs typeface="Arial" panose="020B0604020202020204" pitchFamily="34" charset="0"/>
              </a:rPr>
              <a:t>:</a:t>
            </a:r>
          </a:p>
        </p:txBody>
      </p:sp>
      <p:grpSp>
        <p:nvGrpSpPr>
          <p:cNvPr id="27651" name="Group 11">
            <a:extLst>
              <a:ext uri="{FF2B5EF4-FFF2-40B4-BE49-F238E27FC236}">
                <a16:creationId xmlns:a16="http://schemas.microsoft.com/office/drawing/2014/main" id="{595A94DB-2274-4C68-B630-3219F3F3F042}"/>
              </a:ext>
            </a:extLst>
          </p:cNvPr>
          <p:cNvGrpSpPr>
            <a:grpSpLocks/>
          </p:cNvGrpSpPr>
          <p:nvPr/>
        </p:nvGrpSpPr>
        <p:grpSpPr bwMode="auto">
          <a:xfrm>
            <a:off x="4511819" y="1173442"/>
            <a:ext cx="4417869" cy="3388530"/>
            <a:chOff x="1828975" y="2124502"/>
            <a:chExt cx="5457377" cy="3897686"/>
          </a:xfrm>
        </p:grpSpPr>
        <p:pic>
          <p:nvPicPr>
            <p:cNvPr id="27675" name="Picture 4">
              <a:extLst>
                <a:ext uri="{FF2B5EF4-FFF2-40B4-BE49-F238E27FC236}">
                  <a16:creationId xmlns:a16="http://schemas.microsoft.com/office/drawing/2014/main" id="{230F329C-8A19-4568-BAD7-E8F12EFC98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577" y="2124502"/>
              <a:ext cx="2390195" cy="898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76" name="Picture 5">
              <a:extLst>
                <a:ext uri="{FF2B5EF4-FFF2-40B4-BE49-F238E27FC236}">
                  <a16:creationId xmlns:a16="http://schemas.microsoft.com/office/drawing/2014/main" id="{1EA0432F-759D-4D74-A8E1-A92148086B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975" y="2905074"/>
              <a:ext cx="2830434" cy="103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77" name="Picture 6">
              <a:extLst>
                <a:ext uri="{FF2B5EF4-FFF2-40B4-BE49-F238E27FC236}">
                  <a16:creationId xmlns:a16="http://schemas.microsoft.com/office/drawing/2014/main" id="{636E2C3C-EEA5-40BD-B739-CEBE1260882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47577" y="3889934"/>
              <a:ext cx="5438775" cy="635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78" name="Picture 7">
              <a:extLst>
                <a:ext uri="{FF2B5EF4-FFF2-40B4-BE49-F238E27FC236}">
                  <a16:creationId xmlns:a16="http://schemas.microsoft.com/office/drawing/2014/main" id="{5696584F-B348-4E3B-9B9C-1A1761D1EF0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47577" y="4641775"/>
              <a:ext cx="3845322" cy="63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79" name="Picture 8">
              <a:extLst>
                <a:ext uri="{FF2B5EF4-FFF2-40B4-BE49-F238E27FC236}">
                  <a16:creationId xmlns:a16="http://schemas.microsoft.com/office/drawing/2014/main" id="{8222BC38-7859-4877-9F8C-BAF5E79D45F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44017" y="5386700"/>
              <a:ext cx="2800348" cy="63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7652" name="TextBox 1">
            <a:extLst>
              <a:ext uri="{FF2B5EF4-FFF2-40B4-BE49-F238E27FC236}">
                <a16:creationId xmlns:a16="http://schemas.microsoft.com/office/drawing/2014/main" id="{BCE7A716-79D5-4024-B7B4-CA14AAC12C65}"/>
              </a:ext>
            </a:extLst>
          </p:cNvPr>
          <p:cNvSpPr txBox="1">
            <a:spLocks noChangeArrowheads="1"/>
          </p:cNvSpPr>
          <p:nvPr/>
        </p:nvSpPr>
        <p:spPr bwMode="auto">
          <a:xfrm>
            <a:off x="2750344" y="463762"/>
            <a:ext cx="36433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cs typeface="Arial" panose="020B0604020202020204" pitchFamily="34" charset="0"/>
              </a:rPr>
              <a:t> Three Simple Circuits</a:t>
            </a:r>
            <a:endParaRPr lang="en-US" altLang="id-ID" sz="2000" b="1" dirty="0">
              <a:latin typeface="Arial" panose="020B0604020202020204" pitchFamily="34" charset="0"/>
              <a:cs typeface="Arial" panose="020B0604020202020204" pitchFamily="34" charset="0"/>
            </a:endParaRPr>
          </a:p>
          <a:p>
            <a:pPr eaLnBrk="1" hangingPunct="1">
              <a:spcBef>
                <a:spcPct val="0"/>
              </a:spcBef>
              <a:buFontTx/>
              <a:buNone/>
            </a:pPr>
            <a:r>
              <a:rPr lang="en-US" altLang="id-ID" sz="1200" b="1" i="1" dirty="0">
                <a:latin typeface="Arial" panose="020B0604020202020204" pitchFamily="34" charset="0"/>
                <a:cs typeface="Arial" panose="020B0604020202020204" pitchFamily="34" charset="0"/>
              </a:rPr>
              <a:t> </a:t>
            </a:r>
          </a:p>
        </p:txBody>
      </p:sp>
      <p:sp>
        <p:nvSpPr>
          <p:cNvPr id="27653" name="Rectangle 15">
            <a:extLst>
              <a:ext uri="{FF2B5EF4-FFF2-40B4-BE49-F238E27FC236}">
                <a16:creationId xmlns:a16="http://schemas.microsoft.com/office/drawing/2014/main" id="{D2EEDADE-D422-42BA-8083-A726C013A0A3}"/>
              </a:ext>
            </a:extLst>
          </p:cNvPr>
          <p:cNvSpPr>
            <a:spLocks noChangeArrowheads="1"/>
          </p:cNvSpPr>
          <p:nvPr/>
        </p:nvSpPr>
        <p:spPr bwMode="auto">
          <a:xfrm>
            <a:off x="900260" y="5294550"/>
            <a:ext cx="332975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dirty="0">
                <a:solidFill>
                  <a:srgbClr val="002060"/>
                </a:solidFill>
                <a:latin typeface="Arial" panose="020B0604020202020204" pitchFamily="34" charset="0"/>
                <a:ea typeface="Calibri" panose="020F0502020204030204" pitchFamily="34" charset="0"/>
                <a:cs typeface="Arial" panose="020B0604020202020204" pitchFamily="34" charset="0"/>
              </a:rPr>
              <a:t>Fig. 8. An inductor is connected across an alternating current generator</a:t>
            </a:r>
          </a:p>
        </p:txBody>
      </p:sp>
      <p:grpSp>
        <p:nvGrpSpPr>
          <p:cNvPr id="27654" name="Group 16">
            <a:extLst>
              <a:ext uri="{FF2B5EF4-FFF2-40B4-BE49-F238E27FC236}">
                <a16:creationId xmlns:a16="http://schemas.microsoft.com/office/drawing/2014/main" id="{884A0C75-4C9A-4129-B320-CADF1BA82045}"/>
              </a:ext>
            </a:extLst>
          </p:cNvPr>
          <p:cNvGrpSpPr>
            <a:grpSpLocks/>
          </p:cNvGrpSpPr>
          <p:nvPr/>
        </p:nvGrpSpPr>
        <p:grpSpPr bwMode="auto">
          <a:xfrm>
            <a:off x="1266031" y="2199729"/>
            <a:ext cx="2776538" cy="2786063"/>
            <a:chOff x="1170" y="5894"/>
            <a:chExt cx="3585" cy="2311"/>
          </a:xfrm>
        </p:grpSpPr>
        <p:cxnSp>
          <p:nvCxnSpPr>
            <p:cNvPr id="27662" name="AutoShape 17">
              <a:extLst>
                <a:ext uri="{FF2B5EF4-FFF2-40B4-BE49-F238E27FC236}">
                  <a16:creationId xmlns:a16="http://schemas.microsoft.com/office/drawing/2014/main" id="{D1D1A98B-956F-42A5-9C78-ABAF08B01862}"/>
                </a:ext>
              </a:extLst>
            </p:cNvPr>
            <p:cNvCxnSpPr>
              <a:cxnSpLocks noChangeShapeType="1"/>
            </p:cNvCxnSpPr>
            <p:nvPr/>
          </p:nvCxnSpPr>
          <p:spPr bwMode="auto">
            <a:xfrm>
              <a:off x="1558" y="5894"/>
              <a:ext cx="1" cy="882"/>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7663" name="AutoShape 18">
              <a:extLst>
                <a:ext uri="{FF2B5EF4-FFF2-40B4-BE49-F238E27FC236}">
                  <a16:creationId xmlns:a16="http://schemas.microsoft.com/office/drawing/2014/main" id="{0EAD3ACF-48CE-4D3F-B47D-70F26DF4A4FA}"/>
                </a:ext>
              </a:extLst>
            </p:cNvPr>
            <p:cNvCxnSpPr>
              <a:cxnSpLocks noChangeShapeType="1"/>
            </p:cNvCxnSpPr>
            <p:nvPr/>
          </p:nvCxnSpPr>
          <p:spPr bwMode="auto">
            <a:xfrm>
              <a:off x="1560" y="5894"/>
              <a:ext cx="204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7664" name="AutoShape 19">
              <a:extLst>
                <a:ext uri="{FF2B5EF4-FFF2-40B4-BE49-F238E27FC236}">
                  <a16:creationId xmlns:a16="http://schemas.microsoft.com/office/drawing/2014/main" id="{D88CA73C-7BC3-408C-A31A-6A96106F5C35}"/>
                </a:ext>
              </a:extLst>
            </p:cNvPr>
            <p:cNvCxnSpPr>
              <a:cxnSpLocks noChangeShapeType="1"/>
            </p:cNvCxnSpPr>
            <p:nvPr/>
          </p:nvCxnSpPr>
          <p:spPr bwMode="auto">
            <a:xfrm>
              <a:off x="3600" y="5894"/>
              <a:ext cx="0" cy="51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27665" name="Oval 20">
              <a:extLst>
                <a:ext uri="{FF2B5EF4-FFF2-40B4-BE49-F238E27FC236}">
                  <a16:creationId xmlns:a16="http://schemas.microsoft.com/office/drawing/2014/main" id="{41616E9B-6303-4FCA-8EBA-A514A52BCBFD}"/>
                </a:ext>
              </a:extLst>
            </p:cNvPr>
            <p:cNvSpPr>
              <a:spLocks noChangeArrowheads="1"/>
            </p:cNvSpPr>
            <p:nvPr/>
          </p:nvSpPr>
          <p:spPr bwMode="auto">
            <a:xfrm>
              <a:off x="1275" y="6776"/>
              <a:ext cx="540" cy="405"/>
            </a:xfrm>
            <a:prstGeom prst="ellipse">
              <a:avLst/>
            </a:prstGeom>
            <a:gradFill rotWithShape="0">
              <a:gsLst>
                <a:gs pos="0">
                  <a:srgbClr val="4F81BD"/>
                </a:gs>
                <a:gs pos="100000">
                  <a:srgbClr val="DCE6F2"/>
                </a:gs>
              </a:gsLst>
              <a:lin ang="2700000" scaled="1"/>
            </a:gra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27666" name="AutoShape 21">
              <a:extLst>
                <a:ext uri="{FF2B5EF4-FFF2-40B4-BE49-F238E27FC236}">
                  <a16:creationId xmlns:a16="http://schemas.microsoft.com/office/drawing/2014/main" id="{023BC23B-CEC8-4F45-A0CC-92708C45567B}"/>
                </a:ext>
              </a:extLst>
            </p:cNvPr>
            <p:cNvCxnSpPr>
              <a:cxnSpLocks noChangeShapeType="1"/>
            </p:cNvCxnSpPr>
            <p:nvPr/>
          </p:nvCxnSpPr>
          <p:spPr bwMode="auto">
            <a:xfrm flipH="1">
              <a:off x="1558" y="7181"/>
              <a:ext cx="2" cy="1023"/>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7667" name="AutoShape 22">
              <a:extLst>
                <a:ext uri="{FF2B5EF4-FFF2-40B4-BE49-F238E27FC236}">
                  <a16:creationId xmlns:a16="http://schemas.microsoft.com/office/drawing/2014/main" id="{81E706BE-33C0-4DE0-A13E-70B70481627E}"/>
                </a:ext>
              </a:extLst>
            </p:cNvPr>
            <p:cNvCxnSpPr>
              <a:cxnSpLocks noChangeShapeType="1"/>
            </p:cNvCxnSpPr>
            <p:nvPr/>
          </p:nvCxnSpPr>
          <p:spPr bwMode="auto">
            <a:xfrm>
              <a:off x="1558" y="8204"/>
              <a:ext cx="204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7668" name="AutoShape 23">
              <a:extLst>
                <a:ext uri="{FF2B5EF4-FFF2-40B4-BE49-F238E27FC236}">
                  <a16:creationId xmlns:a16="http://schemas.microsoft.com/office/drawing/2014/main" id="{B213644C-170E-4046-A353-BCB2C6E187BB}"/>
                </a:ext>
              </a:extLst>
            </p:cNvPr>
            <p:cNvCxnSpPr>
              <a:cxnSpLocks noChangeShapeType="1"/>
            </p:cNvCxnSpPr>
            <p:nvPr/>
          </p:nvCxnSpPr>
          <p:spPr bwMode="auto">
            <a:xfrm>
              <a:off x="3598" y="7694"/>
              <a:ext cx="0" cy="51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27669" name="AutoShape 24">
              <a:extLst>
                <a:ext uri="{FF2B5EF4-FFF2-40B4-BE49-F238E27FC236}">
                  <a16:creationId xmlns:a16="http://schemas.microsoft.com/office/drawing/2014/main" id="{232B69EB-9315-4A41-9418-CED70486BF78}"/>
                </a:ext>
              </a:extLst>
            </p:cNvPr>
            <p:cNvCxnSpPr>
              <a:cxnSpLocks noChangeShapeType="1"/>
            </p:cNvCxnSpPr>
            <p:nvPr/>
          </p:nvCxnSpPr>
          <p:spPr bwMode="auto">
            <a:xfrm>
              <a:off x="3990" y="6525"/>
              <a:ext cx="0" cy="78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7670" name="AutoShape 25">
              <a:extLst>
                <a:ext uri="{FF2B5EF4-FFF2-40B4-BE49-F238E27FC236}">
                  <a16:creationId xmlns:a16="http://schemas.microsoft.com/office/drawing/2014/main" id="{35F32E9C-606A-46F9-86E3-3AE784F10A64}"/>
                </a:ext>
              </a:extLst>
            </p:cNvPr>
            <p:cNvCxnSpPr>
              <a:cxnSpLocks noChangeShapeType="1"/>
            </p:cNvCxnSpPr>
            <p:nvPr/>
          </p:nvCxnSpPr>
          <p:spPr bwMode="auto">
            <a:xfrm>
              <a:off x="3990" y="5894"/>
              <a:ext cx="495" cy="1"/>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7671" name="AutoShape 26">
              <a:extLst>
                <a:ext uri="{FF2B5EF4-FFF2-40B4-BE49-F238E27FC236}">
                  <a16:creationId xmlns:a16="http://schemas.microsoft.com/office/drawing/2014/main" id="{FB5041A9-5739-41DB-B945-366BB975B5A2}"/>
                </a:ext>
              </a:extLst>
            </p:cNvPr>
            <p:cNvCxnSpPr>
              <a:cxnSpLocks noChangeShapeType="1"/>
            </p:cNvCxnSpPr>
            <p:nvPr/>
          </p:nvCxnSpPr>
          <p:spPr bwMode="auto">
            <a:xfrm>
              <a:off x="3990" y="8204"/>
              <a:ext cx="570" cy="1"/>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7672" name="AutoShape 27">
              <a:extLst>
                <a:ext uri="{FF2B5EF4-FFF2-40B4-BE49-F238E27FC236}">
                  <a16:creationId xmlns:a16="http://schemas.microsoft.com/office/drawing/2014/main" id="{51220588-ED73-4205-98FC-1D3D521944A3}"/>
                </a:ext>
              </a:extLst>
            </p:cNvPr>
            <p:cNvCxnSpPr>
              <a:cxnSpLocks noChangeShapeType="1"/>
            </p:cNvCxnSpPr>
            <p:nvPr/>
          </p:nvCxnSpPr>
          <p:spPr bwMode="auto">
            <a:xfrm>
              <a:off x="4335" y="5894"/>
              <a:ext cx="0" cy="2310"/>
            </a:xfrm>
            <a:prstGeom prst="straightConnector1">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27673" name="AutoShape 28">
              <a:extLst>
                <a:ext uri="{FF2B5EF4-FFF2-40B4-BE49-F238E27FC236}">
                  <a16:creationId xmlns:a16="http://schemas.microsoft.com/office/drawing/2014/main" id="{AF124C10-4D0C-4344-893B-08F2B98CA8D1}"/>
                </a:ext>
              </a:extLst>
            </p:cNvPr>
            <p:cNvCxnSpPr>
              <a:cxnSpLocks noChangeShapeType="1"/>
            </p:cNvCxnSpPr>
            <p:nvPr/>
          </p:nvCxnSpPr>
          <p:spPr bwMode="auto">
            <a:xfrm flipV="1">
              <a:off x="1170" y="6776"/>
              <a:ext cx="0" cy="529"/>
            </a:xfrm>
            <a:prstGeom prst="straightConnector1">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cxnSp>
          <p:nvCxnSpPr>
            <p:cNvPr id="27674" name="AutoShape 29">
              <a:extLst>
                <a:ext uri="{FF2B5EF4-FFF2-40B4-BE49-F238E27FC236}">
                  <a16:creationId xmlns:a16="http://schemas.microsoft.com/office/drawing/2014/main" id="{1B65D88D-199E-4537-98FB-3EA867ACD585}"/>
                </a:ext>
              </a:extLst>
            </p:cNvPr>
            <p:cNvCxnSpPr>
              <a:cxnSpLocks noChangeShapeType="1"/>
            </p:cNvCxnSpPr>
            <p:nvPr/>
          </p:nvCxnSpPr>
          <p:spPr bwMode="auto">
            <a:xfrm>
              <a:off x="4260" y="5894"/>
              <a:ext cx="495"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grpSp>
      <p:pic>
        <p:nvPicPr>
          <p:cNvPr id="27655" name="Picture 29" descr="ngr011">
            <a:extLst>
              <a:ext uri="{FF2B5EF4-FFF2-40B4-BE49-F238E27FC236}">
                <a16:creationId xmlns:a16="http://schemas.microsoft.com/office/drawing/2014/main" id="{75EEE876-6CBC-4BDD-82AD-52A10CF7481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51969" y="2699792"/>
            <a:ext cx="285750"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6" name="Rectangle 30">
            <a:extLst>
              <a:ext uri="{FF2B5EF4-FFF2-40B4-BE49-F238E27FC236}">
                <a16:creationId xmlns:a16="http://schemas.microsoft.com/office/drawing/2014/main" id="{56BF6DAE-A301-4C68-B884-705E668BBD19}"/>
              </a:ext>
            </a:extLst>
          </p:cNvPr>
          <p:cNvSpPr>
            <a:spLocks noChangeArrowheads="1"/>
          </p:cNvSpPr>
          <p:nvPr/>
        </p:nvSpPr>
        <p:spPr bwMode="auto">
          <a:xfrm>
            <a:off x="3623469" y="3128417"/>
            <a:ext cx="487362"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i="1">
                <a:solidFill>
                  <a:srgbClr val="0070C0"/>
                </a:solidFill>
                <a:latin typeface="Arial" panose="020B0604020202020204" pitchFamily="34" charset="0"/>
              </a:rPr>
              <a:t>V</a:t>
            </a:r>
            <a:r>
              <a:rPr lang="en-US" altLang="id-ID" sz="2200" b="1" i="1" baseline="-25000">
                <a:solidFill>
                  <a:srgbClr val="0070C0"/>
                </a:solidFill>
                <a:latin typeface="Arial" panose="020B0604020202020204" pitchFamily="34" charset="0"/>
              </a:rPr>
              <a:t>L</a:t>
            </a:r>
            <a:endParaRPr lang="en-US" altLang="id-ID" sz="2200">
              <a:latin typeface="Arial" panose="020B0604020202020204" pitchFamily="34" charset="0"/>
            </a:endParaRPr>
          </a:p>
        </p:txBody>
      </p:sp>
      <p:sp>
        <p:nvSpPr>
          <p:cNvPr id="27657" name="Rectangle 31">
            <a:extLst>
              <a:ext uri="{FF2B5EF4-FFF2-40B4-BE49-F238E27FC236}">
                <a16:creationId xmlns:a16="http://schemas.microsoft.com/office/drawing/2014/main" id="{E6CDC409-5DC7-4034-949E-DFF219DBBC4D}"/>
              </a:ext>
            </a:extLst>
          </p:cNvPr>
          <p:cNvSpPr>
            <a:spLocks noChangeArrowheads="1"/>
          </p:cNvSpPr>
          <p:nvPr/>
        </p:nvSpPr>
        <p:spPr bwMode="auto">
          <a:xfrm>
            <a:off x="3266281" y="3842792"/>
            <a:ext cx="3952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solidFill>
                  <a:srgbClr val="0070C0"/>
                </a:solidFill>
                <a:latin typeface="Arial" panose="020B0604020202020204" pitchFamily="34" charset="0"/>
              </a:rPr>
              <a:t>i</a:t>
            </a:r>
            <a:r>
              <a:rPr lang="en-US" altLang="id-ID" b="1" i="1" baseline="-25000">
                <a:solidFill>
                  <a:srgbClr val="0070C0"/>
                </a:solidFill>
                <a:latin typeface="Arial" panose="020B0604020202020204" pitchFamily="34" charset="0"/>
              </a:rPr>
              <a:t>L</a:t>
            </a:r>
            <a:endParaRPr lang="en-US" altLang="id-ID">
              <a:latin typeface="Arial" panose="020B0604020202020204" pitchFamily="34" charset="0"/>
            </a:endParaRPr>
          </a:p>
        </p:txBody>
      </p:sp>
      <p:sp>
        <p:nvSpPr>
          <p:cNvPr id="27658" name="Rectangle 32">
            <a:extLst>
              <a:ext uri="{FF2B5EF4-FFF2-40B4-BE49-F238E27FC236}">
                <a16:creationId xmlns:a16="http://schemas.microsoft.com/office/drawing/2014/main" id="{829E899D-5FD4-437D-9326-AA082BE675B1}"/>
              </a:ext>
            </a:extLst>
          </p:cNvPr>
          <p:cNvSpPr>
            <a:spLocks noChangeArrowheads="1"/>
          </p:cNvSpPr>
          <p:nvPr/>
        </p:nvSpPr>
        <p:spPr bwMode="auto">
          <a:xfrm>
            <a:off x="1051719" y="2842667"/>
            <a:ext cx="3317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800" b="1" i="1">
                <a:latin typeface="Times New Roman" panose="02020603050405020304" pitchFamily="18" charset="0"/>
                <a:cs typeface="Times New Roman" panose="02020603050405020304" pitchFamily="18" charset="0"/>
              </a:rPr>
              <a:t>ε</a:t>
            </a:r>
            <a:endParaRPr lang="en-US" altLang="id-ID" sz="2800">
              <a:latin typeface="Arial" panose="020B0604020202020204" pitchFamily="34" charset="0"/>
            </a:endParaRPr>
          </a:p>
        </p:txBody>
      </p:sp>
      <p:sp>
        <p:nvSpPr>
          <p:cNvPr id="27659" name="Rectangle 33">
            <a:extLst>
              <a:ext uri="{FF2B5EF4-FFF2-40B4-BE49-F238E27FC236}">
                <a16:creationId xmlns:a16="http://schemas.microsoft.com/office/drawing/2014/main" id="{6018722C-3415-4066-AE70-4D7AD09DE7B3}"/>
              </a:ext>
            </a:extLst>
          </p:cNvPr>
          <p:cNvSpPr>
            <a:spLocks noChangeArrowheads="1"/>
          </p:cNvSpPr>
          <p:nvPr/>
        </p:nvSpPr>
        <p:spPr bwMode="auto">
          <a:xfrm>
            <a:off x="2694781" y="3199854"/>
            <a:ext cx="3714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Times New Roman" panose="02020603050405020304" pitchFamily="18" charset="0"/>
                <a:cs typeface="Times New Roman" panose="02020603050405020304" pitchFamily="18" charset="0"/>
              </a:rPr>
              <a:t>L</a:t>
            </a:r>
            <a:endParaRPr lang="en-US" altLang="id-ID">
              <a:latin typeface="Arial" panose="020B0604020202020204" pitchFamily="34" charset="0"/>
            </a:endParaRPr>
          </a:p>
        </p:txBody>
      </p:sp>
      <p:sp>
        <p:nvSpPr>
          <p:cNvPr id="27660" name="Rectangle 34">
            <a:extLst>
              <a:ext uri="{FF2B5EF4-FFF2-40B4-BE49-F238E27FC236}">
                <a16:creationId xmlns:a16="http://schemas.microsoft.com/office/drawing/2014/main" id="{B5D1DB99-6395-4B1A-AD25-2C42B896AE01}"/>
              </a:ext>
            </a:extLst>
          </p:cNvPr>
          <p:cNvSpPr>
            <a:spLocks noChangeArrowheads="1"/>
          </p:cNvSpPr>
          <p:nvPr/>
        </p:nvSpPr>
        <p:spPr bwMode="auto">
          <a:xfrm>
            <a:off x="1337469" y="3199854"/>
            <a:ext cx="4254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3200">
                <a:latin typeface="Arial" panose="020B0604020202020204" pitchFamily="34" charset="0"/>
              </a:rPr>
              <a:t>~</a:t>
            </a:r>
          </a:p>
        </p:txBody>
      </p:sp>
      <p:sp>
        <p:nvSpPr>
          <p:cNvPr id="27661" name="Slide Number Placeholder 30">
            <a:extLst>
              <a:ext uri="{FF2B5EF4-FFF2-40B4-BE49-F238E27FC236}">
                <a16:creationId xmlns:a16="http://schemas.microsoft.com/office/drawing/2014/main" id="{75CBC4C2-6DB9-4113-80C0-FC64D01E99B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C555F3D2-1E47-45DE-86BA-7A5827127FAE}" type="slidenum">
              <a:rPr lang="en-US" altLang="id-ID" sz="1400" smtClean="0"/>
              <a:pPr>
                <a:spcBef>
                  <a:spcPct val="0"/>
                </a:spcBef>
                <a:buFontTx/>
                <a:buNone/>
              </a:pPr>
              <a:t>23</a:t>
            </a:fld>
            <a:endParaRPr lang="en-US" altLang="id-ID" sz="1400"/>
          </a:p>
        </p:txBody>
      </p:sp>
      <p:pic>
        <p:nvPicPr>
          <p:cNvPr id="32" name="Picture 10">
            <a:extLst>
              <a:ext uri="{FF2B5EF4-FFF2-40B4-BE49-F238E27FC236}">
                <a16:creationId xmlns:a16="http://schemas.microsoft.com/office/drawing/2014/main" id="{8DD7373E-B14A-492D-B857-B3EA719ED23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72001" y="6036817"/>
            <a:ext cx="3067752" cy="57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 name="Picture 9">
            <a:extLst>
              <a:ext uri="{FF2B5EF4-FFF2-40B4-BE49-F238E27FC236}">
                <a16:creationId xmlns:a16="http://schemas.microsoft.com/office/drawing/2014/main" id="{4739F72F-E800-4A03-A94D-9C8F8967C15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50439" y="5389201"/>
            <a:ext cx="2714625" cy="565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3">
            <a:extLst>
              <a:ext uri="{FF2B5EF4-FFF2-40B4-BE49-F238E27FC236}">
                <a16:creationId xmlns:a16="http://schemas.microsoft.com/office/drawing/2014/main" id="{88ABF33B-1075-4392-8187-C1A75C2A6FE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11819" y="4840296"/>
            <a:ext cx="2428875" cy="517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3">
            <a:extLst>
              <a:ext uri="{FF2B5EF4-FFF2-40B4-BE49-F238E27FC236}">
                <a16:creationId xmlns:a16="http://schemas.microsoft.com/office/drawing/2014/main" id="{BC6889C9-B016-40EB-82D2-0A4E360095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8287" y="1495583"/>
            <a:ext cx="3536430" cy="49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3" name="TextBox 1">
            <a:extLst>
              <a:ext uri="{FF2B5EF4-FFF2-40B4-BE49-F238E27FC236}">
                <a16:creationId xmlns:a16="http://schemas.microsoft.com/office/drawing/2014/main" id="{663EEFBE-04B4-4EB9-BBBA-BDC4A4EAC48C}"/>
              </a:ext>
            </a:extLst>
          </p:cNvPr>
          <p:cNvSpPr txBox="1">
            <a:spLocks noChangeArrowheads="1"/>
          </p:cNvSpPr>
          <p:nvPr/>
        </p:nvSpPr>
        <p:spPr bwMode="auto">
          <a:xfrm>
            <a:off x="2786063" y="285750"/>
            <a:ext cx="36433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a:latin typeface="Arial" panose="020B0604020202020204" pitchFamily="34" charset="0"/>
                <a:cs typeface="Arial" panose="020B0604020202020204" pitchFamily="34" charset="0"/>
              </a:rPr>
              <a:t> </a:t>
            </a:r>
            <a:r>
              <a:rPr lang="en-US" altLang="id-ID" b="1">
                <a:solidFill>
                  <a:schemeClr val="bg1"/>
                </a:solidFill>
                <a:latin typeface="Arial" panose="020B0604020202020204" pitchFamily="34" charset="0"/>
                <a:cs typeface="Arial" panose="020B0604020202020204" pitchFamily="34" charset="0"/>
              </a:rPr>
              <a:t>Three Simple Circuits</a:t>
            </a:r>
            <a:r>
              <a:rPr lang="en-US" altLang="id-ID" sz="2000" b="1">
                <a:solidFill>
                  <a:schemeClr val="bg1"/>
                </a:solidFill>
                <a:latin typeface="Arial" panose="020B0604020202020204" pitchFamily="34" charset="0"/>
                <a:cs typeface="Arial" panose="020B0604020202020204" pitchFamily="34" charset="0"/>
              </a:rPr>
              <a:t>:</a:t>
            </a:r>
          </a:p>
          <a:p>
            <a:pPr eaLnBrk="1" hangingPunct="1">
              <a:spcBef>
                <a:spcPct val="0"/>
              </a:spcBef>
              <a:buFontTx/>
              <a:buNone/>
            </a:pPr>
            <a:r>
              <a:rPr lang="en-US" altLang="id-ID" sz="1200" b="1" i="1">
                <a:solidFill>
                  <a:srgbClr val="0070C0"/>
                </a:solidFill>
                <a:latin typeface="Arial" panose="020B0604020202020204" pitchFamily="34" charset="0"/>
                <a:cs typeface="Arial" panose="020B0604020202020204" pitchFamily="34" charset="0"/>
              </a:rPr>
              <a:t> </a:t>
            </a:r>
          </a:p>
        </p:txBody>
      </p:sp>
      <p:grpSp>
        <p:nvGrpSpPr>
          <p:cNvPr id="30724" name="Group 5">
            <a:extLst>
              <a:ext uri="{FF2B5EF4-FFF2-40B4-BE49-F238E27FC236}">
                <a16:creationId xmlns:a16="http://schemas.microsoft.com/office/drawing/2014/main" id="{80FEC5BB-B28F-4C2C-AE9E-F5A858FAAFC6}"/>
              </a:ext>
            </a:extLst>
          </p:cNvPr>
          <p:cNvGrpSpPr>
            <a:grpSpLocks/>
          </p:cNvGrpSpPr>
          <p:nvPr/>
        </p:nvGrpSpPr>
        <p:grpSpPr bwMode="auto">
          <a:xfrm>
            <a:off x="4786313" y="1571625"/>
            <a:ext cx="3429000" cy="3357563"/>
            <a:chOff x="7125" y="1815"/>
            <a:chExt cx="3000" cy="3420"/>
          </a:xfrm>
        </p:grpSpPr>
        <p:cxnSp>
          <p:nvCxnSpPr>
            <p:cNvPr id="30733" name="AutoShape 6">
              <a:extLst>
                <a:ext uri="{FF2B5EF4-FFF2-40B4-BE49-F238E27FC236}">
                  <a16:creationId xmlns:a16="http://schemas.microsoft.com/office/drawing/2014/main" id="{656009B5-BCA7-4AE9-91B8-17C5327CEF95}"/>
                </a:ext>
              </a:extLst>
            </p:cNvPr>
            <p:cNvCxnSpPr>
              <a:cxnSpLocks noChangeShapeType="1"/>
            </p:cNvCxnSpPr>
            <p:nvPr/>
          </p:nvCxnSpPr>
          <p:spPr bwMode="auto">
            <a:xfrm>
              <a:off x="7725" y="1815"/>
              <a:ext cx="0" cy="342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0734" name="AutoShape 7">
              <a:extLst>
                <a:ext uri="{FF2B5EF4-FFF2-40B4-BE49-F238E27FC236}">
                  <a16:creationId xmlns:a16="http://schemas.microsoft.com/office/drawing/2014/main" id="{EC12AED0-BE36-498D-A29A-793C86980D40}"/>
                </a:ext>
              </a:extLst>
            </p:cNvPr>
            <p:cNvCxnSpPr>
              <a:cxnSpLocks noChangeShapeType="1"/>
            </p:cNvCxnSpPr>
            <p:nvPr/>
          </p:nvCxnSpPr>
          <p:spPr bwMode="auto">
            <a:xfrm>
              <a:off x="7125" y="3720"/>
              <a:ext cx="3000"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0735" name="AutoShape 8">
              <a:extLst>
                <a:ext uri="{FF2B5EF4-FFF2-40B4-BE49-F238E27FC236}">
                  <a16:creationId xmlns:a16="http://schemas.microsoft.com/office/drawing/2014/main" id="{EE9AC5BE-674A-4538-A156-CE6F4B6BCC80}"/>
                </a:ext>
              </a:extLst>
            </p:cNvPr>
            <p:cNvCxnSpPr>
              <a:cxnSpLocks noChangeShapeType="1"/>
            </p:cNvCxnSpPr>
            <p:nvPr/>
          </p:nvCxnSpPr>
          <p:spPr bwMode="auto">
            <a:xfrm flipV="1">
              <a:off x="7725" y="2625"/>
              <a:ext cx="1800" cy="1095"/>
            </a:xfrm>
            <a:prstGeom prst="straightConnector1">
              <a:avLst/>
            </a:prstGeom>
            <a:noFill/>
            <a:ln w="28575">
              <a:solidFill>
                <a:srgbClr val="E36C0A"/>
              </a:solidFill>
              <a:round/>
              <a:headEnd/>
              <a:tailEnd type="triangle" w="med" len="med"/>
            </a:ln>
            <a:extLst>
              <a:ext uri="{909E8E84-426E-40DD-AFC4-6F175D3DCCD1}">
                <a14:hiddenFill xmlns:a14="http://schemas.microsoft.com/office/drawing/2010/main">
                  <a:noFill/>
                </a14:hiddenFill>
              </a:ext>
            </a:extLst>
          </p:spPr>
        </p:cxnSp>
        <p:cxnSp>
          <p:nvCxnSpPr>
            <p:cNvPr id="30736" name="AutoShape 9">
              <a:extLst>
                <a:ext uri="{FF2B5EF4-FFF2-40B4-BE49-F238E27FC236}">
                  <a16:creationId xmlns:a16="http://schemas.microsoft.com/office/drawing/2014/main" id="{3467C6F7-A80E-4BB5-B618-314BA4790624}"/>
                </a:ext>
              </a:extLst>
            </p:cNvPr>
            <p:cNvCxnSpPr>
              <a:cxnSpLocks noChangeShapeType="1"/>
            </p:cNvCxnSpPr>
            <p:nvPr/>
          </p:nvCxnSpPr>
          <p:spPr bwMode="auto">
            <a:xfrm>
              <a:off x="7725" y="3720"/>
              <a:ext cx="435" cy="1125"/>
            </a:xfrm>
            <a:prstGeom prst="straightConnector1">
              <a:avLst/>
            </a:prstGeom>
            <a:noFill/>
            <a:ln w="28575">
              <a:solidFill>
                <a:srgbClr val="00B050"/>
              </a:solidFill>
              <a:round/>
              <a:headEnd/>
              <a:tailEnd type="triangle" w="med" len="med"/>
            </a:ln>
            <a:extLst>
              <a:ext uri="{909E8E84-426E-40DD-AFC4-6F175D3DCCD1}">
                <a14:hiddenFill xmlns:a14="http://schemas.microsoft.com/office/drawing/2010/main">
                  <a:noFill/>
                </a14:hiddenFill>
              </a:ext>
            </a:extLst>
          </p:spPr>
        </p:cxnSp>
        <p:cxnSp>
          <p:nvCxnSpPr>
            <p:cNvPr id="30737" name="AutoShape 10">
              <a:extLst>
                <a:ext uri="{FF2B5EF4-FFF2-40B4-BE49-F238E27FC236}">
                  <a16:creationId xmlns:a16="http://schemas.microsoft.com/office/drawing/2014/main" id="{0F29813D-E74E-47E2-9028-04BC01F2C06B}"/>
                </a:ext>
              </a:extLst>
            </p:cNvPr>
            <p:cNvCxnSpPr>
              <a:cxnSpLocks noChangeShapeType="1"/>
            </p:cNvCxnSpPr>
            <p:nvPr/>
          </p:nvCxnSpPr>
          <p:spPr bwMode="auto">
            <a:xfrm>
              <a:off x="7920" y="3600"/>
              <a:ext cx="76" cy="22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30738" name="AutoShape 11">
              <a:extLst>
                <a:ext uri="{FF2B5EF4-FFF2-40B4-BE49-F238E27FC236}">
                  <a16:creationId xmlns:a16="http://schemas.microsoft.com/office/drawing/2014/main" id="{ABA85C49-C95B-42E5-9EE3-1949BFD4B046}"/>
                </a:ext>
              </a:extLst>
            </p:cNvPr>
            <p:cNvCxnSpPr>
              <a:cxnSpLocks noChangeShapeType="1"/>
            </p:cNvCxnSpPr>
            <p:nvPr/>
          </p:nvCxnSpPr>
          <p:spPr bwMode="auto">
            <a:xfrm flipH="1">
              <a:off x="7844" y="3825"/>
              <a:ext cx="152" cy="10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30739" name="AutoShape 12">
              <a:extLst>
                <a:ext uri="{FF2B5EF4-FFF2-40B4-BE49-F238E27FC236}">
                  <a16:creationId xmlns:a16="http://schemas.microsoft.com/office/drawing/2014/main" id="{AF9A604F-9B25-4D01-8A4B-66597B7649DF}"/>
                </a:ext>
              </a:extLst>
            </p:cNvPr>
            <p:cNvCxnSpPr>
              <a:cxnSpLocks noChangeShapeType="1"/>
            </p:cNvCxnSpPr>
            <p:nvPr/>
          </p:nvCxnSpPr>
          <p:spPr bwMode="auto">
            <a:xfrm flipH="1">
              <a:off x="7725" y="2625"/>
              <a:ext cx="1710" cy="0"/>
            </a:xfrm>
            <a:prstGeom prst="straightConnector1">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30740" name="AutoShape 13">
              <a:extLst>
                <a:ext uri="{FF2B5EF4-FFF2-40B4-BE49-F238E27FC236}">
                  <a16:creationId xmlns:a16="http://schemas.microsoft.com/office/drawing/2014/main" id="{DCB3E5AF-41B4-4CCC-AFF4-09BE5FD37FE7}"/>
                </a:ext>
              </a:extLst>
            </p:cNvPr>
            <p:cNvCxnSpPr>
              <a:cxnSpLocks noChangeShapeType="1"/>
            </p:cNvCxnSpPr>
            <p:nvPr/>
          </p:nvCxnSpPr>
          <p:spPr bwMode="auto">
            <a:xfrm flipH="1">
              <a:off x="7725" y="4770"/>
              <a:ext cx="435" cy="0"/>
            </a:xfrm>
            <a:prstGeom prst="straightConnector1">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sp>
          <p:nvSpPr>
            <p:cNvPr id="30741" name="Arc 14">
              <a:extLst>
                <a:ext uri="{FF2B5EF4-FFF2-40B4-BE49-F238E27FC236}">
                  <a16:creationId xmlns:a16="http://schemas.microsoft.com/office/drawing/2014/main" id="{AA2FCA6D-E456-46A9-8938-715F83035BFD}"/>
                </a:ext>
              </a:extLst>
            </p:cNvPr>
            <p:cNvSpPr>
              <a:spLocks/>
            </p:cNvSpPr>
            <p:nvPr/>
          </p:nvSpPr>
          <p:spPr bwMode="auto">
            <a:xfrm>
              <a:off x="8340" y="3330"/>
              <a:ext cx="165" cy="3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HK"/>
            </a:p>
          </p:txBody>
        </p:sp>
        <p:sp>
          <p:nvSpPr>
            <p:cNvPr id="30742" name="Arc 15">
              <a:extLst>
                <a:ext uri="{FF2B5EF4-FFF2-40B4-BE49-F238E27FC236}">
                  <a16:creationId xmlns:a16="http://schemas.microsoft.com/office/drawing/2014/main" id="{4379FF87-68D5-47B9-972B-4AF34235A02C}"/>
                </a:ext>
              </a:extLst>
            </p:cNvPr>
            <p:cNvSpPr>
              <a:spLocks/>
            </p:cNvSpPr>
            <p:nvPr/>
          </p:nvSpPr>
          <p:spPr bwMode="auto">
            <a:xfrm>
              <a:off x="9360" y="2025"/>
              <a:ext cx="585" cy="76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HK"/>
            </a:p>
          </p:txBody>
        </p:sp>
        <p:cxnSp>
          <p:nvCxnSpPr>
            <p:cNvPr id="30743" name="AutoShape 16">
              <a:extLst>
                <a:ext uri="{FF2B5EF4-FFF2-40B4-BE49-F238E27FC236}">
                  <a16:creationId xmlns:a16="http://schemas.microsoft.com/office/drawing/2014/main" id="{F497362F-85D2-4312-9C6F-BFDFAF8B6C33}"/>
                </a:ext>
              </a:extLst>
            </p:cNvPr>
            <p:cNvCxnSpPr>
              <a:cxnSpLocks noChangeShapeType="1"/>
            </p:cNvCxnSpPr>
            <p:nvPr/>
          </p:nvCxnSpPr>
          <p:spPr bwMode="auto">
            <a:xfrm flipV="1">
              <a:off x="7725" y="2625"/>
              <a:ext cx="0" cy="109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0744" name="AutoShape 17">
              <a:extLst>
                <a:ext uri="{FF2B5EF4-FFF2-40B4-BE49-F238E27FC236}">
                  <a16:creationId xmlns:a16="http://schemas.microsoft.com/office/drawing/2014/main" id="{0FF77A85-AFF8-4104-A19D-29AFD2C207E5}"/>
                </a:ext>
              </a:extLst>
            </p:cNvPr>
            <p:cNvCxnSpPr>
              <a:cxnSpLocks noChangeShapeType="1"/>
            </p:cNvCxnSpPr>
            <p:nvPr/>
          </p:nvCxnSpPr>
          <p:spPr bwMode="auto">
            <a:xfrm>
              <a:off x="7694" y="3720"/>
              <a:ext cx="31" cy="105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grpSp>
      <p:sp>
        <p:nvSpPr>
          <p:cNvPr id="30725" name="Rectangle 18">
            <a:extLst>
              <a:ext uri="{FF2B5EF4-FFF2-40B4-BE49-F238E27FC236}">
                <a16:creationId xmlns:a16="http://schemas.microsoft.com/office/drawing/2014/main" id="{2A2E6A9A-D37C-4BBD-BB1F-EC3D840A505A}"/>
              </a:ext>
            </a:extLst>
          </p:cNvPr>
          <p:cNvSpPr>
            <a:spLocks noChangeArrowheads="1"/>
          </p:cNvSpPr>
          <p:nvPr/>
        </p:nvSpPr>
        <p:spPr bwMode="auto">
          <a:xfrm>
            <a:off x="4427984" y="5339888"/>
            <a:ext cx="4502271"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dirty="0">
                <a:solidFill>
                  <a:srgbClr val="0070C0"/>
                </a:solidFill>
                <a:latin typeface="Arial" panose="020B0604020202020204" pitchFamily="34" charset="0"/>
                <a:ea typeface="Calibri" panose="020F0502020204030204" pitchFamily="34" charset="0"/>
                <a:cs typeface="Arial" panose="020B0604020202020204" pitchFamily="34" charset="0"/>
              </a:rPr>
              <a:t>Fig.9. (a) The current in the inductor lags the voltage by 90</a:t>
            </a:r>
            <a:r>
              <a:rPr lang="en-US" altLang="id-ID" sz="1800" b="1" baseline="30000" dirty="0">
                <a:solidFill>
                  <a:srgbClr val="0070C0"/>
                </a:solidFill>
                <a:latin typeface="Arial" panose="020B0604020202020204" pitchFamily="34" charset="0"/>
                <a:ea typeface="Calibri" panose="020F0502020204030204" pitchFamily="34" charset="0"/>
                <a:cs typeface="Arial" panose="020B0604020202020204" pitchFamily="34" charset="0"/>
              </a:rPr>
              <a:t>0</a:t>
            </a:r>
            <a:r>
              <a:rPr lang="en-US" altLang="id-ID" sz="1800" b="1" dirty="0">
                <a:solidFill>
                  <a:srgbClr val="0070C0"/>
                </a:solidFill>
                <a:latin typeface="Arial" panose="020B0604020202020204" pitchFamily="34" charset="0"/>
                <a:ea typeface="Calibri" panose="020F0502020204030204" pitchFamily="34" charset="0"/>
                <a:cs typeface="Arial" panose="020B0604020202020204" pitchFamily="34" charset="0"/>
              </a:rPr>
              <a:t>(=π/2 rad).  (b) A phasor diagram shows the same thing.</a:t>
            </a:r>
          </a:p>
        </p:txBody>
      </p:sp>
      <p:sp>
        <p:nvSpPr>
          <p:cNvPr id="30726" name="Rectangle 19">
            <a:extLst>
              <a:ext uri="{FF2B5EF4-FFF2-40B4-BE49-F238E27FC236}">
                <a16:creationId xmlns:a16="http://schemas.microsoft.com/office/drawing/2014/main" id="{B08F1CD5-A3BF-428E-97D6-4493813E0741}"/>
              </a:ext>
            </a:extLst>
          </p:cNvPr>
          <p:cNvSpPr>
            <a:spLocks noChangeArrowheads="1"/>
          </p:cNvSpPr>
          <p:nvPr/>
        </p:nvSpPr>
        <p:spPr bwMode="auto">
          <a:xfrm>
            <a:off x="6000750" y="1000125"/>
            <a:ext cx="2500313"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2200" b="1">
                <a:latin typeface="Calibri" panose="020F0502020204030204" pitchFamily="34" charset="0"/>
                <a:ea typeface="Calibri" panose="020F0502020204030204" pitchFamily="34" charset="0"/>
                <a:cs typeface="Times New Roman" panose="02020603050405020304" pitchFamily="18" charset="0"/>
              </a:rPr>
              <a:t>Rotation of phasors at rate ω</a:t>
            </a:r>
            <a:r>
              <a:rPr lang="en-US" altLang="id-ID" sz="2200" b="1" baseline="-30000">
                <a:latin typeface="Calibri" panose="020F0502020204030204" pitchFamily="34" charset="0"/>
                <a:ea typeface="Calibri" panose="020F0502020204030204" pitchFamily="34" charset="0"/>
                <a:cs typeface="Times New Roman" panose="02020603050405020304" pitchFamily="18" charset="0"/>
              </a:rPr>
              <a:t>d</a:t>
            </a:r>
            <a:endParaRPr lang="en-US" altLang="id-ID" sz="2200" b="1">
              <a:latin typeface="Arial" panose="020B0604020202020204" pitchFamily="34" charset="0"/>
              <a:ea typeface="Calibri" panose="020F0502020204030204" pitchFamily="34" charset="0"/>
              <a:cs typeface="Times New Roman" panose="02020603050405020304" pitchFamily="18" charset="0"/>
            </a:endParaRPr>
          </a:p>
        </p:txBody>
      </p:sp>
      <p:sp>
        <p:nvSpPr>
          <p:cNvPr id="30727" name="Rectangle 19">
            <a:extLst>
              <a:ext uri="{FF2B5EF4-FFF2-40B4-BE49-F238E27FC236}">
                <a16:creationId xmlns:a16="http://schemas.microsoft.com/office/drawing/2014/main" id="{220A3802-1BD5-4B4A-B6E4-430381F59538}"/>
              </a:ext>
            </a:extLst>
          </p:cNvPr>
          <p:cNvSpPr>
            <a:spLocks noChangeArrowheads="1"/>
          </p:cNvSpPr>
          <p:nvPr/>
        </p:nvSpPr>
        <p:spPr bwMode="auto">
          <a:xfrm>
            <a:off x="6286500" y="2928938"/>
            <a:ext cx="487363"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a:latin typeface="Calibri" panose="020F0502020204030204" pitchFamily="34" charset="0"/>
                <a:ea typeface="Calibri" panose="020F0502020204030204" pitchFamily="34" charset="0"/>
                <a:cs typeface="Times New Roman" panose="02020603050405020304" pitchFamily="18" charset="0"/>
              </a:rPr>
              <a:t>ω</a:t>
            </a:r>
            <a:r>
              <a:rPr lang="en-US" altLang="id-ID" sz="2200" b="1" baseline="-30000">
                <a:latin typeface="Calibri" panose="020F0502020204030204" pitchFamily="34" charset="0"/>
                <a:ea typeface="Calibri" panose="020F0502020204030204" pitchFamily="34" charset="0"/>
                <a:cs typeface="Times New Roman" panose="02020603050405020304" pitchFamily="18" charset="0"/>
              </a:rPr>
              <a:t>d</a:t>
            </a:r>
            <a:endParaRPr lang="en-US" altLang="id-ID" sz="2200">
              <a:latin typeface="Arial" panose="020B0604020202020204" pitchFamily="34" charset="0"/>
              <a:ea typeface="Calibri" panose="020F0502020204030204" pitchFamily="34" charset="0"/>
              <a:cs typeface="Times New Roman" panose="02020603050405020304" pitchFamily="18" charset="0"/>
            </a:endParaRPr>
          </a:p>
        </p:txBody>
      </p:sp>
      <p:sp>
        <p:nvSpPr>
          <p:cNvPr id="30728" name="Rectangle 20">
            <a:extLst>
              <a:ext uri="{FF2B5EF4-FFF2-40B4-BE49-F238E27FC236}">
                <a16:creationId xmlns:a16="http://schemas.microsoft.com/office/drawing/2014/main" id="{2315EEE5-34E7-48A3-8D8E-F07CDD9E3729}"/>
              </a:ext>
            </a:extLst>
          </p:cNvPr>
          <p:cNvSpPr>
            <a:spLocks noChangeArrowheads="1"/>
          </p:cNvSpPr>
          <p:nvPr/>
        </p:nvSpPr>
        <p:spPr bwMode="auto">
          <a:xfrm>
            <a:off x="7429500" y="2214563"/>
            <a:ext cx="454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a:latin typeface="Calibri" panose="020F0502020204030204" pitchFamily="34" charset="0"/>
                <a:ea typeface="Calibri" panose="020F0502020204030204" pitchFamily="34" charset="0"/>
                <a:cs typeface="Times New Roman" panose="02020603050405020304" pitchFamily="18" charset="0"/>
              </a:rPr>
              <a:t>V</a:t>
            </a:r>
            <a:r>
              <a:rPr lang="en-US" altLang="id-ID" b="1" baseline="-30000">
                <a:latin typeface="Calibri" panose="020F0502020204030204" pitchFamily="34" charset="0"/>
                <a:ea typeface="Calibri" panose="020F0502020204030204" pitchFamily="34" charset="0"/>
                <a:cs typeface="Times New Roman" panose="02020603050405020304" pitchFamily="18" charset="0"/>
              </a:rPr>
              <a:t>L</a:t>
            </a:r>
            <a:endParaRPr lang="en-US" altLang="id-ID">
              <a:latin typeface="Arial" panose="020B0604020202020204" pitchFamily="34" charset="0"/>
              <a:ea typeface="Calibri" panose="020F0502020204030204" pitchFamily="34" charset="0"/>
              <a:cs typeface="Times New Roman" panose="02020603050405020304" pitchFamily="18" charset="0"/>
            </a:endParaRPr>
          </a:p>
        </p:txBody>
      </p:sp>
      <p:sp>
        <p:nvSpPr>
          <p:cNvPr id="30729" name="Rectangle 21">
            <a:extLst>
              <a:ext uri="{FF2B5EF4-FFF2-40B4-BE49-F238E27FC236}">
                <a16:creationId xmlns:a16="http://schemas.microsoft.com/office/drawing/2014/main" id="{71244C02-2E25-4C0C-A777-57CE915A288D}"/>
              </a:ext>
            </a:extLst>
          </p:cNvPr>
          <p:cNvSpPr>
            <a:spLocks noChangeArrowheads="1"/>
          </p:cNvSpPr>
          <p:nvPr/>
        </p:nvSpPr>
        <p:spPr bwMode="auto">
          <a:xfrm>
            <a:off x="5929313" y="4286250"/>
            <a:ext cx="352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a:latin typeface="Calibri" panose="020F0502020204030204" pitchFamily="34" charset="0"/>
                <a:ea typeface="Calibri" panose="020F0502020204030204" pitchFamily="34" charset="0"/>
                <a:cs typeface="Times New Roman" panose="02020603050405020304" pitchFamily="18" charset="0"/>
              </a:rPr>
              <a:t>I</a:t>
            </a:r>
            <a:r>
              <a:rPr lang="en-US" altLang="id-ID" b="1" baseline="-30000">
                <a:latin typeface="Calibri" panose="020F0502020204030204" pitchFamily="34" charset="0"/>
                <a:ea typeface="Calibri" panose="020F0502020204030204" pitchFamily="34" charset="0"/>
                <a:cs typeface="Times New Roman" panose="02020603050405020304" pitchFamily="18" charset="0"/>
              </a:rPr>
              <a:t>L</a:t>
            </a:r>
            <a:endParaRPr lang="en-US" altLang="id-ID">
              <a:latin typeface="Arial" panose="020B0604020202020204" pitchFamily="34" charset="0"/>
              <a:ea typeface="Calibri" panose="020F0502020204030204" pitchFamily="34" charset="0"/>
              <a:cs typeface="Times New Roman" panose="02020603050405020304" pitchFamily="18" charset="0"/>
            </a:endParaRPr>
          </a:p>
        </p:txBody>
      </p:sp>
      <p:sp>
        <p:nvSpPr>
          <p:cNvPr id="30730" name="Rectangle 22">
            <a:extLst>
              <a:ext uri="{FF2B5EF4-FFF2-40B4-BE49-F238E27FC236}">
                <a16:creationId xmlns:a16="http://schemas.microsoft.com/office/drawing/2014/main" id="{927140C4-152E-4DC6-8209-92997E36176C}"/>
              </a:ext>
            </a:extLst>
          </p:cNvPr>
          <p:cNvSpPr>
            <a:spLocks noChangeArrowheads="1"/>
          </p:cNvSpPr>
          <p:nvPr/>
        </p:nvSpPr>
        <p:spPr bwMode="auto">
          <a:xfrm>
            <a:off x="5143500" y="4214813"/>
            <a:ext cx="355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ea typeface="Calibri" panose="020F0502020204030204" pitchFamily="34" charset="0"/>
                <a:cs typeface="Times New Roman" panose="02020603050405020304" pitchFamily="18" charset="0"/>
              </a:rPr>
              <a:t>i</a:t>
            </a:r>
            <a:r>
              <a:rPr lang="en-US" altLang="id-ID" b="1" baseline="-30000">
                <a:latin typeface="Calibri" panose="020F0502020204030204" pitchFamily="34" charset="0"/>
                <a:ea typeface="Calibri" panose="020F0502020204030204" pitchFamily="34" charset="0"/>
                <a:cs typeface="Times New Roman" panose="02020603050405020304" pitchFamily="18" charset="0"/>
              </a:rPr>
              <a:t>L</a:t>
            </a:r>
            <a:endParaRPr lang="en-US" altLang="id-ID">
              <a:latin typeface="Arial" panose="020B0604020202020204" pitchFamily="34" charset="0"/>
              <a:ea typeface="Calibri" panose="020F0502020204030204" pitchFamily="34" charset="0"/>
              <a:cs typeface="Times New Roman" panose="02020603050405020304" pitchFamily="18" charset="0"/>
            </a:endParaRPr>
          </a:p>
        </p:txBody>
      </p:sp>
      <p:sp>
        <p:nvSpPr>
          <p:cNvPr id="30731" name="Rectangle 23">
            <a:extLst>
              <a:ext uri="{FF2B5EF4-FFF2-40B4-BE49-F238E27FC236}">
                <a16:creationId xmlns:a16="http://schemas.microsoft.com/office/drawing/2014/main" id="{3BF45BC0-4F02-4203-A83C-4FE04F89E6EA}"/>
              </a:ext>
            </a:extLst>
          </p:cNvPr>
          <p:cNvSpPr>
            <a:spLocks noChangeArrowheads="1"/>
          </p:cNvSpPr>
          <p:nvPr/>
        </p:nvSpPr>
        <p:spPr bwMode="auto">
          <a:xfrm>
            <a:off x="5072063" y="2214563"/>
            <a:ext cx="4175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Times New Roman" panose="02020603050405020304" pitchFamily="18" charset="0"/>
                <a:ea typeface="Calibri" panose="020F0502020204030204" pitchFamily="34" charset="0"/>
                <a:cs typeface="Times New Roman" panose="02020603050405020304" pitchFamily="18" charset="0"/>
              </a:rPr>
              <a:t>v</a:t>
            </a:r>
            <a:r>
              <a:rPr lang="en-US" altLang="id-ID" b="1" baseline="-30000">
                <a:latin typeface="Calibri" panose="020F0502020204030204" pitchFamily="34" charset="0"/>
                <a:ea typeface="Calibri" panose="020F0502020204030204" pitchFamily="34" charset="0"/>
                <a:cs typeface="Times New Roman" panose="02020603050405020304" pitchFamily="18" charset="0"/>
              </a:rPr>
              <a:t>L</a:t>
            </a:r>
            <a:endParaRPr lang="en-US" altLang="id-ID">
              <a:latin typeface="Arial" panose="020B0604020202020204" pitchFamily="34" charset="0"/>
              <a:ea typeface="Calibri" panose="020F0502020204030204" pitchFamily="34" charset="0"/>
              <a:cs typeface="Times New Roman" panose="02020603050405020304" pitchFamily="18" charset="0"/>
            </a:endParaRPr>
          </a:p>
        </p:txBody>
      </p:sp>
      <p:sp>
        <p:nvSpPr>
          <p:cNvPr id="30732" name="Slide Number Placeholder 23">
            <a:extLst>
              <a:ext uri="{FF2B5EF4-FFF2-40B4-BE49-F238E27FC236}">
                <a16:creationId xmlns:a16="http://schemas.microsoft.com/office/drawing/2014/main" id="{D2A522D8-D7FF-4E8D-9D8F-B5490F745B4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0A318D64-EE16-43B1-9D98-91031DEE6CBD}" type="slidenum">
              <a:rPr lang="en-US" altLang="id-ID" sz="1400" smtClean="0"/>
              <a:pPr>
                <a:spcBef>
                  <a:spcPct val="0"/>
                </a:spcBef>
                <a:buFontTx/>
                <a:buNone/>
              </a:pPr>
              <a:t>24</a:t>
            </a:fld>
            <a:endParaRPr lang="en-US" altLang="id-ID" sz="14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Box 3">
            <a:extLst>
              <a:ext uri="{FF2B5EF4-FFF2-40B4-BE49-F238E27FC236}">
                <a16:creationId xmlns:a16="http://schemas.microsoft.com/office/drawing/2014/main" id="{9BE8F9EA-42C4-4765-A040-896B2F108E9A}"/>
              </a:ext>
            </a:extLst>
          </p:cNvPr>
          <p:cNvSpPr txBox="1">
            <a:spLocks noChangeArrowheads="1"/>
          </p:cNvSpPr>
          <p:nvPr/>
        </p:nvSpPr>
        <p:spPr bwMode="auto">
          <a:xfrm>
            <a:off x="986501" y="1681595"/>
            <a:ext cx="51435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u="sng" dirty="0">
                <a:solidFill>
                  <a:srgbClr val="0070C0"/>
                </a:solidFill>
                <a:latin typeface="Arial" panose="020B0604020202020204" pitchFamily="34" charset="0"/>
              </a:rPr>
              <a:t>Example, Purely inductive load </a:t>
            </a:r>
          </a:p>
        </p:txBody>
      </p:sp>
      <p:sp>
        <p:nvSpPr>
          <p:cNvPr id="31747" name="Rectangle 4">
            <a:extLst>
              <a:ext uri="{FF2B5EF4-FFF2-40B4-BE49-F238E27FC236}">
                <a16:creationId xmlns:a16="http://schemas.microsoft.com/office/drawing/2014/main" id="{E528E8F8-D688-4048-BCD6-638B1002AF1F}"/>
              </a:ext>
            </a:extLst>
          </p:cNvPr>
          <p:cNvSpPr>
            <a:spLocks noChangeArrowheads="1"/>
          </p:cNvSpPr>
          <p:nvPr/>
        </p:nvSpPr>
        <p:spPr bwMode="auto">
          <a:xfrm>
            <a:off x="1033965" y="2279655"/>
            <a:ext cx="4611697"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dirty="0">
                <a:latin typeface="Arial" panose="020B0604020202020204" pitchFamily="34" charset="0"/>
              </a:rPr>
              <a:t>In fig.  Inductance L is 230 </a:t>
            </a:r>
            <a:r>
              <a:rPr lang="en-US" altLang="id-ID" sz="2000" b="1" dirty="0" err="1">
                <a:latin typeface="Arial" panose="020B0604020202020204" pitchFamily="34" charset="0"/>
              </a:rPr>
              <a:t>mH</a:t>
            </a:r>
            <a:r>
              <a:rPr lang="en-US" altLang="id-ID" sz="2000" b="1" dirty="0">
                <a:latin typeface="Arial" panose="020B0604020202020204" pitchFamily="34" charset="0"/>
              </a:rPr>
              <a:t> and the sinusoidal alternating emf device Operates at amplitude </a:t>
            </a:r>
            <a:r>
              <a:rPr lang="el-GR" altLang="id-ID" sz="2000" b="1" dirty="0">
                <a:latin typeface="Times New Roman" panose="02020603050405020304" pitchFamily="18" charset="0"/>
                <a:cs typeface="Times New Roman" panose="02020603050405020304" pitchFamily="18" charset="0"/>
              </a:rPr>
              <a:t>ε</a:t>
            </a:r>
            <a:r>
              <a:rPr lang="en-US" altLang="id-ID" sz="1400" b="1" dirty="0">
                <a:latin typeface="Times New Roman" panose="02020603050405020304" pitchFamily="18" charset="0"/>
                <a:cs typeface="Times New Roman" panose="02020603050405020304" pitchFamily="18" charset="0"/>
              </a:rPr>
              <a:t>m</a:t>
            </a:r>
            <a:r>
              <a:rPr lang="en-US" altLang="id-ID" sz="2000" b="1" dirty="0">
                <a:latin typeface="Arial" panose="020B0604020202020204" pitchFamily="34" charset="0"/>
              </a:rPr>
              <a:t> =36 V and frequency </a:t>
            </a:r>
            <a:r>
              <a:rPr lang="en-US" altLang="id-ID" sz="2000" b="1" dirty="0" err="1">
                <a:latin typeface="Arial" panose="020B0604020202020204" pitchFamily="34" charset="0"/>
              </a:rPr>
              <a:t>f</a:t>
            </a:r>
            <a:r>
              <a:rPr lang="en-US" altLang="id-ID" sz="1200" b="1" dirty="0" err="1">
                <a:latin typeface="Arial" panose="020B0604020202020204" pitchFamily="34" charset="0"/>
              </a:rPr>
              <a:t>d</a:t>
            </a:r>
            <a:r>
              <a:rPr lang="en-US" altLang="id-ID" sz="1200" b="1" dirty="0">
                <a:latin typeface="Arial" panose="020B0604020202020204" pitchFamily="34" charset="0"/>
              </a:rPr>
              <a:t> </a:t>
            </a:r>
            <a:r>
              <a:rPr lang="en-US" altLang="id-ID" sz="2000" b="1" dirty="0">
                <a:latin typeface="Arial" panose="020B0604020202020204" pitchFamily="34" charset="0"/>
              </a:rPr>
              <a:t>= 60 Hz.</a:t>
            </a:r>
          </a:p>
          <a:p>
            <a:pPr eaLnBrk="1" hangingPunct="1">
              <a:spcBef>
                <a:spcPct val="0"/>
              </a:spcBef>
              <a:buFontTx/>
              <a:buNone/>
            </a:pPr>
            <a:endParaRPr lang="en-US" altLang="id-ID" sz="2000" b="1" dirty="0">
              <a:latin typeface="Arial" panose="020B0604020202020204" pitchFamily="34" charset="0"/>
            </a:endParaRPr>
          </a:p>
          <a:p>
            <a:pPr marL="457200" indent="-457200" eaLnBrk="1" hangingPunct="1">
              <a:spcBef>
                <a:spcPct val="0"/>
              </a:spcBef>
              <a:buAutoNum type="alphaLcPeriod"/>
            </a:pPr>
            <a:r>
              <a:rPr lang="en-US" altLang="id-ID" sz="2000" b="1" dirty="0">
                <a:latin typeface="Arial" panose="020B0604020202020204" pitchFamily="34" charset="0"/>
              </a:rPr>
              <a:t>What are the potential difference V</a:t>
            </a:r>
            <a:r>
              <a:rPr lang="en-US" altLang="id-ID" sz="1200" b="1" dirty="0">
                <a:latin typeface="Arial" panose="020B0604020202020204" pitchFamily="34" charset="0"/>
              </a:rPr>
              <a:t>L</a:t>
            </a:r>
            <a:r>
              <a:rPr lang="en-US" altLang="id-ID" sz="2000" b="1" dirty="0">
                <a:latin typeface="Arial" panose="020B0604020202020204" pitchFamily="34" charset="0"/>
              </a:rPr>
              <a:t>(t)?</a:t>
            </a:r>
          </a:p>
          <a:p>
            <a:pPr marL="457200" indent="-457200" eaLnBrk="1" hangingPunct="1">
              <a:spcBef>
                <a:spcPct val="0"/>
              </a:spcBef>
              <a:buAutoNum type="alphaLcPeriod"/>
            </a:pPr>
            <a:r>
              <a:rPr lang="en-US" altLang="id-ID" sz="2000" b="1" dirty="0">
                <a:latin typeface="Arial" panose="020B0604020202020204" pitchFamily="34" charset="0"/>
              </a:rPr>
              <a:t>What are the current </a:t>
            </a:r>
            <a:r>
              <a:rPr lang="en-US" altLang="id-ID" sz="2000" b="1" dirty="0" err="1">
                <a:latin typeface="Arial" panose="020B0604020202020204" pitchFamily="34" charset="0"/>
              </a:rPr>
              <a:t>i</a:t>
            </a:r>
            <a:r>
              <a:rPr lang="en-US" altLang="id-ID" sz="1200" b="1" dirty="0" err="1">
                <a:latin typeface="Arial" panose="020B0604020202020204" pitchFamily="34" charset="0"/>
              </a:rPr>
              <a:t>L</a:t>
            </a:r>
            <a:r>
              <a:rPr lang="en-US" altLang="id-ID" sz="2000" b="1" dirty="0">
                <a:latin typeface="Arial" panose="020B0604020202020204" pitchFamily="34" charset="0"/>
              </a:rPr>
              <a:t>(t) in the circuit as a function of  time</a:t>
            </a:r>
          </a:p>
          <a:p>
            <a:pPr eaLnBrk="1" hangingPunct="1">
              <a:spcBef>
                <a:spcPct val="0"/>
              </a:spcBef>
              <a:buFontTx/>
              <a:buNone/>
            </a:pPr>
            <a:r>
              <a:rPr lang="en-US" altLang="id-ID" sz="2000" b="1" dirty="0">
                <a:latin typeface="Arial" panose="020B0604020202020204" pitchFamily="34" charset="0"/>
              </a:rPr>
              <a:t>	and the amplitude I</a:t>
            </a:r>
            <a:r>
              <a:rPr lang="en-US" altLang="id-ID" sz="1200" b="1" dirty="0">
                <a:latin typeface="Arial" panose="020B0604020202020204" pitchFamily="34" charset="0"/>
              </a:rPr>
              <a:t> </a:t>
            </a:r>
            <a:r>
              <a:rPr lang="en-US" altLang="id-ID" sz="2000" b="1" dirty="0">
                <a:latin typeface="Arial" panose="020B0604020202020204" pitchFamily="34" charset="0"/>
              </a:rPr>
              <a:t>of </a:t>
            </a:r>
            <a:r>
              <a:rPr lang="en-US" altLang="id-ID" sz="2000" b="1" dirty="0" err="1">
                <a:latin typeface="Arial" panose="020B0604020202020204" pitchFamily="34" charset="0"/>
              </a:rPr>
              <a:t>i</a:t>
            </a:r>
            <a:r>
              <a:rPr lang="en-US" altLang="id-ID" sz="1200" b="1" dirty="0" err="1">
                <a:latin typeface="Arial" panose="020B0604020202020204" pitchFamily="34" charset="0"/>
              </a:rPr>
              <a:t>L</a:t>
            </a:r>
            <a:r>
              <a:rPr lang="en-US" altLang="id-ID" sz="2000" b="1" dirty="0">
                <a:latin typeface="Arial" panose="020B0604020202020204" pitchFamily="34" charset="0"/>
              </a:rPr>
              <a:t>(t)?</a:t>
            </a:r>
            <a:endParaRPr lang="en-US" altLang="id-ID" sz="2000" dirty="0">
              <a:latin typeface="Arial" panose="020B0604020202020204" pitchFamily="34" charset="0"/>
            </a:endParaRPr>
          </a:p>
        </p:txBody>
      </p:sp>
      <p:sp>
        <p:nvSpPr>
          <p:cNvPr id="31748" name="TextBox 1">
            <a:extLst>
              <a:ext uri="{FF2B5EF4-FFF2-40B4-BE49-F238E27FC236}">
                <a16:creationId xmlns:a16="http://schemas.microsoft.com/office/drawing/2014/main" id="{FFAD01B5-F44F-4B8C-9008-131BE6869487}"/>
              </a:ext>
            </a:extLst>
          </p:cNvPr>
          <p:cNvSpPr txBox="1">
            <a:spLocks noChangeArrowheads="1"/>
          </p:cNvSpPr>
          <p:nvPr/>
        </p:nvSpPr>
        <p:spPr bwMode="auto">
          <a:xfrm>
            <a:off x="2680644" y="472445"/>
            <a:ext cx="36433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a:latin typeface="Arial" panose="020B0604020202020204" pitchFamily="34" charset="0"/>
                <a:cs typeface="Arial" panose="020B0604020202020204" pitchFamily="34" charset="0"/>
              </a:rPr>
              <a:t> Three Simple Circuits</a:t>
            </a:r>
            <a:r>
              <a:rPr lang="en-US" altLang="id-ID" sz="2000" b="1">
                <a:latin typeface="Arial" panose="020B0604020202020204" pitchFamily="34" charset="0"/>
                <a:cs typeface="Arial" panose="020B0604020202020204" pitchFamily="34" charset="0"/>
              </a:rPr>
              <a:t>:</a:t>
            </a:r>
          </a:p>
          <a:p>
            <a:pPr eaLnBrk="1" hangingPunct="1">
              <a:spcBef>
                <a:spcPct val="0"/>
              </a:spcBef>
              <a:buFontTx/>
              <a:buNone/>
            </a:pPr>
            <a:r>
              <a:rPr lang="en-US" altLang="id-ID" sz="1200" b="1" i="1">
                <a:latin typeface="Arial" panose="020B0604020202020204" pitchFamily="34" charset="0"/>
                <a:cs typeface="Arial" panose="020B0604020202020204" pitchFamily="34" charset="0"/>
              </a:rPr>
              <a:t> </a:t>
            </a:r>
          </a:p>
        </p:txBody>
      </p:sp>
      <p:grpSp>
        <p:nvGrpSpPr>
          <p:cNvPr id="31749" name="Group 6">
            <a:extLst>
              <a:ext uri="{FF2B5EF4-FFF2-40B4-BE49-F238E27FC236}">
                <a16:creationId xmlns:a16="http://schemas.microsoft.com/office/drawing/2014/main" id="{A39B6EAD-3D1B-489F-A57A-DAFE243C0900}"/>
              </a:ext>
            </a:extLst>
          </p:cNvPr>
          <p:cNvGrpSpPr>
            <a:grpSpLocks/>
          </p:cNvGrpSpPr>
          <p:nvPr/>
        </p:nvGrpSpPr>
        <p:grpSpPr bwMode="auto">
          <a:xfrm>
            <a:off x="5938223" y="692696"/>
            <a:ext cx="2786062" cy="2428875"/>
            <a:chOff x="1170" y="5894"/>
            <a:chExt cx="3585" cy="2311"/>
          </a:xfrm>
        </p:grpSpPr>
        <p:cxnSp>
          <p:nvCxnSpPr>
            <p:cNvPr id="31758" name="AutoShape 7">
              <a:extLst>
                <a:ext uri="{FF2B5EF4-FFF2-40B4-BE49-F238E27FC236}">
                  <a16:creationId xmlns:a16="http://schemas.microsoft.com/office/drawing/2014/main" id="{80B29669-C8F9-4408-A354-30F95F7AC245}"/>
                </a:ext>
              </a:extLst>
            </p:cNvPr>
            <p:cNvCxnSpPr>
              <a:cxnSpLocks noChangeShapeType="1"/>
            </p:cNvCxnSpPr>
            <p:nvPr/>
          </p:nvCxnSpPr>
          <p:spPr bwMode="auto">
            <a:xfrm>
              <a:off x="1558" y="5894"/>
              <a:ext cx="1" cy="882"/>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1759" name="AutoShape 8">
              <a:extLst>
                <a:ext uri="{FF2B5EF4-FFF2-40B4-BE49-F238E27FC236}">
                  <a16:creationId xmlns:a16="http://schemas.microsoft.com/office/drawing/2014/main" id="{AE2597EB-C4A6-4E1E-B3E5-DFE868863CB8}"/>
                </a:ext>
              </a:extLst>
            </p:cNvPr>
            <p:cNvCxnSpPr>
              <a:cxnSpLocks noChangeShapeType="1"/>
            </p:cNvCxnSpPr>
            <p:nvPr/>
          </p:nvCxnSpPr>
          <p:spPr bwMode="auto">
            <a:xfrm>
              <a:off x="1560" y="5894"/>
              <a:ext cx="204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1760" name="AutoShape 9">
              <a:extLst>
                <a:ext uri="{FF2B5EF4-FFF2-40B4-BE49-F238E27FC236}">
                  <a16:creationId xmlns:a16="http://schemas.microsoft.com/office/drawing/2014/main" id="{6F0A6DF5-6E9C-4446-88D7-0B4CE9F02CFD}"/>
                </a:ext>
              </a:extLst>
            </p:cNvPr>
            <p:cNvCxnSpPr>
              <a:cxnSpLocks noChangeShapeType="1"/>
            </p:cNvCxnSpPr>
            <p:nvPr/>
          </p:nvCxnSpPr>
          <p:spPr bwMode="auto">
            <a:xfrm>
              <a:off x="3600" y="5894"/>
              <a:ext cx="0" cy="51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31761" name="Oval 10">
              <a:extLst>
                <a:ext uri="{FF2B5EF4-FFF2-40B4-BE49-F238E27FC236}">
                  <a16:creationId xmlns:a16="http://schemas.microsoft.com/office/drawing/2014/main" id="{6085081F-FA9B-4871-B8D0-15EA6DE51048}"/>
                </a:ext>
              </a:extLst>
            </p:cNvPr>
            <p:cNvSpPr>
              <a:spLocks noChangeArrowheads="1"/>
            </p:cNvSpPr>
            <p:nvPr/>
          </p:nvSpPr>
          <p:spPr bwMode="auto">
            <a:xfrm>
              <a:off x="1275" y="6776"/>
              <a:ext cx="540" cy="405"/>
            </a:xfrm>
            <a:prstGeom prst="ellipse">
              <a:avLst/>
            </a:prstGeom>
            <a:gradFill rotWithShape="0">
              <a:gsLst>
                <a:gs pos="0">
                  <a:srgbClr val="4F81BD"/>
                </a:gs>
                <a:gs pos="100000">
                  <a:srgbClr val="DCE6F2"/>
                </a:gs>
              </a:gsLst>
              <a:lin ang="2700000" scaled="1"/>
            </a:gra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31762" name="AutoShape 11">
              <a:extLst>
                <a:ext uri="{FF2B5EF4-FFF2-40B4-BE49-F238E27FC236}">
                  <a16:creationId xmlns:a16="http://schemas.microsoft.com/office/drawing/2014/main" id="{BF1AD747-8CDC-4DE5-A349-09EED877E5DA}"/>
                </a:ext>
              </a:extLst>
            </p:cNvPr>
            <p:cNvCxnSpPr>
              <a:cxnSpLocks noChangeShapeType="1"/>
            </p:cNvCxnSpPr>
            <p:nvPr/>
          </p:nvCxnSpPr>
          <p:spPr bwMode="auto">
            <a:xfrm flipH="1">
              <a:off x="1558" y="7181"/>
              <a:ext cx="2" cy="1023"/>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1763" name="AutoShape 12">
              <a:extLst>
                <a:ext uri="{FF2B5EF4-FFF2-40B4-BE49-F238E27FC236}">
                  <a16:creationId xmlns:a16="http://schemas.microsoft.com/office/drawing/2014/main" id="{C99B0478-34C0-49EF-A597-97D2945C27FA}"/>
                </a:ext>
              </a:extLst>
            </p:cNvPr>
            <p:cNvCxnSpPr>
              <a:cxnSpLocks noChangeShapeType="1"/>
            </p:cNvCxnSpPr>
            <p:nvPr/>
          </p:nvCxnSpPr>
          <p:spPr bwMode="auto">
            <a:xfrm>
              <a:off x="1558" y="8204"/>
              <a:ext cx="204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1764" name="AutoShape 13">
              <a:extLst>
                <a:ext uri="{FF2B5EF4-FFF2-40B4-BE49-F238E27FC236}">
                  <a16:creationId xmlns:a16="http://schemas.microsoft.com/office/drawing/2014/main" id="{B478987C-4752-499E-B4ED-67E57A95EBD6}"/>
                </a:ext>
              </a:extLst>
            </p:cNvPr>
            <p:cNvCxnSpPr>
              <a:cxnSpLocks noChangeShapeType="1"/>
            </p:cNvCxnSpPr>
            <p:nvPr/>
          </p:nvCxnSpPr>
          <p:spPr bwMode="auto">
            <a:xfrm>
              <a:off x="3598" y="7694"/>
              <a:ext cx="0" cy="51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1765" name="AutoShape 14">
              <a:extLst>
                <a:ext uri="{FF2B5EF4-FFF2-40B4-BE49-F238E27FC236}">
                  <a16:creationId xmlns:a16="http://schemas.microsoft.com/office/drawing/2014/main" id="{63332BB1-E8D1-4B9E-9E6E-8C265D34CF1B}"/>
                </a:ext>
              </a:extLst>
            </p:cNvPr>
            <p:cNvCxnSpPr>
              <a:cxnSpLocks noChangeShapeType="1"/>
            </p:cNvCxnSpPr>
            <p:nvPr/>
          </p:nvCxnSpPr>
          <p:spPr bwMode="auto">
            <a:xfrm>
              <a:off x="3990" y="6525"/>
              <a:ext cx="0" cy="78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1766" name="AutoShape 15">
              <a:extLst>
                <a:ext uri="{FF2B5EF4-FFF2-40B4-BE49-F238E27FC236}">
                  <a16:creationId xmlns:a16="http://schemas.microsoft.com/office/drawing/2014/main" id="{8B280C1C-F792-46CC-A829-971B0A6B42E9}"/>
                </a:ext>
              </a:extLst>
            </p:cNvPr>
            <p:cNvCxnSpPr>
              <a:cxnSpLocks noChangeShapeType="1"/>
            </p:cNvCxnSpPr>
            <p:nvPr/>
          </p:nvCxnSpPr>
          <p:spPr bwMode="auto">
            <a:xfrm>
              <a:off x="3990" y="5894"/>
              <a:ext cx="495" cy="1"/>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1767" name="AutoShape 16">
              <a:extLst>
                <a:ext uri="{FF2B5EF4-FFF2-40B4-BE49-F238E27FC236}">
                  <a16:creationId xmlns:a16="http://schemas.microsoft.com/office/drawing/2014/main" id="{F5D78A3E-9877-4F9F-92E3-672C06000D4B}"/>
                </a:ext>
              </a:extLst>
            </p:cNvPr>
            <p:cNvCxnSpPr>
              <a:cxnSpLocks noChangeShapeType="1"/>
            </p:cNvCxnSpPr>
            <p:nvPr/>
          </p:nvCxnSpPr>
          <p:spPr bwMode="auto">
            <a:xfrm>
              <a:off x="3990" y="8204"/>
              <a:ext cx="570" cy="1"/>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1768" name="AutoShape 17">
              <a:extLst>
                <a:ext uri="{FF2B5EF4-FFF2-40B4-BE49-F238E27FC236}">
                  <a16:creationId xmlns:a16="http://schemas.microsoft.com/office/drawing/2014/main" id="{B98AC847-0281-45E3-A0FF-A30EABAAA988}"/>
                </a:ext>
              </a:extLst>
            </p:cNvPr>
            <p:cNvCxnSpPr>
              <a:cxnSpLocks noChangeShapeType="1"/>
            </p:cNvCxnSpPr>
            <p:nvPr/>
          </p:nvCxnSpPr>
          <p:spPr bwMode="auto">
            <a:xfrm>
              <a:off x="4335" y="5894"/>
              <a:ext cx="0" cy="2310"/>
            </a:xfrm>
            <a:prstGeom prst="straightConnector1">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31769" name="AutoShape 18">
              <a:extLst>
                <a:ext uri="{FF2B5EF4-FFF2-40B4-BE49-F238E27FC236}">
                  <a16:creationId xmlns:a16="http://schemas.microsoft.com/office/drawing/2014/main" id="{E23B591A-6E34-45A7-AF0F-42363DEB8385}"/>
                </a:ext>
              </a:extLst>
            </p:cNvPr>
            <p:cNvCxnSpPr>
              <a:cxnSpLocks noChangeShapeType="1"/>
            </p:cNvCxnSpPr>
            <p:nvPr/>
          </p:nvCxnSpPr>
          <p:spPr bwMode="auto">
            <a:xfrm flipV="1">
              <a:off x="1170" y="6776"/>
              <a:ext cx="0" cy="529"/>
            </a:xfrm>
            <a:prstGeom prst="straightConnector1">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cxnSp>
        <p:cxnSp>
          <p:nvCxnSpPr>
            <p:cNvPr id="31770" name="AutoShape 19">
              <a:extLst>
                <a:ext uri="{FF2B5EF4-FFF2-40B4-BE49-F238E27FC236}">
                  <a16:creationId xmlns:a16="http://schemas.microsoft.com/office/drawing/2014/main" id="{481C49FE-F3FD-4681-85B3-60A1D2B585D5}"/>
                </a:ext>
              </a:extLst>
            </p:cNvPr>
            <p:cNvCxnSpPr>
              <a:cxnSpLocks noChangeShapeType="1"/>
            </p:cNvCxnSpPr>
            <p:nvPr/>
          </p:nvCxnSpPr>
          <p:spPr bwMode="auto">
            <a:xfrm>
              <a:off x="4260" y="5894"/>
              <a:ext cx="495"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grpSp>
      <p:pic>
        <p:nvPicPr>
          <p:cNvPr id="31750" name="Picture 19" descr="ngr011">
            <a:extLst>
              <a:ext uri="{FF2B5EF4-FFF2-40B4-BE49-F238E27FC236}">
                <a16:creationId xmlns:a16="http://schemas.microsoft.com/office/drawing/2014/main" id="{E88D318E-88CF-4213-A8C6-8AED1D14AB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24160" y="1192758"/>
            <a:ext cx="285750"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1" name="Rectangle 20">
            <a:extLst>
              <a:ext uri="{FF2B5EF4-FFF2-40B4-BE49-F238E27FC236}">
                <a16:creationId xmlns:a16="http://schemas.microsoft.com/office/drawing/2014/main" id="{78999644-A6C5-46EC-A497-C110C6BED4B5}"/>
              </a:ext>
            </a:extLst>
          </p:cNvPr>
          <p:cNvSpPr>
            <a:spLocks noChangeArrowheads="1"/>
          </p:cNvSpPr>
          <p:nvPr/>
        </p:nvSpPr>
        <p:spPr bwMode="auto">
          <a:xfrm>
            <a:off x="8367098" y="1549946"/>
            <a:ext cx="5715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a:latin typeface="Arial" panose="020B0604020202020204" pitchFamily="34" charset="0"/>
              </a:rPr>
              <a:t>V</a:t>
            </a:r>
            <a:r>
              <a:rPr lang="en-US" altLang="id-ID" sz="1600" b="1">
                <a:latin typeface="Arial" panose="020B0604020202020204" pitchFamily="34" charset="0"/>
              </a:rPr>
              <a:t>L</a:t>
            </a:r>
            <a:endParaRPr lang="en-US" altLang="id-ID" sz="1600">
              <a:latin typeface="Arial" panose="020B0604020202020204" pitchFamily="34" charset="0"/>
            </a:endParaRPr>
          </a:p>
        </p:txBody>
      </p:sp>
      <p:sp>
        <p:nvSpPr>
          <p:cNvPr id="31752" name="Rectangle 21">
            <a:extLst>
              <a:ext uri="{FF2B5EF4-FFF2-40B4-BE49-F238E27FC236}">
                <a16:creationId xmlns:a16="http://schemas.microsoft.com/office/drawing/2014/main" id="{17881FDC-CBFE-48F1-8036-887684D5C055}"/>
              </a:ext>
            </a:extLst>
          </p:cNvPr>
          <p:cNvSpPr>
            <a:spLocks noChangeArrowheads="1"/>
          </p:cNvSpPr>
          <p:nvPr/>
        </p:nvSpPr>
        <p:spPr bwMode="auto">
          <a:xfrm>
            <a:off x="8009910" y="2121446"/>
            <a:ext cx="4095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800" b="1">
                <a:latin typeface="Arial" panose="020B0604020202020204" pitchFamily="34" charset="0"/>
              </a:rPr>
              <a:t>i</a:t>
            </a:r>
            <a:r>
              <a:rPr lang="en-US" altLang="id-ID" sz="1600" b="1">
                <a:latin typeface="Arial" panose="020B0604020202020204" pitchFamily="34" charset="0"/>
              </a:rPr>
              <a:t>L</a:t>
            </a:r>
            <a:endParaRPr lang="en-US" altLang="id-ID" sz="1600">
              <a:latin typeface="Arial" panose="020B0604020202020204" pitchFamily="34" charset="0"/>
            </a:endParaRPr>
          </a:p>
        </p:txBody>
      </p:sp>
      <p:sp>
        <p:nvSpPr>
          <p:cNvPr id="31753" name="Rectangle 22">
            <a:extLst>
              <a:ext uri="{FF2B5EF4-FFF2-40B4-BE49-F238E27FC236}">
                <a16:creationId xmlns:a16="http://schemas.microsoft.com/office/drawing/2014/main" id="{739DF29B-B9B2-464F-A166-69553D509F16}"/>
              </a:ext>
            </a:extLst>
          </p:cNvPr>
          <p:cNvSpPr>
            <a:spLocks noChangeArrowheads="1"/>
          </p:cNvSpPr>
          <p:nvPr/>
        </p:nvSpPr>
        <p:spPr bwMode="auto">
          <a:xfrm>
            <a:off x="7366973" y="1549946"/>
            <a:ext cx="4508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a:latin typeface="Arial" panose="020B0604020202020204" pitchFamily="34" charset="0"/>
              </a:rPr>
              <a:t>L </a:t>
            </a:r>
            <a:endParaRPr lang="en-US" altLang="id-ID">
              <a:latin typeface="Arial" panose="020B0604020202020204" pitchFamily="34" charset="0"/>
            </a:endParaRPr>
          </a:p>
        </p:txBody>
      </p:sp>
      <p:sp>
        <p:nvSpPr>
          <p:cNvPr id="31754" name="Rectangle 23">
            <a:extLst>
              <a:ext uri="{FF2B5EF4-FFF2-40B4-BE49-F238E27FC236}">
                <a16:creationId xmlns:a16="http://schemas.microsoft.com/office/drawing/2014/main" id="{0E0F3A94-7A95-4977-92C5-BC51361F2219}"/>
              </a:ext>
            </a:extLst>
          </p:cNvPr>
          <p:cNvSpPr>
            <a:spLocks noChangeArrowheads="1"/>
          </p:cNvSpPr>
          <p:nvPr/>
        </p:nvSpPr>
        <p:spPr bwMode="auto">
          <a:xfrm>
            <a:off x="5723910" y="1192758"/>
            <a:ext cx="3381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l-GR" altLang="id-ID" sz="2800" b="1">
                <a:latin typeface="Times New Roman" panose="02020603050405020304" pitchFamily="18" charset="0"/>
                <a:cs typeface="Times New Roman" panose="02020603050405020304" pitchFamily="18" charset="0"/>
              </a:rPr>
              <a:t>ε</a:t>
            </a:r>
            <a:endParaRPr lang="en-US" altLang="id-ID" sz="2800">
              <a:latin typeface="Arial" panose="020B0604020202020204" pitchFamily="34" charset="0"/>
            </a:endParaRPr>
          </a:p>
        </p:txBody>
      </p:sp>
      <p:sp>
        <p:nvSpPr>
          <p:cNvPr id="31755" name="Rectangle 24">
            <a:extLst>
              <a:ext uri="{FF2B5EF4-FFF2-40B4-BE49-F238E27FC236}">
                <a16:creationId xmlns:a16="http://schemas.microsoft.com/office/drawing/2014/main" id="{B065A409-EE44-4BA4-9735-FA580CB306F6}"/>
              </a:ext>
            </a:extLst>
          </p:cNvPr>
          <p:cNvSpPr>
            <a:spLocks noChangeArrowheads="1"/>
          </p:cNvSpPr>
          <p:nvPr/>
        </p:nvSpPr>
        <p:spPr bwMode="auto">
          <a:xfrm>
            <a:off x="6009660" y="1549946"/>
            <a:ext cx="3952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800">
                <a:latin typeface="Arial" panose="020B0604020202020204" pitchFamily="34" charset="0"/>
              </a:rPr>
              <a:t>~</a:t>
            </a:r>
          </a:p>
        </p:txBody>
      </p:sp>
      <p:sp>
        <p:nvSpPr>
          <p:cNvPr id="31756" name="Rectangle 25">
            <a:extLst>
              <a:ext uri="{FF2B5EF4-FFF2-40B4-BE49-F238E27FC236}">
                <a16:creationId xmlns:a16="http://schemas.microsoft.com/office/drawing/2014/main" id="{0C5E1BDD-8166-4143-AB4E-44B3B2A018AF}"/>
              </a:ext>
            </a:extLst>
          </p:cNvPr>
          <p:cNvSpPr>
            <a:spLocks noChangeArrowheads="1"/>
          </p:cNvSpPr>
          <p:nvPr/>
        </p:nvSpPr>
        <p:spPr bwMode="auto">
          <a:xfrm>
            <a:off x="5938223" y="4113380"/>
            <a:ext cx="3000375"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2200" b="1" dirty="0">
                <a:solidFill>
                  <a:srgbClr val="0070C0"/>
                </a:solidFill>
                <a:latin typeface="Arial" panose="020B0604020202020204" pitchFamily="34" charset="0"/>
                <a:ea typeface="Calibri" panose="020F0502020204030204" pitchFamily="34" charset="0"/>
                <a:cs typeface="Arial" panose="020B0604020202020204" pitchFamily="34" charset="0"/>
              </a:rPr>
              <a:t>Fig. 10.  An inductor is connected  across an alternating  current generator</a:t>
            </a:r>
          </a:p>
        </p:txBody>
      </p:sp>
      <p:sp>
        <p:nvSpPr>
          <p:cNvPr id="31757" name="Slide Number Placeholder 25">
            <a:extLst>
              <a:ext uri="{FF2B5EF4-FFF2-40B4-BE49-F238E27FC236}">
                <a16:creationId xmlns:a16="http://schemas.microsoft.com/office/drawing/2014/main" id="{5ABE4111-6B72-4732-B54B-A887A6B5FC4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0829B552-F7B5-4BC9-9194-B78648309D6C}" type="slidenum">
              <a:rPr lang="en-US" altLang="id-ID" sz="1400" smtClean="0"/>
              <a:pPr>
                <a:spcBef>
                  <a:spcPct val="0"/>
                </a:spcBef>
                <a:buFontTx/>
                <a:buNone/>
              </a:pPr>
              <a:t>25</a:t>
            </a:fld>
            <a:endParaRPr lang="en-US" altLang="id-ID" sz="14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0939A445-C993-49EC-A9E8-5AE244DD9026}"/>
              </a:ext>
            </a:extLst>
          </p:cNvPr>
          <p:cNvGraphicFramePr>
            <a:graphicFrameLocks noGrp="1"/>
          </p:cNvGraphicFramePr>
          <p:nvPr>
            <p:extLst>
              <p:ext uri="{D42A27DB-BD31-4B8C-83A1-F6EECF244321}">
                <p14:modId xmlns:p14="http://schemas.microsoft.com/office/powerpoint/2010/main" val="1087321195"/>
              </p:ext>
            </p:extLst>
          </p:nvPr>
        </p:nvGraphicFramePr>
        <p:xfrm>
          <a:off x="1115616" y="2346108"/>
          <a:ext cx="7671768" cy="3913840"/>
        </p:xfrm>
        <a:graphic>
          <a:graphicData uri="http://schemas.openxmlformats.org/drawingml/2006/table">
            <a:tbl>
              <a:tblPr/>
              <a:tblGrid>
                <a:gridCol w="1135101">
                  <a:extLst>
                    <a:ext uri="{9D8B030D-6E8A-4147-A177-3AD203B41FA5}">
                      <a16:colId xmlns:a16="http://schemas.microsoft.com/office/drawing/2014/main" val="20000"/>
                    </a:ext>
                  </a:extLst>
                </a:gridCol>
                <a:gridCol w="799963">
                  <a:extLst>
                    <a:ext uri="{9D8B030D-6E8A-4147-A177-3AD203B41FA5}">
                      <a16:colId xmlns:a16="http://schemas.microsoft.com/office/drawing/2014/main" val="20001"/>
                    </a:ext>
                  </a:extLst>
                </a:gridCol>
                <a:gridCol w="1400297">
                  <a:extLst>
                    <a:ext uri="{9D8B030D-6E8A-4147-A177-3AD203B41FA5}">
                      <a16:colId xmlns:a16="http://schemas.microsoft.com/office/drawing/2014/main" val="20002"/>
                    </a:ext>
                  </a:extLst>
                </a:gridCol>
                <a:gridCol w="1454212">
                  <a:extLst>
                    <a:ext uri="{9D8B030D-6E8A-4147-A177-3AD203B41FA5}">
                      <a16:colId xmlns:a16="http://schemas.microsoft.com/office/drawing/2014/main" val="20003"/>
                    </a:ext>
                  </a:extLst>
                </a:gridCol>
                <a:gridCol w="1815579">
                  <a:extLst>
                    <a:ext uri="{9D8B030D-6E8A-4147-A177-3AD203B41FA5}">
                      <a16:colId xmlns:a16="http://schemas.microsoft.com/office/drawing/2014/main" val="20004"/>
                    </a:ext>
                  </a:extLst>
                </a:gridCol>
                <a:gridCol w="1066616">
                  <a:extLst>
                    <a:ext uri="{9D8B030D-6E8A-4147-A177-3AD203B41FA5}">
                      <a16:colId xmlns:a16="http://schemas.microsoft.com/office/drawing/2014/main" val="20005"/>
                    </a:ext>
                  </a:extLst>
                </a:gridCol>
              </a:tblGrid>
              <a:tr h="777966">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Agency FB" pitchFamily="34" charset="0"/>
                          <a:ea typeface="Calibri" pitchFamily="34" charset="0"/>
                          <a:cs typeface="Times New Roman" pitchFamily="18" charset="0"/>
                        </a:rPr>
                        <a:t>Circuit Element</a:t>
                      </a:r>
                      <a:endParaRPr kumimoji="0" lang="en-US" sz="18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2056" marR="6205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pPr>
                      <a:endParaRPr kumimoji="0" lang="en-US" sz="1700" b="0" i="0" u="none" strike="noStrike" cap="none" normalizeH="0" baseline="0" dirty="0">
                        <a:ln>
                          <a:noFill/>
                        </a:ln>
                        <a:solidFill>
                          <a:schemeClr val="tx1"/>
                        </a:solidFill>
                        <a:effectLst/>
                        <a:latin typeface="Calibri" pitchFamily="34" charset="0"/>
                        <a:cs typeface="Times New Roman" pitchFamily="18" charset="0"/>
                      </a:endParaRPr>
                    </a:p>
                    <a:p>
                      <a:pPr marL="0" marR="0" lvl="0" indent="0" algn="l" defTabSz="914400" rtl="0" eaLnBrk="1" fontAlgn="base" latinLnBrk="0" hangingPunct="1">
                        <a:lnSpc>
                          <a:spcPct val="115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Agency FB" pitchFamily="34" charset="0"/>
                          <a:ea typeface="Calibri" pitchFamily="34" charset="0"/>
                          <a:cs typeface="Times New Roman" pitchFamily="18" charset="0"/>
                        </a:rPr>
                        <a:t>Symbol</a:t>
                      </a:r>
                      <a:endParaRPr kumimoji="0" lang="en-US" sz="1800" b="0" i="0" u="none" strike="noStrike" cap="none" normalizeH="0" baseline="0" dirty="0">
                        <a:ln>
                          <a:noFill/>
                        </a:ln>
                        <a:solidFill>
                          <a:schemeClr val="tx1"/>
                        </a:solidFill>
                        <a:effectLst/>
                        <a:latin typeface="Calibri" pitchFamily="34" charset="0"/>
                        <a:cs typeface="Times New Roman" pitchFamily="18" charset="0"/>
                      </a:endParaRPr>
                    </a:p>
                  </a:txBody>
                  <a:tcPr marL="62056" marR="6205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Agency FB" pitchFamily="34" charset="0"/>
                          <a:ea typeface="Calibri" pitchFamily="34" charset="0"/>
                          <a:cs typeface="Times New Roman" pitchFamily="18" charset="0"/>
                        </a:rPr>
                        <a:t>Resistance or Reactance</a:t>
                      </a:r>
                      <a:endParaRPr kumimoji="0" lang="en-US" sz="1800" b="0"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2056" marR="6205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Agency FB" pitchFamily="34" charset="0"/>
                          <a:ea typeface="Calibri" pitchFamily="34" charset="0"/>
                          <a:cs typeface="Times New Roman" pitchFamily="18" charset="0"/>
                        </a:rPr>
                        <a:t>Phase of Current</a:t>
                      </a:r>
                      <a:endParaRPr kumimoji="0" lang="en-US" sz="1800" b="0"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2056" marR="6205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Agency FB" pitchFamily="34" charset="0"/>
                          <a:ea typeface="Calibri" pitchFamily="34" charset="0"/>
                          <a:cs typeface="Times New Roman" pitchFamily="18" charset="0"/>
                        </a:rPr>
                        <a:t>Phase Constant</a:t>
                      </a:r>
                      <a:endParaRPr kumimoji="0" lang="en-US" sz="1800" b="0" i="0" u="none" strike="noStrike" cap="none" normalizeH="0" baseline="0">
                        <a:ln>
                          <a:noFill/>
                        </a:ln>
                        <a:solidFill>
                          <a:schemeClr val="tx1"/>
                        </a:solidFill>
                        <a:effectLst/>
                        <a:latin typeface="Calibri" pitchFamily="34" charset="0"/>
                        <a:ea typeface="Calibri" pitchFamily="34" charset="0"/>
                        <a:cs typeface="Times New Roman" pitchFamily="18" charset="0"/>
                      </a:endParaRPr>
                    </a:p>
                    <a:p>
                      <a:pPr marL="0" marR="0" lvl="0" indent="0" algn="l" defTabSz="914400" rtl="0" eaLnBrk="1" fontAlgn="base" latinLnBrk="0" hangingPunct="1">
                        <a:lnSpc>
                          <a:spcPct val="11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Agency FB" pitchFamily="34" charset="0"/>
                          <a:ea typeface="Calibri" pitchFamily="34" charset="0"/>
                          <a:cs typeface="Times New Roman" pitchFamily="18" charset="0"/>
                        </a:rPr>
                        <a:t>(or angle) </a:t>
                      </a:r>
                      <a:r>
                        <a:rPr kumimoji="0" lang="en-US" sz="1800" b="1" i="0" u="none" strike="noStrike" cap="none" normalizeH="0" baseline="0">
                          <a:ln>
                            <a:noFill/>
                          </a:ln>
                          <a:solidFill>
                            <a:schemeClr val="tx1"/>
                          </a:solidFill>
                          <a:effectLst/>
                          <a:latin typeface="Calibri" pitchFamily="34" charset="0"/>
                          <a:ea typeface="Calibri" pitchFamily="34" charset="0"/>
                          <a:cs typeface="Times New Roman" pitchFamily="18" charset="0"/>
                        </a:rPr>
                        <a:t>ф</a:t>
                      </a:r>
                      <a:endParaRPr kumimoji="0" lang="en-US" sz="1800" b="0"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2056" marR="6205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Agency FB" pitchFamily="34" charset="0"/>
                          <a:ea typeface="Calibri" pitchFamily="34" charset="0"/>
                          <a:cs typeface="Times New Roman" pitchFamily="18" charset="0"/>
                        </a:rPr>
                        <a:t>Amplitude Relation</a:t>
                      </a:r>
                      <a:endParaRPr kumimoji="0" lang="en-US" sz="1800" b="0"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2056" marR="6205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77178">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200" b="1" i="0" u="none" strike="noStrike" cap="none" normalizeH="0" baseline="0">
                          <a:ln>
                            <a:noFill/>
                          </a:ln>
                          <a:solidFill>
                            <a:schemeClr val="tx1"/>
                          </a:solidFill>
                          <a:effectLst/>
                          <a:latin typeface="Agency FB" pitchFamily="34" charset="0"/>
                          <a:ea typeface="Calibri" pitchFamily="34" charset="0"/>
                          <a:cs typeface="Times New Roman" pitchFamily="18" charset="0"/>
                        </a:rPr>
                        <a:t>Resistor</a:t>
                      </a:r>
                      <a:endParaRPr kumimoji="0" lang="en-US" sz="2200" b="0"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2056" marR="6205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200" b="1" i="0" u="none" strike="noStrike" cap="none" normalizeH="0" baseline="0">
                          <a:ln>
                            <a:noFill/>
                          </a:ln>
                          <a:solidFill>
                            <a:schemeClr val="tx1"/>
                          </a:solidFill>
                          <a:effectLst/>
                          <a:latin typeface="Agency FB" pitchFamily="34" charset="0"/>
                          <a:ea typeface="Calibri" pitchFamily="34" charset="0"/>
                          <a:cs typeface="Times New Roman" pitchFamily="18" charset="0"/>
                        </a:rPr>
                        <a:t>R</a:t>
                      </a:r>
                      <a:endParaRPr kumimoji="0" lang="en-US" sz="2200" b="0"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2056" marR="6205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200" b="1" i="0" u="none" strike="noStrike" cap="none" normalizeH="0" baseline="0">
                          <a:ln>
                            <a:noFill/>
                          </a:ln>
                          <a:solidFill>
                            <a:schemeClr val="tx1"/>
                          </a:solidFill>
                          <a:effectLst/>
                          <a:latin typeface="Agency FB" pitchFamily="34" charset="0"/>
                          <a:ea typeface="Calibri" pitchFamily="34" charset="0"/>
                          <a:cs typeface="Times New Roman" pitchFamily="18" charset="0"/>
                        </a:rPr>
                        <a:t>R</a:t>
                      </a:r>
                      <a:endParaRPr kumimoji="0" lang="en-US" sz="2200" b="0"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2056" marR="6205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200" b="1" i="0" u="none" strike="noStrike" cap="none" normalizeH="0" baseline="0">
                          <a:ln>
                            <a:noFill/>
                          </a:ln>
                          <a:solidFill>
                            <a:schemeClr val="tx1"/>
                          </a:solidFill>
                          <a:effectLst/>
                          <a:latin typeface="Agency FB" pitchFamily="34" charset="0"/>
                          <a:ea typeface="Calibri" pitchFamily="34" charset="0"/>
                          <a:cs typeface="Times New Roman" pitchFamily="18" charset="0"/>
                        </a:rPr>
                        <a:t>In phase with V</a:t>
                      </a:r>
                      <a:r>
                        <a:rPr kumimoji="0" lang="en-US" sz="2200" b="1" i="0" u="none" strike="noStrike" cap="none" normalizeH="0" baseline="-25000">
                          <a:ln>
                            <a:noFill/>
                          </a:ln>
                          <a:solidFill>
                            <a:schemeClr val="tx1"/>
                          </a:solidFill>
                          <a:effectLst/>
                          <a:latin typeface="Agency FB" pitchFamily="34" charset="0"/>
                          <a:ea typeface="Calibri" pitchFamily="34" charset="0"/>
                          <a:cs typeface="Times New Roman" pitchFamily="18" charset="0"/>
                        </a:rPr>
                        <a:t>R</a:t>
                      </a:r>
                      <a:endParaRPr kumimoji="0" lang="en-US" sz="2200" b="0"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2056" marR="6205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200" b="1" i="0" u="none" strike="noStrike" cap="none" normalizeH="0" baseline="0">
                          <a:ln>
                            <a:noFill/>
                          </a:ln>
                          <a:solidFill>
                            <a:schemeClr val="tx1"/>
                          </a:solidFill>
                          <a:effectLst/>
                          <a:latin typeface="Agency FB" pitchFamily="34" charset="0"/>
                          <a:ea typeface="Calibri" pitchFamily="34" charset="0"/>
                          <a:cs typeface="Times New Roman" pitchFamily="18" charset="0"/>
                        </a:rPr>
                        <a:t>0</a:t>
                      </a:r>
                      <a:r>
                        <a:rPr kumimoji="0" lang="en-US" sz="2200" b="1" i="0" u="none" strike="noStrike" cap="none" normalizeH="0" baseline="30000">
                          <a:ln>
                            <a:noFill/>
                          </a:ln>
                          <a:solidFill>
                            <a:schemeClr val="tx1"/>
                          </a:solidFill>
                          <a:effectLst/>
                          <a:latin typeface="Agency FB" pitchFamily="34" charset="0"/>
                          <a:ea typeface="Calibri" pitchFamily="34" charset="0"/>
                          <a:cs typeface="Times New Roman" pitchFamily="18" charset="0"/>
                        </a:rPr>
                        <a:t>0</a:t>
                      </a:r>
                      <a:r>
                        <a:rPr kumimoji="0" lang="en-US" sz="2200" b="1" i="0" u="none" strike="noStrike" cap="none" normalizeH="0" baseline="0">
                          <a:ln>
                            <a:noFill/>
                          </a:ln>
                          <a:solidFill>
                            <a:schemeClr val="tx1"/>
                          </a:solidFill>
                          <a:effectLst/>
                          <a:latin typeface="Agency FB" pitchFamily="34" charset="0"/>
                          <a:ea typeface="Calibri" pitchFamily="34" charset="0"/>
                          <a:cs typeface="Times New Roman" pitchFamily="18" charset="0"/>
                        </a:rPr>
                        <a:t>(=0 rad)</a:t>
                      </a:r>
                      <a:endParaRPr kumimoji="0" lang="en-US" sz="2200" b="0"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2056" marR="6205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200" b="1" i="0" u="none" strike="noStrike" cap="none" normalizeH="0" baseline="0">
                          <a:ln>
                            <a:noFill/>
                          </a:ln>
                          <a:solidFill>
                            <a:schemeClr val="tx1"/>
                          </a:solidFill>
                          <a:effectLst/>
                          <a:latin typeface="Agency FB" pitchFamily="34" charset="0"/>
                          <a:ea typeface="Calibri" pitchFamily="34" charset="0"/>
                          <a:cs typeface="Times New Roman" pitchFamily="18" charset="0"/>
                        </a:rPr>
                        <a:t>V</a:t>
                      </a:r>
                      <a:r>
                        <a:rPr kumimoji="0" lang="en-US" sz="2200" b="1" i="0" u="none" strike="noStrike" cap="none" normalizeH="0" baseline="-25000">
                          <a:ln>
                            <a:noFill/>
                          </a:ln>
                          <a:solidFill>
                            <a:schemeClr val="tx1"/>
                          </a:solidFill>
                          <a:effectLst/>
                          <a:latin typeface="Agency FB" pitchFamily="34" charset="0"/>
                          <a:ea typeface="Calibri" pitchFamily="34" charset="0"/>
                          <a:cs typeface="Times New Roman" pitchFamily="18" charset="0"/>
                        </a:rPr>
                        <a:t>R</a:t>
                      </a:r>
                      <a:r>
                        <a:rPr kumimoji="0" lang="en-US" sz="2200" b="1" i="0" u="none" strike="noStrike" cap="none" normalizeH="0" baseline="0">
                          <a:ln>
                            <a:noFill/>
                          </a:ln>
                          <a:solidFill>
                            <a:schemeClr val="tx1"/>
                          </a:solidFill>
                          <a:effectLst/>
                          <a:latin typeface="Agency FB" pitchFamily="34" charset="0"/>
                          <a:ea typeface="Calibri" pitchFamily="34" charset="0"/>
                          <a:cs typeface="Times New Roman" pitchFamily="18" charset="0"/>
                        </a:rPr>
                        <a:t>=I</a:t>
                      </a:r>
                      <a:r>
                        <a:rPr kumimoji="0" lang="en-US" sz="2200" b="1" i="0" u="none" strike="noStrike" cap="none" normalizeH="0" baseline="-25000">
                          <a:ln>
                            <a:noFill/>
                          </a:ln>
                          <a:solidFill>
                            <a:schemeClr val="tx1"/>
                          </a:solidFill>
                          <a:effectLst/>
                          <a:latin typeface="Agency FB" pitchFamily="34" charset="0"/>
                          <a:ea typeface="Calibri" pitchFamily="34" charset="0"/>
                          <a:cs typeface="Times New Roman" pitchFamily="18" charset="0"/>
                        </a:rPr>
                        <a:t>R</a:t>
                      </a:r>
                      <a:r>
                        <a:rPr kumimoji="0" lang="en-US" sz="2200" b="1" i="0" u="none" strike="noStrike" cap="none" normalizeH="0" baseline="0">
                          <a:ln>
                            <a:noFill/>
                          </a:ln>
                          <a:solidFill>
                            <a:schemeClr val="tx1"/>
                          </a:solidFill>
                          <a:effectLst/>
                          <a:latin typeface="Agency FB" pitchFamily="34" charset="0"/>
                          <a:ea typeface="Calibri" pitchFamily="34" charset="0"/>
                          <a:cs typeface="Times New Roman" pitchFamily="18" charset="0"/>
                        </a:rPr>
                        <a:t> R</a:t>
                      </a:r>
                      <a:endParaRPr kumimoji="0" lang="en-US" sz="2200" b="0"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2056" marR="6205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79348">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200" b="1" i="0" u="none" strike="noStrike" cap="none" normalizeH="0" baseline="0">
                          <a:ln>
                            <a:noFill/>
                          </a:ln>
                          <a:solidFill>
                            <a:schemeClr val="tx1"/>
                          </a:solidFill>
                          <a:effectLst/>
                          <a:latin typeface="Agency FB" pitchFamily="34" charset="0"/>
                          <a:ea typeface="Calibri" pitchFamily="34" charset="0"/>
                          <a:cs typeface="Times New Roman" pitchFamily="18" charset="0"/>
                        </a:rPr>
                        <a:t>Capacitor</a:t>
                      </a:r>
                      <a:endParaRPr kumimoji="0" lang="en-US" sz="2200" b="0"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2056" marR="6205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200" b="1" i="0" u="none" strike="noStrike" cap="none" normalizeH="0" baseline="0">
                          <a:ln>
                            <a:noFill/>
                          </a:ln>
                          <a:solidFill>
                            <a:schemeClr val="tx1"/>
                          </a:solidFill>
                          <a:effectLst/>
                          <a:latin typeface="Agency FB" pitchFamily="34" charset="0"/>
                          <a:ea typeface="Calibri" pitchFamily="34" charset="0"/>
                          <a:cs typeface="Times New Roman" pitchFamily="18" charset="0"/>
                        </a:rPr>
                        <a:t>C</a:t>
                      </a:r>
                      <a:endParaRPr kumimoji="0" lang="en-US" sz="2200" b="0"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2056" marR="6205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200" b="1" i="0" u="none" strike="noStrike" cap="none" normalizeH="0" baseline="0">
                          <a:ln>
                            <a:noFill/>
                          </a:ln>
                          <a:solidFill>
                            <a:schemeClr val="tx1"/>
                          </a:solidFill>
                          <a:effectLst/>
                          <a:latin typeface="Agency FB" pitchFamily="34" charset="0"/>
                          <a:ea typeface="Calibri" pitchFamily="34" charset="0"/>
                          <a:cs typeface="Times New Roman" pitchFamily="18" charset="0"/>
                        </a:rPr>
                        <a:t>X</a:t>
                      </a:r>
                      <a:r>
                        <a:rPr kumimoji="0" lang="en-US" sz="2200" b="1" i="0" u="none" strike="noStrike" cap="none" normalizeH="0" baseline="-25000">
                          <a:ln>
                            <a:noFill/>
                          </a:ln>
                          <a:solidFill>
                            <a:schemeClr val="tx1"/>
                          </a:solidFill>
                          <a:effectLst/>
                          <a:latin typeface="Agency FB" pitchFamily="34" charset="0"/>
                          <a:ea typeface="Calibri" pitchFamily="34" charset="0"/>
                          <a:cs typeface="Times New Roman" pitchFamily="18" charset="0"/>
                        </a:rPr>
                        <a:t>C</a:t>
                      </a:r>
                      <a:r>
                        <a:rPr kumimoji="0" lang="en-US" sz="2200" b="1" i="0" u="none" strike="noStrike" cap="none" normalizeH="0" baseline="0">
                          <a:ln>
                            <a:noFill/>
                          </a:ln>
                          <a:solidFill>
                            <a:schemeClr val="tx1"/>
                          </a:solidFill>
                          <a:effectLst/>
                          <a:latin typeface="Agency FB" pitchFamily="34" charset="0"/>
                          <a:ea typeface="Calibri" pitchFamily="34" charset="0"/>
                          <a:cs typeface="Times New Roman" pitchFamily="18" charset="0"/>
                        </a:rPr>
                        <a:t>= 1/(</a:t>
                      </a:r>
                      <a:r>
                        <a:rPr kumimoji="0" lang="en-US" sz="2200" b="1" i="0" u="none" strike="noStrike" cap="none" normalizeH="0" baseline="0">
                          <a:ln>
                            <a:noFill/>
                          </a:ln>
                          <a:solidFill>
                            <a:schemeClr val="tx1"/>
                          </a:solidFill>
                          <a:effectLst/>
                          <a:latin typeface="Calibri" pitchFamily="34" charset="0"/>
                          <a:ea typeface="Calibri" pitchFamily="34" charset="0"/>
                          <a:cs typeface="Times New Roman" pitchFamily="18" charset="0"/>
                        </a:rPr>
                        <a:t>ω</a:t>
                      </a:r>
                      <a:r>
                        <a:rPr kumimoji="0" lang="en-US" sz="2200" b="1" i="0" u="none" strike="noStrike" cap="none" normalizeH="0" baseline="-25000">
                          <a:ln>
                            <a:noFill/>
                          </a:ln>
                          <a:solidFill>
                            <a:schemeClr val="tx1"/>
                          </a:solidFill>
                          <a:effectLst/>
                          <a:latin typeface="Calibri" pitchFamily="34" charset="0"/>
                          <a:ea typeface="Calibri" pitchFamily="34" charset="0"/>
                          <a:cs typeface="Times New Roman" pitchFamily="18" charset="0"/>
                        </a:rPr>
                        <a:t>d</a:t>
                      </a:r>
                      <a:r>
                        <a:rPr kumimoji="0" lang="en-US" sz="2200" b="1" i="0" u="none" strike="noStrike" cap="none" normalizeH="0" baseline="0">
                          <a:ln>
                            <a:noFill/>
                          </a:ln>
                          <a:solidFill>
                            <a:schemeClr val="tx1"/>
                          </a:solidFill>
                          <a:effectLst/>
                          <a:latin typeface="Agency FB" pitchFamily="34" charset="0"/>
                          <a:ea typeface="Calibri" pitchFamily="34" charset="0"/>
                          <a:cs typeface="Times New Roman" pitchFamily="18" charset="0"/>
                        </a:rPr>
                        <a:t>C)</a:t>
                      </a:r>
                      <a:endParaRPr kumimoji="0" lang="en-US" sz="2200" b="0"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2056" marR="6205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200" b="1" i="0" u="none" strike="noStrike" cap="none" normalizeH="0" baseline="0">
                          <a:ln>
                            <a:noFill/>
                          </a:ln>
                          <a:solidFill>
                            <a:schemeClr val="tx1"/>
                          </a:solidFill>
                          <a:effectLst/>
                          <a:latin typeface="Agency FB" pitchFamily="34" charset="0"/>
                          <a:ea typeface="Calibri" pitchFamily="34" charset="0"/>
                          <a:cs typeface="Times New Roman" pitchFamily="18" charset="0"/>
                        </a:rPr>
                        <a:t>Leads V</a:t>
                      </a:r>
                      <a:r>
                        <a:rPr kumimoji="0" lang="en-US" sz="2200" b="1" i="0" u="none" strike="noStrike" cap="none" normalizeH="0" baseline="-25000">
                          <a:ln>
                            <a:noFill/>
                          </a:ln>
                          <a:solidFill>
                            <a:schemeClr val="tx1"/>
                          </a:solidFill>
                          <a:effectLst/>
                          <a:latin typeface="Agency FB" pitchFamily="34" charset="0"/>
                          <a:ea typeface="Calibri" pitchFamily="34" charset="0"/>
                          <a:cs typeface="Times New Roman" pitchFamily="18" charset="0"/>
                        </a:rPr>
                        <a:t>C</a:t>
                      </a:r>
                      <a:r>
                        <a:rPr kumimoji="0" lang="en-US" sz="2200" b="1" i="0" u="none" strike="noStrike" cap="none" normalizeH="0" baseline="0">
                          <a:ln>
                            <a:noFill/>
                          </a:ln>
                          <a:solidFill>
                            <a:schemeClr val="tx1"/>
                          </a:solidFill>
                          <a:effectLst/>
                          <a:latin typeface="Agency FB" pitchFamily="34" charset="0"/>
                          <a:ea typeface="Calibri" pitchFamily="34" charset="0"/>
                          <a:cs typeface="Times New Roman" pitchFamily="18" charset="0"/>
                        </a:rPr>
                        <a:t> by 90</a:t>
                      </a:r>
                      <a:r>
                        <a:rPr kumimoji="0" lang="en-US" sz="2200" b="1" i="0" u="none" strike="noStrike" cap="none" normalizeH="0" baseline="30000">
                          <a:ln>
                            <a:noFill/>
                          </a:ln>
                          <a:solidFill>
                            <a:schemeClr val="tx1"/>
                          </a:solidFill>
                          <a:effectLst/>
                          <a:latin typeface="Agency FB" pitchFamily="34" charset="0"/>
                          <a:ea typeface="Calibri" pitchFamily="34" charset="0"/>
                          <a:cs typeface="Times New Roman" pitchFamily="18" charset="0"/>
                        </a:rPr>
                        <a:t>0 </a:t>
                      </a:r>
                      <a:r>
                        <a:rPr kumimoji="0" lang="en-US" sz="2200" b="1" i="0" u="none" strike="noStrike" cap="none" normalizeH="0" baseline="0">
                          <a:ln>
                            <a:noFill/>
                          </a:ln>
                          <a:solidFill>
                            <a:schemeClr val="tx1"/>
                          </a:solidFill>
                          <a:effectLst/>
                          <a:latin typeface="Agency FB" pitchFamily="34" charset="0"/>
                          <a:ea typeface="Calibri" pitchFamily="34" charset="0"/>
                          <a:cs typeface="Times New Roman" pitchFamily="18" charset="0"/>
                        </a:rPr>
                        <a:t>(=</a:t>
                      </a:r>
                      <a:r>
                        <a:rPr kumimoji="0" lang="en-US" sz="2200" b="1" i="0" u="none" strike="noStrike" cap="none" normalizeH="0" baseline="0">
                          <a:ln>
                            <a:noFill/>
                          </a:ln>
                          <a:solidFill>
                            <a:schemeClr val="tx1"/>
                          </a:solidFill>
                          <a:effectLst/>
                          <a:latin typeface="Times New Roman" pitchFamily="18" charset="0"/>
                          <a:ea typeface="Calibri" pitchFamily="34" charset="0"/>
                          <a:cs typeface="Times New Roman" pitchFamily="18" charset="0"/>
                        </a:rPr>
                        <a:t>π</a:t>
                      </a:r>
                      <a:r>
                        <a:rPr kumimoji="0" lang="en-US" sz="2200" b="1" i="0" u="none" strike="noStrike" cap="none" normalizeH="0" baseline="0">
                          <a:ln>
                            <a:noFill/>
                          </a:ln>
                          <a:solidFill>
                            <a:schemeClr val="tx1"/>
                          </a:solidFill>
                          <a:effectLst/>
                          <a:latin typeface="Agency FB" pitchFamily="34" charset="0"/>
                          <a:ea typeface="Calibri" pitchFamily="34" charset="0"/>
                          <a:cs typeface="Times New Roman" pitchFamily="18" charset="0"/>
                        </a:rPr>
                        <a:t>/2 rad)</a:t>
                      </a:r>
                      <a:endParaRPr kumimoji="0" lang="en-US" sz="2200" b="0"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2056" marR="6205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2200" b="1" i="0" u="none" strike="noStrike" cap="none" normalizeH="0" baseline="0">
                          <a:ln>
                            <a:noFill/>
                          </a:ln>
                          <a:solidFill>
                            <a:schemeClr val="tx1"/>
                          </a:solidFill>
                          <a:effectLst/>
                          <a:latin typeface="Agency FB" pitchFamily="34" charset="0"/>
                          <a:ea typeface="Calibri" pitchFamily="34" charset="0"/>
                          <a:cs typeface="Times New Roman" pitchFamily="18" charset="0"/>
                        </a:rPr>
                        <a:t>-90</a:t>
                      </a:r>
                      <a:r>
                        <a:rPr kumimoji="0" lang="en-US" sz="2200" b="1" i="0" u="none" strike="noStrike" cap="none" normalizeH="0" baseline="30000">
                          <a:ln>
                            <a:noFill/>
                          </a:ln>
                          <a:solidFill>
                            <a:schemeClr val="tx1"/>
                          </a:solidFill>
                          <a:effectLst/>
                          <a:latin typeface="Agency FB" pitchFamily="34" charset="0"/>
                          <a:ea typeface="Calibri" pitchFamily="34" charset="0"/>
                          <a:cs typeface="Times New Roman" pitchFamily="18" charset="0"/>
                        </a:rPr>
                        <a:t>0</a:t>
                      </a:r>
                      <a:r>
                        <a:rPr kumimoji="0" lang="en-US" sz="2200" b="1" i="0" u="none" strike="noStrike" cap="none" normalizeH="0" baseline="0">
                          <a:ln>
                            <a:noFill/>
                          </a:ln>
                          <a:solidFill>
                            <a:schemeClr val="tx1"/>
                          </a:solidFill>
                          <a:effectLst/>
                          <a:latin typeface="Agency FB" pitchFamily="34" charset="0"/>
                          <a:ea typeface="Calibri" pitchFamily="34" charset="0"/>
                          <a:cs typeface="Times New Roman" pitchFamily="18" charset="0"/>
                        </a:rPr>
                        <a:t>(=-</a:t>
                      </a:r>
                      <a:r>
                        <a:rPr kumimoji="0" lang="en-US" sz="2200" b="1" i="0" u="none" strike="noStrike" cap="none" normalizeH="0" baseline="0">
                          <a:ln>
                            <a:noFill/>
                          </a:ln>
                          <a:solidFill>
                            <a:schemeClr val="tx1"/>
                          </a:solidFill>
                          <a:effectLst/>
                          <a:latin typeface="Times New Roman" pitchFamily="18" charset="0"/>
                          <a:ea typeface="Calibri" pitchFamily="34" charset="0"/>
                          <a:cs typeface="Times New Roman" pitchFamily="18" charset="0"/>
                        </a:rPr>
                        <a:t>π</a:t>
                      </a:r>
                      <a:r>
                        <a:rPr kumimoji="0" lang="en-US" sz="2200" b="1" i="0" u="none" strike="noStrike" cap="none" normalizeH="0" baseline="0">
                          <a:ln>
                            <a:noFill/>
                          </a:ln>
                          <a:solidFill>
                            <a:schemeClr val="tx1"/>
                          </a:solidFill>
                          <a:effectLst/>
                          <a:latin typeface="Agency FB" pitchFamily="34" charset="0"/>
                          <a:ea typeface="Calibri" pitchFamily="34" charset="0"/>
                          <a:cs typeface="Times New Roman" pitchFamily="18" charset="0"/>
                        </a:rPr>
                        <a:t>/2 rad)</a:t>
                      </a:r>
                      <a:endParaRPr kumimoji="0" lang="en-US" sz="2200" b="0"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2056" marR="6205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200" b="1" i="0" u="none" strike="noStrike" cap="none" normalizeH="0" baseline="0">
                          <a:ln>
                            <a:noFill/>
                          </a:ln>
                          <a:solidFill>
                            <a:schemeClr val="tx1"/>
                          </a:solidFill>
                          <a:effectLst/>
                          <a:latin typeface="Agency FB" pitchFamily="34" charset="0"/>
                          <a:ea typeface="Calibri" pitchFamily="34" charset="0"/>
                          <a:cs typeface="Times New Roman" pitchFamily="18" charset="0"/>
                        </a:rPr>
                        <a:t>V</a:t>
                      </a:r>
                      <a:r>
                        <a:rPr kumimoji="0" lang="en-US" sz="2200" b="1" i="0" u="none" strike="noStrike" cap="none" normalizeH="0" baseline="-25000">
                          <a:ln>
                            <a:noFill/>
                          </a:ln>
                          <a:solidFill>
                            <a:schemeClr val="tx1"/>
                          </a:solidFill>
                          <a:effectLst/>
                          <a:latin typeface="Agency FB" pitchFamily="34" charset="0"/>
                          <a:ea typeface="Calibri" pitchFamily="34" charset="0"/>
                          <a:cs typeface="Times New Roman" pitchFamily="18" charset="0"/>
                        </a:rPr>
                        <a:t>C</a:t>
                      </a:r>
                      <a:r>
                        <a:rPr kumimoji="0" lang="en-US" sz="2200" b="1" i="0" u="none" strike="noStrike" cap="none" normalizeH="0" baseline="0">
                          <a:ln>
                            <a:noFill/>
                          </a:ln>
                          <a:solidFill>
                            <a:schemeClr val="tx1"/>
                          </a:solidFill>
                          <a:effectLst/>
                          <a:latin typeface="Agency FB" pitchFamily="34" charset="0"/>
                          <a:ea typeface="Calibri" pitchFamily="34" charset="0"/>
                          <a:cs typeface="Times New Roman" pitchFamily="18" charset="0"/>
                        </a:rPr>
                        <a:t>=I</a:t>
                      </a:r>
                      <a:r>
                        <a:rPr kumimoji="0" lang="en-US" sz="2200" b="1" i="0" u="none" strike="noStrike" cap="none" normalizeH="0" baseline="-25000">
                          <a:ln>
                            <a:noFill/>
                          </a:ln>
                          <a:solidFill>
                            <a:schemeClr val="tx1"/>
                          </a:solidFill>
                          <a:effectLst/>
                          <a:latin typeface="Agency FB" pitchFamily="34" charset="0"/>
                          <a:ea typeface="Calibri" pitchFamily="34" charset="0"/>
                          <a:cs typeface="Times New Roman" pitchFamily="18" charset="0"/>
                        </a:rPr>
                        <a:t>C</a:t>
                      </a:r>
                      <a:r>
                        <a:rPr kumimoji="0" lang="en-US" sz="2200" b="1" i="0" u="none" strike="noStrike" cap="none" normalizeH="0" baseline="0">
                          <a:ln>
                            <a:noFill/>
                          </a:ln>
                          <a:solidFill>
                            <a:schemeClr val="tx1"/>
                          </a:solidFill>
                          <a:effectLst/>
                          <a:latin typeface="Agency FB" pitchFamily="34" charset="0"/>
                          <a:ea typeface="Calibri" pitchFamily="34" charset="0"/>
                          <a:cs typeface="Times New Roman" pitchFamily="18" charset="0"/>
                        </a:rPr>
                        <a:t> X</a:t>
                      </a:r>
                      <a:r>
                        <a:rPr kumimoji="0" lang="en-US" sz="2200" b="1" i="0" u="none" strike="noStrike" cap="none" normalizeH="0" baseline="-25000">
                          <a:ln>
                            <a:noFill/>
                          </a:ln>
                          <a:solidFill>
                            <a:schemeClr val="tx1"/>
                          </a:solidFill>
                          <a:effectLst/>
                          <a:latin typeface="Agency FB" pitchFamily="34" charset="0"/>
                          <a:ea typeface="Calibri" pitchFamily="34" charset="0"/>
                          <a:cs typeface="Times New Roman" pitchFamily="18" charset="0"/>
                        </a:rPr>
                        <a:t>C</a:t>
                      </a:r>
                      <a:endParaRPr kumimoji="0" lang="en-US" sz="2200" b="0"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2056" marR="6205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179348">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200" b="1" i="0" u="none" strike="noStrike" cap="none" normalizeH="0" baseline="0">
                          <a:ln>
                            <a:noFill/>
                          </a:ln>
                          <a:solidFill>
                            <a:schemeClr val="tx1"/>
                          </a:solidFill>
                          <a:effectLst/>
                          <a:latin typeface="Agency FB" pitchFamily="34" charset="0"/>
                          <a:ea typeface="Calibri" pitchFamily="34" charset="0"/>
                          <a:cs typeface="Times New Roman" pitchFamily="18" charset="0"/>
                        </a:rPr>
                        <a:t>Inductor</a:t>
                      </a:r>
                      <a:endParaRPr kumimoji="0" lang="en-US" sz="2200" b="0"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2056" marR="6205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200" b="1" i="0" u="none" strike="noStrike" cap="none" normalizeH="0" baseline="0">
                          <a:ln>
                            <a:noFill/>
                          </a:ln>
                          <a:solidFill>
                            <a:schemeClr val="tx1"/>
                          </a:solidFill>
                          <a:effectLst/>
                          <a:latin typeface="Agency FB" pitchFamily="34" charset="0"/>
                          <a:ea typeface="Calibri" pitchFamily="34" charset="0"/>
                          <a:cs typeface="Times New Roman" pitchFamily="18" charset="0"/>
                        </a:rPr>
                        <a:t>L</a:t>
                      </a:r>
                      <a:endParaRPr kumimoji="0" lang="en-US" sz="2200" b="0"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2056" marR="6205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200" b="1" i="0" u="none" strike="noStrike" cap="none" normalizeH="0" baseline="0">
                          <a:ln>
                            <a:noFill/>
                          </a:ln>
                          <a:solidFill>
                            <a:schemeClr val="tx1"/>
                          </a:solidFill>
                          <a:effectLst/>
                          <a:latin typeface="Agency FB" pitchFamily="34" charset="0"/>
                          <a:ea typeface="Calibri" pitchFamily="34" charset="0"/>
                          <a:cs typeface="Times New Roman" pitchFamily="18" charset="0"/>
                        </a:rPr>
                        <a:t>X</a:t>
                      </a:r>
                      <a:r>
                        <a:rPr kumimoji="0" lang="en-US" sz="2200" b="1" i="0" u="none" strike="noStrike" cap="none" normalizeH="0" baseline="-25000">
                          <a:ln>
                            <a:noFill/>
                          </a:ln>
                          <a:solidFill>
                            <a:schemeClr val="tx1"/>
                          </a:solidFill>
                          <a:effectLst/>
                          <a:latin typeface="Agency FB" pitchFamily="34" charset="0"/>
                          <a:ea typeface="Calibri" pitchFamily="34" charset="0"/>
                          <a:cs typeface="Times New Roman" pitchFamily="18" charset="0"/>
                        </a:rPr>
                        <a:t>L</a:t>
                      </a:r>
                      <a:r>
                        <a:rPr kumimoji="0" lang="en-US" sz="2200" b="1" i="0" u="none" strike="noStrike" cap="none" normalizeH="0" baseline="0">
                          <a:ln>
                            <a:noFill/>
                          </a:ln>
                          <a:solidFill>
                            <a:schemeClr val="tx1"/>
                          </a:solidFill>
                          <a:effectLst/>
                          <a:latin typeface="Agency FB" pitchFamily="34" charset="0"/>
                          <a:ea typeface="Calibri" pitchFamily="34" charset="0"/>
                          <a:cs typeface="Times New Roman" pitchFamily="18" charset="0"/>
                        </a:rPr>
                        <a:t>= </a:t>
                      </a:r>
                      <a:r>
                        <a:rPr kumimoji="0" lang="en-US" sz="2200" b="1" i="0" u="none" strike="noStrike" cap="none" normalizeH="0" baseline="0">
                          <a:ln>
                            <a:noFill/>
                          </a:ln>
                          <a:solidFill>
                            <a:schemeClr val="tx1"/>
                          </a:solidFill>
                          <a:effectLst/>
                          <a:latin typeface="Calibri" pitchFamily="34" charset="0"/>
                          <a:ea typeface="Calibri" pitchFamily="34" charset="0"/>
                          <a:cs typeface="Times New Roman" pitchFamily="18" charset="0"/>
                        </a:rPr>
                        <a:t>ω</a:t>
                      </a:r>
                      <a:r>
                        <a:rPr kumimoji="0" lang="en-US" sz="2200" b="1" i="0" u="none" strike="noStrike" cap="none" normalizeH="0" baseline="-25000">
                          <a:ln>
                            <a:noFill/>
                          </a:ln>
                          <a:solidFill>
                            <a:schemeClr val="tx1"/>
                          </a:solidFill>
                          <a:effectLst/>
                          <a:latin typeface="Calibri" pitchFamily="34" charset="0"/>
                          <a:ea typeface="Calibri" pitchFamily="34" charset="0"/>
                          <a:cs typeface="Times New Roman" pitchFamily="18" charset="0"/>
                        </a:rPr>
                        <a:t>d</a:t>
                      </a:r>
                      <a:r>
                        <a:rPr kumimoji="0" lang="en-US" sz="2200" b="1" i="0" u="none" strike="noStrike" cap="none" normalizeH="0" baseline="0">
                          <a:ln>
                            <a:noFill/>
                          </a:ln>
                          <a:solidFill>
                            <a:schemeClr val="tx1"/>
                          </a:solidFill>
                          <a:effectLst/>
                          <a:latin typeface="Agency FB" pitchFamily="34" charset="0"/>
                          <a:ea typeface="Calibri" pitchFamily="34" charset="0"/>
                          <a:cs typeface="Times New Roman" pitchFamily="18" charset="0"/>
                        </a:rPr>
                        <a:t>L</a:t>
                      </a:r>
                      <a:endParaRPr kumimoji="0" lang="en-US" sz="2200" b="0"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2056" marR="6205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200" b="1" i="0" u="none" strike="noStrike" cap="none" normalizeH="0" baseline="0">
                          <a:ln>
                            <a:noFill/>
                          </a:ln>
                          <a:solidFill>
                            <a:schemeClr val="tx1"/>
                          </a:solidFill>
                          <a:effectLst/>
                          <a:latin typeface="Agency FB" pitchFamily="34" charset="0"/>
                          <a:ea typeface="Calibri" pitchFamily="34" charset="0"/>
                          <a:cs typeface="Times New Roman" pitchFamily="18" charset="0"/>
                        </a:rPr>
                        <a:t>Lags V</a:t>
                      </a:r>
                      <a:r>
                        <a:rPr kumimoji="0" lang="en-US" sz="2200" b="1" i="0" u="none" strike="noStrike" cap="none" normalizeH="0" baseline="-25000">
                          <a:ln>
                            <a:noFill/>
                          </a:ln>
                          <a:solidFill>
                            <a:schemeClr val="tx1"/>
                          </a:solidFill>
                          <a:effectLst/>
                          <a:latin typeface="Agency FB" pitchFamily="34" charset="0"/>
                          <a:ea typeface="Calibri" pitchFamily="34" charset="0"/>
                          <a:cs typeface="Times New Roman" pitchFamily="18" charset="0"/>
                        </a:rPr>
                        <a:t>L</a:t>
                      </a:r>
                      <a:r>
                        <a:rPr kumimoji="0" lang="en-US" sz="2200" b="1" i="0" u="none" strike="noStrike" cap="none" normalizeH="0" baseline="0">
                          <a:ln>
                            <a:noFill/>
                          </a:ln>
                          <a:solidFill>
                            <a:schemeClr val="tx1"/>
                          </a:solidFill>
                          <a:effectLst/>
                          <a:latin typeface="Agency FB" pitchFamily="34" charset="0"/>
                          <a:ea typeface="Calibri" pitchFamily="34" charset="0"/>
                          <a:cs typeface="Times New Roman" pitchFamily="18" charset="0"/>
                        </a:rPr>
                        <a:t> by 90</a:t>
                      </a:r>
                      <a:r>
                        <a:rPr kumimoji="0" lang="en-US" sz="2200" b="1" i="0" u="none" strike="noStrike" cap="none" normalizeH="0" baseline="30000">
                          <a:ln>
                            <a:noFill/>
                          </a:ln>
                          <a:solidFill>
                            <a:schemeClr val="tx1"/>
                          </a:solidFill>
                          <a:effectLst/>
                          <a:latin typeface="Agency FB" pitchFamily="34" charset="0"/>
                          <a:ea typeface="Calibri" pitchFamily="34" charset="0"/>
                          <a:cs typeface="Times New Roman" pitchFamily="18" charset="0"/>
                        </a:rPr>
                        <a:t>0 </a:t>
                      </a:r>
                      <a:r>
                        <a:rPr kumimoji="0" lang="en-US" sz="2200" b="1" i="0" u="none" strike="noStrike" cap="none" normalizeH="0" baseline="0">
                          <a:ln>
                            <a:noFill/>
                          </a:ln>
                          <a:solidFill>
                            <a:schemeClr val="tx1"/>
                          </a:solidFill>
                          <a:effectLst/>
                          <a:latin typeface="Agency FB" pitchFamily="34" charset="0"/>
                          <a:ea typeface="Calibri" pitchFamily="34" charset="0"/>
                          <a:cs typeface="Times New Roman" pitchFamily="18" charset="0"/>
                        </a:rPr>
                        <a:t>(=</a:t>
                      </a:r>
                      <a:r>
                        <a:rPr kumimoji="0" lang="en-US" sz="2200" b="1" i="0" u="none" strike="noStrike" cap="none" normalizeH="0" baseline="0">
                          <a:ln>
                            <a:noFill/>
                          </a:ln>
                          <a:solidFill>
                            <a:schemeClr val="tx1"/>
                          </a:solidFill>
                          <a:effectLst/>
                          <a:latin typeface="Times New Roman" pitchFamily="18" charset="0"/>
                          <a:ea typeface="Calibri" pitchFamily="34" charset="0"/>
                          <a:cs typeface="Times New Roman" pitchFamily="18" charset="0"/>
                        </a:rPr>
                        <a:t>π</a:t>
                      </a:r>
                      <a:r>
                        <a:rPr kumimoji="0" lang="en-US" sz="2200" b="1" i="0" u="none" strike="noStrike" cap="none" normalizeH="0" baseline="0">
                          <a:ln>
                            <a:noFill/>
                          </a:ln>
                          <a:solidFill>
                            <a:schemeClr val="tx1"/>
                          </a:solidFill>
                          <a:effectLst/>
                          <a:latin typeface="Agency FB" pitchFamily="34" charset="0"/>
                          <a:ea typeface="Calibri" pitchFamily="34" charset="0"/>
                          <a:cs typeface="Times New Roman" pitchFamily="18" charset="0"/>
                        </a:rPr>
                        <a:t>/2 rad)</a:t>
                      </a:r>
                      <a:endParaRPr kumimoji="0" lang="en-US" sz="2200" b="0"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2056" marR="6205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Agency FB" pitchFamily="34" charset="0"/>
                          <a:ea typeface="Calibri" pitchFamily="34" charset="0"/>
                          <a:cs typeface="Times New Roman" pitchFamily="18" charset="0"/>
                        </a:rPr>
                        <a:t>+90</a:t>
                      </a:r>
                      <a:r>
                        <a:rPr kumimoji="0" lang="en-US" sz="1800" b="1" i="0" u="none" strike="noStrike" cap="none" normalizeH="0" baseline="30000">
                          <a:ln>
                            <a:noFill/>
                          </a:ln>
                          <a:solidFill>
                            <a:schemeClr val="tx1"/>
                          </a:solidFill>
                          <a:effectLst/>
                          <a:latin typeface="Agency FB" pitchFamily="34" charset="0"/>
                          <a:ea typeface="Calibri" pitchFamily="34" charset="0"/>
                          <a:cs typeface="Times New Roman" pitchFamily="18" charset="0"/>
                        </a:rPr>
                        <a:t>0</a:t>
                      </a:r>
                      <a:r>
                        <a:rPr kumimoji="0" lang="en-US" sz="1800" b="1" i="0" u="none" strike="noStrike" cap="none" normalizeH="0" baseline="0">
                          <a:ln>
                            <a:noFill/>
                          </a:ln>
                          <a:solidFill>
                            <a:schemeClr val="tx1"/>
                          </a:solidFill>
                          <a:effectLst/>
                          <a:latin typeface="Agency FB" pitchFamily="34" charset="0"/>
                          <a:ea typeface="Calibri" pitchFamily="34" charset="0"/>
                          <a:cs typeface="Times New Roman" pitchFamily="18" charset="0"/>
                        </a:rPr>
                        <a:t>(=+</a:t>
                      </a:r>
                      <a:r>
                        <a:rPr kumimoji="0" lang="en-US" sz="1800" b="1" i="0" u="none" strike="noStrike" cap="none" normalizeH="0" baseline="0">
                          <a:ln>
                            <a:noFill/>
                          </a:ln>
                          <a:solidFill>
                            <a:schemeClr val="tx1"/>
                          </a:solidFill>
                          <a:effectLst/>
                          <a:latin typeface="Times New Roman" pitchFamily="18" charset="0"/>
                          <a:ea typeface="Calibri" pitchFamily="34" charset="0"/>
                          <a:cs typeface="Times New Roman" pitchFamily="18" charset="0"/>
                        </a:rPr>
                        <a:t>π</a:t>
                      </a:r>
                      <a:r>
                        <a:rPr kumimoji="0" lang="en-US" sz="1800" b="1" i="0" u="none" strike="noStrike" cap="none" normalizeH="0" baseline="0">
                          <a:ln>
                            <a:noFill/>
                          </a:ln>
                          <a:solidFill>
                            <a:schemeClr val="tx1"/>
                          </a:solidFill>
                          <a:effectLst/>
                          <a:latin typeface="Agency FB" pitchFamily="34" charset="0"/>
                          <a:ea typeface="Calibri" pitchFamily="34" charset="0"/>
                          <a:cs typeface="Times New Roman" pitchFamily="18" charset="0"/>
                        </a:rPr>
                        <a:t>/2 rad)</a:t>
                      </a:r>
                      <a:endParaRPr kumimoji="0" lang="en-US" sz="1800" b="0"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2056" marR="6205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Agency FB" pitchFamily="34" charset="0"/>
                          <a:ea typeface="Calibri" pitchFamily="34" charset="0"/>
                          <a:cs typeface="Times New Roman" pitchFamily="18" charset="0"/>
                        </a:rPr>
                        <a:t>V</a:t>
                      </a:r>
                      <a:r>
                        <a:rPr kumimoji="0" lang="en-US" sz="2200" b="1" i="0" u="none" strike="noStrike" cap="none" normalizeH="0" baseline="-25000" dirty="0">
                          <a:ln>
                            <a:noFill/>
                          </a:ln>
                          <a:solidFill>
                            <a:schemeClr val="tx1"/>
                          </a:solidFill>
                          <a:effectLst/>
                          <a:latin typeface="Agency FB" pitchFamily="34" charset="0"/>
                          <a:ea typeface="Calibri" pitchFamily="34" charset="0"/>
                          <a:cs typeface="Times New Roman" pitchFamily="18" charset="0"/>
                        </a:rPr>
                        <a:t>L</a:t>
                      </a:r>
                      <a:r>
                        <a:rPr kumimoji="0" lang="en-US" sz="2200" b="1" i="0" u="none" strike="noStrike" cap="none" normalizeH="0" baseline="0" dirty="0">
                          <a:ln>
                            <a:noFill/>
                          </a:ln>
                          <a:solidFill>
                            <a:schemeClr val="tx1"/>
                          </a:solidFill>
                          <a:effectLst/>
                          <a:latin typeface="Agency FB" pitchFamily="34" charset="0"/>
                          <a:ea typeface="Calibri" pitchFamily="34" charset="0"/>
                          <a:cs typeface="Times New Roman" pitchFamily="18" charset="0"/>
                        </a:rPr>
                        <a:t>=I</a:t>
                      </a:r>
                      <a:r>
                        <a:rPr kumimoji="0" lang="en-US" sz="2200" b="1" i="0" u="none" strike="noStrike" cap="none" normalizeH="0" baseline="-25000" dirty="0">
                          <a:ln>
                            <a:noFill/>
                          </a:ln>
                          <a:solidFill>
                            <a:schemeClr val="tx1"/>
                          </a:solidFill>
                          <a:effectLst/>
                          <a:latin typeface="Agency FB" pitchFamily="34" charset="0"/>
                          <a:ea typeface="Calibri" pitchFamily="34" charset="0"/>
                          <a:cs typeface="Times New Roman" pitchFamily="18" charset="0"/>
                        </a:rPr>
                        <a:t>L</a:t>
                      </a:r>
                      <a:r>
                        <a:rPr kumimoji="0" lang="en-US" sz="2200" b="1" i="0" u="none" strike="noStrike" cap="none" normalizeH="0" baseline="0" dirty="0">
                          <a:ln>
                            <a:noFill/>
                          </a:ln>
                          <a:solidFill>
                            <a:schemeClr val="tx1"/>
                          </a:solidFill>
                          <a:effectLst/>
                          <a:latin typeface="Agency FB" pitchFamily="34" charset="0"/>
                          <a:ea typeface="Calibri" pitchFamily="34" charset="0"/>
                          <a:cs typeface="Times New Roman" pitchFamily="18" charset="0"/>
                        </a:rPr>
                        <a:t> X</a:t>
                      </a:r>
                      <a:r>
                        <a:rPr kumimoji="0" lang="en-US" sz="2200" b="1" i="0" u="none" strike="noStrike" cap="none" normalizeH="0" baseline="-25000" dirty="0">
                          <a:ln>
                            <a:noFill/>
                          </a:ln>
                          <a:solidFill>
                            <a:schemeClr val="tx1"/>
                          </a:solidFill>
                          <a:effectLst/>
                          <a:latin typeface="Agency FB" pitchFamily="34" charset="0"/>
                          <a:ea typeface="Calibri" pitchFamily="34" charset="0"/>
                          <a:cs typeface="Times New Roman" pitchFamily="18" charset="0"/>
                        </a:rPr>
                        <a:t>L</a:t>
                      </a:r>
                      <a:endParaRPr kumimoji="0" lang="en-US" sz="22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2056" marR="6205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2807" name="Rectangle 3">
            <a:extLst>
              <a:ext uri="{FF2B5EF4-FFF2-40B4-BE49-F238E27FC236}">
                <a16:creationId xmlns:a16="http://schemas.microsoft.com/office/drawing/2014/main" id="{5930239C-F3BE-4D7D-92AA-27AEAB12B8C2}"/>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32808" name="Rectangle 4">
            <a:extLst>
              <a:ext uri="{FF2B5EF4-FFF2-40B4-BE49-F238E27FC236}">
                <a16:creationId xmlns:a16="http://schemas.microsoft.com/office/drawing/2014/main" id="{6D036123-1DD3-447C-BDB0-AB9D1382B0FA}"/>
              </a:ext>
            </a:extLst>
          </p:cNvPr>
          <p:cNvSpPr>
            <a:spLocks noChangeArrowheads="1"/>
          </p:cNvSpPr>
          <p:nvPr/>
        </p:nvSpPr>
        <p:spPr bwMode="auto">
          <a:xfrm>
            <a:off x="990575" y="1541528"/>
            <a:ext cx="66294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2000" b="1" dirty="0">
                <a:solidFill>
                  <a:srgbClr val="000000"/>
                </a:solidFill>
                <a:latin typeface="Calibri" panose="020F0502020204030204" pitchFamily="34" charset="0"/>
                <a:ea typeface="Calibri" panose="020F0502020204030204" pitchFamily="34" charset="0"/>
                <a:cs typeface="Times New Roman" panose="02020603050405020304" pitchFamily="18" charset="0"/>
              </a:rPr>
              <a:t>Table 1. Phase and Amplitude Relations for Alternating currents and Voltages</a:t>
            </a:r>
            <a:endParaRPr lang="en-US" altLang="id-ID" sz="1100" b="1" dirty="0">
              <a:latin typeface="Arial" panose="020B0604020202020204" pitchFamily="34" charset="0"/>
              <a:ea typeface="Calibri" panose="020F0502020204030204" pitchFamily="34" charset="0"/>
              <a:cs typeface="Times New Roman" panose="02020603050405020304" pitchFamily="18" charset="0"/>
            </a:endParaRPr>
          </a:p>
        </p:txBody>
      </p:sp>
      <p:sp>
        <p:nvSpPr>
          <p:cNvPr id="32809" name="Slide Number Placeholder 4">
            <a:extLst>
              <a:ext uri="{FF2B5EF4-FFF2-40B4-BE49-F238E27FC236}">
                <a16:creationId xmlns:a16="http://schemas.microsoft.com/office/drawing/2014/main" id="{FB029F75-65AF-4709-9974-B2D24B434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0CF06DD2-F857-4C37-898A-12E9F3B229E6}" type="slidenum">
              <a:rPr lang="en-US" altLang="id-ID" sz="1400" smtClean="0"/>
              <a:pPr>
                <a:spcBef>
                  <a:spcPct val="0"/>
                </a:spcBef>
                <a:buFontTx/>
                <a:buNone/>
              </a:pPr>
              <a:t>26</a:t>
            </a:fld>
            <a:endParaRPr lang="en-US" altLang="id-ID" sz="14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Box 1">
            <a:extLst>
              <a:ext uri="{FF2B5EF4-FFF2-40B4-BE49-F238E27FC236}">
                <a16:creationId xmlns:a16="http://schemas.microsoft.com/office/drawing/2014/main" id="{609069E7-8717-4C6D-BBE7-4019A0F336C9}"/>
              </a:ext>
            </a:extLst>
          </p:cNvPr>
          <p:cNvSpPr txBox="1">
            <a:spLocks noChangeArrowheads="1"/>
          </p:cNvSpPr>
          <p:nvPr/>
        </p:nvSpPr>
        <p:spPr bwMode="auto">
          <a:xfrm>
            <a:off x="4932040" y="476672"/>
            <a:ext cx="39449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dirty="0">
                <a:solidFill>
                  <a:srgbClr val="0070C0"/>
                </a:solidFill>
                <a:latin typeface="Arial" panose="020B0604020202020204" pitchFamily="34" charset="0"/>
                <a:cs typeface="Arial" panose="020B0604020202020204" pitchFamily="34" charset="0"/>
              </a:rPr>
              <a:t>5. The Series RLC Circuit</a:t>
            </a:r>
            <a:endParaRPr lang="en-US" altLang="id-ID" sz="2000" b="1" i="1" dirty="0">
              <a:solidFill>
                <a:srgbClr val="0070C0"/>
              </a:solidFill>
              <a:latin typeface="Arial" panose="020B0604020202020204" pitchFamily="34" charset="0"/>
              <a:cs typeface="Arial" panose="020B0604020202020204" pitchFamily="34" charset="0"/>
            </a:endParaRPr>
          </a:p>
        </p:txBody>
      </p:sp>
      <p:pic>
        <p:nvPicPr>
          <p:cNvPr id="33795" name="Picture 3">
            <a:extLst>
              <a:ext uri="{FF2B5EF4-FFF2-40B4-BE49-F238E27FC236}">
                <a16:creationId xmlns:a16="http://schemas.microsoft.com/office/drawing/2014/main" id="{2B0420AD-6779-4FBE-956B-79D2D429CD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557" y="1412776"/>
            <a:ext cx="3571875" cy="235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a:extLst>
              <a:ext uri="{FF2B5EF4-FFF2-40B4-BE49-F238E27FC236}">
                <a16:creationId xmlns:a16="http://schemas.microsoft.com/office/drawing/2014/main" id="{2878C22C-05DF-4D5E-B1DE-3D1FC5FCB2EB}"/>
              </a:ext>
            </a:extLst>
          </p:cNvPr>
          <p:cNvPicPr>
            <a:picLocks noChangeAspect="1" noChangeArrowheads="1"/>
          </p:cNvPicPr>
          <p:nvPr/>
        </p:nvPicPr>
        <p:blipFill>
          <a:blip r:embed="rId3" cstate="print">
            <a:duotone>
              <a:prstClr val="black"/>
              <a:schemeClr val="accent4">
                <a:tint val="45000"/>
                <a:satMod val="400000"/>
              </a:schemeClr>
            </a:duotone>
          </a:blip>
          <a:srcRect b="50424"/>
          <a:stretch>
            <a:fillRect/>
          </a:stretch>
        </p:blipFill>
        <p:spPr bwMode="auto">
          <a:xfrm>
            <a:off x="4572000" y="1243272"/>
            <a:ext cx="4445278" cy="5556574"/>
          </a:xfrm>
          <a:prstGeom prst="rect">
            <a:avLst/>
          </a:prstGeom>
          <a:noFill/>
          <a:ln w="9525">
            <a:noFill/>
            <a:miter lim="800000"/>
            <a:headEnd/>
            <a:tailEnd/>
          </a:ln>
        </p:spPr>
      </p:pic>
      <p:sp>
        <p:nvSpPr>
          <p:cNvPr id="33797" name="Rectangle 8">
            <a:extLst>
              <a:ext uri="{FF2B5EF4-FFF2-40B4-BE49-F238E27FC236}">
                <a16:creationId xmlns:a16="http://schemas.microsoft.com/office/drawing/2014/main" id="{DA3632DC-B1FD-4E90-9483-703BA16124E9}"/>
              </a:ext>
            </a:extLst>
          </p:cNvPr>
          <p:cNvSpPr>
            <a:spLocks noChangeArrowheads="1"/>
          </p:cNvSpPr>
          <p:nvPr/>
        </p:nvSpPr>
        <p:spPr bwMode="auto">
          <a:xfrm>
            <a:off x="968556" y="3898791"/>
            <a:ext cx="3387420"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600" b="1" dirty="0">
                <a:latin typeface="Arial" panose="020B0604020202020204" pitchFamily="34" charset="0"/>
              </a:rPr>
              <a:t>Fig. 11. (</a:t>
            </a:r>
            <a:r>
              <a:rPr lang="en-US" altLang="id-ID" sz="1600" b="1" i="1" dirty="0">
                <a:latin typeface="Arial" panose="020B0604020202020204" pitchFamily="34" charset="0"/>
              </a:rPr>
              <a:t>a) </a:t>
            </a:r>
            <a:r>
              <a:rPr lang="en-US" altLang="id-ID" sz="1600" b="1" dirty="0">
                <a:latin typeface="Arial" panose="020B0604020202020204" pitchFamily="34" charset="0"/>
              </a:rPr>
              <a:t>A phasor representing the alternating current in the driven </a:t>
            </a:r>
            <a:r>
              <a:rPr lang="en-US" altLang="id-ID" sz="1600" b="1" i="1" dirty="0">
                <a:latin typeface="Arial" panose="020B0604020202020204" pitchFamily="34" charset="0"/>
              </a:rPr>
              <a:t>RLC </a:t>
            </a:r>
            <a:r>
              <a:rPr lang="en-US" altLang="id-ID" sz="1600" b="1" dirty="0">
                <a:latin typeface="Arial" panose="020B0604020202020204" pitchFamily="34" charset="0"/>
              </a:rPr>
              <a:t>circuit</a:t>
            </a:r>
            <a:r>
              <a:rPr lang="en-US" altLang="id-ID" sz="1600" b="1" i="1" dirty="0">
                <a:latin typeface="Arial" panose="020B0604020202020204" pitchFamily="34" charset="0"/>
              </a:rPr>
              <a:t> </a:t>
            </a:r>
            <a:r>
              <a:rPr lang="en-US" altLang="id-ID" sz="1600" b="1" dirty="0">
                <a:latin typeface="Arial" panose="020B0604020202020204" pitchFamily="34" charset="0"/>
              </a:rPr>
              <a:t>at time </a:t>
            </a:r>
            <a:r>
              <a:rPr lang="en-US" altLang="id-ID" sz="1600" b="1" i="1" dirty="0">
                <a:latin typeface="Arial" panose="020B0604020202020204" pitchFamily="34" charset="0"/>
              </a:rPr>
              <a:t>t. </a:t>
            </a:r>
            <a:r>
              <a:rPr lang="en-US" altLang="id-ID" sz="1600" b="1" dirty="0">
                <a:latin typeface="Arial" panose="020B0604020202020204" pitchFamily="34" charset="0"/>
              </a:rPr>
              <a:t>The amplitude </a:t>
            </a:r>
            <a:r>
              <a:rPr lang="en-US" altLang="id-ID" sz="1600" b="1" i="1" dirty="0">
                <a:latin typeface="Arial" panose="020B0604020202020204" pitchFamily="34" charset="0"/>
              </a:rPr>
              <a:t>I, </a:t>
            </a:r>
            <a:r>
              <a:rPr lang="en-US" altLang="id-ID" sz="1600" b="1" dirty="0">
                <a:latin typeface="Arial" panose="020B0604020202020204" pitchFamily="34" charset="0"/>
              </a:rPr>
              <a:t>the instantaneous value </a:t>
            </a:r>
            <a:r>
              <a:rPr lang="en-US" altLang="id-ID" sz="1600" b="1" i="1" dirty="0" err="1">
                <a:latin typeface="Arial" panose="020B0604020202020204" pitchFamily="34" charset="0"/>
              </a:rPr>
              <a:t>i</a:t>
            </a:r>
            <a:r>
              <a:rPr lang="en-US" altLang="id-ID" sz="1600" b="1" i="1" dirty="0">
                <a:latin typeface="Arial" panose="020B0604020202020204" pitchFamily="34" charset="0"/>
              </a:rPr>
              <a:t>, </a:t>
            </a:r>
            <a:r>
              <a:rPr lang="en-US" altLang="id-ID" sz="1600" b="1" dirty="0">
                <a:latin typeface="Arial" panose="020B0604020202020204" pitchFamily="34" charset="0"/>
              </a:rPr>
              <a:t>and the phase</a:t>
            </a:r>
            <a:r>
              <a:rPr lang="en-US" altLang="id-ID" sz="1600" b="1" i="1" dirty="0">
                <a:latin typeface="Arial" panose="020B0604020202020204" pitchFamily="34" charset="0"/>
              </a:rPr>
              <a:t>(</a:t>
            </a:r>
            <a:r>
              <a:rPr lang="en-US" altLang="id-ID" sz="1600" b="1" i="1" dirty="0" err="1">
                <a:latin typeface="Symbol" panose="05050102010706020507" pitchFamily="18" charset="2"/>
              </a:rPr>
              <a:t>w</a:t>
            </a:r>
            <a:r>
              <a:rPr lang="en-US" altLang="id-ID" sz="1600" b="1" i="1" baseline="-25000" dirty="0" err="1">
                <a:latin typeface="Arial" panose="020B0604020202020204" pitchFamily="34" charset="0"/>
              </a:rPr>
              <a:t>d</a:t>
            </a:r>
            <a:r>
              <a:rPr lang="en-US" altLang="id-ID" sz="1600" b="1" i="1" dirty="0" err="1">
                <a:latin typeface="Arial" panose="020B0604020202020204" pitchFamily="34" charset="0"/>
              </a:rPr>
              <a:t>t</a:t>
            </a:r>
            <a:r>
              <a:rPr lang="en-US" altLang="id-ID" sz="1600" b="1" i="1" dirty="0">
                <a:latin typeface="Arial" panose="020B0604020202020204" pitchFamily="34" charset="0"/>
              </a:rPr>
              <a:t> -</a:t>
            </a:r>
            <a:r>
              <a:rPr lang="en-US" altLang="id-ID" sz="1600" b="1" i="1" dirty="0">
                <a:latin typeface="Symbol" panose="05050102010706020507" pitchFamily="18" charset="2"/>
              </a:rPr>
              <a:t>f</a:t>
            </a:r>
            <a:r>
              <a:rPr lang="en-US" altLang="id-ID" sz="1600" b="1" i="1" dirty="0">
                <a:latin typeface="Arial" panose="020B0604020202020204" pitchFamily="34" charset="0"/>
              </a:rPr>
              <a:t>) </a:t>
            </a:r>
            <a:r>
              <a:rPr lang="en-US" altLang="id-ID" sz="1600" b="1" dirty="0">
                <a:latin typeface="Arial" panose="020B0604020202020204" pitchFamily="34" charset="0"/>
              </a:rPr>
              <a:t>are shown. (</a:t>
            </a:r>
            <a:r>
              <a:rPr lang="en-US" altLang="id-ID" sz="1600" b="1" i="1" dirty="0">
                <a:latin typeface="Arial" panose="020B0604020202020204" pitchFamily="34" charset="0"/>
              </a:rPr>
              <a:t>b) </a:t>
            </a:r>
            <a:r>
              <a:rPr lang="en-US" altLang="id-ID" sz="1600" b="1" dirty="0">
                <a:latin typeface="Arial" panose="020B0604020202020204" pitchFamily="34" charset="0"/>
              </a:rPr>
              <a:t>Phasors representing the voltages</a:t>
            </a:r>
            <a:r>
              <a:rPr lang="en-US" altLang="id-ID" sz="1600" b="1" i="1" dirty="0">
                <a:latin typeface="Arial" panose="020B0604020202020204" pitchFamily="34" charset="0"/>
              </a:rPr>
              <a:t> </a:t>
            </a:r>
            <a:r>
              <a:rPr lang="en-US" altLang="id-ID" sz="1600" b="1" dirty="0">
                <a:latin typeface="Arial" panose="020B0604020202020204" pitchFamily="34" charset="0"/>
              </a:rPr>
              <a:t>across the inductor, resistor, and capacitor, oriented with respect to the current phasor in (</a:t>
            </a:r>
            <a:r>
              <a:rPr lang="en-US" altLang="id-ID" sz="1600" b="1" i="1" dirty="0">
                <a:latin typeface="Arial" panose="020B0604020202020204" pitchFamily="34" charset="0"/>
              </a:rPr>
              <a:t>a). </a:t>
            </a:r>
          </a:p>
        </p:txBody>
      </p:sp>
      <p:sp>
        <p:nvSpPr>
          <p:cNvPr id="33798" name="Slide Number Placeholder 5">
            <a:extLst>
              <a:ext uri="{FF2B5EF4-FFF2-40B4-BE49-F238E27FC236}">
                <a16:creationId xmlns:a16="http://schemas.microsoft.com/office/drawing/2014/main" id="{E8905347-F001-492E-9F97-7129D3E7E8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1420CA9C-258D-4C4A-B4A5-AEA9209E6D47}" type="slidenum">
              <a:rPr lang="en-US" altLang="id-ID" sz="1400" smtClean="0"/>
              <a:pPr>
                <a:spcBef>
                  <a:spcPct val="0"/>
                </a:spcBef>
                <a:buFontTx/>
                <a:buNone/>
              </a:pPr>
              <a:t>27</a:t>
            </a:fld>
            <a:endParaRPr lang="en-US" altLang="id-ID" sz="14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2">
            <a:extLst>
              <a:ext uri="{FF2B5EF4-FFF2-40B4-BE49-F238E27FC236}">
                <a16:creationId xmlns:a16="http://schemas.microsoft.com/office/drawing/2014/main" id="{271F9B5D-DF0B-466B-92B2-2710D42E585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6E204A6D-7E40-4E19-8BA4-B246DB7C02F8}" type="slidenum">
              <a:rPr lang="en-US" altLang="id-ID" sz="1400" smtClean="0"/>
              <a:pPr>
                <a:spcBef>
                  <a:spcPct val="0"/>
                </a:spcBef>
                <a:buFontTx/>
                <a:buNone/>
              </a:pPr>
              <a:t>28</a:t>
            </a:fld>
            <a:endParaRPr lang="en-US" altLang="id-ID" sz="1400"/>
          </a:p>
        </p:txBody>
      </p:sp>
      <p:sp>
        <p:nvSpPr>
          <p:cNvPr id="34819" name="Rectangle 6">
            <a:extLst>
              <a:ext uri="{FF2B5EF4-FFF2-40B4-BE49-F238E27FC236}">
                <a16:creationId xmlns:a16="http://schemas.microsoft.com/office/drawing/2014/main" id="{FE9C71F6-91CC-4A02-850D-B63AA4150360}"/>
              </a:ext>
            </a:extLst>
          </p:cNvPr>
          <p:cNvSpPr>
            <a:spLocks noChangeArrowheads="1"/>
          </p:cNvSpPr>
          <p:nvPr/>
        </p:nvSpPr>
        <p:spPr bwMode="auto">
          <a:xfrm>
            <a:off x="4593133" y="1543892"/>
            <a:ext cx="4000500" cy="3600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rPr>
              <a:t>Fig.11.</a:t>
            </a:r>
          </a:p>
          <a:p>
            <a:pPr eaLnBrk="1" hangingPunct="1">
              <a:spcBef>
                <a:spcPct val="0"/>
              </a:spcBef>
              <a:buFontTx/>
              <a:buNone/>
            </a:pPr>
            <a:endParaRPr lang="en-US" altLang="id-ID" b="1" dirty="0">
              <a:latin typeface="Arial" panose="020B0604020202020204" pitchFamily="34" charset="0"/>
            </a:endParaRPr>
          </a:p>
          <a:p>
            <a:pPr eaLnBrk="1" hangingPunct="1">
              <a:spcBef>
                <a:spcPct val="0"/>
              </a:spcBef>
              <a:buFontTx/>
              <a:buNone/>
            </a:pPr>
            <a:r>
              <a:rPr lang="en-US" altLang="id-ID" sz="1400" i="1" dirty="0">
                <a:latin typeface="Arial" panose="020B0604020202020204" pitchFamily="34" charset="0"/>
              </a:rPr>
              <a:t>(</a:t>
            </a:r>
            <a:r>
              <a:rPr lang="en-US" altLang="id-ID" sz="2000" b="1" i="1" dirty="0">
                <a:latin typeface="Arial" panose="020B0604020202020204" pitchFamily="34" charset="0"/>
              </a:rPr>
              <a:t>c) </a:t>
            </a:r>
            <a:r>
              <a:rPr lang="en-US" altLang="id-ID" sz="2000" b="1" dirty="0">
                <a:latin typeface="Arial" panose="020B0604020202020204" pitchFamily="34" charset="0"/>
              </a:rPr>
              <a:t>A phasor representing the</a:t>
            </a:r>
            <a:r>
              <a:rPr lang="en-US" altLang="id-ID" sz="2000" b="1" i="1" dirty="0">
                <a:latin typeface="Arial" panose="020B0604020202020204" pitchFamily="34" charset="0"/>
              </a:rPr>
              <a:t> </a:t>
            </a:r>
            <a:r>
              <a:rPr lang="en-US" altLang="id-ID" sz="2000" b="1" dirty="0">
                <a:latin typeface="Arial" panose="020B0604020202020204" pitchFamily="34" charset="0"/>
              </a:rPr>
              <a:t>alternating emf that drives the current of (</a:t>
            </a:r>
            <a:r>
              <a:rPr lang="en-US" altLang="id-ID" sz="2000" b="1" i="1" dirty="0">
                <a:latin typeface="Arial" panose="020B0604020202020204" pitchFamily="34" charset="0"/>
              </a:rPr>
              <a:t>a). </a:t>
            </a:r>
          </a:p>
          <a:p>
            <a:pPr eaLnBrk="1" hangingPunct="1">
              <a:spcBef>
                <a:spcPct val="0"/>
              </a:spcBef>
              <a:buFontTx/>
              <a:buNone/>
            </a:pPr>
            <a:r>
              <a:rPr lang="en-US" altLang="id-ID" sz="2000" b="1" dirty="0">
                <a:latin typeface="Arial" panose="020B0604020202020204" pitchFamily="34" charset="0"/>
              </a:rPr>
              <a:t>(</a:t>
            </a:r>
            <a:r>
              <a:rPr lang="en-US" altLang="id-ID" sz="2000" b="1" i="1" dirty="0">
                <a:latin typeface="Arial" panose="020B0604020202020204" pitchFamily="34" charset="0"/>
              </a:rPr>
              <a:t>d) </a:t>
            </a:r>
            <a:r>
              <a:rPr lang="en-US" altLang="id-ID" sz="2000" b="1" dirty="0">
                <a:latin typeface="Arial" panose="020B0604020202020204" pitchFamily="34" charset="0"/>
              </a:rPr>
              <a:t>The emf phasor is equal to the vector sum of the three voltage phasors of (</a:t>
            </a:r>
            <a:r>
              <a:rPr lang="en-US" altLang="id-ID" sz="2000" b="1" i="1" dirty="0">
                <a:latin typeface="Arial" panose="020B0604020202020204" pitchFamily="34" charset="0"/>
              </a:rPr>
              <a:t>b).</a:t>
            </a:r>
            <a:r>
              <a:rPr lang="en-US" altLang="id-ID" sz="2000" b="1" dirty="0">
                <a:latin typeface="Arial" panose="020B0604020202020204" pitchFamily="34" charset="0"/>
              </a:rPr>
              <a:t>Here, voltage phasors </a:t>
            </a:r>
            <a:r>
              <a:rPr lang="en-US" altLang="id-ID" sz="2000" b="1" i="1" dirty="0">
                <a:latin typeface="Arial" panose="020B0604020202020204" pitchFamily="34" charset="0"/>
              </a:rPr>
              <a:t>V</a:t>
            </a:r>
            <a:r>
              <a:rPr lang="en-US" altLang="id-ID" sz="2000" b="1" i="1" baseline="-25000" dirty="0">
                <a:latin typeface="Arial" panose="020B0604020202020204" pitchFamily="34" charset="0"/>
              </a:rPr>
              <a:t>L</a:t>
            </a:r>
            <a:r>
              <a:rPr lang="en-US" altLang="id-ID" sz="2000" b="1" i="1" dirty="0">
                <a:latin typeface="Arial" panose="020B0604020202020204" pitchFamily="34" charset="0"/>
              </a:rPr>
              <a:t> </a:t>
            </a:r>
            <a:r>
              <a:rPr lang="en-US" altLang="id-ID" sz="2000" b="1" dirty="0">
                <a:latin typeface="Arial" panose="020B0604020202020204" pitchFamily="34" charset="0"/>
              </a:rPr>
              <a:t>and</a:t>
            </a:r>
            <a:r>
              <a:rPr lang="en-US" altLang="id-ID" sz="2000" b="1" i="1" dirty="0">
                <a:latin typeface="Arial" panose="020B0604020202020204" pitchFamily="34" charset="0"/>
              </a:rPr>
              <a:t> V</a:t>
            </a:r>
            <a:r>
              <a:rPr lang="en-US" altLang="id-ID" sz="2000" b="1" i="1" baseline="-25000" dirty="0">
                <a:latin typeface="Arial" panose="020B0604020202020204" pitchFamily="34" charset="0"/>
              </a:rPr>
              <a:t>C</a:t>
            </a:r>
            <a:r>
              <a:rPr lang="en-US" altLang="id-ID" sz="2000" b="1" i="1" dirty="0">
                <a:latin typeface="Arial" panose="020B0604020202020204" pitchFamily="34" charset="0"/>
              </a:rPr>
              <a:t> </a:t>
            </a:r>
            <a:r>
              <a:rPr lang="en-US" altLang="id-ID" sz="2000" b="1" dirty="0">
                <a:latin typeface="Arial" panose="020B0604020202020204" pitchFamily="34" charset="0"/>
              </a:rPr>
              <a:t>have been added vectorially to yield their net phasor (</a:t>
            </a:r>
            <a:r>
              <a:rPr lang="en-US" altLang="id-ID" sz="2000" b="1" i="1" dirty="0">
                <a:latin typeface="Arial" panose="020B0604020202020204" pitchFamily="34" charset="0"/>
              </a:rPr>
              <a:t>V</a:t>
            </a:r>
            <a:r>
              <a:rPr lang="en-US" altLang="id-ID" sz="2000" b="1" i="1" baseline="-25000" dirty="0">
                <a:latin typeface="Arial" panose="020B0604020202020204" pitchFamily="34" charset="0"/>
              </a:rPr>
              <a:t>L</a:t>
            </a:r>
            <a:r>
              <a:rPr lang="en-US" altLang="id-ID" sz="2000" b="1" i="1" dirty="0">
                <a:latin typeface="Arial" panose="020B0604020202020204" pitchFamily="34" charset="0"/>
              </a:rPr>
              <a:t>-V</a:t>
            </a:r>
            <a:r>
              <a:rPr lang="en-US" altLang="id-ID" sz="2000" b="1" i="1" baseline="-25000" dirty="0">
                <a:latin typeface="Arial" panose="020B0604020202020204" pitchFamily="34" charset="0"/>
              </a:rPr>
              <a:t>C</a:t>
            </a:r>
            <a:r>
              <a:rPr lang="en-US" altLang="id-ID" sz="2000" b="1" i="1" dirty="0">
                <a:latin typeface="Arial" panose="020B0604020202020204" pitchFamily="34" charset="0"/>
              </a:rPr>
              <a:t>).</a:t>
            </a:r>
            <a:endParaRPr lang="en-US" altLang="id-ID" sz="2000" b="1" dirty="0">
              <a:latin typeface="Arial" panose="020B0604020202020204" pitchFamily="34" charset="0"/>
            </a:endParaRPr>
          </a:p>
        </p:txBody>
      </p:sp>
      <p:sp>
        <p:nvSpPr>
          <p:cNvPr id="34820" name="TextBox 1">
            <a:extLst>
              <a:ext uri="{FF2B5EF4-FFF2-40B4-BE49-F238E27FC236}">
                <a16:creationId xmlns:a16="http://schemas.microsoft.com/office/drawing/2014/main" id="{6305AF00-4209-40E1-B298-0689638FDF29}"/>
              </a:ext>
            </a:extLst>
          </p:cNvPr>
          <p:cNvSpPr txBox="1">
            <a:spLocks noChangeArrowheads="1"/>
          </p:cNvSpPr>
          <p:nvPr/>
        </p:nvSpPr>
        <p:spPr bwMode="auto">
          <a:xfrm>
            <a:off x="2857500" y="500063"/>
            <a:ext cx="36036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dirty="0">
                <a:latin typeface="Arial" panose="020B0604020202020204" pitchFamily="34" charset="0"/>
                <a:cs typeface="Arial" panose="020B0604020202020204" pitchFamily="34" charset="0"/>
              </a:rPr>
              <a:t> The Series RLC Circuit</a:t>
            </a:r>
            <a:endParaRPr lang="en-US" altLang="id-ID" sz="2000" b="1" i="1" dirty="0">
              <a:latin typeface="Arial" panose="020B0604020202020204" pitchFamily="34" charset="0"/>
              <a:cs typeface="Arial" panose="020B0604020202020204" pitchFamily="34" charset="0"/>
            </a:endParaRPr>
          </a:p>
        </p:txBody>
      </p:sp>
      <p:pic>
        <p:nvPicPr>
          <p:cNvPr id="34821" name="Picture 8">
            <a:extLst>
              <a:ext uri="{FF2B5EF4-FFF2-40B4-BE49-F238E27FC236}">
                <a16:creationId xmlns:a16="http://schemas.microsoft.com/office/drawing/2014/main" id="{760A4025-7D62-4C17-8D07-18C5805324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1563" y="1556793"/>
            <a:ext cx="3218725" cy="2299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2" name="Picture 9">
            <a:extLst>
              <a:ext uri="{FF2B5EF4-FFF2-40B4-BE49-F238E27FC236}">
                <a16:creationId xmlns:a16="http://schemas.microsoft.com/office/drawing/2014/main" id="{2655BDC0-8A40-4A7B-99E9-BD5CE2417C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1563" y="4167843"/>
            <a:ext cx="3284414" cy="2496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3" name="Rectangle 8">
            <a:extLst>
              <a:ext uri="{FF2B5EF4-FFF2-40B4-BE49-F238E27FC236}">
                <a16:creationId xmlns:a16="http://schemas.microsoft.com/office/drawing/2014/main" id="{1253B513-99BE-4F57-9D47-B3CD3D7F914E}"/>
              </a:ext>
            </a:extLst>
          </p:cNvPr>
          <p:cNvSpPr>
            <a:spLocks noChangeArrowheads="1"/>
          </p:cNvSpPr>
          <p:nvPr/>
        </p:nvSpPr>
        <p:spPr bwMode="auto">
          <a:xfrm>
            <a:off x="1071563" y="4225467"/>
            <a:ext cx="5111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dirty="0">
                <a:latin typeface="Arial" panose="020B0604020202020204" pitchFamily="34" charset="0"/>
              </a:rPr>
              <a:t>(</a:t>
            </a:r>
            <a:r>
              <a:rPr lang="en-US" altLang="id-ID" sz="2000" b="1" i="1" dirty="0">
                <a:latin typeface="Arial" panose="020B0604020202020204" pitchFamily="34" charset="0"/>
              </a:rPr>
              <a:t>d)</a:t>
            </a:r>
            <a:endParaRPr lang="en-US" altLang="id-ID" sz="2000" dirty="0">
              <a:latin typeface="Arial" panose="020B0604020202020204" pitchFamily="34" charset="0"/>
            </a:endParaRPr>
          </a:p>
        </p:txBody>
      </p:sp>
      <p:sp>
        <p:nvSpPr>
          <p:cNvPr id="34824" name="Rectangle 9">
            <a:extLst>
              <a:ext uri="{FF2B5EF4-FFF2-40B4-BE49-F238E27FC236}">
                <a16:creationId xmlns:a16="http://schemas.microsoft.com/office/drawing/2014/main" id="{E2C3758C-CC06-4711-8FD6-61D38D97AF72}"/>
              </a:ext>
            </a:extLst>
          </p:cNvPr>
          <p:cNvSpPr>
            <a:spLocks noChangeArrowheads="1"/>
          </p:cNvSpPr>
          <p:nvPr/>
        </p:nvSpPr>
        <p:spPr bwMode="auto">
          <a:xfrm>
            <a:off x="1115616" y="3429724"/>
            <a:ext cx="4968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i="1" dirty="0">
                <a:latin typeface="Arial" panose="020B0604020202020204" pitchFamily="34" charset="0"/>
              </a:rPr>
              <a:t>(</a:t>
            </a:r>
            <a:r>
              <a:rPr lang="en-US" altLang="id-ID" sz="2000" b="1" i="1" dirty="0">
                <a:latin typeface="Arial" panose="020B0604020202020204" pitchFamily="34" charset="0"/>
              </a:rPr>
              <a:t>c)</a:t>
            </a:r>
            <a:endParaRPr lang="en-US" altLang="id-ID" sz="2000" dirty="0">
              <a:latin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8" name="Picture 3">
            <a:extLst>
              <a:ext uri="{FF2B5EF4-FFF2-40B4-BE49-F238E27FC236}">
                <a16:creationId xmlns:a16="http://schemas.microsoft.com/office/drawing/2014/main" id="{7AFD810E-CF10-4D4A-BF7B-62E3EC5B8FD5}"/>
              </a:ext>
            </a:extLst>
          </p:cNvPr>
          <p:cNvPicPr>
            <a:picLocks noChangeAspect="1" noChangeArrowheads="1"/>
          </p:cNvPicPr>
          <p:nvPr/>
        </p:nvPicPr>
        <p:blipFill>
          <a:blip r:embed="rId2" cstate="print">
            <a:duotone>
              <a:prstClr val="black"/>
              <a:schemeClr val="accent3">
                <a:tint val="45000"/>
                <a:satMod val="400000"/>
              </a:schemeClr>
            </a:duotone>
          </a:blip>
          <a:srcRect/>
          <a:stretch>
            <a:fillRect/>
          </a:stretch>
        </p:blipFill>
        <p:spPr bwMode="auto">
          <a:xfrm>
            <a:off x="1259632" y="1766455"/>
            <a:ext cx="2512094" cy="642982"/>
          </a:xfrm>
          <a:prstGeom prst="rect">
            <a:avLst/>
          </a:prstGeom>
          <a:noFill/>
          <a:ln w="9525">
            <a:noFill/>
            <a:miter lim="800000"/>
            <a:headEnd/>
            <a:tailEnd/>
          </a:ln>
        </p:spPr>
      </p:pic>
      <p:pic>
        <p:nvPicPr>
          <p:cNvPr id="28679" name="Picture 4">
            <a:extLst>
              <a:ext uri="{FF2B5EF4-FFF2-40B4-BE49-F238E27FC236}">
                <a16:creationId xmlns:a16="http://schemas.microsoft.com/office/drawing/2014/main" id="{8537C957-3C41-4A05-B53E-C9B30B54D66F}"/>
              </a:ext>
            </a:extLst>
          </p:cNvPr>
          <p:cNvPicPr>
            <a:picLocks noChangeAspect="1" noChangeArrowheads="1"/>
          </p:cNvPicPr>
          <p:nvPr/>
        </p:nvPicPr>
        <p:blipFill>
          <a:blip r:embed="rId3" cstate="print">
            <a:duotone>
              <a:prstClr val="black"/>
              <a:schemeClr val="accent3">
                <a:tint val="45000"/>
                <a:satMod val="400000"/>
              </a:schemeClr>
            </a:duotone>
          </a:blip>
          <a:srcRect/>
          <a:stretch>
            <a:fillRect/>
          </a:stretch>
        </p:blipFill>
        <p:spPr bwMode="auto">
          <a:xfrm>
            <a:off x="3807017" y="1774058"/>
            <a:ext cx="2853216" cy="641818"/>
          </a:xfrm>
          <a:prstGeom prst="rect">
            <a:avLst/>
          </a:prstGeom>
          <a:noFill/>
          <a:ln w="9525">
            <a:noFill/>
            <a:miter lim="800000"/>
            <a:headEnd/>
            <a:tailEnd/>
          </a:ln>
        </p:spPr>
      </p:pic>
      <p:pic>
        <p:nvPicPr>
          <p:cNvPr id="28681" name="Picture 2">
            <a:extLst>
              <a:ext uri="{FF2B5EF4-FFF2-40B4-BE49-F238E27FC236}">
                <a16:creationId xmlns:a16="http://schemas.microsoft.com/office/drawing/2014/main" id="{BF000103-7EBE-422E-829B-5F82DF8EFE87}"/>
              </a:ext>
            </a:extLst>
          </p:cNvPr>
          <p:cNvPicPr>
            <a:picLocks noChangeAspect="1" noChangeArrowheads="1"/>
          </p:cNvPicPr>
          <p:nvPr/>
        </p:nvPicPr>
        <p:blipFill>
          <a:blip r:embed="rId4" cstate="print">
            <a:duotone>
              <a:prstClr val="black"/>
              <a:schemeClr val="accent3">
                <a:tint val="45000"/>
                <a:satMod val="400000"/>
              </a:schemeClr>
            </a:duotone>
          </a:blip>
          <a:srcRect/>
          <a:stretch>
            <a:fillRect/>
          </a:stretch>
        </p:blipFill>
        <p:spPr bwMode="auto">
          <a:xfrm>
            <a:off x="1238499" y="2485558"/>
            <a:ext cx="2890352" cy="785886"/>
          </a:xfrm>
          <a:prstGeom prst="rect">
            <a:avLst/>
          </a:prstGeom>
          <a:noFill/>
          <a:ln w="9525">
            <a:noFill/>
            <a:miter lim="800000"/>
            <a:headEnd/>
            <a:tailEnd/>
          </a:ln>
        </p:spPr>
      </p:pic>
      <p:pic>
        <p:nvPicPr>
          <p:cNvPr id="28682" name="Picture 3">
            <a:extLst>
              <a:ext uri="{FF2B5EF4-FFF2-40B4-BE49-F238E27FC236}">
                <a16:creationId xmlns:a16="http://schemas.microsoft.com/office/drawing/2014/main" id="{11BA2A2D-0837-440C-A677-482156C2F7E7}"/>
              </a:ext>
            </a:extLst>
          </p:cNvPr>
          <p:cNvPicPr>
            <a:picLocks noChangeAspect="1" noChangeArrowheads="1"/>
          </p:cNvPicPr>
          <p:nvPr/>
        </p:nvPicPr>
        <p:blipFill>
          <a:blip r:embed="rId5" cstate="print">
            <a:duotone>
              <a:prstClr val="black"/>
              <a:schemeClr val="accent3">
                <a:tint val="45000"/>
                <a:satMod val="400000"/>
              </a:schemeClr>
            </a:duotone>
          </a:blip>
          <a:srcRect/>
          <a:stretch>
            <a:fillRect/>
          </a:stretch>
        </p:blipFill>
        <p:spPr bwMode="auto">
          <a:xfrm>
            <a:off x="4240586" y="2485558"/>
            <a:ext cx="3534674" cy="785886"/>
          </a:xfrm>
          <a:prstGeom prst="rect">
            <a:avLst/>
          </a:prstGeom>
          <a:noFill/>
          <a:ln w="9525">
            <a:noFill/>
            <a:miter lim="800000"/>
            <a:headEnd/>
            <a:tailEnd/>
          </a:ln>
        </p:spPr>
      </p:pic>
      <p:pic>
        <p:nvPicPr>
          <p:cNvPr id="28683" name="Picture 4">
            <a:extLst>
              <a:ext uri="{FF2B5EF4-FFF2-40B4-BE49-F238E27FC236}">
                <a16:creationId xmlns:a16="http://schemas.microsoft.com/office/drawing/2014/main" id="{88A4E13F-CC01-48B4-873F-BD595136EB19}"/>
              </a:ext>
            </a:extLst>
          </p:cNvPr>
          <p:cNvPicPr>
            <a:picLocks noChangeAspect="1" noChangeArrowheads="1"/>
          </p:cNvPicPr>
          <p:nvPr/>
        </p:nvPicPr>
        <p:blipFill>
          <a:blip r:embed="rId6" cstate="print">
            <a:duotone>
              <a:prstClr val="black"/>
              <a:schemeClr val="accent6">
                <a:tint val="45000"/>
                <a:satMod val="400000"/>
              </a:schemeClr>
            </a:duotone>
          </a:blip>
          <a:srcRect/>
          <a:stretch>
            <a:fillRect/>
          </a:stretch>
        </p:blipFill>
        <p:spPr bwMode="auto">
          <a:xfrm>
            <a:off x="1260489" y="3517248"/>
            <a:ext cx="3179387" cy="924877"/>
          </a:xfrm>
          <a:prstGeom prst="rect">
            <a:avLst/>
          </a:prstGeom>
          <a:noFill/>
          <a:ln w="9525">
            <a:noFill/>
            <a:miter lim="800000"/>
            <a:headEnd/>
            <a:tailEnd/>
          </a:ln>
        </p:spPr>
      </p:pic>
      <p:pic>
        <p:nvPicPr>
          <p:cNvPr id="28684" name="Picture 5">
            <a:extLst>
              <a:ext uri="{FF2B5EF4-FFF2-40B4-BE49-F238E27FC236}">
                <a16:creationId xmlns:a16="http://schemas.microsoft.com/office/drawing/2014/main" id="{FB87D511-4C0C-4A8C-8BA4-FAC3EA67D756}"/>
              </a:ext>
            </a:extLst>
          </p:cNvPr>
          <p:cNvPicPr>
            <a:picLocks noChangeAspect="1" noChangeArrowheads="1"/>
          </p:cNvPicPr>
          <p:nvPr/>
        </p:nvPicPr>
        <p:blipFill>
          <a:blip r:embed="rId7" cstate="print">
            <a:duotone>
              <a:prstClr val="black"/>
              <a:schemeClr val="accent4">
                <a:tint val="45000"/>
                <a:satMod val="400000"/>
              </a:schemeClr>
            </a:duotone>
          </a:blip>
          <a:srcRect/>
          <a:stretch>
            <a:fillRect/>
          </a:stretch>
        </p:blipFill>
        <p:spPr bwMode="auto">
          <a:xfrm>
            <a:off x="1259632" y="4753410"/>
            <a:ext cx="6174842" cy="837919"/>
          </a:xfrm>
          <a:prstGeom prst="rect">
            <a:avLst/>
          </a:prstGeom>
          <a:noFill/>
          <a:ln w="9525">
            <a:noFill/>
            <a:miter lim="800000"/>
            <a:headEnd/>
            <a:tailEnd/>
          </a:ln>
        </p:spPr>
      </p:pic>
      <p:pic>
        <p:nvPicPr>
          <p:cNvPr id="28685" name="Picture 6">
            <a:extLst>
              <a:ext uri="{FF2B5EF4-FFF2-40B4-BE49-F238E27FC236}">
                <a16:creationId xmlns:a16="http://schemas.microsoft.com/office/drawing/2014/main" id="{DC3AC0BE-80D6-4E41-8682-2E37C72E0BC8}"/>
              </a:ext>
            </a:extLst>
          </p:cNvPr>
          <p:cNvPicPr>
            <a:picLocks noChangeAspect="1" noChangeArrowheads="1"/>
          </p:cNvPicPr>
          <p:nvPr/>
        </p:nvPicPr>
        <p:blipFill>
          <a:blip r:embed="rId8" cstate="print">
            <a:duotone>
              <a:prstClr val="black"/>
              <a:schemeClr val="accent2">
                <a:tint val="45000"/>
                <a:satMod val="400000"/>
              </a:schemeClr>
            </a:duotone>
          </a:blip>
          <a:srcRect/>
          <a:stretch>
            <a:fillRect/>
          </a:stretch>
        </p:blipFill>
        <p:spPr bwMode="auto">
          <a:xfrm>
            <a:off x="1238499" y="5664435"/>
            <a:ext cx="5661819" cy="894693"/>
          </a:xfrm>
          <a:prstGeom prst="rect">
            <a:avLst/>
          </a:prstGeom>
          <a:noFill/>
          <a:ln w="9525">
            <a:noFill/>
            <a:miter lim="800000"/>
            <a:headEnd/>
            <a:tailEnd/>
          </a:ln>
        </p:spPr>
      </p:pic>
      <p:sp>
        <p:nvSpPr>
          <p:cNvPr id="35843" name="TextBox 1">
            <a:extLst>
              <a:ext uri="{FF2B5EF4-FFF2-40B4-BE49-F238E27FC236}">
                <a16:creationId xmlns:a16="http://schemas.microsoft.com/office/drawing/2014/main" id="{C2E2FC17-59F4-4B58-8118-8A5E292DCB76}"/>
              </a:ext>
            </a:extLst>
          </p:cNvPr>
          <p:cNvSpPr txBox="1">
            <a:spLocks noChangeArrowheads="1"/>
          </p:cNvSpPr>
          <p:nvPr/>
        </p:nvSpPr>
        <p:spPr bwMode="auto">
          <a:xfrm>
            <a:off x="2949575" y="965636"/>
            <a:ext cx="36036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Arial" panose="020B0604020202020204" pitchFamily="34" charset="0"/>
                <a:cs typeface="Arial" panose="020B0604020202020204" pitchFamily="34" charset="0"/>
              </a:rPr>
              <a:t> The Series RLC Circuit</a:t>
            </a:r>
            <a:endParaRPr lang="en-US" altLang="id-ID" sz="2000" b="1" i="1">
              <a:latin typeface="Arial" panose="020B0604020202020204" pitchFamily="34" charset="0"/>
              <a:cs typeface="Arial" panose="020B0604020202020204" pitchFamily="34" charset="0"/>
            </a:endParaRPr>
          </a:p>
        </p:txBody>
      </p:sp>
      <p:sp>
        <p:nvSpPr>
          <p:cNvPr id="35844" name="Slide Number Placeholder 10">
            <a:extLst>
              <a:ext uri="{FF2B5EF4-FFF2-40B4-BE49-F238E27FC236}">
                <a16:creationId xmlns:a16="http://schemas.microsoft.com/office/drawing/2014/main" id="{A1436984-5C97-49EC-880B-E6D3AE3F01A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8AEBD0AD-31CA-4F0E-A392-32259D9D9DAC}" type="slidenum">
              <a:rPr lang="en-US" altLang="id-ID" sz="1400" smtClean="0"/>
              <a:pPr>
                <a:spcBef>
                  <a:spcPct val="0"/>
                </a:spcBef>
                <a:buFontTx/>
                <a:buNone/>
              </a:pPr>
              <a:t>29</a:t>
            </a:fld>
            <a:endParaRPr lang="en-US" altLang="id-ID" sz="14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2">
            <a:extLst>
              <a:ext uri="{FF2B5EF4-FFF2-40B4-BE49-F238E27FC236}">
                <a16:creationId xmlns:a16="http://schemas.microsoft.com/office/drawing/2014/main" id="{8661CBCD-AE3C-4B98-8274-885A3958680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F9009484-F346-40C3-9699-C8B45A7A0B22}" type="slidenum">
              <a:rPr lang="en-US" altLang="id-ID" sz="1400" smtClean="0"/>
              <a:pPr>
                <a:spcBef>
                  <a:spcPct val="0"/>
                </a:spcBef>
                <a:buFontTx/>
                <a:buNone/>
              </a:pPr>
              <a:t>30</a:t>
            </a:fld>
            <a:endParaRPr lang="en-US" altLang="id-ID" sz="1400"/>
          </a:p>
        </p:txBody>
      </p:sp>
      <p:pic>
        <p:nvPicPr>
          <p:cNvPr id="4" name="Picture 5">
            <a:extLst>
              <a:ext uri="{FF2B5EF4-FFF2-40B4-BE49-F238E27FC236}">
                <a16:creationId xmlns:a16="http://schemas.microsoft.com/office/drawing/2014/main" id="{FE7663A8-113E-43A5-B18C-F0D52D8EB3F2}"/>
              </a:ext>
            </a:extLst>
          </p:cNvPr>
          <p:cNvPicPr>
            <a:picLocks noChangeAspect="1" noChangeArrowheads="1"/>
          </p:cNvPicPr>
          <p:nvPr/>
        </p:nvPicPr>
        <p:blipFill>
          <a:blip r:embed="rId2" cstate="print">
            <a:duotone>
              <a:prstClr val="black"/>
              <a:schemeClr val="accent2">
                <a:tint val="45000"/>
                <a:satMod val="400000"/>
              </a:schemeClr>
            </a:duotone>
          </a:blip>
          <a:srcRect/>
          <a:stretch>
            <a:fillRect/>
          </a:stretch>
        </p:blipFill>
        <p:spPr bwMode="auto">
          <a:xfrm>
            <a:off x="1258492" y="2954411"/>
            <a:ext cx="4286280" cy="949177"/>
          </a:xfrm>
          <a:prstGeom prst="rect">
            <a:avLst/>
          </a:prstGeom>
          <a:noFill/>
          <a:ln w="9525">
            <a:noFill/>
            <a:miter lim="800000"/>
            <a:headEnd/>
            <a:tailEnd/>
          </a:ln>
        </p:spPr>
      </p:pic>
      <p:pic>
        <p:nvPicPr>
          <p:cNvPr id="5" name="Picture 7">
            <a:extLst>
              <a:ext uri="{FF2B5EF4-FFF2-40B4-BE49-F238E27FC236}">
                <a16:creationId xmlns:a16="http://schemas.microsoft.com/office/drawing/2014/main" id="{AFF3FE68-4965-4739-9A3D-C43A1897AFBE}"/>
              </a:ext>
            </a:extLst>
          </p:cNvPr>
          <p:cNvPicPr>
            <a:picLocks noChangeAspect="1" noChangeArrowheads="1"/>
          </p:cNvPicPr>
          <p:nvPr/>
        </p:nvPicPr>
        <p:blipFill>
          <a:blip r:embed="rId3" cstate="print">
            <a:duotone>
              <a:prstClr val="black"/>
              <a:schemeClr val="accent3">
                <a:tint val="45000"/>
                <a:satMod val="400000"/>
              </a:schemeClr>
            </a:duotone>
          </a:blip>
          <a:srcRect/>
          <a:stretch>
            <a:fillRect/>
          </a:stretch>
        </p:blipFill>
        <p:spPr bwMode="auto">
          <a:xfrm>
            <a:off x="1258492" y="1698776"/>
            <a:ext cx="4286280" cy="1144470"/>
          </a:xfrm>
          <a:prstGeom prst="rect">
            <a:avLst/>
          </a:prstGeom>
          <a:noFill/>
          <a:ln w="9525">
            <a:noFill/>
            <a:miter lim="800000"/>
            <a:headEnd/>
            <a:tailEnd/>
          </a:ln>
        </p:spPr>
      </p:pic>
      <p:sp>
        <p:nvSpPr>
          <p:cNvPr id="36869" name="TextBox 1">
            <a:extLst>
              <a:ext uri="{FF2B5EF4-FFF2-40B4-BE49-F238E27FC236}">
                <a16:creationId xmlns:a16="http://schemas.microsoft.com/office/drawing/2014/main" id="{3B407BE0-B654-45BB-A319-C22B6CA494DA}"/>
              </a:ext>
            </a:extLst>
          </p:cNvPr>
          <p:cNvSpPr txBox="1">
            <a:spLocks noChangeArrowheads="1"/>
          </p:cNvSpPr>
          <p:nvPr/>
        </p:nvSpPr>
        <p:spPr bwMode="auto">
          <a:xfrm>
            <a:off x="2857500" y="500063"/>
            <a:ext cx="36036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dirty="0">
                <a:latin typeface="Arial" panose="020B0604020202020204" pitchFamily="34" charset="0"/>
                <a:cs typeface="Arial" panose="020B0604020202020204" pitchFamily="34" charset="0"/>
              </a:rPr>
              <a:t> The Series RLC Circuit</a:t>
            </a:r>
            <a:endParaRPr lang="en-US" altLang="id-ID" sz="2000" b="1" i="1" dirty="0">
              <a:latin typeface="Arial" panose="020B0604020202020204" pitchFamily="34" charset="0"/>
              <a:cs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Box 1">
            <a:extLst>
              <a:ext uri="{FF2B5EF4-FFF2-40B4-BE49-F238E27FC236}">
                <a16:creationId xmlns:a16="http://schemas.microsoft.com/office/drawing/2014/main" id="{C8D9D913-CD17-4C81-B617-2B14F8D48609}"/>
              </a:ext>
            </a:extLst>
          </p:cNvPr>
          <p:cNvSpPr txBox="1">
            <a:spLocks noChangeArrowheads="1"/>
          </p:cNvSpPr>
          <p:nvPr/>
        </p:nvSpPr>
        <p:spPr bwMode="auto">
          <a:xfrm>
            <a:off x="3131840" y="252438"/>
            <a:ext cx="310011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cs typeface="Arial" panose="020B0604020202020204" pitchFamily="34" charset="0"/>
              </a:rPr>
              <a:t>6. Power in Alternating Current Circuits</a:t>
            </a:r>
            <a:r>
              <a:rPr lang="en-US" altLang="id-ID" sz="2000" b="1" i="1" dirty="0">
                <a:solidFill>
                  <a:srgbClr val="0070C0"/>
                </a:solidFill>
                <a:latin typeface="Arial" panose="020B0604020202020204" pitchFamily="34" charset="0"/>
                <a:cs typeface="Arial" panose="020B0604020202020204" pitchFamily="34" charset="0"/>
              </a:rPr>
              <a:t>:</a:t>
            </a:r>
          </a:p>
        </p:txBody>
      </p:sp>
      <p:sp>
        <p:nvSpPr>
          <p:cNvPr id="39939" name="TextBox 4">
            <a:extLst>
              <a:ext uri="{FF2B5EF4-FFF2-40B4-BE49-F238E27FC236}">
                <a16:creationId xmlns:a16="http://schemas.microsoft.com/office/drawing/2014/main" id="{71FA2313-46BD-4537-B804-CFAAC6CD66F9}"/>
              </a:ext>
            </a:extLst>
          </p:cNvPr>
          <p:cNvSpPr txBox="1">
            <a:spLocks noChangeArrowheads="1"/>
          </p:cNvSpPr>
          <p:nvPr/>
        </p:nvSpPr>
        <p:spPr bwMode="auto">
          <a:xfrm>
            <a:off x="971600" y="1590419"/>
            <a:ext cx="8495629" cy="4508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dirty="0">
                <a:latin typeface="Arial" panose="020B0604020202020204" pitchFamily="34" charset="0"/>
              </a:rPr>
              <a:t>The instantaneous rate at which energy is dissipated in the  </a:t>
            </a:r>
          </a:p>
          <a:p>
            <a:pPr eaLnBrk="1" hangingPunct="1">
              <a:spcBef>
                <a:spcPct val="0"/>
              </a:spcBef>
              <a:buFontTx/>
              <a:buNone/>
            </a:pPr>
            <a:endParaRPr lang="en-US" altLang="id-ID" sz="1100" b="1" dirty="0">
              <a:latin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rPr>
              <a:t>resistor: </a:t>
            </a:r>
          </a:p>
          <a:p>
            <a:pPr eaLnBrk="1" hangingPunct="1">
              <a:spcBef>
                <a:spcPct val="0"/>
              </a:spcBef>
              <a:buFontTx/>
              <a:buNone/>
            </a:pPr>
            <a:endParaRPr lang="en-US" altLang="id-ID" sz="1600" dirty="0">
              <a:latin typeface="Arial" panose="020B0604020202020204" pitchFamily="34" charset="0"/>
            </a:endParaRPr>
          </a:p>
          <a:p>
            <a:pPr eaLnBrk="1" hangingPunct="1">
              <a:spcBef>
                <a:spcPct val="0"/>
              </a:spcBef>
              <a:buFontTx/>
              <a:buNone/>
            </a:pPr>
            <a:endParaRPr lang="en-US" altLang="id-ID" sz="900" dirty="0">
              <a:latin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rPr>
              <a:t>The average rate at which energy is dissipated in the resistor, </a:t>
            </a:r>
          </a:p>
          <a:p>
            <a:pPr eaLnBrk="1" hangingPunct="1">
              <a:spcBef>
                <a:spcPct val="0"/>
              </a:spcBef>
              <a:buFontTx/>
              <a:buNone/>
            </a:pPr>
            <a:endParaRPr lang="en-US" altLang="id-ID" sz="1100" b="1" dirty="0">
              <a:latin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rPr>
              <a:t>is the average of this over time:</a:t>
            </a:r>
          </a:p>
          <a:p>
            <a:pPr eaLnBrk="1" hangingPunct="1">
              <a:spcBef>
                <a:spcPct val="0"/>
              </a:spcBef>
              <a:buFontTx/>
              <a:buNone/>
            </a:pPr>
            <a:endParaRPr lang="en-US" altLang="id-ID" sz="1600" dirty="0">
              <a:latin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rPr>
              <a:t>Since the  root mean square of the current is given by:</a:t>
            </a:r>
          </a:p>
          <a:p>
            <a:pPr eaLnBrk="1" hangingPunct="1">
              <a:spcBef>
                <a:spcPct val="0"/>
              </a:spcBef>
              <a:buFontTx/>
              <a:buNone/>
            </a:pPr>
            <a:endParaRPr lang="en-US" altLang="id-ID" sz="1600" dirty="0">
              <a:latin typeface="Arial" panose="020B0604020202020204" pitchFamily="34" charset="0"/>
            </a:endParaRPr>
          </a:p>
          <a:p>
            <a:pPr eaLnBrk="1" hangingPunct="1">
              <a:spcBef>
                <a:spcPct val="0"/>
              </a:spcBef>
              <a:buFontTx/>
              <a:buNone/>
            </a:pPr>
            <a:endParaRPr lang="en-US" altLang="id-ID" sz="1600" dirty="0">
              <a:latin typeface="Arial" panose="020B0604020202020204" pitchFamily="34" charset="0"/>
            </a:endParaRPr>
          </a:p>
          <a:p>
            <a:pPr eaLnBrk="1" hangingPunct="1">
              <a:spcBef>
                <a:spcPct val="0"/>
              </a:spcBef>
              <a:buFontTx/>
              <a:buNone/>
            </a:pPr>
            <a:endParaRPr lang="en-US" altLang="id-ID" sz="1600" dirty="0">
              <a:latin typeface="Arial" panose="020B0604020202020204" pitchFamily="34" charset="0"/>
            </a:endParaRPr>
          </a:p>
          <a:p>
            <a:pPr eaLnBrk="1" hangingPunct="1">
              <a:spcBef>
                <a:spcPct val="0"/>
              </a:spcBef>
              <a:buFontTx/>
              <a:buNone/>
            </a:pPr>
            <a:endParaRPr lang="en-US" altLang="id-ID" sz="2000" b="1" dirty="0">
              <a:latin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rPr>
              <a:t>Similarly,</a:t>
            </a:r>
          </a:p>
          <a:p>
            <a:pPr eaLnBrk="1" hangingPunct="1">
              <a:spcBef>
                <a:spcPct val="0"/>
              </a:spcBef>
              <a:buFontTx/>
              <a:buNone/>
            </a:pPr>
            <a:endParaRPr lang="en-US" altLang="id-ID" sz="1600" dirty="0">
              <a:latin typeface="Arial" panose="020B0604020202020204" pitchFamily="34" charset="0"/>
            </a:endParaRPr>
          </a:p>
          <a:p>
            <a:pPr eaLnBrk="1" hangingPunct="1">
              <a:spcBef>
                <a:spcPct val="0"/>
              </a:spcBef>
              <a:buFontTx/>
              <a:buNone/>
            </a:pPr>
            <a:r>
              <a:rPr lang="en-US" altLang="id-ID" sz="1600" dirty="0">
                <a:latin typeface="Arial" panose="020B0604020202020204" pitchFamily="34" charset="0"/>
              </a:rPr>
              <a:t>			      	   				    </a:t>
            </a:r>
          </a:p>
        </p:txBody>
      </p:sp>
      <p:pic>
        <p:nvPicPr>
          <p:cNvPr id="39940" name="Picture 8">
            <a:extLst>
              <a:ext uri="{FF2B5EF4-FFF2-40B4-BE49-F238E27FC236}">
                <a16:creationId xmlns:a16="http://schemas.microsoft.com/office/drawing/2014/main" id="{308B0563-710D-4670-A956-239E49513D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3760" y="5652656"/>
            <a:ext cx="7140575" cy="92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1" name="Picture 4">
            <a:extLst>
              <a:ext uri="{FF2B5EF4-FFF2-40B4-BE49-F238E27FC236}">
                <a16:creationId xmlns:a16="http://schemas.microsoft.com/office/drawing/2014/main" id="{F3756CC0-F574-47BA-B8A6-94634B7D9C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7744" y="1989938"/>
            <a:ext cx="6731000" cy="60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2" name="Picture 5">
            <a:extLst>
              <a:ext uri="{FF2B5EF4-FFF2-40B4-BE49-F238E27FC236}">
                <a16:creationId xmlns:a16="http://schemas.microsoft.com/office/drawing/2014/main" id="{454AA48C-E262-4C3B-87B7-28868E3D4F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4048" y="3146986"/>
            <a:ext cx="2736750" cy="63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3" name="Picture 6">
            <a:extLst>
              <a:ext uri="{FF2B5EF4-FFF2-40B4-BE49-F238E27FC236}">
                <a16:creationId xmlns:a16="http://schemas.microsoft.com/office/drawing/2014/main" id="{03D0BCF3-B80D-4800-9BF1-9987824CD3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5381" y="4259813"/>
            <a:ext cx="1857375"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Right Arrow 21">
            <a:extLst>
              <a:ext uri="{FF2B5EF4-FFF2-40B4-BE49-F238E27FC236}">
                <a16:creationId xmlns:a16="http://schemas.microsoft.com/office/drawing/2014/main" id="{FDDA7A91-B79D-468B-8746-20AE89B04F71}"/>
              </a:ext>
            </a:extLst>
          </p:cNvPr>
          <p:cNvSpPr/>
          <p:nvPr/>
        </p:nvSpPr>
        <p:spPr bwMode="auto">
          <a:xfrm>
            <a:off x="3359943" y="4545563"/>
            <a:ext cx="533400" cy="261937"/>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en-US">
              <a:solidFill>
                <a:srgbClr val="FFFFFF"/>
              </a:solidFill>
            </a:endParaRPr>
          </a:p>
        </p:txBody>
      </p:sp>
      <p:pic>
        <p:nvPicPr>
          <p:cNvPr id="39945" name="Picture 7">
            <a:extLst>
              <a:ext uri="{FF2B5EF4-FFF2-40B4-BE49-F238E27FC236}">
                <a16:creationId xmlns:a16="http://schemas.microsoft.com/office/drawing/2014/main" id="{851FED67-6C64-41D7-AFF2-D40F0F1DC02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31506" y="4259813"/>
            <a:ext cx="4243387"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6" name="Slide Number Placeholder 9">
            <a:extLst>
              <a:ext uri="{FF2B5EF4-FFF2-40B4-BE49-F238E27FC236}">
                <a16:creationId xmlns:a16="http://schemas.microsoft.com/office/drawing/2014/main" id="{49C3BA8D-84D6-4D1A-84F9-9A8E7EC73D0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9CB9DF27-9707-4298-9E41-880DC1E952B8}" type="slidenum">
              <a:rPr lang="en-US" altLang="id-ID" sz="1400" smtClean="0"/>
              <a:pPr>
                <a:spcBef>
                  <a:spcPct val="0"/>
                </a:spcBef>
                <a:buFontTx/>
                <a:buNone/>
              </a:pPr>
              <a:t>31</a:t>
            </a:fld>
            <a:endParaRPr lang="en-US" altLang="id-ID" sz="14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2">
            <a:extLst>
              <a:ext uri="{FF2B5EF4-FFF2-40B4-BE49-F238E27FC236}">
                <a16:creationId xmlns:a16="http://schemas.microsoft.com/office/drawing/2014/main" id="{D95A1B1F-473D-4433-910B-DF282EA0666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6D9543FF-A56B-4D54-8BB0-66FE21574270}" type="slidenum">
              <a:rPr lang="en-US" altLang="id-ID" sz="1400" smtClean="0"/>
              <a:pPr>
                <a:spcBef>
                  <a:spcPct val="0"/>
                </a:spcBef>
                <a:buFontTx/>
                <a:buNone/>
              </a:pPr>
              <a:t>32</a:t>
            </a:fld>
            <a:endParaRPr lang="en-US" altLang="id-ID" sz="1400"/>
          </a:p>
        </p:txBody>
      </p:sp>
      <p:pic>
        <p:nvPicPr>
          <p:cNvPr id="40963" name="Picture 11">
            <a:extLst>
              <a:ext uri="{FF2B5EF4-FFF2-40B4-BE49-F238E27FC236}">
                <a16:creationId xmlns:a16="http://schemas.microsoft.com/office/drawing/2014/main" id="{C32AFAC8-3ED7-4EBB-88C6-8B27A13465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286" y="3862105"/>
            <a:ext cx="5506578" cy="674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4" name="Picture 12">
            <a:extLst>
              <a:ext uri="{FF2B5EF4-FFF2-40B4-BE49-F238E27FC236}">
                <a16:creationId xmlns:a16="http://schemas.microsoft.com/office/drawing/2014/main" id="{38F21CF2-0E97-48A9-A7D8-D80025F6D4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4976942"/>
            <a:ext cx="3871317" cy="111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5" name="Rectangle 6">
            <a:extLst>
              <a:ext uri="{FF2B5EF4-FFF2-40B4-BE49-F238E27FC236}">
                <a16:creationId xmlns:a16="http://schemas.microsoft.com/office/drawing/2014/main" id="{B5146EAB-3095-4846-B81A-3D4045FEEACC}"/>
              </a:ext>
            </a:extLst>
          </p:cNvPr>
          <p:cNvSpPr>
            <a:spLocks noChangeArrowheads="1"/>
          </p:cNvSpPr>
          <p:nvPr/>
        </p:nvSpPr>
        <p:spPr bwMode="auto">
          <a:xfrm>
            <a:off x="1143000" y="5305618"/>
            <a:ext cx="1143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rPr>
              <a:t>Where</a:t>
            </a:r>
            <a:endParaRPr lang="en-US" altLang="id-ID" dirty="0">
              <a:latin typeface="Arial" panose="020B0604020202020204" pitchFamily="34" charset="0"/>
            </a:endParaRPr>
          </a:p>
        </p:txBody>
      </p:sp>
      <p:pic>
        <p:nvPicPr>
          <p:cNvPr id="40966" name="Picture 9">
            <a:extLst>
              <a:ext uri="{FF2B5EF4-FFF2-40B4-BE49-F238E27FC236}">
                <a16:creationId xmlns:a16="http://schemas.microsoft.com/office/drawing/2014/main" id="{69654A8B-9857-4D4E-92A6-DBDDAD4AB8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1785938"/>
            <a:ext cx="4857750" cy="92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7" name="Picture 10">
            <a:extLst>
              <a:ext uri="{FF2B5EF4-FFF2-40B4-BE49-F238E27FC236}">
                <a16:creationId xmlns:a16="http://schemas.microsoft.com/office/drawing/2014/main" id="{0C851C46-1B32-4802-9DA9-B460B3517EC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0" y="2786062"/>
            <a:ext cx="3786188" cy="92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8" name="TextBox 1">
            <a:extLst>
              <a:ext uri="{FF2B5EF4-FFF2-40B4-BE49-F238E27FC236}">
                <a16:creationId xmlns:a16="http://schemas.microsoft.com/office/drawing/2014/main" id="{0ED2570D-1258-4F93-BBF8-5C6DD8B2C3EB}"/>
              </a:ext>
            </a:extLst>
          </p:cNvPr>
          <p:cNvSpPr txBox="1">
            <a:spLocks noChangeArrowheads="1"/>
          </p:cNvSpPr>
          <p:nvPr/>
        </p:nvSpPr>
        <p:spPr bwMode="auto">
          <a:xfrm>
            <a:off x="3347864" y="540543"/>
            <a:ext cx="4445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ctr" eaLnBrk="1" hangingPunct="1">
              <a:spcBef>
                <a:spcPct val="0"/>
              </a:spcBef>
              <a:buFontTx/>
              <a:buNone/>
            </a:pPr>
            <a:r>
              <a:rPr lang="en-US" altLang="id-ID" b="1">
                <a:latin typeface="Arial" panose="020B0604020202020204" pitchFamily="34" charset="0"/>
                <a:cs typeface="Arial" panose="020B0604020202020204" pitchFamily="34" charset="0"/>
              </a:rPr>
              <a:t>Power in Alternating Current </a:t>
            </a:r>
          </a:p>
          <a:p>
            <a:pPr algn="ctr" eaLnBrk="1" hangingPunct="1">
              <a:spcBef>
                <a:spcPct val="0"/>
              </a:spcBef>
              <a:buFontTx/>
              <a:buNone/>
            </a:pPr>
            <a:r>
              <a:rPr lang="en-US" altLang="id-ID" b="1">
                <a:latin typeface="Arial" panose="020B0604020202020204" pitchFamily="34" charset="0"/>
                <a:cs typeface="Arial" panose="020B0604020202020204" pitchFamily="34" charset="0"/>
              </a:rPr>
              <a:t>Circuits (cont.)</a:t>
            </a:r>
            <a:endParaRPr lang="en-US" altLang="id-ID" b="1" i="1">
              <a:latin typeface="Arial" panose="020B0604020202020204" pitchFamily="34" charset="0"/>
              <a:cs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94B667B1-4F4F-4C30-8284-0A1788A7B907}"/>
              </a:ext>
            </a:extLst>
          </p:cNvPr>
          <p:cNvSpPr>
            <a:spLocks noChangeArrowheads="1"/>
          </p:cNvSpPr>
          <p:nvPr/>
        </p:nvSpPr>
        <p:spPr bwMode="auto">
          <a:xfrm>
            <a:off x="1043608" y="1628800"/>
            <a:ext cx="7920880"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b="1" dirty="0">
                <a:latin typeface="Arial" panose="020B0604020202020204" pitchFamily="34" charset="0"/>
                <a:ea typeface="Calibri" panose="020F0502020204030204" pitchFamily="34" charset="0"/>
                <a:cs typeface="Arial" panose="020B0604020202020204" pitchFamily="34" charset="0"/>
              </a:rPr>
              <a:t>A series RLC circuit, driven with </a:t>
            </a:r>
            <a:r>
              <a:rPr lang="en-US" altLang="id-ID" b="1" dirty="0" err="1">
                <a:latin typeface="Arial" panose="020B0604020202020204" pitchFamily="34" charset="0"/>
                <a:ea typeface="Calibri" panose="020F0502020204030204" pitchFamily="34" charset="0"/>
                <a:cs typeface="Arial" panose="020B0604020202020204" pitchFamily="34" charset="0"/>
              </a:rPr>
              <a:t>ε</a:t>
            </a:r>
            <a:r>
              <a:rPr lang="en-US" altLang="id-ID" b="1" baseline="-30000" dirty="0" err="1">
                <a:latin typeface="Arial" panose="020B0604020202020204" pitchFamily="34" charset="0"/>
                <a:ea typeface="Calibri" panose="020F0502020204030204" pitchFamily="34" charset="0"/>
                <a:cs typeface="Arial" panose="020B0604020202020204" pitchFamily="34" charset="0"/>
              </a:rPr>
              <a:t>rms</a:t>
            </a:r>
            <a:r>
              <a:rPr lang="en-US" altLang="id-ID" b="1" dirty="0">
                <a:latin typeface="Arial" panose="020B0604020202020204" pitchFamily="34" charset="0"/>
                <a:ea typeface="Calibri" panose="020F0502020204030204" pitchFamily="34" charset="0"/>
                <a:cs typeface="Arial" panose="020B0604020202020204" pitchFamily="34" charset="0"/>
              </a:rPr>
              <a:t>=120 V at frequency </a:t>
            </a:r>
            <a:r>
              <a:rPr lang="en-US" altLang="id-ID" b="1" dirty="0" err="1">
                <a:latin typeface="Arial" panose="020B0604020202020204" pitchFamily="34" charset="0"/>
                <a:ea typeface="Calibri" panose="020F0502020204030204" pitchFamily="34" charset="0"/>
                <a:cs typeface="Arial" panose="020B0604020202020204" pitchFamily="34" charset="0"/>
              </a:rPr>
              <a:t>f</a:t>
            </a:r>
            <a:r>
              <a:rPr lang="en-US" altLang="id-ID" b="1" baseline="-30000" dirty="0" err="1">
                <a:latin typeface="Arial" panose="020B0604020202020204" pitchFamily="34" charset="0"/>
                <a:ea typeface="Calibri" panose="020F0502020204030204" pitchFamily="34" charset="0"/>
                <a:cs typeface="Arial" panose="020B0604020202020204" pitchFamily="34" charset="0"/>
              </a:rPr>
              <a:t>d</a:t>
            </a:r>
            <a:r>
              <a:rPr lang="en-US" altLang="id-ID" b="1" dirty="0">
                <a:latin typeface="Arial" panose="020B0604020202020204" pitchFamily="34" charset="0"/>
                <a:ea typeface="Calibri" panose="020F0502020204030204" pitchFamily="34" charset="0"/>
                <a:cs typeface="Arial" panose="020B0604020202020204" pitchFamily="34" charset="0"/>
              </a:rPr>
              <a:t>=60 Hz, contains a resistance R=200 Ω, an inductance with inductive reactance X</a:t>
            </a:r>
            <a:r>
              <a:rPr lang="en-US" altLang="id-ID" b="1" baseline="-30000" dirty="0">
                <a:latin typeface="Arial" panose="020B0604020202020204" pitchFamily="34" charset="0"/>
                <a:ea typeface="Calibri" panose="020F0502020204030204" pitchFamily="34" charset="0"/>
                <a:cs typeface="Arial" panose="020B0604020202020204" pitchFamily="34" charset="0"/>
              </a:rPr>
              <a:t>L</a:t>
            </a:r>
            <a:r>
              <a:rPr lang="en-US" altLang="id-ID" b="1" dirty="0">
                <a:latin typeface="Arial" panose="020B0604020202020204" pitchFamily="34" charset="0"/>
                <a:ea typeface="Calibri" panose="020F0502020204030204" pitchFamily="34" charset="0"/>
                <a:cs typeface="Arial" panose="020B0604020202020204" pitchFamily="34" charset="0"/>
              </a:rPr>
              <a:t>=80 Ω, and a capacitance with capacitive reactance X</a:t>
            </a:r>
            <a:r>
              <a:rPr lang="en-US" altLang="id-ID" b="1" baseline="-30000" dirty="0">
                <a:latin typeface="Arial" panose="020B0604020202020204" pitchFamily="34" charset="0"/>
                <a:ea typeface="Calibri" panose="020F0502020204030204" pitchFamily="34" charset="0"/>
                <a:cs typeface="Arial" panose="020B0604020202020204" pitchFamily="34" charset="0"/>
              </a:rPr>
              <a:t>C</a:t>
            </a:r>
            <a:r>
              <a:rPr lang="en-US" altLang="id-ID" b="1" dirty="0">
                <a:latin typeface="Arial" panose="020B0604020202020204" pitchFamily="34" charset="0"/>
                <a:ea typeface="Calibri" panose="020F0502020204030204" pitchFamily="34" charset="0"/>
                <a:cs typeface="Arial" panose="020B0604020202020204" pitchFamily="34" charset="0"/>
              </a:rPr>
              <a:t>= 150 Ω.</a:t>
            </a:r>
          </a:p>
          <a:p>
            <a:pPr>
              <a:spcBef>
                <a:spcPct val="0"/>
              </a:spcBef>
              <a:buNone/>
            </a:pPr>
            <a:endParaRPr lang="en-US" altLang="id-ID" b="1" dirty="0">
              <a:latin typeface="Arial" panose="020B0604020202020204" pitchFamily="34" charset="0"/>
              <a:ea typeface="Calibri" panose="020F0502020204030204" pitchFamily="34" charset="0"/>
              <a:cs typeface="Arial" panose="020B0604020202020204" pitchFamily="34" charset="0"/>
            </a:endParaRPr>
          </a:p>
          <a:p>
            <a:pPr marL="457200" indent="-457200">
              <a:spcBef>
                <a:spcPct val="0"/>
              </a:spcBef>
              <a:buAutoNum type="alphaLcPeriod"/>
            </a:pPr>
            <a:r>
              <a:rPr lang="en-US" altLang="id-ID" b="1" dirty="0">
                <a:latin typeface="Arial" panose="020B0604020202020204" pitchFamily="34" charset="0"/>
                <a:ea typeface="Calibri" panose="020F0502020204030204" pitchFamily="34" charset="0"/>
                <a:cs typeface="Arial" panose="020B0604020202020204" pitchFamily="34" charset="0"/>
              </a:rPr>
              <a:t>What are the power factor </a:t>
            </a:r>
            <a:r>
              <a:rPr lang="en-US" altLang="id-ID" b="1" dirty="0" err="1">
                <a:latin typeface="Arial" panose="020B0604020202020204" pitchFamily="34" charset="0"/>
                <a:ea typeface="Calibri" panose="020F0502020204030204" pitchFamily="34" charset="0"/>
                <a:cs typeface="Arial" panose="020B0604020202020204" pitchFamily="34" charset="0"/>
              </a:rPr>
              <a:t>cos</a:t>
            </a:r>
            <a:r>
              <a:rPr lang="en-US" altLang="id-ID" b="1" dirty="0" err="1">
                <a:latin typeface="Times New Roman" panose="02020603050405020304" pitchFamily="18" charset="0"/>
                <a:ea typeface="Calibri" panose="020F0502020204030204" pitchFamily="34" charset="0"/>
                <a:cs typeface="Times New Roman" panose="02020603050405020304" pitchFamily="18" charset="0"/>
              </a:rPr>
              <a:t>ф</a:t>
            </a:r>
            <a:r>
              <a:rPr lang="en-US" altLang="id-ID" b="1" dirty="0">
                <a:latin typeface="Arial" panose="020B0604020202020204" pitchFamily="34" charset="0"/>
                <a:ea typeface="Calibri" panose="020F0502020204030204" pitchFamily="34" charset="0"/>
                <a:cs typeface="Arial" panose="020B0604020202020204" pitchFamily="34" charset="0"/>
              </a:rPr>
              <a:t> and phase constant </a:t>
            </a:r>
            <a:r>
              <a:rPr lang="en-US" altLang="id-ID" b="1" dirty="0">
                <a:latin typeface="Times New Roman" panose="02020603050405020304" pitchFamily="18" charset="0"/>
                <a:ea typeface="Calibri" panose="020F0502020204030204" pitchFamily="34" charset="0"/>
                <a:cs typeface="Times New Roman" panose="02020603050405020304" pitchFamily="18" charset="0"/>
              </a:rPr>
              <a:t>ф</a:t>
            </a:r>
            <a:r>
              <a:rPr lang="en-US" altLang="id-ID" b="1" dirty="0">
                <a:latin typeface="Arial" panose="020B0604020202020204" pitchFamily="34" charset="0"/>
                <a:ea typeface="Calibri" panose="020F0502020204030204" pitchFamily="34" charset="0"/>
                <a:cs typeface="Arial" panose="020B0604020202020204" pitchFamily="34" charset="0"/>
              </a:rPr>
              <a:t> of the circuit?</a:t>
            </a:r>
          </a:p>
          <a:p>
            <a:pPr marL="457200" indent="-457200">
              <a:spcBef>
                <a:spcPct val="0"/>
              </a:spcBef>
              <a:buAutoNum type="alphaLcPeriod"/>
            </a:pPr>
            <a:r>
              <a:rPr lang="en-US" altLang="id-ID" b="1" dirty="0">
                <a:latin typeface="Arial" panose="020B0604020202020204" pitchFamily="34" charset="0"/>
                <a:ea typeface="Calibri" panose="020F0502020204030204" pitchFamily="34" charset="0"/>
                <a:cs typeface="Arial" panose="020B0604020202020204" pitchFamily="34" charset="0"/>
              </a:rPr>
              <a:t>What is the average rate </a:t>
            </a:r>
            <a:r>
              <a:rPr lang="en-US" altLang="id-ID" b="1" dirty="0" err="1">
                <a:latin typeface="Arial" panose="020B0604020202020204" pitchFamily="34" charset="0"/>
                <a:ea typeface="Calibri" panose="020F0502020204030204" pitchFamily="34" charset="0"/>
                <a:cs typeface="Arial" panose="020B0604020202020204" pitchFamily="34" charset="0"/>
              </a:rPr>
              <a:t>P</a:t>
            </a:r>
            <a:r>
              <a:rPr lang="en-US" altLang="id-ID" b="1" baseline="-30000" dirty="0" err="1">
                <a:latin typeface="Arial" panose="020B0604020202020204" pitchFamily="34" charset="0"/>
                <a:ea typeface="Calibri" panose="020F0502020204030204" pitchFamily="34" charset="0"/>
                <a:cs typeface="Arial" panose="020B0604020202020204" pitchFamily="34" charset="0"/>
              </a:rPr>
              <a:t>avg</a:t>
            </a:r>
            <a:r>
              <a:rPr lang="en-US" altLang="id-ID" b="1" dirty="0">
                <a:latin typeface="Arial" panose="020B0604020202020204" pitchFamily="34" charset="0"/>
                <a:ea typeface="Calibri" panose="020F0502020204030204" pitchFamily="34" charset="0"/>
                <a:cs typeface="Arial" panose="020B0604020202020204" pitchFamily="34" charset="0"/>
              </a:rPr>
              <a:t> at which energy is dissipated in the resistance?</a:t>
            </a:r>
          </a:p>
          <a:p>
            <a:pPr marL="457200" indent="-457200">
              <a:spcBef>
                <a:spcPct val="0"/>
              </a:spcBef>
              <a:buAutoNum type="alphaLcPeriod"/>
            </a:pPr>
            <a:r>
              <a:rPr lang="en-US" altLang="id-ID" b="1" dirty="0">
                <a:latin typeface="Arial" panose="020B0604020202020204" pitchFamily="34" charset="0"/>
                <a:ea typeface="Calibri" panose="020F0502020204030204" pitchFamily="34" charset="0"/>
                <a:cs typeface="Arial" panose="020B0604020202020204" pitchFamily="34" charset="0"/>
              </a:rPr>
              <a:t>What new capacitance </a:t>
            </a:r>
            <a:r>
              <a:rPr lang="en-US" altLang="id-ID" b="1" dirty="0" err="1">
                <a:latin typeface="Arial" panose="020B0604020202020204" pitchFamily="34" charset="0"/>
                <a:ea typeface="Calibri" panose="020F0502020204030204" pitchFamily="34" charset="0"/>
                <a:cs typeface="Arial" panose="020B0604020202020204" pitchFamily="34" charset="0"/>
              </a:rPr>
              <a:t>C</a:t>
            </a:r>
            <a:r>
              <a:rPr lang="en-US" altLang="id-ID" b="1" baseline="-30000" dirty="0" err="1">
                <a:latin typeface="Arial" panose="020B0604020202020204" pitchFamily="34" charset="0"/>
                <a:ea typeface="Calibri" panose="020F0502020204030204" pitchFamily="34" charset="0"/>
                <a:cs typeface="Arial" panose="020B0604020202020204" pitchFamily="34" charset="0"/>
              </a:rPr>
              <a:t>new</a:t>
            </a:r>
            <a:r>
              <a:rPr lang="en-US" altLang="id-ID" b="1" dirty="0">
                <a:latin typeface="Arial" panose="020B0604020202020204" pitchFamily="34" charset="0"/>
                <a:ea typeface="Calibri" panose="020F0502020204030204" pitchFamily="34" charset="0"/>
                <a:cs typeface="Arial" panose="020B0604020202020204" pitchFamily="34" charset="0"/>
              </a:rPr>
              <a:t> is needed to maximize </a:t>
            </a:r>
            <a:r>
              <a:rPr lang="en-US" altLang="id-ID" b="1" dirty="0" err="1">
                <a:latin typeface="Arial" panose="020B0604020202020204" pitchFamily="34" charset="0"/>
                <a:ea typeface="Calibri" panose="020F0502020204030204" pitchFamily="34" charset="0"/>
                <a:cs typeface="Arial" panose="020B0604020202020204" pitchFamily="34" charset="0"/>
              </a:rPr>
              <a:t>P</a:t>
            </a:r>
            <a:r>
              <a:rPr lang="en-US" altLang="id-ID" b="1" baseline="-30000" dirty="0" err="1">
                <a:latin typeface="Arial" panose="020B0604020202020204" pitchFamily="34" charset="0"/>
                <a:ea typeface="Calibri" panose="020F0502020204030204" pitchFamily="34" charset="0"/>
                <a:cs typeface="Arial" panose="020B0604020202020204" pitchFamily="34" charset="0"/>
              </a:rPr>
              <a:t>avg</a:t>
            </a:r>
            <a:r>
              <a:rPr lang="en-US" altLang="id-ID" b="1" baseline="-30000" dirty="0">
                <a:latin typeface="Arial" panose="020B0604020202020204" pitchFamily="34" charset="0"/>
                <a:ea typeface="Calibri" panose="020F0502020204030204" pitchFamily="34" charset="0"/>
                <a:cs typeface="Arial" panose="020B0604020202020204" pitchFamily="34" charset="0"/>
              </a:rPr>
              <a:t>  </a:t>
            </a:r>
            <a:r>
              <a:rPr lang="en-US" altLang="id-ID" b="1" dirty="0">
                <a:latin typeface="Arial" panose="020B0604020202020204" pitchFamily="34" charset="0"/>
                <a:ea typeface="Calibri" panose="020F0502020204030204" pitchFamily="34" charset="0"/>
                <a:cs typeface="Arial" panose="020B0604020202020204" pitchFamily="34" charset="0"/>
              </a:rPr>
              <a:t>if the other parameters of the circuit are not changed?</a:t>
            </a:r>
          </a:p>
        </p:txBody>
      </p:sp>
      <p:sp>
        <p:nvSpPr>
          <p:cNvPr id="41987" name="Rectangle 3">
            <a:extLst>
              <a:ext uri="{FF2B5EF4-FFF2-40B4-BE49-F238E27FC236}">
                <a16:creationId xmlns:a16="http://schemas.microsoft.com/office/drawing/2014/main" id="{E6BAFDDB-D9FF-4BAA-8B42-B9A94C66378F}"/>
              </a:ext>
            </a:extLst>
          </p:cNvPr>
          <p:cNvSpPr>
            <a:spLocks noChangeArrowheads="1"/>
          </p:cNvSpPr>
          <p:nvPr/>
        </p:nvSpPr>
        <p:spPr bwMode="auto">
          <a:xfrm>
            <a:off x="3214688" y="285750"/>
            <a:ext cx="502972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u="sng" dirty="0">
                <a:latin typeface="Arial" panose="020B0604020202020204" pitchFamily="34" charset="0"/>
              </a:rPr>
              <a:t>Example, </a:t>
            </a:r>
          </a:p>
          <a:p>
            <a:pPr eaLnBrk="1" hangingPunct="1">
              <a:spcBef>
                <a:spcPct val="0"/>
              </a:spcBef>
              <a:buFontTx/>
              <a:buNone/>
            </a:pPr>
            <a:r>
              <a:rPr lang="en-US" altLang="id-ID" b="1" i="1" u="sng" dirty="0">
                <a:latin typeface="Arial" panose="020B0604020202020204" pitchFamily="34" charset="0"/>
              </a:rPr>
              <a:t>Driven RLC circuit:</a:t>
            </a:r>
          </a:p>
        </p:txBody>
      </p:sp>
      <p:sp>
        <p:nvSpPr>
          <p:cNvPr id="41988" name="Slide Number Placeholder 3">
            <a:extLst>
              <a:ext uri="{FF2B5EF4-FFF2-40B4-BE49-F238E27FC236}">
                <a16:creationId xmlns:a16="http://schemas.microsoft.com/office/drawing/2014/main" id="{E19D4A15-BA93-4063-BEFA-21CCCECF6A5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0B468258-AC77-49CF-A1FD-679ACFF030EA}" type="slidenum">
              <a:rPr lang="en-US" altLang="id-ID" sz="1400" smtClean="0"/>
              <a:pPr>
                <a:spcBef>
                  <a:spcPct val="0"/>
                </a:spcBef>
                <a:buFontTx/>
                <a:buNone/>
              </a:pPr>
              <a:t>33</a:t>
            </a:fld>
            <a:endParaRPr lang="en-US" altLang="id-ID" sz="14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1">
            <a:extLst>
              <a:ext uri="{FF2B5EF4-FFF2-40B4-BE49-F238E27FC236}">
                <a16:creationId xmlns:a16="http://schemas.microsoft.com/office/drawing/2014/main" id="{D8037165-0D2F-49B3-B5AD-B7A74E7BEEA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95AC6449-68E1-4045-983A-B127A884459B}" type="slidenum">
              <a:rPr lang="en-US" altLang="id-ID" sz="1400" smtClean="0"/>
              <a:pPr>
                <a:spcBef>
                  <a:spcPct val="0"/>
                </a:spcBef>
                <a:buFontTx/>
                <a:buNone/>
              </a:pPr>
              <a:t>34</a:t>
            </a:fld>
            <a:endParaRPr lang="en-US" altLang="id-ID" sz="1400"/>
          </a:p>
        </p:txBody>
      </p:sp>
      <p:sp>
        <p:nvSpPr>
          <p:cNvPr id="48131" name="Rectangle 1">
            <a:extLst>
              <a:ext uri="{FF2B5EF4-FFF2-40B4-BE49-F238E27FC236}">
                <a16:creationId xmlns:a16="http://schemas.microsoft.com/office/drawing/2014/main" id="{96FD6657-3458-48A4-83BE-6EE7F48FD1C2}"/>
              </a:ext>
            </a:extLst>
          </p:cNvPr>
          <p:cNvSpPr>
            <a:spLocks noChangeArrowheads="1"/>
          </p:cNvSpPr>
          <p:nvPr/>
        </p:nvSpPr>
        <p:spPr bwMode="auto">
          <a:xfrm>
            <a:off x="1187624" y="1772816"/>
            <a:ext cx="7384306"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id-ID" altLang="id-ID" sz="1800" b="1" u="sng" dirty="0">
                <a:latin typeface="Arial" panose="020B0604020202020204" pitchFamily="34" charset="0"/>
                <a:ea typeface="SimSun" panose="02010600030101010101" pitchFamily="2" charset="-122"/>
                <a:cs typeface="Arial" panose="020B0604020202020204" pitchFamily="34" charset="0"/>
              </a:rPr>
              <a:t>Assignment</a:t>
            </a:r>
            <a:endParaRPr lang="en-US" altLang="id-ID" sz="1800" b="1" u="sng" dirty="0">
              <a:latin typeface="Arial" panose="020B0604020202020204" pitchFamily="34" charset="0"/>
              <a:ea typeface="SimSun" panose="02010600030101010101" pitchFamily="2" charset="-122"/>
              <a:cs typeface="Arial" panose="020B0604020202020204" pitchFamily="34" charset="0"/>
            </a:endParaRPr>
          </a:p>
          <a:p>
            <a:pPr>
              <a:spcBef>
                <a:spcPct val="0"/>
              </a:spcBef>
              <a:buFontTx/>
              <a:buNone/>
            </a:pPr>
            <a:endParaRPr lang="en-US" altLang="id-ID" sz="1800" b="1" dirty="0">
              <a:latin typeface="Arial" panose="020B0604020202020204" pitchFamily="34" charset="0"/>
              <a:ea typeface="SimSun" panose="02010600030101010101" pitchFamily="2" charset="-122"/>
              <a:cs typeface="Arial" panose="020B0604020202020204" pitchFamily="34" charset="0"/>
            </a:endParaRPr>
          </a:p>
          <a:p>
            <a:pPr>
              <a:spcBef>
                <a:spcPct val="0"/>
              </a:spcBef>
              <a:buFontTx/>
              <a:buNone/>
            </a:pPr>
            <a:r>
              <a:rPr lang="en-US" altLang="id-ID" sz="1800" b="1" dirty="0">
                <a:latin typeface="Arial" panose="020B0604020202020204" pitchFamily="34" charset="0"/>
                <a:ea typeface="SimSun" panose="02010600030101010101" pitchFamily="2" charset="-122"/>
                <a:cs typeface="Arial" panose="020B0604020202020204" pitchFamily="34" charset="0"/>
              </a:rPr>
              <a:t>Do the problems in the text-book: </a:t>
            </a:r>
          </a:p>
          <a:p>
            <a:pPr>
              <a:spcBef>
                <a:spcPct val="0"/>
              </a:spcBef>
              <a:buFontTx/>
              <a:buNone/>
            </a:pPr>
            <a:endParaRPr lang="en-US" altLang="id-ID" sz="1800" b="1" dirty="0">
              <a:latin typeface="Arial" panose="020B0604020202020204" pitchFamily="34" charset="0"/>
              <a:ea typeface="SimSun" panose="02010600030101010101" pitchFamily="2" charset="-122"/>
              <a:cs typeface="Arial" panose="020B0604020202020204" pitchFamily="34" charset="0"/>
            </a:endParaRPr>
          </a:p>
          <a:p>
            <a:pPr>
              <a:spcBef>
                <a:spcPct val="0"/>
              </a:spcBef>
              <a:buFontTx/>
              <a:buNone/>
            </a:pPr>
            <a:r>
              <a:rPr lang="en-US" altLang="id-ID" sz="1800" b="1" dirty="0">
                <a:latin typeface="Arial" panose="020B0604020202020204" pitchFamily="34" charset="0"/>
                <a:ea typeface="SimSun" panose="02010600030101010101" pitchFamily="2" charset="-122"/>
                <a:cs typeface="Arial" panose="020B0604020202020204" pitchFamily="34" charset="0"/>
              </a:rPr>
              <a:t>Fundamental of Physics, Chapter 31 (Electromagnetic Oscillation and Alternating Current); p.</a:t>
            </a:r>
            <a:r>
              <a:rPr lang="id-ID" altLang="id-ID" sz="1800" b="1" dirty="0">
                <a:latin typeface="Arial" panose="020B0604020202020204" pitchFamily="34" charset="0"/>
                <a:ea typeface="SimSun" panose="02010600030101010101" pitchFamily="2" charset="-122"/>
                <a:cs typeface="Arial" panose="020B0604020202020204" pitchFamily="34" charset="0"/>
              </a:rPr>
              <a:t>935</a:t>
            </a:r>
            <a:r>
              <a:rPr lang="en-US" altLang="id-ID" sz="1800" b="1" dirty="0">
                <a:latin typeface="Arial" panose="020B0604020202020204" pitchFamily="34" charset="0"/>
                <a:ea typeface="SimSun" panose="02010600030101010101" pitchFamily="2" charset="-122"/>
                <a:cs typeface="Arial" panose="020B0604020202020204" pitchFamily="34" charset="0"/>
              </a:rPr>
              <a:t>-</a:t>
            </a:r>
            <a:r>
              <a:rPr lang="id-ID" altLang="id-ID" sz="1800" b="1" dirty="0">
                <a:latin typeface="Arial" panose="020B0604020202020204" pitchFamily="34" charset="0"/>
                <a:ea typeface="SimSun" panose="02010600030101010101" pitchFamily="2" charset="-122"/>
                <a:cs typeface="Arial" panose="020B0604020202020204" pitchFamily="34" charset="0"/>
              </a:rPr>
              <a:t>940</a:t>
            </a:r>
            <a:endParaRPr lang="en-US" altLang="id-ID" sz="1100" dirty="0">
              <a:latin typeface="Arial" panose="020B0604020202020204" pitchFamily="34" charset="0"/>
              <a:ea typeface="SimSun" panose="02010600030101010101" pitchFamily="2" charset="-122"/>
              <a:cs typeface="Arial" panose="020B0604020202020204" pitchFamily="34" charset="0"/>
            </a:endParaRPr>
          </a:p>
          <a:p>
            <a:pPr>
              <a:spcBef>
                <a:spcPct val="0"/>
              </a:spcBef>
              <a:buFontTx/>
              <a:buNone/>
            </a:pPr>
            <a:r>
              <a:rPr lang="en-US" altLang="id-ID" sz="1800" b="1" dirty="0">
                <a:latin typeface="Arial" panose="020B0604020202020204" pitchFamily="34" charset="0"/>
                <a:ea typeface="SimSun" panose="02010600030101010101" pitchFamily="2" charset="-122"/>
                <a:cs typeface="Arial" panose="020B0604020202020204" pitchFamily="34" charset="0"/>
              </a:rPr>
              <a:t>Problems No. 3, 13, 29, 44, 53, 59, and 68</a:t>
            </a:r>
            <a:endParaRPr lang="en-US" altLang="id-ID" sz="1200" dirty="0">
              <a:latin typeface="Arial" panose="020B0604020202020204" pitchFamily="34" charset="0"/>
              <a:ea typeface="SimSun" panose="02010600030101010101" pitchFamily="2" charset="-122"/>
              <a:cs typeface="Arial" panose="020B0604020202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8C03808-B1E4-4B4D-B978-1BB8AAF9BAC8}"/>
              </a:ext>
            </a:extLst>
          </p:cNvPr>
          <p:cNvSpPr txBox="1">
            <a:spLocks noGrp="1"/>
          </p:cNvSpPr>
          <p:nvPr/>
        </p:nvSpPr>
        <p:spPr bwMode="auto">
          <a:xfrm>
            <a:off x="179388" y="6481763"/>
            <a:ext cx="2133600" cy="476250"/>
          </a:xfrm>
          <a:prstGeom prst="rect">
            <a:avLst/>
          </a:prstGeom>
          <a:noFill/>
          <a:ln>
            <a:miter lim="800000"/>
            <a:headEnd/>
            <a:tailEnd/>
          </a:ln>
        </p:spPr>
        <p:txBody>
          <a:bodyPr/>
          <a:lstStyle/>
          <a:p>
            <a:pPr eaLnBrk="1" hangingPunct="1">
              <a:defRPr/>
            </a:pPr>
            <a:r>
              <a:rPr lang="en-US" sz="800">
                <a:latin typeface="+mn-lt"/>
              </a:rPr>
              <a:t>Bina Nusantara</a:t>
            </a:r>
          </a:p>
        </p:txBody>
      </p:sp>
      <p:sp>
        <p:nvSpPr>
          <p:cNvPr id="6" name="Title 1">
            <a:extLst>
              <a:ext uri="{FF2B5EF4-FFF2-40B4-BE49-F238E27FC236}">
                <a16:creationId xmlns:a16="http://schemas.microsoft.com/office/drawing/2014/main" id="{72F7B521-1AC3-4286-A6F6-F385B851B770}"/>
              </a:ext>
            </a:extLst>
          </p:cNvPr>
          <p:cNvSpPr txBox="1">
            <a:spLocks/>
          </p:cNvSpPr>
          <p:nvPr/>
        </p:nvSpPr>
        <p:spPr>
          <a:xfrm>
            <a:off x="5029200" y="1749426"/>
            <a:ext cx="3686175" cy="3976686"/>
          </a:xfrm>
          <a:prstGeom prst="rect">
            <a:avLst/>
          </a:prstGeom>
        </p:spPr>
        <p:txBody>
          <a:bodyPr>
            <a:normAutofit fontScale="90000" lnSpcReduction="20000"/>
          </a:bodyPr>
          <a:lst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Interstate" pitchFamily="2" charset="0"/>
              </a:defRPr>
            </a:lvl2pPr>
            <a:lvl3pPr algn="ctr" rtl="0" eaLnBrk="0" fontAlgn="base" hangingPunct="0">
              <a:spcBef>
                <a:spcPct val="0"/>
              </a:spcBef>
              <a:spcAft>
                <a:spcPct val="0"/>
              </a:spcAft>
              <a:defRPr sz="3200">
                <a:solidFill>
                  <a:schemeClr val="tx2"/>
                </a:solidFill>
                <a:latin typeface="Interstate" pitchFamily="2" charset="0"/>
              </a:defRPr>
            </a:lvl3pPr>
            <a:lvl4pPr algn="ctr" rtl="0" eaLnBrk="0" fontAlgn="base" hangingPunct="0">
              <a:spcBef>
                <a:spcPct val="0"/>
              </a:spcBef>
              <a:spcAft>
                <a:spcPct val="0"/>
              </a:spcAft>
              <a:defRPr sz="3200">
                <a:solidFill>
                  <a:schemeClr val="tx2"/>
                </a:solidFill>
                <a:latin typeface="Interstate" pitchFamily="2" charset="0"/>
              </a:defRPr>
            </a:lvl4pPr>
            <a:lvl5pPr algn="ctr" rtl="0" eaLnBrk="0" fontAlgn="base" hangingPunct="0">
              <a:spcBef>
                <a:spcPct val="0"/>
              </a:spcBef>
              <a:spcAft>
                <a:spcPct val="0"/>
              </a:spcAft>
              <a:defRPr sz="3200">
                <a:solidFill>
                  <a:schemeClr val="tx2"/>
                </a:solidFill>
                <a:latin typeface="Interstate" pitchFamily="2" charset="0"/>
              </a:defRPr>
            </a:lvl5pPr>
            <a:lvl6pPr marL="457200" algn="ctr" rtl="0" fontAlgn="base">
              <a:spcBef>
                <a:spcPct val="0"/>
              </a:spcBef>
              <a:spcAft>
                <a:spcPct val="0"/>
              </a:spcAft>
              <a:defRPr sz="3200">
                <a:solidFill>
                  <a:schemeClr val="tx2"/>
                </a:solidFill>
                <a:latin typeface="Interstate" pitchFamily="2" charset="0"/>
              </a:defRPr>
            </a:lvl6pPr>
            <a:lvl7pPr marL="914400" algn="ctr" rtl="0" fontAlgn="base">
              <a:spcBef>
                <a:spcPct val="0"/>
              </a:spcBef>
              <a:spcAft>
                <a:spcPct val="0"/>
              </a:spcAft>
              <a:defRPr sz="3200">
                <a:solidFill>
                  <a:schemeClr val="tx2"/>
                </a:solidFill>
                <a:latin typeface="Interstate" pitchFamily="2" charset="0"/>
              </a:defRPr>
            </a:lvl7pPr>
            <a:lvl8pPr marL="1371600" algn="ctr" rtl="0" fontAlgn="base">
              <a:spcBef>
                <a:spcPct val="0"/>
              </a:spcBef>
              <a:spcAft>
                <a:spcPct val="0"/>
              </a:spcAft>
              <a:defRPr sz="3200">
                <a:solidFill>
                  <a:schemeClr val="tx2"/>
                </a:solidFill>
                <a:latin typeface="Interstate" pitchFamily="2" charset="0"/>
              </a:defRPr>
            </a:lvl8pPr>
            <a:lvl9pPr marL="1828800" algn="ctr" rtl="0" fontAlgn="base">
              <a:spcBef>
                <a:spcPct val="0"/>
              </a:spcBef>
              <a:spcAft>
                <a:spcPct val="0"/>
              </a:spcAft>
              <a:defRPr sz="3200">
                <a:solidFill>
                  <a:schemeClr val="tx2"/>
                </a:solidFill>
                <a:latin typeface="Interstate" pitchFamily="2" charset="0"/>
              </a:defRPr>
            </a:lvl9pPr>
          </a:lstStyle>
          <a:p>
            <a:pPr>
              <a:defRPr/>
            </a:pPr>
            <a:br>
              <a:rPr lang="en-US" sz="2206" b="1" kern="0" dirty="0">
                <a:solidFill>
                  <a:schemeClr val="accent1"/>
                </a:solidFill>
              </a:rPr>
            </a:br>
            <a:r>
              <a:rPr lang="en-US" sz="2206" b="1" kern="0" dirty="0">
                <a:solidFill>
                  <a:schemeClr val="tx1"/>
                </a:solidFill>
              </a:rPr>
              <a:t>These slides have been adapted from </a:t>
            </a:r>
            <a:br>
              <a:rPr lang="en-US" sz="2206" b="1" kern="0" dirty="0">
                <a:solidFill>
                  <a:schemeClr val="accent1"/>
                </a:solidFill>
              </a:rPr>
            </a:br>
            <a:br>
              <a:rPr lang="en-US" sz="2206" b="1" kern="0" dirty="0">
                <a:solidFill>
                  <a:schemeClr val="accent1"/>
                </a:solidFill>
              </a:rPr>
            </a:br>
            <a:r>
              <a:rPr lang="en-AU" sz="2400" b="1" dirty="0">
                <a:solidFill>
                  <a:schemeClr val="tx1"/>
                </a:solidFill>
              </a:rPr>
              <a:t>Halliday D.; Resnick R. and Walker J. (201</a:t>
            </a:r>
            <a:r>
              <a:rPr lang="id-ID" sz="2400" b="1" dirty="0">
                <a:solidFill>
                  <a:schemeClr val="tx1"/>
                </a:solidFill>
              </a:rPr>
              <a:t>8</a:t>
            </a:r>
            <a:r>
              <a:rPr lang="en-AU" sz="2400" b="1" dirty="0">
                <a:solidFill>
                  <a:schemeClr val="tx1"/>
                </a:solidFill>
              </a:rPr>
              <a:t>). </a:t>
            </a:r>
            <a:r>
              <a:rPr lang="en-AU" sz="2400" b="1" i="1" dirty="0">
                <a:solidFill>
                  <a:schemeClr val="tx1"/>
                </a:solidFill>
              </a:rPr>
              <a:t>Fundamentals Of Physics ,Extended, </a:t>
            </a:r>
          </a:p>
          <a:p>
            <a:pPr>
              <a:defRPr/>
            </a:pPr>
            <a:r>
              <a:rPr lang="en-AU" sz="2400" b="1" i="1" dirty="0">
                <a:solidFill>
                  <a:schemeClr val="tx1"/>
                </a:solidFill>
              </a:rPr>
              <a:t> </a:t>
            </a:r>
            <a:r>
              <a:rPr lang="id-ID" sz="2400" b="1" i="1" dirty="0">
                <a:solidFill>
                  <a:schemeClr val="tx1"/>
                </a:solidFill>
              </a:rPr>
              <a:t>11th</a:t>
            </a:r>
            <a:r>
              <a:rPr lang="en-AU" sz="2400" b="1" dirty="0">
                <a:solidFill>
                  <a:schemeClr val="tx1"/>
                </a:solidFill>
              </a:rPr>
              <a:t> , John Wiley &amp; SONS Inc, New York,  ISBN: 978</a:t>
            </a:r>
            <a:r>
              <a:rPr lang="id-ID" sz="2400" b="1" dirty="0">
                <a:solidFill>
                  <a:schemeClr val="tx1"/>
                </a:solidFill>
              </a:rPr>
              <a:t>1119306856</a:t>
            </a:r>
            <a:endParaRPr lang="en-US" sz="2400" b="1" dirty="0">
              <a:solidFill>
                <a:schemeClr val="tx1"/>
              </a:solidFill>
            </a:endParaRPr>
          </a:p>
          <a:p>
            <a:pPr>
              <a:defRPr/>
            </a:pPr>
            <a:br>
              <a:rPr lang="en-US" sz="2206" b="1" kern="0" dirty="0">
                <a:solidFill>
                  <a:schemeClr val="tx1"/>
                </a:solidFill>
              </a:rPr>
            </a:br>
            <a:br>
              <a:rPr lang="en-US" sz="2206" b="1" kern="0" dirty="0">
                <a:solidFill>
                  <a:schemeClr val="tx1"/>
                </a:solidFill>
              </a:rPr>
            </a:br>
            <a:r>
              <a:rPr lang="en-US" sz="2206" b="1" kern="0" dirty="0">
                <a:solidFill>
                  <a:schemeClr val="tx1"/>
                </a:solidFill>
              </a:rPr>
              <a:t>Chapter  3</a:t>
            </a:r>
            <a:r>
              <a:rPr lang="id-ID" sz="2206" b="1" kern="0" dirty="0">
                <a:solidFill>
                  <a:schemeClr val="tx1"/>
                </a:solidFill>
              </a:rPr>
              <a:t>1</a:t>
            </a:r>
            <a:br>
              <a:rPr lang="en-US" sz="2206" b="1" kern="0" dirty="0">
                <a:solidFill>
                  <a:schemeClr val="tx1"/>
                </a:solidFill>
              </a:rPr>
            </a:br>
            <a:endParaRPr lang="id-ID" sz="2206" b="1" kern="0" dirty="0">
              <a:solidFill>
                <a:schemeClr val="tx1"/>
              </a:solidFill>
            </a:endParaRPr>
          </a:p>
        </p:txBody>
      </p:sp>
      <p:pic>
        <p:nvPicPr>
          <p:cNvPr id="5124" name="Picture 1">
            <a:extLst>
              <a:ext uri="{FF2B5EF4-FFF2-40B4-BE49-F238E27FC236}">
                <a16:creationId xmlns:a16="http://schemas.microsoft.com/office/drawing/2014/main" id="{CA4E1806-F1EF-4C39-BD00-5AC39CAE57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6188" y="1749426"/>
            <a:ext cx="3520909" cy="3813175"/>
          </a:xfrm>
          <a:prstGeom prst="rect">
            <a:avLst/>
          </a:prstGeom>
          <a:noFill/>
          <a:ln>
            <a:noFill/>
          </a:ln>
          <a:effectLst>
            <a:reflection blurRad="6350" stA="52000" endA="300" endPos="35000" dir="5400000" sy="-100000" algn="bl" rotWithShape="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45598134"/>
      </p:ext>
    </p:extLst>
  </p:cSld>
  <p:clrMapOvr>
    <a:masterClrMapping/>
  </p:clrMapOvr>
</p:sld>
</file>

<file path=ppt/theme/theme1.xml><?xml version="1.0" encoding="utf-8"?>
<a:theme xmlns:a="http://schemas.openxmlformats.org/drawingml/2006/main" name="Template PPT 2015">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3107</TotalTime>
  <Words>1693</Words>
  <Application>Microsoft Office PowerPoint</Application>
  <PresentationFormat>On-screen Show (4:3)</PresentationFormat>
  <Paragraphs>289</Paragraphs>
  <Slides>35</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35</vt:i4>
      </vt:variant>
    </vt:vector>
  </HeadingPairs>
  <TitlesOfParts>
    <vt:vector size="46" baseType="lpstr">
      <vt:lpstr>Agency FB</vt:lpstr>
      <vt:lpstr>Arial</vt:lpstr>
      <vt:lpstr>Calibri</vt:lpstr>
      <vt:lpstr>Cambria Math</vt:lpstr>
      <vt:lpstr>Interstate</vt:lpstr>
      <vt:lpstr>Open Sans</vt:lpstr>
      <vt:lpstr>Open Sans Light</vt:lpstr>
      <vt:lpstr>Open Sans Semibold</vt:lpstr>
      <vt:lpstr>Symbol</vt:lpstr>
      <vt:lpstr>Times New Roman</vt:lpstr>
      <vt:lpstr>Template PPT 2015</vt:lpstr>
      <vt:lpstr>Electromagnetic Oscillations  and Alternating Current Session  12-13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fasilkom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Goes Here</dc:title>
  <dc:creator>sablin yusuf</dc:creator>
  <cp:lastModifiedBy>FABIAN</cp:lastModifiedBy>
  <cp:revision>110</cp:revision>
  <dcterms:created xsi:type="dcterms:W3CDTF">2007-02-22T08:40:35Z</dcterms:created>
  <dcterms:modified xsi:type="dcterms:W3CDTF">2024-08-01T12:51:08Z</dcterms:modified>
</cp:coreProperties>
</file>