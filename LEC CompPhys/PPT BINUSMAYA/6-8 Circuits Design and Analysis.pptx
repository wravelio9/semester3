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3"/>
  </p:notesMasterIdLst>
  <p:handoutMasterIdLst>
    <p:handoutMasterId r:id="rId34"/>
  </p:handoutMasterIdLst>
  <p:sldIdLst>
    <p:sldId id="480" r:id="rId2"/>
    <p:sldId id="309" r:id="rId3"/>
    <p:sldId id="266" r:id="rId4"/>
    <p:sldId id="312" r:id="rId5"/>
    <p:sldId id="267" r:id="rId6"/>
    <p:sldId id="293" r:id="rId7"/>
    <p:sldId id="268" r:id="rId8"/>
    <p:sldId id="299" r:id="rId9"/>
    <p:sldId id="269" r:id="rId10"/>
    <p:sldId id="300" r:id="rId11"/>
    <p:sldId id="270" r:id="rId12"/>
    <p:sldId id="271" r:id="rId13"/>
    <p:sldId id="301" r:id="rId14"/>
    <p:sldId id="273" r:id="rId15"/>
    <p:sldId id="304" r:id="rId16"/>
    <p:sldId id="274" r:id="rId17"/>
    <p:sldId id="275" r:id="rId18"/>
    <p:sldId id="276" r:id="rId19"/>
    <p:sldId id="277" r:id="rId20"/>
    <p:sldId id="279" r:id="rId21"/>
    <p:sldId id="307" r:id="rId22"/>
    <p:sldId id="310" r:id="rId23"/>
    <p:sldId id="311" r:id="rId24"/>
    <p:sldId id="280" r:id="rId25"/>
    <p:sldId id="305" r:id="rId26"/>
    <p:sldId id="282" r:id="rId27"/>
    <p:sldId id="287" r:id="rId28"/>
    <p:sldId id="288" r:id="rId29"/>
    <p:sldId id="289" r:id="rId30"/>
    <p:sldId id="290" r:id="rId31"/>
    <p:sldId id="308" r:id="rId32"/>
  </p:sldIdLst>
  <p:sldSz cx="9144000" cy="6858000" type="screen4x3"/>
  <p:notesSz cx="6858000" cy="9144000"/>
  <p:defaultTextStyle>
    <a:defPPr>
      <a:defRPr lang="en-US"/>
    </a:defPPr>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Arial" panose="020B0604020202020204" pitchFamily="34" charset="0"/>
        <a:ea typeface="+mn-ea"/>
        <a:cs typeface="+mn-cs"/>
      </a:defRPr>
    </a:lvl6pPr>
    <a:lvl7pPr marL="2743200" algn="l" defTabSz="914400" rtl="0" eaLnBrk="1" latinLnBrk="0" hangingPunct="1">
      <a:defRPr sz="1200" kern="1200">
        <a:solidFill>
          <a:schemeClr val="tx1"/>
        </a:solidFill>
        <a:latin typeface="Arial" panose="020B0604020202020204" pitchFamily="34" charset="0"/>
        <a:ea typeface="+mn-ea"/>
        <a:cs typeface="+mn-cs"/>
      </a:defRPr>
    </a:lvl7pPr>
    <a:lvl8pPr marL="3200400" algn="l" defTabSz="914400" rtl="0" eaLnBrk="1" latinLnBrk="0" hangingPunct="1">
      <a:defRPr sz="1200" kern="1200">
        <a:solidFill>
          <a:schemeClr val="tx1"/>
        </a:solidFill>
        <a:latin typeface="Arial" panose="020B0604020202020204" pitchFamily="34" charset="0"/>
        <a:ea typeface="+mn-ea"/>
        <a:cs typeface="+mn-cs"/>
      </a:defRPr>
    </a:lvl8pPr>
    <a:lvl9pPr marL="3657600" algn="l" defTabSz="914400" rtl="0" eaLnBrk="1" latinLnBrk="0" hangingPunct="1">
      <a:defRPr sz="12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A81B48-33DD-4E74-A776-03193DC7B812}" v="7" dt="2024-08-03T18:23:38.6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66" autoAdjust="0"/>
    <p:restoredTop sz="94660"/>
  </p:normalViewPr>
  <p:slideViewPr>
    <p:cSldViewPr>
      <p:cViewPr varScale="1">
        <p:scale>
          <a:sx n="94" d="100"/>
          <a:sy n="94" d="100"/>
        </p:scale>
        <p:origin x="984" y="53"/>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126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Surya Pramudya" userId="f46cf8bb-4ec7-4653-94a9-ff26fa22481f" providerId="ADAL" clId="{82EAFA70-5F2F-4B9C-AA3F-C76968732D4E}"/>
    <pc:docChg chg="modSld">
      <pc:chgData name="Fabian Surya Pramudya" userId="f46cf8bb-4ec7-4653-94a9-ff26fa22481f" providerId="ADAL" clId="{82EAFA70-5F2F-4B9C-AA3F-C76968732D4E}" dt="2022-04-05T06:53:04.362" v="39" actId="20577"/>
      <pc:docMkLst>
        <pc:docMk/>
      </pc:docMkLst>
      <pc:sldChg chg="modSp">
        <pc:chgData name="Fabian Surya Pramudya" userId="f46cf8bb-4ec7-4653-94a9-ff26fa22481f" providerId="ADAL" clId="{82EAFA70-5F2F-4B9C-AA3F-C76968732D4E}" dt="2022-04-05T06:53:04.362" v="39" actId="20577"/>
        <pc:sldMkLst>
          <pc:docMk/>
          <pc:sldMk cId="4204421142" sldId="256"/>
        </pc:sldMkLst>
        <pc:spChg chg="mod">
          <ac:chgData name="Fabian Surya Pramudya" userId="f46cf8bb-4ec7-4653-94a9-ff26fa22481f" providerId="ADAL" clId="{82EAFA70-5F2F-4B9C-AA3F-C76968732D4E}" dt="2022-04-05T06:52:47.904" v="33" actId="20577"/>
          <ac:spMkLst>
            <pc:docMk/>
            <pc:sldMk cId="4204421142" sldId="256"/>
            <ac:spMk id="4" creationId="{00000000-0000-0000-0000-000000000000}"/>
          </ac:spMkLst>
        </pc:spChg>
        <pc:spChg chg="mod">
          <ac:chgData name="Fabian Surya Pramudya" userId="f46cf8bb-4ec7-4653-94a9-ff26fa22481f" providerId="ADAL" clId="{82EAFA70-5F2F-4B9C-AA3F-C76968732D4E}" dt="2022-04-05T06:53:04.362" v="39" actId="20577"/>
          <ac:spMkLst>
            <pc:docMk/>
            <pc:sldMk cId="4204421142" sldId="256"/>
            <ac:spMk id="8" creationId="{00000000-0000-0000-0000-000000000000}"/>
          </ac:spMkLst>
        </pc:spChg>
      </pc:sldChg>
    </pc:docChg>
  </pc:docChgLst>
  <pc:docChgLst>
    <pc:chgData name="Fabian Surya Pramudya" userId="f46cf8bb-4ec7-4653-94a9-ff26fa22481f" providerId="ADAL" clId="{21E1BFAC-E3A4-4EB3-9FB3-6CCF3E262D85}"/>
    <pc:docChg chg="undo custSel addSld delSld modSld">
      <pc:chgData name="Fabian Surya Pramudya" userId="f46cf8bb-4ec7-4653-94a9-ff26fa22481f" providerId="ADAL" clId="{21E1BFAC-E3A4-4EB3-9FB3-6CCF3E262D85}" dt="2022-06-18T19:26:56.620" v="95" actId="1076"/>
      <pc:docMkLst>
        <pc:docMk/>
      </pc:docMkLst>
      <pc:sldChg chg="modSp">
        <pc:chgData name="Fabian Surya Pramudya" userId="f46cf8bb-4ec7-4653-94a9-ff26fa22481f" providerId="ADAL" clId="{21E1BFAC-E3A4-4EB3-9FB3-6CCF3E262D85}" dt="2022-06-18T19:16:40.266" v="19" actId="20577"/>
        <pc:sldMkLst>
          <pc:docMk/>
          <pc:sldMk cId="4204421142" sldId="256"/>
        </pc:sldMkLst>
        <pc:spChg chg="mod">
          <ac:chgData name="Fabian Surya Pramudya" userId="f46cf8bb-4ec7-4653-94a9-ff26fa22481f" providerId="ADAL" clId="{21E1BFAC-E3A4-4EB3-9FB3-6CCF3E262D85}" dt="2022-06-18T19:16:40.266" v="19" actId="20577"/>
          <ac:spMkLst>
            <pc:docMk/>
            <pc:sldMk cId="4204421142" sldId="256"/>
            <ac:spMk id="8" creationId="{00000000-0000-0000-0000-000000000000}"/>
          </ac:spMkLst>
        </pc:spChg>
      </pc:sldChg>
      <pc:sldChg chg="modSp">
        <pc:chgData name="Fabian Surya Pramudya" userId="f46cf8bb-4ec7-4653-94a9-ff26fa22481f" providerId="ADAL" clId="{21E1BFAC-E3A4-4EB3-9FB3-6CCF3E262D85}" dt="2022-06-18T19:17:01.068" v="26" actId="20577"/>
        <pc:sldMkLst>
          <pc:docMk/>
          <pc:sldMk cId="0" sldId="266"/>
        </pc:sldMkLst>
        <pc:spChg chg="mod">
          <ac:chgData name="Fabian Surya Pramudya" userId="f46cf8bb-4ec7-4653-94a9-ff26fa22481f" providerId="ADAL" clId="{21E1BFAC-E3A4-4EB3-9FB3-6CCF3E262D85}" dt="2022-06-18T19:17:01.068" v="26" actId="20577"/>
          <ac:spMkLst>
            <pc:docMk/>
            <pc:sldMk cId="0" sldId="266"/>
            <ac:spMk id="6147" creationId="{6391030C-CE72-4524-AAB8-E17A559A4E3E}"/>
          </ac:spMkLst>
        </pc:spChg>
      </pc:sldChg>
      <pc:sldChg chg="modSp">
        <pc:chgData name="Fabian Surya Pramudya" userId="f46cf8bb-4ec7-4653-94a9-ff26fa22481f" providerId="ADAL" clId="{21E1BFAC-E3A4-4EB3-9FB3-6CCF3E262D85}" dt="2022-06-18T19:21:51.277" v="74" actId="113"/>
        <pc:sldMkLst>
          <pc:docMk/>
          <pc:sldMk cId="0" sldId="268"/>
        </pc:sldMkLst>
        <pc:spChg chg="mod">
          <ac:chgData name="Fabian Surya Pramudya" userId="f46cf8bb-4ec7-4653-94a9-ff26fa22481f" providerId="ADAL" clId="{21E1BFAC-E3A4-4EB3-9FB3-6CCF3E262D85}" dt="2022-06-18T19:21:51.277" v="74" actId="113"/>
          <ac:spMkLst>
            <pc:docMk/>
            <pc:sldMk cId="0" sldId="268"/>
            <ac:spMk id="6147" creationId="{9F300C3A-5CA4-483A-BC39-0C8D9AD730C8}"/>
          </ac:spMkLst>
        </pc:spChg>
        <pc:spChg chg="mod">
          <ac:chgData name="Fabian Surya Pramudya" userId="f46cf8bb-4ec7-4653-94a9-ff26fa22481f" providerId="ADAL" clId="{21E1BFAC-E3A4-4EB3-9FB3-6CCF3E262D85}" dt="2022-06-18T19:17:17.376" v="28" actId="1076"/>
          <ac:spMkLst>
            <pc:docMk/>
            <pc:sldMk cId="0" sldId="268"/>
            <ac:spMk id="10242" creationId="{B779E423-E696-4ED5-9E32-77A8559070BF}"/>
          </ac:spMkLst>
        </pc:spChg>
        <pc:spChg chg="mod">
          <ac:chgData name="Fabian Surya Pramudya" userId="f46cf8bb-4ec7-4653-94a9-ff26fa22481f" providerId="ADAL" clId="{21E1BFAC-E3A4-4EB3-9FB3-6CCF3E262D85}" dt="2022-06-18T19:21:43.287" v="69" actId="1076"/>
          <ac:spMkLst>
            <pc:docMk/>
            <pc:sldMk cId="0" sldId="268"/>
            <ac:spMk id="10256" creationId="{19D7FB87-94BD-46BC-8606-A32D1145D3B2}"/>
          </ac:spMkLst>
        </pc:spChg>
        <pc:picChg chg="mod">
          <ac:chgData name="Fabian Surya Pramudya" userId="f46cf8bb-4ec7-4653-94a9-ff26fa22481f" providerId="ADAL" clId="{21E1BFAC-E3A4-4EB3-9FB3-6CCF3E262D85}" dt="2022-06-18T19:21:48.443" v="73" actId="14100"/>
          <ac:picMkLst>
            <pc:docMk/>
            <pc:sldMk cId="0" sldId="268"/>
            <ac:picMk id="10244" creationId="{27F39EC6-D17B-43E8-982C-294ED55F2BB4}"/>
          </ac:picMkLst>
        </pc:picChg>
      </pc:sldChg>
      <pc:sldChg chg="delSp modSp">
        <pc:chgData name="Fabian Surya Pramudya" userId="f46cf8bb-4ec7-4653-94a9-ff26fa22481f" providerId="ADAL" clId="{21E1BFAC-E3A4-4EB3-9FB3-6CCF3E262D85}" dt="2022-06-18T19:19:11.699" v="32" actId="478"/>
        <pc:sldMkLst>
          <pc:docMk/>
          <pc:sldMk cId="0" sldId="269"/>
        </pc:sldMkLst>
        <pc:spChg chg="del mod">
          <ac:chgData name="Fabian Surya Pramudya" userId="f46cf8bb-4ec7-4653-94a9-ff26fa22481f" providerId="ADAL" clId="{21E1BFAC-E3A4-4EB3-9FB3-6CCF3E262D85}" dt="2022-06-18T19:19:11.699" v="32" actId="478"/>
          <ac:spMkLst>
            <pc:docMk/>
            <pc:sldMk cId="0" sldId="269"/>
            <ac:spMk id="13329" creationId="{CE31A985-2448-42A0-8C33-8B8B8DA063CC}"/>
          </ac:spMkLst>
        </pc:spChg>
      </pc:sldChg>
      <pc:sldChg chg="modSp">
        <pc:chgData name="Fabian Surya Pramudya" userId="f46cf8bb-4ec7-4653-94a9-ff26fa22481f" providerId="ADAL" clId="{21E1BFAC-E3A4-4EB3-9FB3-6CCF3E262D85}" dt="2022-06-18T19:26:34.388" v="89" actId="14100"/>
        <pc:sldMkLst>
          <pc:docMk/>
          <pc:sldMk cId="0" sldId="288"/>
        </pc:sldMkLst>
        <pc:picChg chg="mod">
          <ac:chgData name="Fabian Surya Pramudya" userId="f46cf8bb-4ec7-4653-94a9-ff26fa22481f" providerId="ADAL" clId="{21E1BFAC-E3A4-4EB3-9FB3-6CCF3E262D85}" dt="2022-06-18T19:26:25.908" v="84" actId="1076"/>
          <ac:picMkLst>
            <pc:docMk/>
            <pc:sldMk cId="0" sldId="288"/>
            <ac:picMk id="32780" creationId="{E4E82378-2B97-436A-B679-D9BD0A8B62DA}"/>
          </ac:picMkLst>
        </pc:picChg>
        <pc:picChg chg="mod">
          <ac:chgData name="Fabian Surya Pramudya" userId="f46cf8bb-4ec7-4653-94a9-ff26fa22481f" providerId="ADAL" clId="{21E1BFAC-E3A4-4EB3-9FB3-6CCF3E262D85}" dt="2022-06-18T19:26:34.388" v="89" actId="14100"/>
          <ac:picMkLst>
            <pc:docMk/>
            <pc:sldMk cId="0" sldId="288"/>
            <ac:picMk id="32785" creationId="{82E21FD0-2940-48FB-8F60-C5D7701B3A83}"/>
          </ac:picMkLst>
        </pc:picChg>
        <pc:picChg chg="mod">
          <ac:chgData name="Fabian Surya Pramudya" userId="f46cf8bb-4ec7-4653-94a9-ff26fa22481f" providerId="ADAL" clId="{21E1BFAC-E3A4-4EB3-9FB3-6CCF3E262D85}" dt="2022-06-18T19:26:32.779" v="88" actId="1076"/>
          <ac:picMkLst>
            <pc:docMk/>
            <pc:sldMk cId="0" sldId="288"/>
            <ac:picMk id="32787" creationId="{41FFD2F4-DC40-49A9-843E-638C8E8CDE71}"/>
          </ac:picMkLst>
        </pc:picChg>
      </pc:sldChg>
      <pc:sldChg chg="modSp">
        <pc:chgData name="Fabian Surya Pramudya" userId="f46cf8bb-4ec7-4653-94a9-ff26fa22481f" providerId="ADAL" clId="{21E1BFAC-E3A4-4EB3-9FB3-6CCF3E262D85}" dt="2022-06-18T19:26:56.620" v="95" actId="1076"/>
        <pc:sldMkLst>
          <pc:docMk/>
          <pc:sldMk cId="0" sldId="289"/>
        </pc:sldMkLst>
        <pc:picChg chg="mod">
          <ac:chgData name="Fabian Surya Pramudya" userId="f46cf8bb-4ec7-4653-94a9-ff26fa22481f" providerId="ADAL" clId="{21E1BFAC-E3A4-4EB3-9FB3-6CCF3E262D85}" dt="2022-06-18T19:26:56.620" v="95" actId="1076"/>
          <ac:picMkLst>
            <pc:docMk/>
            <pc:sldMk cId="0" sldId="289"/>
            <ac:picMk id="59394" creationId="{187CDB4A-E0B0-4047-B3A2-2B2185219130}"/>
          </ac:picMkLst>
        </pc:picChg>
        <pc:picChg chg="mod">
          <ac:chgData name="Fabian Surya Pramudya" userId="f46cf8bb-4ec7-4653-94a9-ff26fa22481f" providerId="ADAL" clId="{21E1BFAC-E3A4-4EB3-9FB3-6CCF3E262D85}" dt="2022-06-18T19:26:52.317" v="94" actId="1076"/>
          <ac:picMkLst>
            <pc:docMk/>
            <pc:sldMk cId="0" sldId="289"/>
            <ac:picMk id="59395" creationId="{658537D4-EC4B-4482-BC93-1B4B06E4D652}"/>
          </ac:picMkLst>
        </pc:picChg>
      </pc:sldChg>
      <pc:sldChg chg="modSp">
        <pc:chgData name="Fabian Surya Pramudya" userId="f46cf8bb-4ec7-4653-94a9-ff26fa22481f" providerId="ADAL" clId="{21E1BFAC-E3A4-4EB3-9FB3-6CCF3E262D85}" dt="2022-06-18T19:19:05.074" v="30" actId="1076"/>
        <pc:sldMkLst>
          <pc:docMk/>
          <pc:sldMk cId="0" sldId="299"/>
        </pc:sldMkLst>
        <pc:spChg chg="mod">
          <ac:chgData name="Fabian Surya Pramudya" userId="f46cf8bb-4ec7-4653-94a9-ff26fa22481f" providerId="ADAL" clId="{21E1BFAC-E3A4-4EB3-9FB3-6CCF3E262D85}" dt="2022-06-18T19:19:05.074" v="30" actId="1076"/>
          <ac:spMkLst>
            <pc:docMk/>
            <pc:sldMk cId="0" sldId="299"/>
            <ac:spMk id="12296" creationId="{97750546-7075-4869-A59B-A521CB9F0737}"/>
          </ac:spMkLst>
        </pc:spChg>
      </pc:sldChg>
      <pc:sldChg chg="modSp">
        <pc:chgData name="Fabian Surya Pramudya" userId="f46cf8bb-4ec7-4653-94a9-ff26fa22481f" providerId="ADAL" clId="{21E1BFAC-E3A4-4EB3-9FB3-6CCF3E262D85}" dt="2022-06-18T19:25:19.030" v="81" actId="20577"/>
        <pc:sldMkLst>
          <pc:docMk/>
          <pc:sldMk cId="0" sldId="307"/>
        </pc:sldMkLst>
        <pc:spChg chg="mod">
          <ac:chgData name="Fabian Surya Pramudya" userId="f46cf8bb-4ec7-4653-94a9-ff26fa22481f" providerId="ADAL" clId="{21E1BFAC-E3A4-4EB3-9FB3-6CCF3E262D85}" dt="2022-06-18T19:25:19.030" v="81" actId="20577"/>
          <ac:spMkLst>
            <pc:docMk/>
            <pc:sldMk cId="0" sldId="307"/>
            <ac:spMk id="27655" creationId="{B7FA7B7F-7029-4097-8003-03E02EE2439C}"/>
          </ac:spMkLst>
        </pc:spChg>
      </pc:sldChg>
      <pc:sldChg chg="del">
        <pc:chgData name="Fabian Surya Pramudya" userId="f46cf8bb-4ec7-4653-94a9-ff26fa22481f" providerId="ADAL" clId="{21E1BFAC-E3A4-4EB3-9FB3-6CCF3E262D85}" dt="2022-06-18T19:17:08.890" v="27" actId="2696"/>
        <pc:sldMkLst>
          <pc:docMk/>
          <pc:sldMk cId="2844515628" sldId="310"/>
        </pc:sldMkLst>
      </pc:sldChg>
      <pc:sldChg chg="addSp delSp modSp add del">
        <pc:chgData name="Fabian Surya Pramudya" userId="f46cf8bb-4ec7-4653-94a9-ff26fa22481f" providerId="ADAL" clId="{21E1BFAC-E3A4-4EB3-9FB3-6CCF3E262D85}" dt="2022-06-18T19:25:38.766" v="82" actId="2696"/>
        <pc:sldMkLst>
          <pc:docMk/>
          <pc:sldMk cId="4050251650" sldId="310"/>
        </pc:sldMkLst>
        <pc:spChg chg="del mod">
          <ac:chgData name="Fabian Surya Pramudya" userId="f46cf8bb-4ec7-4653-94a9-ff26fa22481f" providerId="ADAL" clId="{21E1BFAC-E3A4-4EB3-9FB3-6CCF3E262D85}" dt="2022-06-18T19:19:58.067" v="41" actId="478"/>
          <ac:spMkLst>
            <pc:docMk/>
            <pc:sldMk cId="4050251650" sldId="310"/>
            <ac:spMk id="2" creationId="{2718B86A-B0A2-46BE-9A0A-D1DE94BACC53}"/>
          </ac:spMkLst>
        </pc:spChg>
        <pc:spChg chg="add mod">
          <ac:chgData name="Fabian Surya Pramudya" userId="f46cf8bb-4ec7-4653-94a9-ff26fa22481f" providerId="ADAL" clId="{21E1BFAC-E3A4-4EB3-9FB3-6CCF3E262D85}" dt="2022-06-18T19:20:21.918" v="65" actId="1076"/>
          <ac:spMkLst>
            <pc:docMk/>
            <pc:sldMk cId="4050251650" sldId="310"/>
            <ac:spMk id="4" creationId="{86F92EC4-1C42-4309-9A62-3479FCF73A59}"/>
          </ac:spMkLst>
        </pc:spChg>
        <pc:picChg chg="add mod">
          <ac:chgData name="Fabian Surya Pramudya" userId="f46cf8bb-4ec7-4653-94a9-ff26fa22481f" providerId="ADAL" clId="{21E1BFAC-E3A4-4EB3-9FB3-6CCF3E262D85}" dt="2022-06-18T19:20:19.237" v="64" actId="1076"/>
          <ac:picMkLst>
            <pc:docMk/>
            <pc:sldMk cId="4050251650" sldId="310"/>
            <ac:picMk id="3" creationId="{A158A7E0-1ECD-44D4-A351-E87B1616D82A}"/>
          </ac:picMkLst>
        </pc:picChg>
      </pc:sldChg>
    </pc:docChg>
  </pc:docChgLst>
  <pc:docChgLst>
    <pc:chgData name="Fabian" userId="f46cf8bb-4ec7-4653-94a9-ff26fa22481f" providerId="ADAL" clId="{777CC237-5A7B-4ADB-8610-6769851FC3DC}"/>
    <pc:docChg chg="undo custSel addSld modSld sldOrd">
      <pc:chgData name="Fabian" userId="f46cf8bb-4ec7-4653-94a9-ff26fa22481f" providerId="ADAL" clId="{777CC237-5A7B-4ADB-8610-6769851FC3DC}" dt="2023-04-26T04:00:20.283" v="448" actId="14100"/>
      <pc:docMkLst>
        <pc:docMk/>
      </pc:docMkLst>
      <pc:sldChg chg="modSp">
        <pc:chgData name="Fabian" userId="f46cf8bb-4ec7-4653-94a9-ff26fa22481f" providerId="ADAL" clId="{777CC237-5A7B-4ADB-8610-6769851FC3DC}" dt="2023-04-25T14:00:38.807" v="82" actId="207"/>
        <pc:sldMkLst>
          <pc:docMk/>
          <pc:sldMk cId="0" sldId="266"/>
        </pc:sldMkLst>
        <pc:spChg chg="mod">
          <ac:chgData name="Fabian" userId="f46cf8bb-4ec7-4653-94a9-ff26fa22481f" providerId="ADAL" clId="{777CC237-5A7B-4ADB-8610-6769851FC3DC}" dt="2023-04-25T14:00:38.807" v="82" actId="207"/>
          <ac:spMkLst>
            <pc:docMk/>
            <pc:sldMk cId="0" sldId="266"/>
            <ac:spMk id="6146" creationId="{FC3E7BF0-8469-4EA9-855B-4D1CBE7B3BC4}"/>
          </ac:spMkLst>
        </pc:spChg>
        <pc:spChg chg="mod">
          <ac:chgData name="Fabian" userId="f46cf8bb-4ec7-4653-94a9-ff26fa22481f" providerId="ADAL" clId="{777CC237-5A7B-4ADB-8610-6769851FC3DC}" dt="2023-04-25T14:00:08.314" v="76" actId="14100"/>
          <ac:spMkLst>
            <pc:docMk/>
            <pc:sldMk cId="0" sldId="266"/>
            <ac:spMk id="6147" creationId="{6391030C-CE72-4524-AAB8-E17A559A4E3E}"/>
          </ac:spMkLst>
        </pc:spChg>
      </pc:sldChg>
      <pc:sldChg chg="modSp">
        <pc:chgData name="Fabian" userId="f46cf8bb-4ec7-4653-94a9-ff26fa22481f" providerId="ADAL" clId="{777CC237-5A7B-4ADB-8610-6769851FC3DC}" dt="2023-04-25T14:00:46.984" v="84" actId="207"/>
        <pc:sldMkLst>
          <pc:docMk/>
          <pc:sldMk cId="0" sldId="267"/>
        </pc:sldMkLst>
        <pc:spChg chg="mod">
          <ac:chgData name="Fabian" userId="f46cf8bb-4ec7-4653-94a9-ff26fa22481f" providerId="ADAL" clId="{777CC237-5A7B-4ADB-8610-6769851FC3DC}" dt="2023-04-25T14:00:46.984" v="84" actId="207"/>
          <ac:spMkLst>
            <pc:docMk/>
            <pc:sldMk cId="0" sldId="267"/>
            <ac:spMk id="8194" creationId="{1E9AD020-E605-4330-B465-6B07AC62B4F8}"/>
          </ac:spMkLst>
        </pc:spChg>
        <pc:picChg chg="mod">
          <ac:chgData name="Fabian" userId="f46cf8bb-4ec7-4653-94a9-ff26fa22481f" providerId="ADAL" clId="{777CC237-5A7B-4ADB-8610-6769851FC3DC}" dt="2023-04-25T14:00:22.086" v="80" actId="1076"/>
          <ac:picMkLst>
            <pc:docMk/>
            <pc:sldMk cId="0" sldId="267"/>
            <ac:picMk id="8205" creationId="{CF230F58-0CC6-41EE-813D-1A68EB57F0DB}"/>
          </ac:picMkLst>
        </pc:picChg>
      </pc:sldChg>
      <pc:sldChg chg="modSp">
        <pc:chgData name="Fabian" userId="f46cf8bb-4ec7-4653-94a9-ff26fa22481f" providerId="ADAL" clId="{777CC237-5A7B-4ADB-8610-6769851FC3DC}" dt="2023-04-25T14:00:59.092" v="87" actId="207"/>
        <pc:sldMkLst>
          <pc:docMk/>
          <pc:sldMk cId="0" sldId="268"/>
        </pc:sldMkLst>
        <pc:spChg chg="mod">
          <ac:chgData name="Fabian" userId="f46cf8bb-4ec7-4653-94a9-ff26fa22481f" providerId="ADAL" clId="{777CC237-5A7B-4ADB-8610-6769851FC3DC}" dt="2023-04-25T14:00:59.092" v="87" actId="207"/>
          <ac:spMkLst>
            <pc:docMk/>
            <pc:sldMk cId="0" sldId="268"/>
            <ac:spMk id="10242" creationId="{B779E423-E696-4ED5-9E32-77A8559070BF}"/>
          </ac:spMkLst>
        </pc:spChg>
      </pc:sldChg>
      <pc:sldChg chg="modSp">
        <pc:chgData name="Fabian" userId="f46cf8bb-4ec7-4653-94a9-ff26fa22481f" providerId="ADAL" clId="{777CC237-5A7B-4ADB-8610-6769851FC3DC}" dt="2023-04-25T14:01:49.644" v="108" actId="1076"/>
        <pc:sldMkLst>
          <pc:docMk/>
          <pc:sldMk cId="0" sldId="269"/>
        </pc:sldMkLst>
        <pc:spChg chg="mod">
          <ac:chgData name="Fabian" userId="f46cf8bb-4ec7-4653-94a9-ff26fa22481f" providerId="ADAL" clId="{777CC237-5A7B-4ADB-8610-6769851FC3DC}" dt="2023-04-25T14:01:49.644" v="108" actId="1076"/>
          <ac:spMkLst>
            <pc:docMk/>
            <pc:sldMk cId="0" sldId="269"/>
            <ac:spMk id="13315" creationId="{D122BC1F-F4DE-45F0-B43D-BFB8B3291EDC}"/>
          </ac:spMkLst>
        </pc:spChg>
        <pc:spChg chg="mod">
          <ac:chgData name="Fabian" userId="f46cf8bb-4ec7-4653-94a9-ff26fa22481f" providerId="ADAL" clId="{777CC237-5A7B-4ADB-8610-6769851FC3DC}" dt="2023-04-25T14:01:35.631" v="102" actId="14100"/>
          <ac:spMkLst>
            <pc:docMk/>
            <pc:sldMk cId="0" sldId="269"/>
            <ac:spMk id="13317" creationId="{CE58B603-0971-45B7-A9D7-A580610F7389}"/>
          </ac:spMkLst>
        </pc:spChg>
        <pc:spChg chg="mod">
          <ac:chgData name="Fabian" userId="f46cf8bb-4ec7-4653-94a9-ff26fa22481f" providerId="ADAL" clId="{777CC237-5A7B-4ADB-8610-6769851FC3DC}" dt="2023-04-25T14:01:22.821" v="98" actId="14100"/>
          <ac:spMkLst>
            <pc:docMk/>
            <pc:sldMk cId="0" sldId="269"/>
            <ac:spMk id="13328" creationId="{5511434E-5551-4B66-90EE-AC9F7FA1BF6A}"/>
          </ac:spMkLst>
        </pc:spChg>
      </pc:sldChg>
      <pc:sldChg chg="addSp delSp">
        <pc:chgData name="Fabian" userId="f46cf8bb-4ec7-4653-94a9-ff26fa22481f" providerId="ADAL" clId="{777CC237-5A7B-4ADB-8610-6769851FC3DC}" dt="2023-04-26T03:57:55.310" v="404"/>
        <pc:sldMkLst>
          <pc:docMk/>
          <pc:sldMk cId="0" sldId="270"/>
        </pc:sldMkLst>
        <pc:spChg chg="add">
          <ac:chgData name="Fabian" userId="f46cf8bb-4ec7-4653-94a9-ff26fa22481f" providerId="ADAL" clId="{777CC237-5A7B-4ADB-8610-6769851FC3DC}" dt="2023-04-26T03:57:55.310" v="404"/>
          <ac:spMkLst>
            <pc:docMk/>
            <pc:sldMk cId="0" sldId="270"/>
            <ac:spMk id="5" creationId="{B898AD1A-6762-43B2-A151-D8AAAADE6362}"/>
          </ac:spMkLst>
        </pc:spChg>
        <pc:spChg chg="del">
          <ac:chgData name="Fabian" userId="f46cf8bb-4ec7-4653-94a9-ff26fa22481f" providerId="ADAL" clId="{777CC237-5A7B-4ADB-8610-6769851FC3DC}" dt="2023-04-26T03:57:55.088" v="403" actId="478"/>
          <ac:spMkLst>
            <pc:docMk/>
            <pc:sldMk cId="0" sldId="270"/>
            <ac:spMk id="15363" creationId="{64C506F5-BF87-431C-8A74-0FE9930E37FC}"/>
          </ac:spMkLst>
        </pc:spChg>
      </pc:sldChg>
      <pc:sldChg chg="modSp">
        <pc:chgData name="Fabian" userId="f46cf8bb-4ec7-4653-94a9-ff26fa22481f" providerId="ADAL" clId="{777CC237-5A7B-4ADB-8610-6769851FC3DC}" dt="2023-04-26T04:00:20.283" v="448" actId="14100"/>
        <pc:sldMkLst>
          <pc:docMk/>
          <pc:sldMk cId="0" sldId="273"/>
        </pc:sldMkLst>
        <pc:spChg chg="mod">
          <ac:chgData name="Fabian" userId="f46cf8bb-4ec7-4653-94a9-ff26fa22481f" providerId="ADAL" clId="{777CC237-5A7B-4ADB-8610-6769851FC3DC}" dt="2023-04-26T03:58:09.286" v="408" actId="207"/>
          <ac:spMkLst>
            <pc:docMk/>
            <pc:sldMk cId="0" sldId="273"/>
            <ac:spMk id="20482" creationId="{7D45314B-19DE-4284-AFB9-A3562FF7BC3E}"/>
          </ac:spMkLst>
        </pc:spChg>
        <pc:spChg chg="mod">
          <ac:chgData name="Fabian" userId="f46cf8bb-4ec7-4653-94a9-ff26fa22481f" providerId="ADAL" clId="{777CC237-5A7B-4ADB-8610-6769851FC3DC}" dt="2023-04-26T04:00:20.283" v="448" actId="14100"/>
          <ac:spMkLst>
            <pc:docMk/>
            <pc:sldMk cId="0" sldId="273"/>
            <ac:spMk id="20497" creationId="{747A2851-9061-429D-8F40-9F8F410B9E9B}"/>
          </ac:spMkLst>
        </pc:spChg>
        <pc:grpChg chg="mod">
          <ac:chgData name="Fabian" userId="f46cf8bb-4ec7-4653-94a9-ff26fa22481f" providerId="ADAL" clId="{777CC237-5A7B-4ADB-8610-6769851FC3DC}" dt="2023-04-26T04:00:16.586" v="446" actId="1076"/>
          <ac:grpSpMkLst>
            <pc:docMk/>
            <pc:sldMk cId="0" sldId="273"/>
            <ac:grpSpMk id="20483" creationId="{921B274A-BDAD-49FA-859D-72B106F7E3E5}"/>
          </ac:grpSpMkLst>
        </pc:grpChg>
      </pc:sldChg>
      <pc:sldChg chg="addSp delSp">
        <pc:chgData name="Fabian" userId="f46cf8bb-4ec7-4653-94a9-ff26fa22481f" providerId="ADAL" clId="{777CC237-5A7B-4ADB-8610-6769851FC3DC}" dt="2023-04-26T03:58:43.540" v="416"/>
        <pc:sldMkLst>
          <pc:docMk/>
          <pc:sldMk cId="0" sldId="274"/>
        </pc:sldMkLst>
        <pc:spChg chg="add">
          <ac:chgData name="Fabian" userId="f46cf8bb-4ec7-4653-94a9-ff26fa22481f" providerId="ADAL" clId="{777CC237-5A7B-4ADB-8610-6769851FC3DC}" dt="2023-04-26T03:58:43.540" v="416"/>
          <ac:spMkLst>
            <pc:docMk/>
            <pc:sldMk cId="0" sldId="274"/>
            <ac:spMk id="8" creationId="{640CA6B2-1912-4F78-9748-0CE1CBDA7C86}"/>
          </ac:spMkLst>
        </pc:spChg>
        <pc:spChg chg="del">
          <ac:chgData name="Fabian" userId="f46cf8bb-4ec7-4653-94a9-ff26fa22481f" providerId="ADAL" clId="{777CC237-5A7B-4ADB-8610-6769851FC3DC}" dt="2023-04-26T03:58:43.200" v="415" actId="478"/>
          <ac:spMkLst>
            <pc:docMk/>
            <pc:sldMk cId="0" sldId="274"/>
            <ac:spMk id="22532" creationId="{4FF19CA6-C2BC-41CA-BDA8-6FDE4799DDEC}"/>
          </ac:spMkLst>
        </pc:spChg>
      </pc:sldChg>
      <pc:sldChg chg="addSp delSp modSp">
        <pc:chgData name="Fabian" userId="f46cf8bb-4ec7-4653-94a9-ff26fa22481f" providerId="ADAL" clId="{777CC237-5A7B-4ADB-8610-6769851FC3DC}" dt="2023-04-26T03:58:52.901" v="421" actId="478"/>
        <pc:sldMkLst>
          <pc:docMk/>
          <pc:sldMk cId="0" sldId="275"/>
        </pc:sldMkLst>
        <pc:spChg chg="add del mod">
          <ac:chgData name="Fabian" userId="f46cf8bb-4ec7-4653-94a9-ff26fa22481f" providerId="ADAL" clId="{777CC237-5A7B-4ADB-8610-6769851FC3DC}" dt="2023-04-26T03:58:52.901" v="421" actId="478"/>
          <ac:spMkLst>
            <pc:docMk/>
            <pc:sldMk cId="0" sldId="275"/>
            <ac:spMk id="85" creationId="{3D3A59D1-50A7-43E0-BD78-DC44A64852FF}"/>
          </ac:spMkLst>
        </pc:spChg>
        <pc:spChg chg="del">
          <ac:chgData name="Fabian" userId="f46cf8bb-4ec7-4653-94a9-ff26fa22481f" providerId="ADAL" clId="{777CC237-5A7B-4ADB-8610-6769851FC3DC}" dt="2023-04-26T03:58:48.802" v="417" actId="478"/>
          <ac:spMkLst>
            <pc:docMk/>
            <pc:sldMk cId="0" sldId="275"/>
            <ac:spMk id="23566" creationId="{0785A281-337D-4468-A08B-59FB9C155958}"/>
          </ac:spMkLst>
        </pc:spChg>
      </pc:sldChg>
      <pc:sldChg chg="addSp delSp modSp">
        <pc:chgData name="Fabian" userId="f46cf8bb-4ec7-4653-94a9-ff26fa22481f" providerId="ADAL" clId="{777CC237-5A7B-4ADB-8610-6769851FC3DC}" dt="2023-04-26T03:59:29.151" v="436" actId="14100"/>
        <pc:sldMkLst>
          <pc:docMk/>
          <pc:sldMk cId="0" sldId="276"/>
        </pc:sldMkLst>
        <pc:spChg chg="add">
          <ac:chgData name="Fabian" userId="f46cf8bb-4ec7-4653-94a9-ff26fa22481f" providerId="ADAL" clId="{777CC237-5A7B-4ADB-8610-6769851FC3DC}" dt="2023-04-26T03:58:59.601" v="423"/>
          <ac:spMkLst>
            <pc:docMk/>
            <pc:sldMk cId="0" sldId="276"/>
            <ac:spMk id="6" creationId="{81446287-CA2C-455B-B019-A4BCDEFF4D22}"/>
          </ac:spMkLst>
        </pc:spChg>
        <pc:spChg chg="mod">
          <ac:chgData name="Fabian" userId="f46cf8bb-4ec7-4653-94a9-ff26fa22481f" providerId="ADAL" clId="{777CC237-5A7B-4ADB-8610-6769851FC3DC}" dt="2023-04-26T03:59:29.151" v="436" actId="14100"/>
          <ac:spMkLst>
            <pc:docMk/>
            <pc:sldMk cId="0" sldId="276"/>
            <ac:spMk id="24578" creationId="{D9EF4F93-7B6B-42C3-B428-7930559722E9}"/>
          </ac:spMkLst>
        </pc:spChg>
        <pc:spChg chg="mod">
          <ac:chgData name="Fabian" userId="f46cf8bb-4ec7-4653-94a9-ff26fa22481f" providerId="ADAL" clId="{777CC237-5A7B-4ADB-8610-6769851FC3DC}" dt="2023-04-26T03:59:26.628" v="434" actId="1076"/>
          <ac:spMkLst>
            <pc:docMk/>
            <pc:sldMk cId="0" sldId="276"/>
            <ac:spMk id="24579" creationId="{6CDDB830-982C-4B00-9360-A4C40B316A27}"/>
          </ac:spMkLst>
        </pc:spChg>
        <pc:spChg chg="del">
          <ac:chgData name="Fabian" userId="f46cf8bb-4ec7-4653-94a9-ff26fa22481f" providerId="ADAL" clId="{777CC237-5A7B-4ADB-8610-6769851FC3DC}" dt="2023-04-26T03:58:59.206" v="422" actId="478"/>
          <ac:spMkLst>
            <pc:docMk/>
            <pc:sldMk cId="0" sldId="276"/>
            <ac:spMk id="24580" creationId="{5241CC35-7B74-4C14-AF1E-AD9B89DF8DB2}"/>
          </ac:spMkLst>
        </pc:spChg>
      </pc:sldChg>
      <pc:sldChg chg="addSp delSp">
        <pc:chgData name="Fabian" userId="f46cf8bb-4ec7-4653-94a9-ff26fa22481f" providerId="ADAL" clId="{777CC237-5A7B-4ADB-8610-6769851FC3DC}" dt="2023-04-26T03:59:36.475" v="438"/>
        <pc:sldMkLst>
          <pc:docMk/>
          <pc:sldMk cId="0" sldId="277"/>
        </pc:sldMkLst>
        <pc:spChg chg="add">
          <ac:chgData name="Fabian" userId="f46cf8bb-4ec7-4653-94a9-ff26fa22481f" providerId="ADAL" clId="{777CC237-5A7B-4ADB-8610-6769851FC3DC}" dt="2023-04-26T03:59:36.475" v="438"/>
          <ac:spMkLst>
            <pc:docMk/>
            <pc:sldMk cId="0" sldId="277"/>
            <ac:spMk id="8" creationId="{9F6D21CF-2085-483D-B391-247FDEB0002F}"/>
          </ac:spMkLst>
        </pc:spChg>
        <pc:spChg chg="del">
          <ac:chgData name="Fabian" userId="f46cf8bb-4ec7-4653-94a9-ff26fa22481f" providerId="ADAL" clId="{777CC237-5A7B-4ADB-8610-6769851FC3DC}" dt="2023-04-26T03:59:36.215" v="437" actId="478"/>
          <ac:spMkLst>
            <pc:docMk/>
            <pc:sldMk cId="0" sldId="277"/>
            <ac:spMk id="25603" creationId="{6439CEEE-C78B-46A7-8A2B-9A12BD8C13E4}"/>
          </ac:spMkLst>
        </pc:spChg>
      </pc:sldChg>
      <pc:sldChg chg="delSp modSp">
        <pc:chgData name="Fabian" userId="f46cf8bb-4ec7-4653-94a9-ff26fa22481f" providerId="ADAL" clId="{777CC237-5A7B-4ADB-8610-6769851FC3DC}" dt="2023-04-26T03:59:47.463" v="440" actId="207"/>
        <pc:sldMkLst>
          <pc:docMk/>
          <pc:sldMk cId="0" sldId="279"/>
        </pc:sldMkLst>
        <pc:spChg chg="mod">
          <ac:chgData name="Fabian" userId="f46cf8bb-4ec7-4653-94a9-ff26fa22481f" providerId="ADAL" clId="{777CC237-5A7B-4ADB-8610-6769851FC3DC}" dt="2023-04-26T03:59:47.463" v="440" actId="207"/>
          <ac:spMkLst>
            <pc:docMk/>
            <pc:sldMk cId="0" sldId="279"/>
            <ac:spMk id="26626" creationId="{015A217A-F36C-4B88-8061-C7B006292105}"/>
          </ac:spMkLst>
        </pc:spChg>
        <pc:spChg chg="del">
          <ac:chgData name="Fabian" userId="f46cf8bb-4ec7-4653-94a9-ff26fa22481f" providerId="ADAL" clId="{777CC237-5A7B-4ADB-8610-6769851FC3DC}" dt="2023-04-26T03:59:45.089" v="439" actId="478"/>
          <ac:spMkLst>
            <pc:docMk/>
            <pc:sldMk cId="0" sldId="279"/>
            <ac:spMk id="26628" creationId="{83CB3F2C-56BB-4709-93CE-6437342A9576}"/>
          </ac:spMkLst>
        </pc:spChg>
      </pc:sldChg>
      <pc:sldChg chg="addSp delSp modSp">
        <pc:chgData name="Fabian" userId="f46cf8bb-4ec7-4653-94a9-ff26fa22481f" providerId="ADAL" clId="{777CC237-5A7B-4ADB-8610-6769851FC3DC}" dt="2023-04-26T02:17:07.865" v="342"/>
        <pc:sldMkLst>
          <pc:docMk/>
          <pc:sldMk cId="0" sldId="280"/>
        </pc:sldMkLst>
        <pc:spChg chg="add">
          <ac:chgData name="Fabian" userId="f46cf8bb-4ec7-4653-94a9-ff26fa22481f" providerId="ADAL" clId="{777CC237-5A7B-4ADB-8610-6769851FC3DC}" dt="2023-04-26T02:17:07.865" v="342"/>
          <ac:spMkLst>
            <pc:docMk/>
            <pc:sldMk cId="0" sldId="280"/>
            <ac:spMk id="156" creationId="{02042886-3958-497C-BCB3-39EE87B23753}"/>
          </ac:spMkLst>
        </pc:spChg>
        <pc:spChg chg="del mod">
          <ac:chgData name="Fabian" userId="f46cf8bb-4ec7-4653-94a9-ff26fa22481f" providerId="ADAL" clId="{777CC237-5A7B-4ADB-8610-6769851FC3DC}" dt="2023-04-26T02:17:07.621" v="341" actId="478"/>
          <ac:spMkLst>
            <pc:docMk/>
            <pc:sldMk cId="0" sldId="280"/>
            <ac:spMk id="28674" creationId="{C0EA8FA5-05BE-4514-A96B-85F014BFE00A}"/>
          </ac:spMkLst>
        </pc:spChg>
        <pc:spChg chg="mod">
          <ac:chgData name="Fabian" userId="f46cf8bb-4ec7-4653-94a9-ff26fa22481f" providerId="ADAL" clId="{777CC237-5A7B-4ADB-8610-6769851FC3DC}" dt="2023-04-26T02:16:55.580" v="338" actId="1076"/>
          <ac:spMkLst>
            <pc:docMk/>
            <pc:sldMk cId="0" sldId="280"/>
            <ac:spMk id="28679" creationId="{354FCB00-CCAF-4DEE-B3F6-4D1E7CB57987}"/>
          </ac:spMkLst>
        </pc:spChg>
        <pc:grpChg chg="add del mod">
          <ac:chgData name="Fabian" userId="f46cf8bb-4ec7-4653-94a9-ff26fa22481f" providerId="ADAL" clId="{777CC237-5A7B-4ADB-8610-6769851FC3DC}" dt="2023-04-26T02:11:37.699" v="259"/>
          <ac:grpSpMkLst>
            <pc:docMk/>
            <pc:sldMk cId="0" sldId="280"/>
            <ac:grpSpMk id="105" creationId="{0E5CFA79-033C-4D1C-8C6B-EE8F7F4011AF}"/>
          </ac:grpSpMkLst>
        </pc:grpChg>
        <pc:grpChg chg="mod">
          <ac:chgData name="Fabian" userId="f46cf8bb-4ec7-4653-94a9-ff26fa22481f" providerId="ADAL" clId="{777CC237-5A7B-4ADB-8610-6769851FC3DC}" dt="2023-04-26T02:11:37.415" v="258" actId="1076"/>
          <ac:grpSpMkLst>
            <pc:docMk/>
            <pc:sldMk cId="0" sldId="280"/>
            <ac:grpSpMk id="110" creationId="{A17390BB-2590-4388-B73A-BA918476D955}"/>
          </ac:grpSpMkLst>
        </pc:grpChg>
        <pc:grpChg chg="mod">
          <ac:chgData name="Fabian" userId="f46cf8bb-4ec7-4653-94a9-ff26fa22481f" providerId="ADAL" clId="{777CC237-5A7B-4ADB-8610-6769851FC3DC}" dt="2023-04-26T02:11:37.415" v="258" actId="1076"/>
          <ac:grpSpMkLst>
            <pc:docMk/>
            <pc:sldMk cId="0" sldId="280"/>
            <ac:grpSpMk id="126" creationId="{5BD097C2-0150-41E5-872F-022A6BA52241}"/>
          </ac:grpSpMkLst>
        </pc:grpChg>
        <pc:grpChg chg="mod">
          <ac:chgData name="Fabian" userId="f46cf8bb-4ec7-4653-94a9-ff26fa22481f" providerId="ADAL" clId="{777CC237-5A7B-4ADB-8610-6769851FC3DC}" dt="2023-04-26T02:11:37.415" v="258" actId="1076"/>
          <ac:grpSpMkLst>
            <pc:docMk/>
            <pc:sldMk cId="0" sldId="280"/>
            <ac:grpSpMk id="127" creationId="{BE3AB527-2BF3-49E1-84C3-D4D3EACD1E06}"/>
          </ac:grpSpMkLst>
        </pc:grpChg>
        <pc:picChg chg="add mod modCrop">
          <ac:chgData name="Fabian" userId="f46cf8bb-4ec7-4653-94a9-ff26fa22481f" providerId="ADAL" clId="{777CC237-5A7B-4ADB-8610-6769851FC3DC}" dt="2023-04-26T02:16:15.983" v="291" actId="1076"/>
          <ac:picMkLst>
            <pc:docMk/>
            <pc:sldMk cId="0" sldId="280"/>
            <ac:picMk id="155" creationId="{988BB845-9E29-42E8-A282-CAB85195CB0B}"/>
          </ac:picMkLst>
        </pc:picChg>
      </pc:sldChg>
      <pc:sldChg chg="addSp delSp modSp">
        <pc:chgData name="Fabian" userId="f46cf8bb-4ec7-4653-94a9-ff26fa22481f" providerId="ADAL" clId="{777CC237-5A7B-4ADB-8610-6769851FC3DC}" dt="2023-04-26T02:28:18.307" v="362" actId="6549"/>
        <pc:sldMkLst>
          <pc:docMk/>
          <pc:sldMk cId="0" sldId="282"/>
        </pc:sldMkLst>
        <pc:spChg chg="add del">
          <ac:chgData name="Fabian" userId="f46cf8bb-4ec7-4653-94a9-ff26fa22481f" providerId="ADAL" clId="{777CC237-5A7B-4ADB-8610-6769851FC3DC}" dt="2023-04-26T02:02:45.666" v="209" actId="478"/>
          <ac:spMkLst>
            <pc:docMk/>
            <pc:sldMk cId="0" sldId="282"/>
            <ac:spMk id="66" creationId="{00E2F069-D51E-4C8F-840A-0403D96B341E}"/>
          </ac:spMkLst>
        </pc:spChg>
        <pc:spChg chg="add">
          <ac:chgData name="Fabian" userId="f46cf8bb-4ec7-4653-94a9-ff26fa22481f" providerId="ADAL" clId="{777CC237-5A7B-4ADB-8610-6769851FC3DC}" dt="2023-04-26T02:02:40.659" v="208"/>
          <ac:spMkLst>
            <pc:docMk/>
            <pc:sldMk cId="0" sldId="282"/>
            <ac:spMk id="67" creationId="{18A8DF52-88CB-4F5D-AE80-59C0A1B41683}"/>
          </ac:spMkLst>
        </pc:spChg>
        <pc:spChg chg="add del">
          <ac:chgData name="Fabian" userId="f46cf8bb-4ec7-4653-94a9-ff26fa22481f" providerId="ADAL" clId="{777CC237-5A7B-4ADB-8610-6769851FC3DC}" dt="2023-04-26T02:02:49.579" v="212"/>
          <ac:spMkLst>
            <pc:docMk/>
            <pc:sldMk cId="0" sldId="282"/>
            <ac:spMk id="68" creationId="{D053593B-9991-4162-802F-52CFE5E47689}"/>
          </ac:spMkLst>
        </pc:spChg>
        <pc:spChg chg="mod">
          <ac:chgData name="Fabian" userId="f46cf8bb-4ec7-4653-94a9-ff26fa22481f" providerId="ADAL" clId="{777CC237-5A7B-4ADB-8610-6769851FC3DC}" dt="2023-04-26T02:03:36.712" v="226" actId="1076"/>
          <ac:spMkLst>
            <pc:docMk/>
            <pc:sldMk cId="0" sldId="282"/>
            <ac:spMk id="30722" creationId="{18E33B86-2A6C-4B1A-8525-914B30092C8E}"/>
          </ac:spMkLst>
        </pc:spChg>
        <pc:spChg chg="mod">
          <ac:chgData name="Fabian" userId="f46cf8bb-4ec7-4653-94a9-ff26fa22481f" providerId="ADAL" clId="{777CC237-5A7B-4ADB-8610-6769851FC3DC}" dt="2023-04-26T02:28:18.307" v="362" actId="6549"/>
          <ac:spMkLst>
            <pc:docMk/>
            <pc:sldMk cId="0" sldId="282"/>
            <ac:spMk id="30723" creationId="{458774D9-9FF8-4ABF-A162-960054563E79}"/>
          </ac:spMkLst>
        </pc:spChg>
        <pc:spChg chg="add del">
          <ac:chgData name="Fabian" userId="f46cf8bb-4ec7-4653-94a9-ff26fa22481f" providerId="ADAL" clId="{777CC237-5A7B-4ADB-8610-6769851FC3DC}" dt="2023-04-26T02:03:44.158" v="228"/>
          <ac:spMkLst>
            <pc:docMk/>
            <pc:sldMk cId="0" sldId="282"/>
            <ac:spMk id="30725" creationId="{07F9D0D6-1213-4063-ACFE-4A79E7FD8056}"/>
          </ac:spMkLst>
        </pc:spChg>
        <pc:spChg chg="add del">
          <ac:chgData name="Fabian" userId="f46cf8bb-4ec7-4653-94a9-ff26fa22481f" providerId="ADAL" clId="{777CC237-5A7B-4ADB-8610-6769851FC3DC}" dt="2023-04-26T02:03:44.158" v="228"/>
          <ac:spMkLst>
            <pc:docMk/>
            <pc:sldMk cId="0" sldId="282"/>
            <ac:spMk id="30726" creationId="{CBE7A8F4-44B0-4093-B761-477F63FAD568}"/>
          </ac:spMkLst>
        </pc:spChg>
        <pc:spChg chg="add del">
          <ac:chgData name="Fabian" userId="f46cf8bb-4ec7-4653-94a9-ff26fa22481f" providerId="ADAL" clId="{777CC237-5A7B-4ADB-8610-6769851FC3DC}" dt="2023-04-26T02:03:44.158" v="228"/>
          <ac:spMkLst>
            <pc:docMk/>
            <pc:sldMk cId="0" sldId="282"/>
            <ac:spMk id="30727" creationId="{819184C0-2EDF-4C44-ADE4-C1EA081F2542}"/>
          </ac:spMkLst>
        </pc:spChg>
        <pc:spChg chg="add del">
          <ac:chgData name="Fabian" userId="f46cf8bb-4ec7-4653-94a9-ff26fa22481f" providerId="ADAL" clId="{777CC237-5A7B-4ADB-8610-6769851FC3DC}" dt="2023-04-26T02:03:44.158" v="228"/>
          <ac:spMkLst>
            <pc:docMk/>
            <pc:sldMk cId="0" sldId="282"/>
            <ac:spMk id="30729" creationId="{C6E1C587-B18F-40BD-AD2C-231E8FCBF4D2}"/>
          </ac:spMkLst>
        </pc:spChg>
        <pc:spChg chg="add del">
          <ac:chgData name="Fabian" userId="f46cf8bb-4ec7-4653-94a9-ff26fa22481f" providerId="ADAL" clId="{777CC237-5A7B-4ADB-8610-6769851FC3DC}" dt="2023-04-26T02:03:44.158" v="228"/>
          <ac:spMkLst>
            <pc:docMk/>
            <pc:sldMk cId="0" sldId="282"/>
            <ac:spMk id="30730" creationId="{A1AFD535-DB81-41DB-9B73-4A4496E36FEF}"/>
          </ac:spMkLst>
        </pc:spChg>
        <pc:spChg chg="del">
          <ac:chgData name="Fabian" userId="f46cf8bb-4ec7-4653-94a9-ff26fa22481f" providerId="ADAL" clId="{777CC237-5A7B-4ADB-8610-6769851FC3DC}" dt="2023-04-26T02:02:34.662" v="206" actId="478"/>
          <ac:spMkLst>
            <pc:docMk/>
            <pc:sldMk cId="0" sldId="282"/>
            <ac:spMk id="30731" creationId="{BCE655E2-8A88-487F-A40A-0334F09D98CD}"/>
          </ac:spMkLst>
        </pc:spChg>
        <pc:grpChg chg="add del">
          <ac:chgData name="Fabian" userId="f46cf8bb-4ec7-4653-94a9-ff26fa22481f" providerId="ADAL" clId="{777CC237-5A7B-4ADB-8610-6769851FC3DC}" dt="2023-04-26T02:03:44.158" v="228"/>
          <ac:grpSpMkLst>
            <pc:docMk/>
            <pc:sldMk cId="0" sldId="282"/>
            <ac:grpSpMk id="30724" creationId="{11D67205-E321-45F3-824D-50B323D9D0A3}"/>
          </ac:grpSpMkLst>
        </pc:grpChg>
      </pc:sldChg>
      <pc:sldChg chg="modSp">
        <pc:chgData name="Fabian" userId="f46cf8bb-4ec7-4653-94a9-ff26fa22481f" providerId="ADAL" clId="{777CC237-5A7B-4ADB-8610-6769851FC3DC}" dt="2023-04-26T02:17:38.111" v="351" actId="207"/>
        <pc:sldMkLst>
          <pc:docMk/>
          <pc:sldMk cId="0" sldId="287"/>
        </pc:sldMkLst>
        <pc:spChg chg="mod">
          <ac:chgData name="Fabian" userId="f46cf8bb-4ec7-4653-94a9-ff26fa22481f" providerId="ADAL" clId="{777CC237-5A7B-4ADB-8610-6769851FC3DC}" dt="2023-04-26T02:17:38.111" v="351" actId="207"/>
          <ac:spMkLst>
            <pc:docMk/>
            <pc:sldMk cId="0" sldId="287"/>
            <ac:spMk id="31746" creationId="{F169B5DD-F280-4F69-97DC-54C73DC91F88}"/>
          </ac:spMkLst>
        </pc:spChg>
        <pc:spChg chg="mod">
          <ac:chgData name="Fabian" userId="f46cf8bb-4ec7-4653-94a9-ff26fa22481f" providerId="ADAL" clId="{777CC237-5A7B-4ADB-8610-6769851FC3DC}" dt="2023-04-26T02:17:36.278" v="350" actId="207"/>
          <ac:spMkLst>
            <pc:docMk/>
            <pc:sldMk cId="0" sldId="287"/>
            <ac:spMk id="31747" creationId="{91613936-0445-4F7A-B2C3-2B47961F8561}"/>
          </ac:spMkLst>
        </pc:spChg>
        <pc:spChg chg="mod">
          <ac:chgData name="Fabian" userId="f46cf8bb-4ec7-4653-94a9-ff26fa22481f" providerId="ADAL" clId="{777CC237-5A7B-4ADB-8610-6769851FC3DC}" dt="2023-04-26T02:17:18.696" v="344" actId="1076"/>
          <ac:spMkLst>
            <pc:docMk/>
            <pc:sldMk cId="0" sldId="287"/>
            <ac:spMk id="31749" creationId="{B034C465-63E0-4139-B8CC-CE01946B7B96}"/>
          </ac:spMkLst>
        </pc:spChg>
        <pc:spChg chg="mod">
          <ac:chgData name="Fabian" userId="f46cf8bb-4ec7-4653-94a9-ff26fa22481f" providerId="ADAL" clId="{777CC237-5A7B-4ADB-8610-6769851FC3DC}" dt="2023-04-26T02:17:18.696" v="344" actId="1076"/>
          <ac:spMkLst>
            <pc:docMk/>
            <pc:sldMk cId="0" sldId="287"/>
            <ac:spMk id="31750" creationId="{4FFA8D51-E057-41E4-8357-2C46A7E87C55}"/>
          </ac:spMkLst>
        </pc:spChg>
        <pc:spChg chg="mod">
          <ac:chgData name="Fabian" userId="f46cf8bb-4ec7-4653-94a9-ff26fa22481f" providerId="ADAL" clId="{777CC237-5A7B-4ADB-8610-6769851FC3DC}" dt="2023-04-26T02:17:18.696" v="344" actId="1076"/>
          <ac:spMkLst>
            <pc:docMk/>
            <pc:sldMk cId="0" sldId="287"/>
            <ac:spMk id="31751" creationId="{347E7D8F-7ECD-4E03-AF2B-E3C5EF37A101}"/>
          </ac:spMkLst>
        </pc:spChg>
        <pc:spChg chg="mod">
          <ac:chgData name="Fabian" userId="f46cf8bb-4ec7-4653-94a9-ff26fa22481f" providerId="ADAL" clId="{777CC237-5A7B-4ADB-8610-6769851FC3DC}" dt="2023-04-26T02:17:18.696" v="344" actId="1076"/>
          <ac:spMkLst>
            <pc:docMk/>
            <pc:sldMk cId="0" sldId="287"/>
            <ac:spMk id="31752" creationId="{2B515825-192B-48F3-B53D-445A7072E73C}"/>
          </ac:spMkLst>
        </pc:spChg>
        <pc:spChg chg="mod">
          <ac:chgData name="Fabian" userId="f46cf8bb-4ec7-4653-94a9-ff26fa22481f" providerId="ADAL" clId="{777CC237-5A7B-4ADB-8610-6769851FC3DC}" dt="2023-04-26T02:17:18.696" v="344" actId="1076"/>
          <ac:spMkLst>
            <pc:docMk/>
            <pc:sldMk cId="0" sldId="287"/>
            <ac:spMk id="31753" creationId="{3CD2BAE9-5A74-43B4-9A7B-A985B62AA1C2}"/>
          </ac:spMkLst>
        </pc:spChg>
        <pc:spChg chg="mod">
          <ac:chgData name="Fabian" userId="f46cf8bb-4ec7-4653-94a9-ff26fa22481f" providerId="ADAL" clId="{777CC237-5A7B-4ADB-8610-6769851FC3DC}" dt="2023-04-26T02:17:18.696" v="344" actId="1076"/>
          <ac:spMkLst>
            <pc:docMk/>
            <pc:sldMk cId="0" sldId="287"/>
            <ac:spMk id="31754" creationId="{531A3591-D9C5-4571-9A1F-954C5F6A4C1B}"/>
          </ac:spMkLst>
        </pc:spChg>
        <pc:spChg chg="mod">
          <ac:chgData name="Fabian" userId="f46cf8bb-4ec7-4653-94a9-ff26fa22481f" providerId="ADAL" clId="{777CC237-5A7B-4ADB-8610-6769851FC3DC}" dt="2023-04-26T02:17:18.696" v="344" actId="1076"/>
          <ac:spMkLst>
            <pc:docMk/>
            <pc:sldMk cId="0" sldId="287"/>
            <ac:spMk id="31755" creationId="{5A2BB87A-C69D-453D-B61E-6287E8A24047}"/>
          </ac:spMkLst>
        </pc:spChg>
        <pc:spChg chg="mod">
          <ac:chgData name="Fabian" userId="f46cf8bb-4ec7-4653-94a9-ff26fa22481f" providerId="ADAL" clId="{777CC237-5A7B-4ADB-8610-6769851FC3DC}" dt="2023-04-26T02:17:18.696" v="344" actId="1076"/>
          <ac:spMkLst>
            <pc:docMk/>
            <pc:sldMk cId="0" sldId="287"/>
            <ac:spMk id="31756" creationId="{0E3FEC4C-65E1-4C1E-BF53-CA9B2335C9A9}"/>
          </ac:spMkLst>
        </pc:spChg>
        <pc:spChg chg="mod">
          <ac:chgData name="Fabian" userId="f46cf8bb-4ec7-4653-94a9-ff26fa22481f" providerId="ADAL" clId="{777CC237-5A7B-4ADB-8610-6769851FC3DC}" dt="2023-04-26T02:17:26.610" v="346" actId="1076"/>
          <ac:spMkLst>
            <pc:docMk/>
            <pc:sldMk cId="0" sldId="287"/>
            <ac:spMk id="31757" creationId="{2E116A40-58A1-419B-A924-592F12881F35}"/>
          </ac:spMkLst>
        </pc:spChg>
        <pc:spChg chg="mod">
          <ac:chgData name="Fabian" userId="f46cf8bb-4ec7-4653-94a9-ff26fa22481f" providerId="ADAL" clId="{777CC237-5A7B-4ADB-8610-6769851FC3DC}" dt="2023-04-26T02:17:18.696" v="344" actId="1076"/>
          <ac:spMkLst>
            <pc:docMk/>
            <pc:sldMk cId="0" sldId="287"/>
            <ac:spMk id="31758" creationId="{CF48D282-4FF4-4824-818D-7C4962BC1C58}"/>
          </ac:spMkLst>
        </pc:spChg>
        <pc:spChg chg="mod">
          <ac:chgData name="Fabian" userId="f46cf8bb-4ec7-4653-94a9-ff26fa22481f" providerId="ADAL" clId="{777CC237-5A7B-4ADB-8610-6769851FC3DC}" dt="2023-04-26T02:17:24.448" v="345" actId="1076"/>
          <ac:spMkLst>
            <pc:docMk/>
            <pc:sldMk cId="0" sldId="287"/>
            <ac:spMk id="31759" creationId="{E6FACA97-8555-4F69-921F-A0B35804A1DC}"/>
          </ac:spMkLst>
        </pc:spChg>
        <pc:grpChg chg="mod">
          <ac:chgData name="Fabian" userId="f46cf8bb-4ec7-4653-94a9-ff26fa22481f" providerId="ADAL" clId="{777CC237-5A7B-4ADB-8610-6769851FC3DC}" dt="2023-04-26T02:17:18.696" v="344" actId="1076"/>
          <ac:grpSpMkLst>
            <pc:docMk/>
            <pc:sldMk cId="0" sldId="287"/>
            <ac:grpSpMk id="31748" creationId="{A6C6B9C2-6D8E-47E9-BA50-B23D305DBBFF}"/>
          </ac:grpSpMkLst>
        </pc:grpChg>
        <pc:grpChg chg="mod">
          <ac:chgData name="Fabian" userId="f46cf8bb-4ec7-4653-94a9-ff26fa22481f" providerId="ADAL" clId="{777CC237-5A7B-4ADB-8610-6769851FC3DC}" dt="2023-04-26T02:17:18.696" v="344" actId="1076"/>
          <ac:grpSpMkLst>
            <pc:docMk/>
            <pc:sldMk cId="0" sldId="287"/>
            <ac:grpSpMk id="31765" creationId="{5EE1D8A7-678B-499C-B94C-6AFB43EEA2E5}"/>
          </ac:grpSpMkLst>
        </pc:grpChg>
        <pc:grpChg chg="mod">
          <ac:chgData name="Fabian" userId="f46cf8bb-4ec7-4653-94a9-ff26fa22481f" providerId="ADAL" clId="{777CC237-5A7B-4ADB-8610-6769851FC3DC}" dt="2023-04-26T02:17:18.696" v="344" actId="1076"/>
          <ac:grpSpMkLst>
            <pc:docMk/>
            <pc:sldMk cId="0" sldId="287"/>
            <ac:grpSpMk id="31767" creationId="{00E201AB-1D72-40D8-A5EC-3E8E2D00CC47}"/>
          </ac:grpSpMkLst>
        </pc:grpChg>
        <pc:grpChg chg="mod">
          <ac:chgData name="Fabian" userId="f46cf8bb-4ec7-4653-94a9-ff26fa22481f" providerId="ADAL" clId="{777CC237-5A7B-4ADB-8610-6769851FC3DC}" dt="2023-04-26T02:17:18.696" v="344" actId="1076"/>
          <ac:grpSpMkLst>
            <pc:docMk/>
            <pc:sldMk cId="0" sldId="287"/>
            <ac:grpSpMk id="31777" creationId="{217F321A-6A94-49A1-96EA-5AB15A245E01}"/>
          </ac:grpSpMkLst>
        </pc:grpChg>
        <pc:grpChg chg="mod">
          <ac:chgData name="Fabian" userId="f46cf8bb-4ec7-4653-94a9-ff26fa22481f" providerId="ADAL" clId="{777CC237-5A7B-4ADB-8610-6769851FC3DC}" dt="2023-04-26T02:17:18.696" v="344" actId="1076"/>
          <ac:grpSpMkLst>
            <pc:docMk/>
            <pc:sldMk cId="0" sldId="287"/>
            <ac:grpSpMk id="31780" creationId="{7B8206D4-AFE7-400F-93E2-20B8E22A51F3}"/>
          </ac:grpSpMkLst>
        </pc:grpChg>
      </pc:sldChg>
      <pc:sldChg chg="modSp">
        <pc:chgData name="Fabian" userId="f46cf8bb-4ec7-4653-94a9-ff26fa22481f" providerId="ADAL" clId="{777CC237-5A7B-4ADB-8610-6769851FC3DC}" dt="2023-04-26T02:17:52.762" v="355" actId="1076"/>
        <pc:sldMkLst>
          <pc:docMk/>
          <pc:sldMk cId="0" sldId="288"/>
        </pc:sldMkLst>
        <pc:spChg chg="mod">
          <ac:chgData name="Fabian" userId="f46cf8bb-4ec7-4653-94a9-ff26fa22481f" providerId="ADAL" clId="{777CC237-5A7B-4ADB-8610-6769851FC3DC}" dt="2023-04-26T02:17:48.774" v="353" actId="1076"/>
          <ac:spMkLst>
            <pc:docMk/>
            <pc:sldMk cId="0" sldId="288"/>
            <ac:spMk id="8" creationId="{0BEA5DFB-EE31-4B6B-A9AE-466C58221709}"/>
          </ac:spMkLst>
        </pc:spChg>
        <pc:spChg chg="mod">
          <ac:chgData name="Fabian" userId="f46cf8bb-4ec7-4653-94a9-ff26fa22481f" providerId="ADAL" clId="{777CC237-5A7B-4ADB-8610-6769851FC3DC}" dt="2023-04-26T02:17:44.270" v="352" actId="1076"/>
          <ac:spMkLst>
            <pc:docMk/>
            <pc:sldMk cId="0" sldId="288"/>
            <ac:spMk id="32770" creationId="{7AD043BE-AC12-4224-A64C-F328E2E8227C}"/>
          </ac:spMkLst>
        </pc:spChg>
        <pc:spChg chg="mod">
          <ac:chgData name="Fabian" userId="f46cf8bb-4ec7-4653-94a9-ff26fa22481f" providerId="ADAL" clId="{777CC237-5A7B-4ADB-8610-6769851FC3DC}" dt="2023-04-26T02:17:48.774" v="353" actId="1076"/>
          <ac:spMkLst>
            <pc:docMk/>
            <pc:sldMk cId="0" sldId="288"/>
            <ac:spMk id="32771" creationId="{42F4EEC9-E2EB-4D09-A3EA-A3447E702552}"/>
          </ac:spMkLst>
        </pc:spChg>
        <pc:spChg chg="mod">
          <ac:chgData name="Fabian" userId="f46cf8bb-4ec7-4653-94a9-ff26fa22481f" providerId="ADAL" clId="{777CC237-5A7B-4ADB-8610-6769851FC3DC}" dt="2023-04-26T01:52:51.129" v="136" actId="1076"/>
          <ac:spMkLst>
            <pc:docMk/>
            <pc:sldMk cId="0" sldId="288"/>
            <ac:spMk id="32774" creationId="{7E84C6F0-53BF-4515-8E66-A7646ECC0804}"/>
          </ac:spMkLst>
        </pc:spChg>
        <pc:spChg chg="mod">
          <ac:chgData name="Fabian" userId="f46cf8bb-4ec7-4653-94a9-ff26fa22481f" providerId="ADAL" clId="{777CC237-5A7B-4ADB-8610-6769851FC3DC}" dt="2023-04-26T02:17:48.774" v="353" actId="1076"/>
          <ac:spMkLst>
            <pc:docMk/>
            <pc:sldMk cId="0" sldId="288"/>
            <ac:spMk id="32788" creationId="{18610A8B-B2A2-49BA-9486-42A71A658E3F}"/>
          </ac:spMkLst>
        </pc:spChg>
        <pc:picChg chg="mod">
          <ac:chgData name="Fabian" userId="f46cf8bb-4ec7-4653-94a9-ff26fa22481f" providerId="ADAL" clId="{777CC237-5A7B-4ADB-8610-6769851FC3DC}" dt="2023-04-26T02:17:52.762" v="355" actId="1076"/>
          <ac:picMkLst>
            <pc:docMk/>
            <pc:sldMk cId="0" sldId="288"/>
            <ac:picMk id="32778" creationId="{E57F32DF-F636-47B7-8A58-A514E13F1305}"/>
          </ac:picMkLst>
        </pc:picChg>
        <pc:picChg chg="mod">
          <ac:chgData name="Fabian" userId="f46cf8bb-4ec7-4653-94a9-ff26fa22481f" providerId="ADAL" clId="{777CC237-5A7B-4ADB-8610-6769851FC3DC}" dt="2023-04-26T02:17:48.774" v="353" actId="1076"/>
          <ac:picMkLst>
            <pc:docMk/>
            <pc:sldMk cId="0" sldId="288"/>
            <ac:picMk id="32780" creationId="{E4E82378-2B97-436A-B679-D9BD0A8B62DA}"/>
          </ac:picMkLst>
        </pc:picChg>
        <pc:picChg chg="mod">
          <ac:chgData name="Fabian" userId="f46cf8bb-4ec7-4653-94a9-ff26fa22481f" providerId="ADAL" clId="{777CC237-5A7B-4ADB-8610-6769851FC3DC}" dt="2023-04-26T02:17:48.774" v="353" actId="1076"/>
          <ac:picMkLst>
            <pc:docMk/>
            <pc:sldMk cId="0" sldId="288"/>
            <ac:picMk id="32785" creationId="{82E21FD0-2940-48FB-8F60-C5D7701B3A83}"/>
          </ac:picMkLst>
        </pc:picChg>
        <pc:picChg chg="mod">
          <ac:chgData name="Fabian" userId="f46cf8bb-4ec7-4653-94a9-ff26fa22481f" providerId="ADAL" clId="{777CC237-5A7B-4ADB-8610-6769851FC3DC}" dt="2023-04-26T02:17:48.774" v="353" actId="1076"/>
          <ac:picMkLst>
            <pc:docMk/>
            <pc:sldMk cId="0" sldId="288"/>
            <ac:picMk id="32787" creationId="{41FFD2F4-DC40-49A9-843E-638C8E8CDE71}"/>
          </ac:picMkLst>
        </pc:picChg>
      </pc:sldChg>
      <pc:sldChg chg="delSp">
        <pc:chgData name="Fabian" userId="f46cf8bb-4ec7-4653-94a9-ff26fa22481f" providerId="ADAL" clId="{777CC237-5A7B-4ADB-8610-6769851FC3DC}" dt="2023-04-26T01:51:12" v="109" actId="478"/>
        <pc:sldMkLst>
          <pc:docMk/>
          <pc:sldMk cId="0" sldId="289"/>
        </pc:sldMkLst>
        <pc:spChg chg="del">
          <ac:chgData name="Fabian" userId="f46cf8bb-4ec7-4653-94a9-ff26fa22481f" providerId="ADAL" clId="{777CC237-5A7B-4ADB-8610-6769851FC3DC}" dt="2023-04-26T01:51:12" v="109" actId="478"/>
          <ac:spMkLst>
            <pc:docMk/>
            <pc:sldMk cId="0" sldId="289"/>
            <ac:spMk id="34819" creationId="{621F1B25-1F54-40C7-9CC9-B4CE6E02EEEC}"/>
          </ac:spMkLst>
        </pc:spChg>
      </pc:sldChg>
      <pc:sldChg chg="modSp">
        <pc:chgData name="Fabian" userId="f46cf8bb-4ec7-4653-94a9-ff26fa22481f" providerId="ADAL" clId="{777CC237-5A7B-4ADB-8610-6769851FC3DC}" dt="2023-04-25T14:00:54.310" v="86" actId="1076"/>
        <pc:sldMkLst>
          <pc:docMk/>
          <pc:sldMk cId="0" sldId="293"/>
        </pc:sldMkLst>
        <pc:spChg chg="mod">
          <ac:chgData name="Fabian" userId="f46cf8bb-4ec7-4653-94a9-ff26fa22481f" providerId="ADAL" clId="{777CC237-5A7B-4ADB-8610-6769851FC3DC}" dt="2023-04-25T14:00:54.310" v="86" actId="1076"/>
          <ac:spMkLst>
            <pc:docMk/>
            <pc:sldMk cId="0" sldId="293"/>
            <ac:spMk id="9219" creationId="{891FEB89-D92E-448F-B23C-A7D81B05C48F}"/>
          </ac:spMkLst>
        </pc:spChg>
      </pc:sldChg>
      <pc:sldChg chg="modSp">
        <pc:chgData name="Fabian" userId="f46cf8bb-4ec7-4653-94a9-ff26fa22481f" providerId="ADAL" clId="{777CC237-5A7B-4ADB-8610-6769851FC3DC}" dt="2023-04-25T14:01:02.651" v="88" actId="207"/>
        <pc:sldMkLst>
          <pc:docMk/>
          <pc:sldMk cId="0" sldId="299"/>
        </pc:sldMkLst>
        <pc:spChg chg="mod">
          <ac:chgData name="Fabian" userId="f46cf8bb-4ec7-4653-94a9-ff26fa22481f" providerId="ADAL" clId="{777CC237-5A7B-4ADB-8610-6769851FC3DC}" dt="2023-04-25T14:01:02.651" v="88" actId="207"/>
          <ac:spMkLst>
            <pc:docMk/>
            <pc:sldMk cId="0" sldId="299"/>
            <ac:spMk id="12296" creationId="{97750546-7075-4869-A59B-A521CB9F0737}"/>
          </ac:spMkLst>
        </pc:spChg>
      </pc:sldChg>
      <pc:sldChg chg="modSp">
        <pc:chgData name="Fabian" userId="f46cf8bb-4ec7-4653-94a9-ff26fa22481f" providerId="ADAL" clId="{777CC237-5A7B-4ADB-8610-6769851FC3DC}" dt="2023-04-26T03:57:50.346" v="402" actId="1076"/>
        <pc:sldMkLst>
          <pc:docMk/>
          <pc:sldMk cId="0" sldId="300"/>
        </pc:sldMkLst>
        <pc:spChg chg="mod">
          <ac:chgData name="Fabian" userId="f46cf8bb-4ec7-4653-94a9-ff26fa22481f" providerId="ADAL" clId="{777CC237-5A7B-4ADB-8610-6769851FC3DC}" dt="2023-04-26T03:57:48.456" v="401" actId="1076"/>
          <ac:spMkLst>
            <pc:docMk/>
            <pc:sldMk cId="0" sldId="300"/>
            <ac:spMk id="6" creationId="{1ADC642C-864D-44B3-B702-0F6DC0EF3756}"/>
          </ac:spMkLst>
        </pc:spChg>
        <pc:spChg chg="mod">
          <ac:chgData name="Fabian" userId="f46cf8bb-4ec7-4653-94a9-ff26fa22481f" providerId="ADAL" clId="{777CC237-5A7B-4ADB-8610-6769851FC3DC}" dt="2023-04-26T03:57:15.451" v="391" actId="1076"/>
          <ac:spMkLst>
            <pc:docMk/>
            <pc:sldMk cId="0" sldId="300"/>
            <ac:spMk id="14342" creationId="{B84A97D1-7BF3-405C-B735-B156B59FEBCE}"/>
          </ac:spMkLst>
        </pc:spChg>
        <pc:spChg chg="mod">
          <ac:chgData name="Fabian" userId="f46cf8bb-4ec7-4653-94a9-ff26fa22481f" providerId="ADAL" clId="{777CC237-5A7B-4ADB-8610-6769851FC3DC}" dt="2023-04-26T03:57:50.346" v="402" actId="1076"/>
          <ac:spMkLst>
            <pc:docMk/>
            <pc:sldMk cId="0" sldId="300"/>
            <ac:spMk id="14343" creationId="{FEC9718A-73A6-428D-86E2-DECFAAEE177D}"/>
          </ac:spMkLst>
        </pc:spChg>
        <pc:picChg chg="mod">
          <ac:chgData name="Fabian" userId="f46cf8bb-4ec7-4653-94a9-ff26fa22481f" providerId="ADAL" clId="{777CC237-5A7B-4ADB-8610-6769851FC3DC}" dt="2023-04-26T03:57:48.456" v="401" actId="1076"/>
          <ac:picMkLst>
            <pc:docMk/>
            <pc:sldMk cId="0" sldId="300"/>
            <ac:picMk id="4" creationId="{945A28B7-408D-4BF0-8F54-E310C4EA0049}"/>
          </ac:picMkLst>
        </pc:picChg>
        <pc:picChg chg="mod">
          <ac:chgData name="Fabian" userId="f46cf8bb-4ec7-4653-94a9-ff26fa22481f" providerId="ADAL" clId="{777CC237-5A7B-4ADB-8610-6769851FC3DC}" dt="2023-04-26T03:57:48.456" v="401" actId="1076"/>
          <ac:picMkLst>
            <pc:docMk/>
            <pc:sldMk cId="0" sldId="300"/>
            <ac:picMk id="5" creationId="{5F7385AF-2E87-47ED-8711-173478DC3B7A}"/>
          </ac:picMkLst>
        </pc:picChg>
      </pc:sldChg>
      <pc:sldChg chg="modSp">
        <pc:chgData name="Fabian" userId="f46cf8bb-4ec7-4653-94a9-ff26fa22481f" providerId="ADAL" clId="{777CC237-5A7B-4ADB-8610-6769851FC3DC}" dt="2023-04-26T03:58:02.684" v="406" actId="1076"/>
        <pc:sldMkLst>
          <pc:docMk/>
          <pc:sldMk cId="0" sldId="301"/>
        </pc:sldMkLst>
        <pc:spChg chg="mod">
          <ac:chgData name="Fabian" userId="f46cf8bb-4ec7-4653-94a9-ff26fa22481f" providerId="ADAL" clId="{777CC237-5A7B-4ADB-8610-6769851FC3DC}" dt="2023-04-26T03:58:02.684" v="406" actId="1076"/>
          <ac:spMkLst>
            <pc:docMk/>
            <pc:sldMk cId="0" sldId="301"/>
            <ac:spMk id="17414" creationId="{26E10136-7E19-4D43-8D3A-DCC4052E281C}"/>
          </ac:spMkLst>
        </pc:spChg>
      </pc:sldChg>
      <pc:sldChg chg="modSp">
        <pc:chgData name="Fabian" userId="f46cf8bb-4ec7-4653-94a9-ff26fa22481f" providerId="ADAL" clId="{777CC237-5A7B-4ADB-8610-6769851FC3DC}" dt="2023-04-26T03:58:34.783" v="414" actId="1076"/>
        <pc:sldMkLst>
          <pc:docMk/>
          <pc:sldMk cId="0" sldId="304"/>
        </pc:sldMkLst>
        <pc:spChg chg="mod">
          <ac:chgData name="Fabian" userId="f46cf8bb-4ec7-4653-94a9-ff26fa22481f" providerId="ADAL" clId="{777CC237-5A7B-4ADB-8610-6769851FC3DC}" dt="2023-04-26T03:58:34.783" v="414" actId="1076"/>
          <ac:spMkLst>
            <pc:docMk/>
            <pc:sldMk cId="0" sldId="304"/>
            <ac:spMk id="21513" creationId="{44E0FA2C-C0AB-4166-8F43-40ECAFBC6963}"/>
          </ac:spMkLst>
        </pc:spChg>
      </pc:sldChg>
      <pc:sldChg chg="addSp delSp modSp">
        <pc:chgData name="Fabian" userId="f46cf8bb-4ec7-4653-94a9-ff26fa22481f" providerId="ADAL" clId="{777CC237-5A7B-4ADB-8610-6769851FC3DC}" dt="2023-04-26T02:02:28.954" v="205" actId="6549"/>
        <pc:sldMkLst>
          <pc:docMk/>
          <pc:sldMk cId="0" sldId="305"/>
        </pc:sldMkLst>
        <pc:spChg chg="del mod topLvl">
          <ac:chgData name="Fabian" userId="f46cf8bb-4ec7-4653-94a9-ff26fa22481f" providerId="ADAL" clId="{777CC237-5A7B-4ADB-8610-6769851FC3DC}" dt="2023-04-26T01:57:52.199" v="171" actId="478"/>
          <ac:spMkLst>
            <pc:docMk/>
            <pc:sldMk cId="0" sldId="305"/>
            <ac:spMk id="11" creationId="{A9D03F39-457D-4082-B990-CBE35A3ACA75}"/>
          </ac:spMkLst>
        </pc:spChg>
        <pc:spChg chg="del mod topLvl">
          <ac:chgData name="Fabian" userId="f46cf8bb-4ec7-4653-94a9-ff26fa22481f" providerId="ADAL" clId="{777CC237-5A7B-4ADB-8610-6769851FC3DC}" dt="2023-04-26T01:57:53.009" v="172" actId="478"/>
          <ac:spMkLst>
            <pc:docMk/>
            <pc:sldMk cId="0" sldId="305"/>
            <ac:spMk id="12" creationId="{C6AB3905-AC85-4423-8F8A-C15EE8589249}"/>
          </ac:spMkLst>
        </pc:spChg>
        <pc:spChg chg="mod topLvl">
          <ac:chgData name="Fabian" userId="f46cf8bb-4ec7-4653-94a9-ff26fa22481f" providerId="ADAL" clId="{777CC237-5A7B-4ADB-8610-6769851FC3DC}" dt="2023-04-26T01:59:18.307" v="190" actId="1076"/>
          <ac:spMkLst>
            <pc:docMk/>
            <pc:sldMk cId="0" sldId="305"/>
            <ac:spMk id="13" creationId="{2EE2555B-15DE-479F-A823-27859A922CBB}"/>
          </ac:spMkLst>
        </pc:spChg>
        <pc:spChg chg="add mod">
          <ac:chgData name="Fabian" userId="f46cf8bb-4ec7-4653-94a9-ff26fa22481f" providerId="ADAL" clId="{777CC237-5A7B-4ADB-8610-6769851FC3DC}" dt="2023-04-26T02:02:28.954" v="205" actId="6549"/>
          <ac:spMkLst>
            <pc:docMk/>
            <pc:sldMk cId="0" sldId="305"/>
            <ac:spMk id="14" creationId="{619019A6-D6AD-457D-9AA7-518ECA79FE1A}"/>
          </ac:spMkLst>
        </pc:spChg>
        <pc:spChg chg="add mod">
          <ac:chgData name="Fabian" userId="f46cf8bb-4ec7-4653-94a9-ff26fa22481f" providerId="ADAL" clId="{777CC237-5A7B-4ADB-8610-6769851FC3DC}" dt="2023-04-26T01:58:10.968" v="179" actId="164"/>
          <ac:spMkLst>
            <pc:docMk/>
            <pc:sldMk cId="0" sldId="305"/>
            <ac:spMk id="15" creationId="{EA54DA26-6B67-4205-893F-FAF482C07434}"/>
          </ac:spMkLst>
        </pc:spChg>
        <pc:spChg chg="add mod">
          <ac:chgData name="Fabian" userId="f46cf8bb-4ec7-4653-94a9-ff26fa22481f" providerId="ADAL" clId="{777CC237-5A7B-4ADB-8610-6769851FC3DC}" dt="2023-04-26T01:58:10.968" v="179" actId="164"/>
          <ac:spMkLst>
            <pc:docMk/>
            <pc:sldMk cId="0" sldId="305"/>
            <ac:spMk id="16" creationId="{73F957DA-72BA-40DD-8BEF-8B251D48689B}"/>
          </ac:spMkLst>
        </pc:spChg>
        <pc:spChg chg="del">
          <ac:chgData name="Fabian" userId="f46cf8bb-4ec7-4653-94a9-ff26fa22481f" providerId="ADAL" clId="{777CC237-5A7B-4ADB-8610-6769851FC3DC}" dt="2023-04-26T01:53:44.474" v="137" actId="478"/>
          <ac:spMkLst>
            <pc:docMk/>
            <pc:sldMk cId="0" sldId="305"/>
            <ac:spMk id="29700" creationId="{BC520AE5-ED88-4EDE-8BD8-5D6B01EAED45}"/>
          </ac:spMkLst>
        </pc:spChg>
        <pc:spChg chg="mod topLvl">
          <ac:chgData name="Fabian" userId="f46cf8bb-4ec7-4653-94a9-ff26fa22481f" providerId="ADAL" clId="{777CC237-5A7B-4ADB-8610-6769851FC3DC}" dt="2023-04-26T01:57:43.350" v="170" actId="165"/>
          <ac:spMkLst>
            <pc:docMk/>
            <pc:sldMk cId="0" sldId="305"/>
            <ac:spMk id="29702" creationId="{67866D6C-C7AE-4905-85B1-91A918366734}"/>
          </ac:spMkLst>
        </pc:spChg>
        <pc:grpChg chg="add mod">
          <ac:chgData name="Fabian" userId="f46cf8bb-4ec7-4653-94a9-ff26fa22481f" providerId="ADAL" clId="{777CC237-5A7B-4ADB-8610-6769851FC3DC}" dt="2023-04-26T02:02:01.004" v="195" actId="14100"/>
          <ac:grpSpMkLst>
            <pc:docMk/>
            <pc:sldMk cId="0" sldId="305"/>
            <ac:grpSpMk id="2" creationId="{ABC78647-D346-4890-A0E7-8268F9A0C3AC}"/>
          </ac:grpSpMkLst>
        </pc:grpChg>
        <pc:grpChg chg="del mod">
          <ac:chgData name="Fabian" userId="f46cf8bb-4ec7-4653-94a9-ff26fa22481f" providerId="ADAL" clId="{777CC237-5A7B-4ADB-8610-6769851FC3DC}" dt="2023-04-26T01:57:43.350" v="170" actId="165"/>
          <ac:grpSpMkLst>
            <pc:docMk/>
            <pc:sldMk cId="0" sldId="305"/>
            <ac:grpSpMk id="29699" creationId="{068CA4BB-4F8C-4517-A16F-EF43307010BF}"/>
          </ac:grpSpMkLst>
        </pc:grpChg>
        <pc:picChg chg="mod topLvl">
          <ac:chgData name="Fabian" userId="f46cf8bb-4ec7-4653-94a9-ff26fa22481f" providerId="ADAL" clId="{777CC237-5A7B-4ADB-8610-6769851FC3DC}" dt="2023-04-26T02:02:09.248" v="197" actId="1076"/>
          <ac:picMkLst>
            <pc:docMk/>
            <pc:sldMk cId="0" sldId="305"/>
            <ac:picMk id="4" creationId="{70F351F8-8DAF-4E10-AA0A-3586D597AD08}"/>
          </ac:picMkLst>
        </pc:picChg>
        <pc:picChg chg="mod topLvl">
          <ac:chgData name="Fabian" userId="f46cf8bb-4ec7-4653-94a9-ff26fa22481f" providerId="ADAL" clId="{777CC237-5A7B-4ADB-8610-6769851FC3DC}" dt="2023-04-26T01:57:43.350" v="170" actId="165"/>
          <ac:picMkLst>
            <pc:docMk/>
            <pc:sldMk cId="0" sldId="305"/>
            <ac:picMk id="5" creationId="{965030C5-BC36-4297-B9B2-5EE7E6461F3E}"/>
          </ac:picMkLst>
        </pc:picChg>
        <pc:picChg chg="mod topLvl modCrop">
          <ac:chgData name="Fabian" userId="f46cf8bb-4ec7-4653-94a9-ff26fa22481f" providerId="ADAL" clId="{777CC237-5A7B-4ADB-8610-6769851FC3DC}" dt="2023-04-26T01:59:23.990" v="193" actId="732"/>
          <ac:picMkLst>
            <pc:docMk/>
            <pc:sldMk cId="0" sldId="305"/>
            <ac:picMk id="10" creationId="{AD5A2F05-C62A-4C7D-80BF-F366D216E1B8}"/>
          </ac:picMkLst>
        </pc:picChg>
        <pc:picChg chg="mod topLvl">
          <ac:chgData name="Fabian" userId="f46cf8bb-4ec7-4653-94a9-ff26fa22481f" providerId="ADAL" clId="{777CC237-5A7B-4ADB-8610-6769851FC3DC}" dt="2023-04-26T01:58:10.968" v="179" actId="164"/>
          <ac:picMkLst>
            <pc:docMk/>
            <pc:sldMk cId="0" sldId="305"/>
            <ac:picMk id="29704" creationId="{ADB659EC-4D41-4FED-A16D-64550AB0BACF}"/>
          </ac:picMkLst>
        </pc:picChg>
        <pc:picChg chg="mod topLvl">
          <ac:chgData name="Fabian" userId="f46cf8bb-4ec7-4653-94a9-ff26fa22481f" providerId="ADAL" clId="{777CC237-5A7B-4ADB-8610-6769851FC3DC}" dt="2023-04-26T02:02:01.004" v="195" actId="14100"/>
          <ac:picMkLst>
            <pc:docMk/>
            <pc:sldMk cId="0" sldId="305"/>
            <ac:picMk id="29705" creationId="{BFC5C228-99CF-41DA-829B-9E05B49D3B55}"/>
          </ac:picMkLst>
        </pc:picChg>
      </pc:sldChg>
      <pc:sldChg chg="addSp modSp">
        <pc:chgData name="Fabian" userId="f46cf8bb-4ec7-4653-94a9-ff26fa22481f" providerId="ADAL" clId="{777CC237-5A7B-4ADB-8610-6769851FC3DC}" dt="2023-04-26T03:59:51.085" v="441" actId="207"/>
        <pc:sldMkLst>
          <pc:docMk/>
          <pc:sldMk cId="0" sldId="307"/>
        </pc:sldMkLst>
        <pc:spChg chg="add mod">
          <ac:chgData name="Fabian" userId="f46cf8bb-4ec7-4653-94a9-ff26fa22481f" providerId="ADAL" clId="{777CC237-5A7B-4ADB-8610-6769851FC3DC}" dt="2023-04-26T03:59:51.085" v="441" actId="207"/>
          <ac:spMkLst>
            <pc:docMk/>
            <pc:sldMk cId="0" sldId="307"/>
            <ac:spMk id="8" creationId="{AF7F5D8A-4DFA-45DE-8858-B709467751CD}"/>
          </ac:spMkLst>
        </pc:spChg>
        <pc:spChg chg="mod">
          <ac:chgData name="Fabian" userId="f46cf8bb-4ec7-4653-94a9-ff26fa22481f" providerId="ADAL" clId="{777CC237-5A7B-4ADB-8610-6769851FC3DC}" dt="2023-04-26T02:29:05.932" v="371" actId="1076"/>
          <ac:spMkLst>
            <pc:docMk/>
            <pc:sldMk cId="0" sldId="307"/>
            <ac:spMk id="27654" creationId="{F901F936-2F1D-4FFC-A177-EDBFC05018AD}"/>
          </ac:spMkLst>
        </pc:spChg>
        <pc:spChg chg="mod">
          <ac:chgData name="Fabian" userId="f46cf8bb-4ec7-4653-94a9-ff26fa22481f" providerId="ADAL" clId="{777CC237-5A7B-4ADB-8610-6769851FC3DC}" dt="2023-04-26T02:29:18.111" v="375" actId="167"/>
          <ac:spMkLst>
            <pc:docMk/>
            <pc:sldMk cId="0" sldId="307"/>
            <ac:spMk id="27655" creationId="{B7FA7B7F-7029-4097-8003-03E02EE2439C}"/>
          </ac:spMkLst>
        </pc:spChg>
        <pc:picChg chg="mod">
          <ac:chgData name="Fabian" userId="f46cf8bb-4ec7-4653-94a9-ff26fa22481f" providerId="ADAL" clId="{777CC237-5A7B-4ADB-8610-6769851FC3DC}" dt="2023-04-26T02:29:26.511" v="379" actId="1076"/>
          <ac:picMkLst>
            <pc:docMk/>
            <pc:sldMk cId="0" sldId="307"/>
            <ac:picMk id="27651" creationId="{F79EDA10-256E-491B-A3BC-CD06473E68F2}"/>
          </ac:picMkLst>
        </pc:picChg>
        <pc:picChg chg="mod">
          <ac:chgData name="Fabian" userId="f46cf8bb-4ec7-4653-94a9-ff26fa22481f" providerId="ADAL" clId="{777CC237-5A7B-4ADB-8610-6769851FC3DC}" dt="2023-04-26T02:29:53.819" v="388" actId="14100"/>
          <ac:picMkLst>
            <pc:docMk/>
            <pc:sldMk cId="0" sldId="307"/>
            <ac:picMk id="27652" creationId="{B4D9BFEB-D103-4AE9-A9F7-76D887ABFD04}"/>
          </ac:picMkLst>
        </pc:picChg>
        <pc:picChg chg="mod">
          <ac:chgData name="Fabian" userId="f46cf8bb-4ec7-4653-94a9-ff26fa22481f" providerId="ADAL" clId="{777CC237-5A7B-4ADB-8610-6769851FC3DC}" dt="2023-04-26T02:29:55.225" v="389" actId="1076"/>
          <ac:picMkLst>
            <pc:docMk/>
            <pc:sldMk cId="0" sldId="307"/>
            <ac:picMk id="27653" creationId="{318CB223-FD26-4471-9E1C-EE510129E48E}"/>
          </ac:picMkLst>
        </pc:picChg>
      </pc:sldChg>
      <pc:sldChg chg="modSp">
        <pc:chgData name="Fabian" userId="f46cf8bb-4ec7-4653-94a9-ff26fa22481f" providerId="ADAL" clId="{777CC237-5A7B-4ADB-8610-6769851FC3DC}" dt="2023-04-26T03:59:54.951" v="442" actId="207"/>
        <pc:sldMkLst>
          <pc:docMk/>
          <pc:sldMk cId="2844515628" sldId="310"/>
        </pc:sldMkLst>
        <pc:spChg chg="mod">
          <ac:chgData name="Fabian" userId="f46cf8bb-4ec7-4653-94a9-ff26fa22481f" providerId="ADAL" clId="{777CC237-5A7B-4ADB-8610-6769851FC3DC}" dt="2023-04-26T03:59:54.951" v="442" actId="207"/>
          <ac:spMkLst>
            <pc:docMk/>
            <pc:sldMk cId="2844515628" sldId="310"/>
            <ac:spMk id="98" creationId="{A2C1140A-FF84-47D8-8A7D-FA6550774112}"/>
          </ac:spMkLst>
        </pc:spChg>
      </pc:sldChg>
      <pc:sldChg chg="addSp delSp modSp ord">
        <pc:chgData name="Fabian" userId="f46cf8bb-4ec7-4653-94a9-ff26fa22481f" providerId="ADAL" clId="{777CC237-5A7B-4ADB-8610-6769851FC3DC}" dt="2023-04-26T02:15:53.110" v="284" actId="1076"/>
        <pc:sldMkLst>
          <pc:docMk/>
          <pc:sldMk cId="2747432618" sldId="311"/>
        </pc:sldMkLst>
        <pc:spChg chg="mod">
          <ac:chgData name="Fabian" userId="f46cf8bb-4ec7-4653-94a9-ff26fa22481f" providerId="ADAL" clId="{777CC237-5A7B-4ADB-8610-6769851FC3DC}" dt="2023-04-26T02:15:53.110" v="284" actId="1076"/>
          <ac:spMkLst>
            <pc:docMk/>
            <pc:sldMk cId="2747432618" sldId="311"/>
            <ac:spMk id="5" creationId="{0E0F858E-4FCE-4059-ACDA-5FE6D8AD53C8}"/>
          </ac:spMkLst>
        </pc:spChg>
        <pc:spChg chg="mod">
          <ac:chgData name="Fabian" userId="f46cf8bb-4ec7-4653-94a9-ff26fa22481f" providerId="ADAL" clId="{777CC237-5A7B-4ADB-8610-6769851FC3DC}" dt="2023-04-26T02:15:31.364" v="272" actId="1076"/>
          <ac:spMkLst>
            <pc:docMk/>
            <pc:sldMk cId="2747432618" sldId="311"/>
            <ac:spMk id="7" creationId="{325DD01C-F2EC-47C1-AF79-632F762C1DE5}"/>
          </ac:spMkLst>
        </pc:spChg>
        <pc:spChg chg="mod">
          <ac:chgData name="Fabian" userId="f46cf8bb-4ec7-4653-94a9-ff26fa22481f" providerId="ADAL" clId="{777CC237-5A7B-4ADB-8610-6769851FC3DC}" dt="2023-04-26T02:15:22.011" v="269" actId="14100"/>
          <ac:spMkLst>
            <pc:docMk/>
            <pc:sldMk cId="2747432618" sldId="311"/>
            <ac:spMk id="11" creationId="{C65C7556-35C2-4814-9392-A9660A30339C}"/>
          </ac:spMkLst>
        </pc:spChg>
        <pc:spChg chg="mod">
          <ac:chgData name="Fabian" userId="f46cf8bb-4ec7-4653-94a9-ff26fa22481f" providerId="ADAL" clId="{777CC237-5A7B-4ADB-8610-6769851FC3DC}" dt="2023-04-26T02:15:08.605" v="265" actId="1076"/>
          <ac:spMkLst>
            <pc:docMk/>
            <pc:sldMk cId="2747432618" sldId="311"/>
            <ac:spMk id="15" creationId="{D44899CD-18EF-443E-A92F-092770611B25}"/>
          </ac:spMkLst>
        </pc:spChg>
        <pc:spChg chg="add mod">
          <ac:chgData name="Fabian" userId="f46cf8bb-4ec7-4653-94a9-ff26fa22481f" providerId="ADAL" clId="{777CC237-5A7B-4ADB-8610-6769851FC3DC}" dt="2023-04-26T02:11:28.903" v="255" actId="20577"/>
          <ac:spMkLst>
            <pc:docMk/>
            <pc:sldMk cId="2747432618" sldId="311"/>
            <ac:spMk id="16" creationId="{8A3D5611-CEA5-46BD-9243-D0A8542079C0}"/>
          </ac:spMkLst>
        </pc:spChg>
        <pc:spChg chg="del">
          <ac:chgData name="Fabian" userId="f46cf8bb-4ec7-4653-94a9-ff26fa22481f" providerId="ADAL" clId="{777CC237-5A7B-4ADB-8610-6769851FC3DC}" dt="2023-04-26T02:11:25.453" v="248" actId="478"/>
          <ac:spMkLst>
            <pc:docMk/>
            <pc:sldMk cId="2747432618" sldId="311"/>
            <ac:spMk id="19466" creationId="{DE723D82-AB5D-4649-9628-474441C4A882}"/>
          </ac:spMkLst>
        </pc:spChg>
        <pc:grpChg chg="mod">
          <ac:chgData name="Fabian" userId="f46cf8bb-4ec7-4653-94a9-ff26fa22481f" providerId="ADAL" clId="{777CC237-5A7B-4ADB-8610-6769851FC3DC}" dt="2023-04-26T02:15:18.138" v="268" actId="1076"/>
          <ac:grpSpMkLst>
            <pc:docMk/>
            <pc:sldMk cId="2747432618" sldId="311"/>
            <ac:grpSpMk id="19463" creationId="{04AB7030-6943-45C1-92A7-05292B3FA718}"/>
          </ac:grpSpMkLst>
        </pc:grpChg>
        <pc:grpChg chg="mod">
          <ac:chgData name="Fabian" userId="f46cf8bb-4ec7-4653-94a9-ff26fa22481f" providerId="ADAL" clId="{777CC237-5A7B-4ADB-8610-6769851FC3DC}" dt="2023-04-26T02:15:06.122" v="264" actId="1076"/>
          <ac:grpSpMkLst>
            <pc:docMk/>
            <pc:sldMk cId="2747432618" sldId="311"/>
            <ac:grpSpMk id="19464" creationId="{B93E0655-4ABD-4E26-865C-DC430EF15502}"/>
          </ac:grpSpMkLst>
        </pc:grpChg>
        <pc:picChg chg="mod">
          <ac:chgData name="Fabian" userId="f46cf8bb-4ec7-4653-94a9-ff26fa22481f" providerId="ADAL" clId="{777CC237-5A7B-4ADB-8610-6769851FC3DC}" dt="2023-04-26T02:15:49.232" v="283" actId="14100"/>
          <ac:picMkLst>
            <pc:docMk/>
            <pc:sldMk cId="2747432618" sldId="311"/>
            <ac:picMk id="4" creationId="{52417D1D-FFA0-410C-8FA5-9A9BE731EB64}"/>
          </ac:picMkLst>
        </pc:picChg>
        <pc:picChg chg="mod">
          <ac:chgData name="Fabian" userId="f46cf8bb-4ec7-4653-94a9-ff26fa22481f" providerId="ADAL" clId="{777CC237-5A7B-4ADB-8610-6769851FC3DC}" dt="2023-04-26T02:15:42.706" v="280" actId="1076"/>
          <ac:picMkLst>
            <pc:docMk/>
            <pc:sldMk cId="2747432618" sldId="311"/>
            <ac:picMk id="6" creationId="{EB67C228-7898-4B65-BFBA-3EECF4DC39C6}"/>
          </ac:picMkLst>
        </pc:picChg>
        <pc:picChg chg="mod">
          <ac:chgData name="Fabian" userId="f46cf8bb-4ec7-4653-94a9-ff26fa22481f" providerId="ADAL" clId="{777CC237-5A7B-4ADB-8610-6769851FC3DC}" dt="2023-04-26T02:15:28.310" v="271" actId="1076"/>
          <ac:picMkLst>
            <pc:docMk/>
            <pc:sldMk cId="2747432618" sldId="311"/>
            <ac:picMk id="9" creationId="{771CC582-9547-45C0-A079-E58C941EB591}"/>
          </ac:picMkLst>
        </pc:picChg>
        <pc:picChg chg="mod">
          <ac:chgData name="Fabian" userId="f46cf8bb-4ec7-4653-94a9-ff26fa22481f" providerId="ADAL" clId="{777CC237-5A7B-4ADB-8610-6769851FC3DC}" dt="2023-04-26T02:15:24.664" v="270" actId="1076"/>
          <ac:picMkLst>
            <pc:docMk/>
            <pc:sldMk cId="2747432618" sldId="311"/>
            <ac:picMk id="10" creationId="{6DDAB417-DA0C-48F2-BA9E-A8E7ED280FDB}"/>
          </ac:picMkLst>
        </pc:picChg>
        <pc:picChg chg="mod">
          <ac:chgData name="Fabian" userId="f46cf8bb-4ec7-4653-94a9-ff26fa22481f" providerId="ADAL" clId="{777CC237-5A7B-4ADB-8610-6769851FC3DC}" dt="2023-04-26T02:11:42.406" v="261" actId="1076"/>
          <ac:picMkLst>
            <pc:docMk/>
            <pc:sldMk cId="2747432618" sldId="311"/>
            <ac:picMk id="14" creationId="{7A9B00DF-E8AE-4FDD-A32E-E44D1BB23D7D}"/>
          </ac:picMkLst>
        </pc:picChg>
      </pc:sldChg>
      <pc:sldChg chg="addSp delSp modSp add">
        <pc:chgData name="Fabian" userId="f46cf8bb-4ec7-4653-94a9-ff26fa22481f" providerId="ADAL" clId="{777CC237-5A7B-4ADB-8610-6769851FC3DC}" dt="2023-04-25T14:00:43.559" v="83" actId="207"/>
        <pc:sldMkLst>
          <pc:docMk/>
          <pc:sldMk cId="4031639801" sldId="312"/>
        </pc:sldMkLst>
        <pc:spChg chg="add del mod">
          <ac:chgData name="Fabian" userId="f46cf8bb-4ec7-4653-94a9-ff26fa22481f" providerId="ADAL" clId="{777CC237-5A7B-4ADB-8610-6769851FC3DC}" dt="2023-04-25T13:55:41.243" v="46"/>
          <ac:spMkLst>
            <pc:docMk/>
            <pc:sldMk cId="4031639801" sldId="312"/>
            <ac:spMk id="2" creationId="{A0C6D663-59F1-4836-97B3-F39C828D8B38}"/>
          </ac:spMkLst>
        </pc:spChg>
        <pc:spChg chg="add mod">
          <ac:chgData name="Fabian" userId="f46cf8bb-4ec7-4653-94a9-ff26fa22481f" providerId="ADAL" clId="{777CC237-5A7B-4ADB-8610-6769851FC3DC}" dt="2023-04-25T13:56:30.124" v="60" actId="1076"/>
          <ac:spMkLst>
            <pc:docMk/>
            <pc:sldMk cId="4031639801" sldId="312"/>
            <ac:spMk id="3" creationId="{AD979FF3-9F1C-46E1-80A6-F8896C054AB9}"/>
          </ac:spMkLst>
        </pc:spChg>
        <pc:spChg chg="add mod">
          <ac:chgData name="Fabian" userId="f46cf8bb-4ec7-4653-94a9-ff26fa22481f" providerId="ADAL" clId="{777CC237-5A7B-4ADB-8610-6769851FC3DC}" dt="2023-04-25T13:59:35.790" v="63" actId="1076"/>
          <ac:spMkLst>
            <pc:docMk/>
            <pc:sldMk cId="4031639801" sldId="312"/>
            <ac:spMk id="4" creationId="{75EA36A1-C221-4C16-B5F1-A06CD4E6D540}"/>
          </ac:spMkLst>
        </pc:spChg>
        <pc:spChg chg="add del">
          <ac:chgData name="Fabian" userId="f46cf8bb-4ec7-4653-94a9-ff26fa22481f" providerId="ADAL" clId="{777CC237-5A7B-4ADB-8610-6769851FC3DC}" dt="2023-04-25T13:54:52.807" v="15"/>
          <ac:spMkLst>
            <pc:docMk/>
            <pc:sldMk cId="4031639801" sldId="312"/>
            <ac:spMk id="8" creationId="{55276101-C15F-4F57-A2CE-40997AF1A04E}"/>
          </ac:spMkLst>
        </pc:spChg>
        <pc:spChg chg="mod">
          <ac:chgData name="Fabian" userId="f46cf8bb-4ec7-4653-94a9-ff26fa22481f" providerId="ADAL" clId="{777CC237-5A7B-4ADB-8610-6769851FC3DC}" dt="2023-04-25T14:00:43.559" v="83" actId="207"/>
          <ac:spMkLst>
            <pc:docMk/>
            <pc:sldMk cId="4031639801" sldId="312"/>
            <ac:spMk id="6146" creationId="{FC3E7BF0-8469-4EA9-855B-4D1CBE7B3BC4}"/>
          </ac:spMkLst>
        </pc:spChg>
        <pc:spChg chg="mod">
          <ac:chgData name="Fabian" userId="f46cf8bb-4ec7-4653-94a9-ff26fa22481f" providerId="ADAL" clId="{777CC237-5A7B-4ADB-8610-6769851FC3DC}" dt="2023-04-25T13:55:59.486" v="54" actId="403"/>
          <ac:spMkLst>
            <pc:docMk/>
            <pc:sldMk cId="4031639801" sldId="312"/>
            <ac:spMk id="6147" creationId="{6391030C-CE72-4524-AAB8-E17A559A4E3E}"/>
          </ac:spMkLst>
        </pc:spChg>
        <pc:picChg chg="add mod">
          <ac:chgData name="Fabian" userId="f46cf8bb-4ec7-4653-94a9-ff26fa22481f" providerId="ADAL" clId="{777CC237-5A7B-4ADB-8610-6769851FC3DC}" dt="2023-04-25T13:56:13.885" v="58" actId="1076"/>
          <ac:picMkLst>
            <pc:docMk/>
            <pc:sldMk cId="4031639801" sldId="312"/>
            <ac:picMk id="1026" creationId="{6D5409FA-01D2-4806-8748-0875BF651180}"/>
          </ac:picMkLst>
        </pc:picChg>
      </pc:sldChg>
    </pc:docChg>
  </pc:docChgLst>
  <pc:docChgLst>
    <pc:chgData name="Fabian" userId="f46cf8bb-4ec7-4653-94a9-ff26fa22481f" providerId="ADAL" clId="{B85995FF-9F16-43A1-8679-F8C535798B80}"/>
    <pc:docChg chg="modSld">
      <pc:chgData name="Fabian" userId="f46cf8bb-4ec7-4653-94a9-ff26fa22481f" providerId="ADAL" clId="{B85995FF-9F16-43A1-8679-F8C535798B80}" dt="2023-10-26T12:14:44.553" v="0"/>
      <pc:docMkLst>
        <pc:docMk/>
      </pc:docMkLst>
      <pc:sldChg chg="addSp">
        <pc:chgData name="Fabian" userId="f46cf8bb-4ec7-4653-94a9-ff26fa22481f" providerId="ADAL" clId="{B85995FF-9F16-43A1-8679-F8C535798B80}" dt="2023-10-26T12:14:44.553" v="0"/>
        <pc:sldMkLst>
          <pc:docMk/>
          <pc:sldMk cId="1177531627" sldId="313"/>
        </pc:sldMkLst>
        <pc:inkChg chg="add">
          <ac:chgData name="Fabian" userId="f46cf8bb-4ec7-4653-94a9-ff26fa22481f" providerId="ADAL" clId="{B85995FF-9F16-43A1-8679-F8C535798B80}" dt="2023-10-26T12:14:44.553" v="0"/>
          <ac:inkMkLst>
            <pc:docMk/>
            <pc:sldMk cId="1177531627" sldId="313"/>
            <ac:inkMk id="2" creationId="{46789E33-E6ED-4A53-B79B-868E82DDF63E}"/>
          </ac:inkMkLst>
        </pc:inkChg>
      </pc:sldChg>
    </pc:docChg>
  </pc:docChgLst>
  <pc:docChgLst>
    <pc:chgData name="Fabian" userId="f46cf8bb-4ec7-4653-94a9-ff26fa22481f" providerId="ADAL" clId="{74678A7E-38FB-4AA0-84C7-ED06734FE01F}"/>
    <pc:docChg chg="addSld modSld">
      <pc:chgData name="Fabian" userId="f46cf8bb-4ec7-4653-94a9-ff26fa22481f" providerId="ADAL" clId="{74678A7E-38FB-4AA0-84C7-ED06734FE01F}" dt="2023-08-01T13:19:45.840" v="0"/>
      <pc:docMkLst>
        <pc:docMk/>
      </pc:docMkLst>
      <pc:sldChg chg="add">
        <pc:chgData name="Fabian" userId="f46cf8bb-4ec7-4653-94a9-ff26fa22481f" providerId="ADAL" clId="{74678A7E-38FB-4AA0-84C7-ED06734FE01F}" dt="2023-08-01T13:19:45.840" v="0"/>
        <pc:sldMkLst>
          <pc:docMk/>
          <pc:sldMk cId="1177531627" sldId="313"/>
        </pc:sldMkLst>
      </pc:sldChg>
    </pc:docChg>
  </pc:docChgLst>
  <pc:docChgLst>
    <pc:chgData name="Fabian" userId="f46cf8bb-4ec7-4653-94a9-ff26fa22481f" providerId="ADAL" clId="{7FA81B48-33DD-4E74-A776-03193DC7B812}"/>
    <pc:docChg chg="addSld delSld modSld">
      <pc:chgData name="Fabian" userId="f46cf8bb-4ec7-4653-94a9-ff26fa22481f" providerId="ADAL" clId="{7FA81B48-33DD-4E74-A776-03193DC7B812}" dt="2024-08-03T18:32:33.093" v="16" actId="2696"/>
      <pc:docMkLst>
        <pc:docMk/>
      </pc:docMkLst>
      <pc:sldChg chg="addSp delSp del">
        <pc:chgData name="Fabian" userId="f46cf8bb-4ec7-4653-94a9-ff26fa22481f" providerId="ADAL" clId="{7FA81B48-33DD-4E74-A776-03193DC7B812}" dt="2024-08-03T18:32:33.093" v="16" actId="2696"/>
        <pc:sldMkLst>
          <pc:docMk/>
          <pc:sldMk cId="4204421142" sldId="256"/>
        </pc:sldMkLst>
        <pc:spChg chg="add del">
          <ac:chgData name="Fabian" userId="f46cf8bb-4ec7-4653-94a9-ff26fa22481f" providerId="ADAL" clId="{7FA81B48-33DD-4E74-A776-03193DC7B812}" dt="2024-08-03T18:15:42.600" v="3"/>
          <ac:spMkLst>
            <pc:docMk/>
            <pc:sldMk cId="4204421142" sldId="256"/>
            <ac:spMk id="2" creationId="{1E8BCFE3-5BC3-4A3B-9368-3B51961FB9D0}"/>
          </ac:spMkLst>
        </pc:spChg>
        <pc:spChg chg="add del">
          <ac:chgData name="Fabian" userId="f46cf8bb-4ec7-4653-94a9-ff26fa22481f" providerId="ADAL" clId="{7FA81B48-33DD-4E74-A776-03193DC7B812}" dt="2024-08-03T18:16:00.596" v="5"/>
          <ac:spMkLst>
            <pc:docMk/>
            <pc:sldMk cId="4204421142" sldId="256"/>
            <ac:spMk id="3" creationId="{9039201F-DA92-442E-8E4F-00B7B3C8C537}"/>
          </ac:spMkLst>
        </pc:spChg>
      </pc:sldChg>
      <pc:sldChg chg="modSp">
        <pc:chgData name="Fabian" userId="f46cf8bb-4ec7-4653-94a9-ff26fa22481f" providerId="ADAL" clId="{7FA81B48-33DD-4E74-A776-03193DC7B812}" dt="2024-08-03T16:01:01.841" v="1" actId="14861"/>
        <pc:sldMkLst>
          <pc:docMk/>
          <pc:sldMk cId="0" sldId="309"/>
        </pc:sldMkLst>
        <pc:picChg chg="mod">
          <ac:chgData name="Fabian" userId="f46cf8bb-4ec7-4653-94a9-ff26fa22481f" providerId="ADAL" clId="{7FA81B48-33DD-4E74-A776-03193DC7B812}" dt="2024-08-03T16:01:01.841" v="1" actId="14861"/>
          <ac:picMkLst>
            <pc:docMk/>
            <pc:sldMk cId="0" sldId="309"/>
            <ac:picMk id="5124" creationId="{BE671D87-A091-4B18-A952-61707A891BDC}"/>
          </ac:picMkLst>
        </pc:picChg>
      </pc:sldChg>
      <pc:sldChg chg="del">
        <pc:chgData name="Fabian" userId="f46cf8bb-4ec7-4653-94a9-ff26fa22481f" providerId="ADAL" clId="{7FA81B48-33DD-4E74-A776-03193DC7B812}" dt="2024-08-03T14:57:58.997" v="0" actId="2696"/>
        <pc:sldMkLst>
          <pc:docMk/>
          <pc:sldMk cId="1177531627" sldId="313"/>
        </pc:sldMkLst>
      </pc:sldChg>
      <pc:sldChg chg="modSp add">
        <pc:chgData name="Fabian" userId="f46cf8bb-4ec7-4653-94a9-ff26fa22481f" providerId="ADAL" clId="{7FA81B48-33DD-4E74-A776-03193DC7B812}" dt="2024-08-03T18:23:41.877" v="15" actId="20577"/>
        <pc:sldMkLst>
          <pc:docMk/>
          <pc:sldMk cId="3807564589" sldId="480"/>
        </pc:sldMkLst>
        <pc:spChg chg="mod">
          <ac:chgData name="Fabian" userId="f46cf8bb-4ec7-4653-94a9-ff26fa22481f" providerId="ADAL" clId="{7FA81B48-33DD-4E74-A776-03193DC7B812}" dt="2024-08-03T18:23:41.877" v="15" actId="20577"/>
          <ac:spMkLst>
            <pc:docMk/>
            <pc:sldMk cId="3807564589" sldId="480"/>
            <ac:spMk id="3" creationId="{05C0E2BF-BBBC-BF27-4255-C5149D193112}"/>
          </ac:spMkLst>
        </pc:spChg>
      </pc:sldChg>
    </pc:docChg>
  </pc:docChgLst>
  <pc:docChgLst>
    <pc:chgData name="Fabian Surya Pramudya" userId="f46cf8bb-4ec7-4653-94a9-ff26fa22481f" providerId="ADAL" clId="{63C3C037-6111-4A46-BA31-F95BF12AADC8}"/>
    <pc:docChg chg="undo custSel addSld delSld modSld sldOrd">
      <pc:chgData name="Fabian Surya Pramudya" userId="f46cf8bb-4ec7-4653-94a9-ff26fa22481f" providerId="ADAL" clId="{63C3C037-6111-4A46-BA31-F95BF12AADC8}" dt="2022-12-06T00:54:48.242" v="116" actId="1076"/>
      <pc:docMkLst>
        <pc:docMk/>
      </pc:docMkLst>
      <pc:sldChg chg="del">
        <pc:chgData name="Fabian Surya Pramudya" userId="f46cf8bb-4ec7-4653-94a9-ff26fa22481f" providerId="ADAL" clId="{63C3C037-6111-4A46-BA31-F95BF12AADC8}" dt="2022-12-06T00:52:27.033" v="88" actId="2696"/>
        <pc:sldMkLst>
          <pc:docMk/>
          <pc:sldMk cId="0" sldId="272"/>
        </pc:sldMkLst>
      </pc:sldChg>
      <pc:sldChg chg="modSp add del">
        <pc:chgData name="Fabian Surya Pramudya" userId="f46cf8bb-4ec7-4653-94a9-ff26fa22481f" providerId="ADAL" clId="{63C3C037-6111-4A46-BA31-F95BF12AADC8}" dt="2022-11-08T05:50:56.361" v="3" actId="20577"/>
        <pc:sldMkLst>
          <pc:docMk/>
          <pc:sldMk cId="0" sldId="274"/>
        </pc:sldMkLst>
        <pc:spChg chg="mod">
          <ac:chgData name="Fabian Surya Pramudya" userId="f46cf8bb-4ec7-4653-94a9-ff26fa22481f" providerId="ADAL" clId="{63C3C037-6111-4A46-BA31-F95BF12AADC8}" dt="2022-11-08T05:50:56.361" v="3" actId="20577"/>
          <ac:spMkLst>
            <pc:docMk/>
            <pc:sldMk cId="0" sldId="274"/>
            <ac:spMk id="22531" creationId="{ED1D0EA0-51D1-4FD5-9355-5C1F6297375F}"/>
          </ac:spMkLst>
        </pc:spChg>
      </pc:sldChg>
      <pc:sldChg chg="modSp ord">
        <pc:chgData name="Fabian Surya Pramudya" userId="f46cf8bb-4ec7-4653-94a9-ff26fa22481f" providerId="ADAL" clId="{63C3C037-6111-4A46-BA31-F95BF12AADC8}" dt="2022-12-06T00:51:14.598" v="44" actId="1076"/>
        <pc:sldMkLst>
          <pc:docMk/>
          <pc:sldMk cId="0" sldId="280"/>
        </pc:sldMkLst>
        <pc:spChg chg="mod">
          <ac:chgData name="Fabian Surya Pramudya" userId="f46cf8bb-4ec7-4653-94a9-ff26fa22481f" providerId="ADAL" clId="{63C3C037-6111-4A46-BA31-F95BF12AADC8}" dt="2022-12-06T00:50:49.615" v="33" actId="1076"/>
          <ac:spMkLst>
            <pc:docMk/>
            <pc:sldMk cId="0" sldId="280"/>
            <ac:spMk id="28674" creationId="{C0EA8FA5-05BE-4514-A96B-85F014BFE00A}"/>
          </ac:spMkLst>
        </pc:spChg>
        <pc:picChg chg="mod">
          <ac:chgData name="Fabian Surya Pramudya" userId="f46cf8bb-4ec7-4653-94a9-ff26fa22481f" providerId="ADAL" clId="{63C3C037-6111-4A46-BA31-F95BF12AADC8}" dt="2022-12-06T00:51:14.598" v="44" actId="1076"/>
          <ac:picMkLst>
            <pc:docMk/>
            <pc:sldMk cId="0" sldId="280"/>
            <ac:picMk id="28675" creationId="{CFD171DC-F13E-4D4B-9496-EC0C69EFB2DF}"/>
          </ac:picMkLst>
        </pc:picChg>
        <pc:picChg chg="mod">
          <ac:chgData name="Fabian Surya Pramudya" userId="f46cf8bb-4ec7-4653-94a9-ff26fa22481f" providerId="ADAL" clId="{63C3C037-6111-4A46-BA31-F95BF12AADC8}" dt="2022-12-06T00:51:14.598" v="44" actId="1076"/>
          <ac:picMkLst>
            <pc:docMk/>
            <pc:sldMk cId="0" sldId="280"/>
            <ac:picMk id="28676" creationId="{E85F2812-4A9F-4F80-8C26-A51901FD28F5}"/>
          </ac:picMkLst>
        </pc:picChg>
      </pc:sldChg>
      <pc:sldChg chg="add del ord">
        <pc:chgData name="Fabian Surya Pramudya" userId="f46cf8bb-4ec7-4653-94a9-ff26fa22481f" providerId="ADAL" clId="{63C3C037-6111-4A46-BA31-F95BF12AADC8}" dt="2022-12-06T00:48:29.279" v="8"/>
        <pc:sldMkLst>
          <pc:docMk/>
          <pc:sldMk cId="0" sldId="288"/>
        </pc:sldMkLst>
      </pc:sldChg>
      <pc:sldChg chg="addSp delSp modSp add del ord">
        <pc:chgData name="Fabian Surya Pramudya" userId="f46cf8bb-4ec7-4653-94a9-ff26fa22481f" providerId="ADAL" clId="{63C3C037-6111-4A46-BA31-F95BF12AADC8}" dt="2022-12-06T00:54:34.968" v="108"/>
        <pc:sldMkLst>
          <pc:docMk/>
          <pc:sldMk cId="0" sldId="289"/>
        </pc:sldMkLst>
        <pc:picChg chg="add del mod">
          <ac:chgData name="Fabian Surya Pramudya" userId="f46cf8bb-4ec7-4653-94a9-ff26fa22481f" providerId="ADAL" clId="{63C3C037-6111-4A46-BA31-F95BF12AADC8}" dt="2022-12-06T00:54:34.968" v="108"/>
          <ac:picMkLst>
            <pc:docMk/>
            <pc:sldMk cId="0" sldId="289"/>
            <ac:picMk id="8" creationId="{DB939B12-468F-4CA4-A643-9B3EDCBD732B}"/>
          </ac:picMkLst>
        </pc:picChg>
      </pc:sldChg>
      <pc:sldChg chg="addSp delSp modSp add del ord">
        <pc:chgData name="Fabian Surya Pramudya" userId="f46cf8bb-4ec7-4653-94a9-ff26fa22481f" providerId="ADAL" clId="{63C3C037-6111-4A46-BA31-F95BF12AADC8}" dt="2022-12-06T00:54:48.242" v="116" actId="1076"/>
        <pc:sldMkLst>
          <pc:docMk/>
          <pc:sldMk cId="0" sldId="290"/>
        </pc:sldMkLst>
        <pc:spChg chg="add mod">
          <ac:chgData name="Fabian Surya Pramudya" userId="f46cf8bb-4ec7-4653-94a9-ff26fa22481f" providerId="ADAL" clId="{63C3C037-6111-4A46-BA31-F95BF12AADC8}" dt="2022-12-06T00:54:46.275" v="114" actId="14100"/>
          <ac:spMkLst>
            <pc:docMk/>
            <pc:sldMk cId="0" sldId="290"/>
            <ac:spMk id="11" creationId="{67CC4822-06D7-4F84-B99E-E03FDF05F327}"/>
          </ac:spMkLst>
        </pc:spChg>
        <pc:spChg chg="mod">
          <ac:chgData name="Fabian Surya Pramudya" userId="f46cf8bb-4ec7-4653-94a9-ff26fa22481f" providerId="ADAL" clId="{63C3C037-6111-4A46-BA31-F95BF12AADC8}" dt="2022-12-06T00:53:53.850" v="94" actId="12"/>
          <ac:spMkLst>
            <pc:docMk/>
            <pc:sldMk cId="0" sldId="290"/>
            <ac:spMk id="35843" creationId="{F766F0F4-5F61-454E-A67B-7A20CD476668}"/>
          </ac:spMkLst>
        </pc:spChg>
        <pc:picChg chg="add del mod">
          <ac:chgData name="Fabian Surya Pramudya" userId="f46cf8bb-4ec7-4653-94a9-ff26fa22481f" providerId="ADAL" clId="{63C3C037-6111-4A46-BA31-F95BF12AADC8}" dt="2022-12-06T00:54:48.242" v="116" actId="1076"/>
          <ac:picMkLst>
            <pc:docMk/>
            <pc:sldMk cId="0" sldId="290"/>
            <ac:picMk id="1026" creationId="{40657AD6-9FB1-452F-BAE9-9756ABA20C56}"/>
          </ac:picMkLst>
        </pc:picChg>
        <pc:picChg chg="mod">
          <ac:chgData name="Fabian Surya Pramudya" userId="f46cf8bb-4ec7-4653-94a9-ff26fa22481f" providerId="ADAL" clId="{63C3C037-6111-4A46-BA31-F95BF12AADC8}" dt="2022-12-06T00:54:47.180" v="115" actId="1076"/>
          <ac:picMkLst>
            <pc:docMk/>
            <pc:sldMk cId="0" sldId="290"/>
            <ac:picMk id="1028" creationId="{1326E5C4-917C-4E8B-957B-8EC5CF420032}"/>
          </ac:picMkLst>
        </pc:picChg>
        <pc:picChg chg="mod">
          <ac:chgData name="Fabian Surya Pramudya" userId="f46cf8bb-4ec7-4653-94a9-ff26fa22481f" providerId="ADAL" clId="{63C3C037-6111-4A46-BA31-F95BF12AADC8}" dt="2022-12-06T00:54:00.780" v="97" actId="1076"/>
          <ac:picMkLst>
            <pc:docMk/>
            <pc:sldMk cId="0" sldId="290"/>
            <ac:picMk id="29701" creationId="{D6D153E6-EC90-4363-A7B1-2E03FB5865C7}"/>
          </ac:picMkLst>
        </pc:picChg>
        <pc:picChg chg="mod">
          <ac:chgData name="Fabian Surya Pramudya" userId="f46cf8bb-4ec7-4653-94a9-ff26fa22481f" providerId="ADAL" clId="{63C3C037-6111-4A46-BA31-F95BF12AADC8}" dt="2022-12-06T00:53:58.600" v="96" actId="1076"/>
          <ac:picMkLst>
            <pc:docMk/>
            <pc:sldMk cId="0" sldId="290"/>
            <ac:picMk id="29702" creationId="{9B7A30B3-BE39-44D3-9EE9-EDC1C48D472C}"/>
          </ac:picMkLst>
        </pc:picChg>
      </pc:sldChg>
      <pc:sldChg chg="del">
        <pc:chgData name="Fabian Surya Pramudya" userId="f46cf8bb-4ec7-4653-94a9-ff26fa22481f" providerId="ADAL" clId="{63C3C037-6111-4A46-BA31-F95BF12AADC8}" dt="2022-12-06T00:52:27.009" v="87" actId="2696"/>
        <pc:sldMkLst>
          <pc:docMk/>
          <pc:sldMk cId="0" sldId="302"/>
        </pc:sldMkLst>
      </pc:sldChg>
      <pc:sldChg chg="add del">
        <pc:chgData name="Fabian Surya Pramudya" userId="f46cf8bb-4ec7-4653-94a9-ff26fa22481f" providerId="ADAL" clId="{63C3C037-6111-4A46-BA31-F95BF12AADC8}" dt="2022-12-06T00:50:29.853" v="23"/>
        <pc:sldMkLst>
          <pc:docMk/>
          <pc:sldMk cId="2096029584" sldId="310"/>
        </pc:sldMkLst>
      </pc:sldChg>
      <pc:sldChg chg="addSp delSp modSp add">
        <pc:chgData name="Fabian Surya Pramudya" userId="f46cf8bb-4ec7-4653-94a9-ff26fa22481f" providerId="ADAL" clId="{63C3C037-6111-4A46-BA31-F95BF12AADC8}" dt="2022-12-06T00:52:09.755" v="86" actId="115"/>
        <pc:sldMkLst>
          <pc:docMk/>
          <pc:sldMk cId="2844515628" sldId="310"/>
        </pc:sldMkLst>
        <pc:spChg chg="add mod">
          <ac:chgData name="Fabian Surya Pramudya" userId="f46cf8bb-4ec7-4653-94a9-ff26fa22481f" providerId="ADAL" clId="{63C3C037-6111-4A46-BA31-F95BF12AADC8}" dt="2022-12-06T00:51:27.030" v="47" actId="1076"/>
          <ac:spMkLst>
            <pc:docMk/>
            <pc:sldMk cId="2844515628" sldId="310"/>
            <ac:spMk id="98" creationId="{A2C1140A-FF84-47D8-8A7D-FA6550774112}"/>
          </ac:spMkLst>
        </pc:spChg>
        <pc:spChg chg="mod">
          <ac:chgData name="Fabian Surya Pramudya" userId="f46cf8bb-4ec7-4653-94a9-ff26fa22481f" providerId="ADAL" clId="{63C3C037-6111-4A46-BA31-F95BF12AADC8}" dt="2022-12-06T00:52:09.755" v="86" actId="115"/>
          <ac:spMkLst>
            <pc:docMk/>
            <pc:sldMk cId="2844515628" sldId="310"/>
            <ac:spMk id="13315" creationId="{AB6FB2D4-1D4A-4C42-90A0-D8B162B0D594}"/>
          </ac:spMkLst>
        </pc:spChg>
        <pc:spChg chg="del">
          <ac:chgData name="Fabian Surya Pramudya" userId="f46cf8bb-4ec7-4653-94a9-ff26fa22481f" providerId="ADAL" clId="{63C3C037-6111-4A46-BA31-F95BF12AADC8}" dt="2022-12-06T00:51:24.517" v="46" actId="478"/>
          <ac:spMkLst>
            <pc:docMk/>
            <pc:sldMk cId="2844515628" sldId="310"/>
            <ac:spMk id="18434" creationId="{06A4A27F-86F2-4E03-8217-F44722A933A6}"/>
          </ac:spMkLst>
        </pc:spChg>
      </pc:sldChg>
      <pc:sldChg chg="add">
        <pc:chgData name="Fabian Surya Pramudya" userId="f46cf8bb-4ec7-4653-94a9-ff26fa22481f" providerId="ADAL" clId="{63C3C037-6111-4A46-BA31-F95BF12AADC8}" dt="2022-12-06T00:50:50.774" v="34"/>
        <pc:sldMkLst>
          <pc:docMk/>
          <pc:sldMk cId="2747432618" sldId="311"/>
        </pc:sldMkLst>
      </pc:sldChg>
    </pc:docChg>
  </pc:docChgLst>
  <pc:docChgLst>
    <pc:chgData name="Fabian Surya Pramudya" userId="S::fabian.pramudya@binus.edu::f46cf8bb-4ec7-4653-94a9-ff26fa22481f" providerId="AD" clId="Web-{B4BC5307-70C7-9E0E-D6B6-9713949393C1}"/>
    <pc:docChg chg="modSld">
      <pc:chgData name="Fabian Surya Pramudya" userId="S::fabian.pramudya@binus.edu::f46cf8bb-4ec7-4653-94a9-ff26fa22481f" providerId="AD" clId="Web-{B4BC5307-70C7-9E0E-D6B6-9713949393C1}" dt="2022-08-30T02:33:41.054" v="1" actId="20577"/>
      <pc:docMkLst>
        <pc:docMk/>
      </pc:docMkLst>
      <pc:sldChg chg="modSp">
        <pc:chgData name="Fabian Surya Pramudya" userId="S::fabian.pramudya@binus.edu::f46cf8bb-4ec7-4653-94a9-ff26fa22481f" providerId="AD" clId="Web-{B4BC5307-70C7-9E0E-D6B6-9713949393C1}" dt="2022-08-30T02:33:41.054" v="1" actId="20577"/>
        <pc:sldMkLst>
          <pc:docMk/>
          <pc:sldMk cId="4204421142" sldId="256"/>
        </pc:sldMkLst>
        <pc:spChg chg="mod">
          <ac:chgData name="Fabian Surya Pramudya" userId="S::fabian.pramudya@binus.edu::f46cf8bb-4ec7-4653-94a9-ff26fa22481f" providerId="AD" clId="Web-{B4BC5307-70C7-9E0E-D6B6-9713949393C1}" dt="2022-08-30T02:33:41.054" v="1" actId="20577"/>
          <ac:spMkLst>
            <pc:docMk/>
            <pc:sldMk cId="4204421142" sldId="256"/>
            <ac:spMk id="8"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F8A061C-5CCB-42B2-98AD-A2583F6D1D6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a:latin typeface="Arial" charset="0"/>
              </a:defRPr>
            </a:lvl1pPr>
          </a:lstStyle>
          <a:p>
            <a:pPr>
              <a:defRPr/>
            </a:pPr>
            <a:endParaRPr lang="en-US"/>
          </a:p>
        </p:txBody>
      </p:sp>
      <p:sp>
        <p:nvSpPr>
          <p:cNvPr id="5123" name="Rectangle 3">
            <a:extLst>
              <a:ext uri="{FF2B5EF4-FFF2-40B4-BE49-F238E27FC236}">
                <a16:creationId xmlns:a16="http://schemas.microsoft.com/office/drawing/2014/main" id="{B7C34EF3-2F47-472C-ACB5-98858AA54288}"/>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a:latin typeface="Arial" charset="0"/>
              </a:defRPr>
            </a:lvl1pPr>
          </a:lstStyle>
          <a:p>
            <a:pPr>
              <a:defRPr/>
            </a:pPr>
            <a:endParaRPr lang="en-US"/>
          </a:p>
        </p:txBody>
      </p:sp>
      <p:sp>
        <p:nvSpPr>
          <p:cNvPr id="5124" name="Rectangle 4">
            <a:extLst>
              <a:ext uri="{FF2B5EF4-FFF2-40B4-BE49-F238E27FC236}">
                <a16:creationId xmlns:a16="http://schemas.microsoft.com/office/drawing/2014/main" id="{96441F08-9664-4443-8D58-9899F191177B}"/>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a:latin typeface="Arial" charset="0"/>
              </a:defRPr>
            </a:lvl1pPr>
          </a:lstStyle>
          <a:p>
            <a:pPr>
              <a:defRPr/>
            </a:pPr>
            <a:endParaRPr lang="en-US"/>
          </a:p>
        </p:txBody>
      </p:sp>
      <p:sp>
        <p:nvSpPr>
          <p:cNvPr id="5125" name="Rectangle 5">
            <a:extLst>
              <a:ext uri="{FF2B5EF4-FFF2-40B4-BE49-F238E27FC236}">
                <a16:creationId xmlns:a16="http://schemas.microsoft.com/office/drawing/2014/main" id="{55719076-F579-4BD7-8887-BFE72FA436D2}"/>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a:lvl1pPr>
          </a:lstStyle>
          <a:p>
            <a:pPr>
              <a:defRPr/>
            </a:pPr>
            <a:fld id="{D5746636-198F-46DF-A934-AF77ACFAA874}" type="slidenum">
              <a:rPr lang="en-US" altLang="id-ID"/>
              <a:pPr>
                <a:defRPr/>
              </a:pPr>
              <a:t>‹#›</a:t>
            </a:fld>
            <a:endParaRPr lang="en-US" altLang="id-ID"/>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EA615BA8-8B0E-4FB1-BA91-4DC5CC840CC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a:latin typeface="Arial" charset="0"/>
              </a:defRPr>
            </a:lvl1pPr>
          </a:lstStyle>
          <a:p>
            <a:pPr>
              <a:defRPr/>
            </a:pPr>
            <a:endParaRPr lang="en-US"/>
          </a:p>
        </p:txBody>
      </p:sp>
      <p:sp>
        <p:nvSpPr>
          <p:cNvPr id="33795" name="Rectangle 3">
            <a:extLst>
              <a:ext uri="{FF2B5EF4-FFF2-40B4-BE49-F238E27FC236}">
                <a16:creationId xmlns:a16="http://schemas.microsoft.com/office/drawing/2014/main" id="{BB8C23BE-83D4-47D3-8FE1-5C1D6A71A54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a:latin typeface="Arial" charset="0"/>
              </a:defRPr>
            </a:lvl1pPr>
          </a:lstStyle>
          <a:p>
            <a:pPr>
              <a:defRPr/>
            </a:pPr>
            <a:endParaRPr lang="en-US"/>
          </a:p>
        </p:txBody>
      </p:sp>
      <p:sp>
        <p:nvSpPr>
          <p:cNvPr id="2052" name="Rectangle 4">
            <a:extLst>
              <a:ext uri="{FF2B5EF4-FFF2-40B4-BE49-F238E27FC236}">
                <a16:creationId xmlns:a16="http://schemas.microsoft.com/office/drawing/2014/main" id="{A88741AF-BB4A-4D0A-AA44-51A7A363F67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7" name="Rectangle 5">
            <a:extLst>
              <a:ext uri="{FF2B5EF4-FFF2-40B4-BE49-F238E27FC236}">
                <a16:creationId xmlns:a16="http://schemas.microsoft.com/office/drawing/2014/main" id="{42729FDF-35B6-42C0-97BC-087950B6F2CD}"/>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3798" name="Rectangle 6">
            <a:extLst>
              <a:ext uri="{FF2B5EF4-FFF2-40B4-BE49-F238E27FC236}">
                <a16:creationId xmlns:a16="http://schemas.microsoft.com/office/drawing/2014/main" id="{CCA9DE0B-74F6-45CF-8645-6D47B5F0B90B}"/>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a:latin typeface="Arial" charset="0"/>
              </a:defRPr>
            </a:lvl1pPr>
          </a:lstStyle>
          <a:p>
            <a:pPr>
              <a:defRPr/>
            </a:pPr>
            <a:endParaRPr lang="en-US"/>
          </a:p>
        </p:txBody>
      </p:sp>
      <p:sp>
        <p:nvSpPr>
          <p:cNvPr id="33799" name="Rectangle 7">
            <a:extLst>
              <a:ext uri="{FF2B5EF4-FFF2-40B4-BE49-F238E27FC236}">
                <a16:creationId xmlns:a16="http://schemas.microsoft.com/office/drawing/2014/main" id="{1F985D10-A404-4085-86A0-97CBD5511B07}"/>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a:lvl1pPr>
          </a:lstStyle>
          <a:p>
            <a:pPr>
              <a:defRPr/>
            </a:pPr>
            <a:fld id="{5F4AFAAD-64C5-410B-A17F-60CE4C189DB2}" type="slidenum">
              <a:rPr lang="en-US" altLang="id-ID"/>
              <a:pPr>
                <a:defRPr/>
              </a:pPr>
              <a:t>‹#›</a:t>
            </a:fld>
            <a:endParaRPr lang="en-US" altLang="id-ID"/>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48198C12-474E-4226-B2F3-39CF27DFE1F0}"/>
              </a:ext>
            </a:extLst>
          </p:cNvPr>
          <p:cNvSpPr>
            <a:spLocks noGrp="1" noRot="1" noChangeAspect="1" noChangeArrowheads="1" noTextEdit="1"/>
          </p:cNvSpPr>
          <p:nvPr>
            <p:ph type="sldImg"/>
          </p:nvPr>
        </p:nvSpPr>
        <p:spPr>
          <a:ln/>
        </p:spPr>
      </p:sp>
      <p:sp>
        <p:nvSpPr>
          <p:cNvPr id="11267" name="Notes Placeholder 2">
            <a:extLst>
              <a:ext uri="{FF2B5EF4-FFF2-40B4-BE49-F238E27FC236}">
                <a16:creationId xmlns:a16="http://schemas.microsoft.com/office/drawing/2014/main" id="{9D5FC082-CA9A-4143-B0EA-DCF6259C2B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d-ID" altLang="id-ID">
              <a:latin typeface="Arial" panose="020B0604020202020204" pitchFamily="34" charset="0"/>
            </a:endParaRPr>
          </a:p>
        </p:txBody>
      </p:sp>
      <p:sp>
        <p:nvSpPr>
          <p:cNvPr id="11268" name="Slide Number Placeholder 3">
            <a:extLst>
              <a:ext uri="{FF2B5EF4-FFF2-40B4-BE49-F238E27FC236}">
                <a16:creationId xmlns:a16="http://schemas.microsoft.com/office/drawing/2014/main" id="{BDA8EE17-C183-4ED2-8998-E17A4E9FCF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11FC109-0BFC-47E1-B3D2-104C023E1B2F}" type="slidenum">
              <a:rPr lang="en-US" altLang="id-ID" smtClean="0"/>
              <a:pPr>
                <a:spcBef>
                  <a:spcPct val="0"/>
                </a:spcBef>
              </a:pPr>
              <a:t>7</a:t>
            </a:fld>
            <a:endParaRPr lang="en-US" altLang="id-I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413DE594-99DA-4084-A689-75F39922BB67}"/>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C7CEBBB5-D779-4461-9BEE-ECBA04CE280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d-ID" altLang="id-ID">
              <a:latin typeface="Arial" panose="020B0604020202020204" pitchFamily="34" charset="0"/>
            </a:endParaRPr>
          </a:p>
        </p:txBody>
      </p:sp>
      <p:sp>
        <p:nvSpPr>
          <p:cNvPr id="33796" name="Slide Number Placeholder 3">
            <a:extLst>
              <a:ext uri="{FF2B5EF4-FFF2-40B4-BE49-F238E27FC236}">
                <a16:creationId xmlns:a16="http://schemas.microsoft.com/office/drawing/2014/main" id="{4B393668-9F37-4ABF-B824-0E2849D8538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A066FC2-B319-4EBB-9B84-48EF2CD499B3}" type="slidenum">
              <a:rPr lang="en-US" altLang="id-ID" smtClean="0"/>
              <a:pPr>
                <a:spcBef>
                  <a:spcPct val="0"/>
                </a:spcBef>
              </a:pPr>
              <a:t>28</a:t>
            </a:fld>
            <a:endParaRPr lang="en-US" altLang="id-I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pPr>
              <a:defRPr/>
            </a:pPr>
            <a:fld id="{5F4AFAAD-64C5-410B-A17F-60CE4C189DB2}" type="slidenum">
              <a:rPr lang="en-US" altLang="id-ID" smtClean="0"/>
              <a:pPr>
                <a:defRPr/>
              </a:pPr>
              <a:t>31</a:t>
            </a:fld>
            <a:endParaRPr lang="en-US" altLang="id-ID"/>
          </a:p>
        </p:txBody>
      </p:sp>
    </p:spTree>
    <p:extLst>
      <p:ext uri="{BB962C8B-B14F-4D97-AF65-F5344CB8AC3E}">
        <p14:creationId xmlns:p14="http://schemas.microsoft.com/office/powerpoint/2010/main" val="1402585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dirty="0">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dirty="0"/>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270598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dirty="0"/>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31/07/2024</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dirty="0"/>
          </a:p>
        </p:txBody>
      </p:sp>
    </p:spTree>
    <p:extLst>
      <p:ext uri="{BB962C8B-B14F-4D97-AF65-F5344CB8AC3E}">
        <p14:creationId xmlns:p14="http://schemas.microsoft.com/office/powerpoint/2010/main" val="795975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dirty="0"/>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376443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030598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7" name="Date Placeholder 6"/>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659082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220250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451642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698841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577821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714401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74662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DCDB711-2C49-44A0-9D25-A95FEAF85423}"/>
              </a:ext>
            </a:extLst>
          </p:cNvPr>
          <p:cNvSpPr>
            <a:spLocks noGrp="1" noChangeArrowheads="1"/>
          </p:cNvSpPr>
          <p:nvPr>
            <p:ph type="dt" sz="half" idx="10"/>
          </p:nvPr>
        </p:nvSpPr>
        <p:spPr>
          <a:ln/>
        </p:spPr>
        <p:txBody>
          <a:bodyPr/>
          <a:lstStyle>
            <a:lvl1pPr>
              <a:defRPr/>
            </a:lvl1pPr>
          </a:lstStyle>
          <a:p>
            <a:pPr>
              <a:defRPr/>
            </a:pPr>
            <a:r>
              <a:rPr lang="en-US"/>
              <a:t>Bina Nusantara University</a:t>
            </a:r>
          </a:p>
        </p:txBody>
      </p:sp>
      <p:sp>
        <p:nvSpPr>
          <p:cNvPr id="5" name="Rectangle 5">
            <a:extLst>
              <a:ext uri="{FF2B5EF4-FFF2-40B4-BE49-F238E27FC236}">
                <a16:creationId xmlns:a16="http://schemas.microsoft.com/office/drawing/2014/main" id="{8A982AB8-5CBE-4A44-B7F4-7494E7A469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AC24932-52A6-41F3-9123-D1A3E1C37798}"/>
              </a:ext>
            </a:extLst>
          </p:cNvPr>
          <p:cNvSpPr>
            <a:spLocks noGrp="1" noChangeArrowheads="1"/>
          </p:cNvSpPr>
          <p:nvPr>
            <p:ph type="sldNum" sz="quarter" idx="12"/>
          </p:nvPr>
        </p:nvSpPr>
        <p:spPr>
          <a:ln/>
        </p:spPr>
        <p:txBody>
          <a:bodyPr/>
          <a:lstStyle>
            <a:lvl1pPr>
              <a:defRPr/>
            </a:lvl1pPr>
          </a:lstStyle>
          <a:p>
            <a:pPr>
              <a:defRPr/>
            </a:pPr>
            <a:fld id="{CD27F960-0FDB-409C-86AA-66B6AD829EC2}" type="slidenum">
              <a:rPr lang="en-US" altLang="id-ID"/>
              <a:pPr>
                <a:defRPr/>
              </a:pPr>
              <a:t>‹#›</a:t>
            </a:fld>
            <a:endParaRPr lang="en-US" altLang="id-ID"/>
          </a:p>
        </p:txBody>
      </p:sp>
    </p:spTree>
    <p:extLst>
      <p:ext uri="{BB962C8B-B14F-4D97-AF65-F5344CB8AC3E}">
        <p14:creationId xmlns:p14="http://schemas.microsoft.com/office/powerpoint/2010/main" val="1928112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502AAAE-2D62-41E1-8174-52B0E4BC4EED}"/>
              </a:ext>
            </a:extLst>
          </p:cNvPr>
          <p:cNvSpPr>
            <a:spLocks noGrp="1" noChangeArrowheads="1"/>
          </p:cNvSpPr>
          <p:nvPr>
            <p:ph type="dt" sz="half" idx="10"/>
          </p:nvPr>
        </p:nvSpPr>
        <p:spPr>
          <a:ln/>
        </p:spPr>
        <p:txBody>
          <a:bodyPr/>
          <a:lstStyle>
            <a:lvl1pPr>
              <a:defRPr/>
            </a:lvl1pPr>
          </a:lstStyle>
          <a:p>
            <a:pPr>
              <a:defRPr/>
            </a:pPr>
            <a:r>
              <a:rPr lang="en-US"/>
              <a:t>Bina Nusantara University</a:t>
            </a:r>
          </a:p>
        </p:txBody>
      </p:sp>
      <p:sp>
        <p:nvSpPr>
          <p:cNvPr id="3" name="Rectangle 5">
            <a:extLst>
              <a:ext uri="{FF2B5EF4-FFF2-40B4-BE49-F238E27FC236}">
                <a16:creationId xmlns:a16="http://schemas.microsoft.com/office/drawing/2014/main" id="{9F2B2735-848B-4DF2-8875-3622B77337D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06E7EE9A-FE62-449D-B06E-F63380801183}"/>
              </a:ext>
            </a:extLst>
          </p:cNvPr>
          <p:cNvSpPr>
            <a:spLocks noGrp="1" noChangeArrowheads="1"/>
          </p:cNvSpPr>
          <p:nvPr>
            <p:ph type="sldNum" sz="quarter" idx="12"/>
          </p:nvPr>
        </p:nvSpPr>
        <p:spPr>
          <a:ln/>
        </p:spPr>
        <p:txBody>
          <a:bodyPr/>
          <a:lstStyle>
            <a:lvl1pPr>
              <a:defRPr/>
            </a:lvl1pPr>
          </a:lstStyle>
          <a:p>
            <a:pPr>
              <a:defRPr/>
            </a:pPr>
            <a:fld id="{3E53E057-D97D-443D-9DF0-BC3E888CCEB6}" type="slidenum">
              <a:rPr lang="en-US" altLang="id-ID"/>
              <a:pPr>
                <a:defRPr/>
              </a:pPr>
              <a:t>‹#›</a:t>
            </a:fld>
            <a:endParaRPr lang="en-US" altLang="id-ID"/>
          </a:p>
        </p:txBody>
      </p:sp>
    </p:spTree>
    <p:extLst>
      <p:ext uri="{BB962C8B-B14F-4D97-AF65-F5344CB8AC3E}">
        <p14:creationId xmlns:p14="http://schemas.microsoft.com/office/powerpoint/2010/main" val="2754371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32287" y="-28773"/>
            <a:ext cx="9190184" cy="6915547"/>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4381500" y="5304280"/>
            <a:ext cx="381000" cy="44450"/>
          </a:xfrm>
          <a:prstGeom prst="roundRect">
            <a:avLst>
              <a:gd name="adj" fmla="val 50000"/>
            </a:avLst>
          </a:prstGeom>
          <a:solidFill>
            <a:srgbClr val="F08700"/>
          </a:solidFill>
          <a:ln w="12700">
            <a:miter lim="400000"/>
          </a:ln>
        </p:spPr>
        <p:txBody>
          <a:bodyPr lIns="19050" tIns="19050" rIns="19050" bIns="19050" anchor="ctr"/>
          <a:lstStyle/>
          <a:p>
            <a:pPr defTabSz="309534">
              <a:defRPr sz="3200">
                <a:solidFill>
                  <a:srgbClr val="FFFFFF"/>
                </a:solidFill>
                <a:latin typeface="Helvetica Neue Medium"/>
                <a:ea typeface="Helvetica Neue Medium"/>
                <a:cs typeface="Helvetica Neue Medium"/>
                <a:sym typeface="Helvetica Neue Medium"/>
              </a:defRPr>
            </a:pPr>
            <a:endParaRPr sz="1200"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4381500" y="5304280"/>
            <a:ext cx="381000" cy="44450"/>
          </a:xfrm>
          <a:prstGeom prst="roundRect">
            <a:avLst>
              <a:gd name="adj" fmla="val 50000"/>
            </a:avLst>
          </a:prstGeom>
          <a:solidFill>
            <a:srgbClr val="F08700"/>
          </a:solidFill>
          <a:ln w="12700">
            <a:miter lim="400000"/>
          </a:ln>
        </p:spPr>
        <p:txBody>
          <a:bodyPr lIns="19050" tIns="19050" rIns="19050" bIns="19050" anchor="ctr"/>
          <a:lstStyle/>
          <a:p>
            <a:pPr defTabSz="309534">
              <a:defRPr sz="3200">
                <a:solidFill>
                  <a:srgbClr val="FFFFFF"/>
                </a:solidFill>
                <a:latin typeface="Helvetica Neue Medium"/>
                <a:ea typeface="Helvetica Neue Medium"/>
                <a:cs typeface="Helvetica Neue Medium"/>
                <a:sym typeface="Helvetica Neue Medium"/>
              </a:defRPr>
            </a:pPr>
            <a:endParaRPr sz="1200"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450504" y="3377425"/>
            <a:ext cx="8239126" cy="952500"/>
          </a:xfrm>
          <a:prstGeom prst="rect">
            <a:avLst/>
          </a:prstGeom>
        </p:spPr>
        <p:txBody>
          <a:bodyPr/>
          <a:lstStyle>
            <a:lvl1pPr marL="0" indent="0" algn="ctr" defTabSz="309534">
              <a:lnSpc>
                <a:spcPct val="100000"/>
              </a:lnSpc>
              <a:spcBef>
                <a:spcPts val="0"/>
              </a:spcBef>
              <a:buSzTx/>
              <a:buNone/>
              <a:defRPr kumimoji="0" sz="1875"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171435" defTabSz="309534">
              <a:lnSpc>
                <a:spcPct val="100000"/>
              </a:lnSpc>
              <a:spcBef>
                <a:spcPts val="0"/>
              </a:spcBef>
              <a:buSzTx/>
              <a:buNone/>
              <a:defRPr sz="2063" b="1"/>
            </a:lvl2pPr>
            <a:lvl3pPr marL="0" indent="342869" defTabSz="309534">
              <a:lnSpc>
                <a:spcPct val="100000"/>
              </a:lnSpc>
              <a:spcBef>
                <a:spcPts val="0"/>
              </a:spcBef>
              <a:buSzTx/>
              <a:buNone/>
              <a:defRPr sz="2063" b="1"/>
            </a:lvl3pPr>
            <a:lvl4pPr marL="0" indent="514303" defTabSz="309534">
              <a:lnSpc>
                <a:spcPct val="100000"/>
              </a:lnSpc>
              <a:spcBef>
                <a:spcPts val="0"/>
              </a:spcBef>
              <a:buSzTx/>
              <a:buNone/>
              <a:defRPr sz="2063" b="1"/>
            </a:lvl4pPr>
            <a:lvl5pPr marL="0" indent="685737" defTabSz="309534">
              <a:lnSpc>
                <a:spcPct val="100000"/>
              </a:lnSpc>
              <a:spcBef>
                <a:spcPts val="0"/>
              </a:spcBef>
              <a:buSzTx/>
              <a:buNone/>
              <a:defRPr sz="2063"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452436" y="1287496"/>
            <a:ext cx="8239127" cy="1958910"/>
          </a:xfrm>
          <a:prstGeom prst="rect">
            <a:avLst/>
          </a:prstGeom>
        </p:spPr>
        <p:txBody>
          <a:bodyPr anchor="b">
            <a:normAutofit/>
          </a:bodyPr>
          <a:lstStyle>
            <a:lvl1pPr algn="ctr">
              <a:defRPr kumimoji="0" sz="45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3771822" y="5769292"/>
            <a:ext cx="1579759" cy="372944"/>
          </a:xfrm>
        </p:spPr>
        <p:txBody>
          <a:bodyPr>
            <a:normAutofit/>
          </a:bodyPr>
          <a:lstStyle>
            <a:lvl1pPr marL="0" indent="0" algn="ctr">
              <a:buNone/>
              <a:defRPr kumimoji="0" lang="en-US" sz="75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3771822" y="5550412"/>
            <a:ext cx="1521250" cy="129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308046">
              <a:lnSpc>
                <a:spcPct val="80000"/>
              </a:lnSpc>
              <a:defRPr sz="3600">
                <a:solidFill>
                  <a:srgbClr val="FFFFFF"/>
                </a:solidFill>
                <a:latin typeface="Open Sans Light"/>
                <a:ea typeface="Open Sans Light"/>
                <a:cs typeface="Open Sans Light"/>
                <a:sym typeface="Open Sans"/>
              </a:defRPr>
            </a:pPr>
            <a:r>
              <a:rPr lang="en-US" sz="1050" dirty="0"/>
              <a:t>SUBJECT MATTER EXPERT</a:t>
            </a:r>
            <a:endParaRPr sz="105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14534" y="379104"/>
            <a:ext cx="1275884" cy="571501"/>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287525" y="379104"/>
            <a:ext cx="985725" cy="571500"/>
          </a:xfrm>
          <a:prstGeom prst="rect">
            <a:avLst/>
          </a:prstGeom>
          <a:ln w="12700">
            <a:miter lim="400000"/>
          </a:ln>
        </p:spPr>
      </p:pic>
    </p:spTree>
    <p:extLst>
      <p:ext uri="{BB962C8B-B14F-4D97-AF65-F5344CB8AC3E}">
        <p14:creationId xmlns:p14="http://schemas.microsoft.com/office/powerpoint/2010/main" val="1062207545"/>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dirty="0"/>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31/07/2024</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3266919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1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microsoft.com/office/2007/relationships/hdphoto" Target="../media/hdphoto1.wdp"/><Relationship Id="rId5" Type="http://schemas.openxmlformats.org/officeDocument/2006/relationships/image" Target="../media/image46.png"/><Relationship Id="rId10" Type="http://schemas.openxmlformats.org/officeDocument/2006/relationships/image" Target="../media/image49.gif"/><Relationship Id="rId4" Type="http://schemas.openxmlformats.org/officeDocument/2006/relationships/image" Target="../media/image45.png"/><Relationship Id="rId9" Type="http://schemas.openxmlformats.org/officeDocument/2006/relationships/image" Target="../media/image48.gif"/></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3.xml"/><Relationship Id="rId5" Type="http://schemas.openxmlformats.org/officeDocument/2006/relationships/image" Target="../media/image49.gif"/><Relationship Id="rId4" Type="http://schemas.openxmlformats.org/officeDocument/2006/relationships/image" Target="../media/image48.gi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altLang="en-US" sz="2738" dirty="0">
                <a:solidFill>
                  <a:schemeClr val="bg1"/>
                </a:solidFill>
                <a:latin typeface="Arial" panose="020B0604020202020204" pitchFamily="34" charset="0"/>
              </a:rPr>
              <a:t>SCIE6063</a:t>
            </a:r>
          </a:p>
          <a:p>
            <a:r>
              <a:rPr lang="en-US" altLang="en-US" sz="2738" dirty="0">
                <a:solidFill>
                  <a:schemeClr val="bg1"/>
                </a:solidFill>
                <a:latin typeface="Arial" panose="020B0604020202020204" pitchFamily="34" charset="0"/>
              </a:rPr>
              <a:t>COMPUTATIONAL PHYSICS</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rmAutofit/>
          </a:bodyPr>
          <a:lstStyle/>
          <a:p>
            <a:r>
              <a:rPr lang="en-US" altLang="id-ID" sz="3600" dirty="0">
                <a:latin typeface="Arial"/>
                <a:cs typeface="Arial"/>
              </a:rPr>
              <a:t>Circuits Design and Analysis</a:t>
            </a:r>
            <a:br>
              <a:rPr lang="en-AU" sz="3600" dirty="0">
                <a:solidFill>
                  <a:schemeClr val="bg1"/>
                </a:solidFill>
              </a:rPr>
            </a:br>
            <a:r>
              <a:rPr lang="en-US" sz="2400" dirty="0">
                <a:solidFill>
                  <a:schemeClr val="bg1"/>
                </a:solidFill>
              </a:rPr>
              <a:t>Session  </a:t>
            </a:r>
            <a:r>
              <a:rPr lang="id-ID" sz="2400" dirty="0">
                <a:solidFill>
                  <a:schemeClr val="bg1"/>
                </a:solidFill>
              </a:rPr>
              <a:t>6,7,8</a:t>
            </a:r>
            <a:endParaRPr lang="en-US" sz="2395" b="1" dirty="0">
              <a:solidFill>
                <a:schemeClr val="bg1"/>
              </a:solidFill>
            </a:endParaRP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June 2024</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a:extLst>
              <a:ext uri="{FF2B5EF4-FFF2-40B4-BE49-F238E27FC236}">
                <a16:creationId xmlns:a16="http://schemas.microsoft.com/office/drawing/2014/main" id="{F82083C4-E7D0-4AF5-8E9A-E70003EB59B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DDE835D1-08CC-4236-9123-D200F60B51D0}" type="slidenum">
              <a:rPr lang="en-US" altLang="id-ID" sz="1400" smtClean="0"/>
              <a:pPr>
                <a:spcBef>
                  <a:spcPct val="0"/>
                </a:spcBef>
                <a:buFontTx/>
                <a:buNone/>
              </a:pPr>
              <a:t>2</a:t>
            </a:fld>
            <a:endParaRPr lang="en-US" altLang="id-ID" sz="1400"/>
          </a:p>
        </p:txBody>
      </p:sp>
      <p:sp>
        <p:nvSpPr>
          <p:cNvPr id="8" name="Title 1">
            <a:extLst>
              <a:ext uri="{FF2B5EF4-FFF2-40B4-BE49-F238E27FC236}">
                <a16:creationId xmlns:a16="http://schemas.microsoft.com/office/drawing/2014/main" id="{5F01921E-1EF4-4039-A7ED-23B626331C35}"/>
              </a:ext>
            </a:extLst>
          </p:cNvPr>
          <p:cNvSpPr txBox="1">
            <a:spLocks/>
          </p:cNvSpPr>
          <p:nvPr/>
        </p:nvSpPr>
        <p:spPr>
          <a:xfrm>
            <a:off x="5076056" y="1916113"/>
            <a:ext cx="3855219" cy="3643312"/>
          </a:xfrm>
          <a:prstGeom prst="rect">
            <a:avLst/>
          </a:prstGeom>
        </p:spPr>
        <p:txBody>
          <a:bodyPr>
            <a:normAutofit fontScale="82500" lnSpcReduction="20000"/>
          </a:bodyPr>
          <a:lstStyle>
            <a:defPPr>
              <a:defRPr lang="en-US"/>
            </a:defPPr>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Arial" panose="020B0604020202020204" pitchFamily="34" charset="0"/>
                <a:ea typeface="+mn-ea"/>
                <a:cs typeface="+mn-cs"/>
              </a:defRPr>
            </a:lvl6pPr>
            <a:lvl7pPr marL="2743200" algn="l" defTabSz="914400" rtl="0" eaLnBrk="1" latinLnBrk="0" hangingPunct="1">
              <a:defRPr sz="1200" kern="1200">
                <a:solidFill>
                  <a:schemeClr val="tx1"/>
                </a:solidFill>
                <a:latin typeface="Arial" panose="020B0604020202020204" pitchFamily="34" charset="0"/>
                <a:ea typeface="+mn-ea"/>
                <a:cs typeface="+mn-cs"/>
              </a:defRPr>
            </a:lvl7pPr>
            <a:lvl8pPr marL="3200400" algn="l" defTabSz="914400" rtl="0" eaLnBrk="1" latinLnBrk="0" hangingPunct="1">
              <a:defRPr sz="1200" kern="1200">
                <a:solidFill>
                  <a:schemeClr val="tx1"/>
                </a:solidFill>
                <a:latin typeface="Arial" panose="020B0604020202020204" pitchFamily="34" charset="0"/>
                <a:ea typeface="+mn-ea"/>
                <a:cs typeface="+mn-cs"/>
              </a:defRPr>
            </a:lvl8pPr>
            <a:lvl9pPr marL="3657600" algn="l" defTabSz="914400" rtl="0" eaLnBrk="1" latinLnBrk="0" hangingPunct="1">
              <a:defRPr sz="1200" kern="1200">
                <a:solidFill>
                  <a:schemeClr val="tx1"/>
                </a:solidFill>
                <a:latin typeface="Arial" panose="020B0604020202020204" pitchFamily="34" charset="0"/>
                <a:ea typeface="+mn-ea"/>
                <a:cs typeface="+mn-cs"/>
              </a:defRPr>
            </a:lvl9pPr>
          </a:lstStyle>
          <a:p>
            <a:pPr>
              <a:defRPr/>
            </a:pPr>
            <a:br>
              <a:rPr lang="en-US" sz="2206" b="1" kern="0" dirty="0">
                <a:solidFill>
                  <a:schemeClr val="accent1"/>
                </a:solidFill>
              </a:rPr>
            </a:br>
            <a:r>
              <a:rPr lang="en-US" sz="2206" b="1" kern="0" dirty="0"/>
              <a:t>These slides have been adapted from </a:t>
            </a:r>
            <a:br>
              <a:rPr lang="en-US" sz="2206" b="1" kern="0" dirty="0">
                <a:solidFill>
                  <a:schemeClr val="accent1"/>
                </a:solidFill>
              </a:rPr>
            </a:br>
            <a:br>
              <a:rPr lang="en-US" sz="2206" b="1" kern="0" dirty="0">
                <a:solidFill>
                  <a:schemeClr val="accent1"/>
                </a:solidFill>
              </a:rPr>
            </a:br>
            <a:r>
              <a:rPr lang="en-AU" sz="2400" b="1" dirty="0"/>
              <a:t>Halliday D.; Resnick R. and Walker J. (201</a:t>
            </a:r>
            <a:r>
              <a:rPr lang="id-ID" sz="2400" b="1" dirty="0"/>
              <a:t>8</a:t>
            </a:r>
            <a:r>
              <a:rPr lang="en-AU" sz="2400" b="1" dirty="0"/>
              <a:t>). </a:t>
            </a:r>
            <a:r>
              <a:rPr lang="en-AU" sz="2400" b="1" i="1" dirty="0"/>
              <a:t>Fundamentals Of Physics ,Extended, </a:t>
            </a:r>
          </a:p>
          <a:p>
            <a:pPr>
              <a:defRPr/>
            </a:pPr>
            <a:r>
              <a:rPr lang="en-AU" sz="2400" b="1" i="1" dirty="0"/>
              <a:t> </a:t>
            </a:r>
            <a:r>
              <a:rPr lang="id-ID" sz="2400" b="1" i="1" dirty="0"/>
              <a:t>11th</a:t>
            </a:r>
            <a:r>
              <a:rPr lang="en-AU" sz="2400" b="1" dirty="0"/>
              <a:t> , John Wiley &amp; SONS Inc, New York,  ISBN: 978</a:t>
            </a:r>
            <a:r>
              <a:rPr lang="id-ID" sz="2400" b="1" dirty="0"/>
              <a:t>1119306856</a:t>
            </a:r>
            <a:endParaRPr lang="en-US" sz="2400" b="1" dirty="0"/>
          </a:p>
          <a:p>
            <a:pPr>
              <a:defRPr/>
            </a:pPr>
            <a:br>
              <a:rPr lang="en-US" sz="2206" b="1" kern="0" dirty="0"/>
            </a:br>
            <a:br>
              <a:rPr lang="en-US" sz="2206" b="1" kern="0" dirty="0"/>
            </a:br>
            <a:r>
              <a:rPr lang="en-US" sz="2206" b="1" kern="0" dirty="0"/>
              <a:t>Chapter  </a:t>
            </a:r>
            <a:r>
              <a:rPr lang="id-ID" sz="2206" b="1" kern="0" dirty="0"/>
              <a:t>27</a:t>
            </a:r>
            <a:br>
              <a:rPr lang="en-US" sz="2206" b="1" kern="0" dirty="0"/>
            </a:br>
            <a:endParaRPr lang="id-ID" sz="2206" b="1" kern="0" dirty="0"/>
          </a:p>
        </p:txBody>
      </p:sp>
      <p:pic>
        <p:nvPicPr>
          <p:cNvPr id="5124" name="Picture 6">
            <a:extLst>
              <a:ext uri="{FF2B5EF4-FFF2-40B4-BE49-F238E27FC236}">
                <a16:creationId xmlns:a16="http://schemas.microsoft.com/office/drawing/2014/main" id="{BE671D87-A091-4B18-A952-61707A891B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582737"/>
            <a:ext cx="3673475" cy="3976688"/>
          </a:xfrm>
          <a:prstGeom prst="rect">
            <a:avLst/>
          </a:prstGeom>
          <a:noFill/>
          <a:ln>
            <a:noFill/>
          </a:ln>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1">
            <a:extLst>
              <a:ext uri="{FF2B5EF4-FFF2-40B4-BE49-F238E27FC236}">
                <a16:creationId xmlns:a16="http://schemas.microsoft.com/office/drawing/2014/main" id="{FC3E7BF0-8469-4EA9-855B-4D1CBE7B3BC4}"/>
              </a:ext>
            </a:extLst>
          </p:cNvPr>
          <p:cNvSpPr txBox="1">
            <a:spLocks noChangeArrowheads="1"/>
          </p:cNvSpPr>
          <p:nvPr/>
        </p:nvSpPr>
        <p:spPr bwMode="auto">
          <a:xfrm>
            <a:off x="3275856" y="1052736"/>
            <a:ext cx="31575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1. Pumping Charges</a:t>
            </a:r>
          </a:p>
        </p:txBody>
      </p:sp>
      <p:sp>
        <p:nvSpPr>
          <p:cNvPr id="6147" name="TextBox 4">
            <a:extLst>
              <a:ext uri="{FF2B5EF4-FFF2-40B4-BE49-F238E27FC236}">
                <a16:creationId xmlns:a16="http://schemas.microsoft.com/office/drawing/2014/main" id="{6391030C-CE72-4524-AAB8-E17A559A4E3E}"/>
              </a:ext>
            </a:extLst>
          </p:cNvPr>
          <p:cNvSpPr txBox="1">
            <a:spLocks noChangeArrowheads="1"/>
          </p:cNvSpPr>
          <p:nvPr/>
        </p:nvSpPr>
        <p:spPr bwMode="auto">
          <a:xfrm>
            <a:off x="1115616" y="1772816"/>
            <a:ext cx="7704856"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sz="2000" b="1" dirty="0">
                <a:latin typeface="Arial" panose="020B0604020202020204" pitchFamily="34" charset="0"/>
              </a:rPr>
              <a:t>In order to produce a steady flow of charge through a resistor, one needs a “charge pump,” a device that by doing work on the charge carriers maintains a potential difference between a pair of terminals. </a:t>
            </a:r>
          </a:p>
          <a:p>
            <a:pPr algn="just" eaLnBrk="1" hangingPunct="1">
              <a:spcBef>
                <a:spcPct val="0"/>
              </a:spcBef>
              <a:buFontTx/>
              <a:buNone/>
            </a:pPr>
            <a:endParaRPr lang="en-US" altLang="id-ID" sz="2000" b="1" dirty="0">
              <a:latin typeface="Arial" panose="020B0604020202020204" pitchFamily="34" charset="0"/>
            </a:endParaRPr>
          </a:p>
          <a:p>
            <a:pPr algn="just" eaLnBrk="1" hangingPunct="1">
              <a:spcBef>
                <a:spcPct val="0"/>
              </a:spcBef>
              <a:buFontTx/>
              <a:buNone/>
            </a:pPr>
            <a:r>
              <a:rPr lang="en-US" altLang="id-ID" sz="2000" b="1" dirty="0">
                <a:latin typeface="Arial" panose="020B0604020202020204" pitchFamily="34" charset="0"/>
              </a:rPr>
              <a:t>Such a device is called an </a:t>
            </a:r>
            <a:r>
              <a:rPr lang="en-US" altLang="id-ID" sz="2000" b="1" dirty="0">
                <a:solidFill>
                  <a:srgbClr val="002060"/>
                </a:solidFill>
                <a:latin typeface="Arial" panose="020B0604020202020204" pitchFamily="34" charset="0"/>
              </a:rPr>
              <a:t>emf , or </a:t>
            </a:r>
            <a:r>
              <a:rPr lang="en-US" altLang="id-ID" sz="2000" b="1" i="1" dirty="0">
                <a:solidFill>
                  <a:srgbClr val="002060"/>
                </a:solidFill>
                <a:latin typeface="Arial" panose="020B0604020202020204" pitchFamily="34" charset="0"/>
              </a:rPr>
              <a:t>electromotive force</a:t>
            </a:r>
            <a:r>
              <a:rPr lang="en-US" altLang="id-ID" sz="2000" b="1" dirty="0">
                <a:latin typeface="Arial" panose="020B0604020202020204" pitchFamily="34" charset="0"/>
              </a:rPr>
              <a:t>.</a:t>
            </a:r>
          </a:p>
          <a:p>
            <a:pPr algn="just" eaLnBrk="1" hangingPunct="1">
              <a:spcBef>
                <a:spcPct val="0"/>
              </a:spcBef>
              <a:buFontTx/>
              <a:buNone/>
            </a:pPr>
            <a:r>
              <a:rPr lang="en-US" altLang="id-ID" sz="2000" b="1" dirty="0">
                <a:latin typeface="Arial" panose="020B0604020202020204" pitchFamily="34" charset="0"/>
              </a:rPr>
              <a:t>A common emf device is the </a:t>
            </a:r>
            <a:r>
              <a:rPr lang="en-US" altLang="id-ID" sz="2000" b="1" i="1" dirty="0">
                <a:latin typeface="Arial" panose="020B0604020202020204" pitchFamily="34" charset="0"/>
              </a:rPr>
              <a:t>battery, </a:t>
            </a:r>
            <a:r>
              <a:rPr lang="en-US" altLang="id-ID" sz="2000" b="1" dirty="0">
                <a:latin typeface="Arial" panose="020B0604020202020204" pitchFamily="34" charset="0"/>
              </a:rPr>
              <a:t>used to power a wide variety of machines from wristwatches to submarines. The emf device that most influences our daily lives is the </a:t>
            </a:r>
            <a:r>
              <a:rPr lang="en-US" altLang="id-ID" sz="2000" b="1" i="1" dirty="0">
                <a:latin typeface="Arial" panose="020B0604020202020204" pitchFamily="34" charset="0"/>
              </a:rPr>
              <a:t>electric generator, </a:t>
            </a:r>
            <a:r>
              <a:rPr lang="en-US" altLang="id-ID" sz="2000" b="1" dirty="0">
                <a:latin typeface="Arial" panose="020B0604020202020204" pitchFamily="34" charset="0"/>
              </a:rPr>
              <a:t>which, by means of electrical connections (wires) from a generating plant, creates a potential difference in our homes and workplaces. </a:t>
            </a:r>
          </a:p>
          <a:p>
            <a:pPr algn="just" eaLnBrk="1" hangingPunct="1">
              <a:spcBef>
                <a:spcPct val="0"/>
              </a:spcBef>
              <a:buFontTx/>
              <a:buNone/>
            </a:pPr>
            <a:endParaRPr lang="en-US" altLang="id-ID" sz="2000" b="1" dirty="0">
              <a:latin typeface="Arial" panose="020B0604020202020204" pitchFamily="34" charset="0"/>
            </a:endParaRPr>
          </a:p>
          <a:p>
            <a:pPr algn="just" eaLnBrk="1" hangingPunct="1">
              <a:spcBef>
                <a:spcPct val="0"/>
              </a:spcBef>
              <a:buFontTx/>
              <a:buNone/>
            </a:pPr>
            <a:r>
              <a:rPr lang="en-US" altLang="id-ID" sz="2000" b="1" dirty="0">
                <a:latin typeface="Arial" panose="020B0604020202020204" pitchFamily="34" charset="0"/>
              </a:rPr>
              <a:t>Some other emf devices known are </a:t>
            </a:r>
            <a:r>
              <a:rPr lang="en-US" altLang="id-ID" sz="2000" b="1" i="1" dirty="0">
                <a:latin typeface="Arial" panose="020B0604020202020204" pitchFamily="34" charset="0"/>
              </a:rPr>
              <a:t>solar cells, fuel cells. </a:t>
            </a:r>
            <a:endParaRPr lang="en-US" altLang="id-ID" sz="2000" b="1" dirty="0">
              <a:latin typeface="Arial" panose="020B0604020202020204" pitchFamily="34" charset="0"/>
            </a:endParaRPr>
          </a:p>
        </p:txBody>
      </p:sp>
      <p:sp>
        <p:nvSpPr>
          <p:cNvPr id="6148" name="Slide Number Placeholder 3">
            <a:extLst>
              <a:ext uri="{FF2B5EF4-FFF2-40B4-BE49-F238E27FC236}">
                <a16:creationId xmlns:a16="http://schemas.microsoft.com/office/drawing/2014/main" id="{A9E04617-0660-4777-8113-DB8F70A414A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AA7EE73-13B5-44E1-B6CF-079350E24F9E}" type="slidenum">
              <a:rPr lang="en-US" altLang="id-ID" sz="1400" smtClean="0"/>
              <a:pPr>
                <a:spcBef>
                  <a:spcPct val="0"/>
                </a:spcBef>
                <a:buFontTx/>
                <a:buNone/>
              </a:pPr>
              <a:t>3</a:t>
            </a:fld>
            <a:endParaRPr lang="en-US" altLang="id-ID"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1">
            <a:extLst>
              <a:ext uri="{FF2B5EF4-FFF2-40B4-BE49-F238E27FC236}">
                <a16:creationId xmlns:a16="http://schemas.microsoft.com/office/drawing/2014/main" id="{FC3E7BF0-8469-4EA9-855B-4D1CBE7B3BC4}"/>
              </a:ext>
            </a:extLst>
          </p:cNvPr>
          <p:cNvSpPr txBox="1">
            <a:spLocks noChangeArrowheads="1"/>
          </p:cNvSpPr>
          <p:nvPr/>
        </p:nvSpPr>
        <p:spPr bwMode="auto">
          <a:xfrm>
            <a:off x="3275856" y="1052736"/>
            <a:ext cx="28167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Pumping Charges</a:t>
            </a:r>
          </a:p>
        </p:txBody>
      </p:sp>
      <p:sp>
        <p:nvSpPr>
          <p:cNvPr id="6147" name="TextBox 4">
            <a:extLst>
              <a:ext uri="{FF2B5EF4-FFF2-40B4-BE49-F238E27FC236}">
                <a16:creationId xmlns:a16="http://schemas.microsoft.com/office/drawing/2014/main" id="{6391030C-CE72-4524-AAB8-E17A559A4E3E}"/>
              </a:ext>
            </a:extLst>
          </p:cNvPr>
          <p:cNvSpPr txBox="1">
            <a:spLocks noChangeArrowheads="1"/>
          </p:cNvSpPr>
          <p:nvPr/>
        </p:nvSpPr>
        <p:spPr bwMode="auto">
          <a:xfrm>
            <a:off x="1115616" y="1735405"/>
            <a:ext cx="3819238"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sz="1800" b="1" dirty="0">
                <a:latin typeface="Arial" panose="020B0604020202020204" pitchFamily="34" charset="0"/>
              </a:rPr>
              <a:t>Crimson Storage, the world’s largest single-phase battery, which is now live in the California desert, USA. Crimson Storage is also the second-largest energy storage project currently in operation of any configuration.</a:t>
            </a:r>
          </a:p>
          <a:p>
            <a:pPr algn="just" eaLnBrk="1" hangingPunct="1">
              <a:spcBef>
                <a:spcPct val="0"/>
              </a:spcBef>
              <a:buFontTx/>
              <a:buNone/>
            </a:pPr>
            <a:endParaRPr lang="en-US" altLang="id-ID" sz="1800" b="1" dirty="0">
              <a:latin typeface="Arial" panose="020B0604020202020204" pitchFamily="34" charset="0"/>
            </a:endParaRPr>
          </a:p>
          <a:p>
            <a:pPr algn="just" eaLnBrk="1" hangingPunct="1">
              <a:spcBef>
                <a:spcPct val="0"/>
              </a:spcBef>
              <a:buFontTx/>
              <a:buNone/>
            </a:pPr>
            <a:r>
              <a:rPr lang="en-US" altLang="id-ID" sz="1800" b="1" dirty="0">
                <a:latin typeface="Arial" panose="020B0604020202020204" pitchFamily="34" charset="0"/>
              </a:rPr>
              <a:t> </a:t>
            </a:r>
          </a:p>
        </p:txBody>
      </p:sp>
      <p:sp>
        <p:nvSpPr>
          <p:cNvPr id="6148" name="Slide Number Placeholder 3">
            <a:extLst>
              <a:ext uri="{FF2B5EF4-FFF2-40B4-BE49-F238E27FC236}">
                <a16:creationId xmlns:a16="http://schemas.microsoft.com/office/drawing/2014/main" id="{A9E04617-0660-4777-8113-DB8F70A414A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AA7EE73-13B5-44E1-B6CF-079350E24F9E}" type="slidenum">
              <a:rPr lang="en-US" altLang="id-ID" sz="1400" smtClean="0"/>
              <a:pPr>
                <a:spcBef>
                  <a:spcPct val="0"/>
                </a:spcBef>
                <a:buFontTx/>
                <a:buNone/>
              </a:pPr>
              <a:t>4</a:t>
            </a:fld>
            <a:endParaRPr lang="en-US" altLang="id-ID" sz="1400"/>
          </a:p>
        </p:txBody>
      </p:sp>
      <p:pic>
        <p:nvPicPr>
          <p:cNvPr id="1026" name="Picture 2" descr="world's largest single-phase battery">
            <a:extLst>
              <a:ext uri="{FF2B5EF4-FFF2-40B4-BE49-F238E27FC236}">
                <a16:creationId xmlns:a16="http://schemas.microsoft.com/office/drawing/2014/main" id="{6D5409FA-01D2-4806-8748-0875BF6511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2666" y="1809893"/>
            <a:ext cx="3819238" cy="190961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D979FF3-9F1C-46E1-80A6-F8896C054AB9}"/>
              </a:ext>
            </a:extLst>
          </p:cNvPr>
          <p:cNvSpPr/>
          <p:nvPr/>
        </p:nvSpPr>
        <p:spPr>
          <a:xfrm>
            <a:off x="791580" y="6174233"/>
            <a:ext cx="7560840" cy="461665"/>
          </a:xfrm>
          <a:prstGeom prst="rect">
            <a:avLst/>
          </a:prstGeom>
        </p:spPr>
        <p:txBody>
          <a:bodyPr wrap="square">
            <a:spAutoFit/>
          </a:bodyPr>
          <a:lstStyle/>
          <a:p>
            <a:r>
              <a:rPr lang="en-HK" dirty="0"/>
              <a:t>https://electrek.co/2022/10/19/the-worlds-largest-single-phase-battery-is-now-up-and-running/#:~:text=The%20350%20megawatt%20(MW)%2F,County%2C%20broke%20ground%20in%202021.</a:t>
            </a:r>
          </a:p>
        </p:txBody>
      </p:sp>
      <p:sp>
        <p:nvSpPr>
          <p:cNvPr id="4" name="Rectangle 3">
            <a:extLst>
              <a:ext uri="{FF2B5EF4-FFF2-40B4-BE49-F238E27FC236}">
                <a16:creationId xmlns:a16="http://schemas.microsoft.com/office/drawing/2014/main" id="{75EA36A1-C221-4C16-B5F1-A06CD4E6D540}"/>
              </a:ext>
            </a:extLst>
          </p:cNvPr>
          <p:cNvSpPr/>
          <p:nvPr/>
        </p:nvSpPr>
        <p:spPr>
          <a:xfrm>
            <a:off x="1111796" y="4155166"/>
            <a:ext cx="7830108" cy="1754326"/>
          </a:xfrm>
          <a:prstGeom prst="rect">
            <a:avLst/>
          </a:prstGeom>
        </p:spPr>
        <p:txBody>
          <a:bodyPr wrap="square">
            <a:spAutoFit/>
          </a:bodyPr>
          <a:lstStyle/>
          <a:p>
            <a:pPr algn="just" eaLnBrk="1" hangingPunct="1"/>
            <a:r>
              <a:rPr lang="en-US" altLang="id-ID" sz="1800" b="1" dirty="0"/>
              <a:t>The 350 megawatt (MW)/ 1400 megawatt-hour (MWh) battery storage project, which sits on </a:t>
            </a:r>
            <a:r>
              <a:rPr lang="en-US" altLang="id-ID" sz="1800" b="1" dirty="0" err="1"/>
              <a:t>on</a:t>
            </a:r>
            <a:r>
              <a:rPr lang="en-US" altLang="id-ID" sz="1800" b="1" dirty="0"/>
              <a:t> 2,000 acres west of Blythe in Riverside County, broke ground in 2021. Residential homes are usually served by a single-phase power supply, and this project, on average, is expected to store and dispatch enough electricity to power more than 47,000 homes each year. </a:t>
            </a:r>
          </a:p>
        </p:txBody>
      </p:sp>
    </p:spTree>
    <p:extLst>
      <p:ext uri="{BB962C8B-B14F-4D97-AF65-F5344CB8AC3E}">
        <p14:creationId xmlns:p14="http://schemas.microsoft.com/office/powerpoint/2010/main" val="4031639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1">
            <a:extLst>
              <a:ext uri="{FF2B5EF4-FFF2-40B4-BE49-F238E27FC236}">
                <a16:creationId xmlns:a16="http://schemas.microsoft.com/office/drawing/2014/main" id="{1E9AD020-E605-4330-B465-6B07AC62B4F8}"/>
              </a:ext>
            </a:extLst>
          </p:cNvPr>
          <p:cNvSpPr txBox="1">
            <a:spLocks noChangeArrowheads="1"/>
          </p:cNvSpPr>
          <p:nvPr/>
        </p:nvSpPr>
        <p:spPr bwMode="auto">
          <a:xfrm>
            <a:off x="975441" y="1484784"/>
            <a:ext cx="38750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2. Work, Energy, and Emf</a:t>
            </a:r>
          </a:p>
        </p:txBody>
      </p:sp>
      <p:sp>
        <p:nvSpPr>
          <p:cNvPr id="8195" name="TextBox 3">
            <a:extLst>
              <a:ext uri="{FF2B5EF4-FFF2-40B4-BE49-F238E27FC236}">
                <a16:creationId xmlns:a16="http://schemas.microsoft.com/office/drawing/2014/main" id="{6166F9D6-4B69-42EB-AB91-1DF524C77D80}"/>
              </a:ext>
            </a:extLst>
          </p:cNvPr>
          <p:cNvSpPr txBox="1">
            <a:spLocks noChangeArrowheads="1"/>
          </p:cNvSpPr>
          <p:nvPr/>
        </p:nvSpPr>
        <p:spPr bwMode="auto">
          <a:xfrm>
            <a:off x="5073497" y="1081460"/>
            <a:ext cx="4109617" cy="4616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In any time interval </a:t>
            </a:r>
            <a:r>
              <a:rPr lang="en-US" altLang="id-ID" sz="2000" b="1" i="1" dirty="0">
                <a:latin typeface="Arial" panose="020B0604020202020204" pitchFamily="34" charset="0"/>
              </a:rPr>
              <a:t>dt, </a:t>
            </a:r>
            <a:r>
              <a:rPr lang="en-US" altLang="id-ID" sz="2000" b="1" dirty="0">
                <a:latin typeface="Arial" panose="020B0604020202020204" pitchFamily="34" charset="0"/>
              </a:rPr>
              <a:t>a charge </a:t>
            </a:r>
            <a:r>
              <a:rPr lang="en-US" altLang="id-ID" sz="2000" b="1" i="1" dirty="0" err="1">
                <a:latin typeface="Arial" panose="020B0604020202020204" pitchFamily="34" charset="0"/>
              </a:rPr>
              <a:t>dq</a:t>
            </a:r>
            <a:r>
              <a:rPr lang="en-US" altLang="id-ID" sz="2000" b="1" i="1" dirty="0">
                <a:latin typeface="Arial" panose="020B0604020202020204" pitchFamily="34" charset="0"/>
              </a:rPr>
              <a:t> </a:t>
            </a:r>
            <a:r>
              <a:rPr lang="en-US" altLang="id-ID" sz="2000" b="1" dirty="0">
                <a:latin typeface="Arial" panose="020B0604020202020204" pitchFamily="34" charset="0"/>
              </a:rPr>
              <a:t>passes through any cross section of the circuit shown, such as </a:t>
            </a:r>
            <a:r>
              <a:rPr lang="en-US" altLang="id-ID" sz="2000" b="1" i="1" dirty="0">
                <a:latin typeface="Arial" panose="020B0604020202020204" pitchFamily="34" charset="0"/>
              </a:rPr>
              <a:t>aa’. </a:t>
            </a:r>
            <a:r>
              <a:rPr lang="en-US" altLang="id-ID" sz="2000" b="1" dirty="0">
                <a:latin typeface="Arial" panose="020B0604020202020204" pitchFamily="34" charset="0"/>
              </a:rPr>
              <a:t>This same amount of charge must enter the emf device at its low-potential end and leave at its high-potential end. </a:t>
            </a:r>
          </a:p>
          <a:p>
            <a:pPr eaLnBrk="1" hangingPunct="1">
              <a:spcBef>
                <a:spcPct val="0"/>
              </a:spcBef>
              <a:buFontTx/>
              <a:buNone/>
            </a:pPr>
            <a:endParaRPr lang="en-US" altLang="id-ID" sz="7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The emf device must do an amount of work </a:t>
            </a:r>
            <a:r>
              <a:rPr lang="en-US" altLang="id-ID" sz="2000" b="1" i="1" dirty="0" err="1">
                <a:latin typeface="Arial" panose="020B0604020202020204" pitchFamily="34" charset="0"/>
              </a:rPr>
              <a:t>dW</a:t>
            </a:r>
            <a:r>
              <a:rPr lang="en-US" altLang="id-ID" sz="2000" b="1" i="1" dirty="0">
                <a:latin typeface="Arial" panose="020B0604020202020204" pitchFamily="34" charset="0"/>
              </a:rPr>
              <a:t> </a:t>
            </a:r>
            <a:r>
              <a:rPr lang="en-US" altLang="id-ID" sz="2000" b="1" dirty="0">
                <a:latin typeface="Arial" panose="020B0604020202020204" pitchFamily="34" charset="0"/>
              </a:rPr>
              <a:t>on the charge </a:t>
            </a:r>
            <a:r>
              <a:rPr lang="en-US" altLang="id-ID" sz="2000" b="1" i="1" dirty="0" err="1">
                <a:latin typeface="Arial" panose="020B0604020202020204" pitchFamily="34" charset="0"/>
              </a:rPr>
              <a:t>dq</a:t>
            </a:r>
            <a:r>
              <a:rPr lang="en-US" altLang="id-ID" sz="2000" b="1" i="1" dirty="0">
                <a:latin typeface="Arial" panose="020B0604020202020204" pitchFamily="34" charset="0"/>
              </a:rPr>
              <a:t> </a:t>
            </a:r>
            <a:r>
              <a:rPr lang="en-US" altLang="id-ID" sz="2000" b="1" dirty="0">
                <a:latin typeface="Arial" panose="020B0604020202020204" pitchFamily="34" charset="0"/>
              </a:rPr>
              <a:t>to force it to move in this way.</a:t>
            </a:r>
          </a:p>
          <a:p>
            <a:pPr eaLnBrk="1" hangingPunct="1">
              <a:spcBef>
                <a:spcPct val="0"/>
              </a:spcBef>
              <a:buFontTx/>
              <a:buNone/>
            </a:pPr>
            <a:endParaRPr lang="en-US" altLang="id-ID" sz="7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We define the emf of the emf device in terms of this work:</a:t>
            </a:r>
          </a:p>
        </p:txBody>
      </p:sp>
      <p:grpSp>
        <p:nvGrpSpPr>
          <p:cNvPr id="8196" name="Group 56">
            <a:extLst>
              <a:ext uri="{FF2B5EF4-FFF2-40B4-BE49-F238E27FC236}">
                <a16:creationId xmlns:a16="http://schemas.microsoft.com/office/drawing/2014/main" id="{26100BA7-0DBB-4D19-9B24-36D498294E63}"/>
              </a:ext>
            </a:extLst>
          </p:cNvPr>
          <p:cNvGrpSpPr>
            <a:grpSpLocks/>
          </p:cNvGrpSpPr>
          <p:nvPr/>
        </p:nvGrpSpPr>
        <p:grpSpPr bwMode="auto">
          <a:xfrm>
            <a:off x="1261191" y="2342034"/>
            <a:ext cx="2857500" cy="2071688"/>
            <a:chOff x="2340" y="9901"/>
            <a:chExt cx="2715" cy="2523"/>
          </a:xfrm>
        </p:grpSpPr>
        <p:sp>
          <p:nvSpPr>
            <p:cNvPr id="8208" name="Rectangle 57">
              <a:extLst>
                <a:ext uri="{FF2B5EF4-FFF2-40B4-BE49-F238E27FC236}">
                  <a16:creationId xmlns:a16="http://schemas.microsoft.com/office/drawing/2014/main" id="{14719126-A53D-4E33-98A8-388C4B98B903}"/>
                </a:ext>
              </a:extLst>
            </p:cNvPr>
            <p:cNvSpPr>
              <a:spLocks noChangeArrowheads="1"/>
            </p:cNvSpPr>
            <p:nvPr/>
          </p:nvSpPr>
          <p:spPr bwMode="auto">
            <a:xfrm>
              <a:off x="2610" y="10652"/>
              <a:ext cx="345" cy="1050"/>
            </a:xfrm>
            <a:prstGeom prst="rect">
              <a:avLst/>
            </a:prstGeom>
            <a:solidFill>
              <a:srgbClr val="95B3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8209" name="AutoShape 58">
              <a:extLst>
                <a:ext uri="{FF2B5EF4-FFF2-40B4-BE49-F238E27FC236}">
                  <a16:creationId xmlns:a16="http://schemas.microsoft.com/office/drawing/2014/main" id="{16B07349-DCF0-413E-886E-F212A7DA4448}"/>
                </a:ext>
              </a:extLst>
            </p:cNvPr>
            <p:cNvCxnSpPr>
              <a:cxnSpLocks noChangeShapeType="1"/>
            </p:cNvCxnSpPr>
            <p:nvPr/>
          </p:nvCxnSpPr>
          <p:spPr bwMode="auto">
            <a:xfrm>
              <a:off x="2775" y="10157"/>
              <a:ext cx="2" cy="675"/>
            </a:xfrm>
            <a:prstGeom prst="straightConnector1">
              <a:avLst/>
            </a:prstGeom>
            <a:noFill/>
            <a:ln w="6350">
              <a:solidFill>
                <a:srgbClr val="000000"/>
              </a:solidFill>
              <a:round/>
              <a:headEnd type="oval" w="med" len="med"/>
              <a:tailEnd type="oval" w="med" len="med"/>
            </a:ln>
            <a:extLst>
              <a:ext uri="{909E8E84-426E-40DD-AFC4-6F175D3DCCD1}">
                <a14:hiddenFill xmlns:a14="http://schemas.microsoft.com/office/drawing/2010/main">
                  <a:noFill/>
                </a14:hiddenFill>
              </a:ext>
            </a:extLst>
          </p:spPr>
        </p:cxnSp>
        <p:cxnSp>
          <p:nvCxnSpPr>
            <p:cNvPr id="8210" name="AutoShape 59">
              <a:extLst>
                <a:ext uri="{FF2B5EF4-FFF2-40B4-BE49-F238E27FC236}">
                  <a16:creationId xmlns:a16="http://schemas.microsoft.com/office/drawing/2014/main" id="{14D8FCFD-6BF4-4467-A5DE-4EF8723FE49C}"/>
                </a:ext>
              </a:extLst>
            </p:cNvPr>
            <p:cNvCxnSpPr>
              <a:cxnSpLocks noChangeShapeType="1"/>
            </p:cNvCxnSpPr>
            <p:nvPr/>
          </p:nvCxnSpPr>
          <p:spPr bwMode="auto">
            <a:xfrm flipH="1">
              <a:off x="2779" y="11554"/>
              <a:ext cx="1" cy="675"/>
            </a:xfrm>
            <a:prstGeom prst="straightConnector1">
              <a:avLst/>
            </a:prstGeom>
            <a:noFill/>
            <a:ln w="28575">
              <a:solidFill>
                <a:srgbClr val="000000"/>
              </a:solidFill>
              <a:round/>
              <a:headEnd type="oval" w="med" len="med"/>
              <a:tailEnd type="oval" w="med" len="med"/>
            </a:ln>
            <a:extLst>
              <a:ext uri="{909E8E84-426E-40DD-AFC4-6F175D3DCCD1}">
                <a14:hiddenFill xmlns:a14="http://schemas.microsoft.com/office/drawing/2010/main">
                  <a:noFill/>
                </a14:hiddenFill>
              </a:ext>
            </a:extLst>
          </p:spPr>
        </p:cxnSp>
        <p:cxnSp>
          <p:nvCxnSpPr>
            <p:cNvPr id="8211" name="AutoShape 60">
              <a:extLst>
                <a:ext uri="{FF2B5EF4-FFF2-40B4-BE49-F238E27FC236}">
                  <a16:creationId xmlns:a16="http://schemas.microsoft.com/office/drawing/2014/main" id="{AC35B5CC-1A52-42A3-9B7B-387FA7501186}"/>
                </a:ext>
              </a:extLst>
            </p:cNvPr>
            <p:cNvCxnSpPr>
              <a:cxnSpLocks noChangeShapeType="1"/>
            </p:cNvCxnSpPr>
            <p:nvPr/>
          </p:nvCxnSpPr>
          <p:spPr bwMode="auto">
            <a:xfrm>
              <a:off x="2777" y="12228"/>
              <a:ext cx="2099"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8212" name="AutoShape 61">
              <a:extLst>
                <a:ext uri="{FF2B5EF4-FFF2-40B4-BE49-F238E27FC236}">
                  <a16:creationId xmlns:a16="http://schemas.microsoft.com/office/drawing/2014/main" id="{9386C7F9-ECAB-4FBA-9CFE-A2FD5C908343}"/>
                </a:ext>
              </a:extLst>
            </p:cNvPr>
            <p:cNvCxnSpPr>
              <a:cxnSpLocks noChangeShapeType="1"/>
            </p:cNvCxnSpPr>
            <p:nvPr/>
          </p:nvCxnSpPr>
          <p:spPr bwMode="auto">
            <a:xfrm>
              <a:off x="4875" y="10157"/>
              <a:ext cx="0" cy="6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8213" name="AutoShape 62">
              <a:extLst>
                <a:ext uri="{FF2B5EF4-FFF2-40B4-BE49-F238E27FC236}">
                  <a16:creationId xmlns:a16="http://schemas.microsoft.com/office/drawing/2014/main" id="{5801E735-BEBD-48C6-BA8C-89E9441195A4}"/>
                </a:ext>
              </a:extLst>
            </p:cNvPr>
            <p:cNvCxnSpPr>
              <a:cxnSpLocks noChangeShapeType="1"/>
            </p:cNvCxnSpPr>
            <p:nvPr/>
          </p:nvCxnSpPr>
          <p:spPr bwMode="auto">
            <a:xfrm flipV="1">
              <a:off x="4876" y="11463"/>
              <a:ext cx="0" cy="76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8214" name="Group 63">
              <a:extLst>
                <a:ext uri="{FF2B5EF4-FFF2-40B4-BE49-F238E27FC236}">
                  <a16:creationId xmlns:a16="http://schemas.microsoft.com/office/drawing/2014/main" id="{C5223902-8E7F-4888-A73A-88FDD2ED272E}"/>
                </a:ext>
              </a:extLst>
            </p:cNvPr>
            <p:cNvGrpSpPr>
              <a:grpSpLocks/>
            </p:cNvGrpSpPr>
            <p:nvPr/>
          </p:nvGrpSpPr>
          <p:grpSpPr bwMode="auto">
            <a:xfrm>
              <a:off x="4755" y="10832"/>
              <a:ext cx="210" cy="630"/>
              <a:chOff x="2430" y="5910"/>
              <a:chExt cx="210" cy="630"/>
            </a:xfrm>
          </p:grpSpPr>
          <p:cxnSp>
            <p:nvCxnSpPr>
              <p:cNvPr id="8225" name="AutoShape 64">
                <a:extLst>
                  <a:ext uri="{FF2B5EF4-FFF2-40B4-BE49-F238E27FC236}">
                    <a16:creationId xmlns:a16="http://schemas.microsoft.com/office/drawing/2014/main" id="{E74448BA-A304-4198-8DC8-B16A2B7403EF}"/>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8226" name="AutoShape 65">
                <a:extLst>
                  <a:ext uri="{FF2B5EF4-FFF2-40B4-BE49-F238E27FC236}">
                    <a16:creationId xmlns:a16="http://schemas.microsoft.com/office/drawing/2014/main" id="{ECB36096-7C32-4654-A687-033301EFDB9C}"/>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8227" name="AutoShape 66">
                <a:extLst>
                  <a:ext uri="{FF2B5EF4-FFF2-40B4-BE49-F238E27FC236}">
                    <a16:creationId xmlns:a16="http://schemas.microsoft.com/office/drawing/2014/main" id="{EAC8A23D-9F14-4124-BC25-3DBA5D86B867}"/>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8228" name="AutoShape 67">
                <a:extLst>
                  <a:ext uri="{FF2B5EF4-FFF2-40B4-BE49-F238E27FC236}">
                    <a16:creationId xmlns:a16="http://schemas.microsoft.com/office/drawing/2014/main" id="{5195E5CB-E1BC-4E2F-B82A-AEBA9F8BBC33}"/>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8229" name="AutoShape 68">
                <a:extLst>
                  <a:ext uri="{FF2B5EF4-FFF2-40B4-BE49-F238E27FC236}">
                    <a16:creationId xmlns:a16="http://schemas.microsoft.com/office/drawing/2014/main" id="{99F49262-A72F-4747-A0E5-DCC16E21759D}"/>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8230" name="AutoShape 69">
                <a:extLst>
                  <a:ext uri="{FF2B5EF4-FFF2-40B4-BE49-F238E27FC236}">
                    <a16:creationId xmlns:a16="http://schemas.microsoft.com/office/drawing/2014/main" id="{F344B762-B5E3-4D32-A31C-C51780AABEC0}"/>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8231" name="AutoShape 70">
                <a:extLst>
                  <a:ext uri="{FF2B5EF4-FFF2-40B4-BE49-F238E27FC236}">
                    <a16:creationId xmlns:a16="http://schemas.microsoft.com/office/drawing/2014/main" id="{4957A652-97CA-4CEC-A5B6-7A3DBB87969F}"/>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8215" name="AutoShape 71">
              <a:extLst>
                <a:ext uri="{FF2B5EF4-FFF2-40B4-BE49-F238E27FC236}">
                  <a16:creationId xmlns:a16="http://schemas.microsoft.com/office/drawing/2014/main" id="{4E2B7AB5-9377-4106-B52F-EA4C23329287}"/>
                </a:ext>
              </a:extLst>
            </p:cNvPr>
            <p:cNvCxnSpPr>
              <a:cxnSpLocks noChangeShapeType="1"/>
            </p:cNvCxnSpPr>
            <p:nvPr/>
          </p:nvCxnSpPr>
          <p:spPr bwMode="auto">
            <a:xfrm>
              <a:off x="3495" y="9989"/>
              <a:ext cx="57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16" name="AutoShape 72">
              <a:extLst>
                <a:ext uri="{FF2B5EF4-FFF2-40B4-BE49-F238E27FC236}">
                  <a16:creationId xmlns:a16="http://schemas.microsoft.com/office/drawing/2014/main" id="{CEDD31A5-0DB9-42A5-8D24-4847A6E744BC}"/>
                </a:ext>
              </a:extLst>
            </p:cNvPr>
            <p:cNvCxnSpPr>
              <a:cxnSpLocks noChangeShapeType="1"/>
            </p:cNvCxnSpPr>
            <p:nvPr/>
          </p:nvCxnSpPr>
          <p:spPr bwMode="auto">
            <a:xfrm>
              <a:off x="5055" y="10652"/>
              <a:ext cx="0" cy="63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17" name="AutoShape 73">
              <a:extLst>
                <a:ext uri="{FF2B5EF4-FFF2-40B4-BE49-F238E27FC236}">
                  <a16:creationId xmlns:a16="http://schemas.microsoft.com/office/drawing/2014/main" id="{3060B5CA-E0FC-438E-896C-6D7DF781A6E6}"/>
                </a:ext>
              </a:extLst>
            </p:cNvPr>
            <p:cNvCxnSpPr>
              <a:cxnSpLocks noChangeShapeType="1"/>
            </p:cNvCxnSpPr>
            <p:nvPr/>
          </p:nvCxnSpPr>
          <p:spPr bwMode="auto">
            <a:xfrm flipH="1">
              <a:off x="3645" y="12424"/>
              <a:ext cx="63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18" name="AutoShape 74">
              <a:extLst>
                <a:ext uri="{FF2B5EF4-FFF2-40B4-BE49-F238E27FC236}">
                  <a16:creationId xmlns:a16="http://schemas.microsoft.com/office/drawing/2014/main" id="{C7B36E4A-11B1-4D63-8CCB-FD26A8743601}"/>
                </a:ext>
              </a:extLst>
            </p:cNvPr>
            <p:cNvCxnSpPr>
              <a:cxnSpLocks noChangeShapeType="1"/>
            </p:cNvCxnSpPr>
            <p:nvPr/>
          </p:nvCxnSpPr>
          <p:spPr bwMode="auto">
            <a:xfrm flipV="1">
              <a:off x="2340" y="10652"/>
              <a:ext cx="1" cy="1050"/>
            </a:xfrm>
            <a:prstGeom prst="straightConnector1">
              <a:avLst/>
            </a:prstGeom>
            <a:noFill/>
            <a:ln w="19050">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8219" name="AutoShape 75">
              <a:extLst>
                <a:ext uri="{FF2B5EF4-FFF2-40B4-BE49-F238E27FC236}">
                  <a16:creationId xmlns:a16="http://schemas.microsoft.com/office/drawing/2014/main" id="{0FB8D074-5D07-44B8-86E9-5316A98E0CB7}"/>
                </a:ext>
              </a:extLst>
            </p:cNvPr>
            <p:cNvCxnSpPr>
              <a:cxnSpLocks noChangeShapeType="1"/>
            </p:cNvCxnSpPr>
            <p:nvPr/>
          </p:nvCxnSpPr>
          <p:spPr bwMode="auto">
            <a:xfrm>
              <a:off x="4380" y="9901"/>
              <a:ext cx="0" cy="567"/>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8220" name="AutoShape 76">
              <a:extLst>
                <a:ext uri="{FF2B5EF4-FFF2-40B4-BE49-F238E27FC236}">
                  <a16:creationId xmlns:a16="http://schemas.microsoft.com/office/drawing/2014/main" id="{B1EA6663-0663-4AF6-8480-B0E9CF15577B}"/>
                </a:ext>
              </a:extLst>
            </p:cNvPr>
            <p:cNvCxnSpPr>
              <a:cxnSpLocks noChangeShapeType="1"/>
            </p:cNvCxnSpPr>
            <p:nvPr/>
          </p:nvCxnSpPr>
          <p:spPr bwMode="auto">
            <a:xfrm flipV="1">
              <a:off x="2446" y="11554"/>
              <a:ext cx="150"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8221" name="AutoShape 77">
              <a:extLst>
                <a:ext uri="{FF2B5EF4-FFF2-40B4-BE49-F238E27FC236}">
                  <a16:creationId xmlns:a16="http://schemas.microsoft.com/office/drawing/2014/main" id="{1414A7CF-3B41-4132-9C0D-FE2FF39A4AE7}"/>
                </a:ext>
              </a:extLst>
            </p:cNvPr>
            <p:cNvCxnSpPr>
              <a:cxnSpLocks noChangeShapeType="1"/>
            </p:cNvCxnSpPr>
            <p:nvPr/>
          </p:nvCxnSpPr>
          <p:spPr bwMode="auto">
            <a:xfrm>
              <a:off x="2444" y="10832"/>
              <a:ext cx="15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8222" name="AutoShape 78">
              <a:extLst>
                <a:ext uri="{FF2B5EF4-FFF2-40B4-BE49-F238E27FC236}">
                  <a16:creationId xmlns:a16="http://schemas.microsoft.com/office/drawing/2014/main" id="{130E7FF6-17C3-4125-8369-6F460BC6AD55}"/>
                </a:ext>
              </a:extLst>
            </p:cNvPr>
            <p:cNvCxnSpPr>
              <a:cxnSpLocks noChangeShapeType="1"/>
            </p:cNvCxnSpPr>
            <p:nvPr/>
          </p:nvCxnSpPr>
          <p:spPr bwMode="auto">
            <a:xfrm>
              <a:off x="2520" y="10728"/>
              <a:ext cx="1" cy="19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8223" name="AutoShape 79">
              <a:extLst>
                <a:ext uri="{FF2B5EF4-FFF2-40B4-BE49-F238E27FC236}">
                  <a16:creationId xmlns:a16="http://schemas.microsoft.com/office/drawing/2014/main" id="{71F27830-A532-4DF7-9382-D5B0B344E07E}"/>
                </a:ext>
              </a:extLst>
            </p:cNvPr>
            <p:cNvCxnSpPr>
              <a:cxnSpLocks noChangeShapeType="1"/>
            </p:cNvCxnSpPr>
            <p:nvPr/>
          </p:nvCxnSpPr>
          <p:spPr bwMode="auto">
            <a:xfrm>
              <a:off x="2775" y="10157"/>
              <a:ext cx="210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8224" name="AutoShape 80">
              <a:extLst>
                <a:ext uri="{FF2B5EF4-FFF2-40B4-BE49-F238E27FC236}">
                  <a16:creationId xmlns:a16="http://schemas.microsoft.com/office/drawing/2014/main" id="{0E7069FD-83F9-43A8-B544-BFACD77537D6}"/>
                </a:ext>
              </a:extLst>
            </p:cNvPr>
            <p:cNvCxnSpPr>
              <a:cxnSpLocks noChangeShapeType="1"/>
            </p:cNvCxnSpPr>
            <p:nvPr/>
          </p:nvCxnSpPr>
          <p:spPr bwMode="auto">
            <a:xfrm flipH="1" flipV="1">
              <a:off x="2776" y="10157"/>
              <a:ext cx="4" cy="6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sp>
        <p:nvSpPr>
          <p:cNvPr id="8197" name="Rectangle 80">
            <a:extLst>
              <a:ext uri="{FF2B5EF4-FFF2-40B4-BE49-F238E27FC236}">
                <a16:creationId xmlns:a16="http://schemas.microsoft.com/office/drawing/2014/main" id="{4DA46EAC-994A-46F1-B37A-C084EA8CBC5D}"/>
              </a:ext>
            </a:extLst>
          </p:cNvPr>
          <p:cNvSpPr>
            <a:spLocks noChangeArrowheads="1"/>
          </p:cNvSpPr>
          <p:nvPr/>
        </p:nvSpPr>
        <p:spPr bwMode="auto">
          <a:xfrm flipH="1">
            <a:off x="3332878" y="1984847"/>
            <a:ext cx="5000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a</a:t>
            </a:r>
          </a:p>
          <a:p>
            <a:pPr eaLnBrk="1" hangingPunct="1">
              <a:spcBef>
                <a:spcPct val="0"/>
              </a:spcBef>
              <a:buFontTx/>
              <a:buNone/>
            </a:pPr>
            <a:endParaRPr lang="en-US" altLang="id-ID" sz="2000" b="1" i="1">
              <a:latin typeface="Arial" panose="020B0604020202020204" pitchFamily="34" charset="0"/>
            </a:endParaRPr>
          </a:p>
          <a:p>
            <a:pPr eaLnBrk="1" hangingPunct="1">
              <a:spcBef>
                <a:spcPct val="0"/>
              </a:spcBef>
              <a:buFontTx/>
              <a:buNone/>
            </a:pPr>
            <a:r>
              <a:rPr lang="en-US" altLang="id-ID" sz="2000" b="1" i="1">
                <a:latin typeface="Arial" panose="020B0604020202020204" pitchFamily="34" charset="0"/>
              </a:rPr>
              <a:t>a’ </a:t>
            </a:r>
            <a:endParaRPr lang="en-US" altLang="id-ID" sz="2000">
              <a:latin typeface="Arial" panose="020B0604020202020204" pitchFamily="34" charset="0"/>
            </a:endParaRPr>
          </a:p>
        </p:txBody>
      </p:sp>
      <p:sp>
        <p:nvSpPr>
          <p:cNvPr id="8198" name="Rectangle 81">
            <a:extLst>
              <a:ext uri="{FF2B5EF4-FFF2-40B4-BE49-F238E27FC236}">
                <a16:creationId xmlns:a16="http://schemas.microsoft.com/office/drawing/2014/main" id="{26853A14-4B26-4BC5-BC60-3B8FDA101523}"/>
              </a:ext>
            </a:extLst>
          </p:cNvPr>
          <p:cNvSpPr>
            <a:spLocks noChangeArrowheads="1"/>
          </p:cNvSpPr>
          <p:nvPr/>
        </p:nvSpPr>
        <p:spPr bwMode="auto">
          <a:xfrm>
            <a:off x="4118691" y="3056409"/>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i="1">
              <a:latin typeface="Times New Roman" panose="02020603050405020304" pitchFamily="18" charset="0"/>
              <a:cs typeface="Times New Roman" panose="02020603050405020304" pitchFamily="18" charset="0"/>
            </a:endParaRPr>
          </a:p>
        </p:txBody>
      </p:sp>
      <p:sp>
        <p:nvSpPr>
          <p:cNvPr id="8199" name="Rectangle 82">
            <a:extLst>
              <a:ext uri="{FF2B5EF4-FFF2-40B4-BE49-F238E27FC236}">
                <a16:creationId xmlns:a16="http://schemas.microsoft.com/office/drawing/2014/main" id="{F1869B53-4F50-49F2-92ED-AAD49DEB5FDB}"/>
              </a:ext>
            </a:extLst>
          </p:cNvPr>
          <p:cNvSpPr>
            <a:spLocks noChangeArrowheads="1"/>
          </p:cNvSpPr>
          <p:nvPr/>
        </p:nvSpPr>
        <p:spPr bwMode="auto">
          <a:xfrm>
            <a:off x="2618503" y="2056284"/>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i="1">
              <a:latin typeface="Times New Roman" panose="02020603050405020304" pitchFamily="18" charset="0"/>
              <a:cs typeface="Times New Roman" panose="02020603050405020304" pitchFamily="18" charset="0"/>
            </a:endParaRPr>
          </a:p>
        </p:txBody>
      </p:sp>
      <p:sp>
        <p:nvSpPr>
          <p:cNvPr id="8200" name="Rectangle 83">
            <a:extLst>
              <a:ext uri="{FF2B5EF4-FFF2-40B4-BE49-F238E27FC236}">
                <a16:creationId xmlns:a16="http://schemas.microsoft.com/office/drawing/2014/main" id="{9EE0C341-493A-49D2-9A05-89E87A2AC319}"/>
              </a:ext>
            </a:extLst>
          </p:cNvPr>
          <p:cNvSpPr>
            <a:spLocks noChangeArrowheads="1"/>
          </p:cNvSpPr>
          <p:nvPr/>
        </p:nvSpPr>
        <p:spPr bwMode="auto">
          <a:xfrm>
            <a:off x="2832816" y="4342284"/>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i="1">
              <a:latin typeface="Times New Roman" panose="02020603050405020304" pitchFamily="18" charset="0"/>
              <a:cs typeface="Times New Roman" panose="02020603050405020304" pitchFamily="18" charset="0"/>
            </a:endParaRPr>
          </a:p>
        </p:txBody>
      </p:sp>
      <p:sp>
        <p:nvSpPr>
          <p:cNvPr id="8201" name="Rectangle 81">
            <a:extLst>
              <a:ext uri="{FF2B5EF4-FFF2-40B4-BE49-F238E27FC236}">
                <a16:creationId xmlns:a16="http://schemas.microsoft.com/office/drawing/2014/main" id="{8919493E-ECAF-4EB0-A888-2D00FBA94D63}"/>
              </a:ext>
            </a:extLst>
          </p:cNvPr>
          <p:cNvSpPr>
            <a:spLocks noChangeArrowheads="1"/>
          </p:cNvSpPr>
          <p:nvPr/>
        </p:nvSpPr>
        <p:spPr bwMode="auto">
          <a:xfrm>
            <a:off x="1046878" y="2556347"/>
            <a:ext cx="3571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600" b="1">
                <a:cs typeface="Times New Roman" panose="02020603050405020304" pitchFamily="18" charset="0"/>
              </a:rPr>
              <a:t>ε</a:t>
            </a:r>
            <a:endParaRPr lang="en-US" altLang="id-ID" sz="1200"/>
          </a:p>
        </p:txBody>
      </p:sp>
      <p:sp>
        <p:nvSpPr>
          <p:cNvPr id="8202" name="Rectangle 86">
            <a:extLst>
              <a:ext uri="{FF2B5EF4-FFF2-40B4-BE49-F238E27FC236}">
                <a16:creationId xmlns:a16="http://schemas.microsoft.com/office/drawing/2014/main" id="{1D2D0433-5219-441B-A59B-B71BFBC91135}"/>
              </a:ext>
            </a:extLst>
          </p:cNvPr>
          <p:cNvSpPr>
            <a:spLocks noChangeArrowheads="1"/>
          </p:cNvSpPr>
          <p:nvPr/>
        </p:nvSpPr>
        <p:spPr bwMode="auto">
          <a:xfrm>
            <a:off x="3475753" y="3127847"/>
            <a:ext cx="3889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Arial" panose="020B0604020202020204" pitchFamily="34" charset="0"/>
                <a:cs typeface="Times New Roman" panose="02020603050405020304" pitchFamily="18" charset="0"/>
              </a:rPr>
              <a:t>R</a:t>
            </a:r>
            <a:endParaRPr lang="en-US" altLang="id-ID" sz="2200">
              <a:latin typeface="Arial" panose="020B0604020202020204" pitchFamily="34" charset="0"/>
            </a:endParaRPr>
          </a:p>
        </p:txBody>
      </p:sp>
      <p:sp>
        <p:nvSpPr>
          <p:cNvPr id="8203" name="Rectangle 84">
            <a:extLst>
              <a:ext uri="{FF2B5EF4-FFF2-40B4-BE49-F238E27FC236}">
                <a16:creationId xmlns:a16="http://schemas.microsoft.com/office/drawing/2014/main" id="{A517EB38-599E-4AE2-9136-D6582A955B1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8204" name="Rectangle 86">
            <a:extLst>
              <a:ext uri="{FF2B5EF4-FFF2-40B4-BE49-F238E27FC236}">
                <a16:creationId xmlns:a16="http://schemas.microsoft.com/office/drawing/2014/main" id="{B0DC2D03-14D7-4869-AE87-923E0CF529EA}"/>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8205" name="Picture 85">
            <a:extLst>
              <a:ext uri="{FF2B5EF4-FFF2-40B4-BE49-F238E27FC236}">
                <a16:creationId xmlns:a16="http://schemas.microsoft.com/office/drawing/2014/main" id="{CF230F58-0CC6-41EE-813D-1A68EB57F0DB}"/>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10625" y="5795821"/>
            <a:ext cx="4041059"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6" name="Rectangle 39">
            <a:extLst>
              <a:ext uri="{FF2B5EF4-FFF2-40B4-BE49-F238E27FC236}">
                <a16:creationId xmlns:a16="http://schemas.microsoft.com/office/drawing/2014/main" id="{AC085004-664A-4E0C-B9DA-1ED75728AC64}"/>
              </a:ext>
            </a:extLst>
          </p:cNvPr>
          <p:cNvSpPr>
            <a:spLocks noChangeArrowheads="1"/>
          </p:cNvSpPr>
          <p:nvPr/>
        </p:nvSpPr>
        <p:spPr bwMode="auto">
          <a:xfrm>
            <a:off x="1046878" y="4770909"/>
            <a:ext cx="350043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400" b="1" dirty="0">
                <a:solidFill>
                  <a:srgbClr val="002060"/>
                </a:solidFill>
                <a:latin typeface="Arial" panose="020B0604020202020204" pitchFamily="34" charset="0"/>
                <a:ea typeface="Times New Roman" panose="02020603050405020304" pitchFamily="18" charset="0"/>
                <a:cs typeface="Arial" panose="020B0604020202020204" pitchFamily="34" charset="0"/>
              </a:rPr>
              <a:t>Fig.1. A simple electric circuit, in which a device of emf </a:t>
            </a:r>
            <a:r>
              <a:rPr lang="en-US" altLang="id-ID" sz="1600" b="1" dirty="0">
                <a:solidFill>
                  <a:srgbClr val="002060"/>
                </a:solidFill>
                <a:latin typeface="Arial" panose="020B0604020202020204" pitchFamily="34" charset="0"/>
                <a:ea typeface="Times New Roman" panose="02020603050405020304" pitchFamily="18" charset="0"/>
                <a:cs typeface="Arial" panose="020B0604020202020204" pitchFamily="34" charset="0"/>
              </a:rPr>
              <a:t>ε</a:t>
            </a:r>
            <a:r>
              <a:rPr lang="en-US" altLang="id-ID" sz="1400" b="1" dirty="0">
                <a:solidFill>
                  <a:srgbClr val="002060"/>
                </a:solidFill>
                <a:latin typeface="Arial" panose="020B0604020202020204" pitchFamily="34" charset="0"/>
                <a:ea typeface="Times New Roman" panose="02020603050405020304" pitchFamily="18" charset="0"/>
                <a:cs typeface="Arial" panose="020B0604020202020204" pitchFamily="34" charset="0"/>
              </a:rPr>
              <a:t> does work on charge carries and maintains a steady current </a:t>
            </a:r>
            <a:r>
              <a:rPr lang="en-US" altLang="id-ID" sz="1400" b="1" dirty="0" err="1">
                <a:solidFill>
                  <a:srgbClr val="002060"/>
                </a:solidFill>
                <a:latin typeface="Arial" panose="020B0604020202020204" pitchFamily="34" charset="0"/>
                <a:ea typeface="Times New Roman" panose="02020603050405020304" pitchFamily="18" charset="0"/>
                <a:cs typeface="Arial" panose="020B0604020202020204" pitchFamily="34" charset="0"/>
              </a:rPr>
              <a:t>i</a:t>
            </a:r>
            <a:r>
              <a:rPr lang="en-US" altLang="id-ID" sz="1400" b="1" dirty="0">
                <a:solidFill>
                  <a:srgbClr val="002060"/>
                </a:solidFill>
                <a:latin typeface="Arial" panose="020B0604020202020204" pitchFamily="34" charset="0"/>
                <a:ea typeface="Times New Roman" panose="02020603050405020304" pitchFamily="18" charset="0"/>
                <a:cs typeface="Arial" panose="020B0604020202020204" pitchFamily="34" charset="0"/>
              </a:rPr>
              <a:t> in a resistor of resistance R.</a:t>
            </a:r>
            <a:endParaRPr lang="en-US" altLang="id-ID" sz="1400" dirty="0">
              <a:solidFill>
                <a:srgbClr val="002060"/>
              </a:solidFill>
              <a:latin typeface="Arial" panose="020B0604020202020204" pitchFamily="34" charset="0"/>
              <a:ea typeface="Times New Roman" panose="02020603050405020304" pitchFamily="18" charset="0"/>
              <a:cs typeface="Arial" panose="020B0604020202020204" pitchFamily="34" charset="0"/>
            </a:endParaRPr>
          </a:p>
          <a:p>
            <a:pPr eaLnBrk="1" hangingPunct="1">
              <a:spcBef>
                <a:spcPct val="0"/>
              </a:spcBef>
              <a:buFontTx/>
              <a:buNone/>
            </a:pPr>
            <a:r>
              <a:rPr lang="en-US" altLang="id-ID" sz="1400" b="1" dirty="0">
                <a:latin typeface="Arial" panose="020B0604020202020204" pitchFamily="34" charset="0"/>
                <a:ea typeface="Times New Roman" panose="02020603050405020304" pitchFamily="18" charset="0"/>
                <a:cs typeface="Arial" panose="020B0604020202020204" pitchFamily="34" charset="0"/>
              </a:rPr>
              <a:t> </a:t>
            </a:r>
            <a:endParaRPr lang="en-US" altLang="id-ID" sz="1400" dirty="0">
              <a:latin typeface="Arial" panose="020B0604020202020204" pitchFamily="34" charset="0"/>
              <a:ea typeface="Times New Roman" panose="02020603050405020304" pitchFamily="18" charset="0"/>
              <a:cs typeface="Arial" panose="020B0604020202020204" pitchFamily="34" charset="0"/>
            </a:endParaRPr>
          </a:p>
        </p:txBody>
      </p:sp>
      <p:sp>
        <p:nvSpPr>
          <p:cNvPr id="8207" name="Slide Number Placeholder 38">
            <a:extLst>
              <a:ext uri="{FF2B5EF4-FFF2-40B4-BE49-F238E27FC236}">
                <a16:creationId xmlns:a16="http://schemas.microsoft.com/office/drawing/2014/main" id="{C6AFDD3B-9A77-4881-A969-84BC4B4678C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C17EDCF1-E79C-4813-A118-A7902B77CA6A}" type="slidenum">
              <a:rPr lang="en-US" altLang="id-ID" sz="1400" smtClean="0"/>
              <a:pPr>
                <a:spcBef>
                  <a:spcPct val="0"/>
                </a:spcBef>
                <a:buFontTx/>
                <a:buNone/>
              </a:pPr>
              <a:t>5</a:t>
            </a:fld>
            <a:endParaRPr lang="en-US" altLang="id-ID"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2">
            <a:extLst>
              <a:ext uri="{FF2B5EF4-FFF2-40B4-BE49-F238E27FC236}">
                <a16:creationId xmlns:a16="http://schemas.microsoft.com/office/drawing/2014/main" id="{5F7E1DE5-F796-4988-A469-5F20F56A18D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E7D072BC-0FDE-4D07-BDC1-02CB1352E01A}" type="slidenum">
              <a:rPr lang="en-US" altLang="id-ID" sz="1400" smtClean="0"/>
              <a:pPr>
                <a:spcBef>
                  <a:spcPct val="0"/>
                </a:spcBef>
                <a:buFontTx/>
                <a:buNone/>
              </a:pPr>
              <a:t>6</a:t>
            </a:fld>
            <a:endParaRPr lang="en-US" altLang="id-ID" sz="1400"/>
          </a:p>
        </p:txBody>
      </p:sp>
      <p:sp>
        <p:nvSpPr>
          <p:cNvPr id="9219" name="Rectangle 3">
            <a:extLst>
              <a:ext uri="{FF2B5EF4-FFF2-40B4-BE49-F238E27FC236}">
                <a16:creationId xmlns:a16="http://schemas.microsoft.com/office/drawing/2014/main" id="{891FEB89-D92E-448F-B23C-A7D81B05C48F}"/>
              </a:ext>
            </a:extLst>
          </p:cNvPr>
          <p:cNvSpPr>
            <a:spLocks noChangeArrowheads="1"/>
          </p:cNvSpPr>
          <p:nvPr/>
        </p:nvSpPr>
        <p:spPr bwMode="auto">
          <a:xfrm>
            <a:off x="3203848" y="1084425"/>
            <a:ext cx="419258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solidFill>
                  <a:srgbClr val="0070C0"/>
                </a:solidFill>
                <a:latin typeface="Arial" panose="020B0604020202020204" pitchFamily="34" charset="0"/>
                <a:cs typeface="Arial" panose="020B0604020202020204" pitchFamily="34" charset="0"/>
              </a:rPr>
              <a:t>Work, Energy, and Emf (cont.)</a:t>
            </a:r>
            <a:endParaRPr lang="en-US" altLang="id-ID" sz="2200" dirty="0">
              <a:solidFill>
                <a:srgbClr val="0070C0"/>
              </a:solidFill>
              <a:latin typeface="Arial" panose="020B0604020202020204" pitchFamily="34" charset="0"/>
            </a:endParaRPr>
          </a:p>
        </p:txBody>
      </p:sp>
      <p:sp>
        <p:nvSpPr>
          <p:cNvPr id="9220" name="Rectangle 3">
            <a:extLst>
              <a:ext uri="{FF2B5EF4-FFF2-40B4-BE49-F238E27FC236}">
                <a16:creationId xmlns:a16="http://schemas.microsoft.com/office/drawing/2014/main" id="{0C12F58F-503A-4FBE-B133-74F249A407EC}"/>
              </a:ext>
            </a:extLst>
          </p:cNvPr>
          <p:cNvSpPr>
            <a:spLocks noChangeArrowheads="1"/>
          </p:cNvSpPr>
          <p:nvPr/>
        </p:nvSpPr>
        <p:spPr bwMode="auto">
          <a:xfrm>
            <a:off x="1180232" y="1772816"/>
            <a:ext cx="752604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sz="2000" b="1" dirty="0">
                <a:latin typeface="Arial" panose="020B0604020202020204" pitchFamily="34" charset="0"/>
              </a:rPr>
              <a:t>An </a:t>
            </a:r>
            <a:r>
              <a:rPr lang="en-US" altLang="id-ID" sz="2000" b="1" i="1" dirty="0">
                <a:solidFill>
                  <a:srgbClr val="002060"/>
                </a:solidFill>
                <a:latin typeface="Arial" panose="020B0604020202020204" pitchFamily="34" charset="0"/>
              </a:rPr>
              <a:t>ideal emf device </a:t>
            </a:r>
            <a:r>
              <a:rPr lang="en-US" altLang="id-ID" sz="2000" b="1" dirty="0">
                <a:latin typeface="Arial" panose="020B0604020202020204" pitchFamily="34" charset="0"/>
              </a:rPr>
              <a:t>is one that has no internal resistance to the internal movement of charge from terminal to terminal. </a:t>
            </a:r>
          </a:p>
          <a:p>
            <a:pPr algn="just" eaLnBrk="1" hangingPunct="1">
              <a:spcBef>
                <a:spcPct val="0"/>
              </a:spcBef>
              <a:buFontTx/>
              <a:buNone/>
            </a:pPr>
            <a:r>
              <a:rPr lang="en-US" altLang="id-ID" sz="2000" b="1" dirty="0">
                <a:latin typeface="Arial" panose="020B0604020202020204" pitchFamily="34" charset="0"/>
              </a:rPr>
              <a:t>The potential difference between the terminals of an ideal emf device is exactly equal to the emf of the device.</a:t>
            </a:r>
          </a:p>
          <a:p>
            <a:pPr algn="just" eaLnBrk="1" hangingPunct="1">
              <a:spcBef>
                <a:spcPct val="0"/>
              </a:spcBef>
              <a:buFontTx/>
              <a:buNone/>
            </a:pPr>
            <a:endParaRPr lang="en-US" altLang="id-ID" sz="2000" b="1" dirty="0">
              <a:latin typeface="Arial" panose="020B0604020202020204" pitchFamily="34" charset="0"/>
            </a:endParaRPr>
          </a:p>
          <a:p>
            <a:pPr algn="just" eaLnBrk="1" hangingPunct="1">
              <a:spcBef>
                <a:spcPct val="0"/>
              </a:spcBef>
              <a:buFontTx/>
              <a:buNone/>
            </a:pPr>
            <a:r>
              <a:rPr lang="en-US" altLang="id-ID" sz="2000" b="1" dirty="0">
                <a:latin typeface="Arial" panose="020B0604020202020204" pitchFamily="34" charset="0"/>
              </a:rPr>
              <a:t>A </a:t>
            </a:r>
            <a:r>
              <a:rPr lang="en-US" altLang="id-ID" sz="2000" b="1" i="1" dirty="0">
                <a:solidFill>
                  <a:srgbClr val="002060"/>
                </a:solidFill>
                <a:latin typeface="Arial" panose="020B0604020202020204" pitchFamily="34" charset="0"/>
              </a:rPr>
              <a:t>real emf device</a:t>
            </a:r>
            <a:r>
              <a:rPr lang="en-US" altLang="id-ID" sz="2000" b="1" dirty="0">
                <a:latin typeface="Arial" panose="020B0604020202020204" pitchFamily="34" charset="0"/>
              </a:rPr>
              <a:t>, such as any real battery, has internal resistance to the internal movement of charge. </a:t>
            </a:r>
          </a:p>
          <a:p>
            <a:pPr algn="just" eaLnBrk="1" hangingPunct="1">
              <a:spcBef>
                <a:spcPct val="0"/>
              </a:spcBef>
              <a:buFontTx/>
              <a:buNone/>
            </a:pPr>
            <a:r>
              <a:rPr lang="en-US" altLang="id-ID" sz="2000" b="1" dirty="0">
                <a:latin typeface="Arial" panose="020B0604020202020204" pitchFamily="34" charset="0"/>
              </a:rPr>
              <a:t>When a real emf device is not connected to a circuit, and thus does not have current through it, the potential difference between its terminals is equal to its emf. However, when that device has current through it, the potential difference between its terminals differs from its emf.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1">
            <a:extLst>
              <a:ext uri="{FF2B5EF4-FFF2-40B4-BE49-F238E27FC236}">
                <a16:creationId xmlns:a16="http://schemas.microsoft.com/office/drawing/2014/main" id="{B779E423-E696-4ED5-9E32-77A8559070BF}"/>
              </a:ext>
            </a:extLst>
          </p:cNvPr>
          <p:cNvSpPr txBox="1">
            <a:spLocks noChangeArrowheads="1"/>
          </p:cNvSpPr>
          <p:nvPr/>
        </p:nvSpPr>
        <p:spPr bwMode="auto">
          <a:xfrm>
            <a:off x="1051208" y="1502331"/>
            <a:ext cx="63193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solidFill>
                  <a:srgbClr val="0070C0"/>
                </a:solidFill>
                <a:latin typeface="Arial" panose="020B0604020202020204" pitchFamily="34" charset="0"/>
                <a:cs typeface="Arial" panose="020B0604020202020204" pitchFamily="34" charset="0"/>
              </a:rPr>
              <a:t>3. Calculating the Current in a Single-Loop Circuit </a:t>
            </a:r>
          </a:p>
        </p:txBody>
      </p:sp>
      <p:sp>
        <p:nvSpPr>
          <p:cNvPr id="6147" name="TextBox 3">
            <a:extLst>
              <a:ext uri="{FF2B5EF4-FFF2-40B4-BE49-F238E27FC236}">
                <a16:creationId xmlns:a16="http://schemas.microsoft.com/office/drawing/2014/main" id="{9F300C3A-5CA4-483A-BC39-0C8D9AD730C8}"/>
              </a:ext>
            </a:extLst>
          </p:cNvPr>
          <p:cNvSpPr txBox="1">
            <a:spLocks noChangeArrowheads="1"/>
          </p:cNvSpPr>
          <p:nvPr/>
        </p:nvSpPr>
        <p:spPr bwMode="auto">
          <a:xfrm>
            <a:off x="4972672" y="1996887"/>
            <a:ext cx="3826656" cy="3885679"/>
          </a:xfrm>
          <a:prstGeom prst="rect">
            <a:avLst/>
          </a:prstGeom>
          <a:solidFill>
            <a:schemeClr val="bg2">
              <a:lumMod val="40000"/>
              <a:lumOff val="60000"/>
            </a:schemeClr>
          </a:solidFill>
          <a:ln w="9525">
            <a:noFill/>
            <a:miter lim="800000"/>
            <a:headEnd/>
            <a:tailEnd/>
          </a:ln>
        </p:spPr>
        <p:txBody>
          <a:bodyPr wrap="square">
            <a:spAutoFit/>
          </a:bodyPr>
          <a:lstStyle/>
          <a:p>
            <a:pPr eaLnBrk="1" hangingPunct="1">
              <a:defRPr/>
            </a:pPr>
            <a:r>
              <a:rPr lang="en-US" sz="1800" dirty="0">
                <a:latin typeface="Arial" charset="0"/>
              </a:rPr>
              <a:t>The equation </a:t>
            </a:r>
            <a:r>
              <a:rPr lang="en-US" sz="1800" i="1" dirty="0">
                <a:latin typeface="Arial" charset="0"/>
              </a:rPr>
              <a:t>P =</a:t>
            </a:r>
            <a:r>
              <a:rPr lang="en-US" sz="1800" i="1" dirty="0" err="1">
                <a:latin typeface="Arial" charset="0"/>
              </a:rPr>
              <a:t>i</a:t>
            </a:r>
            <a:r>
              <a:rPr lang="en-US" sz="1800" i="1" dirty="0">
                <a:latin typeface="Arial" charset="0"/>
              </a:rPr>
              <a:t> </a:t>
            </a:r>
            <a:r>
              <a:rPr lang="en-US" sz="1800" i="1" baseline="30000" dirty="0">
                <a:latin typeface="Arial" charset="0"/>
              </a:rPr>
              <a:t>2</a:t>
            </a:r>
            <a:r>
              <a:rPr lang="en-US" sz="1800" i="1" dirty="0">
                <a:latin typeface="Arial" charset="0"/>
              </a:rPr>
              <a:t>R </a:t>
            </a:r>
            <a:r>
              <a:rPr lang="en-US" sz="1800" dirty="0">
                <a:latin typeface="Arial" charset="0"/>
              </a:rPr>
              <a:t>tells us that in a time interval </a:t>
            </a:r>
            <a:r>
              <a:rPr lang="en-US" sz="1800" i="1" dirty="0">
                <a:latin typeface="Arial" charset="0"/>
              </a:rPr>
              <a:t>dt </a:t>
            </a:r>
            <a:r>
              <a:rPr lang="en-US" sz="1800" dirty="0">
                <a:latin typeface="Arial" charset="0"/>
              </a:rPr>
              <a:t>an amount of energy given by </a:t>
            </a:r>
            <a:r>
              <a:rPr lang="en-US" sz="1800" i="1" dirty="0">
                <a:latin typeface="Arial" charset="0"/>
              </a:rPr>
              <a:t>i</a:t>
            </a:r>
            <a:r>
              <a:rPr lang="en-US" sz="1800" i="1" baseline="30000" dirty="0">
                <a:latin typeface="Arial" charset="0"/>
              </a:rPr>
              <a:t>2</a:t>
            </a:r>
            <a:r>
              <a:rPr lang="en-US" sz="1800" i="1" dirty="0">
                <a:latin typeface="Arial" charset="0"/>
              </a:rPr>
              <a:t>R dt </a:t>
            </a:r>
            <a:r>
              <a:rPr lang="en-US" sz="1800" dirty="0">
                <a:latin typeface="Arial" charset="0"/>
              </a:rPr>
              <a:t>will appear in the resistor, as shown in the figure, as thermal energy. </a:t>
            </a:r>
          </a:p>
          <a:p>
            <a:pPr eaLnBrk="1" hangingPunct="1">
              <a:defRPr/>
            </a:pPr>
            <a:endParaRPr lang="en-US" sz="1050" dirty="0">
              <a:latin typeface="Arial" charset="0"/>
            </a:endParaRPr>
          </a:p>
          <a:p>
            <a:pPr eaLnBrk="1" hangingPunct="1">
              <a:defRPr/>
            </a:pPr>
            <a:r>
              <a:rPr lang="en-US" sz="1800" dirty="0">
                <a:latin typeface="Arial" charset="0"/>
              </a:rPr>
              <a:t>During the same interval, a charge </a:t>
            </a:r>
            <a:r>
              <a:rPr lang="en-US" sz="1800" i="1" dirty="0" err="1">
                <a:latin typeface="Arial" charset="0"/>
              </a:rPr>
              <a:t>dq</a:t>
            </a:r>
            <a:r>
              <a:rPr lang="en-US" sz="1800" i="1" dirty="0">
                <a:latin typeface="Arial" charset="0"/>
              </a:rPr>
              <a:t> =</a:t>
            </a:r>
            <a:r>
              <a:rPr lang="en-US" sz="1800" i="1" dirty="0" err="1">
                <a:latin typeface="Arial" charset="0"/>
              </a:rPr>
              <a:t>i</a:t>
            </a:r>
            <a:r>
              <a:rPr lang="en-US" sz="1800" i="1" dirty="0">
                <a:latin typeface="Arial" charset="0"/>
              </a:rPr>
              <a:t> dt </a:t>
            </a:r>
            <a:r>
              <a:rPr lang="en-US" sz="1800" dirty="0">
                <a:latin typeface="Arial" charset="0"/>
              </a:rPr>
              <a:t>will have moved through battery B, and the work that the battery will have done on this charge, is</a:t>
            </a:r>
          </a:p>
          <a:p>
            <a:pPr eaLnBrk="1" hangingPunct="1">
              <a:defRPr/>
            </a:pPr>
            <a:endParaRPr lang="en-US" dirty="0">
              <a:latin typeface="Arial" charset="0"/>
            </a:endParaRPr>
          </a:p>
          <a:p>
            <a:pPr eaLnBrk="1" hangingPunct="1">
              <a:defRPr/>
            </a:pPr>
            <a:endParaRPr lang="en-US" dirty="0">
              <a:latin typeface="Arial" charset="0"/>
            </a:endParaRPr>
          </a:p>
          <a:p>
            <a:pPr eaLnBrk="1" hangingPunct="1">
              <a:defRPr/>
            </a:pPr>
            <a:endParaRPr lang="en-US" dirty="0">
              <a:latin typeface="Arial" charset="0"/>
            </a:endParaRPr>
          </a:p>
          <a:p>
            <a:pPr eaLnBrk="1" hangingPunct="1">
              <a:defRPr/>
            </a:pPr>
            <a:endParaRPr lang="en-US" dirty="0">
              <a:latin typeface="Arial" charset="0"/>
            </a:endParaRPr>
          </a:p>
        </p:txBody>
      </p:sp>
      <p:pic>
        <p:nvPicPr>
          <p:cNvPr id="10244" name="Picture 3">
            <a:extLst>
              <a:ext uri="{FF2B5EF4-FFF2-40B4-BE49-F238E27FC236}">
                <a16:creationId xmlns:a16="http://schemas.microsoft.com/office/drawing/2014/main" id="{27F39EC6-D17B-43E8-982C-294ED55F2B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2998" y="5355669"/>
            <a:ext cx="2487300" cy="46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45" name="Group 11">
            <a:extLst>
              <a:ext uri="{FF2B5EF4-FFF2-40B4-BE49-F238E27FC236}">
                <a16:creationId xmlns:a16="http://schemas.microsoft.com/office/drawing/2014/main" id="{42B31315-60CD-473F-BEE1-455D388A9207}"/>
              </a:ext>
            </a:extLst>
          </p:cNvPr>
          <p:cNvGrpSpPr>
            <a:grpSpLocks/>
          </p:cNvGrpSpPr>
          <p:nvPr/>
        </p:nvGrpSpPr>
        <p:grpSpPr bwMode="auto">
          <a:xfrm>
            <a:off x="1329358" y="3354200"/>
            <a:ext cx="2357438" cy="1785937"/>
            <a:chOff x="2339" y="10942"/>
            <a:chExt cx="2821" cy="2435"/>
          </a:xfrm>
        </p:grpSpPr>
        <p:cxnSp>
          <p:nvCxnSpPr>
            <p:cNvPr id="10258" name="AutoShape 12">
              <a:extLst>
                <a:ext uri="{FF2B5EF4-FFF2-40B4-BE49-F238E27FC236}">
                  <a16:creationId xmlns:a16="http://schemas.microsoft.com/office/drawing/2014/main" id="{8AEF7ECC-551E-453E-B1A4-C765A07438A0}"/>
                </a:ext>
              </a:extLst>
            </p:cNvPr>
            <p:cNvCxnSpPr>
              <a:cxnSpLocks noChangeShapeType="1"/>
            </p:cNvCxnSpPr>
            <p:nvPr/>
          </p:nvCxnSpPr>
          <p:spPr bwMode="auto">
            <a:xfrm>
              <a:off x="2780" y="12655"/>
              <a:ext cx="1" cy="1"/>
            </a:xfrm>
            <a:prstGeom prst="straightConnector1">
              <a:avLst/>
            </a:prstGeom>
            <a:noFill/>
            <a:ln w="28575">
              <a:solidFill>
                <a:srgbClr val="000000"/>
              </a:solidFill>
              <a:round/>
              <a:headEnd type="oval" w="med" len="med"/>
              <a:tailEnd type="oval" w="med" len="med"/>
            </a:ln>
            <a:extLst>
              <a:ext uri="{909E8E84-426E-40DD-AFC4-6F175D3DCCD1}">
                <a14:hiddenFill xmlns:a14="http://schemas.microsoft.com/office/drawing/2010/main">
                  <a:noFill/>
                </a14:hiddenFill>
              </a:ext>
            </a:extLst>
          </p:spPr>
        </p:cxnSp>
        <p:cxnSp>
          <p:nvCxnSpPr>
            <p:cNvPr id="10259" name="AutoShape 13">
              <a:extLst>
                <a:ext uri="{FF2B5EF4-FFF2-40B4-BE49-F238E27FC236}">
                  <a16:creationId xmlns:a16="http://schemas.microsoft.com/office/drawing/2014/main" id="{0C0F6B8D-1A3A-4C73-9447-C82FD9BD89FF}"/>
                </a:ext>
              </a:extLst>
            </p:cNvPr>
            <p:cNvCxnSpPr>
              <a:cxnSpLocks noChangeShapeType="1"/>
            </p:cNvCxnSpPr>
            <p:nvPr/>
          </p:nvCxnSpPr>
          <p:spPr bwMode="auto">
            <a:xfrm>
              <a:off x="2777" y="13181"/>
              <a:ext cx="2099"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60" name="AutoShape 14">
              <a:extLst>
                <a:ext uri="{FF2B5EF4-FFF2-40B4-BE49-F238E27FC236}">
                  <a16:creationId xmlns:a16="http://schemas.microsoft.com/office/drawing/2014/main" id="{F4A3E0E9-695B-4B22-9B65-441585176FEF}"/>
                </a:ext>
              </a:extLst>
            </p:cNvPr>
            <p:cNvCxnSpPr>
              <a:cxnSpLocks noChangeShapeType="1"/>
            </p:cNvCxnSpPr>
            <p:nvPr/>
          </p:nvCxnSpPr>
          <p:spPr bwMode="auto">
            <a:xfrm>
              <a:off x="4875" y="11110"/>
              <a:ext cx="0" cy="6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61" name="AutoShape 15">
              <a:extLst>
                <a:ext uri="{FF2B5EF4-FFF2-40B4-BE49-F238E27FC236}">
                  <a16:creationId xmlns:a16="http://schemas.microsoft.com/office/drawing/2014/main" id="{6ACB217C-4662-4F61-87C7-D869266F16A9}"/>
                </a:ext>
              </a:extLst>
            </p:cNvPr>
            <p:cNvCxnSpPr>
              <a:cxnSpLocks noChangeShapeType="1"/>
            </p:cNvCxnSpPr>
            <p:nvPr/>
          </p:nvCxnSpPr>
          <p:spPr bwMode="auto">
            <a:xfrm flipV="1">
              <a:off x="4876" y="12416"/>
              <a:ext cx="0" cy="76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10262" name="Group 16">
              <a:extLst>
                <a:ext uri="{FF2B5EF4-FFF2-40B4-BE49-F238E27FC236}">
                  <a16:creationId xmlns:a16="http://schemas.microsoft.com/office/drawing/2014/main" id="{E382DF1F-77F1-4051-961D-13C7523F257F}"/>
                </a:ext>
              </a:extLst>
            </p:cNvPr>
            <p:cNvGrpSpPr>
              <a:grpSpLocks/>
            </p:cNvGrpSpPr>
            <p:nvPr/>
          </p:nvGrpSpPr>
          <p:grpSpPr bwMode="auto">
            <a:xfrm>
              <a:off x="4755" y="11785"/>
              <a:ext cx="210" cy="630"/>
              <a:chOff x="2430" y="5910"/>
              <a:chExt cx="210" cy="630"/>
            </a:xfrm>
          </p:grpSpPr>
          <p:cxnSp>
            <p:nvCxnSpPr>
              <p:cNvPr id="10279" name="AutoShape 17">
                <a:extLst>
                  <a:ext uri="{FF2B5EF4-FFF2-40B4-BE49-F238E27FC236}">
                    <a16:creationId xmlns:a16="http://schemas.microsoft.com/office/drawing/2014/main" id="{601FAE99-CD56-447C-ABEE-E878B82AF5A4}"/>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80" name="AutoShape 18">
                <a:extLst>
                  <a:ext uri="{FF2B5EF4-FFF2-40B4-BE49-F238E27FC236}">
                    <a16:creationId xmlns:a16="http://schemas.microsoft.com/office/drawing/2014/main" id="{95F5E6C6-7654-4036-9866-78315750E3CC}"/>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81" name="AutoShape 19">
                <a:extLst>
                  <a:ext uri="{FF2B5EF4-FFF2-40B4-BE49-F238E27FC236}">
                    <a16:creationId xmlns:a16="http://schemas.microsoft.com/office/drawing/2014/main" id="{E481F7C3-C865-4884-BE66-793A4891C2EA}"/>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82" name="AutoShape 20">
                <a:extLst>
                  <a:ext uri="{FF2B5EF4-FFF2-40B4-BE49-F238E27FC236}">
                    <a16:creationId xmlns:a16="http://schemas.microsoft.com/office/drawing/2014/main" id="{D44A967A-28D2-496E-8B4E-CC7F7D3F659C}"/>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83" name="AutoShape 21">
                <a:extLst>
                  <a:ext uri="{FF2B5EF4-FFF2-40B4-BE49-F238E27FC236}">
                    <a16:creationId xmlns:a16="http://schemas.microsoft.com/office/drawing/2014/main" id="{FC3B0452-45B5-4BFB-A0BD-60B91D627B0A}"/>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84" name="AutoShape 22">
                <a:extLst>
                  <a:ext uri="{FF2B5EF4-FFF2-40B4-BE49-F238E27FC236}">
                    <a16:creationId xmlns:a16="http://schemas.microsoft.com/office/drawing/2014/main" id="{27C19763-DD14-47C4-8F02-0DCEFC7257D1}"/>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85" name="AutoShape 23">
                <a:extLst>
                  <a:ext uri="{FF2B5EF4-FFF2-40B4-BE49-F238E27FC236}">
                    <a16:creationId xmlns:a16="http://schemas.microsoft.com/office/drawing/2014/main" id="{B22DDDF2-0848-45C1-B03F-E8FB18BAD4F9}"/>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10263" name="AutoShape 24">
              <a:extLst>
                <a:ext uri="{FF2B5EF4-FFF2-40B4-BE49-F238E27FC236}">
                  <a16:creationId xmlns:a16="http://schemas.microsoft.com/office/drawing/2014/main" id="{E1D72F32-25CB-4A72-B48B-40C86B3AF6FB}"/>
                </a:ext>
              </a:extLst>
            </p:cNvPr>
            <p:cNvCxnSpPr>
              <a:cxnSpLocks noChangeShapeType="1"/>
            </p:cNvCxnSpPr>
            <p:nvPr/>
          </p:nvCxnSpPr>
          <p:spPr bwMode="auto">
            <a:xfrm>
              <a:off x="3495" y="10942"/>
              <a:ext cx="570" cy="1"/>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264" name="AutoShape 25">
              <a:extLst>
                <a:ext uri="{FF2B5EF4-FFF2-40B4-BE49-F238E27FC236}">
                  <a16:creationId xmlns:a16="http://schemas.microsoft.com/office/drawing/2014/main" id="{04620CB9-5CC5-42AA-AF78-B75ECF42D307}"/>
                </a:ext>
              </a:extLst>
            </p:cNvPr>
            <p:cNvCxnSpPr>
              <a:cxnSpLocks noChangeShapeType="1"/>
            </p:cNvCxnSpPr>
            <p:nvPr/>
          </p:nvCxnSpPr>
          <p:spPr bwMode="auto">
            <a:xfrm>
              <a:off x="5055" y="11605"/>
              <a:ext cx="0" cy="63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265" name="AutoShape 26">
              <a:extLst>
                <a:ext uri="{FF2B5EF4-FFF2-40B4-BE49-F238E27FC236}">
                  <a16:creationId xmlns:a16="http://schemas.microsoft.com/office/drawing/2014/main" id="{AFAB2C14-222C-4CEC-81C8-2FFD3F4BEBD2}"/>
                </a:ext>
              </a:extLst>
            </p:cNvPr>
            <p:cNvCxnSpPr>
              <a:cxnSpLocks noChangeShapeType="1"/>
            </p:cNvCxnSpPr>
            <p:nvPr/>
          </p:nvCxnSpPr>
          <p:spPr bwMode="auto">
            <a:xfrm flipH="1">
              <a:off x="3645" y="13377"/>
              <a:ext cx="630"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266" name="AutoShape 27">
              <a:extLst>
                <a:ext uri="{FF2B5EF4-FFF2-40B4-BE49-F238E27FC236}">
                  <a16:creationId xmlns:a16="http://schemas.microsoft.com/office/drawing/2014/main" id="{D27E201B-A9C2-48F3-AD8E-333E58C3F971}"/>
                </a:ext>
              </a:extLst>
            </p:cNvPr>
            <p:cNvCxnSpPr>
              <a:cxnSpLocks noChangeShapeType="1"/>
            </p:cNvCxnSpPr>
            <p:nvPr/>
          </p:nvCxnSpPr>
          <p:spPr bwMode="auto">
            <a:xfrm flipV="1">
              <a:off x="2339" y="11785"/>
              <a:ext cx="1" cy="690"/>
            </a:xfrm>
            <a:prstGeom prst="straightConnector1">
              <a:avLst/>
            </a:prstGeom>
            <a:noFill/>
            <a:ln w="19050">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10267" name="AutoShape 28">
              <a:extLst>
                <a:ext uri="{FF2B5EF4-FFF2-40B4-BE49-F238E27FC236}">
                  <a16:creationId xmlns:a16="http://schemas.microsoft.com/office/drawing/2014/main" id="{6DF3E3F6-0AC6-466B-A140-4ED0BB7AAD15}"/>
                </a:ext>
              </a:extLst>
            </p:cNvPr>
            <p:cNvCxnSpPr>
              <a:cxnSpLocks noChangeShapeType="1"/>
            </p:cNvCxnSpPr>
            <p:nvPr/>
          </p:nvCxnSpPr>
          <p:spPr bwMode="auto">
            <a:xfrm rot="5400000">
              <a:off x="4840" y="11465"/>
              <a:ext cx="271" cy="19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68" name="AutoShape 29">
              <a:extLst>
                <a:ext uri="{FF2B5EF4-FFF2-40B4-BE49-F238E27FC236}">
                  <a16:creationId xmlns:a16="http://schemas.microsoft.com/office/drawing/2014/main" id="{91306446-181B-41E4-8097-13F427274257}"/>
                </a:ext>
              </a:extLst>
            </p:cNvPr>
            <p:cNvCxnSpPr>
              <a:cxnSpLocks noChangeShapeType="1"/>
            </p:cNvCxnSpPr>
            <p:nvPr/>
          </p:nvCxnSpPr>
          <p:spPr bwMode="auto">
            <a:xfrm flipV="1">
              <a:off x="2444" y="12325"/>
              <a:ext cx="150"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69" name="AutoShape 30">
              <a:extLst>
                <a:ext uri="{FF2B5EF4-FFF2-40B4-BE49-F238E27FC236}">
                  <a16:creationId xmlns:a16="http://schemas.microsoft.com/office/drawing/2014/main" id="{FC983284-12D0-440E-A129-368D7C16A50C}"/>
                </a:ext>
              </a:extLst>
            </p:cNvPr>
            <p:cNvCxnSpPr>
              <a:cxnSpLocks noChangeShapeType="1"/>
            </p:cNvCxnSpPr>
            <p:nvPr/>
          </p:nvCxnSpPr>
          <p:spPr bwMode="auto">
            <a:xfrm>
              <a:off x="2444" y="11965"/>
              <a:ext cx="15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70" name="AutoShape 31">
              <a:extLst>
                <a:ext uri="{FF2B5EF4-FFF2-40B4-BE49-F238E27FC236}">
                  <a16:creationId xmlns:a16="http://schemas.microsoft.com/office/drawing/2014/main" id="{15A2B99A-E749-4994-80F9-8FD3F19503A9}"/>
                </a:ext>
              </a:extLst>
            </p:cNvPr>
            <p:cNvCxnSpPr>
              <a:cxnSpLocks noChangeShapeType="1"/>
            </p:cNvCxnSpPr>
            <p:nvPr/>
          </p:nvCxnSpPr>
          <p:spPr bwMode="auto">
            <a:xfrm>
              <a:off x="2519" y="11875"/>
              <a:ext cx="1" cy="19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71" name="AutoShape 32">
              <a:extLst>
                <a:ext uri="{FF2B5EF4-FFF2-40B4-BE49-F238E27FC236}">
                  <a16:creationId xmlns:a16="http://schemas.microsoft.com/office/drawing/2014/main" id="{9295CFA8-9FAD-4BF7-AC64-031BE5804991}"/>
                </a:ext>
              </a:extLst>
            </p:cNvPr>
            <p:cNvCxnSpPr>
              <a:cxnSpLocks noChangeShapeType="1"/>
            </p:cNvCxnSpPr>
            <p:nvPr/>
          </p:nvCxnSpPr>
          <p:spPr bwMode="auto">
            <a:xfrm>
              <a:off x="2775" y="11110"/>
              <a:ext cx="210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72" name="AutoShape 33">
              <a:extLst>
                <a:ext uri="{FF2B5EF4-FFF2-40B4-BE49-F238E27FC236}">
                  <a16:creationId xmlns:a16="http://schemas.microsoft.com/office/drawing/2014/main" id="{13225038-659C-4FEC-A069-3B84B4E7D765}"/>
                </a:ext>
              </a:extLst>
            </p:cNvPr>
            <p:cNvCxnSpPr>
              <a:cxnSpLocks noChangeShapeType="1"/>
            </p:cNvCxnSpPr>
            <p:nvPr/>
          </p:nvCxnSpPr>
          <p:spPr bwMode="auto">
            <a:xfrm flipV="1">
              <a:off x="2775" y="11110"/>
              <a:ext cx="1" cy="9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73" name="AutoShape 34">
              <a:extLst>
                <a:ext uri="{FF2B5EF4-FFF2-40B4-BE49-F238E27FC236}">
                  <a16:creationId xmlns:a16="http://schemas.microsoft.com/office/drawing/2014/main" id="{4E14F9D2-FB3A-4E01-9116-EA3A8513B498}"/>
                </a:ext>
              </a:extLst>
            </p:cNvPr>
            <p:cNvCxnSpPr>
              <a:cxnSpLocks noChangeShapeType="1"/>
            </p:cNvCxnSpPr>
            <p:nvPr/>
          </p:nvCxnSpPr>
          <p:spPr bwMode="auto">
            <a:xfrm flipH="1" flipV="1">
              <a:off x="2775" y="12235"/>
              <a:ext cx="6" cy="94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74" name="AutoShape 35">
              <a:extLst>
                <a:ext uri="{FF2B5EF4-FFF2-40B4-BE49-F238E27FC236}">
                  <a16:creationId xmlns:a16="http://schemas.microsoft.com/office/drawing/2014/main" id="{B4806A1D-1C93-4BAB-ABD9-80CCFF40AC56}"/>
                </a:ext>
              </a:extLst>
            </p:cNvPr>
            <p:cNvCxnSpPr>
              <a:cxnSpLocks noChangeShapeType="1"/>
            </p:cNvCxnSpPr>
            <p:nvPr/>
          </p:nvCxnSpPr>
          <p:spPr bwMode="auto">
            <a:xfrm>
              <a:off x="2520" y="12085"/>
              <a:ext cx="51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75" name="AutoShape 36">
              <a:extLst>
                <a:ext uri="{FF2B5EF4-FFF2-40B4-BE49-F238E27FC236}">
                  <a16:creationId xmlns:a16="http://schemas.microsoft.com/office/drawing/2014/main" id="{A873B2E8-69B5-4B2F-BFF8-98267C444948}"/>
                </a:ext>
              </a:extLst>
            </p:cNvPr>
            <p:cNvCxnSpPr>
              <a:cxnSpLocks noChangeShapeType="1"/>
            </p:cNvCxnSpPr>
            <p:nvPr/>
          </p:nvCxnSpPr>
          <p:spPr bwMode="auto">
            <a:xfrm>
              <a:off x="2594" y="12235"/>
              <a:ext cx="316" cy="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6181" name="AutoShape 37">
              <a:extLst>
                <a:ext uri="{FF2B5EF4-FFF2-40B4-BE49-F238E27FC236}">
                  <a16:creationId xmlns:a16="http://schemas.microsoft.com/office/drawing/2014/main" id="{DA1D040D-D806-4F6F-A777-B650AFDAE3A9}"/>
                </a:ext>
              </a:extLst>
            </p:cNvPr>
            <p:cNvCxnSpPr>
              <a:cxnSpLocks noChangeShapeType="1"/>
            </p:cNvCxnSpPr>
            <p:nvPr/>
          </p:nvCxnSpPr>
          <p:spPr bwMode="auto">
            <a:xfrm flipH="1" flipV="1">
              <a:off x="4875" y="12416"/>
              <a:ext cx="285" cy="379"/>
            </a:xfrm>
            <a:prstGeom prst="straightConnector1">
              <a:avLst/>
            </a:prstGeom>
            <a:ln>
              <a:headEnd/>
              <a:tailEnd/>
            </a:ln>
          </p:spPr>
          <p:style>
            <a:lnRef idx="1">
              <a:schemeClr val="dk1"/>
            </a:lnRef>
            <a:fillRef idx="0">
              <a:schemeClr val="dk1"/>
            </a:fillRef>
            <a:effectRef idx="0">
              <a:schemeClr val="dk1"/>
            </a:effectRef>
            <a:fontRef idx="minor">
              <a:schemeClr val="tx1"/>
            </a:fontRef>
          </p:style>
        </p:cxnSp>
        <p:sp>
          <p:nvSpPr>
            <p:cNvPr id="10277" name="Oval 38">
              <a:extLst>
                <a:ext uri="{FF2B5EF4-FFF2-40B4-BE49-F238E27FC236}">
                  <a16:creationId xmlns:a16="http://schemas.microsoft.com/office/drawing/2014/main" id="{AEBA15CA-7730-4EE1-B3CA-84F8C1418DEF}"/>
                </a:ext>
              </a:extLst>
            </p:cNvPr>
            <p:cNvSpPr>
              <a:spLocks noChangeArrowheads="1"/>
            </p:cNvSpPr>
            <p:nvPr/>
          </p:nvSpPr>
          <p:spPr bwMode="auto">
            <a:xfrm>
              <a:off x="3330" y="11455"/>
              <a:ext cx="1110" cy="1340"/>
            </a:xfrm>
            <a:prstGeom prst="ellipse">
              <a:avLst/>
            </a:prstGeom>
            <a:solidFill>
              <a:srgbClr val="FFFFFF"/>
            </a:solidFill>
            <a:ln w="19050">
              <a:solidFill>
                <a:srgbClr val="7030A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100">
                <a:latin typeface="Arial" panose="020B0604020202020204" pitchFamily="34" charset="0"/>
              </a:endParaRPr>
            </a:p>
          </p:txBody>
        </p:sp>
        <p:cxnSp>
          <p:nvCxnSpPr>
            <p:cNvPr id="10278" name="AutoShape 39">
              <a:extLst>
                <a:ext uri="{FF2B5EF4-FFF2-40B4-BE49-F238E27FC236}">
                  <a16:creationId xmlns:a16="http://schemas.microsoft.com/office/drawing/2014/main" id="{475BBB08-1822-41E4-A3C0-042878B9372E}"/>
                </a:ext>
              </a:extLst>
            </p:cNvPr>
            <p:cNvCxnSpPr>
              <a:cxnSpLocks noChangeShapeType="1"/>
            </p:cNvCxnSpPr>
            <p:nvPr/>
          </p:nvCxnSpPr>
          <p:spPr bwMode="auto">
            <a:xfrm flipH="1">
              <a:off x="3855" y="12795"/>
              <a:ext cx="6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6150" name="Rectangle 40">
            <a:extLst>
              <a:ext uri="{FF2B5EF4-FFF2-40B4-BE49-F238E27FC236}">
                <a16:creationId xmlns:a16="http://schemas.microsoft.com/office/drawing/2014/main" id="{07D28E46-29FE-40D1-A430-21DDEA9A1653}"/>
              </a:ext>
            </a:extLst>
          </p:cNvPr>
          <p:cNvSpPr>
            <a:spLocks noChangeArrowheads="1"/>
          </p:cNvSpPr>
          <p:nvPr/>
        </p:nvSpPr>
        <p:spPr bwMode="auto">
          <a:xfrm>
            <a:off x="1329358" y="2058353"/>
            <a:ext cx="3000375" cy="1077218"/>
          </a:xfrm>
          <a:prstGeom prst="rect">
            <a:avLst/>
          </a:prstGeom>
          <a:solidFill>
            <a:schemeClr val="bg2">
              <a:lumMod val="20000"/>
              <a:lumOff val="80000"/>
            </a:schemeClr>
          </a:solidFill>
          <a:ln w="9525">
            <a:noFill/>
            <a:miter lim="800000"/>
            <a:headEnd/>
            <a:tailEnd/>
          </a:ln>
        </p:spPr>
        <p:txBody>
          <a:bodyPr anchor="ctr">
            <a:spAutoFit/>
          </a:bodyPr>
          <a:lstStyle/>
          <a:p>
            <a:pPr>
              <a:defRPr/>
            </a:pPr>
            <a:r>
              <a:rPr lang="en-US" sz="1600" b="1">
                <a:latin typeface="Arial" charset="0"/>
                <a:ea typeface="Times New Roman" pitchFamily="18" charset="0"/>
                <a:cs typeface="Arial" charset="0"/>
              </a:rPr>
              <a:t>The battery drives current through the resistor, from high potential to low potential.</a:t>
            </a:r>
            <a:endParaRPr lang="en-US" sz="1100">
              <a:latin typeface="Arial" charset="0"/>
              <a:ea typeface="Times New Roman" pitchFamily="18" charset="0"/>
              <a:cs typeface="Arial" charset="0"/>
            </a:endParaRPr>
          </a:p>
        </p:txBody>
      </p:sp>
      <p:sp>
        <p:nvSpPr>
          <p:cNvPr id="10247" name="Rectangle 40">
            <a:extLst>
              <a:ext uri="{FF2B5EF4-FFF2-40B4-BE49-F238E27FC236}">
                <a16:creationId xmlns:a16="http://schemas.microsoft.com/office/drawing/2014/main" id="{01D6A9C0-3111-4A60-9BFB-F630F211EDE2}"/>
              </a:ext>
            </a:extLst>
          </p:cNvPr>
          <p:cNvSpPr>
            <a:spLocks noChangeArrowheads="1"/>
          </p:cNvSpPr>
          <p:nvPr/>
        </p:nvSpPr>
        <p:spPr bwMode="auto">
          <a:xfrm>
            <a:off x="1829421" y="406857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B</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10248" name="Rectangle 41">
            <a:extLst>
              <a:ext uri="{FF2B5EF4-FFF2-40B4-BE49-F238E27FC236}">
                <a16:creationId xmlns:a16="http://schemas.microsoft.com/office/drawing/2014/main" id="{E22AED7C-6D67-45EB-9908-7FF012C22EF1}"/>
              </a:ext>
            </a:extLst>
          </p:cNvPr>
          <p:cNvSpPr>
            <a:spLocks noChangeArrowheads="1"/>
          </p:cNvSpPr>
          <p:nvPr/>
        </p:nvSpPr>
        <p:spPr bwMode="auto">
          <a:xfrm>
            <a:off x="2543796" y="5068700"/>
            <a:ext cx="2551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Times New Roman" panose="02020603050405020304" pitchFamily="18" charset="0"/>
                <a:cs typeface="Times New Roman" panose="02020603050405020304" pitchFamily="18" charset="0"/>
              </a:rPr>
              <a:t>i</a:t>
            </a:r>
            <a:endParaRPr lang="en-US" altLang="id-ID" sz="2000" i="1">
              <a:latin typeface="Times New Roman" panose="02020603050405020304" pitchFamily="18" charset="0"/>
              <a:cs typeface="Times New Roman" panose="02020603050405020304" pitchFamily="18" charset="0"/>
            </a:endParaRPr>
          </a:p>
        </p:txBody>
      </p:sp>
      <p:sp>
        <p:nvSpPr>
          <p:cNvPr id="10249" name="Rectangle 42">
            <a:extLst>
              <a:ext uri="{FF2B5EF4-FFF2-40B4-BE49-F238E27FC236}">
                <a16:creationId xmlns:a16="http://schemas.microsoft.com/office/drawing/2014/main" id="{FF52216A-62CF-44A0-A1EF-DC48B9A64A31}"/>
              </a:ext>
            </a:extLst>
          </p:cNvPr>
          <p:cNvSpPr>
            <a:spLocks noChangeArrowheads="1"/>
          </p:cNvSpPr>
          <p:nvPr/>
        </p:nvSpPr>
        <p:spPr bwMode="auto">
          <a:xfrm>
            <a:off x="5215558" y="3716150"/>
            <a:ext cx="22313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100" b="1" i="1">
                <a:latin typeface="Times New Roman" panose="02020603050405020304" pitchFamily="18" charset="0"/>
                <a:cs typeface="Times New Roman" panose="02020603050405020304" pitchFamily="18" charset="0"/>
              </a:rPr>
              <a:t>i</a:t>
            </a:r>
            <a:endParaRPr lang="en-US" altLang="id-ID" sz="1100" i="1">
              <a:latin typeface="Times New Roman" panose="02020603050405020304" pitchFamily="18" charset="0"/>
              <a:cs typeface="Times New Roman" panose="02020603050405020304" pitchFamily="18" charset="0"/>
            </a:endParaRPr>
          </a:p>
        </p:txBody>
      </p:sp>
      <p:sp>
        <p:nvSpPr>
          <p:cNvPr id="10250" name="Rectangle 43">
            <a:extLst>
              <a:ext uri="{FF2B5EF4-FFF2-40B4-BE49-F238E27FC236}">
                <a16:creationId xmlns:a16="http://schemas.microsoft.com/office/drawing/2014/main" id="{26554EB3-7D8D-4637-92E8-2F5740908781}"/>
              </a:ext>
            </a:extLst>
          </p:cNvPr>
          <p:cNvSpPr>
            <a:spLocks noChangeArrowheads="1"/>
          </p:cNvSpPr>
          <p:nvPr/>
        </p:nvSpPr>
        <p:spPr bwMode="auto">
          <a:xfrm>
            <a:off x="3615358" y="3854262"/>
            <a:ext cx="2551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Times New Roman" panose="02020603050405020304" pitchFamily="18" charset="0"/>
                <a:cs typeface="Times New Roman" panose="02020603050405020304" pitchFamily="18" charset="0"/>
              </a:rPr>
              <a:t>i</a:t>
            </a:r>
            <a:endParaRPr lang="en-US" altLang="id-ID" sz="2000" i="1">
              <a:latin typeface="Times New Roman" panose="02020603050405020304" pitchFamily="18" charset="0"/>
              <a:cs typeface="Times New Roman" panose="02020603050405020304" pitchFamily="18" charset="0"/>
            </a:endParaRPr>
          </a:p>
        </p:txBody>
      </p:sp>
      <p:sp>
        <p:nvSpPr>
          <p:cNvPr id="10251" name="Rectangle 44">
            <a:extLst>
              <a:ext uri="{FF2B5EF4-FFF2-40B4-BE49-F238E27FC236}">
                <a16:creationId xmlns:a16="http://schemas.microsoft.com/office/drawing/2014/main" id="{543F1543-F871-4DBB-A1AA-46CF0CF00BEA}"/>
              </a:ext>
            </a:extLst>
          </p:cNvPr>
          <p:cNvSpPr>
            <a:spLocks noChangeArrowheads="1"/>
          </p:cNvSpPr>
          <p:nvPr/>
        </p:nvSpPr>
        <p:spPr bwMode="auto">
          <a:xfrm>
            <a:off x="2829546" y="3068450"/>
            <a:ext cx="2551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Times New Roman" panose="02020603050405020304" pitchFamily="18" charset="0"/>
                <a:cs typeface="Times New Roman" panose="02020603050405020304" pitchFamily="18" charset="0"/>
              </a:rPr>
              <a:t>i</a:t>
            </a:r>
            <a:endParaRPr lang="en-US" altLang="id-ID" sz="2000" i="1">
              <a:latin typeface="Times New Roman" panose="02020603050405020304" pitchFamily="18" charset="0"/>
              <a:cs typeface="Times New Roman" panose="02020603050405020304" pitchFamily="18" charset="0"/>
            </a:endParaRPr>
          </a:p>
        </p:txBody>
      </p:sp>
      <p:sp>
        <p:nvSpPr>
          <p:cNvPr id="10252" name="Rectangle 45">
            <a:extLst>
              <a:ext uri="{FF2B5EF4-FFF2-40B4-BE49-F238E27FC236}">
                <a16:creationId xmlns:a16="http://schemas.microsoft.com/office/drawing/2014/main" id="{0F16DE31-89B3-4F9D-9E02-4093B0B30B74}"/>
              </a:ext>
            </a:extLst>
          </p:cNvPr>
          <p:cNvSpPr>
            <a:spLocks noChangeArrowheads="1"/>
          </p:cNvSpPr>
          <p:nvPr/>
        </p:nvSpPr>
        <p:spPr bwMode="auto">
          <a:xfrm>
            <a:off x="3043858" y="39257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i="1">
                <a:latin typeface="Arial" panose="020B0604020202020204" pitchFamily="34" charset="0"/>
              </a:rPr>
              <a:t>R</a:t>
            </a:r>
            <a:endParaRPr lang="en-US" altLang="id-ID" sz="1800" b="1">
              <a:latin typeface="Arial" panose="020B0604020202020204" pitchFamily="34" charset="0"/>
            </a:endParaRPr>
          </a:p>
        </p:txBody>
      </p:sp>
      <p:sp>
        <p:nvSpPr>
          <p:cNvPr id="10253" name="Rectangle 46">
            <a:extLst>
              <a:ext uri="{FF2B5EF4-FFF2-40B4-BE49-F238E27FC236}">
                <a16:creationId xmlns:a16="http://schemas.microsoft.com/office/drawing/2014/main" id="{BB7151EB-C74F-4CC0-BAEC-150F14F3878B}"/>
              </a:ext>
            </a:extLst>
          </p:cNvPr>
          <p:cNvSpPr>
            <a:spLocks noChangeArrowheads="1"/>
          </p:cNvSpPr>
          <p:nvPr/>
        </p:nvSpPr>
        <p:spPr bwMode="auto">
          <a:xfrm>
            <a:off x="1043608" y="3711387"/>
            <a:ext cx="3305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a:latin typeface="Arial" panose="020B0604020202020204" pitchFamily="34" charset="0"/>
                <a:cs typeface="Times New Roman" panose="02020603050405020304" pitchFamily="18" charset="0"/>
              </a:rPr>
              <a:t>ε</a:t>
            </a:r>
            <a:endParaRPr lang="en-US" altLang="id-ID">
              <a:latin typeface="Arial" panose="020B0604020202020204" pitchFamily="34" charset="0"/>
            </a:endParaRPr>
          </a:p>
        </p:txBody>
      </p:sp>
      <p:sp>
        <p:nvSpPr>
          <p:cNvPr id="10254" name="Rectangle 41">
            <a:extLst>
              <a:ext uri="{FF2B5EF4-FFF2-40B4-BE49-F238E27FC236}">
                <a16:creationId xmlns:a16="http://schemas.microsoft.com/office/drawing/2014/main" id="{2D7F3BC2-A163-4643-B8A4-128E07DDBEFB}"/>
              </a:ext>
            </a:extLst>
          </p:cNvPr>
          <p:cNvSpPr>
            <a:spLocks noChangeArrowheads="1"/>
          </p:cNvSpPr>
          <p:nvPr/>
        </p:nvSpPr>
        <p:spPr bwMode="auto">
          <a:xfrm>
            <a:off x="3472483" y="3170556"/>
            <a:ext cx="13573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600" b="1">
                <a:latin typeface="Arial" panose="020B0604020202020204" pitchFamily="34" charset="0"/>
                <a:ea typeface="Times New Roman" panose="02020603050405020304" pitchFamily="18" charset="0"/>
                <a:cs typeface="Arial" panose="020B0604020202020204" pitchFamily="34" charset="0"/>
              </a:rPr>
              <a:t>Higher potential</a:t>
            </a:r>
            <a:endParaRPr lang="en-US" altLang="id-ID" sz="1100">
              <a:latin typeface="Arial" panose="020B0604020202020204" pitchFamily="34" charset="0"/>
              <a:ea typeface="Times New Roman" panose="02020603050405020304" pitchFamily="18" charset="0"/>
              <a:cs typeface="Arial" panose="020B0604020202020204" pitchFamily="34" charset="0"/>
            </a:endParaRPr>
          </a:p>
        </p:txBody>
      </p:sp>
      <p:sp>
        <p:nvSpPr>
          <p:cNvPr id="10255" name="Rectangle 42">
            <a:extLst>
              <a:ext uri="{FF2B5EF4-FFF2-40B4-BE49-F238E27FC236}">
                <a16:creationId xmlns:a16="http://schemas.microsoft.com/office/drawing/2014/main" id="{B8A3C31D-8EA8-4C0C-B13D-CBFAD28A6E5F}"/>
              </a:ext>
            </a:extLst>
          </p:cNvPr>
          <p:cNvSpPr>
            <a:spLocks noChangeArrowheads="1"/>
          </p:cNvSpPr>
          <p:nvPr/>
        </p:nvSpPr>
        <p:spPr bwMode="auto">
          <a:xfrm>
            <a:off x="3472483" y="4599306"/>
            <a:ext cx="1143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600" b="1">
                <a:latin typeface="Arial" panose="020B0604020202020204" pitchFamily="34" charset="0"/>
                <a:ea typeface="Times New Roman" panose="02020603050405020304" pitchFamily="18" charset="0"/>
                <a:cs typeface="Arial" panose="020B0604020202020204" pitchFamily="34" charset="0"/>
              </a:rPr>
              <a:t>Lower potential</a:t>
            </a:r>
            <a:endParaRPr lang="en-US" altLang="id-ID" sz="1100">
              <a:latin typeface="Arial" panose="020B0604020202020204" pitchFamily="34" charset="0"/>
              <a:ea typeface="Times New Roman" panose="02020603050405020304" pitchFamily="18" charset="0"/>
              <a:cs typeface="Arial" panose="020B0604020202020204" pitchFamily="34" charset="0"/>
            </a:endParaRPr>
          </a:p>
        </p:txBody>
      </p:sp>
      <p:sp>
        <p:nvSpPr>
          <p:cNvPr id="10256" name="Rectangle 43">
            <a:extLst>
              <a:ext uri="{FF2B5EF4-FFF2-40B4-BE49-F238E27FC236}">
                <a16:creationId xmlns:a16="http://schemas.microsoft.com/office/drawing/2014/main" id="{19D7FB87-94BD-46BC-8606-A32D1145D3B2}"/>
              </a:ext>
            </a:extLst>
          </p:cNvPr>
          <p:cNvSpPr>
            <a:spLocks noChangeArrowheads="1"/>
          </p:cNvSpPr>
          <p:nvPr/>
        </p:nvSpPr>
        <p:spPr bwMode="auto">
          <a:xfrm>
            <a:off x="686844" y="5678150"/>
            <a:ext cx="5323007"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400" b="1" dirty="0">
                <a:solidFill>
                  <a:srgbClr val="002060"/>
                </a:solidFill>
                <a:latin typeface="Arial" panose="020B0604020202020204" pitchFamily="34" charset="0"/>
                <a:ea typeface="Times New Roman" panose="02020603050405020304" pitchFamily="18" charset="0"/>
                <a:cs typeface="Arial" panose="020B0604020202020204" pitchFamily="34" charset="0"/>
              </a:rPr>
              <a:t>Fig.2. A single-loop circuit in which a resistance R is connected across an ideal battery B with emf </a:t>
            </a:r>
            <a:r>
              <a:rPr lang="en-US" altLang="id-ID" sz="1800" b="1" dirty="0">
                <a:solidFill>
                  <a:srgbClr val="002060"/>
                </a:solidFill>
                <a:latin typeface="Times New Roman" panose="02020603050405020304" pitchFamily="18" charset="0"/>
                <a:ea typeface="Times New Roman" panose="02020603050405020304" pitchFamily="18" charset="0"/>
                <a:cs typeface="Arial" panose="020B0604020202020204" pitchFamily="34" charset="0"/>
              </a:rPr>
              <a:t>ε</a:t>
            </a:r>
            <a:r>
              <a:rPr lang="en-US" altLang="id-ID" sz="1400" b="1" dirty="0">
                <a:solidFill>
                  <a:srgbClr val="002060"/>
                </a:solidFill>
                <a:latin typeface="Arial" panose="020B0604020202020204" pitchFamily="34" charset="0"/>
                <a:ea typeface="Times New Roman" panose="02020603050405020304" pitchFamily="18" charset="0"/>
                <a:cs typeface="Arial" panose="020B0604020202020204" pitchFamily="34" charset="0"/>
              </a:rPr>
              <a:t>. </a:t>
            </a:r>
          </a:p>
          <a:p>
            <a:pPr>
              <a:spcBef>
                <a:spcPct val="0"/>
              </a:spcBef>
              <a:buFontTx/>
              <a:buNone/>
            </a:pPr>
            <a:r>
              <a:rPr lang="en-US" altLang="id-ID" sz="1400" b="1" dirty="0">
                <a:solidFill>
                  <a:srgbClr val="002060"/>
                </a:solidFill>
                <a:latin typeface="Arial" panose="020B0604020202020204" pitchFamily="34" charset="0"/>
                <a:ea typeface="Times New Roman" panose="02020603050405020304" pitchFamily="18" charset="0"/>
                <a:cs typeface="Arial" panose="020B0604020202020204" pitchFamily="34" charset="0"/>
              </a:rPr>
              <a:t>The resulting current </a:t>
            </a:r>
            <a:r>
              <a:rPr lang="en-US" altLang="id-ID" sz="1800" b="1" i="1" dirty="0" err="1">
                <a:solidFill>
                  <a:srgbClr val="002060"/>
                </a:solidFill>
                <a:latin typeface="Times New Roman" panose="02020603050405020304" pitchFamily="18" charset="0"/>
                <a:ea typeface="Times New Roman" panose="02020603050405020304" pitchFamily="18" charset="0"/>
                <a:cs typeface="Arial" panose="020B0604020202020204" pitchFamily="34" charset="0"/>
              </a:rPr>
              <a:t>i</a:t>
            </a:r>
            <a:r>
              <a:rPr lang="en-US" altLang="id-ID" sz="1400" b="1" i="1" dirty="0">
                <a:solidFill>
                  <a:srgbClr val="002060"/>
                </a:solidFill>
                <a:latin typeface="Times New Roman" panose="02020603050405020304" pitchFamily="18" charset="0"/>
                <a:ea typeface="Times New Roman" panose="02020603050405020304" pitchFamily="18" charset="0"/>
                <a:cs typeface="Arial" panose="020B0604020202020204" pitchFamily="34" charset="0"/>
              </a:rPr>
              <a:t>  </a:t>
            </a:r>
            <a:r>
              <a:rPr lang="en-US" altLang="id-ID" sz="1400" b="1" dirty="0">
                <a:solidFill>
                  <a:srgbClr val="002060"/>
                </a:solidFill>
                <a:latin typeface="Arial" panose="020B0604020202020204" pitchFamily="34" charset="0"/>
                <a:ea typeface="Times New Roman" panose="02020603050405020304" pitchFamily="18" charset="0"/>
                <a:cs typeface="Arial" panose="020B0604020202020204" pitchFamily="34" charset="0"/>
              </a:rPr>
              <a:t>is the same through out  the circuit. </a:t>
            </a:r>
            <a:endParaRPr lang="en-US" altLang="id-ID" sz="1050" dirty="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10257" name="Slide Number Placeholder 44">
            <a:extLst>
              <a:ext uri="{FF2B5EF4-FFF2-40B4-BE49-F238E27FC236}">
                <a16:creationId xmlns:a16="http://schemas.microsoft.com/office/drawing/2014/main" id="{C9AA3900-5161-4A09-90A6-A20B345AAC6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49206917-528E-4A69-B9FA-8FAE1FFA8B5D}" type="slidenum">
              <a:rPr lang="en-US" altLang="id-ID" sz="1400" smtClean="0"/>
              <a:pPr>
                <a:spcBef>
                  <a:spcPct val="0"/>
                </a:spcBef>
                <a:buFontTx/>
                <a:buNone/>
              </a:pPr>
              <a:t>7</a:t>
            </a:fld>
            <a:endParaRPr lang="en-US" altLang="id-ID"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2">
            <a:extLst>
              <a:ext uri="{FF2B5EF4-FFF2-40B4-BE49-F238E27FC236}">
                <a16:creationId xmlns:a16="http://schemas.microsoft.com/office/drawing/2014/main" id="{F5508EF2-1099-4977-9CED-9344EF61CEF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5D3EEF86-EB44-435C-8842-7EFA6341A941}" type="slidenum">
              <a:rPr lang="en-US" altLang="id-ID" sz="1400" smtClean="0"/>
              <a:pPr>
                <a:spcBef>
                  <a:spcPct val="0"/>
                </a:spcBef>
                <a:buFontTx/>
                <a:buNone/>
              </a:pPr>
              <a:t>8</a:t>
            </a:fld>
            <a:endParaRPr lang="en-US" altLang="id-ID" sz="1400"/>
          </a:p>
        </p:txBody>
      </p:sp>
      <p:pic>
        <p:nvPicPr>
          <p:cNvPr id="12291" name="Picture 6">
            <a:extLst>
              <a:ext uri="{FF2B5EF4-FFF2-40B4-BE49-F238E27FC236}">
                <a16:creationId xmlns:a16="http://schemas.microsoft.com/office/drawing/2014/main" id="{3B281E04-993C-4F3A-ABBE-7CF1422E99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5208" y="2956858"/>
            <a:ext cx="121263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ight Arrow 4">
            <a:extLst>
              <a:ext uri="{FF2B5EF4-FFF2-40B4-BE49-F238E27FC236}">
                <a16:creationId xmlns:a16="http://schemas.microsoft.com/office/drawing/2014/main" id="{7819DE7B-35CC-4201-9FFF-063C4EB5601C}"/>
              </a:ext>
            </a:extLst>
          </p:cNvPr>
          <p:cNvSpPr/>
          <p:nvPr/>
        </p:nvSpPr>
        <p:spPr>
          <a:xfrm>
            <a:off x="6017382" y="3329013"/>
            <a:ext cx="420283" cy="762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pic>
        <p:nvPicPr>
          <p:cNvPr id="12293" name="Picture 5">
            <a:extLst>
              <a:ext uri="{FF2B5EF4-FFF2-40B4-BE49-F238E27FC236}">
                <a16:creationId xmlns:a16="http://schemas.microsoft.com/office/drawing/2014/main" id="{6606F530-668B-4815-A2AC-F3889D156F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992" y="2971825"/>
            <a:ext cx="1239174"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ight Arrow 6">
            <a:extLst>
              <a:ext uri="{FF2B5EF4-FFF2-40B4-BE49-F238E27FC236}">
                <a16:creationId xmlns:a16="http://schemas.microsoft.com/office/drawing/2014/main" id="{DBED27D2-BD8B-49E5-A43D-FB1773F1EE59}"/>
              </a:ext>
            </a:extLst>
          </p:cNvPr>
          <p:cNvSpPr/>
          <p:nvPr/>
        </p:nvSpPr>
        <p:spPr>
          <a:xfrm>
            <a:off x="3874257" y="3329013"/>
            <a:ext cx="420283" cy="762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pic>
        <p:nvPicPr>
          <p:cNvPr id="12295" name="Picture 4">
            <a:extLst>
              <a:ext uri="{FF2B5EF4-FFF2-40B4-BE49-F238E27FC236}">
                <a16:creationId xmlns:a16="http://schemas.microsoft.com/office/drawing/2014/main" id="{DA43F686-6AF3-4B4E-8465-21F22EBEEC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8762" y="3064014"/>
            <a:ext cx="2145866"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6" name="Rectangle 10">
            <a:extLst>
              <a:ext uri="{FF2B5EF4-FFF2-40B4-BE49-F238E27FC236}">
                <a16:creationId xmlns:a16="http://schemas.microsoft.com/office/drawing/2014/main" id="{97750546-7075-4869-A59B-A521CB9F0737}"/>
              </a:ext>
            </a:extLst>
          </p:cNvPr>
          <p:cNvSpPr>
            <a:spLocks noChangeArrowheads="1"/>
          </p:cNvSpPr>
          <p:nvPr/>
        </p:nvSpPr>
        <p:spPr bwMode="auto">
          <a:xfrm>
            <a:off x="3392939" y="515735"/>
            <a:ext cx="385762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200" b="1" dirty="0">
                <a:solidFill>
                  <a:srgbClr val="0070C0"/>
                </a:solidFill>
                <a:latin typeface="Arial" panose="020B0604020202020204" pitchFamily="34" charset="0"/>
                <a:cs typeface="Arial" panose="020B0604020202020204" pitchFamily="34" charset="0"/>
              </a:rPr>
              <a:t>Calculating the Current in a Single-Loop Circuit (cont.) </a:t>
            </a:r>
            <a:endParaRPr lang="en-US" altLang="id-ID" sz="2200" dirty="0">
              <a:solidFill>
                <a:srgbClr val="0070C0"/>
              </a:solidFill>
              <a:latin typeface="Arial" panose="020B0604020202020204" pitchFamily="34" charset="0"/>
            </a:endParaRPr>
          </a:p>
        </p:txBody>
      </p:sp>
      <p:sp>
        <p:nvSpPr>
          <p:cNvPr id="12297" name="Rectangle 8">
            <a:extLst>
              <a:ext uri="{FF2B5EF4-FFF2-40B4-BE49-F238E27FC236}">
                <a16:creationId xmlns:a16="http://schemas.microsoft.com/office/drawing/2014/main" id="{2B4F3655-CF98-4BCC-AFA8-1B173ED24E9A}"/>
              </a:ext>
            </a:extLst>
          </p:cNvPr>
          <p:cNvSpPr>
            <a:spLocks noChangeArrowheads="1"/>
          </p:cNvSpPr>
          <p:nvPr/>
        </p:nvSpPr>
        <p:spPr bwMode="auto">
          <a:xfrm>
            <a:off x="1115616" y="1628800"/>
            <a:ext cx="781464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b="1" dirty="0">
                <a:latin typeface="Arial" panose="020B0604020202020204" pitchFamily="34" charset="0"/>
              </a:rPr>
              <a:t>From the principle of conservation of energy, the work done by the (ideal) battery must equal the thermal energy that appears in the resistor:</a:t>
            </a:r>
          </a:p>
        </p:txBody>
      </p:sp>
      <p:sp>
        <p:nvSpPr>
          <p:cNvPr id="12298" name="Rectangle 9">
            <a:extLst>
              <a:ext uri="{FF2B5EF4-FFF2-40B4-BE49-F238E27FC236}">
                <a16:creationId xmlns:a16="http://schemas.microsoft.com/office/drawing/2014/main" id="{162A911A-96B5-4964-BE33-9D360B94BD25}"/>
              </a:ext>
            </a:extLst>
          </p:cNvPr>
          <p:cNvSpPr>
            <a:spLocks noChangeArrowheads="1"/>
          </p:cNvSpPr>
          <p:nvPr/>
        </p:nvSpPr>
        <p:spPr bwMode="auto">
          <a:xfrm>
            <a:off x="1187624" y="3942015"/>
            <a:ext cx="761763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b="1" dirty="0">
                <a:latin typeface="Arial" panose="020B0604020202020204" pitchFamily="34" charset="0"/>
              </a:rPr>
              <a:t>Therefore, the energy per unit charge transferred to the moving charges is equal to the energy per unit charge transferred from them.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1">
            <a:extLst>
              <a:ext uri="{FF2B5EF4-FFF2-40B4-BE49-F238E27FC236}">
                <a16:creationId xmlns:a16="http://schemas.microsoft.com/office/drawing/2014/main" id="{27F8B9FF-56F0-42F6-BF84-39C051B50A4A}"/>
              </a:ext>
            </a:extLst>
          </p:cNvPr>
          <p:cNvSpPr txBox="1">
            <a:spLocks noChangeArrowheads="1"/>
          </p:cNvSpPr>
          <p:nvPr/>
        </p:nvSpPr>
        <p:spPr bwMode="auto">
          <a:xfrm>
            <a:off x="979587" y="1458913"/>
            <a:ext cx="3000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dirty="0">
                <a:solidFill>
                  <a:srgbClr val="0070C0"/>
                </a:solidFill>
                <a:latin typeface="Arial" panose="020B0604020202020204" pitchFamily="34" charset="0"/>
                <a:cs typeface="Arial" panose="020B0604020202020204" pitchFamily="34" charset="0"/>
              </a:rPr>
              <a:t> Potential Method</a:t>
            </a:r>
          </a:p>
        </p:txBody>
      </p:sp>
      <p:sp>
        <p:nvSpPr>
          <p:cNvPr id="13315" name="TextBox 4">
            <a:extLst>
              <a:ext uri="{FF2B5EF4-FFF2-40B4-BE49-F238E27FC236}">
                <a16:creationId xmlns:a16="http://schemas.microsoft.com/office/drawing/2014/main" id="{D122BC1F-F4DE-45F0-B43D-BFB8B3291EDC}"/>
              </a:ext>
            </a:extLst>
          </p:cNvPr>
          <p:cNvSpPr txBox="1">
            <a:spLocks noChangeArrowheads="1"/>
          </p:cNvSpPr>
          <p:nvPr/>
        </p:nvSpPr>
        <p:spPr bwMode="auto">
          <a:xfrm>
            <a:off x="1192384" y="4043669"/>
            <a:ext cx="392330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sz="2000" b="1" dirty="0">
                <a:latin typeface="Arial" panose="020B0604020202020204" pitchFamily="34" charset="0"/>
              </a:rPr>
              <a:t>In the figure, let us start at point </a:t>
            </a:r>
            <a:r>
              <a:rPr lang="en-US" altLang="id-ID" sz="2000" b="1" i="1" dirty="0">
                <a:latin typeface="Arial" panose="020B0604020202020204" pitchFamily="34" charset="0"/>
              </a:rPr>
              <a:t>a, </a:t>
            </a:r>
            <a:r>
              <a:rPr lang="en-US" altLang="id-ID" sz="2000" b="1" dirty="0">
                <a:latin typeface="Arial" panose="020B0604020202020204" pitchFamily="34" charset="0"/>
              </a:rPr>
              <a:t>whose potential is </a:t>
            </a:r>
            <a:r>
              <a:rPr lang="en-US" altLang="id-ID" sz="2000" b="1" i="1" dirty="0" err="1">
                <a:latin typeface="Arial" panose="020B0604020202020204" pitchFamily="34" charset="0"/>
              </a:rPr>
              <a:t>V</a:t>
            </a:r>
            <a:r>
              <a:rPr lang="en-US" altLang="id-ID" sz="2000" b="1" i="1" baseline="-25000" dirty="0" err="1">
                <a:latin typeface="Arial" panose="020B0604020202020204" pitchFamily="34" charset="0"/>
              </a:rPr>
              <a:t>a</a:t>
            </a:r>
            <a:r>
              <a:rPr lang="en-US" altLang="id-ID" sz="2000" b="1" i="1" dirty="0">
                <a:latin typeface="Arial" panose="020B0604020202020204" pitchFamily="34" charset="0"/>
              </a:rPr>
              <a:t>, </a:t>
            </a:r>
            <a:r>
              <a:rPr lang="en-US" altLang="id-ID" sz="2000" b="1" dirty="0">
                <a:latin typeface="Arial" panose="020B0604020202020204" pitchFamily="34" charset="0"/>
              </a:rPr>
              <a:t>and mentally go clockwise around the circuit until we are back at </a:t>
            </a:r>
            <a:r>
              <a:rPr lang="en-US" altLang="id-ID" sz="2000" b="1" i="1" dirty="0">
                <a:latin typeface="Arial" panose="020B0604020202020204" pitchFamily="34" charset="0"/>
              </a:rPr>
              <a:t>a, </a:t>
            </a:r>
            <a:r>
              <a:rPr lang="en-US" altLang="id-ID" sz="2000" b="1" dirty="0">
                <a:latin typeface="Arial" panose="020B0604020202020204" pitchFamily="34" charset="0"/>
              </a:rPr>
              <a:t>keeping track of potential changes as we move. </a:t>
            </a:r>
          </a:p>
        </p:txBody>
      </p:sp>
      <p:sp>
        <p:nvSpPr>
          <p:cNvPr id="13316" name="Rectangle 12">
            <a:extLst>
              <a:ext uri="{FF2B5EF4-FFF2-40B4-BE49-F238E27FC236}">
                <a16:creationId xmlns:a16="http://schemas.microsoft.com/office/drawing/2014/main" id="{E40A90E9-1583-4F4C-A3B7-4F2FABF31D6C}"/>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17" name="Rectangle 13">
            <a:extLst>
              <a:ext uri="{FF2B5EF4-FFF2-40B4-BE49-F238E27FC236}">
                <a16:creationId xmlns:a16="http://schemas.microsoft.com/office/drawing/2014/main" id="{CE58B603-0971-45B7-A9D7-A580610F7389}"/>
              </a:ext>
            </a:extLst>
          </p:cNvPr>
          <p:cNvSpPr>
            <a:spLocks noChangeArrowheads="1"/>
          </p:cNvSpPr>
          <p:nvPr/>
        </p:nvSpPr>
        <p:spPr bwMode="auto">
          <a:xfrm>
            <a:off x="979587" y="2089458"/>
            <a:ext cx="4358094"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a:spcBef>
                <a:spcPct val="0"/>
              </a:spcBef>
              <a:buFontTx/>
              <a:buNone/>
            </a:pPr>
            <a:r>
              <a:rPr lang="en-US" altLang="id-ID" sz="2000" b="1" i="1" dirty="0">
                <a:solidFill>
                  <a:srgbClr val="002060"/>
                </a:solidFill>
                <a:latin typeface="Arial" panose="020B0604020202020204" pitchFamily="34" charset="0"/>
                <a:cs typeface="Arial" panose="020B0604020202020204" pitchFamily="34" charset="0"/>
              </a:rPr>
              <a:t>LOOP RULE: The algebraic sum of the changes in potential encountered in a complete traversal of any loop of a circuit must be zero</a:t>
            </a:r>
            <a:endParaRPr lang="en-US" altLang="id-ID" sz="1100" dirty="0">
              <a:latin typeface="Arial" panose="020B0604020202020204" pitchFamily="34" charset="0"/>
              <a:cs typeface="Arial" panose="020B0604020202020204" pitchFamily="34" charset="0"/>
            </a:endParaRPr>
          </a:p>
        </p:txBody>
      </p:sp>
      <p:sp>
        <p:nvSpPr>
          <p:cNvPr id="13318" name="Rectangle 40">
            <a:extLst>
              <a:ext uri="{FF2B5EF4-FFF2-40B4-BE49-F238E27FC236}">
                <a16:creationId xmlns:a16="http://schemas.microsoft.com/office/drawing/2014/main" id="{C0C3EA2F-395E-4521-8153-BBBAA63E15D3}"/>
              </a:ext>
            </a:extLst>
          </p:cNvPr>
          <p:cNvSpPr>
            <a:spLocks noChangeArrowheads="1"/>
          </p:cNvSpPr>
          <p:nvPr/>
        </p:nvSpPr>
        <p:spPr bwMode="auto">
          <a:xfrm>
            <a:off x="5914099" y="984250"/>
            <a:ext cx="30003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dirty="0">
                <a:latin typeface="Arial" panose="020B0604020202020204" pitchFamily="34" charset="0"/>
                <a:ea typeface="Times New Roman" panose="02020603050405020304" pitchFamily="18" charset="0"/>
                <a:cs typeface="Arial" panose="020B0604020202020204" pitchFamily="34" charset="0"/>
              </a:rPr>
              <a:t>The battery drives current through the resistor, from high potential to low potential.</a:t>
            </a:r>
            <a:endParaRPr lang="en-US" altLang="id-ID" sz="1200" dirty="0">
              <a:latin typeface="Arial" panose="020B0604020202020204" pitchFamily="34" charset="0"/>
              <a:ea typeface="Times New Roman" panose="02020603050405020304" pitchFamily="18" charset="0"/>
              <a:cs typeface="Arial" panose="020B0604020202020204" pitchFamily="34" charset="0"/>
            </a:endParaRPr>
          </a:p>
        </p:txBody>
      </p:sp>
      <p:grpSp>
        <p:nvGrpSpPr>
          <p:cNvPr id="13319" name="Group 11">
            <a:extLst>
              <a:ext uri="{FF2B5EF4-FFF2-40B4-BE49-F238E27FC236}">
                <a16:creationId xmlns:a16="http://schemas.microsoft.com/office/drawing/2014/main" id="{5B8F64A4-3328-4837-BE57-2ACC0E680258}"/>
              </a:ext>
            </a:extLst>
          </p:cNvPr>
          <p:cNvGrpSpPr>
            <a:grpSpLocks/>
          </p:cNvGrpSpPr>
          <p:nvPr/>
        </p:nvGrpSpPr>
        <p:grpSpPr bwMode="auto">
          <a:xfrm>
            <a:off x="5556912" y="2484438"/>
            <a:ext cx="2357437" cy="1785937"/>
            <a:chOff x="2339" y="10942"/>
            <a:chExt cx="2821" cy="2435"/>
          </a:xfrm>
        </p:grpSpPr>
        <p:cxnSp>
          <p:nvCxnSpPr>
            <p:cNvPr id="13331" name="AutoShape 12">
              <a:extLst>
                <a:ext uri="{FF2B5EF4-FFF2-40B4-BE49-F238E27FC236}">
                  <a16:creationId xmlns:a16="http://schemas.microsoft.com/office/drawing/2014/main" id="{24E506F5-25BF-454E-8E29-2D72D6E6E89E}"/>
                </a:ext>
              </a:extLst>
            </p:cNvPr>
            <p:cNvCxnSpPr>
              <a:cxnSpLocks noChangeShapeType="1"/>
            </p:cNvCxnSpPr>
            <p:nvPr/>
          </p:nvCxnSpPr>
          <p:spPr bwMode="auto">
            <a:xfrm>
              <a:off x="2780" y="12655"/>
              <a:ext cx="1" cy="1"/>
            </a:xfrm>
            <a:prstGeom prst="straightConnector1">
              <a:avLst/>
            </a:prstGeom>
            <a:noFill/>
            <a:ln w="28575">
              <a:solidFill>
                <a:srgbClr val="000000"/>
              </a:solidFill>
              <a:round/>
              <a:headEnd type="oval" w="med" len="med"/>
              <a:tailEnd type="oval" w="med" len="med"/>
            </a:ln>
            <a:extLst>
              <a:ext uri="{909E8E84-426E-40DD-AFC4-6F175D3DCCD1}">
                <a14:hiddenFill xmlns:a14="http://schemas.microsoft.com/office/drawing/2010/main">
                  <a:noFill/>
                </a14:hiddenFill>
              </a:ext>
            </a:extLst>
          </p:spPr>
        </p:cxnSp>
        <p:cxnSp>
          <p:nvCxnSpPr>
            <p:cNvPr id="13332" name="AutoShape 13">
              <a:extLst>
                <a:ext uri="{FF2B5EF4-FFF2-40B4-BE49-F238E27FC236}">
                  <a16:creationId xmlns:a16="http://schemas.microsoft.com/office/drawing/2014/main" id="{40908C38-CF54-484E-8195-6AE022DF4E8A}"/>
                </a:ext>
              </a:extLst>
            </p:cNvPr>
            <p:cNvCxnSpPr>
              <a:cxnSpLocks noChangeShapeType="1"/>
            </p:cNvCxnSpPr>
            <p:nvPr/>
          </p:nvCxnSpPr>
          <p:spPr bwMode="auto">
            <a:xfrm>
              <a:off x="2777" y="13181"/>
              <a:ext cx="2099"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33" name="AutoShape 14">
              <a:extLst>
                <a:ext uri="{FF2B5EF4-FFF2-40B4-BE49-F238E27FC236}">
                  <a16:creationId xmlns:a16="http://schemas.microsoft.com/office/drawing/2014/main" id="{210AE4ED-5018-4265-9C83-25DDFFA00CF2}"/>
                </a:ext>
              </a:extLst>
            </p:cNvPr>
            <p:cNvCxnSpPr>
              <a:cxnSpLocks noChangeShapeType="1"/>
            </p:cNvCxnSpPr>
            <p:nvPr/>
          </p:nvCxnSpPr>
          <p:spPr bwMode="auto">
            <a:xfrm>
              <a:off x="4875" y="11110"/>
              <a:ext cx="0" cy="6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34" name="AutoShape 15">
              <a:extLst>
                <a:ext uri="{FF2B5EF4-FFF2-40B4-BE49-F238E27FC236}">
                  <a16:creationId xmlns:a16="http://schemas.microsoft.com/office/drawing/2014/main" id="{6E595AEC-E2BC-466E-B8C2-6812CA595B22}"/>
                </a:ext>
              </a:extLst>
            </p:cNvPr>
            <p:cNvCxnSpPr>
              <a:cxnSpLocks noChangeShapeType="1"/>
            </p:cNvCxnSpPr>
            <p:nvPr/>
          </p:nvCxnSpPr>
          <p:spPr bwMode="auto">
            <a:xfrm flipV="1">
              <a:off x="4876" y="12416"/>
              <a:ext cx="0" cy="76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13335" name="Group 16">
              <a:extLst>
                <a:ext uri="{FF2B5EF4-FFF2-40B4-BE49-F238E27FC236}">
                  <a16:creationId xmlns:a16="http://schemas.microsoft.com/office/drawing/2014/main" id="{739DFE07-0B33-44B4-8795-25F9347F6798}"/>
                </a:ext>
              </a:extLst>
            </p:cNvPr>
            <p:cNvGrpSpPr>
              <a:grpSpLocks/>
            </p:cNvGrpSpPr>
            <p:nvPr/>
          </p:nvGrpSpPr>
          <p:grpSpPr bwMode="auto">
            <a:xfrm>
              <a:off x="4755" y="11785"/>
              <a:ext cx="210" cy="630"/>
              <a:chOff x="2430" y="5910"/>
              <a:chExt cx="210" cy="630"/>
            </a:xfrm>
          </p:grpSpPr>
          <p:cxnSp>
            <p:nvCxnSpPr>
              <p:cNvPr id="13352" name="AutoShape 17">
                <a:extLst>
                  <a:ext uri="{FF2B5EF4-FFF2-40B4-BE49-F238E27FC236}">
                    <a16:creationId xmlns:a16="http://schemas.microsoft.com/office/drawing/2014/main" id="{DD0270DA-D0D9-45C8-945C-A1100F7C0211}"/>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53" name="AutoShape 18">
                <a:extLst>
                  <a:ext uri="{FF2B5EF4-FFF2-40B4-BE49-F238E27FC236}">
                    <a16:creationId xmlns:a16="http://schemas.microsoft.com/office/drawing/2014/main" id="{57E80B96-FBBA-4551-8282-1A1191606E4E}"/>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54" name="AutoShape 19">
                <a:extLst>
                  <a:ext uri="{FF2B5EF4-FFF2-40B4-BE49-F238E27FC236}">
                    <a16:creationId xmlns:a16="http://schemas.microsoft.com/office/drawing/2014/main" id="{08B325CB-34F7-44E6-AC2F-44B29DFEA25E}"/>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55" name="AutoShape 20">
                <a:extLst>
                  <a:ext uri="{FF2B5EF4-FFF2-40B4-BE49-F238E27FC236}">
                    <a16:creationId xmlns:a16="http://schemas.microsoft.com/office/drawing/2014/main" id="{9AD79E45-7D97-40AD-8647-247747402AA9}"/>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56" name="AutoShape 21">
                <a:extLst>
                  <a:ext uri="{FF2B5EF4-FFF2-40B4-BE49-F238E27FC236}">
                    <a16:creationId xmlns:a16="http://schemas.microsoft.com/office/drawing/2014/main" id="{80F6A3D6-B700-4060-9582-7B33462893B1}"/>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57" name="AutoShape 22">
                <a:extLst>
                  <a:ext uri="{FF2B5EF4-FFF2-40B4-BE49-F238E27FC236}">
                    <a16:creationId xmlns:a16="http://schemas.microsoft.com/office/drawing/2014/main" id="{3D06F2A4-D25B-4421-B6DE-31EAA5B950B9}"/>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58" name="AutoShape 23">
                <a:extLst>
                  <a:ext uri="{FF2B5EF4-FFF2-40B4-BE49-F238E27FC236}">
                    <a16:creationId xmlns:a16="http://schemas.microsoft.com/office/drawing/2014/main" id="{91D574B1-7016-4981-AEC3-64AC6B804C32}"/>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13336" name="AutoShape 24">
              <a:extLst>
                <a:ext uri="{FF2B5EF4-FFF2-40B4-BE49-F238E27FC236}">
                  <a16:creationId xmlns:a16="http://schemas.microsoft.com/office/drawing/2014/main" id="{6C1E3DED-46D2-4CFC-B122-338E2915B793}"/>
                </a:ext>
              </a:extLst>
            </p:cNvPr>
            <p:cNvCxnSpPr>
              <a:cxnSpLocks noChangeShapeType="1"/>
            </p:cNvCxnSpPr>
            <p:nvPr/>
          </p:nvCxnSpPr>
          <p:spPr bwMode="auto">
            <a:xfrm>
              <a:off x="3495" y="10942"/>
              <a:ext cx="570" cy="1"/>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337" name="AutoShape 25">
              <a:extLst>
                <a:ext uri="{FF2B5EF4-FFF2-40B4-BE49-F238E27FC236}">
                  <a16:creationId xmlns:a16="http://schemas.microsoft.com/office/drawing/2014/main" id="{8C812EA2-3C04-48AA-9235-9D96518E0ABE}"/>
                </a:ext>
              </a:extLst>
            </p:cNvPr>
            <p:cNvCxnSpPr>
              <a:cxnSpLocks noChangeShapeType="1"/>
            </p:cNvCxnSpPr>
            <p:nvPr/>
          </p:nvCxnSpPr>
          <p:spPr bwMode="auto">
            <a:xfrm>
              <a:off x="5075" y="11916"/>
              <a:ext cx="0" cy="63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338" name="AutoShape 26">
              <a:extLst>
                <a:ext uri="{FF2B5EF4-FFF2-40B4-BE49-F238E27FC236}">
                  <a16:creationId xmlns:a16="http://schemas.microsoft.com/office/drawing/2014/main" id="{7F4C2F80-C6B3-4FB2-ADBB-4FDD03D80B17}"/>
                </a:ext>
              </a:extLst>
            </p:cNvPr>
            <p:cNvCxnSpPr>
              <a:cxnSpLocks noChangeShapeType="1"/>
            </p:cNvCxnSpPr>
            <p:nvPr/>
          </p:nvCxnSpPr>
          <p:spPr bwMode="auto">
            <a:xfrm flipH="1">
              <a:off x="3645" y="13377"/>
              <a:ext cx="630"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339" name="AutoShape 27">
              <a:extLst>
                <a:ext uri="{FF2B5EF4-FFF2-40B4-BE49-F238E27FC236}">
                  <a16:creationId xmlns:a16="http://schemas.microsoft.com/office/drawing/2014/main" id="{8EAD11F6-C462-4AF8-9FE2-859FE12AA9EB}"/>
                </a:ext>
              </a:extLst>
            </p:cNvPr>
            <p:cNvCxnSpPr>
              <a:cxnSpLocks noChangeShapeType="1"/>
            </p:cNvCxnSpPr>
            <p:nvPr/>
          </p:nvCxnSpPr>
          <p:spPr bwMode="auto">
            <a:xfrm flipV="1">
              <a:off x="2339" y="11785"/>
              <a:ext cx="1" cy="690"/>
            </a:xfrm>
            <a:prstGeom prst="straightConnector1">
              <a:avLst/>
            </a:prstGeom>
            <a:noFill/>
            <a:ln w="19050">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13340" name="AutoShape 28">
              <a:extLst>
                <a:ext uri="{FF2B5EF4-FFF2-40B4-BE49-F238E27FC236}">
                  <a16:creationId xmlns:a16="http://schemas.microsoft.com/office/drawing/2014/main" id="{75C581E0-7DCE-4229-8A06-E1C0BBD4C448}"/>
                </a:ext>
              </a:extLst>
            </p:cNvPr>
            <p:cNvCxnSpPr>
              <a:cxnSpLocks noChangeShapeType="1"/>
            </p:cNvCxnSpPr>
            <p:nvPr/>
          </p:nvCxnSpPr>
          <p:spPr bwMode="auto">
            <a:xfrm rot="5400000">
              <a:off x="4840" y="11465"/>
              <a:ext cx="271" cy="19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41" name="AutoShape 29">
              <a:extLst>
                <a:ext uri="{FF2B5EF4-FFF2-40B4-BE49-F238E27FC236}">
                  <a16:creationId xmlns:a16="http://schemas.microsoft.com/office/drawing/2014/main" id="{8BB55D6C-EBD0-47ED-89B7-52644062B3E7}"/>
                </a:ext>
              </a:extLst>
            </p:cNvPr>
            <p:cNvCxnSpPr>
              <a:cxnSpLocks noChangeShapeType="1"/>
            </p:cNvCxnSpPr>
            <p:nvPr/>
          </p:nvCxnSpPr>
          <p:spPr bwMode="auto">
            <a:xfrm flipV="1">
              <a:off x="2444" y="12325"/>
              <a:ext cx="150"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2" name="AutoShape 30">
              <a:extLst>
                <a:ext uri="{FF2B5EF4-FFF2-40B4-BE49-F238E27FC236}">
                  <a16:creationId xmlns:a16="http://schemas.microsoft.com/office/drawing/2014/main" id="{B4C2449C-EA49-4498-95E1-5201E9844BC2}"/>
                </a:ext>
              </a:extLst>
            </p:cNvPr>
            <p:cNvCxnSpPr>
              <a:cxnSpLocks noChangeShapeType="1"/>
            </p:cNvCxnSpPr>
            <p:nvPr/>
          </p:nvCxnSpPr>
          <p:spPr bwMode="auto">
            <a:xfrm>
              <a:off x="2444" y="11965"/>
              <a:ext cx="15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3" name="AutoShape 31">
              <a:extLst>
                <a:ext uri="{FF2B5EF4-FFF2-40B4-BE49-F238E27FC236}">
                  <a16:creationId xmlns:a16="http://schemas.microsoft.com/office/drawing/2014/main" id="{7AA3DF9A-D643-474B-910E-8997D0132DE4}"/>
                </a:ext>
              </a:extLst>
            </p:cNvPr>
            <p:cNvCxnSpPr>
              <a:cxnSpLocks noChangeShapeType="1"/>
            </p:cNvCxnSpPr>
            <p:nvPr/>
          </p:nvCxnSpPr>
          <p:spPr bwMode="auto">
            <a:xfrm>
              <a:off x="2519" y="11875"/>
              <a:ext cx="1" cy="19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4" name="AutoShape 32">
              <a:extLst>
                <a:ext uri="{FF2B5EF4-FFF2-40B4-BE49-F238E27FC236}">
                  <a16:creationId xmlns:a16="http://schemas.microsoft.com/office/drawing/2014/main" id="{2D0FBB57-0BC5-4748-826B-8B6A6ABCC776}"/>
                </a:ext>
              </a:extLst>
            </p:cNvPr>
            <p:cNvCxnSpPr>
              <a:cxnSpLocks noChangeShapeType="1"/>
            </p:cNvCxnSpPr>
            <p:nvPr/>
          </p:nvCxnSpPr>
          <p:spPr bwMode="auto">
            <a:xfrm>
              <a:off x="2775" y="11110"/>
              <a:ext cx="210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5" name="AutoShape 33">
              <a:extLst>
                <a:ext uri="{FF2B5EF4-FFF2-40B4-BE49-F238E27FC236}">
                  <a16:creationId xmlns:a16="http://schemas.microsoft.com/office/drawing/2014/main" id="{B8524D96-D9C7-4CA5-B027-04668CB35411}"/>
                </a:ext>
              </a:extLst>
            </p:cNvPr>
            <p:cNvCxnSpPr>
              <a:cxnSpLocks noChangeShapeType="1"/>
            </p:cNvCxnSpPr>
            <p:nvPr/>
          </p:nvCxnSpPr>
          <p:spPr bwMode="auto">
            <a:xfrm flipV="1">
              <a:off x="2775" y="11110"/>
              <a:ext cx="1" cy="9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6" name="AutoShape 34">
              <a:extLst>
                <a:ext uri="{FF2B5EF4-FFF2-40B4-BE49-F238E27FC236}">
                  <a16:creationId xmlns:a16="http://schemas.microsoft.com/office/drawing/2014/main" id="{A758A7F3-14F5-4955-9E15-509203FCCA1B}"/>
                </a:ext>
              </a:extLst>
            </p:cNvPr>
            <p:cNvCxnSpPr>
              <a:cxnSpLocks noChangeShapeType="1"/>
            </p:cNvCxnSpPr>
            <p:nvPr/>
          </p:nvCxnSpPr>
          <p:spPr bwMode="auto">
            <a:xfrm flipH="1" flipV="1">
              <a:off x="2775" y="12235"/>
              <a:ext cx="6" cy="94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7" name="AutoShape 35">
              <a:extLst>
                <a:ext uri="{FF2B5EF4-FFF2-40B4-BE49-F238E27FC236}">
                  <a16:creationId xmlns:a16="http://schemas.microsoft.com/office/drawing/2014/main" id="{ADD13CFA-7A1E-41B9-9D89-D44EB1744746}"/>
                </a:ext>
              </a:extLst>
            </p:cNvPr>
            <p:cNvCxnSpPr>
              <a:cxnSpLocks noChangeShapeType="1"/>
            </p:cNvCxnSpPr>
            <p:nvPr/>
          </p:nvCxnSpPr>
          <p:spPr bwMode="auto">
            <a:xfrm>
              <a:off x="2520" y="12085"/>
              <a:ext cx="51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48" name="AutoShape 36">
              <a:extLst>
                <a:ext uri="{FF2B5EF4-FFF2-40B4-BE49-F238E27FC236}">
                  <a16:creationId xmlns:a16="http://schemas.microsoft.com/office/drawing/2014/main" id="{3506C8AE-FB50-43DC-B28C-6B920DECF6CB}"/>
                </a:ext>
              </a:extLst>
            </p:cNvPr>
            <p:cNvCxnSpPr>
              <a:cxnSpLocks noChangeShapeType="1"/>
            </p:cNvCxnSpPr>
            <p:nvPr/>
          </p:nvCxnSpPr>
          <p:spPr bwMode="auto">
            <a:xfrm>
              <a:off x="2594" y="12235"/>
              <a:ext cx="316" cy="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4" name="AutoShape 37">
              <a:extLst>
                <a:ext uri="{FF2B5EF4-FFF2-40B4-BE49-F238E27FC236}">
                  <a16:creationId xmlns:a16="http://schemas.microsoft.com/office/drawing/2014/main" id="{E6C48043-0BA1-4FD0-9480-0185B4ECA79E}"/>
                </a:ext>
              </a:extLst>
            </p:cNvPr>
            <p:cNvCxnSpPr>
              <a:cxnSpLocks noChangeShapeType="1"/>
            </p:cNvCxnSpPr>
            <p:nvPr/>
          </p:nvCxnSpPr>
          <p:spPr bwMode="auto">
            <a:xfrm flipH="1" flipV="1">
              <a:off x="4875" y="12416"/>
              <a:ext cx="285" cy="379"/>
            </a:xfrm>
            <a:prstGeom prst="straightConnector1">
              <a:avLst/>
            </a:prstGeom>
            <a:ln>
              <a:headEnd/>
              <a:tailEnd/>
            </a:ln>
          </p:spPr>
          <p:style>
            <a:lnRef idx="1">
              <a:schemeClr val="dk1"/>
            </a:lnRef>
            <a:fillRef idx="0">
              <a:schemeClr val="dk1"/>
            </a:fillRef>
            <a:effectRef idx="0">
              <a:schemeClr val="dk1"/>
            </a:effectRef>
            <a:fontRef idx="minor">
              <a:schemeClr val="tx1"/>
            </a:fontRef>
          </p:style>
        </p:cxnSp>
        <p:sp>
          <p:nvSpPr>
            <p:cNvPr id="13350" name="Oval 38">
              <a:extLst>
                <a:ext uri="{FF2B5EF4-FFF2-40B4-BE49-F238E27FC236}">
                  <a16:creationId xmlns:a16="http://schemas.microsoft.com/office/drawing/2014/main" id="{0E776D00-9345-455D-9688-03D61DAE8285}"/>
                </a:ext>
              </a:extLst>
            </p:cNvPr>
            <p:cNvSpPr>
              <a:spLocks noChangeArrowheads="1"/>
            </p:cNvSpPr>
            <p:nvPr/>
          </p:nvSpPr>
          <p:spPr bwMode="auto">
            <a:xfrm>
              <a:off x="3330" y="11455"/>
              <a:ext cx="1110" cy="1340"/>
            </a:xfrm>
            <a:prstGeom prst="ellipse">
              <a:avLst/>
            </a:prstGeom>
            <a:solidFill>
              <a:srgbClr val="FFFFFF"/>
            </a:solidFill>
            <a:ln w="19050">
              <a:solidFill>
                <a:srgbClr val="7030A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3351" name="AutoShape 39">
              <a:extLst>
                <a:ext uri="{FF2B5EF4-FFF2-40B4-BE49-F238E27FC236}">
                  <a16:creationId xmlns:a16="http://schemas.microsoft.com/office/drawing/2014/main" id="{CD3F567A-4C01-4E34-9A00-E070EF78ED9F}"/>
                </a:ext>
              </a:extLst>
            </p:cNvPr>
            <p:cNvCxnSpPr>
              <a:cxnSpLocks noChangeShapeType="1"/>
            </p:cNvCxnSpPr>
            <p:nvPr/>
          </p:nvCxnSpPr>
          <p:spPr bwMode="auto">
            <a:xfrm flipH="1">
              <a:off x="3855" y="12795"/>
              <a:ext cx="6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13320" name="Rectangle 41">
            <a:extLst>
              <a:ext uri="{FF2B5EF4-FFF2-40B4-BE49-F238E27FC236}">
                <a16:creationId xmlns:a16="http://schemas.microsoft.com/office/drawing/2014/main" id="{CCF89522-1251-4381-ABB0-A50878CAF9DE}"/>
              </a:ext>
            </a:extLst>
          </p:cNvPr>
          <p:cNvSpPr>
            <a:spLocks noChangeArrowheads="1"/>
          </p:cNvSpPr>
          <p:nvPr/>
        </p:nvSpPr>
        <p:spPr bwMode="auto">
          <a:xfrm>
            <a:off x="7771474" y="2198688"/>
            <a:ext cx="13573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Higher potential</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3321" name="Rectangle 42">
            <a:extLst>
              <a:ext uri="{FF2B5EF4-FFF2-40B4-BE49-F238E27FC236}">
                <a16:creationId xmlns:a16="http://schemas.microsoft.com/office/drawing/2014/main" id="{B3DE5610-3702-460E-8D36-82BD312146C1}"/>
              </a:ext>
            </a:extLst>
          </p:cNvPr>
          <p:cNvSpPr>
            <a:spLocks noChangeArrowheads="1"/>
          </p:cNvSpPr>
          <p:nvPr/>
        </p:nvSpPr>
        <p:spPr bwMode="auto">
          <a:xfrm>
            <a:off x="7771474" y="3698875"/>
            <a:ext cx="1143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Lower potential</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3322" name="Rectangle 44">
            <a:extLst>
              <a:ext uri="{FF2B5EF4-FFF2-40B4-BE49-F238E27FC236}">
                <a16:creationId xmlns:a16="http://schemas.microsoft.com/office/drawing/2014/main" id="{E2819C85-A8F2-4DD4-9D6D-3D512F906404}"/>
              </a:ext>
            </a:extLst>
          </p:cNvPr>
          <p:cNvSpPr>
            <a:spLocks noChangeArrowheads="1"/>
          </p:cNvSpPr>
          <p:nvPr/>
        </p:nvSpPr>
        <p:spPr bwMode="auto">
          <a:xfrm>
            <a:off x="7771474" y="3198813"/>
            <a:ext cx="269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i="1">
              <a:latin typeface="Times New Roman" panose="02020603050405020304" pitchFamily="18" charset="0"/>
              <a:cs typeface="Times New Roman" panose="02020603050405020304" pitchFamily="18" charset="0"/>
            </a:endParaRPr>
          </a:p>
        </p:txBody>
      </p:sp>
      <p:sp>
        <p:nvSpPr>
          <p:cNvPr id="13323" name="Rectangle 44">
            <a:extLst>
              <a:ext uri="{FF2B5EF4-FFF2-40B4-BE49-F238E27FC236}">
                <a16:creationId xmlns:a16="http://schemas.microsoft.com/office/drawing/2014/main" id="{9C93C358-0FFD-43B1-BC59-D3B5F0C342CA}"/>
              </a:ext>
            </a:extLst>
          </p:cNvPr>
          <p:cNvSpPr>
            <a:spLocks noChangeArrowheads="1"/>
          </p:cNvSpPr>
          <p:nvPr/>
        </p:nvSpPr>
        <p:spPr bwMode="auto">
          <a:xfrm>
            <a:off x="6985662" y="2127250"/>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i="1">
              <a:latin typeface="Times New Roman" panose="02020603050405020304" pitchFamily="18" charset="0"/>
              <a:cs typeface="Times New Roman" panose="02020603050405020304" pitchFamily="18" charset="0"/>
            </a:endParaRPr>
          </a:p>
        </p:txBody>
      </p:sp>
      <p:sp>
        <p:nvSpPr>
          <p:cNvPr id="13324" name="Rectangle 44">
            <a:extLst>
              <a:ext uri="{FF2B5EF4-FFF2-40B4-BE49-F238E27FC236}">
                <a16:creationId xmlns:a16="http://schemas.microsoft.com/office/drawing/2014/main" id="{F59036C6-01D1-45BF-98F7-9430D29554F8}"/>
              </a:ext>
            </a:extLst>
          </p:cNvPr>
          <p:cNvSpPr>
            <a:spLocks noChangeArrowheads="1"/>
          </p:cNvSpPr>
          <p:nvPr/>
        </p:nvSpPr>
        <p:spPr bwMode="auto">
          <a:xfrm>
            <a:off x="6342724" y="4056063"/>
            <a:ext cx="269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i="1">
              <a:latin typeface="Times New Roman" panose="02020603050405020304" pitchFamily="18" charset="0"/>
              <a:cs typeface="Times New Roman" panose="02020603050405020304" pitchFamily="18" charset="0"/>
            </a:endParaRPr>
          </a:p>
        </p:txBody>
      </p:sp>
      <p:sp>
        <p:nvSpPr>
          <p:cNvPr id="13325" name="Rectangle 45">
            <a:extLst>
              <a:ext uri="{FF2B5EF4-FFF2-40B4-BE49-F238E27FC236}">
                <a16:creationId xmlns:a16="http://schemas.microsoft.com/office/drawing/2014/main" id="{FC4DE2A6-318D-47C7-A6E7-B771C1901D96}"/>
              </a:ext>
            </a:extLst>
          </p:cNvPr>
          <p:cNvSpPr>
            <a:spLocks noChangeArrowheads="1"/>
          </p:cNvSpPr>
          <p:nvPr/>
        </p:nvSpPr>
        <p:spPr bwMode="auto">
          <a:xfrm>
            <a:off x="7271412" y="3127375"/>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R</a:t>
            </a:r>
            <a:endParaRPr lang="en-US" altLang="id-ID" sz="2000" b="1">
              <a:latin typeface="Arial" panose="020B0604020202020204" pitchFamily="34" charset="0"/>
            </a:endParaRPr>
          </a:p>
        </p:txBody>
      </p:sp>
      <p:sp>
        <p:nvSpPr>
          <p:cNvPr id="13326" name="Rectangle 46">
            <a:extLst>
              <a:ext uri="{FF2B5EF4-FFF2-40B4-BE49-F238E27FC236}">
                <a16:creationId xmlns:a16="http://schemas.microsoft.com/office/drawing/2014/main" id="{0DBCE374-E46F-4600-9209-83085D0B681C}"/>
              </a:ext>
            </a:extLst>
          </p:cNvPr>
          <p:cNvSpPr>
            <a:spLocks noChangeArrowheads="1"/>
          </p:cNvSpPr>
          <p:nvPr/>
        </p:nvSpPr>
        <p:spPr bwMode="auto">
          <a:xfrm>
            <a:off x="5414037" y="2698750"/>
            <a:ext cx="3429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600" b="1">
                <a:latin typeface="Arial" panose="020B0604020202020204" pitchFamily="34" charset="0"/>
                <a:cs typeface="Times New Roman" panose="02020603050405020304" pitchFamily="18" charset="0"/>
              </a:rPr>
              <a:t>ε</a:t>
            </a:r>
            <a:endParaRPr lang="en-US" altLang="id-ID" sz="2600">
              <a:latin typeface="Arial" panose="020B0604020202020204" pitchFamily="34" charset="0"/>
            </a:endParaRPr>
          </a:p>
        </p:txBody>
      </p:sp>
      <p:sp>
        <p:nvSpPr>
          <p:cNvPr id="13327" name="Rectangle 50">
            <a:extLst>
              <a:ext uri="{FF2B5EF4-FFF2-40B4-BE49-F238E27FC236}">
                <a16:creationId xmlns:a16="http://schemas.microsoft.com/office/drawing/2014/main" id="{3F3E8B60-21C1-4186-B245-150EF3C27EF5}"/>
              </a:ext>
            </a:extLst>
          </p:cNvPr>
          <p:cNvSpPr>
            <a:spLocks noChangeArrowheads="1"/>
          </p:cNvSpPr>
          <p:nvPr/>
        </p:nvSpPr>
        <p:spPr bwMode="auto">
          <a:xfrm>
            <a:off x="5985537" y="3198813"/>
            <a:ext cx="38893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Arial" panose="020B0604020202020204" pitchFamily="34" charset="0"/>
                <a:ea typeface="Times New Roman" panose="02020603050405020304" pitchFamily="18" charset="0"/>
                <a:cs typeface="Arial" panose="020B0604020202020204" pitchFamily="34" charset="0"/>
              </a:rPr>
              <a:t>B</a:t>
            </a:r>
            <a:endParaRPr lang="en-US" altLang="id-ID" sz="2200">
              <a:latin typeface="Arial" panose="020B0604020202020204" pitchFamily="34" charset="0"/>
              <a:ea typeface="Times New Roman" panose="02020603050405020304" pitchFamily="18" charset="0"/>
              <a:cs typeface="Arial" panose="020B0604020202020204" pitchFamily="34" charset="0"/>
            </a:endParaRPr>
          </a:p>
        </p:txBody>
      </p:sp>
      <p:sp>
        <p:nvSpPr>
          <p:cNvPr id="13328" name="Rectangle 51">
            <a:extLst>
              <a:ext uri="{FF2B5EF4-FFF2-40B4-BE49-F238E27FC236}">
                <a16:creationId xmlns:a16="http://schemas.microsoft.com/office/drawing/2014/main" id="{5511434E-5551-4B66-90EE-AC9F7FA1BF6A}"/>
              </a:ext>
            </a:extLst>
          </p:cNvPr>
          <p:cNvSpPr>
            <a:spLocks noChangeArrowheads="1"/>
          </p:cNvSpPr>
          <p:nvPr/>
        </p:nvSpPr>
        <p:spPr bwMode="auto">
          <a:xfrm>
            <a:off x="5414037" y="4484688"/>
            <a:ext cx="3329961"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a:spcBef>
                <a:spcPct val="0"/>
              </a:spcBef>
              <a:buFontTx/>
              <a:buNone/>
            </a:pPr>
            <a:r>
              <a:rPr lang="en-US" altLang="id-ID" sz="1800" dirty="0">
                <a:solidFill>
                  <a:srgbClr val="002060"/>
                </a:solidFill>
                <a:latin typeface="Arial" panose="020B0604020202020204" pitchFamily="34" charset="0"/>
                <a:ea typeface="Times New Roman" panose="02020603050405020304" pitchFamily="18" charset="0"/>
                <a:cs typeface="Arial" panose="020B0604020202020204" pitchFamily="34" charset="0"/>
              </a:rPr>
              <a:t>Fig.3. A single-loop circuit in which a resistance R is connected across an ideal battery B with emf </a:t>
            </a:r>
            <a:r>
              <a:rPr lang="en-US" altLang="id-ID" sz="2000" dirty="0">
                <a:solidFill>
                  <a:srgbClr val="002060"/>
                </a:solidFill>
                <a:latin typeface="Times New Roman" panose="02020603050405020304" pitchFamily="18" charset="0"/>
                <a:ea typeface="Times New Roman" panose="02020603050405020304" pitchFamily="18" charset="0"/>
                <a:cs typeface="Arial" panose="020B0604020202020204" pitchFamily="34" charset="0"/>
              </a:rPr>
              <a:t>ε</a:t>
            </a:r>
            <a:r>
              <a:rPr lang="en-US" altLang="id-ID" sz="1800" dirty="0">
                <a:solidFill>
                  <a:srgbClr val="002060"/>
                </a:solidFill>
                <a:latin typeface="Arial" panose="020B0604020202020204" pitchFamily="34" charset="0"/>
                <a:ea typeface="Times New Roman" panose="02020603050405020304" pitchFamily="18" charset="0"/>
                <a:cs typeface="Arial" panose="020B0604020202020204" pitchFamily="34" charset="0"/>
              </a:rPr>
              <a:t>. The resulting current </a:t>
            </a:r>
            <a:r>
              <a:rPr lang="en-US" altLang="id-ID" sz="1800" i="1" dirty="0" err="1">
                <a:solidFill>
                  <a:srgbClr val="002060"/>
                </a:solidFill>
                <a:latin typeface="Times New Roman" panose="02020603050405020304" pitchFamily="18" charset="0"/>
                <a:ea typeface="Times New Roman" panose="02020603050405020304" pitchFamily="18" charset="0"/>
                <a:cs typeface="Arial" panose="020B0604020202020204" pitchFamily="34" charset="0"/>
              </a:rPr>
              <a:t>i</a:t>
            </a:r>
            <a:r>
              <a:rPr lang="en-US" altLang="id-ID" sz="1800" i="1" dirty="0">
                <a:solidFill>
                  <a:srgbClr val="002060"/>
                </a:solidFill>
                <a:latin typeface="Times New Roman" panose="02020603050405020304" pitchFamily="18" charset="0"/>
                <a:ea typeface="Times New Roman" panose="02020603050405020304" pitchFamily="18" charset="0"/>
                <a:cs typeface="Arial" panose="020B0604020202020204" pitchFamily="34" charset="0"/>
              </a:rPr>
              <a:t> </a:t>
            </a:r>
            <a:r>
              <a:rPr lang="en-US" altLang="id-ID" sz="1800" dirty="0">
                <a:solidFill>
                  <a:srgbClr val="002060"/>
                </a:solidFill>
                <a:latin typeface="Arial" panose="020B0604020202020204" pitchFamily="34" charset="0"/>
                <a:ea typeface="Times New Roman" panose="02020603050405020304" pitchFamily="18" charset="0"/>
                <a:cs typeface="Arial" panose="020B0604020202020204" pitchFamily="34" charset="0"/>
              </a:rPr>
              <a:t>is the same throughout the circuit</a:t>
            </a:r>
            <a:r>
              <a:rPr lang="en-US" altLang="id-ID" sz="1800" dirty="0">
                <a:latin typeface="Arial" panose="020B0604020202020204" pitchFamily="34" charset="0"/>
                <a:ea typeface="Times New Roman" panose="02020603050405020304" pitchFamily="18" charset="0"/>
                <a:cs typeface="Arial" panose="020B0604020202020204" pitchFamily="34" charset="0"/>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2">
            <a:extLst>
              <a:ext uri="{FF2B5EF4-FFF2-40B4-BE49-F238E27FC236}">
                <a16:creationId xmlns:a16="http://schemas.microsoft.com/office/drawing/2014/main" id="{A5C42CCC-B2B6-4213-B272-0335B9690F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E5FCDD07-F355-4140-B438-3C85B10D8E2F}" type="slidenum">
              <a:rPr lang="en-US" altLang="id-ID" sz="1400" smtClean="0"/>
              <a:pPr>
                <a:spcBef>
                  <a:spcPct val="0"/>
                </a:spcBef>
                <a:buFontTx/>
                <a:buNone/>
              </a:pPr>
              <a:t>10</a:t>
            </a:fld>
            <a:endParaRPr lang="en-US" altLang="id-ID" sz="1400"/>
          </a:p>
        </p:txBody>
      </p:sp>
      <p:pic>
        <p:nvPicPr>
          <p:cNvPr id="4" name="Picture 4">
            <a:extLst>
              <a:ext uri="{FF2B5EF4-FFF2-40B4-BE49-F238E27FC236}">
                <a16:creationId xmlns:a16="http://schemas.microsoft.com/office/drawing/2014/main" id="{945A28B7-408D-4BF0-8F54-E310C4EA0049}"/>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4932040" y="5746605"/>
            <a:ext cx="2028764" cy="608629"/>
          </a:xfrm>
          <a:prstGeom prst="rect">
            <a:avLst/>
          </a:prstGeom>
          <a:noFill/>
          <a:ln w="9525">
            <a:noFill/>
            <a:miter lim="800000"/>
            <a:headEnd/>
            <a:tailEnd/>
          </a:ln>
        </p:spPr>
      </p:pic>
      <p:pic>
        <p:nvPicPr>
          <p:cNvPr id="5" name="Picture 3">
            <a:extLst>
              <a:ext uri="{FF2B5EF4-FFF2-40B4-BE49-F238E27FC236}">
                <a16:creationId xmlns:a16="http://schemas.microsoft.com/office/drawing/2014/main" id="{5F7385AF-2E87-47ED-8711-173478DC3B7A}"/>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1952947" y="5708446"/>
            <a:ext cx="2299266" cy="608630"/>
          </a:xfrm>
          <a:prstGeom prst="rect">
            <a:avLst/>
          </a:prstGeom>
          <a:noFill/>
          <a:ln w="9525">
            <a:noFill/>
            <a:miter lim="800000"/>
            <a:headEnd/>
            <a:tailEnd/>
          </a:ln>
        </p:spPr>
      </p:pic>
      <p:sp>
        <p:nvSpPr>
          <p:cNvPr id="6" name="Right Arrow 5">
            <a:extLst>
              <a:ext uri="{FF2B5EF4-FFF2-40B4-BE49-F238E27FC236}">
                <a16:creationId xmlns:a16="http://schemas.microsoft.com/office/drawing/2014/main" id="{1ADC642C-864D-44B3-B702-0F6DC0EF3756}"/>
              </a:ext>
            </a:extLst>
          </p:cNvPr>
          <p:cNvSpPr/>
          <p:nvPr/>
        </p:nvSpPr>
        <p:spPr>
          <a:xfrm>
            <a:off x="4350326" y="5983051"/>
            <a:ext cx="504933" cy="72133"/>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sp>
        <p:nvSpPr>
          <p:cNvPr id="14342" name="Rectangle 7">
            <a:extLst>
              <a:ext uri="{FF2B5EF4-FFF2-40B4-BE49-F238E27FC236}">
                <a16:creationId xmlns:a16="http://schemas.microsoft.com/office/drawing/2014/main" id="{B84A97D1-7BF3-405C-B735-B156B59FEBCE}"/>
              </a:ext>
            </a:extLst>
          </p:cNvPr>
          <p:cNvSpPr>
            <a:spLocks noChangeArrowheads="1"/>
          </p:cNvSpPr>
          <p:nvPr/>
        </p:nvSpPr>
        <p:spPr bwMode="auto">
          <a:xfrm>
            <a:off x="3635896" y="397735"/>
            <a:ext cx="385762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200" b="1" dirty="0">
                <a:solidFill>
                  <a:srgbClr val="0070C0"/>
                </a:solidFill>
                <a:latin typeface="Arial" panose="020B0604020202020204" pitchFamily="34" charset="0"/>
                <a:cs typeface="Arial" panose="020B0604020202020204" pitchFamily="34" charset="0"/>
              </a:rPr>
              <a:t>Calculating the Current in a Single-Loop Circuit (cont.) </a:t>
            </a:r>
            <a:endParaRPr lang="en-US" altLang="id-ID" sz="2200" dirty="0">
              <a:solidFill>
                <a:srgbClr val="0070C0"/>
              </a:solidFill>
              <a:latin typeface="Arial" panose="020B0604020202020204" pitchFamily="34" charset="0"/>
            </a:endParaRPr>
          </a:p>
        </p:txBody>
      </p:sp>
      <p:sp>
        <p:nvSpPr>
          <p:cNvPr id="14343" name="Rectangle 6">
            <a:extLst>
              <a:ext uri="{FF2B5EF4-FFF2-40B4-BE49-F238E27FC236}">
                <a16:creationId xmlns:a16="http://schemas.microsoft.com/office/drawing/2014/main" id="{FEC9718A-73A6-428D-86E2-DECFAAEE177D}"/>
              </a:ext>
            </a:extLst>
          </p:cNvPr>
          <p:cNvSpPr>
            <a:spLocks noChangeArrowheads="1"/>
          </p:cNvSpPr>
          <p:nvPr/>
        </p:nvSpPr>
        <p:spPr bwMode="auto">
          <a:xfrm>
            <a:off x="1096727" y="1464285"/>
            <a:ext cx="7670626" cy="398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dirty="0">
                <a:latin typeface="Arial" panose="020B0604020202020204" pitchFamily="34" charset="0"/>
              </a:rPr>
              <a:t>Our starting point is at the low-potential terminal of the battery. Since the battery is ideal, the potential difference between its terminals is equal to </a:t>
            </a:r>
            <a:r>
              <a:rPr lang="en-US" altLang="id-ID" sz="2000" dirty="0">
                <a:latin typeface="Palace Script MT" panose="030303020206070C0B05" pitchFamily="66" charset="0"/>
              </a:rPr>
              <a:t>E</a:t>
            </a:r>
            <a:r>
              <a:rPr lang="en-US" altLang="id-ID" sz="2000" dirty="0">
                <a:latin typeface="Arial" panose="020B0604020202020204" pitchFamily="34" charset="0"/>
              </a:rPr>
              <a:t>.</a:t>
            </a:r>
          </a:p>
          <a:p>
            <a:pPr eaLnBrk="1" hangingPunct="1">
              <a:spcBef>
                <a:spcPct val="0"/>
              </a:spcBef>
              <a:buFontTx/>
              <a:buNone/>
            </a:pPr>
            <a:endParaRPr lang="en-US" altLang="id-ID" sz="1100" dirty="0">
              <a:latin typeface="Arial" panose="020B0604020202020204" pitchFamily="34" charset="0"/>
            </a:endParaRPr>
          </a:p>
          <a:p>
            <a:pPr eaLnBrk="1" hangingPunct="1">
              <a:spcBef>
                <a:spcPct val="0"/>
              </a:spcBef>
              <a:buFontTx/>
              <a:buNone/>
            </a:pPr>
            <a:r>
              <a:rPr lang="en-US" altLang="id-ID" sz="2000" dirty="0">
                <a:latin typeface="Arial" panose="020B0604020202020204" pitchFamily="34" charset="0"/>
              </a:rPr>
              <a:t>As we go along the top wire to the top end of the resistor, there is no potential change because the wire has negligible resistance. </a:t>
            </a:r>
          </a:p>
          <a:p>
            <a:pPr eaLnBrk="1" hangingPunct="1">
              <a:spcBef>
                <a:spcPct val="0"/>
              </a:spcBef>
              <a:buFontTx/>
              <a:buNone/>
            </a:pPr>
            <a:endParaRPr lang="en-US" altLang="id-ID" sz="1100" dirty="0">
              <a:latin typeface="Arial" panose="020B0604020202020204" pitchFamily="34" charset="0"/>
            </a:endParaRPr>
          </a:p>
          <a:p>
            <a:pPr eaLnBrk="1" hangingPunct="1">
              <a:spcBef>
                <a:spcPct val="0"/>
              </a:spcBef>
              <a:buFontTx/>
              <a:buNone/>
            </a:pPr>
            <a:r>
              <a:rPr lang="en-US" altLang="id-ID" sz="2000" dirty="0">
                <a:latin typeface="Arial" panose="020B0604020202020204" pitchFamily="34" charset="0"/>
              </a:rPr>
              <a:t>When we pass through the resistor, however, the potential decreases by</a:t>
            </a:r>
            <a:r>
              <a:rPr lang="en-US" altLang="id-ID" sz="2000" i="1" dirty="0">
                <a:latin typeface="Arial" panose="020B0604020202020204" pitchFamily="34" charset="0"/>
              </a:rPr>
              <a:t> </a:t>
            </a:r>
            <a:r>
              <a:rPr lang="en-US" altLang="id-ID" sz="2000" i="1" dirty="0" err="1">
                <a:latin typeface="Arial" panose="020B0604020202020204" pitchFamily="34" charset="0"/>
              </a:rPr>
              <a:t>iR.</a:t>
            </a:r>
            <a:r>
              <a:rPr lang="en-US" altLang="id-ID" sz="2000" i="1" dirty="0">
                <a:latin typeface="Arial" panose="020B0604020202020204" pitchFamily="34" charset="0"/>
              </a:rPr>
              <a:t> </a:t>
            </a:r>
          </a:p>
          <a:p>
            <a:pPr eaLnBrk="1" hangingPunct="1">
              <a:spcBef>
                <a:spcPct val="0"/>
              </a:spcBef>
              <a:buFontTx/>
              <a:buNone/>
            </a:pPr>
            <a:endParaRPr lang="en-US" altLang="id-ID" sz="1100" i="1" dirty="0">
              <a:latin typeface="Arial" panose="020B0604020202020204" pitchFamily="34" charset="0"/>
            </a:endParaRPr>
          </a:p>
          <a:p>
            <a:pPr eaLnBrk="1" hangingPunct="1">
              <a:spcBef>
                <a:spcPct val="0"/>
              </a:spcBef>
              <a:buFontTx/>
              <a:buNone/>
            </a:pPr>
            <a:r>
              <a:rPr lang="en-US" altLang="id-ID" sz="2000" dirty="0">
                <a:latin typeface="Arial" panose="020B0604020202020204" pitchFamily="34" charset="0"/>
              </a:rPr>
              <a:t>We return to point </a:t>
            </a:r>
            <a:r>
              <a:rPr lang="en-US" altLang="id-ID" sz="2000" i="1" dirty="0">
                <a:latin typeface="Arial" panose="020B0604020202020204" pitchFamily="34" charset="0"/>
              </a:rPr>
              <a:t>a </a:t>
            </a:r>
            <a:r>
              <a:rPr lang="en-US" altLang="id-ID" sz="2000" dirty="0">
                <a:latin typeface="Arial" panose="020B0604020202020204" pitchFamily="34" charset="0"/>
              </a:rPr>
              <a:t>by moving along the bottom wire. At point </a:t>
            </a:r>
            <a:r>
              <a:rPr lang="en-US" altLang="id-ID" sz="2000" i="1" dirty="0">
                <a:latin typeface="Arial" panose="020B0604020202020204" pitchFamily="34" charset="0"/>
              </a:rPr>
              <a:t>a, </a:t>
            </a:r>
            <a:r>
              <a:rPr lang="en-US" altLang="id-ID" sz="2000" dirty="0">
                <a:latin typeface="Arial" panose="020B0604020202020204" pitchFamily="34" charset="0"/>
              </a:rPr>
              <a:t>the potential is again </a:t>
            </a:r>
            <a:r>
              <a:rPr lang="en-US" altLang="id-ID" sz="2000" i="1" dirty="0">
                <a:latin typeface="Arial" panose="020B0604020202020204" pitchFamily="34" charset="0"/>
              </a:rPr>
              <a:t>V</a:t>
            </a:r>
            <a:r>
              <a:rPr lang="en-US" altLang="id-ID" sz="2000" i="1" baseline="-25000" dirty="0">
                <a:latin typeface="Arial" panose="020B0604020202020204" pitchFamily="34" charset="0"/>
              </a:rPr>
              <a:t>a</a:t>
            </a:r>
            <a:r>
              <a:rPr lang="en-US" altLang="id-ID" sz="2000" i="1" dirty="0">
                <a:latin typeface="Arial" panose="020B0604020202020204" pitchFamily="34" charset="0"/>
              </a:rPr>
              <a:t>. </a:t>
            </a:r>
            <a:r>
              <a:rPr lang="en-US" altLang="id-ID" sz="2000" dirty="0">
                <a:latin typeface="Arial" panose="020B0604020202020204" pitchFamily="34" charset="0"/>
              </a:rPr>
              <a:t>The initial potential, as modified for potential changes along the way, must be equal to our final potential; that 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
            <a:extLst>
              <a:ext uri="{FF2B5EF4-FFF2-40B4-BE49-F238E27FC236}">
                <a16:creationId xmlns:a16="http://schemas.microsoft.com/office/drawing/2014/main" id="{A69D6163-9C4E-4EC2-97AB-CA05B8DA12DB}"/>
              </a:ext>
            </a:extLst>
          </p:cNvPr>
          <p:cNvSpPr txBox="1">
            <a:spLocks noChangeArrowheads="1"/>
          </p:cNvSpPr>
          <p:nvPr/>
        </p:nvSpPr>
        <p:spPr bwMode="auto">
          <a:xfrm>
            <a:off x="1187624" y="1656576"/>
            <a:ext cx="7691388"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For circuits that are more complex than that of the previous figure, two basic rules are usually followed for finding potential differences as we move around a loop:</a:t>
            </a: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pPr>
            <a:r>
              <a:rPr lang="en-US" altLang="id-ID" b="1" dirty="0">
                <a:latin typeface="Arial" panose="020B0604020202020204" pitchFamily="34" charset="0"/>
              </a:rPr>
              <a:t> </a:t>
            </a:r>
            <a:r>
              <a:rPr lang="en-US" altLang="id-ID" sz="2000" b="1" dirty="0">
                <a:latin typeface="Arial" panose="020B0604020202020204" pitchFamily="34" charset="0"/>
              </a:rPr>
              <a:t>RESISTANCE RULE: </a:t>
            </a:r>
            <a:r>
              <a:rPr lang="en-US" altLang="id-ID" sz="2000" b="1" i="1" dirty="0">
                <a:solidFill>
                  <a:srgbClr val="002060"/>
                </a:solidFill>
                <a:latin typeface="Arial" panose="020B0604020202020204" pitchFamily="34" charset="0"/>
              </a:rPr>
              <a:t>For a move through a </a:t>
            </a:r>
          </a:p>
          <a:p>
            <a:pPr eaLnBrk="1" hangingPunct="1">
              <a:spcBef>
                <a:spcPct val="0"/>
              </a:spcBef>
              <a:buFontTx/>
              <a:buNone/>
            </a:pPr>
            <a:r>
              <a:rPr lang="en-US" altLang="id-ID" sz="2000" b="1" i="1" dirty="0">
                <a:solidFill>
                  <a:srgbClr val="002060"/>
                </a:solidFill>
                <a:latin typeface="Arial" panose="020B0604020202020204" pitchFamily="34" charset="0"/>
              </a:rPr>
              <a:t>   resistance in the direction of the current, the change </a:t>
            </a:r>
          </a:p>
          <a:p>
            <a:pPr eaLnBrk="1" hangingPunct="1">
              <a:spcBef>
                <a:spcPct val="0"/>
              </a:spcBef>
              <a:buFontTx/>
              <a:buNone/>
            </a:pPr>
            <a:r>
              <a:rPr lang="en-US" altLang="id-ID" sz="2000" b="1" i="1" dirty="0">
                <a:solidFill>
                  <a:srgbClr val="002060"/>
                </a:solidFill>
                <a:latin typeface="Arial" panose="020B0604020202020204" pitchFamily="34" charset="0"/>
              </a:rPr>
              <a:t>   potential is –</a:t>
            </a:r>
            <a:r>
              <a:rPr lang="en-US" altLang="id-ID" sz="2000" b="1" i="1" dirty="0" err="1">
                <a:solidFill>
                  <a:srgbClr val="002060"/>
                </a:solidFill>
                <a:latin typeface="Arial" panose="020B0604020202020204" pitchFamily="34" charset="0"/>
              </a:rPr>
              <a:t>iR</a:t>
            </a:r>
            <a:r>
              <a:rPr lang="en-US" altLang="id-ID" sz="2000" b="1" i="1" dirty="0">
                <a:solidFill>
                  <a:srgbClr val="002060"/>
                </a:solidFill>
                <a:latin typeface="Arial" panose="020B0604020202020204" pitchFamily="34" charset="0"/>
              </a:rPr>
              <a:t>; in the opposite direction it is +</a:t>
            </a:r>
            <a:r>
              <a:rPr lang="en-US" altLang="id-ID" sz="2000" b="1" i="1" dirty="0" err="1">
                <a:solidFill>
                  <a:srgbClr val="002060"/>
                </a:solidFill>
                <a:latin typeface="Arial" panose="020B0604020202020204" pitchFamily="34" charset="0"/>
              </a:rPr>
              <a:t>iR</a:t>
            </a:r>
            <a:r>
              <a:rPr lang="en-US" altLang="id-ID" sz="2000" b="1" dirty="0" err="1">
                <a:solidFill>
                  <a:srgbClr val="002060"/>
                </a:solidFill>
                <a:latin typeface="Arial" panose="020B0604020202020204" pitchFamily="34" charset="0"/>
              </a:rPr>
              <a:t>.</a:t>
            </a:r>
            <a:endParaRPr lang="en-US" altLang="id-ID" sz="2000" b="1" dirty="0">
              <a:solidFill>
                <a:srgbClr val="002060"/>
              </a:solidFill>
              <a:latin typeface="Arial" panose="020B0604020202020204" pitchFamily="34" charset="0"/>
            </a:endParaRPr>
          </a:p>
          <a:p>
            <a:pPr eaLnBrk="1" hangingPunct="1">
              <a:spcBef>
                <a:spcPct val="0"/>
              </a:spcBef>
              <a:buFontTx/>
              <a:buNone/>
            </a:pPr>
            <a:endParaRPr lang="en-US" altLang="id-ID" sz="2000" b="1" dirty="0">
              <a:solidFill>
                <a:srgbClr val="002060"/>
              </a:solidFill>
              <a:latin typeface="Arial" panose="020B0604020202020204" pitchFamily="34" charset="0"/>
            </a:endParaRPr>
          </a:p>
          <a:p>
            <a:pPr eaLnBrk="1" hangingPunct="1">
              <a:spcBef>
                <a:spcPct val="0"/>
              </a:spcBef>
            </a:pPr>
            <a:r>
              <a:rPr lang="en-US" altLang="id-ID" sz="2000" b="1" dirty="0">
                <a:latin typeface="Arial" panose="020B0604020202020204" pitchFamily="34" charset="0"/>
              </a:rPr>
              <a:t> EMF RULE: </a:t>
            </a:r>
            <a:r>
              <a:rPr lang="en-US" altLang="id-ID" sz="2000" b="1" i="1" dirty="0">
                <a:solidFill>
                  <a:srgbClr val="002060"/>
                </a:solidFill>
                <a:latin typeface="Arial" panose="020B0604020202020204" pitchFamily="34" charset="0"/>
              </a:rPr>
              <a:t>For a move through an ideal emf devise in </a:t>
            </a:r>
          </a:p>
          <a:p>
            <a:pPr eaLnBrk="1" hangingPunct="1">
              <a:spcBef>
                <a:spcPct val="0"/>
              </a:spcBef>
              <a:buFontTx/>
              <a:buNone/>
            </a:pPr>
            <a:r>
              <a:rPr lang="en-US" altLang="id-ID" sz="2000" b="1" i="1" dirty="0">
                <a:solidFill>
                  <a:srgbClr val="002060"/>
                </a:solidFill>
                <a:latin typeface="Arial" panose="020B0604020202020204" pitchFamily="34" charset="0"/>
              </a:rPr>
              <a:t>  the direction of the emf arrow, the change in potential </a:t>
            </a:r>
          </a:p>
          <a:p>
            <a:pPr eaLnBrk="1" hangingPunct="1">
              <a:spcBef>
                <a:spcPct val="0"/>
              </a:spcBef>
              <a:buFontTx/>
              <a:buNone/>
            </a:pPr>
            <a:r>
              <a:rPr lang="en-US" altLang="id-ID" sz="2000" b="1" i="1" dirty="0">
                <a:solidFill>
                  <a:srgbClr val="002060"/>
                </a:solidFill>
                <a:latin typeface="Arial" panose="020B0604020202020204" pitchFamily="34" charset="0"/>
              </a:rPr>
              <a:t>  is +ε; in the opposite direction it is –ε</a:t>
            </a:r>
            <a:endParaRPr lang="en-US" altLang="id-ID" sz="2000" dirty="0">
              <a:solidFill>
                <a:srgbClr val="002060"/>
              </a:solidFill>
              <a:latin typeface="Arial" panose="020B0604020202020204" pitchFamily="34" charset="0"/>
            </a:endParaRPr>
          </a:p>
          <a:p>
            <a:pPr eaLnBrk="1" hangingPunct="1">
              <a:spcBef>
                <a:spcPct val="0"/>
              </a:spcBef>
              <a:buFontTx/>
              <a:buNone/>
            </a:pPr>
            <a:endParaRPr lang="en-US" altLang="id-ID" sz="2000" b="1" dirty="0">
              <a:latin typeface="Arial" panose="020B0604020202020204" pitchFamily="34" charset="0"/>
            </a:endParaRPr>
          </a:p>
        </p:txBody>
      </p:sp>
      <p:sp>
        <p:nvSpPr>
          <p:cNvPr id="15364" name="Slide Number Placeholder 3">
            <a:extLst>
              <a:ext uri="{FF2B5EF4-FFF2-40B4-BE49-F238E27FC236}">
                <a16:creationId xmlns:a16="http://schemas.microsoft.com/office/drawing/2014/main" id="{94FB9752-2A8D-430A-ADE9-9B93151C0A2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FD7F0C50-3958-4AC3-B22D-6006474B87FC}" type="slidenum">
              <a:rPr lang="en-US" altLang="id-ID" sz="1400" smtClean="0"/>
              <a:pPr>
                <a:spcBef>
                  <a:spcPct val="0"/>
                </a:spcBef>
                <a:buFontTx/>
                <a:buNone/>
              </a:pPr>
              <a:t>11</a:t>
            </a:fld>
            <a:endParaRPr lang="en-US" altLang="id-ID" sz="1400"/>
          </a:p>
        </p:txBody>
      </p:sp>
      <p:sp>
        <p:nvSpPr>
          <p:cNvPr id="5" name="Rectangle 7">
            <a:extLst>
              <a:ext uri="{FF2B5EF4-FFF2-40B4-BE49-F238E27FC236}">
                <a16:creationId xmlns:a16="http://schemas.microsoft.com/office/drawing/2014/main" id="{B898AD1A-6762-43B2-A151-D8AAAADE6362}"/>
              </a:ext>
            </a:extLst>
          </p:cNvPr>
          <p:cNvSpPr>
            <a:spLocks noChangeArrowheads="1"/>
          </p:cNvSpPr>
          <p:nvPr/>
        </p:nvSpPr>
        <p:spPr bwMode="auto">
          <a:xfrm>
            <a:off x="3635896" y="397735"/>
            <a:ext cx="385762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200" b="1" dirty="0">
                <a:solidFill>
                  <a:srgbClr val="0070C0"/>
                </a:solidFill>
                <a:latin typeface="Arial" panose="020B0604020202020204" pitchFamily="34" charset="0"/>
                <a:cs typeface="Arial" panose="020B0604020202020204" pitchFamily="34" charset="0"/>
              </a:rPr>
              <a:t>Calculating the Current in a Single-Loop Circuit (cont.) </a:t>
            </a:r>
            <a:endParaRPr lang="en-US" altLang="id-ID" sz="2200" dirty="0">
              <a:solidFill>
                <a:srgbClr val="0070C0"/>
              </a:solidFill>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
            <a:extLst>
              <a:ext uri="{FF2B5EF4-FFF2-40B4-BE49-F238E27FC236}">
                <a16:creationId xmlns:a16="http://schemas.microsoft.com/office/drawing/2014/main" id="{091F3AD4-2A9F-420C-B3BC-56EEF57D6974}"/>
              </a:ext>
            </a:extLst>
          </p:cNvPr>
          <p:cNvSpPr txBox="1">
            <a:spLocks noChangeArrowheads="1"/>
          </p:cNvSpPr>
          <p:nvPr/>
        </p:nvSpPr>
        <p:spPr bwMode="auto">
          <a:xfrm>
            <a:off x="3278188" y="1002385"/>
            <a:ext cx="3349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4. Internal Resistance</a:t>
            </a:r>
          </a:p>
        </p:txBody>
      </p:sp>
      <p:grpSp>
        <p:nvGrpSpPr>
          <p:cNvPr id="16387" name="Group 9">
            <a:extLst>
              <a:ext uri="{FF2B5EF4-FFF2-40B4-BE49-F238E27FC236}">
                <a16:creationId xmlns:a16="http://schemas.microsoft.com/office/drawing/2014/main" id="{5E51413A-5218-4D82-AA13-DC2F180BDE02}"/>
              </a:ext>
            </a:extLst>
          </p:cNvPr>
          <p:cNvGrpSpPr>
            <a:grpSpLocks/>
          </p:cNvGrpSpPr>
          <p:nvPr/>
        </p:nvGrpSpPr>
        <p:grpSpPr bwMode="auto">
          <a:xfrm>
            <a:off x="1000125" y="1643063"/>
            <a:ext cx="7358063" cy="2071687"/>
            <a:chOff x="2197" y="1919"/>
            <a:chExt cx="8123" cy="2953"/>
          </a:xfrm>
        </p:grpSpPr>
        <p:grpSp>
          <p:nvGrpSpPr>
            <p:cNvPr id="16403" name="Group 10">
              <a:extLst>
                <a:ext uri="{FF2B5EF4-FFF2-40B4-BE49-F238E27FC236}">
                  <a16:creationId xmlns:a16="http://schemas.microsoft.com/office/drawing/2014/main" id="{4A65F4E2-CD18-4F27-B7F2-C842D548D4DB}"/>
                </a:ext>
              </a:extLst>
            </p:cNvPr>
            <p:cNvGrpSpPr>
              <a:grpSpLocks/>
            </p:cNvGrpSpPr>
            <p:nvPr/>
          </p:nvGrpSpPr>
          <p:grpSpPr bwMode="auto">
            <a:xfrm>
              <a:off x="5460" y="1919"/>
              <a:ext cx="4860" cy="2953"/>
              <a:chOff x="5460" y="5372"/>
              <a:chExt cx="4860" cy="2953"/>
            </a:xfrm>
          </p:grpSpPr>
          <p:sp>
            <p:nvSpPr>
              <p:cNvPr id="16435" name="AutoShape 11">
                <a:extLst>
                  <a:ext uri="{FF2B5EF4-FFF2-40B4-BE49-F238E27FC236}">
                    <a16:creationId xmlns:a16="http://schemas.microsoft.com/office/drawing/2014/main" id="{43F1D445-FB9C-4687-A4DC-4DE002160340}"/>
                  </a:ext>
                </a:extLst>
              </p:cNvPr>
              <p:cNvSpPr>
                <a:spLocks noChangeArrowheads="1"/>
              </p:cNvSpPr>
              <p:nvPr/>
            </p:nvSpPr>
            <p:spPr bwMode="auto">
              <a:xfrm>
                <a:off x="6225" y="7665"/>
                <a:ext cx="1740" cy="660"/>
              </a:xfrm>
              <a:prstGeom prst="leftRightArrow">
                <a:avLst>
                  <a:gd name="adj1" fmla="val 50000"/>
                  <a:gd name="adj2" fmla="val 52727"/>
                </a:avLst>
              </a:prstGeom>
              <a:solidFill>
                <a:srgbClr val="C4BC96"/>
              </a:solidFill>
              <a:ln w="9525">
                <a:solidFill>
                  <a:srgbClr val="000000"/>
                </a:solidFill>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6436" name="AutoShape 12">
                <a:extLst>
                  <a:ext uri="{FF2B5EF4-FFF2-40B4-BE49-F238E27FC236}">
                    <a16:creationId xmlns:a16="http://schemas.microsoft.com/office/drawing/2014/main" id="{925DF094-CB26-44DD-A56F-AD5B5A77FF1C}"/>
                  </a:ext>
                </a:extLst>
              </p:cNvPr>
              <p:cNvCxnSpPr>
                <a:cxnSpLocks noChangeShapeType="1"/>
              </p:cNvCxnSpPr>
              <p:nvPr/>
            </p:nvCxnSpPr>
            <p:spPr bwMode="auto">
              <a:xfrm>
                <a:off x="5610" y="5823"/>
                <a:ext cx="69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37" name="AutoShape 13">
                <a:extLst>
                  <a:ext uri="{FF2B5EF4-FFF2-40B4-BE49-F238E27FC236}">
                    <a16:creationId xmlns:a16="http://schemas.microsoft.com/office/drawing/2014/main" id="{E074AD27-1668-4A61-AC6D-A58261AC7F58}"/>
                  </a:ext>
                </a:extLst>
              </p:cNvPr>
              <p:cNvCxnSpPr>
                <a:cxnSpLocks noChangeShapeType="1"/>
              </p:cNvCxnSpPr>
              <p:nvPr/>
            </p:nvCxnSpPr>
            <p:spPr bwMode="auto">
              <a:xfrm>
                <a:off x="6300" y="5658"/>
                <a:ext cx="1" cy="329"/>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38" name="AutoShape 14">
                <a:extLst>
                  <a:ext uri="{FF2B5EF4-FFF2-40B4-BE49-F238E27FC236}">
                    <a16:creationId xmlns:a16="http://schemas.microsoft.com/office/drawing/2014/main" id="{AF720FC2-4293-4BBF-9072-4F836242B236}"/>
                  </a:ext>
                </a:extLst>
              </p:cNvPr>
              <p:cNvCxnSpPr>
                <a:cxnSpLocks noChangeShapeType="1"/>
              </p:cNvCxnSpPr>
              <p:nvPr/>
            </p:nvCxnSpPr>
            <p:spPr bwMode="auto">
              <a:xfrm>
                <a:off x="6525" y="5477"/>
                <a:ext cx="0" cy="63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39" name="AutoShape 15">
                <a:extLst>
                  <a:ext uri="{FF2B5EF4-FFF2-40B4-BE49-F238E27FC236}">
                    <a16:creationId xmlns:a16="http://schemas.microsoft.com/office/drawing/2014/main" id="{340B72BE-7D81-4A67-8B46-D0CF44482641}"/>
                  </a:ext>
                </a:extLst>
              </p:cNvPr>
              <p:cNvCxnSpPr>
                <a:cxnSpLocks noChangeShapeType="1"/>
              </p:cNvCxnSpPr>
              <p:nvPr/>
            </p:nvCxnSpPr>
            <p:spPr bwMode="auto">
              <a:xfrm>
                <a:off x="6525" y="5823"/>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40" name="AutoShape 16">
                <a:extLst>
                  <a:ext uri="{FF2B5EF4-FFF2-40B4-BE49-F238E27FC236}">
                    <a16:creationId xmlns:a16="http://schemas.microsoft.com/office/drawing/2014/main" id="{6EA282D6-2822-47F2-92AA-6634F44D6EE9}"/>
                  </a:ext>
                </a:extLst>
              </p:cNvPr>
              <p:cNvCxnSpPr>
                <a:cxnSpLocks noChangeShapeType="1"/>
              </p:cNvCxnSpPr>
              <p:nvPr/>
            </p:nvCxnSpPr>
            <p:spPr bwMode="auto">
              <a:xfrm flipV="1">
                <a:off x="6855" y="5658"/>
                <a:ext cx="76" cy="16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41" name="AutoShape 17">
                <a:extLst>
                  <a:ext uri="{FF2B5EF4-FFF2-40B4-BE49-F238E27FC236}">
                    <a16:creationId xmlns:a16="http://schemas.microsoft.com/office/drawing/2014/main" id="{CA43F6AE-10E1-4CEA-AD6E-0982125324F9}"/>
                  </a:ext>
                </a:extLst>
              </p:cNvPr>
              <p:cNvCxnSpPr>
                <a:cxnSpLocks noChangeShapeType="1"/>
              </p:cNvCxnSpPr>
              <p:nvPr/>
            </p:nvCxnSpPr>
            <p:spPr bwMode="auto">
              <a:xfrm>
                <a:off x="6931" y="5658"/>
                <a:ext cx="104" cy="254"/>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42" name="AutoShape 18">
                <a:extLst>
                  <a:ext uri="{FF2B5EF4-FFF2-40B4-BE49-F238E27FC236}">
                    <a16:creationId xmlns:a16="http://schemas.microsoft.com/office/drawing/2014/main" id="{6C682317-DB0F-4159-9125-6AE0E89DC0DA}"/>
                  </a:ext>
                </a:extLst>
              </p:cNvPr>
              <p:cNvCxnSpPr>
                <a:cxnSpLocks noChangeShapeType="1"/>
              </p:cNvCxnSpPr>
              <p:nvPr/>
            </p:nvCxnSpPr>
            <p:spPr bwMode="auto">
              <a:xfrm flipV="1">
                <a:off x="7035" y="5658"/>
                <a:ext cx="90" cy="254"/>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43" name="AutoShape 19">
                <a:extLst>
                  <a:ext uri="{FF2B5EF4-FFF2-40B4-BE49-F238E27FC236}">
                    <a16:creationId xmlns:a16="http://schemas.microsoft.com/office/drawing/2014/main" id="{A6D01E76-38B2-4943-BE19-62BA5A0E7D22}"/>
                  </a:ext>
                </a:extLst>
              </p:cNvPr>
              <p:cNvCxnSpPr>
                <a:cxnSpLocks noChangeShapeType="1"/>
              </p:cNvCxnSpPr>
              <p:nvPr/>
            </p:nvCxnSpPr>
            <p:spPr bwMode="auto">
              <a:xfrm>
                <a:off x="7125" y="5658"/>
                <a:ext cx="90" cy="254"/>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44" name="AutoShape 20">
                <a:extLst>
                  <a:ext uri="{FF2B5EF4-FFF2-40B4-BE49-F238E27FC236}">
                    <a16:creationId xmlns:a16="http://schemas.microsoft.com/office/drawing/2014/main" id="{D24C0858-D468-4202-9A9A-46E0DC072E62}"/>
                  </a:ext>
                </a:extLst>
              </p:cNvPr>
              <p:cNvCxnSpPr>
                <a:cxnSpLocks noChangeShapeType="1"/>
              </p:cNvCxnSpPr>
              <p:nvPr/>
            </p:nvCxnSpPr>
            <p:spPr bwMode="auto">
              <a:xfrm flipV="1">
                <a:off x="7215" y="5658"/>
                <a:ext cx="75" cy="254"/>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45" name="AutoShape 21">
                <a:extLst>
                  <a:ext uri="{FF2B5EF4-FFF2-40B4-BE49-F238E27FC236}">
                    <a16:creationId xmlns:a16="http://schemas.microsoft.com/office/drawing/2014/main" id="{8084A7BB-A298-4A78-BA8B-BCECCAD1D2E6}"/>
                  </a:ext>
                </a:extLst>
              </p:cNvPr>
              <p:cNvCxnSpPr>
                <a:cxnSpLocks noChangeShapeType="1"/>
              </p:cNvCxnSpPr>
              <p:nvPr/>
            </p:nvCxnSpPr>
            <p:spPr bwMode="auto">
              <a:xfrm>
                <a:off x="7290" y="5658"/>
                <a:ext cx="91" cy="254"/>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46" name="AutoShape 22">
                <a:extLst>
                  <a:ext uri="{FF2B5EF4-FFF2-40B4-BE49-F238E27FC236}">
                    <a16:creationId xmlns:a16="http://schemas.microsoft.com/office/drawing/2014/main" id="{3D27B1FE-E3E5-4FD3-ADD5-D9F5634E779F}"/>
                  </a:ext>
                </a:extLst>
              </p:cNvPr>
              <p:cNvCxnSpPr>
                <a:cxnSpLocks noChangeShapeType="1"/>
              </p:cNvCxnSpPr>
              <p:nvPr/>
            </p:nvCxnSpPr>
            <p:spPr bwMode="auto">
              <a:xfrm flipV="1">
                <a:off x="7381" y="5747"/>
                <a:ext cx="90" cy="16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47" name="AutoShape 23">
                <a:extLst>
                  <a:ext uri="{FF2B5EF4-FFF2-40B4-BE49-F238E27FC236}">
                    <a16:creationId xmlns:a16="http://schemas.microsoft.com/office/drawing/2014/main" id="{02868C3F-0BC2-489F-BB12-19206F6213DE}"/>
                  </a:ext>
                </a:extLst>
              </p:cNvPr>
              <p:cNvCxnSpPr>
                <a:cxnSpLocks noChangeShapeType="1"/>
              </p:cNvCxnSpPr>
              <p:nvPr/>
            </p:nvCxnSpPr>
            <p:spPr bwMode="auto">
              <a:xfrm>
                <a:off x="7471" y="5747"/>
                <a:ext cx="1094"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48" name="AutoShape 24">
                <a:extLst>
                  <a:ext uri="{FF2B5EF4-FFF2-40B4-BE49-F238E27FC236}">
                    <a16:creationId xmlns:a16="http://schemas.microsoft.com/office/drawing/2014/main" id="{EE2C4BDE-21FA-4312-BCF0-F5C791CA25EA}"/>
                  </a:ext>
                </a:extLst>
              </p:cNvPr>
              <p:cNvCxnSpPr>
                <a:cxnSpLocks noChangeShapeType="1"/>
              </p:cNvCxnSpPr>
              <p:nvPr/>
            </p:nvCxnSpPr>
            <p:spPr bwMode="auto">
              <a:xfrm flipV="1">
                <a:off x="8565" y="5567"/>
                <a:ext cx="120" cy="18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49" name="AutoShape 25">
                <a:extLst>
                  <a:ext uri="{FF2B5EF4-FFF2-40B4-BE49-F238E27FC236}">
                    <a16:creationId xmlns:a16="http://schemas.microsoft.com/office/drawing/2014/main" id="{6D6E0513-1268-420B-A3E1-D7E3C991DE65}"/>
                  </a:ext>
                </a:extLst>
              </p:cNvPr>
              <p:cNvCxnSpPr>
                <a:cxnSpLocks noChangeShapeType="1"/>
              </p:cNvCxnSpPr>
              <p:nvPr/>
            </p:nvCxnSpPr>
            <p:spPr bwMode="auto">
              <a:xfrm flipV="1">
                <a:off x="8789" y="5567"/>
                <a:ext cx="121" cy="2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50" name="AutoShape 26">
                <a:extLst>
                  <a:ext uri="{FF2B5EF4-FFF2-40B4-BE49-F238E27FC236}">
                    <a16:creationId xmlns:a16="http://schemas.microsoft.com/office/drawing/2014/main" id="{3C8D1964-9E7C-41E5-A09A-005A6884D880}"/>
                  </a:ext>
                </a:extLst>
              </p:cNvPr>
              <p:cNvCxnSpPr>
                <a:cxnSpLocks noChangeShapeType="1"/>
              </p:cNvCxnSpPr>
              <p:nvPr/>
            </p:nvCxnSpPr>
            <p:spPr bwMode="auto">
              <a:xfrm>
                <a:off x="8910" y="5569"/>
                <a:ext cx="90" cy="254"/>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51" name="AutoShape 27">
                <a:extLst>
                  <a:ext uri="{FF2B5EF4-FFF2-40B4-BE49-F238E27FC236}">
                    <a16:creationId xmlns:a16="http://schemas.microsoft.com/office/drawing/2014/main" id="{B3FD3A1C-6AE9-48C5-A2C3-1C5B5E84E0D1}"/>
                  </a:ext>
                </a:extLst>
              </p:cNvPr>
              <p:cNvCxnSpPr>
                <a:cxnSpLocks noChangeShapeType="1"/>
              </p:cNvCxnSpPr>
              <p:nvPr/>
            </p:nvCxnSpPr>
            <p:spPr bwMode="auto">
              <a:xfrm flipV="1">
                <a:off x="9000" y="5568"/>
                <a:ext cx="75" cy="25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52" name="AutoShape 28">
                <a:extLst>
                  <a:ext uri="{FF2B5EF4-FFF2-40B4-BE49-F238E27FC236}">
                    <a16:creationId xmlns:a16="http://schemas.microsoft.com/office/drawing/2014/main" id="{2575CEB0-3D7A-4840-AD47-3BF4F7288934}"/>
                  </a:ext>
                </a:extLst>
              </p:cNvPr>
              <p:cNvCxnSpPr>
                <a:cxnSpLocks noChangeShapeType="1"/>
              </p:cNvCxnSpPr>
              <p:nvPr/>
            </p:nvCxnSpPr>
            <p:spPr bwMode="auto">
              <a:xfrm>
                <a:off x="9075" y="5568"/>
                <a:ext cx="75" cy="25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53" name="AutoShape 29">
                <a:extLst>
                  <a:ext uri="{FF2B5EF4-FFF2-40B4-BE49-F238E27FC236}">
                    <a16:creationId xmlns:a16="http://schemas.microsoft.com/office/drawing/2014/main" id="{DC94716D-2AD5-4755-8151-6FAEA88D2398}"/>
                  </a:ext>
                </a:extLst>
              </p:cNvPr>
              <p:cNvCxnSpPr>
                <a:cxnSpLocks noChangeShapeType="1"/>
              </p:cNvCxnSpPr>
              <p:nvPr/>
            </p:nvCxnSpPr>
            <p:spPr bwMode="auto">
              <a:xfrm flipV="1">
                <a:off x="9150" y="5568"/>
                <a:ext cx="90" cy="25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54" name="AutoShape 30">
                <a:extLst>
                  <a:ext uri="{FF2B5EF4-FFF2-40B4-BE49-F238E27FC236}">
                    <a16:creationId xmlns:a16="http://schemas.microsoft.com/office/drawing/2014/main" id="{E267F286-BC72-4818-B207-1655E9E100A2}"/>
                  </a:ext>
                </a:extLst>
              </p:cNvPr>
              <p:cNvCxnSpPr>
                <a:cxnSpLocks noChangeShapeType="1"/>
              </p:cNvCxnSpPr>
              <p:nvPr/>
            </p:nvCxnSpPr>
            <p:spPr bwMode="auto">
              <a:xfrm>
                <a:off x="9240" y="5568"/>
                <a:ext cx="75" cy="25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55" name="AutoShape 31">
                <a:extLst>
                  <a:ext uri="{FF2B5EF4-FFF2-40B4-BE49-F238E27FC236}">
                    <a16:creationId xmlns:a16="http://schemas.microsoft.com/office/drawing/2014/main" id="{191EA8C2-ADE4-4C58-9738-6A219E58B095}"/>
                  </a:ext>
                </a:extLst>
              </p:cNvPr>
              <p:cNvCxnSpPr>
                <a:cxnSpLocks noChangeShapeType="1"/>
              </p:cNvCxnSpPr>
              <p:nvPr/>
            </p:nvCxnSpPr>
            <p:spPr bwMode="auto">
              <a:xfrm flipV="1">
                <a:off x="9315" y="5658"/>
                <a:ext cx="90" cy="16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56" name="AutoShape 32">
                <a:extLst>
                  <a:ext uri="{FF2B5EF4-FFF2-40B4-BE49-F238E27FC236}">
                    <a16:creationId xmlns:a16="http://schemas.microsoft.com/office/drawing/2014/main" id="{3BAB1A6F-F657-4FBB-AD82-C909E96ED1DA}"/>
                  </a:ext>
                </a:extLst>
              </p:cNvPr>
              <p:cNvCxnSpPr>
                <a:cxnSpLocks noChangeShapeType="1"/>
              </p:cNvCxnSpPr>
              <p:nvPr/>
            </p:nvCxnSpPr>
            <p:spPr bwMode="auto">
              <a:xfrm>
                <a:off x="8685" y="5569"/>
                <a:ext cx="104" cy="254"/>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57" name="AutoShape 33">
                <a:extLst>
                  <a:ext uri="{FF2B5EF4-FFF2-40B4-BE49-F238E27FC236}">
                    <a16:creationId xmlns:a16="http://schemas.microsoft.com/office/drawing/2014/main" id="{AAB9E635-1C5B-49C0-87B5-BBF382DF9854}"/>
                  </a:ext>
                </a:extLst>
              </p:cNvPr>
              <p:cNvCxnSpPr>
                <a:cxnSpLocks noChangeShapeType="1"/>
              </p:cNvCxnSpPr>
              <p:nvPr/>
            </p:nvCxnSpPr>
            <p:spPr bwMode="auto">
              <a:xfrm>
                <a:off x="9405" y="5658"/>
                <a:ext cx="91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58" name="AutoShape 34">
                <a:extLst>
                  <a:ext uri="{FF2B5EF4-FFF2-40B4-BE49-F238E27FC236}">
                    <a16:creationId xmlns:a16="http://schemas.microsoft.com/office/drawing/2014/main" id="{00ED7948-F299-4106-A1D4-60AD26E44D0F}"/>
                  </a:ext>
                </a:extLst>
              </p:cNvPr>
              <p:cNvCxnSpPr>
                <a:cxnSpLocks noChangeShapeType="1"/>
              </p:cNvCxnSpPr>
              <p:nvPr/>
            </p:nvCxnSpPr>
            <p:spPr bwMode="auto">
              <a:xfrm>
                <a:off x="6225" y="5372"/>
                <a:ext cx="390" cy="0"/>
              </a:xfrm>
              <a:prstGeom prst="straightConnector1">
                <a:avLst/>
              </a:prstGeom>
              <a:noFill/>
              <a:ln w="19050">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16459" name="AutoShape 35">
                <a:extLst>
                  <a:ext uri="{FF2B5EF4-FFF2-40B4-BE49-F238E27FC236}">
                    <a16:creationId xmlns:a16="http://schemas.microsoft.com/office/drawing/2014/main" id="{8532202F-B346-4697-8727-AF0CDCC404F8}"/>
                  </a:ext>
                </a:extLst>
              </p:cNvPr>
              <p:cNvCxnSpPr>
                <a:cxnSpLocks noChangeShapeType="1"/>
              </p:cNvCxnSpPr>
              <p:nvPr/>
            </p:nvCxnSpPr>
            <p:spPr bwMode="auto">
              <a:xfrm>
                <a:off x="8685" y="5372"/>
                <a:ext cx="555"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60" name="AutoShape 36">
                <a:extLst>
                  <a:ext uri="{FF2B5EF4-FFF2-40B4-BE49-F238E27FC236}">
                    <a16:creationId xmlns:a16="http://schemas.microsoft.com/office/drawing/2014/main" id="{A5C59CB2-004E-46C4-A887-0C2E96EBEFDC}"/>
                  </a:ext>
                </a:extLst>
              </p:cNvPr>
              <p:cNvCxnSpPr>
                <a:cxnSpLocks noChangeShapeType="1"/>
              </p:cNvCxnSpPr>
              <p:nvPr/>
            </p:nvCxnSpPr>
            <p:spPr bwMode="auto">
              <a:xfrm flipV="1">
                <a:off x="5460" y="7620"/>
                <a:ext cx="4860" cy="4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6461" name="AutoShape 37">
                <a:extLst>
                  <a:ext uri="{FF2B5EF4-FFF2-40B4-BE49-F238E27FC236}">
                    <a16:creationId xmlns:a16="http://schemas.microsoft.com/office/drawing/2014/main" id="{2E3329FB-84EA-4894-91B3-A1BF9B3E1C58}"/>
                  </a:ext>
                </a:extLst>
              </p:cNvPr>
              <p:cNvCxnSpPr>
                <a:cxnSpLocks noChangeShapeType="1"/>
              </p:cNvCxnSpPr>
              <p:nvPr/>
            </p:nvCxnSpPr>
            <p:spPr bwMode="auto">
              <a:xfrm>
                <a:off x="5610" y="5823"/>
                <a:ext cx="0" cy="1739"/>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6462" name="AutoShape 38">
                <a:extLst>
                  <a:ext uri="{FF2B5EF4-FFF2-40B4-BE49-F238E27FC236}">
                    <a16:creationId xmlns:a16="http://schemas.microsoft.com/office/drawing/2014/main" id="{2BE4D985-C741-47E9-A5CD-40F07C801C1B}"/>
                  </a:ext>
                </a:extLst>
              </p:cNvPr>
              <p:cNvCxnSpPr>
                <a:cxnSpLocks noChangeShapeType="1"/>
              </p:cNvCxnSpPr>
              <p:nvPr/>
            </p:nvCxnSpPr>
            <p:spPr bwMode="auto">
              <a:xfrm>
                <a:off x="6300" y="6108"/>
                <a:ext cx="0" cy="1409"/>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6463" name="AutoShape 39">
                <a:extLst>
                  <a:ext uri="{FF2B5EF4-FFF2-40B4-BE49-F238E27FC236}">
                    <a16:creationId xmlns:a16="http://schemas.microsoft.com/office/drawing/2014/main" id="{23BB1E57-94EB-4FBB-ADA1-E590442DCDEA}"/>
                  </a:ext>
                </a:extLst>
              </p:cNvPr>
              <p:cNvCxnSpPr>
                <a:cxnSpLocks noChangeShapeType="1"/>
              </p:cNvCxnSpPr>
              <p:nvPr/>
            </p:nvCxnSpPr>
            <p:spPr bwMode="auto">
              <a:xfrm>
                <a:off x="5610" y="7665"/>
                <a:ext cx="691" cy="0"/>
              </a:xfrm>
              <a:prstGeom prst="straightConnector1">
                <a:avLst/>
              </a:prstGeom>
              <a:noFill/>
              <a:ln w="19050">
                <a:solidFill>
                  <a:srgbClr val="1F497D"/>
                </a:solidFill>
                <a:round/>
                <a:headEnd/>
                <a:tailEnd/>
              </a:ln>
              <a:extLst>
                <a:ext uri="{909E8E84-426E-40DD-AFC4-6F175D3DCCD1}">
                  <a14:hiddenFill xmlns:a14="http://schemas.microsoft.com/office/drawing/2010/main">
                    <a:noFill/>
                  </a14:hiddenFill>
                </a:ext>
              </a:extLst>
            </p:spPr>
          </p:cxnSp>
          <p:cxnSp>
            <p:nvCxnSpPr>
              <p:cNvPr id="16464" name="AutoShape 40">
                <a:extLst>
                  <a:ext uri="{FF2B5EF4-FFF2-40B4-BE49-F238E27FC236}">
                    <a16:creationId xmlns:a16="http://schemas.microsoft.com/office/drawing/2014/main" id="{2F1113FD-8411-4FAD-9735-6D8A5B57EDEC}"/>
                  </a:ext>
                </a:extLst>
              </p:cNvPr>
              <p:cNvCxnSpPr>
                <a:cxnSpLocks noChangeShapeType="1"/>
              </p:cNvCxnSpPr>
              <p:nvPr/>
            </p:nvCxnSpPr>
            <p:spPr bwMode="auto">
              <a:xfrm flipV="1">
                <a:off x="6301" y="6588"/>
                <a:ext cx="224" cy="1077"/>
              </a:xfrm>
              <a:prstGeom prst="straightConnector1">
                <a:avLst/>
              </a:prstGeom>
              <a:noFill/>
              <a:ln w="19050">
                <a:solidFill>
                  <a:srgbClr val="002060"/>
                </a:solidFill>
                <a:round/>
                <a:headEnd/>
                <a:tailEnd/>
              </a:ln>
              <a:extLst>
                <a:ext uri="{909E8E84-426E-40DD-AFC4-6F175D3DCCD1}">
                  <a14:hiddenFill xmlns:a14="http://schemas.microsoft.com/office/drawing/2010/main">
                    <a:noFill/>
                  </a14:hiddenFill>
                </a:ext>
              </a:extLst>
            </p:spPr>
          </p:cxnSp>
          <p:cxnSp>
            <p:nvCxnSpPr>
              <p:cNvPr id="16465" name="AutoShape 41">
                <a:extLst>
                  <a:ext uri="{FF2B5EF4-FFF2-40B4-BE49-F238E27FC236}">
                    <a16:creationId xmlns:a16="http://schemas.microsoft.com/office/drawing/2014/main" id="{5B701109-DF1D-4A53-8CD2-D8F100F28850}"/>
                  </a:ext>
                </a:extLst>
              </p:cNvPr>
              <p:cNvCxnSpPr>
                <a:cxnSpLocks noChangeShapeType="1"/>
              </p:cNvCxnSpPr>
              <p:nvPr/>
            </p:nvCxnSpPr>
            <p:spPr bwMode="auto">
              <a:xfrm>
                <a:off x="6525" y="6108"/>
                <a:ext cx="0" cy="510"/>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6466" name="AutoShape 42">
                <a:extLst>
                  <a:ext uri="{FF2B5EF4-FFF2-40B4-BE49-F238E27FC236}">
                    <a16:creationId xmlns:a16="http://schemas.microsoft.com/office/drawing/2014/main" id="{7C56FD26-3DFA-4BE3-868F-2F1F389EC0C5}"/>
                  </a:ext>
                </a:extLst>
              </p:cNvPr>
              <p:cNvCxnSpPr>
                <a:cxnSpLocks noChangeShapeType="1"/>
              </p:cNvCxnSpPr>
              <p:nvPr/>
            </p:nvCxnSpPr>
            <p:spPr bwMode="auto">
              <a:xfrm flipV="1">
                <a:off x="6525" y="6588"/>
                <a:ext cx="330" cy="30"/>
              </a:xfrm>
              <a:prstGeom prst="straightConnector1">
                <a:avLst/>
              </a:prstGeom>
              <a:noFill/>
              <a:ln w="19050">
                <a:solidFill>
                  <a:srgbClr val="002060"/>
                </a:solidFill>
                <a:round/>
                <a:headEnd/>
                <a:tailEnd/>
              </a:ln>
              <a:extLst>
                <a:ext uri="{909E8E84-426E-40DD-AFC4-6F175D3DCCD1}">
                  <a14:hiddenFill xmlns:a14="http://schemas.microsoft.com/office/drawing/2010/main">
                    <a:noFill/>
                  </a14:hiddenFill>
                </a:ext>
              </a:extLst>
            </p:spPr>
          </p:cxnSp>
          <p:cxnSp>
            <p:nvCxnSpPr>
              <p:cNvPr id="16467" name="AutoShape 43">
                <a:extLst>
                  <a:ext uri="{FF2B5EF4-FFF2-40B4-BE49-F238E27FC236}">
                    <a16:creationId xmlns:a16="http://schemas.microsoft.com/office/drawing/2014/main" id="{511A542F-84D5-44F2-9004-25FCF74B5B08}"/>
                  </a:ext>
                </a:extLst>
              </p:cNvPr>
              <p:cNvCxnSpPr>
                <a:cxnSpLocks noChangeShapeType="1"/>
              </p:cNvCxnSpPr>
              <p:nvPr/>
            </p:nvCxnSpPr>
            <p:spPr bwMode="auto">
              <a:xfrm>
                <a:off x="6855" y="5912"/>
                <a:ext cx="0" cy="676"/>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6468" name="AutoShape 44">
                <a:extLst>
                  <a:ext uri="{FF2B5EF4-FFF2-40B4-BE49-F238E27FC236}">
                    <a16:creationId xmlns:a16="http://schemas.microsoft.com/office/drawing/2014/main" id="{148D7232-6287-4971-B0E1-2630F134D802}"/>
                  </a:ext>
                </a:extLst>
              </p:cNvPr>
              <p:cNvCxnSpPr>
                <a:cxnSpLocks noChangeShapeType="1"/>
              </p:cNvCxnSpPr>
              <p:nvPr/>
            </p:nvCxnSpPr>
            <p:spPr bwMode="auto">
              <a:xfrm>
                <a:off x="6855" y="6588"/>
                <a:ext cx="616" cy="285"/>
              </a:xfrm>
              <a:prstGeom prst="straightConnector1">
                <a:avLst/>
              </a:prstGeom>
              <a:noFill/>
              <a:ln w="19050">
                <a:solidFill>
                  <a:srgbClr val="002060"/>
                </a:solidFill>
                <a:round/>
                <a:headEnd/>
                <a:tailEnd/>
              </a:ln>
              <a:extLst>
                <a:ext uri="{909E8E84-426E-40DD-AFC4-6F175D3DCCD1}">
                  <a14:hiddenFill xmlns:a14="http://schemas.microsoft.com/office/drawing/2010/main">
                    <a:noFill/>
                  </a14:hiddenFill>
                </a:ext>
              </a:extLst>
            </p:spPr>
          </p:cxnSp>
          <p:cxnSp>
            <p:nvCxnSpPr>
              <p:cNvPr id="16469" name="AutoShape 45">
                <a:extLst>
                  <a:ext uri="{FF2B5EF4-FFF2-40B4-BE49-F238E27FC236}">
                    <a16:creationId xmlns:a16="http://schemas.microsoft.com/office/drawing/2014/main" id="{85F3704E-C96B-4432-9BDF-375F97627CCA}"/>
                  </a:ext>
                </a:extLst>
              </p:cNvPr>
              <p:cNvCxnSpPr>
                <a:cxnSpLocks noChangeShapeType="1"/>
              </p:cNvCxnSpPr>
              <p:nvPr/>
            </p:nvCxnSpPr>
            <p:spPr bwMode="auto">
              <a:xfrm>
                <a:off x="7471" y="6858"/>
                <a:ext cx="1094" cy="0"/>
              </a:xfrm>
              <a:prstGeom prst="straightConnector1">
                <a:avLst/>
              </a:prstGeom>
              <a:noFill/>
              <a:ln w="19050">
                <a:solidFill>
                  <a:srgbClr val="002060"/>
                </a:solidFill>
                <a:round/>
                <a:headEnd/>
                <a:tailEnd/>
              </a:ln>
              <a:extLst>
                <a:ext uri="{909E8E84-426E-40DD-AFC4-6F175D3DCCD1}">
                  <a14:hiddenFill xmlns:a14="http://schemas.microsoft.com/office/drawing/2010/main">
                    <a:noFill/>
                  </a14:hiddenFill>
                </a:ext>
              </a:extLst>
            </p:spPr>
          </p:cxnSp>
          <p:cxnSp>
            <p:nvCxnSpPr>
              <p:cNvPr id="16470" name="AutoShape 46">
                <a:extLst>
                  <a:ext uri="{FF2B5EF4-FFF2-40B4-BE49-F238E27FC236}">
                    <a16:creationId xmlns:a16="http://schemas.microsoft.com/office/drawing/2014/main" id="{C1D9512F-DBC0-4FE2-9AAF-AE54C7A5A7E0}"/>
                  </a:ext>
                </a:extLst>
              </p:cNvPr>
              <p:cNvCxnSpPr>
                <a:cxnSpLocks noChangeShapeType="1"/>
              </p:cNvCxnSpPr>
              <p:nvPr/>
            </p:nvCxnSpPr>
            <p:spPr bwMode="auto">
              <a:xfrm>
                <a:off x="8565" y="5747"/>
                <a:ext cx="0" cy="1036"/>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6471" name="AutoShape 47">
                <a:extLst>
                  <a:ext uri="{FF2B5EF4-FFF2-40B4-BE49-F238E27FC236}">
                    <a16:creationId xmlns:a16="http://schemas.microsoft.com/office/drawing/2014/main" id="{1FA9CC89-E6E6-4AE9-8A1F-A622CDF6B739}"/>
                  </a:ext>
                </a:extLst>
              </p:cNvPr>
              <p:cNvCxnSpPr>
                <a:cxnSpLocks noChangeShapeType="1"/>
              </p:cNvCxnSpPr>
              <p:nvPr/>
            </p:nvCxnSpPr>
            <p:spPr bwMode="auto">
              <a:xfrm>
                <a:off x="7471" y="5747"/>
                <a:ext cx="0" cy="1036"/>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6472" name="AutoShape 48">
                <a:extLst>
                  <a:ext uri="{FF2B5EF4-FFF2-40B4-BE49-F238E27FC236}">
                    <a16:creationId xmlns:a16="http://schemas.microsoft.com/office/drawing/2014/main" id="{992EEFCB-F7D3-41CB-AE9F-95A0228C424E}"/>
                  </a:ext>
                </a:extLst>
              </p:cNvPr>
              <p:cNvCxnSpPr>
                <a:cxnSpLocks noChangeShapeType="1"/>
              </p:cNvCxnSpPr>
              <p:nvPr/>
            </p:nvCxnSpPr>
            <p:spPr bwMode="auto">
              <a:xfrm>
                <a:off x="8565" y="6858"/>
                <a:ext cx="840" cy="762"/>
              </a:xfrm>
              <a:prstGeom prst="straightConnector1">
                <a:avLst/>
              </a:prstGeom>
              <a:noFill/>
              <a:ln w="19050">
                <a:solidFill>
                  <a:srgbClr val="002060"/>
                </a:solidFill>
                <a:round/>
                <a:headEnd/>
                <a:tailEnd/>
              </a:ln>
              <a:extLst>
                <a:ext uri="{909E8E84-426E-40DD-AFC4-6F175D3DCCD1}">
                  <a14:hiddenFill xmlns:a14="http://schemas.microsoft.com/office/drawing/2010/main">
                    <a:noFill/>
                  </a14:hiddenFill>
                </a:ext>
              </a:extLst>
            </p:spPr>
          </p:cxnSp>
          <p:cxnSp>
            <p:nvCxnSpPr>
              <p:cNvPr id="16473" name="AutoShape 49">
                <a:extLst>
                  <a:ext uri="{FF2B5EF4-FFF2-40B4-BE49-F238E27FC236}">
                    <a16:creationId xmlns:a16="http://schemas.microsoft.com/office/drawing/2014/main" id="{0BA43BBD-3D52-4257-8B9B-99DA578FA12D}"/>
                  </a:ext>
                </a:extLst>
              </p:cNvPr>
              <p:cNvCxnSpPr>
                <a:cxnSpLocks noChangeShapeType="1"/>
              </p:cNvCxnSpPr>
              <p:nvPr/>
            </p:nvCxnSpPr>
            <p:spPr bwMode="auto">
              <a:xfrm>
                <a:off x="9405" y="5658"/>
                <a:ext cx="0" cy="1859"/>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6474" name="AutoShape 50">
                <a:extLst>
                  <a:ext uri="{FF2B5EF4-FFF2-40B4-BE49-F238E27FC236}">
                    <a16:creationId xmlns:a16="http://schemas.microsoft.com/office/drawing/2014/main" id="{3417B3F5-6A73-4B22-8CB9-2456CA613E54}"/>
                  </a:ext>
                </a:extLst>
              </p:cNvPr>
              <p:cNvCxnSpPr>
                <a:cxnSpLocks noChangeShapeType="1"/>
              </p:cNvCxnSpPr>
              <p:nvPr/>
            </p:nvCxnSpPr>
            <p:spPr bwMode="auto">
              <a:xfrm>
                <a:off x="9405" y="7620"/>
                <a:ext cx="915" cy="0"/>
              </a:xfrm>
              <a:prstGeom prst="straightConnector1">
                <a:avLst/>
              </a:prstGeom>
              <a:noFill/>
              <a:ln w="19050">
                <a:solidFill>
                  <a:srgbClr val="002060"/>
                </a:solidFill>
                <a:round/>
                <a:headEnd/>
                <a:tailEnd/>
              </a:ln>
              <a:extLst>
                <a:ext uri="{909E8E84-426E-40DD-AFC4-6F175D3DCCD1}">
                  <a14:hiddenFill xmlns:a14="http://schemas.microsoft.com/office/drawing/2010/main">
                    <a:noFill/>
                  </a14:hiddenFill>
                </a:ext>
              </a:extLst>
            </p:spPr>
          </p:cxnSp>
          <p:cxnSp>
            <p:nvCxnSpPr>
              <p:cNvPr id="16475" name="AutoShape 51">
                <a:extLst>
                  <a:ext uri="{FF2B5EF4-FFF2-40B4-BE49-F238E27FC236}">
                    <a16:creationId xmlns:a16="http://schemas.microsoft.com/office/drawing/2014/main" id="{C7FCD48C-91EE-4D4F-A22F-879AF6703AE1}"/>
                  </a:ext>
                </a:extLst>
              </p:cNvPr>
              <p:cNvCxnSpPr>
                <a:cxnSpLocks noChangeShapeType="1"/>
              </p:cNvCxnSpPr>
              <p:nvPr/>
            </p:nvCxnSpPr>
            <p:spPr bwMode="auto">
              <a:xfrm>
                <a:off x="10320" y="5658"/>
                <a:ext cx="0" cy="1859"/>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6476" name="AutoShape 52">
                <a:extLst>
                  <a:ext uri="{FF2B5EF4-FFF2-40B4-BE49-F238E27FC236}">
                    <a16:creationId xmlns:a16="http://schemas.microsoft.com/office/drawing/2014/main" id="{5827E279-3EB0-437A-8EB7-104E1B0F6AE5}"/>
                  </a:ext>
                </a:extLst>
              </p:cNvPr>
              <p:cNvCxnSpPr>
                <a:cxnSpLocks noChangeShapeType="1"/>
              </p:cNvCxnSpPr>
              <p:nvPr/>
            </p:nvCxnSpPr>
            <p:spPr bwMode="auto">
              <a:xfrm>
                <a:off x="6615" y="6648"/>
                <a:ext cx="0" cy="972"/>
              </a:xfrm>
              <a:prstGeom prst="straightConnector1">
                <a:avLst/>
              </a:prstGeom>
              <a:noFill/>
              <a:ln w="9525">
                <a:solidFill>
                  <a:srgbClr val="000000"/>
                </a:solidFill>
                <a:prstDash val="dash"/>
                <a:round/>
                <a:headEnd type="triangle" w="med" len="med"/>
                <a:tailEnd type="triangle" w="med" len="med"/>
              </a:ln>
              <a:extLst>
                <a:ext uri="{909E8E84-426E-40DD-AFC4-6F175D3DCCD1}">
                  <a14:hiddenFill xmlns:a14="http://schemas.microsoft.com/office/drawing/2010/main">
                    <a:noFill/>
                  </a14:hiddenFill>
                </a:ext>
              </a:extLst>
            </p:spPr>
          </p:cxnSp>
          <p:cxnSp>
            <p:nvCxnSpPr>
              <p:cNvPr id="16477" name="AutoShape 53">
                <a:extLst>
                  <a:ext uri="{FF2B5EF4-FFF2-40B4-BE49-F238E27FC236}">
                    <a16:creationId xmlns:a16="http://schemas.microsoft.com/office/drawing/2014/main" id="{048C3A06-070F-4F28-97FB-84D0C4276DF4}"/>
                  </a:ext>
                </a:extLst>
              </p:cNvPr>
              <p:cNvCxnSpPr>
                <a:cxnSpLocks noChangeShapeType="1"/>
              </p:cNvCxnSpPr>
              <p:nvPr/>
            </p:nvCxnSpPr>
            <p:spPr bwMode="auto">
              <a:xfrm>
                <a:off x="6855" y="6588"/>
                <a:ext cx="616" cy="0"/>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6478" name="AutoShape 54">
                <a:extLst>
                  <a:ext uri="{FF2B5EF4-FFF2-40B4-BE49-F238E27FC236}">
                    <a16:creationId xmlns:a16="http://schemas.microsoft.com/office/drawing/2014/main" id="{5927BD7E-CA51-4F3E-B060-EA8FAC6A6336}"/>
                  </a:ext>
                </a:extLst>
              </p:cNvPr>
              <p:cNvCxnSpPr>
                <a:cxnSpLocks noChangeShapeType="1"/>
              </p:cNvCxnSpPr>
              <p:nvPr/>
            </p:nvCxnSpPr>
            <p:spPr bwMode="auto">
              <a:xfrm>
                <a:off x="8565" y="6858"/>
                <a:ext cx="840" cy="0"/>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6479" name="AutoShape 55">
                <a:extLst>
                  <a:ext uri="{FF2B5EF4-FFF2-40B4-BE49-F238E27FC236}">
                    <a16:creationId xmlns:a16="http://schemas.microsoft.com/office/drawing/2014/main" id="{54A18332-6403-45AD-8914-53179B8C2FFC}"/>
                  </a:ext>
                </a:extLst>
              </p:cNvPr>
              <p:cNvCxnSpPr>
                <a:cxnSpLocks noChangeShapeType="1"/>
              </p:cNvCxnSpPr>
              <p:nvPr/>
            </p:nvCxnSpPr>
            <p:spPr bwMode="auto">
              <a:xfrm>
                <a:off x="9405" y="6858"/>
                <a:ext cx="0" cy="704"/>
              </a:xfrm>
              <a:prstGeom prst="straightConnector1">
                <a:avLst/>
              </a:prstGeom>
              <a:noFill/>
              <a:ln w="9525">
                <a:solidFill>
                  <a:srgbClr val="000000"/>
                </a:solidFill>
                <a:prstDash val="dash"/>
                <a:round/>
                <a:headEnd type="triangle" w="med" len="med"/>
                <a:tailEnd type="triangle" w="med" len="med"/>
              </a:ln>
              <a:extLst>
                <a:ext uri="{909E8E84-426E-40DD-AFC4-6F175D3DCCD1}">
                  <a14:hiddenFill xmlns:a14="http://schemas.microsoft.com/office/drawing/2010/main">
                    <a:noFill/>
                  </a14:hiddenFill>
                </a:ext>
              </a:extLst>
            </p:spPr>
          </p:cxnSp>
          <p:cxnSp>
            <p:nvCxnSpPr>
              <p:cNvPr id="16480" name="AutoShape 56">
                <a:extLst>
                  <a:ext uri="{FF2B5EF4-FFF2-40B4-BE49-F238E27FC236}">
                    <a16:creationId xmlns:a16="http://schemas.microsoft.com/office/drawing/2014/main" id="{9D9DA1CA-99D9-4A07-A250-F223D273146F}"/>
                  </a:ext>
                </a:extLst>
              </p:cNvPr>
              <p:cNvCxnSpPr>
                <a:cxnSpLocks noChangeShapeType="1"/>
              </p:cNvCxnSpPr>
              <p:nvPr/>
            </p:nvCxnSpPr>
            <p:spPr bwMode="auto">
              <a:xfrm>
                <a:off x="7471" y="6588"/>
                <a:ext cx="0" cy="270"/>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16481" name="AutoShape 57">
                <a:extLst>
                  <a:ext uri="{FF2B5EF4-FFF2-40B4-BE49-F238E27FC236}">
                    <a16:creationId xmlns:a16="http://schemas.microsoft.com/office/drawing/2014/main" id="{5C409CEB-BB84-458D-B70B-6D4842C41D03}"/>
                  </a:ext>
                </a:extLst>
              </p:cNvPr>
              <p:cNvSpPr>
                <a:spLocks noChangeArrowheads="1"/>
              </p:cNvSpPr>
              <p:nvPr/>
            </p:nvSpPr>
            <p:spPr bwMode="auto">
              <a:xfrm>
                <a:off x="8506" y="7714"/>
                <a:ext cx="930" cy="585"/>
              </a:xfrm>
              <a:prstGeom prst="leftRightArrow">
                <a:avLst>
                  <a:gd name="adj1" fmla="val 50000"/>
                  <a:gd name="adj2" fmla="val 31795"/>
                </a:avLst>
              </a:prstGeom>
              <a:solidFill>
                <a:srgbClr val="C4BC96"/>
              </a:solidFill>
              <a:ln w="9525">
                <a:solidFill>
                  <a:srgbClr val="000000"/>
                </a:solidFill>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grpSp>
        <p:grpSp>
          <p:nvGrpSpPr>
            <p:cNvPr id="16404" name="Group 58">
              <a:extLst>
                <a:ext uri="{FF2B5EF4-FFF2-40B4-BE49-F238E27FC236}">
                  <a16:creationId xmlns:a16="http://schemas.microsoft.com/office/drawing/2014/main" id="{97D5874C-7C8F-441B-B55B-5312B90BB2E1}"/>
                </a:ext>
              </a:extLst>
            </p:cNvPr>
            <p:cNvGrpSpPr>
              <a:grpSpLocks/>
            </p:cNvGrpSpPr>
            <p:nvPr/>
          </p:nvGrpSpPr>
          <p:grpSpPr bwMode="auto">
            <a:xfrm>
              <a:off x="2197" y="2114"/>
              <a:ext cx="2633" cy="2416"/>
              <a:chOff x="2197" y="5459"/>
              <a:chExt cx="2633" cy="2416"/>
            </a:xfrm>
          </p:grpSpPr>
          <p:sp>
            <p:nvSpPr>
              <p:cNvPr id="16405" name="Rectangle 59">
                <a:extLst>
                  <a:ext uri="{FF2B5EF4-FFF2-40B4-BE49-F238E27FC236}">
                    <a16:creationId xmlns:a16="http://schemas.microsoft.com/office/drawing/2014/main" id="{B8C51300-F38C-405E-BD57-E0C6AD7F1446}"/>
                  </a:ext>
                </a:extLst>
              </p:cNvPr>
              <p:cNvSpPr>
                <a:spLocks noChangeArrowheads="1"/>
              </p:cNvSpPr>
              <p:nvPr/>
            </p:nvSpPr>
            <p:spPr bwMode="auto">
              <a:xfrm>
                <a:off x="2355" y="6000"/>
                <a:ext cx="394" cy="1260"/>
              </a:xfrm>
              <a:prstGeom prst="rect">
                <a:avLst/>
              </a:prstGeom>
              <a:solidFill>
                <a:srgbClr val="95B3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6406" name="AutoShape 60">
                <a:extLst>
                  <a:ext uri="{FF2B5EF4-FFF2-40B4-BE49-F238E27FC236}">
                    <a16:creationId xmlns:a16="http://schemas.microsoft.com/office/drawing/2014/main" id="{6FDD17A0-FBEB-420F-8A8F-07CAF12CFBBA}"/>
                  </a:ext>
                </a:extLst>
              </p:cNvPr>
              <p:cNvCxnSpPr>
                <a:cxnSpLocks noChangeShapeType="1"/>
              </p:cNvCxnSpPr>
              <p:nvPr/>
            </p:nvCxnSpPr>
            <p:spPr bwMode="auto">
              <a:xfrm>
                <a:off x="2550" y="5715"/>
                <a:ext cx="210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07" name="AutoShape 61">
                <a:extLst>
                  <a:ext uri="{FF2B5EF4-FFF2-40B4-BE49-F238E27FC236}">
                    <a16:creationId xmlns:a16="http://schemas.microsoft.com/office/drawing/2014/main" id="{EE0E8F0A-390E-4421-901E-1EFA62F9721A}"/>
                  </a:ext>
                </a:extLst>
              </p:cNvPr>
              <p:cNvCxnSpPr>
                <a:cxnSpLocks noChangeShapeType="1"/>
              </p:cNvCxnSpPr>
              <p:nvPr/>
            </p:nvCxnSpPr>
            <p:spPr bwMode="auto">
              <a:xfrm>
                <a:off x="2550" y="5715"/>
                <a:ext cx="1" cy="49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16408" name="Group 62">
                <a:extLst>
                  <a:ext uri="{FF2B5EF4-FFF2-40B4-BE49-F238E27FC236}">
                    <a16:creationId xmlns:a16="http://schemas.microsoft.com/office/drawing/2014/main" id="{B93850C9-B931-40F7-B443-0084B9767BC0}"/>
                  </a:ext>
                </a:extLst>
              </p:cNvPr>
              <p:cNvGrpSpPr>
                <a:grpSpLocks/>
              </p:cNvGrpSpPr>
              <p:nvPr/>
            </p:nvGrpSpPr>
            <p:grpSpPr bwMode="auto">
              <a:xfrm>
                <a:off x="2430" y="6210"/>
                <a:ext cx="210" cy="630"/>
                <a:chOff x="2430" y="5910"/>
                <a:chExt cx="210" cy="630"/>
              </a:xfrm>
            </p:grpSpPr>
            <p:cxnSp>
              <p:nvCxnSpPr>
                <p:cNvPr id="16428" name="AutoShape 63">
                  <a:extLst>
                    <a:ext uri="{FF2B5EF4-FFF2-40B4-BE49-F238E27FC236}">
                      <a16:creationId xmlns:a16="http://schemas.microsoft.com/office/drawing/2014/main" id="{184809ED-E7C9-47F3-835A-010C757D84A6}"/>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29" name="AutoShape 64">
                  <a:extLst>
                    <a:ext uri="{FF2B5EF4-FFF2-40B4-BE49-F238E27FC236}">
                      <a16:creationId xmlns:a16="http://schemas.microsoft.com/office/drawing/2014/main" id="{D2F01E51-1437-47D6-B921-20FDD852FA02}"/>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30" name="AutoShape 65">
                  <a:extLst>
                    <a:ext uri="{FF2B5EF4-FFF2-40B4-BE49-F238E27FC236}">
                      <a16:creationId xmlns:a16="http://schemas.microsoft.com/office/drawing/2014/main" id="{F8E80FDC-5B09-435D-84BB-30F1A3F54057}"/>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31" name="AutoShape 66">
                  <a:extLst>
                    <a:ext uri="{FF2B5EF4-FFF2-40B4-BE49-F238E27FC236}">
                      <a16:creationId xmlns:a16="http://schemas.microsoft.com/office/drawing/2014/main" id="{3B6EF3F5-09DD-4193-8432-443606EA9758}"/>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32" name="AutoShape 67">
                  <a:extLst>
                    <a:ext uri="{FF2B5EF4-FFF2-40B4-BE49-F238E27FC236}">
                      <a16:creationId xmlns:a16="http://schemas.microsoft.com/office/drawing/2014/main" id="{A783946A-1B1B-4648-B11D-B1EBA9E47F2F}"/>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33" name="AutoShape 68">
                  <a:extLst>
                    <a:ext uri="{FF2B5EF4-FFF2-40B4-BE49-F238E27FC236}">
                      <a16:creationId xmlns:a16="http://schemas.microsoft.com/office/drawing/2014/main" id="{A85BD8C2-1198-48C2-A627-21366B991D4F}"/>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34" name="AutoShape 69">
                  <a:extLst>
                    <a:ext uri="{FF2B5EF4-FFF2-40B4-BE49-F238E27FC236}">
                      <a16:creationId xmlns:a16="http://schemas.microsoft.com/office/drawing/2014/main" id="{9DCD9548-09DB-4317-A803-9A52F8420021}"/>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16409" name="AutoShape 70">
                <a:extLst>
                  <a:ext uri="{FF2B5EF4-FFF2-40B4-BE49-F238E27FC236}">
                    <a16:creationId xmlns:a16="http://schemas.microsoft.com/office/drawing/2014/main" id="{6A4ADCAB-D7AD-42E4-8C35-F63F9A8EE572}"/>
                  </a:ext>
                </a:extLst>
              </p:cNvPr>
              <p:cNvCxnSpPr>
                <a:cxnSpLocks noChangeShapeType="1"/>
              </p:cNvCxnSpPr>
              <p:nvPr/>
            </p:nvCxnSpPr>
            <p:spPr bwMode="auto">
              <a:xfrm>
                <a:off x="2551" y="6840"/>
                <a:ext cx="1" cy="15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10" name="AutoShape 71">
                <a:extLst>
                  <a:ext uri="{FF2B5EF4-FFF2-40B4-BE49-F238E27FC236}">
                    <a16:creationId xmlns:a16="http://schemas.microsoft.com/office/drawing/2014/main" id="{9A5B80E3-2D1F-448D-95FE-0FB15A5D1408}"/>
                  </a:ext>
                </a:extLst>
              </p:cNvPr>
              <p:cNvCxnSpPr>
                <a:cxnSpLocks noChangeShapeType="1"/>
              </p:cNvCxnSpPr>
              <p:nvPr/>
            </p:nvCxnSpPr>
            <p:spPr bwMode="auto">
              <a:xfrm>
                <a:off x="2325" y="6988"/>
                <a:ext cx="405"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11" name="AutoShape 72">
                <a:extLst>
                  <a:ext uri="{FF2B5EF4-FFF2-40B4-BE49-F238E27FC236}">
                    <a16:creationId xmlns:a16="http://schemas.microsoft.com/office/drawing/2014/main" id="{13079C98-E6B9-4BAC-91CA-ABA3C28674B1}"/>
                  </a:ext>
                </a:extLst>
              </p:cNvPr>
              <p:cNvCxnSpPr>
                <a:cxnSpLocks noChangeShapeType="1"/>
              </p:cNvCxnSpPr>
              <p:nvPr/>
            </p:nvCxnSpPr>
            <p:spPr bwMode="auto">
              <a:xfrm flipV="1">
                <a:off x="2430" y="7125"/>
                <a:ext cx="210"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12" name="AutoShape 73">
                <a:extLst>
                  <a:ext uri="{FF2B5EF4-FFF2-40B4-BE49-F238E27FC236}">
                    <a16:creationId xmlns:a16="http://schemas.microsoft.com/office/drawing/2014/main" id="{2162A4D4-8F9B-4CF5-9626-72F967F1F340}"/>
                  </a:ext>
                </a:extLst>
              </p:cNvPr>
              <p:cNvCxnSpPr>
                <a:cxnSpLocks noChangeShapeType="1"/>
              </p:cNvCxnSpPr>
              <p:nvPr/>
            </p:nvCxnSpPr>
            <p:spPr bwMode="auto">
              <a:xfrm>
                <a:off x="2550" y="7125"/>
                <a:ext cx="0" cy="5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13" name="AutoShape 74">
                <a:extLst>
                  <a:ext uri="{FF2B5EF4-FFF2-40B4-BE49-F238E27FC236}">
                    <a16:creationId xmlns:a16="http://schemas.microsoft.com/office/drawing/2014/main" id="{F48787E7-D9B1-4A0F-B0FC-DCAA9559FB96}"/>
                  </a:ext>
                </a:extLst>
              </p:cNvPr>
              <p:cNvCxnSpPr>
                <a:cxnSpLocks noChangeShapeType="1"/>
              </p:cNvCxnSpPr>
              <p:nvPr/>
            </p:nvCxnSpPr>
            <p:spPr bwMode="auto">
              <a:xfrm>
                <a:off x="2552" y="7695"/>
                <a:ext cx="207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14" name="AutoShape 75">
                <a:extLst>
                  <a:ext uri="{FF2B5EF4-FFF2-40B4-BE49-F238E27FC236}">
                    <a16:creationId xmlns:a16="http://schemas.microsoft.com/office/drawing/2014/main" id="{3AEE6EC2-D119-47C8-AA31-F68F2E14E87F}"/>
                  </a:ext>
                </a:extLst>
              </p:cNvPr>
              <p:cNvCxnSpPr>
                <a:cxnSpLocks noChangeShapeType="1"/>
              </p:cNvCxnSpPr>
              <p:nvPr/>
            </p:nvCxnSpPr>
            <p:spPr bwMode="auto">
              <a:xfrm>
                <a:off x="4650" y="5715"/>
                <a:ext cx="0" cy="6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15" name="AutoShape 76">
                <a:extLst>
                  <a:ext uri="{FF2B5EF4-FFF2-40B4-BE49-F238E27FC236}">
                    <a16:creationId xmlns:a16="http://schemas.microsoft.com/office/drawing/2014/main" id="{5AF4777C-E7E7-43E4-9E82-ECB3C18BBDCD}"/>
                  </a:ext>
                </a:extLst>
              </p:cNvPr>
              <p:cNvCxnSpPr>
                <a:cxnSpLocks noChangeShapeType="1"/>
              </p:cNvCxnSpPr>
              <p:nvPr/>
            </p:nvCxnSpPr>
            <p:spPr bwMode="auto">
              <a:xfrm flipV="1">
                <a:off x="4650" y="7020"/>
                <a:ext cx="0" cy="70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16416" name="Group 77">
                <a:extLst>
                  <a:ext uri="{FF2B5EF4-FFF2-40B4-BE49-F238E27FC236}">
                    <a16:creationId xmlns:a16="http://schemas.microsoft.com/office/drawing/2014/main" id="{2E4D23F3-AD8E-466F-8731-C9BE83BC04F7}"/>
                  </a:ext>
                </a:extLst>
              </p:cNvPr>
              <p:cNvGrpSpPr>
                <a:grpSpLocks/>
              </p:cNvGrpSpPr>
              <p:nvPr/>
            </p:nvGrpSpPr>
            <p:grpSpPr bwMode="auto">
              <a:xfrm>
                <a:off x="4530" y="6390"/>
                <a:ext cx="210" cy="630"/>
                <a:chOff x="2430" y="5910"/>
                <a:chExt cx="210" cy="630"/>
              </a:xfrm>
            </p:grpSpPr>
            <p:cxnSp>
              <p:nvCxnSpPr>
                <p:cNvPr id="16421" name="AutoShape 78">
                  <a:extLst>
                    <a:ext uri="{FF2B5EF4-FFF2-40B4-BE49-F238E27FC236}">
                      <a16:creationId xmlns:a16="http://schemas.microsoft.com/office/drawing/2014/main" id="{576B66EA-1935-47EA-B32E-847E5FE6EE9F}"/>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22" name="AutoShape 79">
                  <a:extLst>
                    <a:ext uri="{FF2B5EF4-FFF2-40B4-BE49-F238E27FC236}">
                      <a16:creationId xmlns:a16="http://schemas.microsoft.com/office/drawing/2014/main" id="{A66BEF28-E1A4-4B1D-9132-0ADF549313CB}"/>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23" name="AutoShape 80">
                  <a:extLst>
                    <a:ext uri="{FF2B5EF4-FFF2-40B4-BE49-F238E27FC236}">
                      <a16:creationId xmlns:a16="http://schemas.microsoft.com/office/drawing/2014/main" id="{6E5AE084-243C-41DF-BCC0-9CF57F909FAB}"/>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24" name="AutoShape 81">
                  <a:extLst>
                    <a:ext uri="{FF2B5EF4-FFF2-40B4-BE49-F238E27FC236}">
                      <a16:creationId xmlns:a16="http://schemas.microsoft.com/office/drawing/2014/main" id="{72EF9E43-78EE-43B0-99EF-52B53427D7A7}"/>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25" name="AutoShape 82">
                  <a:extLst>
                    <a:ext uri="{FF2B5EF4-FFF2-40B4-BE49-F238E27FC236}">
                      <a16:creationId xmlns:a16="http://schemas.microsoft.com/office/drawing/2014/main" id="{8FAAD81E-B252-404E-9809-311D54B97684}"/>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26" name="AutoShape 83">
                  <a:extLst>
                    <a:ext uri="{FF2B5EF4-FFF2-40B4-BE49-F238E27FC236}">
                      <a16:creationId xmlns:a16="http://schemas.microsoft.com/office/drawing/2014/main" id="{71BEC9E6-2688-42D4-A351-45F7B33D8251}"/>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427" name="AutoShape 84">
                  <a:extLst>
                    <a:ext uri="{FF2B5EF4-FFF2-40B4-BE49-F238E27FC236}">
                      <a16:creationId xmlns:a16="http://schemas.microsoft.com/office/drawing/2014/main" id="{E254B093-4E1F-4FB4-85A9-FBC0439EB1CE}"/>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16417" name="AutoShape 86">
                <a:extLst>
                  <a:ext uri="{FF2B5EF4-FFF2-40B4-BE49-F238E27FC236}">
                    <a16:creationId xmlns:a16="http://schemas.microsoft.com/office/drawing/2014/main" id="{E4225EF0-3DEC-4534-9C23-C69CAB00256D}"/>
                  </a:ext>
                </a:extLst>
              </p:cNvPr>
              <p:cNvCxnSpPr>
                <a:cxnSpLocks noChangeShapeType="1"/>
              </p:cNvCxnSpPr>
              <p:nvPr/>
            </p:nvCxnSpPr>
            <p:spPr bwMode="auto">
              <a:xfrm>
                <a:off x="3270" y="5459"/>
                <a:ext cx="57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18" name="AutoShape 87">
                <a:extLst>
                  <a:ext uri="{FF2B5EF4-FFF2-40B4-BE49-F238E27FC236}">
                    <a16:creationId xmlns:a16="http://schemas.microsoft.com/office/drawing/2014/main" id="{9125A359-9677-47BC-8EAF-E85495908F65}"/>
                  </a:ext>
                </a:extLst>
              </p:cNvPr>
              <p:cNvCxnSpPr>
                <a:cxnSpLocks noChangeShapeType="1"/>
              </p:cNvCxnSpPr>
              <p:nvPr/>
            </p:nvCxnSpPr>
            <p:spPr bwMode="auto">
              <a:xfrm>
                <a:off x="4830" y="6210"/>
                <a:ext cx="0" cy="63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19" name="AutoShape 88">
                <a:extLst>
                  <a:ext uri="{FF2B5EF4-FFF2-40B4-BE49-F238E27FC236}">
                    <a16:creationId xmlns:a16="http://schemas.microsoft.com/office/drawing/2014/main" id="{9F71F636-712C-4C70-A97E-8958A9A2B7F3}"/>
                  </a:ext>
                </a:extLst>
              </p:cNvPr>
              <p:cNvCxnSpPr>
                <a:cxnSpLocks noChangeShapeType="1"/>
              </p:cNvCxnSpPr>
              <p:nvPr/>
            </p:nvCxnSpPr>
            <p:spPr bwMode="auto">
              <a:xfrm flipH="1" flipV="1">
                <a:off x="3420" y="7860"/>
                <a:ext cx="630" cy="1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20" name="AutoShape 89">
                <a:extLst>
                  <a:ext uri="{FF2B5EF4-FFF2-40B4-BE49-F238E27FC236}">
                    <a16:creationId xmlns:a16="http://schemas.microsoft.com/office/drawing/2014/main" id="{E30E894D-7FD2-48B7-939D-264B1EC82725}"/>
                  </a:ext>
                </a:extLst>
              </p:cNvPr>
              <p:cNvCxnSpPr>
                <a:cxnSpLocks noChangeShapeType="1"/>
              </p:cNvCxnSpPr>
              <p:nvPr/>
            </p:nvCxnSpPr>
            <p:spPr bwMode="auto">
              <a:xfrm rot="5400000" flipH="1" flipV="1">
                <a:off x="1892" y="6995"/>
                <a:ext cx="611" cy="2"/>
              </a:xfrm>
              <a:prstGeom prst="straightConnector1">
                <a:avLst/>
              </a:prstGeom>
              <a:noFill/>
              <a:ln w="19050">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grpSp>
      </p:grpSp>
      <p:sp>
        <p:nvSpPr>
          <p:cNvPr id="16388" name="Rectangle 91">
            <a:extLst>
              <a:ext uri="{FF2B5EF4-FFF2-40B4-BE49-F238E27FC236}">
                <a16:creationId xmlns:a16="http://schemas.microsoft.com/office/drawing/2014/main" id="{E461BF91-42D2-4749-AFA5-57C6267D7B89}"/>
              </a:ext>
            </a:extLst>
          </p:cNvPr>
          <p:cNvSpPr>
            <a:spLocks noChangeArrowheads="1"/>
          </p:cNvSpPr>
          <p:nvPr/>
        </p:nvSpPr>
        <p:spPr bwMode="auto">
          <a:xfrm>
            <a:off x="1034029" y="4010827"/>
            <a:ext cx="8144329"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200" b="1" dirty="0">
                <a:latin typeface="Arial" panose="020B0604020202020204" pitchFamily="34" charset="0"/>
                <a:ea typeface="Times New Roman" panose="02020603050405020304" pitchFamily="18" charset="0"/>
                <a:cs typeface="Arial" panose="020B0604020202020204" pitchFamily="34" charset="0"/>
              </a:rPr>
              <a:t>Fig. 4. (a) A single loop circuit containing a real battery having internal resistance </a:t>
            </a:r>
            <a:r>
              <a:rPr lang="en-US" altLang="id-ID" sz="2200" b="1" i="1" dirty="0">
                <a:solidFill>
                  <a:srgbClr val="002060"/>
                </a:solidFill>
                <a:latin typeface="Arial" panose="020B0604020202020204" pitchFamily="34" charset="0"/>
                <a:ea typeface="Times New Roman" panose="02020603050405020304" pitchFamily="18" charset="0"/>
                <a:cs typeface="Arial" panose="020B0604020202020204" pitchFamily="34" charset="0"/>
              </a:rPr>
              <a:t>r</a:t>
            </a:r>
            <a:r>
              <a:rPr lang="en-US" altLang="id-ID" sz="2200" b="1" dirty="0">
                <a:latin typeface="Arial" panose="020B0604020202020204" pitchFamily="34" charset="0"/>
                <a:ea typeface="Times New Roman" panose="02020603050405020304" pitchFamily="18" charset="0"/>
                <a:cs typeface="Arial" panose="020B0604020202020204" pitchFamily="34" charset="0"/>
              </a:rPr>
              <a:t> and emf </a:t>
            </a:r>
            <a:r>
              <a:rPr lang="en-US" altLang="id-ID" sz="2800" b="1" i="1" dirty="0">
                <a:solidFill>
                  <a:srgbClr val="002060"/>
                </a:solidFill>
                <a:latin typeface="Arial" panose="020B0604020202020204" pitchFamily="34" charset="0"/>
                <a:ea typeface="Times New Roman" panose="02020603050405020304" pitchFamily="18" charset="0"/>
                <a:cs typeface="Arial" panose="020B0604020202020204" pitchFamily="34" charset="0"/>
              </a:rPr>
              <a:t>ε</a:t>
            </a:r>
            <a:r>
              <a:rPr lang="en-US" altLang="id-ID" sz="2200" b="1" dirty="0">
                <a:latin typeface="Arial" panose="020B0604020202020204" pitchFamily="34" charset="0"/>
                <a:ea typeface="Times New Roman" panose="02020603050405020304" pitchFamily="18" charset="0"/>
                <a:cs typeface="Arial" panose="020B0604020202020204" pitchFamily="34" charset="0"/>
              </a:rPr>
              <a:t>. </a:t>
            </a:r>
          </a:p>
          <a:p>
            <a:pPr>
              <a:spcBef>
                <a:spcPct val="0"/>
              </a:spcBef>
              <a:buFontTx/>
              <a:buNone/>
            </a:pPr>
            <a:r>
              <a:rPr lang="en-US" altLang="id-ID" sz="2200" b="1" dirty="0">
                <a:latin typeface="Arial" panose="020B0604020202020204" pitchFamily="34" charset="0"/>
                <a:ea typeface="Times New Roman" panose="02020603050405020304" pitchFamily="18" charset="0"/>
                <a:cs typeface="Arial" panose="020B0604020202020204" pitchFamily="34" charset="0"/>
              </a:rPr>
              <a:t>(b) The same circuit now spread out in a line. The potentials encountered in traversing the circuit  clockwise from a are also shown. The potential </a:t>
            </a:r>
            <a:r>
              <a:rPr lang="en-US" altLang="id-ID" sz="2200" b="1" dirty="0" err="1">
                <a:latin typeface="Arial" panose="020B0604020202020204" pitchFamily="34" charset="0"/>
                <a:ea typeface="Times New Roman" panose="02020603050405020304" pitchFamily="18" charset="0"/>
                <a:cs typeface="Arial" panose="020B0604020202020204" pitchFamily="34" charset="0"/>
              </a:rPr>
              <a:t>Va</a:t>
            </a:r>
            <a:r>
              <a:rPr lang="en-US" altLang="id-ID" sz="2200" b="1" dirty="0">
                <a:latin typeface="Arial" panose="020B0604020202020204" pitchFamily="34" charset="0"/>
                <a:ea typeface="Times New Roman" panose="02020603050405020304" pitchFamily="18" charset="0"/>
                <a:cs typeface="Arial" panose="020B0604020202020204" pitchFamily="34" charset="0"/>
              </a:rPr>
              <a:t> is arbitrarily assigned a value zero, and other potential in the circuit are graphed relative to Va.</a:t>
            </a:r>
            <a:endParaRPr lang="en-US" altLang="id-ID" sz="2200" dirty="0">
              <a:latin typeface="Arial" panose="020B0604020202020204" pitchFamily="34" charset="0"/>
              <a:ea typeface="Times New Roman" panose="02020603050405020304" pitchFamily="18" charset="0"/>
              <a:cs typeface="Arial" panose="020B0604020202020204" pitchFamily="34" charset="0"/>
            </a:endParaRPr>
          </a:p>
        </p:txBody>
      </p:sp>
      <p:sp>
        <p:nvSpPr>
          <p:cNvPr id="16389" name="Rectangle 91">
            <a:extLst>
              <a:ext uri="{FF2B5EF4-FFF2-40B4-BE49-F238E27FC236}">
                <a16:creationId xmlns:a16="http://schemas.microsoft.com/office/drawing/2014/main" id="{5E4ED86D-CD7B-414D-8E6D-DA568008D86A}"/>
              </a:ext>
            </a:extLst>
          </p:cNvPr>
          <p:cNvSpPr>
            <a:spLocks noChangeArrowheads="1"/>
          </p:cNvSpPr>
          <p:nvPr/>
        </p:nvSpPr>
        <p:spPr bwMode="auto">
          <a:xfrm>
            <a:off x="785813" y="2286000"/>
            <a:ext cx="3540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a:solidFill>
                  <a:srgbClr val="002060"/>
                </a:solidFill>
                <a:latin typeface="Arial" panose="020B0604020202020204" pitchFamily="34" charset="0"/>
                <a:ea typeface="Times New Roman" panose="02020603050405020304" pitchFamily="18" charset="0"/>
                <a:cs typeface="Arial" panose="020B0604020202020204" pitchFamily="34" charset="0"/>
              </a:rPr>
              <a:t>ε</a:t>
            </a:r>
            <a:endParaRPr lang="en-US" altLang="id-ID" sz="280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16390" name="Rectangle 92">
            <a:extLst>
              <a:ext uri="{FF2B5EF4-FFF2-40B4-BE49-F238E27FC236}">
                <a16:creationId xmlns:a16="http://schemas.microsoft.com/office/drawing/2014/main" id="{7E0D04FB-0616-4E85-951C-3E2A3F19B373}"/>
              </a:ext>
            </a:extLst>
          </p:cNvPr>
          <p:cNvSpPr>
            <a:spLocks noChangeArrowheads="1"/>
          </p:cNvSpPr>
          <p:nvPr/>
        </p:nvSpPr>
        <p:spPr bwMode="auto">
          <a:xfrm>
            <a:off x="4929188" y="1357313"/>
            <a:ext cx="3540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a:solidFill>
                  <a:srgbClr val="002060"/>
                </a:solidFill>
                <a:latin typeface="Arial" panose="020B0604020202020204" pitchFamily="34" charset="0"/>
                <a:ea typeface="Times New Roman" panose="02020603050405020304" pitchFamily="18" charset="0"/>
                <a:cs typeface="Arial" panose="020B0604020202020204" pitchFamily="34" charset="0"/>
              </a:rPr>
              <a:t>ε</a:t>
            </a:r>
            <a:endParaRPr lang="en-US" altLang="id-ID" sz="280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16391" name="Rectangle 94">
            <a:extLst>
              <a:ext uri="{FF2B5EF4-FFF2-40B4-BE49-F238E27FC236}">
                <a16:creationId xmlns:a16="http://schemas.microsoft.com/office/drawing/2014/main" id="{9B6F8273-4D8A-4082-8238-3AB06FD47661}"/>
              </a:ext>
            </a:extLst>
          </p:cNvPr>
          <p:cNvSpPr>
            <a:spLocks noChangeArrowheads="1"/>
          </p:cNvSpPr>
          <p:nvPr/>
        </p:nvSpPr>
        <p:spPr bwMode="auto">
          <a:xfrm>
            <a:off x="1857375" y="3286125"/>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i="1">
              <a:latin typeface="Times New Roman" panose="02020603050405020304" pitchFamily="18" charset="0"/>
              <a:cs typeface="Times New Roman" panose="02020603050405020304" pitchFamily="18" charset="0"/>
            </a:endParaRPr>
          </a:p>
        </p:txBody>
      </p:sp>
      <p:sp>
        <p:nvSpPr>
          <p:cNvPr id="16392" name="Rectangle 95">
            <a:extLst>
              <a:ext uri="{FF2B5EF4-FFF2-40B4-BE49-F238E27FC236}">
                <a16:creationId xmlns:a16="http://schemas.microsoft.com/office/drawing/2014/main" id="{4CA61CDA-B43F-4F7C-BA63-4D7AEFF7EA28}"/>
              </a:ext>
            </a:extLst>
          </p:cNvPr>
          <p:cNvSpPr>
            <a:spLocks noChangeArrowheads="1"/>
          </p:cNvSpPr>
          <p:nvPr/>
        </p:nvSpPr>
        <p:spPr bwMode="auto">
          <a:xfrm>
            <a:off x="2500313" y="1571625"/>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i="1">
              <a:latin typeface="Times New Roman" panose="02020603050405020304" pitchFamily="18" charset="0"/>
              <a:cs typeface="Times New Roman" panose="02020603050405020304" pitchFamily="18" charset="0"/>
            </a:endParaRPr>
          </a:p>
        </p:txBody>
      </p:sp>
      <p:sp>
        <p:nvSpPr>
          <p:cNvPr id="16393" name="Rectangle 96">
            <a:extLst>
              <a:ext uri="{FF2B5EF4-FFF2-40B4-BE49-F238E27FC236}">
                <a16:creationId xmlns:a16="http://schemas.microsoft.com/office/drawing/2014/main" id="{CD3EA3C9-47D6-4D89-9E7A-1E72B8C66EF4}"/>
              </a:ext>
            </a:extLst>
          </p:cNvPr>
          <p:cNvSpPr>
            <a:spLocks noChangeArrowheads="1"/>
          </p:cNvSpPr>
          <p:nvPr/>
        </p:nvSpPr>
        <p:spPr bwMode="auto">
          <a:xfrm>
            <a:off x="3214688" y="2643188"/>
            <a:ext cx="269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i="1">
              <a:latin typeface="Times New Roman" panose="02020603050405020304" pitchFamily="18" charset="0"/>
              <a:cs typeface="Times New Roman" panose="02020603050405020304" pitchFamily="18" charset="0"/>
            </a:endParaRPr>
          </a:p>
        </p:txBody>
      </p:sp>
      <p:sp>
        <p:nvSpPr>
          <p:cNvPr id="16394" name="Rectangle 97">
            <a:extLst>
              <a:ext uri="{FF2B5EF4-FFF2-40B4-BE49-F238E27FC236}">
                <a16:creationId xmlns:a16="http://schemas.microsoft.com/office/drawing/2014/main" id="{1F06FDDA-9E8C-4320-86EE-2EC62804A003}"/>
              </a:ext>
            </a:extLst>
          </p:cNvPr>
          <p:cNvSpPr>
            <a:spLocks noChangeArrowheads="1"/>
          </p:cNvSpPr>
          <p:nvPr/>
        </p:nvSpPr>
        <p:spPr bwMode="auto">
          <a:xfrm>
            <a:off x="7358063" y="1428750"/>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i="1">
              <a:latin typeface="Times New Roman" panose="02020603050405020304" pitchFamily="18" charset="0"/>
              <a:cs typeface="Times New Roman" panose="02020603050405020304" pitchFamily="18" charset="0"/>
            </a:endParaRPr>
          </a:p>
        </p:txBody>
      </p:sp>
      <p:sp>
        <p:nvSpPr>
          <p:cNvPr id="16395" name="Rectangle 98">
            <a:extLst>
              <a:ext uri="{FF2B5EF4-FFF2-40B4-BE49-F238E27FC236}">
                <a16:creationId xmlns:a16="http://schemas.microsoft.com/office/drawing/2014/main" id="{357AB9A0-8384-44AA-913D-C8833EC6A23F}"/>
              </a:ext>
            </a:extLst>
          </p:cNvPr>
          <p:cNvSpPr>
            <a:spLocks noChangeArrowheads="1"/>
          </p:cNvSpPr>
          <p:nvPr/>
        </p:nvSpPr>
        <p:spPr bwMode="auto">
          <a:xfrm>
            <a:off x="2500313" y="3429000"/>
            <a:ext cx="496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(a)</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16396" name="Rectangle 99">
            <a:extLst>
              <a:ext uri="{FF2B5EF4-FFF2-40B4-BE49-F238E27FC236}">
                <a16:creationId xmlns:a16="http://schemas.microsoft.com/office/drawing/2014/main" id="{81D58E92-3BBA-45B1-94C2-D52A0D5DF902}"/>
              </a:ext>
            </a:extLst>
          </p:cNvPr>
          <p:cNvSpPr>
            <a:spLocks noChangeArrowheads="1"/>
          </p:cNvSpPr>
          <p:nvPr/>
        </p:nvSpPr>
        <p:spPr bwMode="auto">
          <a:xfrm>
            <a:off x="6286500" y="3571875"/>
            <a:ext cx="511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(b)</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16397" name="Rectangle 101">
            <a:extLst>
              <a:ext uri="{FF2B5EF4-FFF2-40B4-BE49-F238E27FC236}">
                <a16:creationId xmlns:a16="http://schemas.microsoft.com/office/drawing/2014/main" id="{0153F945-2557-404E-9656-32291F638EED}"/>
              </a:ext>
            </a:extLst>
          </p:cNvPr>
          <p:cNvSpPr>
            <a:spLocks noChangeArrowheads="1"/>
          </p:cNvSpPr>
          <p:nvPr/>
        </p:nvSpPr>
        <p:spPr bwMode="auto">
          <a:xfrm>
            <a:off x="4214813" y="2857500"/>
            <a:ext cx="4357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V</a:t>
            </a:r>
            <a:r>
              <a:rPr lang="en-US" altLang="id-ID" sz="2000" b="1" baseline="-30000">
                <a:latin typeface="Arial" panose="020B0604020202020204" pitchFamily="34" charset="0"/>
                <a:ea typeface="Times New Roman" panose="02020603050405020304" pitchFamily="18" charset="0"/>
                <a:cs typeface="Arial" panose="020B0604020202020204" pitchFamily="34" charset="0"/>
              </a:rPr>
              <a:t>a                                                                  </a:t>
            </a:r>
            <a:r>
              <a:rPr lang="en-US" altLang="id-ID" sz="2000" b="1">
                <a:latin typeface="Arial" panose="020B0604020202020204" pitchFamily="34" charset="0"/>
                <a:ea typeface="Times New Roman" panose="02020603050405020304" pitchFamily="18" charset="0"/>
                <a:cs typeface="Arial" panose="020B0604020202020204" pitchFamily="34" charset="0"/>
              </a:rPr>
              <a:t>     V</a:t>
            </a:r>
            <a:r>
              <a:rPr lang="en-US" altLang="id-ID" sz="2000" b="1" baseline="-30000">
                <a:latin typeface="Arial" panose="020B0604020202020204" pitchFamily="34" charset="0"/>
                <a:ea typeface="Times New Roman" panose="02020603050405020304" pitchFamily="18" charset="0"/>
                <a:cs typeface="Arial" panose="020B0604020202020204" pitchFamily="34" charset="0"/>
              </a:rPr>
              <a:t>a</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16398" name="Rectangle 102">
            <a:extLst>
              <a:ext uri="{FF2B5EF4-FFF2-40B4-BE49-F238E27FC236}">
                <a16:creationId xmlns:a16="http://schemas.microsoft.com/office/drawing/2014/main" id="{49E659B8-D6A2-46E3-AF9C-AC094E1E0078}"/>
              </a:ext>
            </a:extLst>
          </p:cNvPr>
          <p:cNvSpPr>
            <a:spLocks noChangeArrowheads="1"/>
          </p:cNvSpPr>
          <p:nvPr/>
        </p:nvSpPr>
        <p:spPr bwMode="auto">
          <a:xfrm>
            <a:off x="4929188" y="2714625"/>
            <a:ext cx="33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solidFill>
                  <a:srgbClr val="002060"/>
                </a:solidFill>
                <a:latin typeface="Arial" panose="020B0604020202020204" pitchFamily="34" charset="0"/>
                <a:ea typeface="Times New Roman" panose="02020603050405020304" pitchFamily="18" charset="0"/>
                <a:cs typeface="Arial" panose="020B0604020202020204" pitchFamily="34" charset="0"/>
              </a:rPr>
              <a:t>ε</a:t>
            </a:r>
            <a:endParaRPr lang="en-US" altLang="id-ID">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16399" name="Rectangle 103">
            <a:extLst>
              <a:ext uri="{FF2B5EF4-FFF2-40B4-BE49-F238E27FC236}">
                <a16:creationId xmlns:a16="http://schemas.microsoft.com/office/drawing/2014/main" id="{B6B56745-8812-4F7C-AE9C-425F267583AC}"/>
              </a:ext>
            </a:extLst>
          </p:cNvPr>
          <p:cNvSpPr>
            <a:spLocks noChangeArrowheads="1"/>
          </p:cNvSpPr>
          <p:nvPr/>
        </p:nvSpPr>
        <p:spPr bwMode="auto">
          <a:xfrm>
            <a:off x="4714875" y="3286125"/>
            <a:ext cx="3295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emf devise          resistor</a:t>
            </a:r>
            <a:endParaRPr lang="en-US" altLang="id-ID" sz="2000">
              <a:latin typeface="Arial" panose="020B0604020202020204" pitchFamily="34" charset="0"/>
            </a:endParaRPr>
          </a:p>
        </p:txBody>
      </p:sp>
      <p:sp>
        <p:nvSpPr>
          <p:cNvPr id="16400" name="Rectangle 104">
            <a:extLst>
              <a:ext uri="{FF2B5EF4-FFF2-40B4-BE49-F238E27FC236}">
                <a16:creationId xmlns:a16="http://schemas.microsoft.com/office/drawing/2014/main" id="{0680F94B-EE1B-4951-AF8C-414176D48254}"/>
              </a:ext>
            </a:extLst>
          </p:cNvPr>
          <p:cNvSpPr>
            <a:spLocks noChangeArrowheads="1"/>
          </p:cNvSpPr>
          <p:nvPr/>
        </p:nvSpPr>
        <p:spPr bwMode="auto">
          <a:xfrm>
            <a:off x="5786438" y="2286000"/>
            <a:ext cx="390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ir</a:t>
            </a:r>
            <a:endParaRPr lang="en-US" altLang="id-ID" i="1">
              <a:latin typeface="Times New Roman" panose="02020603050405020304" pitchFamily="18" charset="0"/>
              <a:cs typeface="Times New Roman" panose="02020603050405020304" pitchFamily="18" charset="0"/>
            </a:endParaRPr>
          </a:p>
        </p:txBody>
      </p:sp>
      <p:sp>
        <p:nvSpPr>
          <p:cNvPr id="16401" name="Rectangle 105">
            <a:extLst>
              <a:ext uri="{FF2B5EF4-FFF2-40B4-BE49-F238E27FC236}">
                <a16:creationId xmlns:a16="http://schemas.microsoft.com/office/drawing/2014/main" id="{E731F3EB-CC12-47CC-8DFA-319E58D8BA69}"/>
              </a:ext>
            </a:extLst>
          </p:cNvPr>
          <p:cNvSpPr>
            <a:spLocks noChangeArrowheads="1"/>
          </p:cNvSpPr>
          <p:nvPr/>
        </p:nvSpPr>
        <p:spPr bwMode="auto">
          <a:xfrm>
            <a:off x="7500938" y="2714625"/>
            <a:ext cx="5000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iR</a:t>
            </a:r>
            <a:endParaRPr lang="en-US" altLang="id-ID" i="1">
              <a:latin typeface="Times New Roman" panose="02020603050405020304" pitchFamily="18" charset="0"/>
              <a:cs typeface="Times New Roman" panose="02020603050405020304" pitchFamily="18" charset="0"/>
            </a:endParaRPr>
          </a:p>
        </p:txBody>
      </p:sp>
      <p:sp>
        <p:nvSpPr>
          <p:cNvPr id="16402" name="Slide Number Placeholder 96">
            <a:extLst>
              <a:ext uri="{FF2B5EF4-FFF2-40B4-BE49-F238E27FC236}">
                <a16:creationId xmlns:a16="http://schemas.microsoft.com/office/drawing/2014/main" id="{4E4AE927-DA90-4599-9F14-0BA47CE386A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680B7DDE-D665-49BD-A848-0457EFB30AA8}" type="slidenum">
              <a:rPr lang="en-US" altLang="id-ID" sz="1400" smtClean="0"/>
              <a:pPr>
                <a:spcBef>
                  <a:spcPct val="0"/>
                </a:spcBef>
                <a:buFontTx/>
                <a:buNone/>
              </a:pPr>
              <a:t>12</a:t>
            </a:fld>
            <a:endParaRPr lang="en-US" altLang="id-ID"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2">
            <a:extLst>
              <a:ext uri="{FF2B5EF4-FFF2-40B4-BE49-F238E27FC236}">
                <a16:creationId xmlns:a16="http://schemas.microsoft.com/office/drawing/2014/main" id="{98328D2D-8CD0-470B-A52D-474198FA4EB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CF86F269-E63F-43E6-8C93-4C8E5A8EB8D2}" type="slidenum">
              <a:rPr lang="en-US" altLang="id-ID" sz="1400" smtClean="0"/>
              <a:pPr>
                <a:spcBef>
                  <a:spcPct val="0"/>
                </a:spcBef>
                <a:buFontTx/>
                <a:buNone/>
              </a:pPr>
              <a:t>13</a:t>
            </a:fld>
            <a:endParaRPr lang="en-US" altLang="id-ID" sz="1400"/>
          </a:p>
        </p:txBody>
      </p:sp>
      <p:pic>
        <p:nvPicPr>
          <p:cNvPr id="7" name="Picture 4">
            <a:extLst>
              <a:ext uri="{FF2B5EF4-FFF2-40B4-BE49-F238E27FC236}">
                <a16:creationId xmlns:a16="http://schemas.microsoft.com/office/drawing/2014/main" id="{EBC91803-0A1A-4920-A700-9BAEC11B4746}"/>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1857368" y="4210259"/>
            <a:ext cx="2143140" cy="9286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3">
            <a:extLst>
              <a:ext uri="{FF2B5EF4-FFF2-40B4-BE49-F238E27FC236}">
                <a16:creationId xmlns:a16="http://schemas.microsoft.com/office/drawing/2014/main" id="{2516F296-F500-4CB1-8659-F6F7598DD6B8}"/>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1714492" y="2852936"/>
            <a:ext cx="2428892" cy="857256"/>
          </a:xfrm>
          <a:prstGeom prst="rect">
            <a:avLst/>
          </a:prstGeom>
          <a:noFill/>
          <a:ln w="9525">
            <a:noFill/>
            <a:miter lim="800000"/>
            <a:headEnd/>
            <a:tailEnd/>
          </a:ln>
        </p:spPr>
      </p:pic>
      <p:sp>
        <p:nvSpPr>
          <p:cNvPr id="9" name="Down Arrow 8">
            <a:extLst>
              <a:ext uri="{FF2B5EF4-FFF2-40B4-BE49-F238E27FC236}">
                <a16:creationId xmlns:a16="http://schemas.microsoft.com/office/drawing/2014/main" id="{03BE1FAC-E4EC-459F-A5AF-D92DAD54207C}"/>
              </a:ext>
            </a:extLst>
          </p:cNvPr>
          <p:cNvSpPr/>
          <p:nvPr/>
        </p:nvSpPr>
        <p:spPr bwMode="auto">
          <a:xfrm>
            <a:off x="2500326" y="3710192"/>
            <a:ext cx="381000" cy="500063"/>
          </a:xfrm>
          <a:prstGeom prst="downArrow">
            <a:avLst/>
          </a:prstGeom>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endParaRPr lang="en-US">
              <a:solidFill>
                <a:srgbClr val="000000"/>
              </a:solidFill>
            </a:endParaRPr>
          </a:p>
        </p:txBody>
      </p:sp>
      <p:sp>
        <p:nvSpPr>
          <p:cNvPr id="17414" name="Rectangle 9">
            <a:extLst>
              <a:ext uri="{FF2B5EF4-FFF2-40B4-BE49-F238E27FC236}">
                <a16:creationId xmlns:a16="http://schemas.microsoft.com/office/drawing/2014/main" id="{26E10136-7E19-4D43-8D3A-DCC4052E281C}"/>
              </a:ext>
            </a:extLst>
          </p:cNvPr>
          <p:cNvSpPr>
            <a:spLocks noChangeArrowheads="1"/>
          </p:cNvSpPr>
          <p:nvPr/>
        </p:nvSpPr>
        <p:spPr bwMode="auto">
          <a:xfrm>
            <a:off x="3563888" y="791355"/>
            <a:ext cx="37211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solidFill>
                  <a:srgbClr val="0070C0"/>
                </a:solidFill>
                <a:latin typeface="Arial" panose="020B0604020202020204" pitchFamily="34" charset="0"/>
                <a:cs typeface="Arial" panose="020B0604020202020204" pitchFamily="34" charset="0"/>
              </a:rPr>
              <a:t>Internal Resistance (cont.)</a:t>
            </a:r>
          </a:p>
        </p:txBody>
      </p:sp>
      <p:sp>
        <p:nvSpPr>
          <p:cNvPr id="17415" name="Rectangle 9">
            <a:extLst>
              <a:ext uri="{FF2B5EF4-FFF2-40B4-BE49-F238E27FC236}">
                <a16:creationId xmlns:a16="http://schemas.microsoft.com/office/drawing/2014/main" id="{FBCF40F9-3B19-47C7-97F4-1C0336C563E6}"/>
              </a:ext>
            </a:extLst>
          </p:cNvPr>
          <p:cNvSpPr>
            <a:spLocks noChangeArrowheads="1"/>
          </p:cNvSpPr>
          <p:nvPr/>
        </p:nvSpPr>
        <p:spPr bwMode="auto">
          <a:xfrm>
            <a:off x="1043608" y="1471602"/>
            <a:ext cx="78152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The figure above shows a real battery, with internal resistance </a:t>
            </a:r>
            <a:r>
              <a:rPr lang="en-US" altLang="id-ID" b="1" i="1" dirty="0">
                <a:latin typeface="Arial" panose="020B0604020202020204" pitchFamily="34" charset="0"/>
              </a:rPr>
              <a:t>r, </a:t>
            </a:r>
            <a:r>
              <a:rPr lang="en-US" altLang="id-ID" b="1" dirty="0">
                <a:latin typeface="Arial" panose="020B0604020202020204" pitchFamily="34" charset="0"/>
              </a:rPr>
              <a:t>wired to an external resistor of resistance </a:t>
            </a:r>
            <a:r>
              <a:rPr lang="en-US" altLang="id-ID" b="1" i="1" dirty="0">
                <a:latin typeface="Arial" panose="020B0604020202020204" pitchFamily="34" charset="0"/>
              </a:rPr>
              <a:t>R. </a:t>
            </a:r>
            <a:r>
              <a:rPr lang="en-US" altLang="id-ID" b="1" dirty="0">
                <a:latin typeface="Arial" panose="020B0604020202020204" pitchFamily="34" charset="0"/>
              </a:rPr>
              <a:t>According to the potential rule,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1">
            <a:extLst>
              <a:ext uri="{FF2B5EF4-FFF2-40B4-BE49-F238E27FC236}">
                <a16:creationId xmlns:a16="http://schemas.microsoft.com/office/drawing/2014/main" id="{7D45314B-19DE-4284-AFB9-A3562FF7BC3E}"/>
              </a:ext>
            </a:extLst>
          </p:cNvPr>
          <p:cNvSpPr txBox="1">
            <a:spLocks noChangeArrowheads="1"/>
          </p:cNvSpPr>
          <p:nvPr/>
        </p:nvSpPr>
        <p:spPr bwMode="auto">
          <a:xfrm>
            <a:off x="3094477" y="726322"/>
            <a:ext cx="477837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6: Potential between two points</a:t>
            </a:r>
          </a:p>
          <a:p>
            <a:pPr eaLnBrk="1" hangingPunct="1">
              <a:spcBef>
                <a:spcPct val="0"/>
              </a:spcBef>
              <a:buFontTx/>
              <a:buNone/>
            </a:pPr>
            <a:endParaRPr lang="en-US" altLang="id-ID" sz="2000" b="1" i="1" dirty="0">
              <a:solidFill>
                <a:srgbClr val="0070C0"/>
              </a:solidFill>
              <a:latin typeface="Arial" panose="020B0604020202020204" pitchFamily="34" charset="0"/>
              <a:cs typeface="Arial" panose="020B0604020202020204" pitchFamily="34" charset="0"/>
            </a:endParaRPr>
          </a:p>
        </p:txBody>
      </p:sp>
      <p:grpSp>
        <p:nvGrpSpPr>
          <p:cNvPr id="20483" name="Group 8">
            <a:extLst>
              <a:ext uri="{FF2B5EF4-FFF2-40B4-BE49-F238E27FC236}">
                <a16:creationId xmlns:a16="http://schemas.microsoft.com/office/drawing/2014/main" id="{921B274A-BDAD-49FA-859D-72B106F7E3E5}"/>
              </a:ext>
            </a:extLst>
          </p:cNvPr>
          <p:cNvGrpSpPr>
            <a:grpSpLocks/>
          </p:cNvGrpSpPr>
          <p:nvPr/>
        </p:nvGrpSpPr>
        <p:grpSpPr bwMode="auto">
          <a:xfrm>
            <a:off x="4600525" y="1970846"/>
            <a:ext cx="4429125" cy="4714875"/>
            <a:chOff x="4343400" y="381000"/>
            <a:chExt cx="4267200" cy="3838575"/>
          </a:xfrm>
        </p:grpSpPr>
        <p:pic>
          <p:nvPicPr>
            <p:cNvPr id="20533" name="Picture 3">
              <a:extLst>
                <a:ext uri="{FF2B5EF4-FFF2-40B4-BE49-F238E27FC236}">
                  <a16:creationId xmlns:a16="http://schemas.microsoft.com/office/drawing/2014/main" id="{7506E341-1252-418F-B776-BB0B17E982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381000"/>
              <a:ext cx="2290916" cy="814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4" name="Picture 4">
              <a:extLst>
                <a:ext uri="{FF2B5EF4-FFF2-40B4-BE49-F238E27FC236}">
                  <a16:creationId xmlns:a16="http://schemas.microsoft.com/office/drawing/2014/main" id="{4887FB24-E0C8-4396-AC8D-3F8FFB4792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253403"/>
              <a:ext cx="1619864"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5" name="Picture 5">
              <a:extLst>
                <a:ext uri="{FF2B5EF4-FFF2-40B4-BE49-F238E27FC236}">
                  <a16:creationId xmlns:a16="http://schemas.microsoft.com/office/drawing/2014/main" id="{C2B3F81D-A519-4D40-BC44-547C9977E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1951326"/>
              <a:ext cx="3084871" cy="1395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6" name="Picture 6">
              <a:extLst>
                <a:ext uri="{FF2B5EF4-FFF2-40B4-BE49-F238E27FC236}">
                  <a16:creationId xmlns:a16="http://schemas.microsoft.com/office/drawing/2014/main" id="{D939A254-AB62-4948-A656-8E06CFEACC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3429000"/>
              <a:ext cx="426720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484" name="TextBox 7">
            <a:extLst>
              <a:ext uri="{FF2B5EF4-FFF2-40B4-BE49-F238E27FC236}">
                <a16:creationId xmlns:a16="http://schemas.microsoft.com/office/drawing/2014/main" id="{816E1C46-B25E-4678-8374-079A94CA2828}"/>
              </a:ext>
            </a:extLst>
          </p:cNvPr>
          <p:cNvSpPr txBox="1">
            <a:spLocks noChangeArrowheads="1"/>
          </p:cNvSpPr>
          <p:nvPr/>
        </p:nvSpPr>
        <p:spPr bwMode="auto">
          <a:xfrm>
            <a:off x="5898887" y="1391558"/>
            <a:ext cx="3286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u="sng" dirty="0">
                <a:latin typeface="Arial" panose="020B0604020202020204" pitchFamily="34" charset="0"/>
              </a:rPr>
              <a:t>Going clockwise from a: </a:t>
            </a:r>
          </a:p>
        </p:txBody>
      </p:sp>
      <p:sp>
        <p:nvSpPr>
          <p:cNvPr id="16" name="Curved Right Arrow 15">
            <a:extLst>
              <a:ext uri="{FF2B5EF4-FFF2-40B4-BE49-F238E27FC236}">
                <a16:creationId xmlns:a16="http://schemas.microsoft.com/office/drawing/2014/main" id="{BF2362F1-959A-4B31-AFFA-760D1C9234A4}"/>
              </a:ext>
            </a:extLst>
          </p:cNvPr>
          <p:cNvSpPr/>
          <p:nvPr/>
        </p:nvSpPr>
        <p:spPr>
          <a:xfrm>
            <a:off x="5243462" y="2613784"/>
            <a:ext cx="457200" cy="762000"/>
          </a:xfrm>
          <a:prstGeom prst="curved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chemeClr val="tx1"/>
              </a:solidFill>
            </a:endParaRPr>
          </a:p>
        </p:txBody>
      </p:sp>
      <p:sp>
        <p:nvSpPr>
          <p:cNvPr id="17" name="Curved Right Arrow 16">
            <a:extLst>
              <a:ext uri="{FF2B5EF4-FFF2-40B4-BE49-F238E27FC236}">
                <a16:creationId xmlns:a16="http://schemas.microsoft.com/office/drawing/2014/main" id="{59CDBE5A-C15A-463A-AD2A-5702A0ACEFAE}"/>
              </a:ext>
            </a:extLst>
          </p:cNvPr>
          <p:cNvSpPr/>
          <p:nvPr/>
        </p:nvSpPr>
        <p:spPr>
          <a:xfrm>
            <a:off x="5243462" y="4399721"/>
            <a:ext cx="457200" cy="762000"/>
          </a:xfrm>
          <a:prstGeom prst="curved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chemeClr val="tx1"/>
              </a:solidFill>
            </a:endParaRPr>
          </a:p>
        </p:txBody>
      </p:sp>
      <p:sp>
        <p:nvSpPr>
          <p:cNvPr id="18" name="Curved Right Arrow 17">
            <a:extLst>
              <a:ext uri="{FF2B5EF4-FFF2-40B4-BE49-F238E27FC236}">
                <a16:creationId xmlns:a16="http://schemas.microsoft.com/office/drawing/2014/main" id="{C3BB7A92-5690-41AB-8604-E0F438F1FA6C}"/>
              </a:ext>
            </a:extLst>
          </p:cNvPr>
          <p:cNvSpPr/>
          <p:nvPr/>
        </p:nvSpPr>
        <p:spPr>
          <a:xfrm>
            <a:off x="5429249" y="5398223"/>
            <a:ext cx="457200" cy="762000"/>
          </a:xfrm>
          <a:prstGeom prst="curved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chemeClr val="tx1"/>
              </a:solidFill>
            </a:endParaRPr>
          </a:p>
        </p:txBody>
      </p:sp>
      <p:sp>
        <p:nvSpPr>
          <p:cNvPr id="15368" name="Rectangle 52">
            <a:extLst>
              <a:ext uri="{FF2B5EF4-FFF2-40B4-BE49-F238E27FC236}">
                <a16:creationId xmlns:a16="http://schemas.microsoft.com/office/drawing/2014/main" id="{AB5C816A-0E20-40CC-A163-AB4D52249170}"/>
              </a:ext>
            </a:extLst>
          </p:cNvPr>
          <p:cNvSpPr>
            <a:spLocks noChangeArrowheads="1"/>
          </p:cNvSpPr>
          <p:nvPr/>
        </p:nvSpPr>
        <p:spPr bwMode="auto">
          <a:xfrm>
            <a:off x="971600" y="1784315"/>
            <a:ext cx="4071937" cy="1016000"/>
          </a:xfrm>
          <a:prstGeom prst="rect">
            <a:avLst/>
          </a:prstGeom>
          <a:solidFill>
            <a:schemeClr val="bg2">
              <a:lumMod val="20000"/>
              <a:lumOff val="80000"/>
            </a:schemeClr>
          </a:solidFill>
          <a:ln w="9525">
            <a:noFill/>
            <a:miter lim="800000"/>
            <a:headEnd/>
            <a:tailEnd/>
          </a:ln>
        </p:spPr>
        <p:txBody>
          <a:bodyPr anchor="ctr">
            <a:spAutoFit/>
          </a:bodyPr>
          <a:lstStyle/>
          <a:p>
            <a:pPr>
              <a:defRPr/>
            </a:pPr>
            <a:r>
              <a:rPr lang="en-US" sz="2000" b="1">
                <a:latin typeface="Arial" charset="0"/>
                <a:ea typeface="Times New Roman" pitchFamily="18" charset="0"/>
                <a:cs typeface="Arial" charset="0"/>
              </a:rPr>
              <a:t>The internal resistance reduces the potential difference between the terminals.</a:t>
            </a:r>
            <a:endParaRPr lang="en-US" sz="2000">
              <a:latin typeface="Arial" charset="0"/>
              <a:ea typeface="Times New Roman" pitchFamily="18" charset="0"/>
              <a:cs typeface="Arial" charset="0"/>
            </a:endParaRPr>
          </a:p>
        </p:txBody>
      </p:sp>
      <p:sp>
        <p:nvSpPr>
          <p:cNvPr id="20489" name="Rectangle 52">
            <a:extLst>
              <a:ext uri="{FF2B5EF4-FFF2-40B4-BE49-F238E27FC236}">
                <a16:creationId xmlns:a16="http://schemas.microsoft.com/office/drawing/2014/main" id="{26256BA1-1033-430F-8A3A-F1CB1F83ADE1}"/>
              </a:ext>
            </a:extLst>
          </p:cNvPr>
          <p:cNvSpPr>
            <a:spLocks noChangeArrowheads="1"/>
          </p:cNvSpPr>
          <p:nvPr/>
        </p:nvSpPr>
        <p:spPr bwMode="auto">
          <a:xfrm>
            <a:off x="1400225" y="435606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a</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grpSp>
        <p:nvGrpSpPr>
          <p:cNvPr id="20490" name="Group 53">
            <a:extLst>
              <a:ext uri="{FF2B5EF4-FFF2-40B4-BE49-F238E27FC236}">
                <a16:creationId xmlns:a16="http://schemas.microsoft.com/office/drawing/2014/main" id="{D138EC38-E1C4-43F4-9A08-89AFD7EF13F2}"/>
              </a:ext>
            </a:extLst>
          </p:cNvPr>
          <p:cNvGrpSpPr>
            <a:grpSpLocks/>
          </p:cNvGrpSpPr>
          <p:nvPr/>
        </p:nvGrpSpPr>
        <p:grpSpPr bwMode="auto">
          <a:xfrm>
            <a:off x="1328787" y="2855877"/>
            <a:ext cx="2214563" cy="2214563"/>
            <a:chOff x="6764" y="7200"/>
            <a:chExt cx="1996" cy="2565"/>
          </a:xfrm>
        </p:grpSpPr>
        <p:sp>
          <p:nvSpPr>
            <p:cNvPr id="20499" name="Rectangle 54">
              <a:extLst>
                <a:ext uri="{FF2B5EF4-FFF2-40B4-BE49-F238E27FC236}">
                  <a16:creationId xmlns:a16="http://schemas.microsoft.com/office/drawing/2014/main" id="{55DFC964-BA14-46DE-B69B-C50E2866BF3F}"/>
                </a:ext>
              </a:extLst>
            </p:cNvPr>
            <p:cNvSpPr>
              <a:spLocks noChangeArrowheads="1"/>
            </p:cNvSpPr>
            <p:nvPr/>
          </p:nvSpPr>
          <p:spPr bwMode="auto">
            <a:xfrm>
              <a:off x="6855" y="7710"/>
              <a:ext cx="526" cy="1395"/>
            </a:xfrm>
            <a:prstGeom prst="rect">
              <a:avLst/>
            </a:prstGeom>
            <a:solidFill>
              <a:srgbClr val="95B3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20500" name="AutoShape 55">
              <a:extLst>
                <a:ext uri="{FF2B5EF4-FFF2-40B4-BE49-F238E27FC236}">
                  <a16:creationId xmlns:a16="http://schemas.microsoft.com/office/drawing/2014/main" id="{1D0D1494-3A81-4EE4-B654-1A9D4ACDCD63}"/>
                </a:ext>
              </a:extLst>
            </p:cNvPr>
            <p:cNvCxnSpPr>
              <a:cxnSpLocks noChangeShapeType="1"/>
            </p:cNvCxnSpPr>
            <p:nvPr/>
          </p:nvCxnSpPr>
          <p:spPr bwMode="auto">
            <a:xfrm>
              <a:off x="7087" y="7200"/>
              <a:ext cx="161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501" name="AutoShape 56">
              <a:extLst>
                <a:ext uri="{FF2B5EF4-FFF2-40B4-BE49-F238E27FC236}">
                  <a16:creationId xmlns:a16="http://schemas.microsoft.com/office/drawing/2014/main" id="{37023112-652F-448B-B9D8-67A1552420B2}"/>
                </a:ext>
              </a:extLst>
            </p:cNvPr>
            <p:cNvCxnSpPr>
              <a:cxnSpLocks noChangeShapeType="1"/>
            </p:cNvCxnSpPr>
            <p:nvPr/>
          </p:nvCxnSpPr>
          <p:spPr bwMode="auto">
            <a:xfrm flipH="1">
              <a:off x="7126" y="7200"/>
              <a:ext cx="1" cy="80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20502" name="Group 57">
              <a:extLst>
                <a:ext uri="{FF2B5EF4-FFF2-40B4-BE49-F238E27FC236}">
                  <a16:creationId xmlns:a16="http://schemas.microsoft.com/office/drawing/2014/main" id="{F7DC08DB-445B-4DB4-B9E8-22D02E0DB1B7}"/>
                </a:ext>
              </a:extLst>
            </p:cNvPr>
            <p:cNvGrpSpPr>
              <a:grpSpLocks/>
            </p:cNvGrpSpPr>
            <p:nvPr/>
          </p:nvGrpSpPr>
          <p:grpSpPr bwMode="auto">
            <a:xfrm>
              <a:off x="7005" y="8008"/>
              <a:ext cx="210" cy="539"/>
              <a:chOff x="2430" y="5910"/>
              <a:chExt cx="210" cy="630"/>
            </a:xfrm>
          </p:grpSpPr>
          <p:cxnSp>
            <p:nvCxnSpPr>
              <p:cNvPr id="20526" name="AutoShape 58">
                <a:extLst>
                  <a:ext uri="{FF2B5EF4-FFF2-40B4-BE49-F238E27FC236}">
                    <a16:creationId xmlns:a16="http://schemas.microsoft.com/office/drawing/2014/main" id="{DC8EF36F-5CE0-4651-A6ED-947858392C38}"/>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527" name="AutoShape 59">
                <a:extLst>
                  <a:ext uri="{FF2B5EF4-FFF2-40B4-BE49-F238E27FC236}">
                    <a16:creationId xmlns:a16="http://schemas.microsoft.com/office/drawing/2014/main" id="{7C63A5EB-D3C0-49E0-B886-19A770392B9E}"/>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528" name="AutoShape 60">
                <a:extLst>
                  <a:ext uri="{FF2B5EF4-FFF2-40B4-BE49-F238E27FC236}">
                    <a16:creationId xmlns:a16="http://schemas.microsoft.com/office/drawing/2014/main" id="{6F268587-63FC-4D2C-8A93-018E33EF645B}"/>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529" name="AutoShape 61">
                <a:extLst>
                  <a:ext uri="{FF2B5EF4-FFF2-40B4-BE49-F238E27FC236}">
                    <a16:creationId xmlns:a16="http://schemas.microsoft.com/office/drawing/2014/main" id="{B87F93CE-DE61-4C17-BF25-2D7514AC487C}"/>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530" name="AutoShape 62">
                <a:extLst>
                  <a:ext uri="{FF2B5EF4-FFF2-40B4-BE49-F238E27FC236}">
                    <a16:creationId xmlns:a16="http://schemas.microsoft.com/office/drawing/2014/main" id="{A3C53AC7-3E1E-4EE5-B5A6-64C6A40615FC}"/>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531" name="AutoShape 63">
                <a:extLst>
                  <a:ext uri="{FF2B5EF4-FFF2-40B4-BE49-F238E27FC236}">
                    <a16:creationId xmlns:a16="http://schemas.microsoft.com/office/drawing/2014/main" id="{6D2A0454-35BA-490F-990C-274D0C2FE439}"/>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532" name="AutoShape 64">
                <a:extLst>
                  <a:ext uri="{FF2B5EF4-FFF2-40B4-BE49-F238E27FC236}">
                    <a16:creationId xmlns:a16="http://schemas.microsoft.com/office/drawing/2014/main" id="{2162BD00-FEBA-41DD-8DC1-0367C33F2D40}"/>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20503" name="AutoShape 65">
              <a:extLst>
                <a:ext uri="{FF2B5EF4-FFF2-40B4-BE49-F238E27FC236}">
                  <a16:creationId xmlns:a16="http://schemas.microsoft.com/office/drawing/2014/main" id="{BBFB82B1-F4DD-4BE3-9090-0F63FFF26036}"/>
                </a:ext>
              </a:extLst>
            </p:cNvPr>
            <p:cNvCxnSpPr>
              <a:cxnSpLocks noChangeShapeType="1"/>
            </p:cNvCxnSpPr>
            <p:nvPr/>
          </p:nvCxnSpPr>
          <p:spPr bwMode="auto">
            <a:xfrm>
              <a:off x="7126" y="8547"/>
              <a:ext cx="1" cy="12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504" name="AutoShape 66">
              <a:extLst>
                <a:ext uri="{FF2B5EF4-FFF2-40B4-BE49-F238E27FC236}">
                  <a16:creationId xmlns:a16="http://schemas.microsoft.com/office/drawing/2014/main" id="{AE145FB6-9FF6-4107-9209-0E6D8C733A80}"/>
                </a:ext>
              </a:extLst>
            </p:cNvPr>
            <p:cNvCxnSpPr>
              <a:cxnSpLocks noChangeShapeType="1"/>
            </p:cNvCxnSpPr>
            <p:nvPr/>
          </p:nvCxnSpPr>
          <p:spPr bwMode="auto">
            <a:xfrm>
              <a:off x="6900" y="8673"/>
              <a:ext cx="405"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505" name="AutoShape 67">
              <a:extLst>
                <a:ext uri="{FF2B5EF4-FFF2-40B4-BE49-F238E27FC236}">
                  <a16:creationId xmlns:a16="http://schemas.microsoft.com/office/drawing/2014/main" id="{3DCB9BB1-2B5F-47EE-8E42-EE9FD9892626}"/>
                </a:ext>
              </a:extLst>
            </p:cNvPr>
            <p:cNvCxnSpPr>
              <a:cxnSpLocks noChangeShapeType="1"/>
            </p:cNvCxnSpPr>
            <p:nvPr/>
          </p:nvCxnSpPr>
          <p:spPr bwMode="auto">
            <a:xfrm flipV="1">
              <a:off x="7005" y="8791"/>
              <a:ext cx="210" cy="1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506" name="AutoShape 68">
              <a:extLst>
                <a:ext uri="{FF2B5EF4-FFF2-40B4-BE49-F238E27FC236}">
                  <a16:creationId xmlns:a16="http://schemas.microsoft.com/office/drawing/2014/main" id="{0EA6315B-6600-4E32-92C5-34EA096CD4C8}"/>
                </a:ext>
              </a:extLst>
            </p:cNvPr>
            <p:cNvCxnSpPr>
              <a:cxnSpLocks noChangeShapeType="1"/>
            </p:cNvCxnSpPr>
            <p:nvPr/>
          </p:nvCxnSpPr>
          <p:spPr bwMode="auto">
            <a:xfrm>
              <a:off x="7125" y="8791"/>
              <a:ext cx="2" cy="97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507" name="AutoShape 69">
              <a:extLst>
                <a:ext uri="{FF2B5EF4-FFF2-40B4-BE49-F238E27FC236}">
                  <a16:creationId xmlns:a16="http://schemas.microsoft.com/office/drawing/2014/main" id="{A2A4E2D6-7F99-46B0-8214-ECC1E5EEFBFE}"/>
                </a:ext>
              </a:extLst>
            </p:cNvPr>
            <p:cNvCxnSpPr>
              <a:cxnSpLocks noChangeShapeType="1"/>
            </p:cNvCxnSpPr>
            <p:nvPr/>
          </p:nvCxnSpPr>
          <p:spPr bwMode="auto">
            <a:xfrm>
              <a:off x="7143" y="9764"/>
              <a:ext cx="1527"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508" name="AutoShape 70">
              <a:extLst>
                <a:ext uri="{FF2B5EF4-FFF2-40B4-BE49-F238E27FC236}">
                  <a16:creationId xmlns:a16="http://schemas.microsoft.com/office/drawing/2014/main" id="{1469C9DE-8C71-4A5B-8B42-2D60DBF3241C}"/>
                </a:ext>
              </a:extLst>
            </p:cNvPr>
            <p:cNvCxnSpPr>
              <a:cxnSpLocks noChangeShapeType="1"/>
            </p:cNvCxnSpPr>
            <p:nvPr/>
          </p:nvCxnSpPr>
          <p:spPr bwMode="auto">
            <a:xfrm flipH="1">
              <a:off x="8686" y="7200"/>
              <a:ext cx="11" cy="96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509" name="AutoShape 71">
              <a:extLst>
                <a:ext uri="{FF2B5EF4-FFF2-40B4-BE49-F238E27FC236}">
                  <a16:creationId xmlns:a16="http://schemas.microsoft.com/office/drawing/2014/main" id="{AF070046-605C-4C6F-B55B-1411E0208620}"/>
                </a:ext>
              </a:extLst>
            </p:cNvPr>
            <p:cNvCxnSpPr>
              <a:cxnSpLocks noChangeShapeType="1"/>
            </p:cNvCxnSpPr>
            <p:nvPr/>
          </p:nvCxnSpPr>
          <p:spPr bwMode="auto">
            <a:xfrm flipV="1">
              <a:off x="8670" y="8675"/>
              <a:ext cx="16" cy="1089"/>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20510" name="Group 72">
              <a:extLst>
                <a:ext uri="{FF2B5EF4-FFF2-40B4-BE49-F238E27FC236}">
                  <a16:creationId xmlns:a16="http://schemas.microsoft.com/office/drawing/2014/main" id="{5452AC22-06D8-4706-98DD-F1639AC6A13F}"/>
                </a:ext>
              </a:extLst>
            </p:cNvPr>
            <p:cNvGrpSpPr>
              <a:grpSpLocks/>
            </p:cNvGrpSpPr>
            <p:nvPr/>
          </p:nvGrpSpPr>
          <p:grpSpPr bwMode="auto">
            <a:xfrm>
              <a:off x="8550" y="8160"/>
              <a:ext cx="210" cy="539"/>
              <a:chOff x="2430" y="5910"/>
              <a:chExt cx="210" cy="630"/>
            </a:xfrm>
          </p:grpSpPr>
          <p:cxnSp>
            <p:nvCxnSpPr>
              <p:cNvPr id="20519" name="AutoShape 73">
                <a:extLst>
                  <a:ext uri="{FF2B5EF4-FFF2-40B4-BE49-F238E27FC236}">
                    <a16:creationId xmlns:a16="http://schemas.microsoft.com/office/drawing/2014/main" id="{A390A6D2-6CD6-4921-8C52-432DDDAC75AF}"/>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520" name="AutoShape 74">
                <a:extLst>
                  <a:ext uri="{FF2B5EF4-FFF2-40B4-BE49-F238E27FC236}">
                    <a16:creationId xmlns:a16="http://schemas.microsoft.com/office/drawing/2014/main" id="{17BEE019-26EC-45CC-9A11-AE1E6DDCC724}"/>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521" name="AutoShape 75">
                <a:extLst>
                  <a:ext uri="{FF2B5EF4-FFF2-40B4-BE49-F238E27FC236}">
                    <a16:creationId xmlns:a16="http://schemas.microsoft.com/office/drawing/2014/main" id="{A07C7DA0-ACD0-4D16-B71F-BD16882B52F5}"/>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522" name="AutoShape 76">
                <a:extLst>
                  <a:ext uri="{FF2B5EF4-FFF2-40B4-BE49-F238E27FC236}">
                    <a16:creationId xmlns:a16="http://schemas.microsoft.com/office/drawing/2014/main" id="{060592AE-03D5-4528-A797-A0F0A56CD625}"/>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523" name="AutoShape 77">
                <a:extLst>
                  <a:ext uri="{FF2B5EF4-FFF2-40B4-BE49-F238E27FC236}">
                    <a16:creationId xmlns:a16="http://schemas.microsoft.com/office/drawing/2014/main" id="{FAABD581-F516-402C-BFA7-13133DE3C05E}"/>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524" name="AutoShape 78">
                <a:extLst>
                  <a:ext uri="{FF2B5EF4-FFF2-40B4-BE49-F238E27FC236}">
                    <a16:creationId xmlns:a16="http://schemas.microsoft.com/office/drawing/2014/main" id="{4E2135A9-B9EA-4701-B0E9-7C3807636748}"/>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525" name="AutoShape 79">
                <a:extLst>
                  <a:ext uri="{FF2B5EF4-FFF2-40B4-BE49-F238E27FC236}">
                    <a16:creationId xmlns:a16="http://schemas.microsoft.com/office/drawing/2014/main" id="{F9CD17CD-5173-46A6-8410-8CC6CBC4E952}"/>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20511" name="AutoShape 80">
              <a:extLst>
                <a:ext uri="{FF2B5EF4-FFF2-40B4-BE49-F238E27FC236}">
                  <a16:creationId xmlns:a16="http://schemas.microsoft.com/office/drawing/2014/main" id="{D3BE72DB-AC6F-4BC1-BD61-5252650D34D3}"/>
                </a:ext>
              </a:extLst>
            </p:cNvPr>
            <p:cNvCxnSpPr>
              <a:cxnSpLocks noChangeShapeType="1"/>
            </p:cNvCxnSpPr>
            <p:nvPr/>
          </p:nvCxnSpPr>
          <p:spPr bwMode="auto">
            <a:xfrm>
              <a:off x="7620" y="7367"/>
              <a:ext cx="491"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512" name="AutoShape 81">
              <a:extLst>
                <a:ext uri="{FF2B5EF4-FFF2-40B4-BE49-F238E27FC236}">
                  <a16:creationId xmlns:a16="http://schemas.microsoft.com/office/drawing/2014/main" id="{38215382-8823-4A0C-9643-60B78EC745A1}"/>
                </a:ext>
              </a:extLst>
            </p:cNvPr>
            <p:cNvCxnSpPr>
              <a:cxnSpLocks noChangeShapeType="1"/>
            </p:cNvCxnSpPr>
            <p:nvPr/>
          </p:nvCxnSpPr>
          <p:spPr bwMode="auto">
            <a:xfrm flipH="1" flipV="1">
              <a:off x="7620" y="9602"/>
              <a:ext cx="491" cy="13"/>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513" name="AutoShape 82">
              <a:extLst>
                <a:ext uri="{FF2B5EF4-FFF2-40B4-BE49-F238E27FC236}">
                  <a16:creationId xmlns:a16="http://schemas.microsoft.com/office/drawing/2014/main" id="{D00BE5EB-D43A-4071-97F4-8D72923BB4E6}"/>
                </a:ext>
              </a:extLst>
            </p:cNvPr>
            <p:cNvCxnSpPr>
              <a:cxnSpLocks noChangeShapeType="1"/>
            </p:cNvCxnSpPr>
            <p:nvPr/>
          </p:nvCxnSpPr>
          <p:spPr bwMode="auto">
            <a:xfrm flipV="1">
              <a:off x="6764" y="8547"/>
              <a:ext cx="0" cy="359"/>
            </a:xfrm>
            <a:prstGeom prst="straightConnector1">
              <a:avLst/>
            </a:prstGeom>
            <a:noFill/>
            <a:ln w="19050">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0514" name="AutoShape 83">
              <a:extLst>
                <a:ext uri="{FF2B5EF4-FFF2-40B4-BE49-F238E27FC236}">
                  <a16:creationId xmlns:a16="http://schemas.microsoft.com/office/drawing/2014/main" id="{18A926D3-BB9B-4BB8-AA7D-A5487F265A0E}"/>
                </a:ext>
              </a:extLst>
            </p:cNvPr>
            <p:cNvCxnSpPr>
              <a:cxnSpLocks noChangeShapeType="1"/>
            </p:cNvCxnSpPr>
            <p:nvPr/>
          </p:nvCxnSpPr>
          <p:spPr bwMode="auto">
            <a:xfrm flipH="1">
              <a:off x="7087" y="9105"/>
              <a:ext cx="31"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0515" name="AutoShape 84">
              <a:extLst>
                <a:ext uri="{FF2B5EF4-FFF2-40B4-BE49-F238E27FC236}">
                  <a16:creationId xmlns:a16="http://schemas.microsoft.com/office/drawing/2014/main" id="{B7DD8ED9-12C3-46A8-B087-0EC3411C4973}"/>
                </a:ext>
              </a:extLst>
            </p:cNvPr>
            <p:cNvCxnSpPr>
              <a:cxnSpLocks noChangeShapeType="1"/>
            </p:cNvCxnSpPr>
            <p:nvPr/>
          </p:nvCxnSpPr>
          <p:spPr bwMode="auto">
            <a:xfrm>
              <a:off x="7125" y="7710"/>
              <a:ext cx="15"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0516" name="AutoShape 85">
              <a:extLst>
                <a:ext uri="{FF2B5EF4-FFF2-40B4-BE49-F238E27FC236}">
                  <a16:creationId xmlns:a16="http://schemas.microsoft.com/office/drawing/2014/main" id="{1EBA5223-758A-4509-8FC6-DAAAA92D86FD}"/>
                </a:ext>
              </a:extLst>
            </p:cNvPr>
            <p:cNvCxnSpPr>
              <a:cxnSpLocks noChangeShapeType="1"/>
            </p:cNvCxnSpPr>
            <p:nvPr/>
          </p:nvCxnSpPr>
          <p:spPr bwMode="auto">
            <a:xfrm flipV="1">
              <a:off x="7255" y="9225"/>
              <a:ext cx="177"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517" name="AutoShape 86">
              <a:extLst>
                <a:ext uri="{FF2B5EF4-FFF2-40B4-BE49-F238E27FC236}">
                  <a16:creationId xmlns:a16="http://schemas.microsoft.com/office/drawing/2014/main" id="{C1EC1F0D-A933-40E4-A58C-A05DD4A586B5}"/>
                </a:ext>
              </a:extLst>
            </p:cNvPr>
            <p:cNvCxnSpPr>
              <a:cxnSpLocks noChangeShapeType="1"/>
            </p:cNvCxnSpPr>
            <p:nvPr/>
          </p:nvCxnSpPr>
          <p:spPr bwMode="auto">
            <a:xfrm flipV="1">
              <a:off x="7215" y="7500"/>
              <a:ext cx="177"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518" name="AutoShape 87">
              <a:extLst>
                <a:ext uri="{FF2B5EF4-FFF2-40B4-BE49-F238E27FC236}">
                  <a16:creationId xmlns:a16="http://schemas.microsoft.com/office/drawing/2014/main" id="{635BD0C7-893E-4CF5-BA2A-3402B08D0773}"/>
                </a:ext>
              </a:extLst>
            </p:cNvPr>
            <p:cNvCxnSpPr>
              <a:cxnSpLocks noChangeShapeType="1"/>
            </p:cNvCxnSpPr>
            <p:nvPr/>
          </p:nvCxnSpPr>
          <p:spPr bwMode="auto">
            <a:xfrm>
              <a:off x="7305" y="7367"/>
              <a:ext cx="0" cy="25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sp>
        <p:nvSpPr>
          <p:cNvPr id="20491" name="Rectangle 88">
            <a:extLst>
              <a:ext uri="{FF2B5EF4-FFF2-40B4-BE49-F238E27FC236}">
                <a16:creationId xmlns:a16="http://schemas.microsoft.com/office/drawing/2014/main" id="{368246EE-0F40-489A-9D83-10BEB6F14BF2}"/>
              </a:ext>
            </a:extLst>
          </p:cNvPr>
          <p:cNvSpPr>
            <a:spLocks noChangeArrowheads="1"/>
          </p:cNvSpPr>
          <p:nvPr/>
        </p:nvSpPr>
        <p:spPr bwMode="auto">
          <a:xfrm>
            <a:off x="1328787" y="2998752"/>
            <a:ext cx="341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cs typeface="Arial" panose="020B0604020202020204" pitchFamily="34" charset="0"/>
              </a:rPr>
              <a:t>b</a:t>
            </a:r>
            <a:endParaRPr lang="en-US" altLang="id-ID" sz="2000">
              <a:latin typeface="Arial" panose="020B0604020202020204" pitchFamily="34" charset="0"/>
            </a:endParaRPr>
          </a:p>
        </p:txBody>
      </p:sp>
      <p:sp>
        <p:nvSpPr>
          <p:cNvPr id="20492" name="Rectangle 89">
            <a:extLst>
              <a:ext uri="{FF2B5EF4-FFF2-40B4-BE49-F238E27FC236}">
                <a16:creationId xmlns:a16="http://schemas.microsoft.com/office/drawing/2014/main" id="{1BD9582D-797F-4D44-951F-5FF2AAC9F1D8}"/>
              </a:ext>
            </a:extLst>
          </p:cNvPr>
          <p:cNvSpPr>
            <a:spLocks noChangeArrowheads="1"/>
          </p:cNvSpPr>
          <p:nvPr/>
        </p:nvSpPr>
        <p:spPr bwMode="auto">
          <a:xfrm>
            <a:off x="1900287" y="3927440"/>
            <a:ext cx="936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ε</a:t>
            </a:r>
            <a:r>
              <a:rPr lang="en-US" altLang="id-ID" sz="2000" b="1">
                <a:latin typeface="Arial" panose="020B0604020202020204" pitchFamily="34" charset="0"/>
              </a:rPr>
              <a:t>=12V</a:t>
            </a:r>
            <a:endParaRPr lang="en-US" altLang="id-ID">
              <a:latin typeface="Arial" panose="020B0604020202020204" pitchFamily="34" charset="0"/>
            </a:endParaRPr>
          </a:p>
        </p:txBody>
      </p:sp>
      <p:sp>
        <p:nvSpPr>
          <p:cNvPr id="20493" name="Rectangle 103">
            <a:extLst>
              <a:ext uri="{FF2B5EF4-FFF2-40B4-BE49-F238E27FC236}">
                <a16:creationId xmlns:a16="http://schemas.microsoft.com/office/drawing/2014/main" id="{0AD1F6D0-8DAC-4754-B60D-1109E53CEA71}"/>
              </a:ext>
            </a:extLst>
          </p:cNvPr>
          <p:cNvSpPr>
            <a:spLocks noChangeArrowheads="1"/>
          </p:cNvSpPr>
          <p:nvPr/>
        </p:nvSpPr>
        <p:spPr bwMode="auto">
          <a:xfrm>
            <a:off x="2400350" y="2927315"/>
            <a:ext cx="269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20494" name="Rectangle 103">
            <a:extLst>
              <a:ext uri="{FF2B5EF4-FFF2-40B4-BE49-F238E27FC236}">
                <a16:creationId xmlns:a16="http://schemas.microsoft.com/office/drawing/2014/main" id="{80490731-4DF3-48CD-8917-93003CEA6506}"/>
              </a:ext>
            </a:extLst>
          </p:cNvPr>
          <p:cNvSpPr>
            <a:spLocks noChangeArrowheads="1"/>
          </p:cNvSpPr>
          <p:nvPr/>
        </p:nvSpPr>
        <p:spPr bwMode="auto">
          <a:xfrm>
            <a:off x="2400350" y="4570377"/>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20495" name="Rectangle 92">
            <a:extLst>
              <a:ext uri="{FF2B5EF4-FFF2-40B4-BE49-F238E27FC236}">
                <a16:creationId xmlns:a16="http://schemas.microsoft.com/office/drawing/2014/main" id="{F974ABBD-C38E-4380-91F7-0EBB4B7D7373}"/>
              </a:ext>
            </a:extLst>
          </p:cNvPr>
          <p:cNvSpPr>
            <a:spLocks noChangeArrowheads="1"/>
          </p:cNvSpPr>
          <p:nvPr/>
        </p:nvSpPr>
        <p:spPr bwMode="auto">
          <a:xfrm>
            <a:off x="1757412" y="3498815"/>
            <a:ext cx="844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r=2</a:t>
            </a:r>
            <a:r>
              <a:rPr lang="el-GR" altLang="id-ID" sz="2000" b="1">
                <a:latin typeface="Times New Roman" panose="02020603050405020304" pitchFamily="18" charset="0"/>
                <a:ea typeface="Times New Roman" panose="02020603050405020304" pitchFamily="18" charset="0"/>
                <a:cs typeface="Arial" panose="020B0604020202020204" pitchFamily="34" charset="0"/>
              </a:rPr>
              <a:t> Ω</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20496" name="Rectangle 93">
            <a:extLst>
              <a:ext uri="{FF2B5EF4-FFF2-40B4-BE49-F238E27FC236}">
                <a16:creationId xmlns:a16="http://schemas.microsoft.com/office/drawing/2014/main" id="{2AF4ACF2-0ACF-492F-83D5-226C0C1A6F19}"/>
              </a:ext>
            </a:extLst>
          </p:cNvPr>
          <p:cNvSpPr>
            <a:spLocks noChangeArrowheads="1"/>
          </p:cNvSpPr>
          <p:nvPr/>
        </p:nvSpPr>
        <p:spPr bwMode="auto">
          <a:xfrm>
            <a:off x="3471912" y="3641690"/>
            <a:ext cx="866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R=4</a:t>
            </a:r>
            <a:r>
              <a:rPr lang="el-GR" altLang="id-ID" sz="2000" b="1">
                <a:latin typeface="Times New Roman" panose="02020603050405020304" pitchFamily="18" charset="0"/>
                <a:ea typeface="Times New Roman" panose="02020603050405020304" pitchFamily="18" charset="0"/>
                <a:cs typeface="Arial" panose="020B0604020202020204" pitchFamily="34" charset="0"/>
              </a:rPr>
              <a:t>Ω</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20497" name="Rectangle 94">
            <a:extLst>
              <a:ext uri="{FF2B5EF4-FFF2-40B4-BE49-F238E27FC236}">
                <a16:creationId xmlns:a16="http://schemas.microsoft.com/office/drawing/2014/main" id="{747A2851-9061-429D-8F40-9F8F410B9E9B}"/>
              </a:ext>
            </a:extLst>
          </p:cNvPr>
          <p:cNvSpPr>
            <a:spLocks noChangeArrowheads="1"/>
          </p:cNvSpPr>
          <p:nvPr/>
        </p:nvSpPr>
        <p:spPr bwMode="auto">
          <a:xfrm>
            <a:off x="683569" y="5356190"/>
            <a:ext cx="341204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dirty="0">
                <a:solidFill>
                  <a:srgbClr val="002060"/>
                </a:solidFill>
                <a:latin typeface="Arial" panose="020B0604020202020204" pitchFamily="34" charset="0"/>
              </a:rPr>
              <a:t>Fig.6. Points a and b, which are at the terminals of real battery, differ in potential</a:t>
            </a:r>
            <a:endParaRPr lang="en-US" altLang="id-ID" sz="1800" dirty="0">
              <a:solidFill>
                <a:srgbClr val="002060"/>
              </a:solidFill>
              <a:latin typeface="Arial" panose="020B0604020202020204" pitchFamily="34" charset="0"/>
            </a:endParaRPr>
          </a:p>
        </p:txBody>
      </p:sp>
      <p:sp>
        <p:nvSpPr>
          <p:cNvPr id="20498" name="Slide Number Placeholder 55">
            <a:extLst>
              <a:ext uri="{FF2B5EF4-FFF2-40B4-BE49-F238E27FC236}">
                <a16:creationId xmlns:a16="http://schemas.microsoft.com/office/drawing/2014/main" id="{C4CD0B90-4BB3-4356-BEC3-8BD67BA8E93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53727983-3509-48FD-87EC-EA132D50034D}" type="slidenum">
              <a:rPr lang="en-US" altLang="id-ID" sz="1400" smtClean="0"/>
              <a:pPr>
                <a:spcBef>
                  <a:spcPct val="0"/>
                </a:spcBef>
                <a:buFontTx/>
                <a:buNone/>
              </a:pPr>
              <a:t>14</a:t>
            </a:fld>
            <a:endParaRPr lang="en-US" altLang="id-ID"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a:extLst>
              <a:ext uri="{FF2B5EF4-FFF2-40B4-BE49-F238E27FC236}">
                <a16:creationId xmlns:a16="http://schemas.microsoft.com/office/drawing/2014/main" id="{46505239-0228-48CB-BEF8-471449F012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22584B5D-1E97-4525-A8EA-42B66F04E90F}" type="slidenum">
              <a:rPr lang="en-US" altLang="id-ID" sz="1400" smtClean="0"/>
              <a:pPr>
                <a:spcBef>
                  <a:spcPct val="0"/>
                </a:spcBef>
                <a:buFontTx/>
                <a:buNone/>
              </a:pPr>
              <a:t>15</a:t>
            </a:fld>
            <a:endParaRPr lang="en-US" altLang="id-ID" sz="1400"/>
          </a:p>
        </p:txBody>
      </p:sp>
      <p:pic>
        <p:nvPicPr>
          <p:cNvPr id="21507" name="Picture 7">
            <a:extLst>
              <a:ext uri="{FF2B5EF4-FFF2-40B4-BE49-F238E27FC236}">
                <a16:creationId xmlns:a16="http://schemas.microsoft.com/office/drawing/2014/main" id="{DB0979D7-5603-4AE9-BD61-B18BAB3D5E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216" y="2533649"/>
            <a:ext cx="2214562"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Plus 5">
            <a:extLst>
              <a:ext uri="{FF2B5EF4-FFF2-40B4-BE49-F238E27FC236}">
                <a16:creationId xmlns:a16="http://schemas.microsoft.com/office/drawing/2014/main" id="{E7285327-C664-46F2-90EB-D2E7ADBCA142}"/>
              </a:ext>
            </a:extLst>
          </p:cNvPr>
          <p:cNvSpPr/>
          <p:nvPr/>
        </p:nvSpPr>
        <p:spPr>
          <a:xfrm>
            <a:off x="3478091" y="3033711"/>
            <a:ext cx="381000" cy="381000"/>
          </a:xfrm>
          <a:prstGeom prst="mathPlus">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pic>
        <p:nvPicPr>
          <p:cNvPr id="21509" name="Picture 8">
            <a:extLst>
              <a:ext uri="{FF2B5EF4-FFF2-40B4-BE49-F238E27FC236}">
                <a16:creationId xmlns:a16="http://schemas.microsoft.com/office/drawing/2014/main" id="{00239C8F-C560-4ED2-8B2E-1FAAC4EE3B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8153" y="2605086"/>
            <a:ext cx="1857375"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ight Arrow 7">
            <a:extLst>
              <a:ext uri="{FF2B5EF4-FFF2-40B4-BE49-F238E27FC236}">
                <a16:creationId xmlns:a16="http://schemas.microsoft.com/office/drawing/2014/main" id="{75A98E17-5DD9-4B17-9FC7-609E0BC41F07}"/>
              </a:ext>
            </a:extLst>
          </p:cNvPr>
          <p:cNvSpPr/>
          <p:nvPr/>
        </p:nvSpPr>
        <p:spPr>
          <a:xfrm>
            <a:off x="5906966" y="3105149"/>
            <a:ext cx="500062" cy="15716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pic>
        <p:nvPicPr>
          <p:cNvPr id="21511" name="Picture 9">
            <a:extLst>
              <a:ext uri="{FF2B5EF4-FFF2-40B4-BE49-F238E27FC236}">
                <a16:creationId xmlns:a16="http://schemas.microsoft.com/office/drawing/2014/main" id="{328382F8-305A-40D4-AA8D-1FF1EB880B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9903" y="2819399"/>
            <a:ext cx="24288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Picture 10">
            <a:extLst>
              <a:ext uri="{FF2B5EF4-FFF2-40B4-BE49-F238E27FC236}">
                <a16:creationId xmlns:a16="http://schemas.microsoft.com/office/drawing/2014/main" id="{AB5A81AA-75FB-4183-A6FC-F0532AF243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1569" y="4084488"/>
            <a:ext cx="7787209" cy="1570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3" name="Rectangle 9">
            <a:extLst>
              <a:ext uri="{FF2B5EF4-FFF2-40B4-BE49-F238E27FC236}">
                <a16:creationId xmlns:a16="http://schemas.microsoft.com/office/drawing/2014/main" id="{44E0FA2C-C0AB-4166-8F43-40ECAFBC6963}"/>
              </a:ext>
            </a:extLst>
          </p:cNvPr>
          <p:cNvSpPr>
            <a:spLocks noChangeArrowheads="1"/>
          </p:cNvSpPr>
          <p:nvPr/>
        </p:nvSpPr>
        <p:spPr bwMode="auto">
          <a:xfrm>
            <a:off x="3288005" y="780254"/>
            <a:ext cx="52578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solidFill>
                  <a:srgbClr val="0070C0"/>
                </a:solidFill>
                <a:latin typeface="Arial" panose="020B0604020202020204" pitchFamily="34" charset="0"/>
                <a:cs typeface="Arial" panose="020B0604020202020204" pitchFamily="34" charset="0"/>
              </a:rPr>
              <a:t>Potential between two points (cont.)</a:t>
            </a:r>
            <a:endParaRPr lang="en-US" altLang="id-ID" sz="2200" dirty="0">
              <a:solidFill>
                <a:srgbClr val="0070C0"/>
              </a:solidFill>
              <a:latin typeface="Arial" panose="020B0604020202020204" pitchFamily="34" charset="0"/>
            </a:endParaRPr>
          </a:p>
        </p:txBody>
      </p:sp>
      <p:sp>
        <p:nvSpPr>
          <p:cNvPr id="21514" name="Rectangle 9">
            <a:extLst>
              <a:ext uri="{FF2B5EF4-FFF2-40B4-BE49-F238E27FC236}">
                <a16:creationId xmlns:a16="http://schemas.microsoft.com/office/drawing/2014/main" id="{758390F6-DE96-4EBB-A101-0AC32EA6570D}"/>
              </a:ext>
            </a:extLst>
          </p:cNvPr>
          <p:cNvSpPr>
            <a:spLocks noChangeArrowheads="1"/>
          </p:cNvSpPr>
          <p:nvPr/>
        </p:nvSpPr>
        <p:spPr bwMode="auto">
          <a:xfrm>
            <a:off x="1049630" y="1622230"/>
            <a:ext cx="4867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Going counterclockwise from 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2">
            <a:extLst>
              <a:ext uri="{FF2B5EF4-FFF2-40B4-BE49-F238E27FC236}">
                <a16:creationId xmlns:a16="http://schemas.microsoft.com/office/drawing/2014/main" id="{5A565685-CF15-4055-A6BF-AFDFF7D87CD5}"/>
              </a:ext>
            </a:extLst>
          </p:cNvPr>
          <p:cNvSpPr txBox="1">
            <a:spLocks noChangeArrowheads="1"/>
          </p:cNvSpPr>
          <p:nvPr/>
        </p:nvSpPr>
        <p:spPr bwMode="auto">
          <a:xfrm>
            <a:off x="971600" y="1411933"/>
            <a:ext cx="4649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dirty="0">
                <a:solidFill>
                  <a:srgbClr val="0070C0"/>
                </a:solidFill>
                <a:latin typeface="Arial" panose="020B0604020202020204" pitchFamily="34" charset="0"/>
                <a:cs typeface="Arial" panose="020B0604020202020204" pitchFamily="34" charset="0"/>
              </a:rPr>
              <a:t>Potential across a real battery</a:t>
            </a:r>
            <a:r>
              <a:rPr lang="en-US" altLang="id-ID" sz="2000" b="1" i="1" dirty="0">
                <a:solidFill>
                  <a:srgbClr val="0070C0"/>
                </a:solidFill>
                <a:latin typeface="Arial" panose="020B0604020202020204" pitchFamily="34" charset="0"/>
                <a:cs typeface="Arial" panose="020B0604020202020204" pitchFamily="34" charset="0"/>
              </a:rPr>
              <a:t>:</a:t>
            </a:r>
          </a:p>
        </p:txBody>
      </p:sp>
      <p:sp>
        <p:nvSpPr>
          <p:cNvPr id="22531" name="TextBox 4">
            <a:extLst>
              <a:ext uri="{FF2B5EF4-FFF2-40B4-BE49-F238E27FC236}">
                <a16:creationId xmlns:a16="http://schemas.microsoft.com/office/drawing/2014/main" id="{ED1D0EA0-51D1-4FD5-9355-5C1F6297375F}"/>
              </a:ext>
            </a:extLst>
          </p:cNvPr>
          <p:cNvSpPr txBox="1">
            <a:spLocks noChangeArrowheads="1"/>
          </p:cNvSpPr>
          <p:nvPr/>
        </p:nvSpPr>
        <p:spPr bwMode="auto">
          <a:xfrm>
            <a:off x="1043608" y="2000369"/>
            <a:ext cx="3671267"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If the internal resistance </a:t>
            </a:r>
            <a:r>
              <a:rPr lang="en-US" altLang="id-ID" sz="2000" b="1" i="1" dirty="0">
                <a:latin typeface="Arial" panose="020B0604020202020204" pitchFamily="34" charset="0"/>
              </a:rPr>
              <a:t>r </a:t>
            </a:r>
            <a:r>
              <a:rPr lang="en-US" altLang="id-ID" sz="2000" b="1" dirty="0">
                <a:latin typeface="Arial" panose="020B0604020202020204" pitchFamily="34" charset="0"/>
              </a:rPr>
              <a:t>of the battery in the previous case were zero</a:t>
            </a:r>
            <a:r>
              <a:rPr lang="en-US" altLang="id-ID" sz="2000" b="1" i="1" dirty="0">
                <a:latin typeface="Arial" panose="020B0604020202020204" pitchFamily="34" charset="0"/>
              </a:rPr>
              <a:t>, V </a:t>
            </a:r>
            <a:r>
              <a:rPr lang="en-US" altLang="id-ID" sz="2000" b="1" dirty="0">
                <a:latin typeface="Arial" panose="020B0604020202020204" pitchFamily="34" charset="0"/>
              </a:rPr>
              <a:t>would be equal to the emf</a:t>
            </a:r>
            <a:r>
              <a:rPr lang="en-US" altLang="id-ID" sz="2000" b="1" i="1" dirty="0">
                <a:latin typeface="Arial" panose="020B0604020202020204" pitchFamily="34" charset="0"/>
              </a:rPr>
              <a:t> </a:t>
            </a:r>
            <a:r>
              <a:rPr lang="en-US" altLang="id-ID" sz="2000" b="1" dirty="0">
                <a:latin typeface="French Script MT" panose="03020402040607040605" pitchFamily="66" charset="0"/>
              </a:rPr>
              <a:t>E</a:t>
            </a:r>
            <a:r>
              <a:rPr lang="en-US" altLang="id-ID" sz="2000" b="1" i="1" dirty="0">
                <a:latin typeface="Arial" panose="020B0604020202020204" pitchFamily="34" charset="0"/>
              </a:rPr>
              <a:t> </a:t>
            </a:r>
            <a:r>
              <a:rPr lang="en-US" altLang="id-ID" sz="2000" b="1" dirty="0">
                <a:latin typeface="Arial" panose="020B0604020202020204" pitchFamily="34" charset="0"/>
              </a:rPr>
              <a:t>of the battery—namely</a:t>
            </a:r>
            <a:r>
              <a:rPr lang="en-US" altLang="id-ID" sz="2000" b="1" i="1" dirty="0">
                <a:latin typeface="Arial" panose="020B0604020202020204" pitchFamily="34" charset="0"/>
              </a:rPr>
              <a:t>, 12 V.   </a:t>
            </a:r>
            <a:r>
              <a:rPr lang="en-US" altLang="id-ID" sz="2000" b="1" dirty="0">
                <a:latin typeface="Arial" panose="020B0604020202020204" pitchFamily="34" charset="0"/>
              </a:rPr>
              <a:t>However, since </a:t>
            </a:r>
            <a:r>
              <a:rPr lang="en-US" altLang="id-ID" sz="2000" b="1" i="1" dirty="0">
                <a:latin typeface="Arial" panose="020B0604020202020204" pitchFamily="34" charset="0"/>
              </a:rPr>
              <a:t>r =2.0</a:t>
            </a:r>
            <a:r>
              <a:rPr lang="en-US" altLang="id-ID" sz="2000" b="1" i="1" dirty="0">
                <a:latin typeface="Symbol" panose="05050102010706020507" pitchFamily="18" charset="2"/>
              </a:rPr>
              <a:t>W</a:t>
            </a:r>
            <a:r>
              <a:rPr lang="en-US" altLang="id-ID" sz="2000" b="1" i="1" dirty="0">
                <a:latin typeface="Arial" panose="020B0604020202020204" pitchFamily="34" charset="0"/>
              </a:rPr>
              <a:t> , </a:t>
            </a:r>
          </a:p>
          <a:p>
            <a:pPr eaLnBrk="1" hangingPunct="1">
              <a:spcBef>
                <a:spcPct val="0"/>
              </a:spcBef>
              <a:buFontTx/>
              <a:buNone/>
            </a:pPr>
            <a:r>
              <a:rPr lang="en-US" altLang="id-ID" sz="2000" b="1" i="1" dirty="0">
                <a:highlight>
                  <a:srgbClr val="FFFF00"/>
                </a:highlight>
                <a:latin typeface="Arial" panose="020B0604020202020204" pitchFamily="34" charset="0"/>
              </a:rPr>
              <a:t>V </a:t>
            </a:r>
            <a:r>
              <a:rPr lang="en-US" altLang="id-ID" sz="2000" b="1" dirty="0">
                <a:highlight>
                  <a:srgbClr val="FFFF00"/>
                </a:highlight>
                <a:latin typeface="Arial" panose="020B0604020202020204" pitchFamily="34" charset="0"/>
              </a:rPr>
              <a:t>is less than </a:t>
            </a:r>
            <a:r>
              <a:rPr lang="en-US" altLang="id-ID" sz="2000" b="1" dirty="0">
                <a:highlight>
                  <a:srgbClr val="FFFF00"/>
                </a:highlight>
                <a:latin typeface="French Script MT" panose="03020402040607040605" pitchFamily="66" charset="0"/>
              </a:rPr>
              <a:t>E</a:t>
            </a:r>
            <a:r>
              <a:rPr lang="en-US" altLang="id-ID" sz="2000" b="1" i="1" dirty="0">
                <a:highlight>
                  <a:srgbClr val="FFFF00"/>
                </a:highlight>
                <a:latin typeface="Arial" panose="020B0604020202020204" pitchFamily="34" charset="0"/>
              </a:rPr>
              <a:t>. </a:t>
            </a:r>
          </a:p>
          <a:p>
            <a:pPr eaLnBrk="1" hangingPunct="1">
              <a:spcBef>
                <a:spcPct val="0"/>
              </a:spcBef>
              <a:buFontTx/>
              <a:buNone/>
            </a:pPr>
            <a:endParaRPr lang="en-US" altLang="id-ID" sz="2000" b="1" i="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The result depends on the value of the current through the battery. If the same battery were in a different circuit and had a different current through it, </a:t>
            </a:r>
            <a:r>
              <a:rPr lang="en-US" altLang="id-ID" sz="2000" b="1" i="1" dirty="0">
                <a:latin typeface="Arial" panose="020B0604020202020204" pitchFamily="34" charset="0"/>
              </a:rPr>
              <a:t>V </a:t>
            </a:r>
            <a:r>
              <a:rPr lang="en-US" altLang="id-ID" sz="2000" b="1" dirty="0">
                <a:latin typeface="Arial" panose="020B0604020202020204" pitchFamily="34" charset="0"/>
              </a:rPr>
              <a:t>would have some other value</a:t>
            </a:r>
            <a:r>
              <a:rPr lang="en-US" altLang="id-ID" sz="2000" b="1" i="1" dirty="0">
                <a:latin typeface="Arial" panose="020B0604020202020204" pitchFamily="34" charset="0"/>
              </a:rPr>
              <a:t>.</a:t>
            </a:r>
            <a:endParaRPr lang="en-US" altLang="id-ID" sz="2000" b="1" dirty="0">
              <a:latin typeface="Arial" panose="020B0604020202020204" pitchFamily="34" charset="0"/>
            </a:endParaRPr>
          </a:p>
        </p:txBody>
      </p:sp>
      <p:sp>
        <p:nvSpPr>
          <p:cNvPr id="22533" name="Slide Number Placeholder 4">
            <a:extLst>
              <a:ext uri="{FF2B5EF4-FFF2-40B4-BE49-F238E27FC236}">
                <a16:creationId xmlns:a16="http://schemas.microsoft.com/office/drawing/2014/main" id="{0ACB857E-6CE1-474D-8191-BBE8D880AA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7EB586BE-43DD-4682-97CC-63E2C5B5252E}" type="slidenum">
              <a:rPr lang="en-US" altLang="id-ID" sz="1400" smtClean="0"/>
              <a:pPr>
                <a:spcBef>
                  <a:spcPct val="0"/>
                </a:spcBef>
                <a:buFontTx/>
                <a:buNone/>
              </a:pPr>
              <a:t>16</a:t>
            </a:fld>
            <a:endParaRPr lang="en-US" altLang="id-ID" sz="1400"/>
          </a:p>
        </p:txBody>
      </p:sp>
      <p:pic>
        <p:nvPicPr>
          <p:cNvPr id="22534" name="Picture 6">
            <a:extLst>
              <a:ext uri="{FF2B5EF4-FFF2-40B4-BE49-F238E27FC236}">
                <a16:creationId xmlns:a16="http://schemas.microsoft.com/office/drawing/2014/main" id="{EF54A962-1C77-4349-BDE4-7D67C1984E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2000369"/>
            <a:ext cx="4042450" cy="432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5" name="Rectangle 7">
            <a:extLst>
              <a:ext uri="{FF2B5EF4-FFF2-40B4-BE49-F238E27FC236}">
                <a16:creationId xmlns:a16="http://schemas.microsoft.com/office/drawing/2014/main" id="{79D12135-ACA6-4350-B41B-4BFD2F85B225}"/>
              </a:ext>
            </a:extLst>
          </p:cNvPr>
          <p:cNvSpPr>
            <a:spLocks noChangeArrowheads="1"/>
          </p:cNvSpPr>
          <p:nvPr/>
        </p:nvSpPr>
        <p:spPr bwMode="auto">
          <a:xfrm>
            <a:off x="5364088" y="5110865"/>
            <a:ext cx="857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dirty="0">
                <a:solidFill>
                  <a:srgbClr val="002060"/>
                </a:solidFill>
                <a:latin typeface="Arial" panose="020B0604020202020204" pitchFamily="34" charset="0"/>
                <a:ea typeface="Times New Roman" panose="02020603050405020304" pitchFamily="18" charset="0"/>
                <a:cs typeface="Arial" panose="020B0604020202020204" pitchFamily="34" charset="0"/>
              </a:rPr>
              <a:t>Fig. 7.</a:t>
            </a:r>
            <a:endParaRPr lang="en-US" altLang="id-ID" sz="1800" dirty="0">
              <a:latin typeface="Arial" panose="020B0604020202020204" pitchFamily="34" charset="0"/>
              <a:ea typeface="Times New Roman" panose="02020603050405020304" pitchFamily="18" charset="0"/>
              <a:cs typeface="Arial" panose="020B0604020202020204" pitchFamily="34" charset="0"/>
            </a:endParaRPr>
          </a:p>
        </p:txBody>
      </p:sp>
      <p:sp>
        <p:nvSpPr>
          <p:cNvPr id="8" name="Rectangle 9">
            <a:extLst>
              <a:ext uri="{FF2B5EF4-FFF2-40B4-BE49-F238E27FC236}">
                <a16:creationId xmlns:a16="http://schemas.microsoft.com/office/drawing/2014/main" id="{640CA6B2-1912-4F78-9748-0CE1CBDA7C86}"/>
              </a:ext>
            </a:extLst>
          </p:cNvPr>
          <p:cNvSpPr>
            <a:spLocks noChangeArrowheads="1"/>
          </p:cNvSpPr>
          <p:nvPr/>
        </p:nvSpPr>
        <p:spPr bwMode="auto">
          <a:xfrm>
            <a:off x="3288005" y="780254"/>
            <a:ext cx="52578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solidFill>
                  <a:srgbClr val="0070C0"/>
                </a:solidFill>
                <a:latin typeface="Arial" panose="020B0604020202020204" pitchFamily="34" charset="0"/>
                <a:cs typeface="Arial" panose="020B0604020202020204" pitchFamily="34" charset="0"/>
              </a:rPr>
              <a:t>Potential between two points (cont.)</a:t>
            </a:r>
            <a:endParaRPr lang="en-US" altLang="id-ID" sz="2200" dirty="0">
              <a:solidFill>
                <a:srgbClr val="0070C0"/>
              </a:solidFill>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4">
            <a:extLst>
              <a:ext uri="{FF2B5EF4-FFF2-40B4-BE49-F238E27FC236}">
                <a16:creationId xmlns:a16="http://schemas.microsoft.com/office/drawing/2014/main" id="{632CA5D8-72D9-4264-AA16-F0E8E6803937}"/>
              </a:ext>
            </a:extLst>
          </p:cNvPr>
          <p:cNvSpPr txBox="1">
            <a:spLocks noChangeArrowheads="1"/>
          </p:cNvSpPr>
          <p:nvPr/>
        </p:nvSpPr>
        <p:spPr bwMode="auto">
          <a:xfrm>
            <a:off x="3288331" y="955797"/>
            <a:ext cx="3154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dirty="0">
                <a:solidFill>
                  <a:srgbClr val="0070C0"/>
                </a:solidFill>
                <a:latin typeface="Arial" panose="020B0604020202020204" pitchFamily="34" charset="0"/>
                <a:cs typeface="Arial" panose="020B0604020202020204" pitchFamily="34" charset="0"/>
              </a:rPr>
              <a:t>Grounding a Circuit</a:t>
            </a:r>
            <a:r>
              <a:rPr lang="en-US" altLang="id-ID" sz="2000" b="1" i="1" dirty="0">
                <a:solidFill>
                  <a:srgbClr val="0070C0"/>
                </a:solidFill>
                <a:latin typeface="Arial" panose="020B0604020202020204" pitchFamily="34" charset="0"/>
                <a:cs typeface="Arial" panose="020B0604020202020204" pitchFamily="34" charset="0"/>
              </a:rPr>
              <a:t>:</a:t>
            </a:r>
          </a:p>
        </p:txBody>
      </p:sp>
      <p:sp>
        <p:nvSpPr>
          <p:cNvPr id="23555" name="TextBox 5">
            <a:extLst>
              <a:ext uri="{FF2B5EF4-FFF2-40B4-BE49-F238E27FC236}">
                <a16:creationId xmlns:a16="http://schemas.microsoft.com/office/drawing/2014/main" id="{87DE5004-259E-4B0A-B13C-86A30A3DAADE}"/>
              </a:ext>
            </a:extLst>
          </p:cNvPr>
          <p:cNvSpPr txBox="1">
            <a:spLocks noChangeArrowheads="1"/>
          </p:cNvSpPr>
          <p:nvPr/>
        </p:nvSpPr>
        <p:spPr bwMode="auto">
          <a:xfrm>
            <a:off x="994761" y="4305131"/>
            <a:ext cx="7948393"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This is the same example as in the previous slide, except that battery terminal </a:t>
            </a:r>
            <a:r>
              <a:rPr lang="en-US" altLang="id-ID" sz="2000" b="1" i="1" dirty="0">
                <a:latin typeface="Arial" panose="020B0604020202020204" pitchFamily="34" charset="0"/>
              </a:rPr>
              <a:t>a</a:t>
            </a:r>
            <a:r>
              <a:rPr lang="en-US" altLang="id-ID" sz="2000" b="1" dirty="0">
                <a:latin typeface="Arial" panose="020B0604020202020204" pitchFamily="34" charset="0"/>
              </a:rPr>
              <a:t> is grounded in Fig. 8</a:t>
            </a:r>
            <a:r>
              <a:rPr lang="en-US" altLang="id-ID" sz="2000" b="1" i="1" dirty="0">
                <a:latin typeface="Arial" panose="020B0604020202020204" pitchFamily="34" charset="0"/>
              </a:rPr>
              <a:t>a</a:t>
            </a:r>
            <a:r>
              <a:rPr lang="en-US" altLang="id-ID" sz="2000" b="1" dirty="0">
                <a:latin typeface="Arial" panose="020B0604020202020204" pitchFamily="34" charset="0"/>
              </a:rPr>
              <a:t>. </a:t>
            </a:r>
            <a:r>
              <a:rPr lang="en-US" altLang="id-ID" sz="2000" b="1" i="1" dirty="0">
                <a:latin typeface="Arial" panose="020B0604020202020204" pitchFamily="34" charset="0"/>
              </a:rPr>
              <a:t>Grounding a circuit </a:t>
            </a:r>
            <a:r>
              <a:rPr lang="en-US" altLang="id-ID" sz="2000" b="1" dirty="0">
                <a:latin typeface="Arial" panose="020B0604020202020204" pitchFamily="34" charset="0"/>
              </a:rPr>
              <a:t>usually means connecting the circuit to a conducting path to Earth’s surface, and such a connection means that the potential is defined to be zero at the grounding point in the circuit.  </a:t>
            </a:r>
          </a:p>
          <a:p>
            <a:pPr eaLnBrk="1" hangingPunct="1">
              <a:spcBef>
                <a:spcPct val="0"/>
              </a:spcBef>
              <a:buFontTx/>
              <a:buNone/>
            </a:pPr>
            <a:r>
              <a:rPr lang="en-US" altLang="id-ID" sz="2000" b="1" dirty="0">
                <a:latin typeface="Arial" panose="020B0604020202020204" pitchFamily="34" charset="0"/>
              </a:rPr>
              <a:t>In Fig. 8</a:t>
            </a:r>
            <a:r>
              <a:rPr lang="en-US" altLang="id-ID" sz="2000" b="1" i="1" dirty="0">
                <a:latin typeface="Arial" panose="020B0604020202020204" pitchFamily="34" charset="0"/>
              </a:rPr>
              <a:t>a, </a:t>
            </a:r>
            <a:r>
              <a:rPr lang="en-US" altLang="id-ID" sz="2000" b="1" dirty="0">
                <a:latin typeface="Arial" panose="020B0604020202020204" pitchFamily="34" charset="0"/>
              </a:rPr>
              <a:t>the potential at </a:t>
            </a:r>
            <a:r>
              <a:rPr lang="en-US" altLang="id-ID" sz="2000" b="1" i="1" dirty="0">
                <a:latin typeface="Arial" panose="020B0604020202020204" pitchFamily="34" charset="0"/>
              </a:rPr>
              <a:t>a </a:t>
            </a:r>
            <a:r>
              <a:rPr lang="en-US" altLang="id-ID" sz="2000" b="1" dirty="0">
                <a:latin typeface="Arial" panose="020B0604020202020204" pitchFamily="34" charset="0"/>
              </a:rPr>
              <a:t>is defined to be </a:t>
            </a:r>
            <a:r>
              <a:rPr lang="en-US" altLang="id-ID" sz="2000" b="1" i="1" dirty="0" err="1">
                <a:latin typeface="Arial" panose="020B0604020202020204" pitchFamily="34" charset="0"/>
              </a:rPr>
              <a:t>V</a:t>
            </a:r>
            <a:r>
              <a:rPr lang="en-US" altLang="id-ID" sz="2000" b="1" i="1" baseline="-25000" dirty="0" err="1">
                <a:latin typeface="Arial" panose="020B0604020202020204" pitchFamily="34" charset="0"/>
              </a:rPr>
              <a:t>a</a:t>
            </a:r>
            <a:r>
              <a:rPr lang="en-US" altLang="id-ID" sz="2000" b="1" i="1" dirty="0">
                <a:latin typeface="Arial" panose="020B0604020202020204" pitchFamily="34" charset="0"/>
              </a:rPr>
              <a:t> =0. </a:t>
            </a:r>
            <a:r>
              <a:rPr lang="en-US" altLang="id-ID" sz="2000" b="1" dirty="0">
                <a:latin typeface="Arial" panose="020B0604020202020204" pitchFamily="34" charset="0"/>
              </a:rPr>
              <a:t>Therefore, the potential at</a:t>
            </a:r>
            <a:r>
              <a:rPr lang="en-US" altLang="id-ID" sz="2000" b="1" i="1" dirty="0">
                <a:latin typeface="Arial" panose="020B0604020202020204" pitchFamily="34" charset="0"/>
              </a:rPr>
              <a:t> b </a:t>
            </a:r>
            <a:r>
              <a:rPr lang="en-US" altLang="id-ID" sz="2000" b="1" dirty="0">
                <a:latin typeface="Arial" panose="020B0604020202020204" pitchFamily="34" charset="0"/>
              </a:rPr>
              <a:t>is</a:t>
            </a:r>
            <a:r>
              <a:rPr lang="en-US" altLang="id-ID" sz="2000" b="1" i="1" dirty="0">
                <a:latin typeface="Arial" panose="020B0604020202020204" pitchFamily="34" charset="0"/>
              </a:rPr>
              <a:t> </a:t>
            </a:r>
            <a:r>
              <a:rPr lang="en-US" altLang="id-ID" sz="2000" b="1" i="1" dirty="0" err="1">
                <a:latin typeface="Arial" panose="020B0604020202020204" pitchFamily="34" charset="0"/>
              </a:rPr>
              <a:t>V</a:t>
            </a:r>
            <a:r>
              <a:rPr lang="en-US" altLang="id-ID" sz="2000" b="1" i="1" baseline="-25000" dirty="0" err="1">
                <a:latin typeface="Arial" panose="020B0604020202020204" pitchFamily="34" charset="0"/>
              </a:rPr>
              <a:t>b</a:t>
            </a:r>
            <a:r>
              <a:rPr lang="en-US" altLang="id-ID" sz="2000" b="1" i="1" baseline="-25000" dirty="0">
                <a:latin typeface="Arial" panose="020B0604020202020204" pitchFamily="34" charset="0"/>
              </a:rPr>
              <a:t> </a:t>
            </a:r>
            <a:r>
              <a:rPr lang="en-US" altLang="id-ID" sz="2000" b="1" i="1" dirty="0">
                <a:latin typeface="Arial" panose="020B0604020202020204" pitchFamily="34" charset="0"/>
              </a:rPr>
              <a:t>=8.0 V.</a:t>
            </a:r>
            <a:endParaRPr lang="en-US" altLang="id-ID" sz="2000" b="1" dirty="0">
              <a:latin typeface="Arial" panose="020B0604020202020204" pitchFamily="34" charset="0"/>
            </a:endParaRPr>
          </a:p>
        </p:txBody>
      </p:sp>
      <p:sp>
        <p:nvSpPr>
          <p:cNvPr id="23556" name="Rectangle 6">
            <a:extLst>
              <a:ext uri="{FF2B5EF4-FFF2-40B4-BE49-F238E27FC236}">
                <a16:creationId xmlns:a16="http://schemas.microsoft.com/office/drawing/2014/main" id="{C984B3D0-611A-4956-A87E-26CB9022AE39}"/>
              </a:ext>
            </a:extLst>
          </p:cNvPr>
          <p:cNvSpPr>
            <a:spLocks noChangeArrowheads="1"/>
          </p:cNvSpPr>
          <p:nvPr/>
        </p:nvSpPr>
        <p:spPr bwMode="auto">
          <a:xfrm>
            <a:off x="1052226" y="1832313"/>
            <a:ext cx="2376774"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dirty="0">
                <a:solidFill>
                  <a:srgbClr val="002060"/>
                </a:solidFill>
                <a:latin typeface="Arial" panose="020B0604020202020204" pitchFamily="34" charset="0"/>
                <a:ea typeface="Times New Roman" panose="02020603050405020304" pitchFamily="18" charset="0"/>
                <a:cs typeface="Arial" panose="020B0604020202020204" pitchFamily="34" charset="0"/>
              </a:rPr>
              <a:t>Fig. 8. (a) Point a is directly connected to ground </a:t>
            </a:r>
          </a:p>
          <a:p>
            <a:pPr>
              <a:spcBef>
                <a:spcPct val="0"/>
              </a:spcBef>
              <a:buFontTx/>
              <a:buNone/>
            </a:pPr>
            <a:r>
              <a:rPr lang="en-US" altLang="id-ID" sz="1800" b="1" dirty="0">
                <a:solidFill>
                  <a:srgbClr val="002060"/>
                </a:solidFill>
                <a:latin typeface="Arial" panose="020B0604020202020204" pitchFamily="34" charset="0"/>
                <a:ea typeface="Times New Roman" panose="02020603050405020304" pitchFamily="18" charset="0"/>
                <a:cs typeface="Arial" panose="020B0604020202020204" pitchFamily="34" charset="0"/>
              </a:rPr>
              <a:t>(b) Point b is directly connected to ground. 2,0  Ω  and R=4,0 Ω </a:t>
            </a:r>
            <a:endParaRPr lang="en-US" altLang="id-ID" sz="1800" dirty="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grpSp>
        <p:nvGrpSpPr>
          <p:cNvPr id="23557" name="Group 7">
            <a:extLst>
              <a:ext uri="{FF2B5EF4-FFF2-40B4-BE49-F238E27FC236}">
                <a16:creationId xmlns:a16="http://schemas.microsoft.com/office/drawing/2014/main" id="{2F668FCB-A2C1-45FF-B599-7E30A0CA2EAD}"/>
              </a:ext>
            </a:extLst>
          </p:cNvPr>
          <p:cNvGrpSpPr>
            <a:grpSpLocks/>
          </p:cNvGrpSpPr>
          <p:nvPr/>
        </p:nvGrpSpPr>
        <p:grpSpPr bwMode="auto">
          <a:xfrm>
            <a:off x="3738563" y="1285875"/>
            <a:ext cx="4851400" cy="2428875"/>
            <a:chOff x="2055" y="5459"/>
            <a:chExt cx="5323" cy="3182"/>
          </a:xfrm>
        </p:grpSpPr>
        <p:grpSp>
          <p:nvGrpSpPr>
            <p:cNvPr id="23570" name="Group 8">
              <a:extLst>
                <a:ext uri="{FF2B5EF4-FFF2-40B4-BE49-F238E27FC236}">
                  <a16:creationId xmlns:a16="http://schemas.microsoft.com/office/drawing/2014/main" id="{F531AA60-C9C1-44BE-90AA-0E34590181B4}"/>
                </a:ext>
              </a:extLst>
            </p:cNvPr>
            <p:cNvGrpSpPr>
              <a:grpSpLocks/>
            </p:cNvGrpSpPr>
            <p:nvPr/>
          </p:nvGrpSpPr>
          <p:grpSpPr bwMode="auto">
            <a:xfrm>
              <a:off x="2055" y="5924"/>
              <a:ext cx="2233" cy="2717"/>
              <a:chOff x="2460" y="5925"/>
              <a:chExt cx="2233" cy="2717"/>
            </a:xfrm>
          </p:grpSpPr>
          <p:sp>
            <p:nvSpPr>
              <p:cNvPr id="23604" name="Rectangle 9">
                <a:extLst>
                  <a:ext uri="{FF2B5EF4-FFF2-40B4-BE49-F238E27FC236}">
                    <a16:creationId xmlns:a16="http://schemas.microsoft.com/office/drawing/2014/main" id="{1590907E-E9C0-46A9-90BB-C5ABC50E0596}"/>
                  </a:ext>
                </a:extLst>
              </p:cNvPr>
              <p:cNvSpPr>
                <a:spLocks noChangeArrowheads="1"/>
              </p:cNvSpPr>
              <p:nvPr/>
            </p:nvSpPr>
            <p:spPr bwMode="auto">
              <a:xfrm>
                <a:off x="2512" y="6349"/>
                <a:ext cx="470" cy="1260"/>
              </a:xfrm>
              <a:prstGeom prst="rect">
                <a:avLst/>
              </a:prstGeom>
              <a:solidFill>
                <a:srgbClr val="95B3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23605" name="AutoShape 10">
                <a:extLst>
                  <a:ext uri="{FF2B5EF4-FFF2-40B4-BE49-F238E27FC236}">
                    <a16:creationId xmlns:a16="http://schemas.microsoft.com/office/drawing/2014/main" id="{8319DC61-3B4D-4D63-BFC7-9889EB06BBB9}"/>
                  </a:ext>
                </a:extLst>
              </p:cNvPr>
              <p:cNvCxnSpPr>
                <a:cxnSpLocks noChangeShapeType="1"/>
              </p:cNvCxnSpPr>
              <p:nvPr/>
            </p:nvCxnSpPr>
            <p:spPr bwMode="auto">
              <a:xfrm>
                <a:off x="2790" y="5925"/>
                <a:ext cx="1813"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606" name="AutoShape 11">
                <a:extLst>
                  <a:ext uri="{FF2B5EF4-FFF2-40B4-BE49-F238E27FC236}">
                    <a16:creationId xmlns:a16="http://schemas.microsoft.com/office/drawing/2014/main" id="{F0ADBA17-9494-4A42-B9C9-42E56D0527FA}"/>
                  </a:ext>
                </a:extLst>
              </p:cNvPr>
              <p:cNvCxnSpPr>
                <a:cxnSpLocks noChangeShapeType="1"/>
              </p:cNvCxnSpPr>
              <p:nvPr/>
            </p:nvCxnSpPr>
            <p:spPr bwMode="auto">
              <a:xfrm>
                <a:off x="2790" y="5925"/>
                <a:ext cx="1" cy="63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23607" name="Group 12">
                <a:extLst>
                  <a:ext uri="{FF2B5EF4-FFF2-40B4-BE49-F238E27FC236}">
                    <a16:creationId xmlns:a16="http://schemas.microsoft.com/office/drawing/2014/main" id="{340F30E7-A290-4FCE-9344-58C7A75956B4}"/>
                  </a:ext>
                </a:extLst>
              </p:cNvPr>
              <p:cNvGrpSpPr>
                <a:grpSpLocks/>
              </p:cNvGrpSpPr>
              <p:nvPr/>
            </p:nvGrpSpPr>
            <p:grpSpPr bwMode="auto">
              <a:xfrm>
                <a:off x="2670" y="6559"/>
                <a:ext cx="210" cy="630"/>
                <a:chOff x="2430" y="5910"/>
                <a:chExt cx="210" cy="630"/>
              </a:xfrm>
            </p:grpSpPr>
            <p:cxnSp>
              <p:nvCxnSpPr>
                <p:cNvPr id="23630" name="AutoShape 13">
                  <a:extLst>
                    <a:ext uri="{FF2B5EF4-FFF2-40B4-BE49-F238E27FC236}">
                      <a16:creationId xmlns:a16="http://schemas.microsoft.com/office/drawing/2014/main" id="{683F335D-26B6-49D4-BA74-8CEB5B6334DA}"/>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31" name="AutoShape 14">
                  <a:extLst>
                    <a:ext uri="{FF2B5EF4-FFF2-40B4-BE49-F238E27FC236}">
                      <a16:creationId xmlns:a16="http://schemas.microsoft.com/office/drawing/2014/main" id="{E3571379-AF73-481F-811A-1A091A5227C5}"/>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32" name="AutoShape 15">
                  <a:extLst>
                    <a:ext uri="{FF2B5EF4-FFF2-40B4-BE49-F238E27FC236}">
                      <a16:creationId xmlns:a16="http://schemas.microsoft.com/office/drawing/2014/main" id="{6EF62BAC-9B0F-48D2-BB35-32D65A6796E4}"/>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33" name="AutoShape 16">
                  <a:extLst>
                    <a:ext uri="{FF2B5EF4-FFF2-40B4-BE49-F238E27FC236}">
                      <a16:creationId xmlns:a16="http://schemas.microsoft.com/office/drawing/2014/main" id="{25335B90-EF7B-45F0-9776-D851CC85B4F1}"/>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34" name="AutoShape 17">
                  <a:extLst>
                    <a:ext uri="{FF2B5EF4-FFF2-40B4-BE49-F238E27FC236}">
                      <a16:creationId xmlns:a16="http://schemas.microsoft.com/office/drawing/2014/main" id="{727369D2-4E2A-413C-AB17-85667E308C3D}"/>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35" name="AutoShape 18">
                  <a:extLst>
                    <a:ext uri="{FF2B5EF4-FFF2-40B4-BE49-F238E27FC236}">
                      <a16:creationId xmlns:a16="http://schemas.microsoft.com/office/drawing/2014/main" id="{5457C1FC-6621-4FB7-9793-D1B349BBAF55}"/>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36" name="AutoShape 19">
                  <a:extLst>
                    <a:ext uri="{FF2B5EF4-FFF2-40B4-BE49-F238E27FC236}">
                      <a16:creationId xmlns:a16="http://schemas.microsoft.com/office/drawing/2014/main" id="{C7294D9D-91D1-421D-B2E5-7636D1215183}"/>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23608" name="AutoShape 20">
                <a:extLst>
                  <a:ext uri="{FF2B5EF4-FFF2-40B4-BE49-F238E27FC236}">
                    <a16:creationId xmlns:a16="http://schemas.microsoft.com/office/drawing/2014/main" id="{4BC06DA5-AF7D-4C40-88FB-61A0F1E0BB32}"/>
                  </a:ext>
                </a:extLst>
              </p:cNvPr>
              <p:cNvCxnSpPr>
                <a:cxnSpLocks noChangeShapeType="1"/>
              </p:cNvCxnSpPr>
              <p:nvPr/>
            </p:nvCxnSpPr>
            <p:spPr bwMode="auto">
              <a:xfrm>
                <a:off x="2791" y="7189"/>
                <a:ext cx="1" cy="15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609" name="AutoShape 21">
                <a:extLst>
                  <a:ext uri="{FF2B5EF4-FFF2-40B4-BE49-F238E27FC236}">
                    <a16:creationId xmlns:a16="http://schemas.microsoft.com/office/drawing/2014/main" id="{E3285898-A88D-46DC-A88A-4811251CEACF}"/>
                  </a:ext>
                </a:extLst>
              </p:cNvPr>
              <p:cNvCxnSpPr>
                <a:cxnSpLocks noChangeShapeType="1"/>
              </p:cNvCxnSpPr>
              <p:nvPr/>
            </p:nvCxnSpPr>
            <p:spPr bwMode="auto">
              <a:xfrm>
                <a:off x="2565" y="7337"/>
                <a:ext cx="405"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610" name="AutoShape 22">
                <a:extLst>
                  <a:ext uri="{FF2B5EF4-FFF2-40B4-BE49-F238E27FC236}">
                    <a16:creationId xmlns:a16="http://schemas.microsoft.com/office/drawing/2014/main" id="{F74C5D53-A320-44D1-852A-703A236CD396}"/>
                  </a:ext>
                </a:extLst>
              </p:cNvPr>
              <p:cNvCxnSpPr>
                <a:cxnSpLocks noChangeShapeType="1"/>
              </p:cNvCxnSpPr>
              <p:nvPr/>
            </p:nvCxnSpPr>
            <p:spPr bwMode="auto">
              <a:xfrm flipV="1">
                <a:off x="2670" y="7474"/>
                <a:ext cx="210"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611" name="AutoShape 23">
                <a:extLst>
                  <a:ext uri="{FF2B5EF4-FFF2-40B4-BE49-F238E27FC236}">
                    <a16:creationId xmlns:a16="http://schemas.microsoft.com/office/drawing/2014/main" id="{A252EE82-9884-4078-BD89-566F0EAF8B03}"/>
                  </a:ext>
                </a:extLst>
              </p:cNvPr>
              <p:cNvCxnSpPr>
                <a:cxnSpLocks noChangeShapeType="1"/>
              </p:cNvCxnSpPr>
              <p:nvPr/>
            </p:nvCxnSpPr>
            <p:spPr bwMode="auto">
              <a:xfrm>
                <a:off x="2790" y="7474"/>
                <a:ext cx="0" cy="5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612" name="AutoShape 24">
                <a:extLst>
                  <a:ext uri="{FF2B5EF4-FFF2-40B4-BE49-F238E27FC236}">
                    <a16:creationId xmlns:a16="http://schemas.microsoft.com/office/drawing/2014/main" id="{A54BB0D1-36DF-4C6D-8843-1F22EB787B9D}"/>
                  </a:ext>
                </a:extLst>
              </p:cNvPr>
              <p:cNvCxnSpPr>
                <a:cxnSpLocks noChangeShapeType="1"/>
              </p:cNvCxnSpPr>
              <p:nvPr/>
            </p:nvCxnSpPr>
            <p:spPr bwMode="auto">
              <a:xfrm>
                <a:off x="2792" y="8044"/>
                <a:ext cx="1811"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613" name="AutoShape 25">
                <a:extLst>
                  <a:ext uri="{FF2B5EF4-FFF2-40B4-BE49-F238E27FC236}">
                    <a16:creationId xmlns:a16="http://schemas.microsoft.com/office/drawing/2014/main" id="{99FBD3E5-BDAC-4951-81CB-828A122E0F34}"/>
                  </a:ext>
                </a:extLst>
              </p:cNvPr>
              <p:cNvCxnSpPr>
                <a:cxnSpLocks noChangeShapeType="1"/>
              </p:cNvCxnSpPr>
              <p:nvPr/>
            </p:nvCxnSpPr>
            <p:spPr bwMode="auto">
              <a:xfrm>
                <a:off x="4603" y="5925"/>
                <a:ext cx="0" cy="72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614" name="AutoShape 26">
                <a:extLst>
                  <a:ext uri="{FF2B5EF4-FFF2-40B4-BE49-F238E27FC236}">
                    <a16:creationId xmlns:a16="http://schemas.microsoft.com/office/drawing/2014/main" id="{28B4D7E6-D082-4A2D-8CDB-9689F1CEC4F9}"/>
                  </a:ext>
                </a:extLst>
              </p:cNvPr>
              <p:cNvCxnSpPr>
                <a:cxnSpLocks noChangeShapeType="1"/>
              </p:cNvCxnSpPr>
              <p:nvPr/>
            </p:nvCxnSpPr>
            <p:spPr bwMode="auto">
              <a:xfrm flipV="1">
                <a:off x="4603" y="7264"/>
                <a:ext cx="0" cy="79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23615" name="Group 27">
                <a:extLst>
                  <a:ext uri="{FF2B5EF4-FFF2-40B4-BE49-F238E27FC236}">
                    <a16:creationId xmlns:a16="http://schemas.microsoft.com/office/drawing/2014/main" id="{60B66F8C-ED67-4123-8898-1E0722D08D11}"/>
                  </a:ext>
                </a:extLst>
              </p:cNvPr>
              <p:cNvGrpSpPr>
                <a:grpSpLocks/>
              </p:cNvGrpSpPr>
              <p:nvPr/>
            </p:nvGrpSpPr>
            <p:grpSpPr bwMode="auto">
              <a:xfrm>
                <a:off x="4483" y="6649"/>
                <a:ext cx="210" cy="630"/>
                <a:chOff x="2430" y="5910"/>
                <a:chExt cx="210" cy="630"/>
              </a:xfrm>
            </p:grpSpPr>
            <p:cxnSp>
              <p:nvCxnSpPr>
                <p:cNvPr id="23623" name="AutoShape 28">
                  <a:extLst>
                    <a:ext uri="{FF2B5EF4-FFF2-40B4-BE49-F238E27FC236}">
                      <a16:creationId xmlns:a16="http://schemas.microsoft.com/office/drawing/2014/main" id="{2CF72691-89DC-46C0-A9E2-3F70C27C907A}"/>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24" name="AutoShape 29">
                  <a:extLst>
                    <a:ext uri="{FF2B5EF4-FFF2-40B4-BE49-F238E27FC236}">
                      <a16:creationId xmlns:a16="http://schemas.microsoft.com/office/drawing/2014/main" id="{0FE201D9-D4AE-4856-9DD4-DB350CF64E35}"/>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25" name="AutoShape 30">
                  <a:extLst>
                    <a:ext uri="{FF2B5EF4-FFF2-40B4-BE49-F238E27FC236}">
                      <a16:creationId xmlns:a16="http://schemas.microsoft.com/office/drawing/2014/main" id="{93D7C236-542B-4B8E-8529-CA6A76AC9053}"/>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26" name="AutoShape 31">
                  <a:extLst>
                    <a:ext uri="{FF2B5EF4-FFF2-40B4-BE49-F238E27FC236}">
                      <a16:creationId xmlns:a16="http://schemas.microsoft.com/office/drawing/2014/main" id="{97AADD9C-5A34-430F-8984-E7785D83EBBD}"/>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27" name="AutoShape 32">
                  <a:extLst>
                    <a:ext uri="{FF2B5EF4-FFF2-40B4-BE49-F238E27FC236}">
                      <a16:creationId xmlns:a16="http://schemas.microsoft.com/office/drawing/2014/main" id="{69F8CE1B-7E43-4982-A86E-E56F3FC01210}"/>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28" name="AutoShape 33">
                  <a:extLst>
                    <a:ext uri="{FF2B5EF4-FFF2-40B4-BE49-F238E27FC236}">
                      <a16:creationId xmlns:a16="http://schemas.microsoft.com/office/drawing/2014/main" id="{D67CE984-6C6D-4DB2-9679-7AD46438C308}"/>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29" name="AutoShape 34">
                  <a:extLst>
                    <a:ext uri="{FF2B5EF4-FFF2-40B4-BE49-F238E27FC236}">
                      <a16:creationId xmlns:a16="http://schemas.microsoft.com/office/drawing/2014/main" id="{AA8A4563-DCC6-4313-88C6-E2B58A26EAB6}"/>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23616" name="AutoShape 35">
                <a:extLst>
                  <a:ext uri="{FF2B5EF4-FFF2-40B4-BE49-F238E27FC236}">
                    <a16:creationId xmlns:a16="http://schemas.microsoft.com/office/drawing/2014/main" id="{1006C08A-AF78-414B-8F4D-0CEF37ED226D}"/>
                  </a:ext>
                </a:extLst>
              </p:cNvPr>
              <p:cNvCxnSpPr>
                <a:cxnSpLocks noChangeShapeType="1"/>
              </p:cNvCxnSpPr>
              <p:nvPr/>
            </p:nvCxnSpPr>
            <p:spPr bwMode="auto">
              <a:xfrm>
                <a:off x="3531" y="6115"/>
                <a:ext cx="57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617" name="AutoShape 36">
                <a:extLst>
                  <a:ext uri="{FF2B5EF4-FFF2-40B4-BE49-F238E27FC236}">
                    <a16:creationId xmlns:a16="http://schemas.microsoft.com/office/drawing/2014/main" id="{BCAA4686-1C96-4714-984E-6D5035BDC1CE}"/>
                  </a:ext>
                </a:extLst>
              </p:cNvPr>
              <p:cNvCxnSpPr>
                <a:cxnSpLocks noChangeShapeType="1"/>
              </p:cNvCxnSpPr>
              <p:nvPr/>
            </p:nvCxnSpPr>
            <p:spPr bwMode="auto">
              <a:xfrm flipH="1" flipV="1">
                <a:off x="3296" y="7893"/>
                <a:ext cx="630" cy="1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618" name="AutoShape 37">
                <a:extLst>
                  <a:ext uri="{FF2B5EF4-FFF2-40B4-BE49-F238E27FC236}">
                    <a16:creationId xmlns:a16="http://schemas.microsoft.com/office/drawing/2014/main" id="{1ED133E2-F049-4157-AE1D-590521F71A23}"/>
                  </a:ext>
                </a:extLst>
              </p:cNvPr>
              <p:cNvCxnSpPr>
                <a:cxnSpLocks noChangeShapeType="1"/>
              </p:cNvCxnSpPr>
              <p:nvPr/>
            </p:nvCxnSpPr>
            <p:spPr bwMode="auto">
              <a:xfrm flipV="1">
                <a:off x="2460" y="7084"/>
                <a:ext cx="0" cy="420"/>
              </a:xfrm>
              <a:prstGeom prst="straightConnector1">
                <a:avLst/>
              </a:prstGeom>
              <a:noFill/>
              <a:ln w="19050">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3619" name="AutoShape 38">
                <a:extLst>
                  <a:ext uri="{FF2B5EF4-FFF2-40B4-BE49-F238E27FC236}">
                    <a16:creationId xmlns:a16="http://schemas.microsoft.com/office/drawing/2014/main" id="{38644761-7338-4C1C-A382-5A3786A504A6}"/>
                  </a:ext>
                </a:extLst>
              </p:cNvPr>
              <p:cNvCxnSpPr>
                <a:cxnSpLocks noChangeShapeType="1"/>
              </p:cNvCxnSpPr>
              <p:nvPr/>
            </p:nvCxnSpPr>
            <p:spPr bwMode="auto">
              <a:xfrm>
                <a:off x="3510" y="8045"/>
                <a:ext cx="0" cy="32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620" name="AutoShape 39">
                <a:extLst>
                  <a:ext uri="{FF2B5EF4-FFF2-40B4-BE49-F238E27FC236}">
                    <a16:creationId xmlns:a16="http://schemas.microsoft.com/office/drawing/2014/main" id="{580B6EEF-2EFF-4D02-9EB2-0AC2D0F51251}"/>
                  </a:ext>
                </a:extLst>
              </p:cNvPr>
              <p:cNvCxnSpPr>
                <a:cxnSpLocks noChangeShapeType="1"/>
              </p:cNvCxnSpPr>
              <p:nvPr/>
            </p:nvCxnSpPr>
            <p:spPr bwMode="auto">
              <a:xfrm>
                <a:off x="3210" y="8372"/>
                <a:ext cx="60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621" name="AutoShape 40">
                <a:extLst>
                  <a:ext uri="{FF2B5EF4-FFF2-40B4-BE49-F238E27FC236}">
                    <a16:creationId xmlns:a16="http://schemas.microsoft.com/office/drawing/2014/main" id="{03A90BAA-80EB-45A7-81A9-CD6EBCC96749}"/>
                  </a:ext>
                </a:extLst>
              </p:cNvPr>
              <p:cNvCxnSpPr>
                <a:cxnSpLocks noChangeShapeType="1"/>
              </p:cNvCxnSpPr>
              <p:nvPr/>
            </p:nvCxnSpPr>
            <p:spPr bwMode="auto">
              <a:xfrm>
                <a:off x="3285" y="8475"/>
                <a:ext cx="45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622" name="AutoShape 41">
                <a:extLst>
                  <a:ext uri="{FF2B5EF4-FFF2-40B4-BE49-F238E27FC236}">
                    <a16:creationId xmlns:a16="http://schemas.microsoft.com/office/drawing/2014/main" id="{F19EC21F-0CFB-497C-8445-11AEF0E01ED9}"/>
                  </a:ext>
                </a:extLst>
              </p:cNvPr>
              <p:cNvCxnSpPr>
                <a:cxnSpLocks noChangeShapeType="1"/>
              </p:cNvCxnSpPr>
              <p:nvPr/>
            </p:nvCxnSpPr>
            <p:spPr bwMode="auto">
              <a:xfrm>
                <a:off x="3390" y="8641"/>
                <a:ext cx="27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sp>
          <p:nvSpPr>
            <p:cNvPr id="23571" name="Rectangle 42">
              <a:extLst>
                <a:ext uri="{FF2B5EF4-FFF2-40B4-BE49-F238E27FC236}">
                  <a16:creationId xmlns:a16="http://schemas.microsoft.com/office/drawing/2014/main" id="{46165837-829A-40D6-A4AC-7845F6C7C68A}"/>
                </a:ext>
              </a:extLst>
            </p:cNvPr>
            <p:cNvSpPr>
              <a:spLocks noChangeArrowheads="1"/>
            </p:cNvSpPr>
            <p:nvPr/>
          </p:nvSpPr>
          <p:spPr bwMode="auto">
            <a:xfrm>
              <a:off x="5242" y="6422"/>
              <a:ext cx="470" cy="1260"/>
            </a:xfrm>
            <a:prstGeom prst="rect">
              <a:avLst/>
            </a:prstGeom>
            <a:solidFill>
              <a:srgbClr val="95B3D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23572" name="AutoShape 43">
              <a:extLst>
                <a:ext uri="{FF2B5EF4-FFF2-40B4-BE49-F238E27FC236}">
                  <a16:creationId xmlns:a16="http://schemas.microsoft.com/office/drawing/2014/main" id="{A6A96B34-0800-437C-A59D-1D0CBC53C488}"/>
                </a:ext>
              </a:extLst>
            </p:cNvPr>
            <p:cNvCxnSpPr>
              <a:cxnSpLocks noChangeShapeType="1"/>
            </p:cNvCxnSpPr>
            <p:nvPr/>
          </p:nvCxnSpPr>
          <p:spPr bwMode="auto">
            <a:xfrm>
              <a:off x="5475" y="5998"/>
              <a:ext cx="1813"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573" name="AutoShape 44">
              <a:extLst>
                <a:ext uri="{FF2B5EF4-FFF2-40B4-BE49-F238E27FC236}">
                  <a16:creationId xmlns:a16="http://schemas.microsoft.com/office/drawing/2014/main" id="{22B7F925-FBC2-4A4F-B184-2331F6EEF22B}"/>
                </a:ext>
              </a:extLst>
            </p:cNvPr>
            <p:cNvCxnSpPr>
              <a:cxnSpLocks noChangeShapeType="1"/>
            </p:cNvCxnSpPr>
            <p:nvPr/>
          </p:nvCxnSpPr>
          <p:spPr bwMode="auto">
            <a:xfrm>
              <a:off x="5475" y="5998"/>
              <a:ext cx="1" cy="63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23574" name="Group 45">
              <a:extLst>
                <a:ext uri="{FF2B5EF4-FFF2-40B4-BE49-F238E27FC236}">
                  <a16:creationId xmlns:a16="http://schemas.microsoft.com/office/drawing/2014/main" id="{1BD5D2EC-C7D6-4589-AB29-3EA6281CA874}"/>
                </a:ext>
              </a:extLst>
            </p:cNvPr>
            <p:cNvGrpSpPr>
              <a:grpSpLocks/>
            </p:cNvGrpSpPr>
            <p:nvPr/>
          </p:nvGrpSpPr>
          <p:grpSpPr bwMode="auto">
            <a:xfrm>
              <a:off x="5355" y="6632"/>
              <a:ext cx="210" cy="630"/>
              <a:chOff x="2430" y="5910"/>
              <a:chExt cx="210" cy="630"/>
            </a:xfrm>
          </p:grpSpPr>
          <p:cxnSp>
            <p:nvCxnSpPr>
              <p:cNvPr id="23597" name="AutoShape 46">
                <a:extLst>
                  <a:ext uri="{FF2B5EF4-FFF2-40B4-BE49-F238E27FC236}">
                    <a16:creationId xmlns:a16="http://schemas.microsoft.com/office/drawing/2014/main" id="{D121C47A-8DD3-4D79-A6FA-63C9083C6757}"/>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598" name="AutoShape 47">
                <a:extLst>
                  <a:ext uri="{FF2B5EF4-FFF2-40B4-BE49-F238E27FC236}">
                    <a16:creationId xmlns:a16="http://schemas.microsoft.com/office/drawing/2014/main" id="{8E7A5BCD-A749-433A-A6FE-A986D26FF212}"/>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599" name="AutoShape 48">
                <a:extLst>
                  <a:ext uri="{FF2B5EF4-FFF2-40B4-BE49-F238E27FC236}">
                    <a16:creationId xmlns:a16="http://schemas.microsoft.com/office/drawing/2014/main" id="{0F4B221D-0134-4F42-8CCE-67805089A4B0}"/>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00" name="AutoShape 49">
                <a:extLst>
                  <a:ext uri="{FF2B5EF4-FFF2-40B4-BE49-F238E27FC236}">
                    <a16:creationId xmlns:a16="http://schemas.microsoft.com/office/drawing/2014/main" id="{1218C401-8200-4A4A-9DD2-2DDF60388C0E}"/>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01" name="AutoShape 50">
                <a:extLst>
                  <a:ext uri="{FF2B5EF4-FFF2-40B4-BE49-F238E27FC236}">
                    <a16:creationId xmlns:a16="http://schemas.microsoft.com/office/drawing/2014/main" id="{7880D8EC-B836-42ED-B6EE-CE06BAEAC1BC}"/>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02" name="AutoShape 51">
                <a:extLst>
                  <a:ext uri="{FF2B5EF4-FFF2-40B4-BE49-F238E27FC236}">
                    <a16:creationId xmlns:a16="http://schemas.microsoft.com/office/drawing/2014/main" id="{44457263-5F10-441A-B7F4-AA0F5646C465}"/>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603" name="AutoShape 52">
                <a:extLst>
                  <a:ext uri="{FF2B5EF4-FFF2-40B4-BE49-F238E27FC236}">
                    <a16:creationId xmlns:a16="http://schemas.microsoft.com/office/drawing/2014/main" id="{2C06E36E-ABAE-4D9A-9B4E-0176C17D06D4}"/>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23575" name="AutoShape 53">
              <a:extLst>
                <a:ext uri="{FF2B5EF4-FFF2-40B4-BE49-F238E27FC236}">
                  <a16:creationId xmlns:a16="http://schemas.microsoft.com/office/drawing/2014/main" id="{7ED0F704-E9EE-4723-9A54-D0381FEB1349}"/>
                </a:ext>
              </a:extLst>
            </p:cNvPr>
            <p:cNvCxnSpPr>
              <a:cxnSpLocks noChangeShapeType="1"/>
            </p:cNvCxnSpPr>
            <p:nvPr/>
          </p:nvCxnSpPr>
          <p:spPr bwMode="auto">
            <a:xfrm>
              <a:off x="5476" y="7262"/>
              <a:ext cx="1" cy="15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576" name="AutoShape 54">
              <a:extLst>
                <a:ext uri="{FF2B5EF4-FFF2-40B4-BE49-F238E27FC236}">
                  <a16:creationId xmlns:a16="http://schemas.microsoft.com/office/drawing/2014/main" id="{7F45BEB4-D687-4FD1-AE94-01D7EC29E8B9}"/>
                </a:ext>
              </a:extLst>
            </p:cNvPr>
            <p:cNvCxnSpPr>
              <a:cxnSpLocks noChangeShapeType="1"/>
            </p:cNvCxnSpPr>
            <p:nvPr/>
          </p:nvCxnSpPr>
          <p:spPr bwMode="auto">
            <a:xfrm>
              <a:off x="5250" y="7410"/>
              <a:ext cx="405"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577" name="AutoShape 55">
              <a:extLst>
                <a:ext uri="{FF2B5EF4-FFF2-40B4-BE49-F238E27FC236}">
                  <a16:creationId xmlns:a16="http://schemas.microsoft.com/office/drawing/2014/main" id="{ECFF26C4-421E-4E73-84C5-DBC3DF659E23}"/>
                </a:ext>
              </a:extLst>
            </p:cNvPr>
            <p:cNvCxnSpPr>
              <a:cxnSpLocks noChangeShapeType="1"/>
            </p:cNvCxnSpPr>
            <p:nvPr/>
          </p:nvCxnSpPr>
          <p:spPr bwMode="auto">
            <a:xfrm flipV="1">
              <a:off x="5355" y="7547"/>
              <a:ext cx="210"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578" name="AutoShape 56">
              <a:extLst>
                <a:ext uri="{FF2B5EF4-FFF2-40B4-BE49-F238E27FC236}">
                  <a16:creationId xmlns:a16="http://schemas.microsoft.com/office/drawing/2014/main" id="{FAB2D2F8-CDCA-43DF-8CC1-E24E688C4542}"/>
                </a:ext>
              </a:extLst>
            </p:cNvPr>
            <p:cNvCxnSpPr>
              <a:cxnSpLocks noChangeShapeType="1"/>
            </p:cNvCxnSpPr>
            <p:nvPr/>
          </p:nvCxnSpPr>
          <p:spPr bwMode="auto">
            <a:xfrm>
              <a:off x="5475" y="7547"/>
              <a:ext cx="0" cy="5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579" name="AutoShape 57">
              <a:extLst>
                <a:ext uri="{FF2B5EF4-FFF2-40B4-BE49-F238E27FC236}">
                  <a16:creationId xmlns:a16="http://schemas.microsoft.com/office/drawing/2014/main" id="{92B1C5C8-D491-4E9D-B4C9-E2154782B4A5}"/>
                </a:ext>
              </a:extLst>
            </p:cNvPr>
            <p:cNvCxnSpPr>
              <a:cxnSpLocks noChangeShapeType="1"/>
            </p:cNvCxnSpPr>
            <p:nvPr/>
          </p:nvCxnSpPr>
          <p:spPr bwMode="auto">
            <a:xfrm>
              <a:off x="5477" y="8117"/>
              <a:ext cx="1811"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580" name="AutoShape 58">
              <a:extLst>
                <a:ext uri="{FF2B5EF4-FFF2-40B4-BE49-F238E27FC236}">
                  <a16:creationId xmlns:a16="http://schemas.microsoft.com/office/drawing/2014/main" id="{5DC4B39C-A418-4A1D-B147-4B45AFD76B8C}"/>
                </a:ext>
              </a:extLst>
            </p:cNvPr>
            <p:cNvCxnSpPr>
              <a:cxnSpLocks noChangeShapeType="1"/>
            </p:cNvCxnSpPr>
            <p:nvPr/>
          </p:nvCxnSpPr>
          <p:spPr bwMode="auto">
            <a:xfrm>
              <a:off x="7288" y="5998"/>
              <a:ext cx="0" cy="72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581" name="AutoShape 59">
              <a:extLst>
                <a:ext uri="{FF2B5EF4-FFF2-40B4-BE49-F238E27FC236}">
                  <a16:creationId xmlns:a16="http://schemas.microsoft.com/office/drawing/2014/main" id="{BAC30A74-CEC2-4D71-A64B-3FBDBA419BD8}"/>
                </a:ext>
              </a:extLst>
            </p:cNvPr>
            <p:cNvCxnSpPr>
              <a:cxnSpLocks noChangeShapeType="1"/>
            </p:cNvCxnSpPr>
            <p:nvPr/>
          </p:nvCxnSpPr>
          <p:spPr bwMode="auto">
            <a:xfrm flipV="1">
              <a:off x="7288" y="7337"/>
              <a:ext cx="0" cy="79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23582" name="Group 60">
              <a:extLst>
                <a:ext uri="{FF2B5EF4-FFF2-40B4-BE49-F238E27FC236}">
                  <a16:creationId xmlns:a16="http://schemas.microsoft.com/office/drawing/2014/main" id="{1193B39D-D901-4AD5-A96C-5169323FC8B7}"/>
                </a:ext>
              </a:extLst>
            </p:cNvPr>
            <p:cNvGrpSpPr>
              <a:grpSpLocks/>
            </p:cNvGrpSpPr>
            <p:nvPr/>
          </p:nvGrpSpPr>
          <p:grpSpPr bwMode="auto">
            <a:xfrm>
              <a:off x="7168" y="6722"/>
              <a:ext cx="210" cy="630"/>
              <a:chOff x="2430" y="5910"/>
              <a:chExt cx="210" cy="630"/>
            </a:xfrm>
          </p:grpSpPr>
          <p:cxnSp>
            <p:nvCxnSpPr>
              <p:cNvPr id="23590" name="AutoShape 61">
                <a:extLst>
                  <a:ext uri="{FF2B5EF4-FFF2-40B4-BE49-F238E27FC236}">
                    <a16:creationId xmlns:a16="http://schemas.microsoft.com/office/drawing/2014/main" id="{01E928DE-42C1-4C46-A18D-43524C5110C0}"/>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591" name="AutoShape 62">
                <a:extLst>
                  <a:ext uri="{FF2B5EF4-FFF2-40B4-BE49-F238E27FC236}">
                    <a16:creationId xmlns:a16="http://schemas.microsoft.com/office/drawing/2014/main" id="{5288C122-0686-4384-9BF1-EB98AD3E60FC}"/>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592" name="AutoShape 63">
                <a:extLst>
                  <a:ext uri="{FF2B5EF4-FFF2-40B4-BE49-F238E27FC236}">
                    <a16:creationId xmlns:a16="http://schemas.microsoft.com/office/drawing/2014/main" id="{FCFA6E2B-5E26-4C0F-AC96-D0750D1DF58D}"/>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593" name="AutoShape 64">
                <a:extLst>
                  <a:ext uri="{FF2B5EF4-FFF2-40B4-BE49-F238E27FC236}">
                    <a16:creationId xmlns:a16="http://schemas.microsoft.com/office/drawing/2014/main" id="{1E7B95CF-9E97-4F5D-BB0E-9898C0AB7619}"/>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594" name="AutoShape 65">
                <a:extLst>
                  <a:ext uri="{FF2B5EF4-FFF2-40B4-BE49-F238E27FC236}">
                    <a16:creationId xmlns:a16="http://schemas.microsoft.com/office/drawing/2014/main" id="{0659E560-9A80-4244-B3A3-7386400C19AD}"/>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595" name="AutoShape 66">
                <a:extLst>
                  <a:ext uri="{FF2B5EF4-FFF2-40B4-BE49-F238E27FC236}">
                    <a16:creationId xmlns:a16="http://schemas.microsoft.com/office/drawing/2014/main" id="{9BAC22E3-77EA-4872-A83C-BC3B7FF39FB7}"/>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596" name="AutoShape 67">
                <a:extLst>
                  <a:ext uri="{FF2B5EF4-FFF2-40B4-BE49-F238E27FC236}">
                    <a16:creationId xmlns:a16="http://schemas.microsoft.com/office/drawing/2014/main" id="{5DD488ED-58D8-42C4-9E04-F2D6707837D0}"/>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23583" name="AutoShape 68">
              <a:extLst>
                <a:ext uri="{FF2B5EF4-FFF2-40B4-BE49-F238E27FC236}">
                  <a16:creationId xmlns:a16="http://schemas.microsoft.com/office/drawing/2014/main" id="{D7E92969-91DD-42BF-B74F-60F63920A23A}"/>
                </a:ext>
              </a:extLst>
            </p:cNvPr>
            <p:cNvCxnSpPr>
              <a:cxnSpLocks noChangeShapeType="1"/>
            </p:cNvCxnSpPr>
            <p:nvPr/>
          </p:nvCxnSpPr>
          <p:spPr bwMode="auto">
            <a:xfrm>
              <a:off x="6261" y="6208"/>
              <a:ext cx="57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584" name="AutoShape 69">
              <a:extLst>
                <a:ext uri="{FF2B5EF4-FFF2-40B4-BE49-F238E27FC236}">
                  <a16:creationId xmlns:a16="http://schemas.microsoft.com/office/drawing/2014/main" id="{1927D3A0-D2D2-45B9-B770-BF9F9BFF6138}"/>
                </a:ext>
              </a:extLst>
            </p:cNvPr>
            <p:cNvCxnSpPr>
              <a:cxnSpLocks noChangeShapeType="1"/>
            </p:cNvCxnSpPr>
            <p:nvPr/>
          </p:nvCxnSpPr>
          <p:spPr bwMode="auto">
            <a:xfrm flipH="1" flipV="1">
              <a:off x="6135" y="7935"/>
              <a:ext cx="630" cy="1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585" name="AutoShape 70">
              <a:extLst>
                <a:ext uri="{FF2B5EF4-FFF2-40B4-BE49-F238E27FC236}">
                  <a16:creationId xmlns:a16="http://schemas.microsoft.com/office/drawing/2014/main" id="{8E934422-53AB-4967-B8BD-2A3F15BCE15E}"/>
                </a:ext>
              </a:extLst>
            </p:cNvPr>
            <p:cNvCxnSpPr>
              <a:cxnSpLocks noChangeShapeType="1"/>
            </p:cNvCxnSpPr>
            <p:nvPr/>
          </p:nvCxnSpPr>
          <p:spPr bwMode="auto">
            <a:xfrm flipV="1">
              <a:off x="5145" y="7157"/>
              <a:ext cx="0" cy="420"/>
            </a:xfrm>
            <a:prstGeom prst="straightConnector1">
              <a:avLst/>
            </a:prstGeom>
            <a:noFill/>
            <a:ln w="19050">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3586" name="AutoShape 71">
              <a:extLst>
                <a:ext uri="{FF2B5EF4-FFF2-40B4-BE49-F238E27FC236}">
                  <a16:creationId xmlns:a16="http://schemas.microsoft.com/office/drawing/2014/main" id="{27E7109A-CB4A-4371-8F04-6A81C07126F4}"/>
                </a:ext>
              </a:extLst>
            </p:cNvPr>
            <p:cNvCxnSpPr>
              <a:cxnSpLocks noChangeShapeType="1"/>
            </p:cNvCxnSpPr>
            <p:nvPr/>
          </p:nvCxnSpPr>
          <p:spPr bwMode="auto">
            <a:xfrm flipH="1">
              <a:off x="6765" y="5744"/>
              <a:ext cx="2" cy="25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587" name="AutoShape 72">
              <a:extLst>
                <a:ext uri="{FF2B5EF4-FFF2-40B4-BE49-F238E27FC236}">
                  <a16:creationId xmlns:a16="http://schemas.microsoft.com/office/drawing/2014/main" id="{004E74AB-85C5-4057-B860-AEE5763F2FA4}"/>
                </a:ext>
              </a:extLst>
            </p:cNvPr>
            <p:cNvCxnSpPr>
              <a:cxnSpLocks noChangeShapeType="1"/>
            </p:cNvCxnSpPr>
            <p:nvPr/>
          </p:nvCxnSpPr>
          <p:spPr bwMode="auto">
            <a:xfrm>
              <a:off x="6495" y="5730"/>
              <a:ext cx="60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588" name="AutoShape 73">
              <a:extLst>
                <a:ext uri="{FF2B5EF4-FFF2-40B4-BE49-F238E27FC236}">
                  <a16:creationId xmlns:a16="http://schemas.microsoft.com/office/drawing/2014/main" id="{81A4F12F-6BE1-4DBA-8735-472089AF628A}"/>
                </a:ext>
              </a:extLst>
            </p:cNvPr>
            <p:cNvCxnSpPr>
              <a:cxnSpLocks noChangeShapeType="1"/>
            </p:cNvCxnSpPr>
            <p:nvPr/>
          </p:nvCxnSpPr>
          <p:spPr bwMode="auto">
            <a:xfrm>
              <a:off x="6586" y="5595"/>
              <a:ext cx="45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3589" name="AutoShape 74">
              <a:extLst>
                <a:ext uri="{FF2B5EF4-FFF2-40B4-BE49-F238E27FC236}">
                  <a16:creationId xmlns:a16="http://schemas.microsoft.com/office/drawing/2014/main" id="{DAC21C28-A7C1-4167-B958-97471F75B10F}"/>
                </a:ext>
              </a:extLst>
            </p:cNvPr>
            <p:cNvCxnSpPr>
              <a:cxnSpLocks noChangeShapeType="1"/>
            </p:cNvCxnSpPr>
            <p:nvPr/>
          </p:nvCxnSpPr>
          <p:spPr bwMode="auto">
            <a:xfrm>
              <a:off x="6675" y="5459"/>
              <a:ext cx="27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sp>
        <p:nvSpPr>
          <p:cNvPr id="23558" name="Rectangle 74">
            <a:extLst>
              <a:ext uri="{FF2B5EF4-FFF2-40B4-BE49-F238E27FC236}">
                <a16:creationId xmlns:a16="http://schemas.microsoft.com/office/drawing/2014/main" id="{929CBCFC-66E4-4D47-9660-25F4D5264482}"/>
              </a:ext>
            </a:extLst>
          </p:cNvPr>
          <p:cNvSpPr>
            <a:spLocks noChangeArrowheads="1"/>
          </p:cNvSpPr>
          <p:nvPr/>
        </p:nvSpPr>
        <p:spPr bwMode="auto">
          <a:xfrm>
            <a:off x="3714750" y="1714500"/>
            <a:ext cx="150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Times New Roman" panose="02020603050405020304" pitchFamily="18" charset="0"/>
                <a:cs typeface="Times New Roman" panose="02020603050405020304" pitchFamily="18" charset="0"/>
              </a:rPr>
              <a:t>b   +        i</a:t>
            </a:r>
            <a:endParaRPr lang="en-US" altLang="id-ID" sz="2000" i="1">
              <a:latin typeface="Times New Roman" panose="02020603050405020304" pitchFamily="18" charset="0"/>
              <a:cs typeface="Times New Roman" panose="02020603050405020304" pitchFamily="18" charset="0"/>
            </a:endParaRPr>
          </a:p>
        </p:txBody>
      </p:sp>
      <p:sp>
        <p:nvSpPr>
          <p:cNvPr id="23559" name="Rectangle 77">
            <a:extLst>
              <a:ext uri="{FF2B5EF4-FFF2-40B4-BE49-F238E27FC236}">
                <a16:creationId xmlns:a16="http://schemas.microsoft.com/office/drawing/2014/main" id="{C942265D-22F5-4AFB-AC08-56A45A1E9074}"/>
              </a:ext>
            </a:extLst>
          </p:cNvPr>
          <p:cNvSpPr>
            <a:spLocks noChangeArrowheads="1"/>
          </p:cNvSpPr>
          <p:nvPr/>
        </p:nvSpPr>
        <p:spPr bwMode="auto">
          <a:xfrm>
            <a:off x="3643313" y="2786063"/>
            <a:ext cx="2143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Times New Roman" panose="02020603050405020304" pitchFamily="18" charset="0"/>
                <a:cs typeface="Times New Roman" panose="02020603050405020304" pitchFamily="18" charset="0"/>
              </a:rPr>
              <a:t> a   -        i</a:t>
            </a:r>
            <a:endParaRPr lang="en-US" altLang="id-ID" sz="2000" i="1">
              <a:latin typeface="Times New Roman" panose="02020603050405020304" pitchFamily="18" charset="0"/>
              <a:cs typeface="Times New Roman" panose="02020603050405020304" pitchFamily="18" charset="0"/>
            </a:endParaRPr>
          </a:p>
        </p:txBody>
      </p:sp>
      <p:sp>
        <p:nvSpPr>
          <p:cNvPr id="23560" name="Rectangle 78">
            <a:extLst>
              <a:ext uri="{FF2B5EF4-FFF2-40B4-BE49-F238E27FC236}">
                <a16:creationId xmlns:a16="http://schemas.microsoft.com/office/drawing/2014/main" id="{595D7FA6-1133-4D70-8FCA-B484FC148177}"/>
              </a:ext>
            </a:extLst>
          </p:cNvPr>
          <p:cNvSpPr>
            <a:spLocks noChangeArrowheads="1"/>
          </p:cNvSpPr>
          <p:nvPr/>
        </p:nvSpPr>
        <p:spPr bwMode="auto">
          <a:xfrm>
            <a:off x="4143375" y="2571750"/>
            <a:ext cx="10715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l-GR" altLang="id-ID" sz="2000" b="1" i="1">
                <a:solidFill>
                  <a:srgbClr val="002060"/>
                </a:solidFill>
                <a:latin typeface="Arial" panose="020B0604020202020204" pitchFamily="34" charset="0"/>
              </a:rPr>
              <a:t>ε</a:t>
            </a:r>
            <a:r>
              <a:rPr lang="en-US" altLang="id-ID" sz="2000" b="1" i="1">
                <a:solidFill>
                  <a:srgbClr val="002060"/>
                </a:solidFill>
                <a:latin typeface="Arial" panose="020B0604020202020204" pitchFamily="34" charset="0"/>
              </a:rPr>
              <a:t>=12V</a:t>
            </a:r>
            <a:endParaRPr lang="en-US" altLang="id-ID" sz="2000">
              <a:latin typeface="Arial" panose="020B0604020202020204" pitchFamily="34" charset="0"/>
            </a:endParaRPr>
          </a:p>
        </p:txBody>
      </p:sp>
      <p:sp>
        <p:nvSpPr>
          <p:cNvPr id="23561" name="Rectangle 79">
            <a:extLst>
              <a:ext uri="{FF2B5EF4-FFF2-40B4-BE49-F238E27FC236}">
                <a16:creationId xmlns:a16="http://schemas.microsoft.com/office/drawing/2014/main" id="{E2E79534-A8AE-47F2-AB5D-8281875B8392}"/>
              </a:ext>
            </a:extLst>
          </p:cNvPr>
          <p:cNvSpPr>
            <a:spLocks noChangeArrowheads="1"/>
          </p:cNvSpPr>
          <p:nvPr/>
        </p:nvSpPr>
        <p:spPr bwMode="auto">
          <a:xfrm>
            <a:off x="6929438" y="2500313"/>
            <a:ext cx="1214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l-GR" altLang="id-ID" sz="2000" b="1" i="1">
                <a:solidFill>
                  <a:srgbClr val="002060"/>
                </a:solidFill>
                <a:latin typeface="Arial" panose="020B0604020202020204" pitchFamily="34" charset="0"/>
              </a:rPr>
              <a:t>ε</a:t>
            </a:r>
            <a:r>
              <a:rPr lang="en-US" altLang="id-ID" sz="2000" b="1" i="1">
                <a:solidFill>
                  <a:srgbClr val="002060"/>
                </a:solidFill>
                <a:latin typeface="Arial" panose="020B0604020202020204" pitchFamily="34" charset="0"/>
              </a:rPr>
              <a:t>=12V</a:t>
            </a:r>
            <a:endParaRPr lang="en-US" altLang="id-ID" sz="2000">
              <a:latin typeface="Arial" panose="020B0604020202020204" pitchFamily="34" charset="0"/>
            </a:endParaRPr>
          </a:p>
        </p:txBody>
      </p:sp>
      <p:sp>
        <p:nvSpPr>
          <p:cNvPr id="23562" name="Rectangle 80">
            <a:extLst>
              <a:ext uri="{FF2B5EF4-FFF2-40B4-BE49-F238E27FC236}">
                <a16:creationId xmlns:a16="http://schemas.microsoft.com/office/drawing/2014/main" id="{62D76434-07DC-478A-B520-5EA62BA5E64E}"/>
              </a:ext>
            </a:extLst>
          </p:cNvPr>
          <p:cNvSpPr>
            <a:spLocks noChangeArrowheads="1"/>
          </p:cNvSpPr>
          <p:nvPr/>
        </p:nvSpPr>
        <p:spPr bwMode="auto">
          <a:xfrm>
            <a:off x="6500813" y="2786063"/>
            <a:ext cx="1490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Times New Roman" panose="02020603050405020304" pitchFamily="18" charset="0"/>
                <a:cs typeface="Times New Roman" panose="02020603050405020304" pitchFamily="18" charset="0"/>
              </a:rPr>
              <a:t> a   -        i</a:t>
            </a:r>
            <a:endParaRPr lang="en-US" altLang="id-ID" sz="2000" i="1">
              <a:latin typeface="Times New Roman" panose="02020603050405020304" pitchFamily="18" charset="0"/>
              <a:cs typeface="Times New Roman" panose="02020603050405020304" pitchFamily="18" charset="0"/>
            </a:endParaRPr>
          </a:p>
        </p:txBody>
      </p:sp>
      <p:sp>
        <p:nvSpPr>
          <p:cNvPr id="23563" name="Rectangle 81">
            <a:extLst>
              <a:ext uri="{FF2B5EF4-FFF2-40B4-BE49-F238E27FC236}">
                <a16:creationId xmlns:a16="http://schemas.microsoft.com/office/drawing/2014/main" id="{B72A4138-0F9C-4937-929D-F7EDA0EE8B37}"/>
              </a:ext>
            </a:extLst>
          </p:cNvPr>
          <p:cNvSpPr>
            <a:spLocks noChangeArrowheads="1"/>
          </p:cNvSpPr>
          <p:nvPr/>
        </p:nvSpPr>
        <p:spPr bwMode="auto">
          <a:xfrm>
            <a:off x="6572250" y="1785938"/>
            <a:ext cx="1571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Times New Roman" panose="02020603050405020304" pitchFamily="18" charset="0"/>
                <a:cs typeface="Times New Roman" panose="02020603050405020304" pitchFamily="18" charset="0"/>
              </a:rPr>
              <a:t>b   +        i</a:t>
            </a:r>
            <a:endParaRPr lang="en-US" altLang="id-ID" sz="2000" i="1">
              <a:latin typeface="Times New Roman" panose="02020603050405020304" pitchFamily="18" charset="0"/>
              <a:cs typeface="Times New Roman" panose="02020603050405020304" pitchFamily="18" charset="0"/>
            </a:endParaRPr>
          </a:p>
        </p:txBody>
      </p:sp>
      <p:sp>
        <p:nvSpPr>
          <p:cNvPr id="23564" name="Rectangle 106">
            <a:extLst>
              <a:ext uri="{FF2B5EF4-FFF2-40B4-BE49-F238E27FC236}">
                <a16:creationId xmlns:a16="http://schemas.microsoft.com/office/drawing/2014/main" id="{452FFA03-305C-49A0-951F-9E0738D694DE}"/>
              </a:ext>
            </a:extLst>
          </p:cNvPr>
          <p:cNvSpPr>
            <a:spLocks noChangeArrowheads="1"/>
          </p:cNvSpPr>
          <p:nvPr/>
        </p:nvSpPr>
        <p:spPr bwMode="auto">
          <a:xfrm>
            <a:off x="4071938" y="2214563"/>
            <a:ext cx="1500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 r             R         </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23565" name="Rectangle 107">
            <a:extLst>
              <a:ext uri="{FF2B5EF4-FFF2-40B4-BE49-F238E27FC236}">
                <a16:creationId xmlns:a16="http://schemas.microsoft.com/office/drawing/2014/main" id="{F40E943F-E0A6-4DCC-AF5B-E1AC433563FC}"/>
              </a:ext>
            </a:extLst>
          </p:cNvPr>
          <p:cNvSpPr>
            <a:spLocks noChangeArrowheads="1"/>
          </p:cNvSpPr>
          <p:nvPr/>
        </p:nvSpPr>
        <p:spPr bwMode="auto">
          <a:xfrm>
            <a:off x="6858000" y="2214563"/>
            <a:ext cx="1571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  r             R         </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23567" name="Rectangle 81">
            <a:extLst>
              <a:ext uri="{FF2B5EF4-FFF2-40B4-BE49-F238E27FC236}">
                <a16:creationId xmlns:a16="http://schemas.microsoft.com/office/drawing/2014/main" id="{0E55C13D-1797-4A16-A5BD-70F3183BCC1D}"/>
              </a:ext>
            </a:extLst>
          </p:cNvPr>
          <p:cNvSpPr>
            <a:spLocks noChangeArrowheads="1"/>
          </p:cNvSpPr>
          <p:nvPr/>
        </p:nvSpPr>
        <p:spPr bwMode="auto">
          <a:xfrm>
            <a:off x="5072063" y="3500438"/>
            <a:ext cx="496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(a)</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23568" name="Rectangle 82">
            <a:extLst>
              <a:ext uri="{FF2B5EF4-FFF2-40B4-BE49-F238E27FC236}">
                <a16:creationId xmlns:a16="http://schemas.microsoft.com/office/drawing/2014/main" id="{B2264130-85E6-472C-BAE3-DC721EB16305}"/>
              </a:ext>
            </a:extLst>
          </p:cNvPr>
          <p:cNvSpPr>
            <a:spLocks noChangeArrowheads="1"/>
          </p:cNvSpPr>
          <p:nvPr/>
        </p:nvSpPr>
        <p:spPr bwMode="auto">
          <a:xfrm>
            <a:off x="7286625" y="3429000"/>
            <a:ext cx="511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solidFill>
                  <a:srgbClr val="002060"/>
                </a:solidFill>
                <a:latin typeface="Arial" panose="020B0604020202020204" pitchFamily="34" charset="0"/>
                <a:ea typeface="Times New Roman" panose="02020603050405020304" pitchFamily="18" charset="0"/>
                <a:cs typeface="Arial" panose="020B0604020202020204" pitchFamily="34" charset="0"/>
              </a:rPr>
              <a:t>(b)</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23569" name="Slide Number Placeholder 83">
            <a:extLst>
              <a:ext uri="{FF2B5EF4-FFF2-40B4-BE49-F238E27FC236}">
                <a16:creationId xmlns:a16="http://schemas.microsoft.com/office/drawing/2014/main" id="{F98A6BC0-19BD-4A77-9FD5-B3B949E5B43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8EE02B2A-DD66-417D-B042-729F1A1A6ADB}" type="slidenum">
              <a:rPr lang="en-US" altLang="id-ID" sz="1400" smtClean="0"/>
              <a:pPr>
                <a:spcBef>
                  <a:spcPct val="0"/>
                </a:spcBef>
                <a:buFontTx/>
                <a:buNone/>
              </a:pPr>
              <a:t>17</a:t>
            </a:fld>
            <a:endParaRPr lang="en-US" altLang="id-ID" sz="1400"/>
          </a:p>
        </p:txBody>
      </p:sp>
      <p:sp>
        <p:nvSpPr>
          <p:cNvPr id="85" name="Rectangle 9">
            <a:extLst>
              <a:ext uri="{FF2B5EF4-FFF2-40B4-BE49-F238E27FC236}">
                <a16:creationId xmlns:a16="http://schemas.microsoft.com/office/drawing/2014/main" id="{3D3A59D1-50A7-43E0-BD78-DC44A64852FF}"/>
              </a:ext>
            </a:extLst>
          </p:cNvPr>
          <p:cNvSpPr>
            <a:spLocks noChangeArrowheads="1"/>
          </p:cNvSpPr>
          <p:nvPr/>
        </p:nvSpPr>
        <p:spPr bwMode="auto">
          <a:xfrm>
            <a:off x="3288331" y="551213"/>
            <a:ext cx="52578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solidFill>
                  <a:srgbClr val="0070C0"/>
                </a:solidFill>
                <a:latin typeface="Arial" panose="020B0604020202020204" pitchFamily="34" charset="0"/>
                <a:cs typeface="Arial" panose="020B0604020202020204" pitchFamily="34" charset="0"/>
              </a:rPr>
              <a:t>Potential between two points (cont.)</a:t>
            </a:r>
            <a:endParaRPr lang="en-US" altLang="id-ID" sz="2200" dirty="0">
              <a:solidFill>
                <a:srgbClr val="0070C0"/>
              </a:solidFill>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1">
            <a:extLst>
              <a:ext uri="{FF2B5EF4-FFF2-40B4-BE49-F238E27FC236}">
                <a16:creationId xmlns:a16="http://schemas.microsoft.com/office/drawing/2014/main" id="{D9EF4F93-7B6B-42C3-B428-7930559722E9}"/>
              </a:ext>
            </a:extLst>
          </p:cNvPr>
          <p:cNvSpPr txBox="1">
            <a:spLocks noChangeArrowheads="1"/>
          </p:cNvSpPr>
          <p:nvPr/>
        </p:nvSpPr>
        <p:spPr bwMode="auto">
          <a:xfrm>
            <a:off x="3491880" y="1394225"/>
            <a:ext cx="432048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dirty="0">
                <a:latin typeface="Arial" panose="020B0604020202020204" pitchFamily="34" charset="0"/>
                <a:cs typeface="Arial" panose="020B0604020202020204" pitchFamily="34" charset="0"/>
              </a:rPr>
              <a:t>Power, Potential, and Emf:</a:t>
            </a:r>
          </a:p>
        </p:txBody>
      </p:sp>
      <p:sp>
        <p:nvSpPr>
          <p:cNvPr id="24579" name="TextBox 2">
            <a:extLst>
              <a:ext uri="{FF2B5EF4-FFF2-40B4-BE49-F238E27FC236}">
                <a16:creationId xmlns:a16="http://schemas.microsoft.com/office/drawing/2014/main" id="{6CDDB830-982C-4B00-9360-A4C40B316A27}"/>
              </a:ext>
            </a:extLst>
          </p:cNvPr>
          <p:cNvSpPr txBox="1">
            <a:spLocks noChangeArrowheads="1"/>
          </p:cNvSpPr>
          <p:nvPr/>
        </p:nvSpPr>
        <p:spPr bwMode="auto">
          <a:xfrm>
            <a:off x="1146493" y="2039272"/>
            <a:ext cx="7416824" cy="4570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The net rate </a:t>
            </a:r>
            <a:r>
              <a:rPr lang="en-US" altLang="id-ID" sz="2000" b="1" i="1" dirty="0">
                <a:latin typeface="Arial" panose="020B0604020202020204" pitchFamily="34" charset="0"/>
              </a:rPr>
              <a:t>P </a:t>
            </a:r>
            <a:r>
              <a:rPr lang="en-US" altLang="id-ID" sz="2000" b="1" dirty="0">
                <a:latin typeface="Arial" panose="020B0604020202020204" pitchFamily="34" charset="0"/>
              </a:rPr>
              <a:t>of energy transfer from the emf device to the charge carriers is given by</a:t>
            </a:r>
            <a:r>
              <a:rPr lang="en-US" altLang="id-ID" sz="2000" b="1" dirty="0">
                <a:solidFill>
                  <a:srgbClr val="002060"/>
                </a:solidFill>
                <a:latin typeface="Arial" panose="020B0604020202020204" pitchFamily="34" charset="0"/>
              </a:rPr>
              <a:t>: </a:t>
            </a:r>
            <a:r>
              <a:rPr lang="en-US" altLang="id-ID" sz="2000" b="1" i="1" dirty="0">
                <a:solidFill>
                  <a:srgbClr val="002060"/>
                </a:solidFill>
                <a:latin typeface="Arial" panose="020B0604020202020204" pitchFamily="34" charset="0"/>
              </a:rPr>
              <a:t>P = </a:t>
            </a:r>
            <a:r>
              <a:rPr lang="en-US" altLang="id-ID" sz="2000" b="1" i="1" dirty="0" err="1">
                <a:solidFill>
                  <a:srgbClr val="002060"/>
                </a:solidFill>
                <a:latin typeface="Arial" panose="020B0604020202020204" pitchFamily="34" charset="0"/>
              </a:rPr>
              <a:t>i</a:t>
            </a:r>
            <a:r>
              <a:rPr lang="en-US" altLang="id-ID" sz="2000" b="1" i="1" dirty="0">
                <a:solidFill>
                  <a:srgbClr val="002060"/>
                </a:solidFill>
                <a:latin typeface="Arial" panose="020B0604020202020204" pitchFamily="34" charset="0"/>
              </a:rPr>
              <a:t> V</a:t>
            </a:r>
          </a:p>
          <a:p>
            <a:pPr eaLnBrk="1" hangingPunct="1">
              <a:spcBef>
                <a:spcPct val="0"/>
              </a:spcBef>
              <a:buFontTx/>
              <a:buNone/>
            </a:pPr>
            <a:endParaRPr lang="en-US" altLang="id-ID" sz="9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where </a:t>
            </a:r>
            <a:r>
              <a:rPr lang="en-US" altLang="id-ID" sz="2000" b="1" i="1" dirty="0">
                <a:latin typeface="Arial" panose="020B0604020202020204" pitchFamily="34" charset="0"/>
              </a:rPr>
              <a:t>V </a:t>
            </a:r>
            <a:r>
              <a:rPr lang="en-US" altLang="id-ID" sz="2000" b="1" dirty="0">
                <a:latin typeface="Arial" panose="020B0604020202020204" pitchFamily="34" charset="0"/>
              </a:rPr>
              <a:t>is the potential across the terminals of the emf device.  But </a:t>
            </a:r>
            <a:r>
              <a:rPr lang="en-US" altLang="id-ID" sz="2000" b="1" i="1" dirty="0">
                <a:solidFill>
                  <a:srgbClr val="002060"/>
                </a:solidFill>
                <a:latin typeface="Arial" panose="020B0604020202020204" pitchFamily="34" charset="0"/>
              </a:rPr>
              <a:t>V = </a:t>
            </a:r>
            <a:r>
              <a:rPr lang="el-GR" altLang="id-ID" sz="2000" b="1" i="1" dirty="0">
                <a:solidFill>
                  <a:srgbClr val="002060"/>
                </a:solidFill>
                <a:latin typeface="Arial" panose="020B0604020202020204" pitchFamily="34" charset="0"/>
              </a:rPr>
              <a:t>ε</a:t>
            </a:r>
            <a:r>
              <a:rPr lang="en-US" altLang="id-ID" sz="2000" b="1" i="1" dirty="0">
                <a:solidFill>
                  <a:srgbClr val="002060"/>
                </a:solidFill>
                <a:latin typeface="Arial" panose="020B0604020202020204" pitchFamily="34" charset="0"/>
              </a:rPr>
              <a:t> – </a:t>
            </a:r>
            <a:r>
              <a:rPr lang="en-US" altLang="id-ID" sz="2000" b="1" i="1" dirty="0" err="1">
                <a:solidFill>
                  <a:srgbClr val="002060"/>
                </a:solidFill>
                <a:latin typeface="Arial" panose="020B0604020202020204" pitchFamily="34" charset="0"/>
              </a:rPr>
              <a:t>ir</a:t>
            </a:r>
            <a:r>
              <a:rPr lang="en-US" altLang="id-ID" sz="2000" b="1" i="1" dirty="0">
                <a:latin typeface="Arial" panose="020B0604020202020204" pitchFamily="34" charset="0"/>
              </a:rPr>
              <a:t>	</a:t>
            </a:r>
            <a:r>
              <a:rPr lang="en-US" altLang="id-ID" sz="2000" b="1" dirty="0">
                <a:latin typeface="Arial" panose="020B0604020202020204" pitchFamily="34" charset="0"/>
              </a:rPr>
              <a:t>therefore  </a:t>
            </a:r>
            <a:r>
              <a:rPr lang="en-US" altLang="id-ID" sz="2000" b="1" i="1" dirty="0">
                <a:solidFill>
                  <a:srgbClr val="002060"/>
                </a:solidFill>
                <a:latin typeface="Arial" panose="020B0604020202020204" pitchFamily="34" charset="0"/>
              </a:rPr>
              <a:t>P= </a:t>
            </a:r>
            <a:r>
              <a:rPr lang="en-US" altLang="id-ID" sz="2000" b="1" i="1" dirty="0" err="1">
                <a:solidFill>
                  <a:srgbClr val="002060"/>
                </a:solidFill>
                <a:latin typeface="Arial" panose="020B0604020202020204" pitchFamily="34" charset="0"/>
              </a:rPr>
              <a:t>i</a:t>
            </a:r>
            <a:r>
              <a:rPr lang="en-US" altLang="id-ID" sz="2000" b="1" i="1" dirty="0">
                <a:solidFill>
                  <a:srgbClr val="002060"/>
                </a:solidFill>
                <a:latin typeface="Arial" panose="020B0604020202020204" pitchFamily="34" charset="0"/>
              </a:rPr>
              <a:t>(ε – </a:t>
            </a:r>
            <a:r>
              <a:rPr lang="en-US" altLang="id-ID" sz="2000" b="1" i="1" dirty="0" err="1">
                <a:solidFill>
                  <a:srgbClr val="002060"/>
                </a:solidFill>
                <a:latin typeface="Arial" panose="020B0604020202020204" pitchFamily="34" charset="0"/>
              </a:rPr>
              <a:t>ir</a:t>
            </a:r>
            <a:r>
              <a:rPr lang="en-US" altLang="id-ID" sz="2000" b="1" i="1" dirty="0">
                <a:solidFill>
                  <a:srgbClr val="002060"/>
                </a:solidFill>
                <a:latin typeface="Arial" panose="020B0604020202020204" pitchFamily="34" charset="0"/>
              </a:rPr>
              <a:t>) = </a:t>
            </a:r>
            <a:r>
              <a:rPr lang="en-US" altLang="id-ID" sz="2000" b="1" i="1" dirty="0" err="1">
                <a:solidFill>
                  <a:srgbClr val="002060"/>
                </a:solidFill>
                <a:latin typeface="Arial" panose="020B0604020202020204" pitchFamily="34" charset="0"/>
              </a:rPr>
              <a:t>iε</a:t>
            </a:r>
            <a:r>
              <a:rPr lang="en-US" altLang="id-ID" sz="2000" b="1" i="1" dirty="0">
                <a:solidFill>
                  <a:srgbClr val="002060"/>
                </a:solidFill>
                <a:latin typeface="Arial" panose="020B0604020202020204" pitchFamily="34" charset="0"/>
              </a:rPr>
              <a:t> – i</a:t>
            </a:r>
            <a:r>
              <a:rPr lang="en-US" altLang="id-ID" sz="2000" b="1" i="1" baseline="30000" dirty="0">
                <a:solidFill>
                  <a:srgbClr val="002060"/>
                </a:solidFill>
                <a:latin typeface="Arial" panose="020B0604020202020204" pitchFamily="34" charset="0"/>
              </a:rPr>
              <a:t>2</a:t>
            </a:r>
            <a:r>
              <a:rPr lang="en-US" altLang="id-ID" sz="2000" b="1" i="1" dirty="0">
                <a:solidFill>
                  <a:srgbClr val="002060"/>
                </a:solidFill>
                <a:latin typeface="Arial" panose="020B0604020202020204" pitchFamily="34" charset="0"/>
              </a:rPr>
              <a:t>r</a:t>
            </a:r>
          </a:p>
          <a:p>
            <a:pPr eaLnBrk="1" hangingPunct="1">
              <a:spcBef>
                <a:spcPct val="0"/>
              </a:spcBef>
              <a:buFontTx/>
              <a:buNone/>
            </a:pPr>
            <a:endParaRPr lang="en-US" altLang="id-ID" sz="11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But </a:t>
            </a:r>
            <a:r>
              <a:rPr lang="en-US" altLang="id-ID" sz="2000" b="1" i="1" dirty="0" err="1">
                <a:latin typeface="Arial" panose="020B0604020202020204" pitchFamily="34" charset="0"/>
              </a:rPr>
              <a:t>P</a:t>
            </a:r>
            <a:r>
              <a:rPr lang="en-US" altLang="id-ID" sz="2000" b="1" i="1" baseline="-25000" dirty="0" err="1">
                <a:latin typeface="Arial" panose="020B0604020202020204" pitchFamily="34" charset="0"/>
              </a:rPr>
              <a:t>r</a:t>
            </a:r>
            <a:r>
              <a:rPr lang="en-US" altLang="id-ID" sz="2000" b="1" dirty="0">
                <a:latin typeface="Arial" panose="020B0604020202020204" pitchFamily="34" charset="0"/>
              </a:rPr>
              <a:t> is the rate of energy transfer to thermal energy within the emf device:    </a:t>
            </a: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r>
              <a:rPr lang="en-US" altLang="id-ID" sz="2000" b="1" dirty="0">
                <a:solidFill>
                  <a:srgbClr val="002060"/>
                </a:solidFill>
                <a:latin typeface="Arial" panose="020B0604020202020204" pitchFamily="34" charset="0"/>
              </a:rPr>
              <a:t>	</a:t>
            </a:r>
            <a:r>
              <a:rPr lang="en-US" altLang="id-ID" sz="2000" b="1" dirty="0" err="1">
                <a:solidFill>
                  <a:srgbClr val="002060"/>
                </a:solidFill>
                <a:latin typeface="Arial" panose="020B0604020202020204" pitchFamily="34" charset="0"/>
              </a:rPr>
              <a:t>P</a:t>
            </a:r>
            <a:r>
              <a:rPr lang="en-US" altLang="id-ID" sz="2000" b="1" baseline="-25000" dirty="0" err="1">
                <a:solidFill>
                  <a:srgbClr val="002060"/>
                </a:solidFill>
                <a:latin typeface="Arial" panose="020B0604020202020204" pitchFamily="34" charset="0"/>
              </a:rPr>
              <a:t>r</a:t>
            </a:r>
            <a:r>
              <a:rPr lang="en-US" altLang="id-ID" sz="2000" b="1" baseline="-25000" dirty="0">
                <a:solidFill>
                  <a:srgbClr val="002060"/>
                </a:solidFill>
                <a:latin typeface="Arial" panose="020B0604020202020204" pitchFamily="34" charset="0"/>
              </a:rPr>
              <a:t>  </a:t>
            </a:r>
            <a:r>
              <a:rPr lang="en-US" altLang="id-ID" sz="2000" b="1" dirty="0">
                <a:solidFill>
                  <a:srgbClr val="002060"/>
                </a:solidFill>
                <a:latin typeface="Arial" panose="020B0604020202020204" pitchFamily="34" charset="0"/>
              </a:rPr>
              <a:t>=</a:t>
            </a:r>
            <a:r>
              <a:rPr lang="en-US" altLang="id-ID" sz="2000" b="1" i="1" dirty="0">
                <a:solidFill>
                  <a:srgbClr val="002060"/>
                </a:solidFill>
                <a:latin typeface="Arial" panose="020B0604020202020204" pitchFamily="34" charset="0"/>
              </a:rPr>
              <a:t>i</a:t>
            </a:r>
            <a:r>
              <a:rPr lang="en-US" altLang="id-ID" sz="2000" b="1" baseline="30000" dirty="0">
                <a:solidFill>
                  <a:srgbClr val="002060"/>
                </a:solidFill>
                <a:latin typeface="Arial" panose="020B0604020202020204" pitchFamily="34" charset="0"/>
              </a:rPr>
              <a:t>2</a:t>
            </a:r>
            <a:r>
              <a:rPr lang="en-US" altLang="id-ID" sz="2000" b="1" dirty="0">
                <a:solidFill>
                  <a:srgbClr val="002060"/>
                </a:solidFill>
                <a:latin typeface="Arial" panose="020B0604020202020204" pitchFamily="34" charset="0"/>
              </a:rPr>
              <a:t>r               (internal dissipation rate )</a:t>
            </a:r>
          </a:p>
          <a:p>
            <a:pPr eaLnBrk="1" hangingPunct="1">
              <a:spcBef>
                <a:spcPct val="0"/>
              </a:spcBef>
              <a:buFontTx/>
              <a:buNone/>
            </a:pPr>
            <a:endParaRPr lang="en-US" altLang="id-ID" sz="11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Therefore the term </a:t>
            </a:r>
            <a:r>
              <a:rPr lang="en-US" altLang="id-ID" sz="2000" b="1" i="1" dirty="0" err="1">
                <a:solidFill>
                  <a:srgbClr val="002060"/>
                </a:solidFill>
                <a:latin typeface="Arial" panose="020B0604020202020204" pitchFamily="34" charset="0"/>
              </a:rPr>
              <a:t>iε</a:t>
            </a:r>
            <a:r>
              <a:rPr lang="en-US" altLang="id-ID" sz="2000" b="1" i="1" dirty="0">
                <a:latin typeface="Arial" panose="020B0604020202020204" pitchFamily="34" charset="0"/>
              </a:rPr>
              <a:t> </a:t>
            </a:r>
            <a:r>
              <a:rPr lang="en-US" altLang="id-ID" sz="2000" b="1" dirty="0">
                <a:latin typeface="Arial" panose="020B0604020202020204" pitchFamily="34" charset="0"/>
              </a:rPr>
              <a:t>must be the rate </a:t>
            </a:r>
            <a:r>
              <a:rPr lang="en-US" altLang="id-ID" sz="2000" b="1" i="1" dirty="0" err="1">
                <a:solidFill>
                  <a:srgbClr val="002060"/>
                </a:solidFill>
                <a:latin typeface="Arial" panose="020B0604020202020204" pitchFamily="34" charset="0"/>
              </a:rPr>
              <a:t>P</a:t>
            </a:r>
            <a:r>
              <a:rPr lang="en-US" altLang="id-ID" sz="2000" b="1" i="1" baseline="-25000" dirty="0" err="1">
                <a:solidFill>
                  <a:srgbClr val="002060"/>
                </a:solidFill>
                <a:latin typeface="Arial" panose="020B0604020202020204" pitchFamily="34" charset="0"/>
              </a:rPr>
              <a:t>emf</a:t>
            </a:r>
            <a:r>
              <a:rPr lang="en-US" altLang="id-ID" sz="2000" b="1" i="1" dirty="0">
                <a:solidFill>
                  <a:srgbClr val="002060"/>
                </a:solidFill>
                <a:latin typeface="Arial" panose="020B0604020202020204" pitchFamily="34" charset="0"/>
              </a:rPr>
              <a:t>  </a:t>
            </a:r>
            <a:r>
              <a:rPr lang="en-US" altLang="id-ID" sz="2000" b="1" dirty="0">
                <a:latin typeface="Arial" panose="020B0604020202020204" pitchFamily="34" charset="0"/>
              </a:rPr>
              <a:t>at which the emf device transfers energy both to the charge carriers and to internal thermal energy. </a:t>
            </a: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r>
              <a:rPr lang="en-US" altLang="id-ID" sz="2000" b="1" i="1" dirty="0">
                <a:latin typeface="Times New Roman" panose="02020603050405020304" pitchFamily="18" charset="0"/>
                <a:cs typeface="Times New Roman" panose="02020603050405020304" pitchFamily="18" charset="0"/>
              </a:rPr>
              <a:t>	</a:t>
            </a:r>
            <a:r>
              <a:rPr lang="en-US" altLang="id-ID" sz="2000" b="1" i="1" dirty="0" err="1">
                <a:solidFill>
                  <a:srgbClr val="002060"/>
                </a:solidFill>
                <a:latin typeface="Times New Roman" panose="02020603050405020304" pitchFamily="18" charset="0"/>
                <a:cs typeface="Times New Roman" panose="02020603050405020304" pitchFamily="18" charset="0"/>
              </a:rPr>
              <a:t>P</a:t>
            </a:r>
            <a:r>
              <a:rPr lang="en-US" altLang="id-ID" sz="2000" b="1" i="1" baseline="-25000" dirty="0" err="1">
                <a:solidFill>
                  <a:srgbClr val="002060"/>
                </a:solidFill>
                <a:latin typeface="Times New Roman" panose="02020603050405020304" pitchFamily="18" charset="0"/>
                <a:cs typeface="Times New Roman" panose="02020603050405020304" pitchFamily="18" charset="0"/>
              </a:rPr>
              <a:t>emf</a:t>
            </a:r>
            <a:r>
              <a:rPr lang="en-US" altLang="id-ID" sz="2000" b="1" i="1" dirty="0">
                <a:solidFill>
                  <a:srgbClr val="002060"/>
                </a:solidFill>
                <a:latin typeface="Times New Roman" panose="02020603050405020304" pitchFamily="18" charset="0"/>
                <a:cs typeface="Times New Roman" panose="02020603050405020304" pitchFamily="18" charset="0"/>
              </a:rPr>
              <a:t> = </a:t>
            </a:r>
            <a:r>
              <a:rPr lang="en-US" altLang="id-ID" sz="2000" b="1" i="1" dirty="0" err="1">
                <a:solidFill>
                  <a:srgbClr val="002060"/>
                </a:solidFill>
                <a:latin typeface="Times New Roman" panose="02020603050405020304" pitchFamily="18" charset="0"/>
                <a:cs typeface="Times New Roman" panose="02020603050405020304" pitchFamily="18" charset="0"/>
              </a:rPr>
              <a:t>i</a:t>
            </a:r>
            <a:r>
              <a:rPr lang="en-US" altLang="id-ID" sz="2000" b="1" i="1" dirty="0">
                <a:solidFill>
                  <a:srgbClr val="002060"/>
                </a:solidFill>
                <a:latin typeface="Times New Roman" panose="02020603050405020304" pitchFamily="18" charset="0"/>
                <a:cs typeface="Times New Roman" panose="02020603050405020304" pitchFamily="18" charset="0"/>
              </a:rPr>
              <a:t> </a:t>
            </a:r>
            <a:r>
              <a:rPr lang="en-US" altLang="id-ID" sz="2000" b="1" i="1" dirty="0">
                <a:solidFill>
                  <a:srgbClr val="002060"/>
                </a:solidFill>
                <a:latin typeface="Arial" panose="020B0604020202020204" pitchFamily="34" charset="0"/>
              </a:rPr>
              <a:t>ε</a:t>
            </a:r>
            <a:r>
              <a:rPr lang="en-US" altLang="id-ID" sz="2000" b="1" i="1" dirty="0">
                <a:solidFill>
                  <a:srgbClr val="002060"/>
                </a:solidFill>
                <a:latin typeface="Times New Roman" panose="02020603050405020304" pitchFamily="18" charset="0"/>
                <a:cs typeface="Times New Roman" panose="02020603050405020304" pitchFamily="18" charset="0"/>
              </a:rPr>
              <a:t>        </a:t>
            </a:r>
            <a:r>
              <a:rPr lang="en-US" altLang="id-ID" sz="2000" b="1" dirty="0">
                <a:solidFill>
                  <a:srgbClr val="002060"/>
                </a:solidFill>
                <a:latin typeface="Arial" panose="020B0604020202020204" pitchFamily="34" charset="0"/>
              </a:rPr>
              <a:t>( power of emf device )</a:t>
            </a:r>
          </a:p>
        </p:txBody>
      </p:sp>
      <p:sp>
        <p:nvSpPr>
          <p:cNvPr id="24581" name="Slide Number Placeholder 4">
            <a:extLst>
              <a:ext uri="{FF2B5EF4-FFF2-40B4-BE49-F238E27FC236}">
                <a16:creationId xmlns:a16="http://schemas.microsoft.com/office/drawing/2014/main" id="{290687B0-5714-4711-AAA7-0F06E2F7F6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93CFF1C8-FDD3-445D-B616-AEE06818EE00}" type="slidenum">
              <a:rPr lang="en-US" altLang="id-ID" sz="1400" smtClean="0"/>
              <a:pPr>
                <a:spcBef>
                  <a:spcPct val="0"/>
                </a:spcBef>
                <a:buFontTx/>
                <a:buNone/>
              </a:pPr>
              <a:t>18</a:t>
            </a:fld>
            <a:endParaRPr lang="en-US" altLang="id-ID" sz="1400"/>
          </a:p>
        </p:txBody>
      </p:sp>
      <p:sp>
        <p:nvSpPr>
          <p:cNvPr id="6" name="Rectangle 9">
            <a:extLst>
              <a:ext uri="{FF2B5EF4-FFF2-40B4-BE49-F238E27FC236}">
                <a16:creationId xmlns:a16="http://schemas.microsoft.com/office/drawing/2014/main" id="{81446287-CA2C-455B-B019-A4BCDEFF4D22}"/>
              </a:ext>
            </a:extLst>
          </p:cNvPr>
          <p:cNvSpPr>
            <a:spLocks noChangeArrowheads="1"/>
          </p:cNvSpPr>
          <p:nvPr/>
        </p:nvSpPr>
        <p:spPr bwMode="auto">
          <a:xfrm>
            <a:off x="3288005" y="780254"/>
            <a:ext cx="52578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solidFill>
                  <a:srgbClr val="0070C0"/>
                </a:solidFill>
                <a:latin typeface="Arial" panose="020B0604020202020204" pitchFamily="34" charset="0"/>
                <a:cs typeface="Arial" panose="020B0604020202020204" pitchFamily="34" charset="0"/>
              </a:rPr>
              <a:t>Potential between two points (cont.)</a:t>
            </a:r>
            <a:endParaRPr lang="en-US" altLang="id-ID" sz="2200" dirty="0">
              <a:solidFill>
                <a:srgbClr val="0070C0"/>
              </a:solidFill>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3">
            <a:extLst>
              <a:ext uri="{FF2B5EF4-FFF2-40B4-BE49-F238E27FC236}">
                <a16:creationId xmlns:a16="http://schemas.microsoft.com/office/drawing/2014/main" id="{46DD9E65-2C9E-42AB-8924-2F6BEE56AE65}"/>
              </a:ext>
            </a:extLst>
          </p:cNvPr>
          <p:cNvSpPr txBox="1">
            <a:spLocks noChangeArrowheads="1"/>
          </p:cNvSpPr>
          <p:nvPr/>
        </p:nvSpPr>
        <p:spPr bwMode="auto">
          <a:xfrm>
            <a:off x="1003300" y="1412081"/>
            <a:ext cx="7683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dirty="0">
                <a:solidFill>
                  <a:srgbClr val="002060"/>
                </a:solidFill>
                <a:latin typeface="Arial" panose="020B0604020202020204" pitchFamily="34" charset="0"/>
              </a:rPr>
              <a:t>Example, Single loop circuit with two real batteries</a:t>
            </a:r>
            <a:r>
              <a:rPr lang="en-US" altLang="id-ID" sz="2000" b="1" dirty="0">
                <a:solidFill>
                  <a:srgbClr val="FF3300"/>
                </a:solidFill>
                <a:latin typeface="Arial" panose="020B0604020202020204" pitchFamily="34" charset="0"/>
              </a:rPr>
              <a:t>:</a:t>
            </a:r>
          </a:p>
        </p:txBody>
      </p:sp>
      <p:sp>
        <p:nvSpPr>
          <p:cNvPr id="25604" name="Slide Number Placeholder 5">
            <a:extLst>
              <a:ext uri="{FF2B5EF4-FFF2-40B4-BE49-F238E27FC236}">
                <a16:creationId xmlns:a16="http://schemas.microsoft.com/office/drawing/2014/main" id="{09D92F3C-1254-4041-AF1F-6F72E9E11D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B7AFA49B-477D-4775-8CDF-761CD122D172}" type="slidenum">
              <a:rPr lang="en-US" altLang="id-ID" sz="1400" smtClean="0"/>
              <a:pPr>
                <a:spcBef>
                  <a:spcPct val="0"/>
                </a:spcBef>
                <a:buFontTx/>
                <a:buNone/>
              </a:pPr>
              <a:t>19</a:t>
            </a:fld>
            <a:endParaRPr lang="en-US" altLang="id-ID" sz="1400"/>
          </a:p>
        </p:txBody>
      </p:sp>
      <p:pic>
        <p:nvPicPr>
          <p:cNvPr id="25605" name="Picture 7">
            <a:extLst>
              <a:ext uri="{FF2B5EF4-FFF2-40B4-BE49-F238E27FC236}">
                <a16:creationId xmlns:a16="http://schemas.microsoft.com/office/drawing/2014/main" id="{1ADE4AAE-A868-41DD-A850-15E05DB231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009878"/>
            <a:ext cx="4479404" cy="2838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Rectangle 9">
            <a:extLst>
              <a:ext uri="{FF2B5EF4-FFF2-40B4-BE49-F238E27FC236}">
                <a16:creationId xmlns:a16="http://schemas.microsoft.com/office/drawing/2014/main" id="{E948FBD6-DE3C-49A6-98B8-2F0B10DBA3F6}"/>
              </a:ext>
            </a:extLst>
          </p:cNvPr>
          <p:cNvSpPr>
            <a:spLocks noChangeArrowheads="1"/>
          </p:cNvSpPr>
          <p:nvPr/>
        </p:nvSpPr>
        <p:spPr bwMode="auto">
          <a:xfrm>
            <a:off x="1403648" y="4005064"/>
            <a:ext cx="8747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dirty="0">
                <a:latin typeface="Arial" panose="020B0604020202020204" pitchFamily="34" charset="0"/>
                <a:ea typeface="Times New Roman" panose="02020603050405020304" pitchFamily="18" charset="0"/>
                <a:cs typeface="Arial" panose="020B0604020202020204" pitchFamily="34" charset="0"/>
              </a:rPr>
              <a:t>Fig. 9</a:t>
            </a:r>
            <a:r>
              <a:rPr lang="en-US" altLang="id-ID" sz="1200" b="1" dirty="0">
                <a:latin typeface="Arial" panose="020B0604020202020204" pitchFamily="34" charset="0"/>
                <a:ea typeface="Times New Roman" panose="02020603050405020304" pitchFamily="18" charset="0"/>
                <a:cs typeface="Arial" panose="020B0604020202020204" pitchFamily="34" charset="0"/>
              </a:rPr>
              <a:t>. </a:t>
            </a:r>
            <a:endParaRPr lang="en-US" altLang="id-ID" sz="1200" dirty="0">
              <a:latin typeface="Arial" panose="020B0604020202020204" pitchFamily="34" charset="0"/>
              <a:ea typeface="Times New Roman" panose="02020603050405020304" pitchFamily="18" charset="0"/>
              <a:cs typeface="Arial" panose="020B0604020202020204" pitchFamily="34" charset="0"/>
            </a:endParaRPr>
          </a:p>
        </p:txBody>
      </p:sp>
      <p:sp>
        <p:nvSpPr>
          <p:cNvPr id="25607" name="Rectangle 10">
            <a:extLst>
              <a:ext uri="{FF2B5EF4-FFF2-40B4-BE49-F238E27FC236}">
                <a16:creationId xmlns:a16="http://schemas.microsoft.com/office/drawing/2014/main" id="{D47018BE-6C20-49A7-A310-B773040E131D}"/>
              </a:ext>
            </a:extLst>
          </p:cNvPr>
          <p:cNvSpPr>
            <a:spLocks noChangeArrowheads="1"/>
          </p:cNvSpPr>
          <p:nvPr/>
        </p:nvSpPr>
        <p:spPr bwMode="auto">
          <a:xfrm>
            <a:off x="1003301" y="4747567"/>
            <a:ext cx="81407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dirty="0">
                <a:latin typeface="Arial" panose="020B0604020202020204" pitchFamily="34" charset="0"/>
                <a:ea typeface="Times New Roman" panose="02020603050405020304" pitchFamily="18" charset="0"/>
                <a:cs typeface="Arial" panose="020B0604020202020204" pitchFamily="34" charset="0"/>
              </a:rPr>
              <a:t>The emfs and resistances in the circuit of Fig. 9. have the following values : ε</a:t>
            </a:r>
            <a:r>
              <a:rPr lang="en-US" altLang="id-ID" sz="1800" b="1" baseline="-30000" dirty="0">
                <a:latin typeface="Arial" panose="020B0604020202020204" pitchFamily="34" charset="0"/>
                <a:ea typeface="Times New Roman" panose="02020603050405020304" pitchFamily="18" charset="0"/>
                <a:cs typeface="Arial" panose="020B0604020202020204" pitchFamily="34" charset="0"/>
              </a:rPr>
              <a:t>1</a:t>
            </a:r>
            <a:r>
              <a:rPr lang="en-US" altLang="id-ID" sz="1800" b="1" dirty="0">
                <a:latin typeface="Arial" panose="020B0604020202020204" pitchFamily="34" charset="0"/>
                <a:ea typeface="Times New Roman" panose="02020603050405020304" pitchFamily="18" charset="0"/>
                <a:cs typeface="Arial" panose="020B0604020202020204" pitchFamily="34" charset="0"/>
              </a:rPr>
              <a:t>=4,4 V ,  ε</a:t>
            </a:r>
            <a:r>
              <a:rPr lang="en-US" altLang="id-ID" sz="1800" b="1" baseline="-30000" dirty="0">
                <a:latin typeface="Arial" panose="020B0604020202020204" pitchFamily="34" charset="0"/>
                <a:ea typeface="Times New Roman" panose="02020603050405020304" pitchFamily="18" charset="0"/>
                <a:cs typeface="Arial" panose="020B0604020202020204" pitchFamily="34" charset="0"/>
              </a:rPr>
              <a:t>2</a:t>
            </a:r>
            <a:r>
              <a:rPr lang="en-US" altLang="id-ID" sz="1800" b="1" dirty="0">
                <a:latin typeface="Arial" panose="020B0604020202020204" pitchFamily="34" charset="0"/>
                <a:ea typeface="Times New Roman" panose="02020603050405020304" pitchFamily="18" charset="0"/>
                <a:cs typeface="Arial" panose="020B0604020202020204" pitchFamily="34" charset="0"/>
              </a:rPr>
              <a:t>=2,1 V  , r</a:t>
            </a:r>
            <a:r>
              <a:rPr lang="en-US" altLang="id-ID" sz="1800" b="1" baseline="-30000" dirty="0">
                <a:latin typeface="Arial" panose="020B0604020202020204" pitchFamily="34" charset="0"/>
                <a:ea typeface="Times New Roman" panose="02020603050405020304" pitchFamily="18" charset="0"/>
                <a:cs typeface="Arial" panose="020B0604020202020204" pitchFamily="34" charset="0"/>
              </a:rPr>
              <a:t>1</a:t>
            </a:r>
            <a:r>
              <a:rPr lang="en-US" altLang="id-ID" sz="1800" b="1" dirty="0">
                <a:latin typeface="Arial" panose="020B0604020202020204" pitchFamily="34" charset="0"/>
                <a:ea typeface="Times New Roman" panose="02020603050405020304" pitchFamily="18" charset="0"/>
                <a:cs typeface="Arial" panose="020B0604020202020204" pitchFamily="34" charset="0"/>
              </a:rPr>
              <a:t>=2,3 Ω  ; r</a:t>
            </a:r>
            <a:r>
              <a:rPr lang="en-US" altLang="id-ID" sz="1800" b="1" baseline="-30000" dirty="0">
                <a:latin typeface="Arial" panose="020B0604020202020204" pitchFamily="34" charset="0"/>
                <a:ea typeface="Times New Roman" panose="02020603050405020304" pitchFamily="18" charset="0"/>
                <a:cs typeface="Arial" panose="020B0604020202020204" pitchFamily="34" charset="0"/>
              </a:rPr>
              <a:t>2</a:t>
            </a:r>
            <a:r>
              <a:rPr lang="en-US" altLang="id-ID" sz="1800" b="1" dirty="0">
                <a:latin typeface="Arial" panose="020B0604020202020204" pitchFamily="34" charset="0"/>
                <a:ea typeface="Times New Roman" panose="02020603050405020304" pitchFamily="18" charset="0"/>
                <a:cs typeface="Arial" panose="020B0604020202020204" pitchFamily="34" charset="0"/>
              </a:rPr>
              <a:t>=1,8 Ω ; R=5,5 Ω .</a:t>
            </a:r>
          </a:p>
          <a:p>
            <a:pPr>
              <a:spcBef>
                <a:spcPct val="0"/>
              </a:spcBef>
              <a:buFontTx/>
              <a:buNone/>
            </a:pPr>
            <a:r>
              <a:rPr lang="en-US" altLang="id-ID" sz="1800" b="1" dirty="0">
                <a:latin typeface="Arial" panose="020B0604020202020204" pitchFamily="34" charset="0"/>
                <a:ea typeface="Times New Roman" panose="02020603050405020304" pitchFamily="18" charset="0"/>
                <a:cs typeface="Arial" panose="020B0604020202020204" pitchFamily="34" charset="0"/>
              </a:rPr>
              <a:t>(a) What is the current </a:t>
            </a:r>
            <a:r>
              <a:rPr lang="en-US" altLang="id-ID" sz="1800" b="1" i="1" dirty="0" err="1">
                <a:latin typeface="Arial" panose="020B0604020202020204" pitchFamily="34" charset="0"/>
                <a:ea typeface="Times New Roman" panose="02020603050405020304" pitchFamily="18" charset="0"/>
                <a:cs typeface="Arial" panose="020B0604020202020204" pitchFamily="34" charset="0"/>
              </a:rPr>
              <a:t>i</a:t>
            </a:r>
            <a:r>
              <a:rPr lang="en-US" altLang="id-ID" sz="1800" b="1" dirty="0">
                <a:latin typeface="Arial" panose="020B0604020202020204" pitchFamily="34" charset="0"/>
                <a:ea typeface="Times New Roman" panose="02020603050405020304" pitchFamily="18" charset="0"/>
                <a:cs typeface="Arial" panose="020B0604020202020204" pitchFamily="34" charset="0"/>
              </a:rPr>
              <a:t> in the circuit?</a:t>
            </a:r>
          </a:p>
          <a:p>
            <a:pPr>
              <a:spcBef>
                <a:spcPct val="0"/>
              </a:spcBef>
              <a:buFontTx/>
              <a:buNone/>
            </a:pPr>
            <a:r>
              <a:rPr lang="en-US" altLang="id-ID" sz="1800" b="1" dirty="0">
                <a:latin typeface="Arial" panose="020B0604020202020204" pitchFamily="34" charset="0"/>
                <a:ea typeface="Times New Roman" panose="02020603050405020304" pitchFamily="18" charset="0"/>
                <a:cs typeface="Arial" panose="020B0604020202020204" pitchFamily="34" charset="0"/>
              </a:rPr>
              <a:t>(b) What is the potential difference between the terminals of </a:t>
            </a:r>
          </a:p>
          <a:p>
            <a:pPr>
              <a:spcBef>
                <a:spcPct val="0"/>
              </a:spcBef>
              <a:buFontTx/>
              <a:buNone/>
            </a:pPr>
            <a:r>
              <a:rPr lang="en-US" altLang="id-ID" sz="1800" b="1" dirty="0">
                <a:latin typeface="Arial" panose="020B0604020202020204" pitchFamily="34" charset="0"/>
                <a:ea typeface="Times New Roman" panose="02020603050405020304" pitchFamily="18" charset="0"/>
                <a:cs typeface="Arial" panose="020B0604020202020204" pitchFamily="34" charset="0"/>
              </a:rPr>
              <a:t>      battery 1?.</a:t>
            </a:r>
          </a:p>
        </p:txBody>
      </p:sp>
      <p:sp>
        <p:nvSpPr>
          <p:cNvPr id="8" name="Rectangle 9">
            <a:extLst>
              <a:ext uri="{FF2B5EF4-FFF2-40B4-BE49-F238E27FC236}">
                <a16:creationId xmlns:a16="http://schemas.microsoft.com/office/drawing/2014/main" id="{9F6D21CF-2085-483D-B391-247FDEB0002F}"/>
              </a:ext>
            </a:extLst>
          </p:cNvPr>
          <p:cNvSpPr>
            <a:spLocks noChangeArrowheads="1"/>
          </p:cNvSpPr>
          <p:nvPr/>
        </p:nvSpPr>
        <p:spPr bwMode="auto">
          <a:xfrm>
            <a:off x="3288005" y="780254"/>
            <a:ext cx="52578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solidFill>
                  <a:srgbClr val="0070C0"/>
                </a:solidFill>
                <a:latin typeface="Arial" panose="020B0604020202020204" pitchFamily="34" charset="0"/>
                <a:cs typeface="Arial" panose="020B0604020202020204" pitchFamily="34" charset="0"/>
              </a:rPr>
              <a:t>Potential between two points (cont.)</a:t>
            </a:r>
            <a:endParaRPr lang="en-US" altLang="id-ID" sz="2200" dirty="0">
              <a:solidFill>
                <a:srgbClr val="0070C0"/>
              </a:solidFill>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1">
            <a:extLst>
              <a:ext uri="{FF2B5EF4-FFF2-40B4-BE49-F238E27FC236}">
                <a16:creationId xmlns:a16="http://schemas.microsoft.com/office/drawing/2014/main" id="{015A217A-F36C-4B88-8061-C7B006292105}"/>
              </a:ext>
            </a:extLst>
          </p:cNvPr>
          <p:cNvSpPr txBox="1">
            <a:spLocks noChangeArrowheads="1"/>
          </p:cNvSpPr>
          <p:nvPr/>
        </p:nvSpPr>
        <p:spPr bwMode="auto">
          <a:xfrm>
            <a:off x="5707968" y="1015999"/>
            <a:ext cx="32242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7. Multi-loop Circuits</a:t>
            </a:r>
          </a:p>
        </p:txBody>
      </p:sp>
      <p:sp>
        <p:nvSpPr>
          <p:cNvPr id="26627" name="Rectangle 37">
            <a:extLst>
              <a:ext uri="{FF2B5EF4-FFF2-40B4-BE49-F238E27FC236}">
                <a16:creationId xmlns:a16="http://schemas.microsoft.com/office/drawing/2014/main" id="{68653015-D95D-44D1-9897-78D3E3A7952A}"/>
              </a:ext>
            </a:extLst>
          </p:cNvPr>
          <p:cNvSpPr>
            <a:spLocks noChangeArrowheads="1"/>
          </p:cNvSpPr>
          <p:nvPr/>
        </p:nvSpPr>
        <p:spPr bwMode="auto">
          <a:xfrm>
            <a:off x="951105" y="1547916"/>
            <a:ext cx="85725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i="1" dirty="0">
                <a:solidFill>
                  <a:srgbClr val="002060"/>
                </a:solidFill>
                <a:latin typeface="Times New Roman" panose="02020603050405020304" pitchFamily="18" charset="0"/>
                <a:cs typeface="Times New Roman" panose="02020603050405020304" pitchFamily="18" charset="0"/>
              </a:rPr>
              <a:t>Junction Rule: The sum of the currents entering any junction must be equal to the sum of the currents leaving that junction</a:t>
            </a:r>
            <a:endParaRPr lang="en-US" altLang="id-ID" sz="1100" dirty="0">
              <a:latin typeface="Arial" panose="020B0604020202020204" pitchFamily="34" charset="0"/>
            </a:endParaRPr>
          </a:p>
          <a:p>
            <a:pPr>
              <a:spcBef>
                <a:spcPct val="0"/>
              </a:spcBef>
              <a:buFontTx/>
              <a:buNone/>
            </a:pPr>
            <a:endParaRPr lang="en-US" altLang="id-ID" sz="1200" dirty="0">
              <a:latin typeface="Arial" panose="020B0604020202020204" pitchFamily="34" charset="0"/>
            </a:endParaRPr>
          </a:p>
        </p:txBody>
      </p:sp>
      <p:sp>
        <p:nvSpPr>
          <p:cNvPr id="26629" name="Rectangle 94">
            <a:extLst>
              <a:ext uri="{FF2B5EF4-FFF2-40B4-BE49-F238E27FC236}">
                <a16:creationId xmlns:a16="http://schemas.microsoft.com/office/drawing/2014/main" id="{22E2016C-E324-43B5-AEF0-C9E1C5FCEF46}"/>
              </a:ext>
            </a:extLst>
          </p:cNvPr>
          <p:cNvSpPr>
            <a:spLocks noChangeArrowheads="1"/>
          </p:cNvSpPr>
          <p:nvPr/>
        </p:nvSpPr>
        <p:spPr bwMode="auto">
          <a:xfrm>
            <a:off x="1000125" y="3643313"/>
            <a:ext cx="4500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solidFill>
                  <a:srgbClr val="002060"/>
                </a:solidFill>
                <a:latin typeface="Times New Roman" panose="02020603050405020304" pitchFamily="18" charset="0"/>
                <a:cs typeface="Times New Roman" panose="02020603050405020304" pitchFamily="18" charset="0"/>
              </a:rPr>
              <a:t>  i</a:t>
            </a:r>
            <a:r>
              <a:rPr lang="en-US" altLang="id-ID" b="1" i="1" baseline="-25000">
                <a:solidFill>
                  <a:srgbClr val="002060"/>
                </a:solidFill>
                <a:latin typeface="Times New Roman" panose="02020603050405020304" pitchFamily="18" charset="0"/>
                <a:cs typeface="Times New Roman" panose="02020603050405020304" pitchFamily="18" charset="0"/>
              </a:rPr>
              <a:t>1                                            </a:t>
            </a:r>
            <a:r>
              <a:rPr lang="en-US" altLang="id-ID" b="1" i="1">
                <a:solidFill>
                  <a:srgbClr val="002060"/>
                </a:solidFill>
                <a:latin typeface="Times New Roman" panose="02020603050405020304" pitchFamily="18" charset="0"/>
                <a:cs typeface="Times New Roman" panose="02020603050405020304" pitchFamily="18" charset="0"/>
              </a:rPr>
              <a:t>i</a:t>
            </a:r>
            <a:r>
              <a:rPr lang="en-US" altLang="id-ID" b="1" i="1" baseline="-25000">
                <a:solidFill>
                  <a:srgbClr val="002060"/>
                </a:solidFill>
                <a:latin typeface="Times New Roman" panose="02020603050405020304" pitchFamily="18" charset="0"/>
                <a:cs typeface="Times New Roman" panose="02020603050405020304" pitchFamily="18" charset="0"/>
              </a:rPr>
              <a:t>3 </a:t>
            </a:r>
            <a:r>
              <a:rPr lang="en-US" altLang="id-ID" b="1" i="1">
                <a:solidFill>
                  <a:srgbClr val="002060"/>
                </a:solidFill>
                <a:latin typeface="Times New Roman" panose="02020603050405020304" pitchFamily="18" charset="0"/>
                <a:cs typeface="Times New Roman" panose="02020603050405020304" pitchFamily="18" charset="0"/>
              </a:rPr>
              <a:t>               i</a:t>
            </a:r>
            <a:r>
              <a:rPr lang="en-US" altLang="id-ID" b="1" i="1" baseline="-25000">
                <a:solidFill>
                  <a:srgbClr val="002060"/>
                </a:solidFill>
                <a:latin typeface="Times New Roman" panose="02020603050405020304" pitchFamily="18" charset="0"/>
                <a:cs typeface="Times New Roman" panose="02020603050405020304" pitchFamily="18" charset="0"/>
              </a:rPr>
              <a:t>2</a:t>
            </a:r>
            <a:endParaRPr lang="en-US" altLang="id-ID">
              <a:latin typeface="Arial" panose="020B0604020202020204" pitchFamily="34" charset="0"/>
            </a:endParaRPr>
          </a:p>
        </p:txBody>
      </p:sp>
      <p:grpSp>
        <p:nvGrpSpPr>
          <p:cNvPr id="26630" name="Group 93">
            <a:extLst>
              <a:ext uri="{FF2B5EF4-FFF2-40B4-BE49-F238E27FC236}">
                <a16:creationId xmlns:a16="http://schemas.microsoft.com/office/drawing/2014/main" id="{EA541F66-070F-4479-8763-8895CB2A56E8}"/>
              </a:ext>
            </a:extLst>
          </p:cNvPr>
          <p:cNvGrpSpPr>
            <a:grpSpLocks/>
          </p:cNvGrpSpPr>
          <p:nvPr/>
        </p:nvGrpSpPr>
        <p:grpSpPr bwMode="auto">
          <a:xfrm>
            <a:off x="1500188" y="2571750"/>
            <a:ext cx="3500437" cy="2286000"/>
            <a:chOff x="4830" y="10866"/>
            <a:chExt cx="3375" cy="2521"/>
          </a:xfrm>
        </p:grpSpPr>
        <p:cxnSp>
          <p:nvCxnSpPr>
            <p:cNvPr id="26638" name="AutoShape 94">
              <a:extLst>
                <a:ext uri="{FF2B5EF4-FFF2-40B4-BE49-F238E27FC236}">
                  <a16:creationId xmlns:a16="http://schemas.microsoft.com/office/drawing/2014/main" id="{A448FC34-69A8-4E7A-A493-73A9A23F15D0}"/>
                </a:ext>
              </a:extLst>
            </p:cNvPr>
            <p:cNvCxnSpPr>
              <a:cxnSpLocks noChangeShapeType="1"/>
            </p:cNvCxnSpPr>
            <p:nvPr/>
          </p:nvCxnSpPr>
          <p:spPr bwMode="auto">
            <a:xfrm>
              <a:off x="5835" y="11283"/>
              <a:ext cx="1411" cy="2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39" name="AutoShape 95">
              <a:extLst>
                <a:ext uri="{FF2B5EF4-FFF2-40B4-BE49-F238E27FC236}">
                  <a16:creationId xmlns:a16="http://schemas.microsoft.com/office/drawing/2014/main" id="{CE6D7B49-D1C9-4E95-8EF6-71CD4176BB5A}"/>
                </a:ext>
              </a:extLst>
            </p:cNvPr>
            <p:cNvCxnSpPr>
              <a:cxnSpLocks noChangeShapeType="1"/>
            </p:cNvCxnSpPr>
            <p:nvPr/>
          </p:nvCxnSpPr>
          <p:spPr bwMode="auto">
            <a:xfrm>
              <a:off x="5044" y="13383"/>
              <a:ext cx="2951" cy="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40" name="AutoShape 96">
              <a:extLst>
                <a:ext uri="{FF2B5EF4-FFF2-40B4-BE49-F238E27FC236}">
                  <a16:creationId xmlns:a16="http://schemas.microsoft.com/office/drawing/2014/main" id="{62AD19DF-7C1F-4B2D-A29A-CE05B3E06F3B}"/>
                </a:ext>
              </a:extLst>
            </p:cNvPr>
            <p:cNvCxnSpPr>
              <a:cxnSpLocks noChangeShapeType="1"/>
            </p:cNvCxnSpPr>
            <p:nvPr/>
          </p:nvCxnSpPr>
          <p:spPr bwMode="auto">
            <a:xfrm>
              <a:off x="8006" y="11283"/>
              <a:ext cx="20" cy="73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41" name="AutoShape 97">
              <a:extLst>
                <a:ext uri="{FF2B5EF4-FFF2-40B4-BE49-F238E27FC236}">
                  <a16:creationId xmlns:a16="http://schemas.microsoft.com/office/drawing/2014/main" id="{EBC57769-6DA0-4ECC-B353-2BDD5053D06B}"/>
                </a:ext>
              </a:extLst>
            </p:cNvPr>
            <p:cNvCxnSpPr>
              <a:cxnSpLocks noChangeShapeType="1"/>
            </p:cNvCxnSpPr>
            <p:nvPr/>
          </p:nvCxnSpPr>
          <p:spPr bwMode="auto">
            <a:xfrm flipV="1">
              <a:off x="8006" y="12621"/>
              <a:ext cx="0" cy="76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26642" name="Group 98">
              <a:extLst>
                <a:ext uri="{FF2B5EF4-FFF2-40B4-BE49-F238E27FC236}">
                  <a16:creationId xmlns:a16="http://schemas.microsoft.com/office/drawing/2014/main" id="{E8C782DA-60A1-4313-ACEB-7853C88DA9DE}"/>
                </a:ext>
              </a:extLst>
            </p:cNvPr>
            <p:cNvGrpSpPr>
              <a:grpSpLocks/>
            </p:cNvGrpSpPr>
            <p:nvPr/>
          </p:nvGrpSpPr>
          <p:grpSpPr bwMode="auto">
            <a:xfrm>
              <a:off x="7891" y="11990"/>
              <a:ext cx="202" cy="630"/>
              <a:chOff x="2430" y="5910"/>
              <a:chExt cx="210" cy="630"/>
            </a:xfrm>
          </p:grpSpPr>
          <p:cxnSp>
            <p:nvCxnSpPr>
              <p:cNvPr id="26686" name="AutoShape 99">
                <a:extLst>
                  <a:ext uri="{FF2B5EF4-FFF2-40B4-BE49-F238E27FC236}">
                    <a16:creationId xmlns:a16="http://schemas.microsoft.com/office/drawing/2014/main" id="{BF4762AF-ED36-4AD0-B6AC-E82DFEB81680}"/>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87" name="AutoShape 100">
                <a:extLst>
                  <a:ext uri="{FF2B5EF4-FFF2-40B4-BE49-F238E27FC236}">
                    <a16:creationId xmlns:a16="http://schemas.microsoft.com/office/drawing/2014/main" id="{BF78E3B0-2999-478A-AB99-EF0139F12580}"/>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88" name="AutoShape 101">
                <a:extLst>
                  <a:ext uri="{FF2B5EF4-FFF2-40B4-BE49-F238E27FC236}">
                    <a16:creationId xmlns:a16="http://schemas.microsoft.com/office/drawing/2014/main" id="{314A99C5-2245-4FD7-A79C-69E48B3F2E30}"/>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89" name="AutoShape 102">
                <a:extLst>
                  <a:ext uri="{FF2B5EF4-FFF2-40B4-BE49-F238E27FC236}">
                    <a16:creationId xmlns:a16="http://schemas.microsoft.com/office/drawing/2014/main" id="{A359E41A-09DB-4378-9FCF-C51CBAC667F6}"/>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90" name="AutoShape 103">
                <a:extLst>
                  <a:ext uri="{FF2B5EF4-FFF2-40B4-BE49-F238E27FC236}">
                    <a16:creationId xmlns:a16="http://schemas.microsoft.com/office/drawing/2014/main" id="{B4A646EE-3011-48B4-9243-4C32106990A7}"/>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91" name="AutoShape 104">
                <a:extLst>
                  <a:ext uri="{FF2B5EF4-FFF2-40B4-BE49-F238E27FC236}">
                    <a16:creationId xmlns:a16="http://schemas.microsoft.com/office/drawing/2014/main" id="{2341CC46-3E64-4A0D-8F68-1BC0C6FFA711}"/>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92" name="AutoShape 105">
                <a:extLst>
                  <a:ext uri="{FF2B5EF4-FFF2-40B4-BE49-F238E27FC236}">
                    <a16:creationId xmlns:a16="http://schemas.microsoft.com/office/drawing/2014/main" id="{748F4185-0BF4-4B87-922E-5EDF7A8E1558}"/>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26643" name="AutoShape 106">
              <a:extLst>
                <a:ext uri="{FF2B5EF4-FFF2-40B4-BE49-F238E27FC236}">
                  <a16:creationId xmlns:a16="http://schemas.microsoft.com/office/drawing/2014/main" id="{2482676F-5D89-46C6-A437-A1AA762F6F10}"/>
                </a:ext>
              </a:extLst>
            </p:cNvPr>
            <p:cNvCxnSpPr>
              <a:cxnSpLocks noChangeShapeType="1"/>
            </p:cNvCxnSpPr>
            <p:nvPr/>
          </p:nvCxnSpPr>
          <p:spPr bwMode="auto">
            <a:xfrm>
              <a:off x="8205" y="11903"/>
              <a:ext cx="0" cy="630"/>
            </a:xfrm>
            <a:prstGeom prst="straightConnector1">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cxnSp>
        <p:cxnSp>
          <p:nvCxnSpPr>
            <p:cNvPr id="26644" name="AutoShape 107">
              <a:extLst>
                <a:ext uri="{FF2B5EF4-FFF2-40B4-BE49-F238E27FC236}">
                  <a16:creationId xmlns:a16="http://schemas.microsoft.com/office/drawing/2014/main" id="{216DFB97-9CC7-447D-B185-2686088FA62F}"/>
                </a:ext>
              </a:extLst>
            </p:cNvPr>
            <p:cNvCxnSpPr>
              <a:cxnSpLocks noChangeShapeType="1"/>
            </p:cNvCxnSpPr>
            <p:nvPr/>
          </p:nvCxnSpPr>
          <p:spPr bwMode="auto">
            <a:xfrm flipH="1">
              <a:off x="5416" y="10867"/>
              <a:ext cx="630" cy="0"/>
            </a:xfrm>
            <a:prstGeom prst="straightConnector1">
              <a:avLst/>
            </a:prstGeom>
            <a:noFill/>
            <a:ln w="28575">
              <a:solidFill>
                <a:srgbClr val="FF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6645" name="AutoShape 108">
              <a:extLst>
                <a:ext uri="{FF2B5EF4-FFF2-40B4-BE49-F238E27FC236}">
                  <a16:creationId xmlns:a16="http://schemas.microsoft.com/office/drawing/2014/main" id="{F701FDC0-394B-412A-A83A-ED984003CD28}"/>
                </a:ext>
              </a:extLst>
            </p:cNvPr>
            <p:cNvCxnSpPr>
              <a:cxnSpLocks noChangeShapeType="1"/>
            </p:cNvCxnSpPr>
            <p:nvPr/>
          </p:nvCxnSpPr>
          <p:spPr bwMode="auto">
            <a:xfrm flipV="1">
              <a:off x="6990" y="11105"/>
              <a:ext cx="150"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46" name="AutoShape 109">
              <a:extLst>
                <a:ext uri="{FF2B5EF4-FFF2-40B4-BE49-F238E27FC236}">
                  <a16:creationId xmlns:a16="http://schemas.microsoft.com/office/drawing/2014/main" id="{61EDA1D6-635D-4DAD-AA12-92C973E304B4}"/>
                </a:ext>
              </a:extLst>
            </p:cNvPr>
            <p:cNvCxnSpPr>
              <a:cxnSpLocks noChangeShapeType="1"/>
            </p:cNvCxnSpPr>
            <p:nvPr/>
          </p:nvCxnSpPr>
          <p:spPr bwMode="auto">
            <a:xfrm>
              <a:off x="7455" y="11310"/>
              <a:ext cx="551" cy="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47" name="AutoShape 110">
              <a:extLst>
                <a:ext uri="{FF2B5EF4-FFF2-40B4-BE49-F238E27FC236}">
                  <a16:creationId xmlns:a16="http://schemas.microsoft.com/office/drawing/2014/main" id="{3E431A45-A082-4D04-907D-09AA753535CE}"/>
                </a:ext>
              </a:extLst>
            </p:cNvPr>
            <p:cNvCxnSpPr>
              <a:cxnSpLocks noChangeShapeType="1"/>
            </p:cNvCxnSpPr>
            <p:nvPr/>
          </p:nvCxnSpPr>
          <p:spPr bwMode="auto">
            <a:xfrm>
              <a:off x="6593" y="12590"/>
              <a:ext cx="0" cy="79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48" name="AutoShape 111">
              <a:extLst>
                <a:ext uri="{FF2B5EF4-FFF2-40B4-BE49-F238E27FC236}">
                  <a16:creationId xmlns:a16="http://schemas.microsoft.com/office/drawing/2014/main" id="{EF57F299-94E0-4013-9B26-345871CE5923}"/>
                </a:ext>
              </a:extLst>
            </p:cNvPr>
            <p:cNvCxnSpPr>
              <a:cxnSpLocks noChangeShapeType="1"/>
            </p:cNvCxnSpPr>
            <p:nvPr/>
          </p:nvCxnSpPr>
          <p:spPr bwMode="auto">
            <a:xfrm flipV="1">
              <a:off x="5074" y="12621"/>
              <a:ext cx="0" cy="76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26649" name="Group 112">
              <a:extLst>
                <a:ext uri="{FF2B5EF4-FFF2-40B4-BE49-F238E27FC236}">
                  <a16:creationId xmlns:a16="http://schemas.microsoft.com/office/drawing/2014/main" id="{7971C054-682D-45CA-9E69-269E233E8215}"/>
                </a:ext>
              </a:extLst>
            </p:cNvPr>
            <p:cNvGrpSpPr>
              <a:grpSpLocks/>
            </p:cNvGrpSpPr>
            <p:nvPr/>
          </p:nvGrpSpPr>
          <p:grpSpPr bwMode="auto">
            <a:xfrm>
              <a:off x="5927" y="10998"/>
              <a:ext cx="208" cy="212"/>
              <a:chOff x="4051" y="11905"/>
              <a:chExt cx="208" cy="212"/>
            </a:xfrm>
          </p:grpSpPr>
          <p:cxnSp>
            <p:nvCxnSpPr>
              <p:cNvPr id="26684" name="AutoShape 113">
                <a:extLst>
                  <a:ext uri="{FF2B5EF4-FFF2-40B4-BE49-F238E27FC236}">
                    <a16:creationId xmlns:a16="http://schemas.microsoft.com/office/drawing/2014/main" id="{E1DCC22C-86A4-40AC-86D7-ED2C66FA5655}"/>
                  </a:ext>
                </a:extLst>
              </p:cNvPr>
              <p:cNvCxnSpPr>
                <a:cxnSpLocks noChangeShapeType="1"/>
              </p:cNvCxnSpPr>
              <p:nvPr/>
            </p:nvCxnSpPr>
            <p:spPr bwMode="auto">
              <a:xfrm>
                <a:off x="4051" y="12029"/>
                <a:ext cx="208"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85" name="AutoShape 114">
                <a:extLst>
                  <a:ext uri="{FF2B5EF4-FFF2-40B4-BE49-F238E27FC236}">
                    <a16:creationId xmlns:a16="http://schemas.microsoft.com/office/drawing/2014/main" id="{E8419C55-FA20-481E-8011-A3D9A18EA65C}"/>
                  </a:ext>
                </a:extLst>
              </p:cNvPr>
              <p:cNvCxnSpPr>
                <a:cxnSpLocks noChangeShapeType="1"/>
              </p:cNvCxnSpPr>
              <p:nvPr/>
            </p:nvCxnSpPr>
            <p:spPr bwMode="auto">
              <a:xfrm>
                <a:off x="4162" y="11905"/>
                <a:ext cx="1" cy="21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cxnSp>
          <p:nvCxnSpPr>
            <p:cNvPr id="26650" name="AutoShape 115">
              <a:extLst>
                <a:ext uri="{FF2B5EF4-FFF2-40B4-BE49-F238E27FC236}">
                  <a16:creationId xmlns:a16="http://schemas.microsoft.com/office/drawing/2014/main" id="{3EC6F71C-75C5-4851-9E83-6D2D3E75D5D2}"/>
                </a:ext>
              </a:extLst>
            </p:cNvPr>
            <p:cNvCxnSpPr>
              <a:cxnSpLocks noChangeShapeType="1"/>
            </p:cNvCxnSpPr>
            <p:nvPr/>
          </p:nvCxnSpPr>
          <p:spPr bwMode="auto">
            <a:xfrm flipH="1">
              <a:off x="6503" y="13386"/>
              <a:ext cx="89"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6651" name="AutoShape 116">
              <a:extLst>
                <a:ext uri="{FF2B5EF4-FFF2-40B4-BE49-F238E27FC236}">
                  <a16:creationId xmlns:a16="http://schemas.microsoft.com/office/drawing/2014/main" id="{31E15EB5-DA14-44AB-B735-A21749D2CA88}"/>
                </a:ext>
              </a:extLst>
            </p:cNvPr>
            <p:cNvCxnSpPr>
              <a:cxnSpLocks noChangeShapeType="1"/>
            </p:cNvCxnSpPr>
            <p:nvPr/>
          </p:nvCxnSpPr>
          <p:spPr bwMode="auto">
            <a:xfrm flipH="1">
              <a:off x="6458" y="11312"/>
              <a:ext cx="105"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grpSp>
          <p:nvGrpSpPr>
            <p:cNvPr id="26652" name="Group 117">
              <a:extLst>
                <a:ext uri="{FF2B5EF4-FFF2-40B4-BE49-F238E27FC236}">
                  <a16:creationId xmlns:a16="http://schemas.microsoft.com/office/drawing/2014/main" id="{5F148878-C37F-46CD-B98D-CC9554CB5A7F}"/>
                </a:ext>
              </a:extLst>
            </p:cNvPr>
            <p:cNvGrpSpPr>
              <a:grpSpLocks/>
            </p:cNvGrpSpPr>
            <p:nvPr/>
          </p:nvGrpSpPr>
          <p:grpSpPr bwMode="auto">
            <a:xfrm>
              <a:off x="6473" y="11975"/>
              <a:ext cx="210" cy="630"/>
              <a:chOff x="2430" y="5910"/>
              <a:chExt cx="210" cy="630"/>
            </a:xfrm>
          </p:grpSpPr>
          <p:cxnSp>
            <p:nvCxnSpPr>
              <p:cNvPr id="26677" name="AutoShape 118">
                <a:extLst>
                  <a:ext uri="{FF2B5EF4-FFF2-40B4-BE49-F238E27FC236}">
                    <a16:creationId xmlns:a16="http://schemas.microsoft.com/office/drawing/2014/main" id="{B3C1A73E-E835-4D7D-9DAE-043E0BB4CF50}"/>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78" name="AutoShape 119">
                <a:extLst>
                  <a:ext uri="{FF2B5EF4-FFF2-40B4-BE49-F238E27FC236}">
                    <a16:creationId xmlns:a16="http://schemas.microsoft.com/office/drawing/2014/main" id="{922380DF-677A-448E-8CA4-A66283563B00}"/>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79" name="AutoShape 120">
                <a:extLst>
                  <a:ext uri="{FF2B5EF4-FFF2-40B4-BE49-F238E27FC236}">
                    <a16:creationId xmlns:a16="http://schemas.microsoft.com/office/drawing/2014/main" id="{45876114-9378-4482-97ED-0E7C07142D90}"/>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80" name="AutoShape 121">
                <a:extLst>
                  <a:ext uri="{FF2B5EF4-FFF2-40B4-BE49-F238E27FC236}">
                    <a16:creationId xmlns:a16="http://schemas.microsoft.com/office/drawing/2014/main" id="{EEB0C487-796A-4F8C-8A21-0974523502B1}"/>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81" name="AutoShape 122">
                <a:extLst>
                  <a:ext uri="{FF2B5EF4-FFF2-40B4-BE49-F238E27FC236}">
                    <a16:creationId xmlns:a16="http://schemas.microsoft.com/office/drawing/2014/main" id="{3717F1A4-2CBB-4716-AA9F-9D801DBD48C6}"/>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82" name="AutoShape 123">
                <a:extLst>
                  <a:ext uri="{FF2B5EF4-FFF2-40B4-BE49-F238E27FC236}">
                    <a16:creationId xmlns:a16="http://schemas.microsoft.com/office/drawing/2014/main" id="{0B320854-037A-42A6-B42A-A81EDDA9274E}"/>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83" name="AutoShape 124">
                <a:extLst>
                  <a:ext uri="{FF2B5EF4-FFF2-40B4-BE49-F238E27FC236}">
                    <a16:creationId xmlns:a16="http://schemas.microsoft.com/office/drawing/2014/main" id="{6D70C665-9976-4BF6-8769-2F7D6E4DEF44}"/>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26653" name="Group 125">
              <a:extLst>
                <a:ext uri="{FF2B5EF4-FFF2-40B4-BE49-F238E27FC236}">
                  <a16:creationId xmlns:a16="http://schemas.microsoft.com/office/drawing/2014/main" id="{52E9D528-DA03-4C5B-9CE1-929E4849D310}"/>
                </a:ext>
              </a:extLst>
            </p:cNvPr>
            <p:cNvGrpSpPr>
              <a:grpSpLocks/>
            </p:cNvGrpSpPr>
            <p:nvPr/>
          </p:nvGrpSpPr>
          <p:grpSpPr bwMode="auto">
            <a:xfrm>
              <a:off x="4954" y="11990"/>
              <a:ext cx="210" cy="630"/>
              <a:chOff x="2430" y="5910"/>
              <a:chExt cx="210" cy="630"/>
            </a:xfrm>
          </p:grpSpPr>
          <p:cxnSp>
            <p:nvCxnSpPr>
              <p:cNvPr id="26670" name="AutoShape 126">
                <a:extLst>
                  <a:ext uri="{FF2B5EF4-FFF2-40B4-BE49-F238E27FC236}">
                    <a16:creationId xmlns:a16="http://schemas.microsoft.com/office/drawing/2014/main" id="{782FB627-33B8-4B07-9564-813DC5FD3B2C}"/>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71" name="AutoShape 127">
                <a:extLst>
                  <a:ext uri="{FF2B5EF4-FFF2-40B4-BE49-F238E27FC236}">
                    <a16:creationId xmlns:a16="http://schemas.microsoft.com/office/drawing/2014/main" id="{A92D4FF5-95CE-4850-B738-0CE91A69C7E5}"/>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72" name="AutoShape 128">
                <a:extLst>
                  <a:ext uri="{FF2B5EF4-FFF2-40B4-BE49-F238E27FC236}">
                    <a16:creationId xmlns:a16="http://schemas.microsoft.com/office/drawing/2014/main" id="{16E1E28C-7EAC-4980-98FE-4D7C77C57679}"/>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73" name="AutoShape 129">
                <a:extLst>
                  <a:ext uri="{FF2B5EF4-FFF2-40B4-BE49-F238E27FC236}">
                    <a16:creationId xmlns:a16="http://schemas.microsoft.com/office/drawing/2014/main" id="{4F75F1A4-DCC0-4F3E-9815-BF3E7C63A631}"/>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74" name="AutoShape 130">
                <a:extLst>
                  <a:ext uri="{FF2B5EF4-FFF2-40B4-BE49-F238E27FC236}">
                    <a16:creationId xmlns:a16="http://schemas.microsoft.com/office/drawing/2014/main" id="{89219CC1-274C-48D8-B0B6-9390BAB81929}"/>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75" name="AutoShape 131">
                <a:extLst>
                  <a:ext uri="{FF2B5EF4-FFF2-40B4-BE49-F238E27FC236}">
                    <a16:creationId xmlns:a16="http://schemas.microsoft.com/office/drawing/2014/main" id="{8653A34E-4B47-4EF7-A2F3-2E60FC5AE3C8}"/>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676" name="AutoShape 132">
                <a:extLst>
                  <a:ext uri="{FF2B5EF4-FFF2-40B4-BE49-F238E27FC236}">
                    <a16:creationId xmlns:a16="http://schemas.microsoft.com/office/drawing/2014/main" id="{069EC398-633B-4571-B6E1-5C16EE00CC05}"/>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26654" name="AutoShape 133">
              <a:extLst>
                <a:ext uri="{FF2B5EF4-FFF2-40B4-BE49-F238E27FC236}">
                  <a16:creationId xmlns:a16="http://schemas.microsoft.com/office/drawing/2014/main" id="{2252556B-E5DD-4944-B38B-32B419C03860}"/>
                </a:ext>
              </a:extLst>
            </p:cNvPr>
            <p:cNvCxnSpPr>
              <a:cxnSpLocks noChangeShapeType="1"/>
            </p:cNvCxnSpPr>
            <p:nvPr/>
          </p:nvCxnSpPr>
          <p:spPr bwMode="auto">
            <a:xfrm flipV="1">
              <a:off x="5074" y="11283"/>
              <a:ext cx="1" cy="70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55" name="AutoShape 134">
              <a:extLst>
                <a:ext uri="{FF2B5EF4-FFF2-40B4-BE49-F238E27FC236}">
                  <a16:creationId xmlns:a16="http://schemas.microsoft.com/office/drawing/2014/main" id="{3C79F0AA-E86D-4747-AF5B-1729AADFB1BE}"/>
                </a:ext>
              </a:extLst>
            </p:cNvPr>
            <p:cNvCxnSpPr>
              <a:cxnSpLocks noChangeShapeType="1"/>
            </p:cNvCxnSpPr>
            <p:nvPr/>
          </p:nvCxnSpPr>
          <p:spPr bwMode="auto">
            <a:xfrm flipV="1">
              <a:off x="6563" y="11268"/>
              <a:ext cx="8" cy="70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56" name="AutoShape 135">
              <a:extLst>
                <a:ext uri="{FF2B5EF4-FFF2-40B4-BE49-F238E27FC236}">
                  <a16:creationId xmlns:a16="http://schemas.microsoft.com/office/drawing/2014/main" id="{A4360C38-13B3-4785-A4AD-E7FEEACFF75F}"/>
                </a:ext>
              </a:extLst>
            </p:cNvPr>
            <p:cNvCxnSpPr>
              <a:cxnSpLocks noChangeShapeType="1"/>
            </p:cNvCxnSpPr>
            <p:nvPr/>
          </p:nvCxnSpPr>
          <p:spPr bwMode="auto">
            <a:xfrm>
              <a:off x="4830" y="11960"/>
              <a:ext cx="0" cy="63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6657" name="AutoShape 136">
              <a:extLst>
                <a:ext uri="{FF2B5EF4-FFF2-40B4-BE49-F238E27FC236}">
                  <a16:creationId xmlns:a16="http://schemas.microsoft.com/office/drawing/2014/main" id="{DDDC2679-A888-4EED-8314-5FB864C2EDCF}"/>
                </a:ext>
              </a:extLst>
            </p:cNvPr>
            <p:cNvCxnSpPr>
              <a:cxnSpLocks noChangeShapeType="1"/>
            </p:cNvCxnSpPr>
            <p:nvPr/>
          </p:nvCxnSpPr>
          <p:spPr bwMode="auto">
            <a:xfrm>
              <a:off x="6855" y="11960"/>
              <a:ext cx="0" cy="63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6658" name="AutoShape 137">
              <a:extLst>
                <a:ext uri="{FF2B5EF4-FFF2-40B4-BE49-F238E27FC236}">
                  <a16:creationId xmlns:a16="http://schemas.microsoft.com/office/drawing/2014/main" id="{F1375203-1553-4186-AD07-62FB18C235F0}"/>
                </a:ext>
              </a:extLst>
            </p:cNvPr>
            <p:cNvCxnSpPr>
              <a:cxnSpLocks noChangeShapeType="1"/>
            </p:cNvCxnSpPr>
            <p:nvPr/>
          </p:nvCxnSpPr>
          <p:spPr bwMode="auto">
            <a:xfrm>
              <a:off x="7454" y="10998"/>
              <a:ext cx="1" cy="60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59" name="AutoShape 138">
              <a:extLst>
                <a:ext uri="{FF2B5EF4-FFF2-40B4-BE49-F238E27FC236}">
                  <a16:creationId xmlns:a16="http://schemas.microsoft.com/office/drawing/2014/main" id="{12B48B89-3B99-4BAD-A317-FDDC272A010C}"/>
                </a:ext>
              </a:extLst>
            </p:cNvPr>
            <p:cNvCxnSpPr>
              <a:cxnSpLocks noChangeShapeType="1"/>
            </p:cNvCxnSpPr>
            <p:nvPr/>
          </p:nvCxnSpPr>
          <p:spPr bwMode="auto">
            <a:xfrm>
              <a:off x="7290" y="11150"/>
              <a:ext cx="0" cy="283"/>
            </a:xfrm>
            <a:prstGeom prst="straightConnector1">
              <a:avLst/>
            </a:prstGeom>
            <a:noFill/>
            <a:ln w="57150">
              <a:solidFill>
                <a:srgbClr val="000000"/>
              </a:solidFill>
              <a:round/>
              <a:headEnd/>
              <a:tailEnd/>
            </a:ln>
            <a:extLst>
              <a:ext uri="{909E8E84-426E-40DD-AFC4-6F175D3DCCD1}">
                <a14:hiddenFill xmlns:a14="http://schemas.microsoft.com/office/drawing/2010/main">
                  <a:noFill/>
                </a14:hiddenFill>
              </a:ext>
            </a:extLst>
          </p:spPr>
        </p:cxnSp>
        <p:cxnSp>
          <p:nvCxnSpPr>
            <p:cNvPr id="26660" name="AutoShape 139">
              <a:extLst>
                <a:ext uri="{FF2B5EF4-FFF2-40B4-BE49-F238E27FC236}">
                  <a16:creationId xmlns:a16="http://schemas.microsoft.com/office/drawing/2014/main" id="{B9BF6283-7FD4-4331-8CC9-E3323922CC8F}"/>
                </a:ext>
              </a:extLst>
            </p:cNvPr>
            <p:cNvCxnSpPr>
              <a:cxnSpLocks noChangeShapeType="1"/>
            </p:cNvCxnSpPr>
            <p:nvPr/>
          </p:nvCxnSpPr>
          <p:spPr bwMode="auto">
            <a:xfrm flipV="1">
              <a:off x="5075" y="11306"/>
              <a:ext cx="650" cy="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61" name="AutoShape 140">
              <a:extLst>
                <a:ext uri="{FF2B5EF4-FFF2-40B4-BE49-F238E27FC236}">
                  <a16:creationId xmlns:a16="http://schemas.microsoft.com/office/drawing/2014/main" id="{166A8150-E60B-4997-B49B-78B4D03AB991}"/>
                </a:ext>
              </a:extLst>
            </p:cNvPr>
            <p:cNvCxnSpPr>
              <a:cxnSpLocks noChangeShapeType="1"/>
            </p:cNvCxnSpPr>
            <p:nvPr/>
          </p:nvCxnSpPr>
          <p:spPr bwMode="auto">
            <a:xfrm>
              <a:off x="5416" y="11150"/>
              <a:ext cx="15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62" name="AutoShape 141">
              <a:extLst>
                <a:ext uri="{FF2B5EF4-FFF2-40B4-BE49-F238E27FC236}">
                  <a16:creationId xmlns:a16="http://schemas.microsoft.com/office/drawing/2014/main" id="{809F293E-4538-4B45-943B-605A416EF425}"/>
                </a:ext>
              </a:extLst>
            </p:cNvPr>
            <p:cNvCxnSpPr>
              <a:cxnSpLocks noChangeShapeType="1"/>
            </p:cNvCxnSpPr>
            <p:nvPr/>
          </p:nvCxnSpPr>
          <p:spPr bwMode="auto">
            <a:xfrm>
              <a:off x="5835" y="10998"/>
              <a:ext cx="1" cy="60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63" name="AutoShape 142">
              <a:extLst>
                <a:ext uri="{FF2B5EF4-FFF2-40B4-BE49-F238E27FC236}">
                  <a16:creationId xmlns:a16="http://schemas.microsoft.com/office/drawing/2014/main" id="{3CD9D85E-954B-4294-BD35-087044061CE1}"/>
                </a:ext>
              </a:extLst>
            </p:cNvPr>
            <p:cNvCxnSpPr>
              <a:cxnSpLocks noChangeShapeType="1"/>
            </p:cNvCxnSpPr>
            <p:nvPr/>
          </p:nvCxnSpPr>
          <p:spPr bwMode="auto">
            <a:xfrm>
              <a:off x="5725" y="11150"/>
              <a:ext cx="0" cy="283"/>
            </a:xfrm>
            <a:prstGeom prst="straightConnector1">
              <a:avLst/>
            </a:prstGeom>
            <a:noFill/>
            <a:ln w="57150">
              <a:solidFill>
                <a:srgbClr val="000000"/>
              </a:solidFill>
              <a:round/>
              <a:headEnd/>
              <a:tailEnd/>
            </a:ln>
            <a:extLst>
              <a:ext uri="{909E8E84-426E-40DD-AFC4-6F175D3DCCD1}">
                <a14:hiddenFill xmlns:a14="http://schemas.microsoft.com/office/drawing/2010/main">
                  <a:noFill/>
                </a14:hiddenFill>
              </a:ext>
            </a:extLst>
          </p:spPr>
        </p:cxnSp>
        <p:grpSp>
          <p:nvGrpSpPr>
            <p:cNvPr id="26664" name="Group 143">
              <a:extLst>
                <a:ext uri="{FF2B5EF4-FFF2-40B4-BE49-F238E27FC236}">
                  <a16:creationId xmlns:a16="http://schemas.microsoft.com/office/drawing/2014/main" id="{5EB7A5D4-C743-4C0D-A180-BBD23E0E65F7}"/>
                </a:ext>
              </a:extLst>
            </p:cNvPr>
            <p:cNvGrpSpPr>
              <a:grpSpLocks/>
            </p:cNvGrpSpPr>
            <p:nvPr/>
          </p:nvGrpSpPr>
          <p:grpSpPr bwMode="auto">
            <a:xfrm>
              <a:off x="7456" y="10998"/>
              <a:ext cx="208" cy="212"/>
              <a:chOff x="4051" y="11905"/>
              <a:chExt cx="208" cy="212"/>
            </a:xfrm>
          </p:grpSpPr>
          <p:cxnSp>
            <p:nvCxnSpPr>
              <p:cNvPr id="26668" name="AutoShape 144">
                <a:extLst>
                  <a:ext uri="{FF2B5EF4-FFF2-40B4-BE49-F238E27FC236}">
                    <a16:creationId xmlns:a16="http://schemas.microsoft.com/office/drawing/2014/main" id="{E835507D-A6B6-4F38-8AC1-3BD397F06622}"/>
                  </a:ext>
                </a:extLst>
              </p:cNvPr>
              <p:cNvCxnSpPr>
                <a:cxnSpLocks noChangeShapeType="1"/>
              </p:cNvCxnSpPr>
              <p:nvPr/>
            </p:nvCxnSpPr>
            <p:spPr bwMode="auto">
              <a:xfrm>
                <a:off x="4051" y="12029"/>
                <a:ext cx="208"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6669" name="AutoShape 145">
                <a:extLst>
                  <a:ext uri="{FF2B5EF4-FFF2-40B4-BE49-F238E27FC236}">
                    <a16:creationId xmlns:a16="http://schemas.microsoft.com/office/drawing/2014/main" id="{D966DA7D-487B-4EE4-9ED4-57ABABE8D63E}"/>
                  </a:ext>
                </a:extLst>
              </p:cNvPr>
              <p:cNvCxnSpPr>
                <a:cxnSpLocks noChangeShapeType="1"/>
              </p:cNvCxnSpPr>
              <p:nvPr/>
            </p:nvCxnSpPr>
            <p:spPr bwMode="auto">
              <a:xfrm>
                <a:off x="4162" y="11905"/>
                <a:ext cx="1" cy="21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cxnSp>
          <p:nvCxnSpPr>
            <p:cNvPr id="26665" name="AutoShape 146">
              <a:extLst>
                <a:ext uri="{FF2B5EF4-FFF2-40B4-BE49-F238E27FC236}">
                  <a16:creationId xmlns:a16="http://schemas.microsoft.com/office/drawing/2014/main" id="{64615F50-0F19-43DC-A6C0-1B6AB5EE825C}"/>
                </a:ext>
              </a:extLst>
            </p:cNvPr>
            <p:cNvCxnSpPr>
              <a:cxnSpLocks noChangeShapeType="1"/>
            </p:cNvCxnSpPr>
            <p:nvPr/>
          </p:nvCxnSpPr>
          <p:spPr bwMode="auto">
            <a:xfrm>
              <a:off x="6990" y="10866"/>
              <a:ext cx="637" cy="1"/>
            </a:xfrm>
            <a:prstGeom prst="straightConnector1">
              <a:avLst/>
            </a:prstGeom>
            <a:noFill/>
            <a:ln w="28575">
              <a:solidFill>
                <a:srgbClr val="FF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6666" name="AutoShape 147">
              <a:extLst>
                <a:ext uri="{FF2B5EF4-FFF2-40B4-BE49-F238E27FC236}">
                  <a16:creationId xmlns:a16="http://schemas.microsoft.com/office/drawing/2014/main" id="{D99F0056-08DF-46A5-BB44-679DFE5E0287}"/>
                </a:ext>
              </a:extLst>
            </p:cNvPr>
            <p:cNvCxnSpPr>
              <a:cxnSpLocks noChangeShapeType="1"/>
            </p:cNvCxnSpPr>
            <p:nvPr/>
          </p:nvCxnSpPr>
          <p:spPr bwMode="auto">
            <a:xfrm flipH="1">
              <a:off x="4986" y="11310"/>
              <a:ext cx="89"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6667" name="AutoShape 148">
              <a:extLst>
                <a:ext uri="{FF2B5EF4-FFF2-40B4-BE49-F238E27FC236}">
                  <a16:creationId xmlns:a16="http://schemas.microsoft.com/office/drawing/2014/main" id="{B53DC680-EC9F-4FA9-AEF5-E294F4C76C1B}"/>
                </a:ext>
              </a:extLst>
            </p:cNvPr>
            <p:cNvCxnSpPr>
              <a:cxnSpLocks noChangeShapeType="1"/>
            </p:cNvCxnSpPr>
            <p:nvPr/>
          </p:nvCxnSpPr>
          <p:spPr bwMode="auto">
            <a:xfrm flipH="1">
              <a:off x="7917" y="11310"/>
              <a:ext cx="89"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grpSp>
      <p:sp>
        <p:nvSpPr>
          <p:cNvPr id="26631" name="Rectangle 151">
            <a:extLst>
              <a:ext uri="{FF2B5EF4-FFF2-40B4-BE49-F238E27FC236}">
                <a16:creationId xmlns:a16="http://schemas.microsoft.com/office/drawing/2014/main" id="{801BABE9-3147-456E-8422-F138059A0E10}"/>
              </a:ext>
            </a:extLst>
          </p:cNvPr>
          <p:cNvSpPr>
            <a:spLocks noChangeArrowheads="1"/>
          </p:cNvSpPr>
          <p:nvPr/>
        </p:nvSpPr>
        <p:spPr bwMode="auto">
          <a:xfrm>
            <a:off x="1714500" y="2286000"/>
            <a:ext cx="444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ε</a:t>
            </a:r>
            <a:r>
              <a:rPr lang="en-US" altLang="id-ID" b="1" baseline="-25000">
                <a:latin typeface="Arial" panose="020B0604020202020204" pitchFamily="34" charset="0"/>
              </a:rPr>
              <a:t>1</a:t>
            </a:r>
            <a:endParaRPr lang="en-US" altLang="id-ID">
              <a:latin typeface="Arial" panose="020B0604020202020204" pitchFamily="34" charset="0"/>
            </a:endParaRPr>
          </a:p>
        </p:txBody>
      </p:sp>
      <p:sp>
        <p:nvSpPr>
          <p:cNvPr id="26632" name="Rectangle 152">
            <a:extLst>
              <a:ext uri="{FF2B5EF4-FFF2-40B4-BE49-F238E27FC236}">
                <a16:creationId xmlns:a16="http://schemas.microsoft.com/office/drawing/2014/main" id="{189D1485-1854-4E3F-A2FC-291FE71D194D}"/>
              </a:ext>
            </a:extLst>
          </p:cNvPr>
          <p:cNvSpPr>
            <a:spLocks noChangeArrowheads="1"/>
          </p:cNvSpPr>
          <p:nvPr/>
        </p:nvSpPr>
        <p:spPr bwMode="auto">
          <a:xfrm>
            <a:off x="4429125" y="2286000"/>
            <a:ext cx="444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ε</a:t>
            </a:r>
            <a:r>
              <a:rPr lang="en-US" altLang="id-ID" b="1" baseline="-25000">
                <a:latin typeface="Arial" panose="020B0604020202020204" pitchFamily="34" charset="0"/>
              </a:rPr>
              <a:t>2</a:t>
            </a:r>
            <a:endParaRPr lang="en-US" altLang="id-ID">
              <a:latin typeface="Arial" panose="020B0604020202020204" pitchFamily="34" charset="0"/>
            </a:endParaRPr>
          </a:p>
        </p:txBody>
      </p:sp>
      <p:sp>
        <p:nvSpPr>
          <p:cNvPr id="26633" name="Rectangle 149">
            <a:extLst>
              <a:ext uri="{FF2B5EF4-FFF2-40B4-BE49-F238E27FC236}">
                <a16:creationId xmlns:a16="http://schemas.microsoft.com/office/drawing/2014/main" id="{765BF3FA-07B1-47E8-8C46-AFD5FDD19282}"/>
              </a:ext>
            </a:extLst>
          </p:cNvPr>
          <p:cNvSpPr>
            <a:spLocks noChangeArrowheads="1"/>
          </p:cNvSpPr>
          <p:nvPr/>
        </p:nvSpPr>
        <p:spPr bwMode="auto">
          <a:xfrm>
            <a:off x="1571625" y="2571750"/>
            <a:ext cx="34290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200" b="1">
                <a:latin typeface="Arial" panose="020B0604020202020204" pitchFamily="34" charset="0"/>
                <a:ea typeface="Times New Roman" panose="02020603050405020304" pitchFamily="18" charset="0"/>
                <a:cs typeface="Arial" panose="020B0604020202020204" pitchFamily="34" charset="0"/>
              </a:rPr>
              <a:t> a                 b                 c  </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26634" name="Rectangle 154">
            <a:extLst>
              <a:ext uri="{FF2B5EF4-FFF2-40B4-BE49-F238E27FC236}">
                <a16:creationId xmlns:a16="http://schemas.microsoft.com/office/drawing/2014/main" id="{EADDB1DF-DA89-48D7-8D9B-C1E33E109011}"/>
              </a:ext>
            </a:extLst>
          </p:cNvPr>
          <p:cNvSpPr>
            <a:spLocks noChangeArrowheads="1"/>
          </p:cNvSpPr>
          <p:nvPr/>
        </p:nvSpPr>
        <p:spPr bwMode="auto">
          <a:xfrm>
            <a:off x="3214688" y="4929188"/>
            <a:ext cx="371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d</a:t>
            </a:r>
            <a:endParaRPr lang="en-US" altLang="id-ID">
              <a:latin typeface="Arial" panose="020B0604020202020204" pitchFamily="34" charset="0"/>
            </a:endParaRPr>
          </a:p>
        </p:txBody>
      </p:sp>
      <p:sp>
        <p:nvSpPr>
          <p:cNvPr id="26635" name="Rectangle 150">
            <a:extLst>
              <a:ext uri="{FF2B5EF4-FFF2-40B4-BE49-F238E27FC236}">
                <a16:creationId xmlns:a16="http://schemas.microsoft.com/office/drawing/2014/main" id="{FF68FE60-8B69-4082-A17D-8F23CBC40E28}"/>
              </a:ext>
            </a:extLst>
          </p:cNvPr>
          <p:cNvSpPr>
            <a:spLocks noChangeArrowheads="1"/>
          </p:cNvSpPr>
          <p:nvPr/>
        </p:nvSpPr>
        <p:spPr bwMode="auto">
          <a:xfrm>
            <a:off x="1857375" y="3643313"/>
            <a:ext cx="30718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200" b="1">
                <a:latin typeface="Arial" panose="020B0604020202020204" pitchFamily="34" charset="0"/>
                <a:ea typeface="Times New Roman" panose="02020603050405020304" pitchFamily="18" charset="0"/>
                <a:cs typeface="Arial" panose="020B0604020202020204" pitchFamily="34" charset="0"/>
              </a:rPr>
              <a:t>R</a:t>
            </a:r>
            <a:r>
              <a:rPr lang="en-US" altLang="id-ID" sz="2200" b="1" baseline="-30000">
                <a:latin typeface="Arial" panose="020B0604020202020204" pitchFamily="34" charset="0"/>
                <a:ea typeface="Times New Roman" panose="02020603050405020304" pitchFamily="18" charset="0"/>
                <a:cs typeface="Arial" panose="020B0604020202020204" pitchFamily="34" charset="0"/>
              </a:rPr>
              <a:t>1</a:t>
            </a:r>
            <a:r>
              <a:rPr lang="en-US" altLang="id-ID" sz="2200" b="1">
                <a:latin typeface="Arial" panose="020B0604020202020204" pitchFamily="34" charset="0"/>
                <a:ea typeface="Times New Roman" panose="02020603050405020304" pitchFamily="18" charset="0"/>
                <a:cs typeface="Arial" panose="020B0604020202020204" pitchFamily="34" charset="0"/>
              </a:rPr>
              <a:t>       R</a:t>
            </a:r>
            <a:r>
              <a:rPr lang="en-US" altLang="id-ID" sz="2200" b="1" baseline="-30000">
                <a:latin typeface="Arial" panose="020B0604020202020204" pitchFamily="34" charset="0"/>
                <a:ea typeface="Times New Roman" panose="02020603050405020304" pitchFamily="18" charset="0"/>
                <a:cs typeface="Arial" panose="020B0604020202020204" pitchFamily="34" charset="0"/>
              </a:rPr>
              <a:t>2               </a:t>
            </a:r>
            <a:r>
              <a:rPr lang="en-US" altLang="id-ID" sz="2200" b="1">
                <a:latin typeface="Arial" panose="020B0604020202020204" pitchFamily="34" charset="0"/>
                <a:ea typeface="Times New Roman" panose="02020603050405020304" pitchFamily="18" charset="0"/>
                <a:cs typeface="Arial" panose="020B0604020202020204" pitchFamily="34" charset="0"/>
              </a:rPr>
              <a:t>     R</a:t>
            </a:r>
            <a:r>
              <a:rPr lang="en-US" altLang="id-ID" sz="2200" b="1" baseline="-30000">
                <a:latin typeface="Arial" panose="020B0604020202020204" pitchFamily="34" charset="0"/>
                <a:ea typeface="Times New Roman" panose="02020603050405020304" pitchFamily="18" charset="0"/>
                <a:cs typeface="Arial" panose="020B0604020202020204" pitchFamily="34" charset="0"/>
              </a:rPr>
              <a:t>3</a:t>
            </a:r>
            <a:r>
              <a:rPr lang="en-US" altLang="id-ID" sz="2200" b="1">
                <a:latin typeface="Arial" panose="020B0604020202020204" pitchFamily="34" charset="0"/>
                <a:ea typeface="Times New Roman" panose="02020603050405020304" pitchFamily="18" charset="0"/>
                <a:cs typeface="Arial" panose="020B0604020202020204" pitchFamily="34" charset="0"/>
              </a:rPr>
              <a:t> </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26636" name="Rectangle 151">
            <a:extLst>
              <a:ext uri="{FF2B5EF4-FFF2-40B4-BE49-F238E27FC236}">
                <a16:creationId xmlns:a16="http://schemas.microsoft.com/office/drawing/2014/main" id="{BFB8EEFA-37C1-4F07-BAA6-21CA5D842905}"/>
              </a:ext>
            </a:extLst>
          </p:cNvPr>
          <p:cNvSpPr>
            <a:spLocks noChangeArrowheads="1"/>
          </p:cNvSpPr>
          <p:nvPr/>
        </p:nvSpPr>
        <p:spPr bwMode="auto">
          <a:xfrm>
            <a:off x="285750" y="5286375"/>
            <a:ext cx="8643938"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200" b="1">
                <a:latin typeface="Arial" panose="020B0604020202020204" pitchFamily="34" charset="0"/>
                <a:ea typeface="Times New Roman" panose="02020603050405020304" pitchFamily="18" charset="0"/>
                <a:cs typeface="Arial" panose="020B0604020202020204" pitchFamily="34" charset="0"/>
              </a:rPr>
              <a:t>Fig. 9. </a:t>
            </a:r>
            <a:r>
              <a:rPr lang="en-US" altLang="id-ID" sz="2200" b="1">
                <a:solidFill>
                  <a:srgbClr val="002060"/>
                </a:solidFill>
                <a:latin typeface="Arial" panose="020B0604020202020204" pitchFamily="34" charset="0"/>
                <a:ea typeface="Times New Roman" panose="02020603050405020304" pitchFamily="18" charset="0"/>
                <a:cs typeface="Arial" panose="020B0604020202020204" pitchFamily="34" charset="0"/>
              </a:rPr>
              <a:t>A multiloop circuit consisting of three branches: left-hand branch b-a-d, right-hand branch b-c-d, and central branch b-d. The circuit also consist of three loops: left-hand loop b-a-d-b, right-hand branch b-c-d-b, and big loop b-a-d-c-b.</a:t>
            </a:r>
            <a:endParaRPr lang="en-US" altLang="id-ID" sz="220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26637" name="Slide Number Placeholder 67">
            <a:extLst>
              <a:ext uri="{FF2B5EF4-FFF2-40B4-BE49-F238E27FC236}">
                <a16:creationId xmlns:a16="http://schemas.microsoft.com/office/drawing/2014/main" id="{8CFB64F1-A722-439A-B9FF-ABAA14AA1C9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F04D562B-B15C-4CAF-9E3E-8A9B0D27ED68}" type="slidenum">
              <a:rPr lang="en-US" altLang="id-ID" sz="1400" smtClean="0"/>
              <a:pPr>
                <a:spcBef>
                  <a:spcPct val="0"/>
                </a:spcBef>
                <a:buFontTx/>
                <a:buNone/>
              </a:pPr>
              <a:t>20</a:t>
            </a:fld>
            <a:endParaRPr lang="en-US" altLang="id-ID" sz="1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5" name="Rectangle 6">
            <a:extLst>
              <a:ext uri="{FF2B5EF4-FFF2-40B4-BE49-F238E27FC236}">
                <a16:creationId xmlns:a16="http://schemas.microsoft.com/office/drawing/2014/main" id="{B7FA7B7F-7029-4097-8003-03E02EE2439C}"/>
              </a:ext>
            </a:extLst>
          </p:cNvPr>
          <p:cNvSpPr>
            <a:spLocks noChangeArrowheads="1"/>
          </p:cNvSpPr>
          <p:nvPr/>
        </p:nvSpPr>
        <p:spPr bwMode="auto">
          <a:xfrm>
            <a:off x="971600" y="3248129"/>
            <a:ext cx="7958088"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This rule is often called </a:t>
            </a:r>
            <a:r>
              <a:rPr lang="en-US" altLang="id-ID" sz="2000" b="1" i="1" dirty="0">
                <a:latin typeface="Arial" panose="020B0604020202020204" pitchFamily="34" charset="0"/>
              </a:rPr>
              <a:t>Kirchhoff’s junction rule (</a:t>
            </a:r>
            <a:r>
              <a:rPr lang="en-US" altLang="id-ID" sz="2000" b="1" dirty="0">
                <a:latin typeface="Arial" panose="020B0604020202020204" pitchFamily="34" charset="0"/>
              </a:rPr>
              <a:t>or</a:t>
            </a:r>
            <a:r>
              <a:rPr lang="en-US" altLang="id-ID" sz="2000" b="1" i="1" dirty="0">
                <a:latin typeface="Arial" panose="020B0604020202020204" pitchFamily="34" charset="0"/>
              </a:rPr>
              <a:t> Kirchhoff’s current law, KCL). </a:t>
            </a:r>
          </a:p>
          <a:p>
            <a:pPr eaLnBrk="1" hangingPunct="1">
              <a:spcBef>
                <a:spcPct val="0"/>
              </a:spcBef>
              <a:buFontTx/>
              <a:buNone/>
            </a:pPr>
            <a:endParaRPr lang="en-US" altLang="id-ID" sz="2000" b="1" i="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For the left-hand loop,</a:t>
            </a: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For the right-hand loop, </a:t>
            </a: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And for the entire loop,  </a:t>
            </a:r>
          </a:p>
        </p:txBody>
      </p:sp>
      <p:sp>
        <p:nvSpPr>
          <p:cNvPr id="27650" name="Slide Number Placeholder 2">
            <a:extLst>
              <a:ext uri="{FF2B5EF4-FFF2-40B4-BE49-F238E27FC236}">
                <a16:creationId xmlns:a16="http://schemas.microsoft.com/office/drawing/2014/main" id="{9AA959EF-2ED9-4E3F-BE84-5642ECC21F8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7649DFF1-A618-487C-9B70-015A64C9D8C9}" type="slidenum">
              <a:rPr lang="en-US" altLang="id-ID" sz="1400" smtClean="0"/>
              <a:pPr>
                <a:spcBef>
                  <a:spcPct val="0"/>
                </a:spcBef>
                <a:buFontTx/>
                <a:buNone/>
              </a:pPr>
              <a:t>21</a:t>
            </a:fld>
            <a:endParaRPr lang="en-US" altLang="id-ID" sz="1400"/>
          </a:p>
        </p:txBody>
      </p:sp>
      <p:pic>
        <p:nvPicPr>
          <p:cNvPr id="27651" name="Picture 4">
            <a:extLst>
              <a:ext uri="{FF2B5EF4-FFF2-40B4-BE49-F238E27FC236}">
                <a16:creationId xmlns:a16="http://schemas.microsoft.com/office/drawing/2014/main" id="{F79EDA10-256E-491B-A3BC-CD06473E68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8655" y="4126830"/>
            <a:ext cx="2558174" cy="515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2" name="Picture 6">
            <a:extLst>
              <a:ext uri="{FF2B5EF4-FFF2-40B4-BE49-F238E27FC236}">
                <a16:creationId xmlns:a16="http://schemas.microsoft.com/office/drawing/2014/main" id="{B4D9BFEB-D103-4AE9-A9F7-76D887ABFD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8655" y="4947735"/>
            <a:ext cx="2767681" cy="58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7">
            <a:extLst>
              <a:ext uri="{FF2B5EF4-FFF2-40B4-BE49-F238E27FC236}">
                <a16:creationId xmlns:a16="http://schemas.microsoft.com/office/drawing/2014/main" id="{318CB223-FD26-4471-9E1C-EE510129E4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8655" y="5639325"/>
            <a:ext cx="3703785" cy="404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Rectangle 5">
            <a:extLst>
              <a:ext uri="{FF2B5EF4-FFF2-40B4-BE49-F238E27FC236}">
                <a16:creationId xmlns:a16="http://schemas.microsoft.com/office/drawing/2014/main" id="{F901F936-2F1D-4FFC-A177-EDBFC05018AD}"/>
              </a:ext>
            </a:extLst>
          </p:cNvPr>
          <p:cNvSpPr>
            <a:spLocks noChangeArrowheads="1"/>
          </p:cNvSpPr>
          <p:nvPr/>
        </p:nvSpPr>
        <p:spPr bwMode="auto">
          <a:xfrm>
            <a:off x="971600" y="1709802"/>
            <a:ext cx="779571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Consider junction </a:t>
            </a:r>
            <a:r>
              <a:rPr lang="en-US" altLang="id-ID" sz="2000" b="1" i="1" dirty="0">
                <a:latin typeface="Arial" panose="020B0604020202020204" pitchFamily="34" charset="0"/>
              </a:rPr>
              <a:t>d </a:t>
            </a:r>
            <a:r>
              <a:rPr lang="en-US" altLang="id-ID" sz="2000" b="1" dirty="0">
                <a:latin typeface="Arial" panose="020B0604020202020204" pitchFamily="34" charset="0"/>
              </a:rPr>
              <a:t>in the circuit. Incoming currents </a:t>
            </a:r>
            <a:r>
              <a:rPr lang="en-US" altLang="id-ID" sz="2000" b="1" i="1" dirty="0">
                <a:latin typeface="Arial" panose="020B0604020202020204" pitchFamily="34" charset="0"/>
              </a:rPr>
              <a:t>i</a:t>
            </a:r>
            <a:r>
              <a:rPr lang="en-US" altLang="id-ID" sz="2000" b="1" i="1" baseline="-25000" dirty="0">
                <a:latin typeface="Arial" panose="020B0604020202020204" pitchFamily="34" charset="0"/>
              </a:rPr>
              <a:t>1</a:t>
            </a:r>
            <a:r>
              <a:rPr lang="en-US" altLang="id-ID" sz="2000" b="1" i="1" dirty="0">
                <a:latin typeface="Arial" panose="020B0604020202020204" pitchFamily="34" charset="0"/>
              </a:rPr>
              <a:t> </a:t>
            </a:r>
            <a:r>
              <a:rPr lang="en-US" altLang="id-ID" sz="2000" b="1" dirty="0">
                <a:latin typeface="Arial" panose="020B0604020202020204" pitchFamily="34" charset="0"/>
              </a:rPr>
              <a:t>and </a:t>
            </a:r>
            <a:r>
              <a:rPr lang="en-US" altLang="id-ID" sz="2000" b="1" i="1" dirty="0">
                <a:latin typeface="Arial" panose="020B0604020202020204" pitchFamily="34" charset="0"/>
              </a:rPr>
              <a:t>i</a:t>
            </a:r>
            <a:r>
              <a:rPr lang="en-US" altLang="id-ID" sz="2000" b="1" i="1" baseline="-25000" dirty="0">
                <a:latin typeface="Arial" panose="020B0604020202020204" pitchFamily="34" charset="0"/>
              </a:rPr>
              <a:t>3</a:t>
            </a:r>
            <a:r>
              <a:rPr lang="en-US" altLang="id-ID" sz="2000" b="1" i="1" dirty="0">
                <a:latin typeface="Arial" panose="020B0604020202020204" pitchFamily="34" charset="0"/>
              </a:rPr>
              <a:t>, </a:t>
            </a:r>
            <a:r>
              <a:rPr lang="en-US" altLang="id-ID" sz="2000" b="1" dirty="0">
                <a:latin typeface="Arial" panose="020B0604020202020204" pitchFamily="34" charset="0"/>
              </a:rPr>
              <a:t>and it leaves via outgoing current </a:t>
            </a:r>
            <a:r>
              <a:rPr lang="en-US" altLang="id-ID" sz="2000" b="1" i="1" dirty="0">
                <a:latin typeface="Arial" panose="020B0604020202020204" pitchFamily="34" charset="0"/>
              </a:rPr>
              <a:t>i</a:t>
            </a:r>
            <a:r>
              <a:rPr lang="en-US" altLang="id-ID" sz="2000" b="1" i="1" baseline="-25000" dirty="0">
                <a:latin typeface="Arial" panose="020B0604020202020204" pitchFamily="34" charset="0"/>
              </a:rPr>
              <a:t>2</a:t>
            </a:r>
            <a:r>
              <a:rPr lang="en-US" altLang="id-ID" sz="2000" b="1" i="1" dirty="0">
                <a:latin typeface="Arial" panose="020B0604020202020204" pitchFamily="34" charset="0"/>
              </a:rPr>
              <a:t>. </a:t>
            </a:r>
            <a:r>
              <a:rPr lang="en-US" altLang="id-ID" sz="2000" b="1" dirty="0">
                <a:latin typeface="Arial" panose="020B0604020202020204" pitchFamily="34" charset="0"/>
              </a:rPr>
              <a:t>Since there is no variation in the charge at the junction, the total incoming current must equal the total outgoing current: </a:t>
            </a:r>
            <a:r>
              <a:rPr lang="en-US" altLang="id-ID" sz="2000" b="1" i="1" dirty="0">
                <a:solidFill>
                  <a:srgbClr val="002060"/>
                </a:solidFill>
                <a:latin typeface="Times New Roman" panose="02020603050405020304" pitchFamily="18" charset="0"/>
                <a:cs typeface="Times New Roman" panose="02020603050405020304" pitchFamily="18" charset="0"/>
              </a:rPr>
              <a:t>i</a:t>
            </a:r>
            <a:r>
              <a:rPr lang="en-US" altLang="id-ID" sz="2000" b="1" i="1" baseline="-25000" dirty="0">
                <a:solidFill>
                  <a:srgbClr val="002060"/>
                </a:solidFill>
                <a:latin typeface="Times New Roman" panose="02020603050405020304" pitchFamily="18" charset="0"/>
                <a:cs typeface="Times New Roman" panose="02020603050405020304" pitchFamily="18" charset="0"/>
              </a:rPr>
              <a:t>1 </a:t>
            </a:r>
            <a:r>
              <a:rPr lang="en-US" altLang="id-ID" sz="2000" b="1" i="1" dirty="0">
                <a:solidFill>
                  <a:srgbClr val="002060"/>
                </a:solidFill>
                <a:latin typeface="Times New Roman" panose="02020603050405020304" pitchFamily="18" charset="0"/>
                <a:cs typeface="Times New Roman" panose="02020603050405020304" pitchFamily="18" charset="0"/>
              </a:rPr>
              <a:t>+ i</a:t>
            </a:r>
            <a:r>
              <a:rPr lang="en-US" altLang="id-ID" sz="2000" b="1" i="1" baseline="-25000" dirty="0">
                <a:solidFill>
                  <a:srgbClr val="002060"/>
                </a:solidFill>
                <a:latin typeface="Times New Roman" panose="02020603050405020304" pitchFamily="18" charset="0"/>
                <a:cs typeface="Times New Roman" panose="02020603050405020304" pitchFamily="18" charset="0"/>
              </a:rPr>
              <a:t>3 </a:t>
            </a:r>
            <a:r>
              <a:rPr lang="en-US" altLang="id-ID" sz="2000" b="1" i="1" dirty="0">
                <a:solidFill>
                  <a:srgbClr val="002060"/>
                </a:solidFill>
                <a:latin typeface="Times New Roman" panose="02020603050405020304" pitchFamily="18" charset="0"/>
                <a:cs typeface="Times New Roman" panose="02020603050405020304" pitchFamily="18" charset="0"/>
              </a:rPr>
              <a:t>= i</a:t>
            </a:r>
            <a:r>
              <a:rPr lang="en-US" altLang="id-ID" sz="2000" b="1" i="1" baseline="-25000" dirty="0">
                <a:solidFill>
                  <a:srgbClr val="002060"/>
                </a:solidFill>
                <a:latin typeface="Times New Roman" panose="02020603050405020304" pitchFamily="18" charset="0"/>
                <a:cs typeface="Times New Roman" panose="02020603050405020304" pitchFamily="18" charset="0"/>
              </a:rPr>
              <a:t>2</a:t>
            </a:r>
            <a:endParaRPr lang="en-US" altLang="id-ID" sz="2000" dirty="0">
              <a:solidFill>
                <a:srgbClr val="002060"/>
              </a:solidFill>
              <a:latin typeface="Times New Roman" panose="02020603050405020304" pitchFamily="18" charset="0"/>
              <a:cs typeface="Times New Roman" panose="02020603050405020304" pitchFamily="18" charset="0"/>
            </a:endParaRPr>
          </a:p>
          <a:p>
            <a:pPr eaLnBrk="1" hangingPunct="1">
              <a:spcBef>
                <a:spcPct val="0"/>
              </a:spcBef>
              <a:buFontTx/>
              <a:buNone/>
            </a:pPr>
            <a:endParaRPr lang="en-US" altLang="id-ID" sz="2000" b="1" dirty="0">
              <a:latin typeface="Arial" panose="020B0604020202020204" pitchFamily="34" charset="0"/>
            </a:endParaRPr>
          </a:p>
        </p:txBody>
      </p:sp>
      <p:sp>
        <p:nvSpPr>
          <p:cNvPr id="8" name="TextBox 1">
            <a:extLst>
              <a:ext uri="{FF2B5EF4-FFF2-40B4-BE49-F238E27FC236}">
                <a16:creationId xmlns:a16="http://schemas.microsoft.com/office/drawing/2014/main" id="{AF7F5D8A-4DFA-45DE-8858-B709467751CD}"/>
              </a:ext>
            </a:extLst>
          </p:cNvPr>
          <p:cNvSpPr txBox="1">
            <a:spLocks noChangeArrowheads="1"/>
          </p:cNvSpPr>
          <p:nvPr/>
        </p:nvSpPr>
        <p:spPr bwMode="auto">
          <a:xfrm>
            <a:off x="5707968" y="1015999"/>
            <a:ext cx="32242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7. Multi-loop Circuits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18">
            <a:extLst>
              <a:ext uri="{FF2B5EF4-FFF2-40B4-BE49-F238E27FC236}">
                <a16:creationId xmlns:a16="http://schemas.microsoft.com/office/drawing/2014/main" id="{AB6FB2D4-1D4A-4C42-90A0-D8B162B0D594}"/>
              </a:ext>
            </a:extLst>
          </p:cNvPr>
          <p:cNvSpPr>
            <a:spLocks noChangeArrowheads="1"/>
          </p:cNvSpPr>
          <p:nvPr/>
        </p:nvSpPr>
        <p:spPr bwMode="auto">
          <a:xfrm>
            <a:off x="1181420" y="1567557"/>
            <a:ext cx="7775791" cy="1815882"/>
          </a:xfrm>
          <a:prstGeom prst="rect">
            <a:avLst/>
          </a:prstGeom>
          <a:solidFill>
            <a:schemeClr val="bg2">
              <a:lumMod val="20000"/>
              <a:lumOff val="80000"/>
            </a:schemeClr>
          </a:solidFill>
          <a:ln w="9525">
            <a:noFill/>
            <a:miter lim="800000"/>
            <a:headEnd/>
            <a:tailEnd/>
          </a:ln>
        </p:spPr>
        <p:txBody>
          <a:bodyPr wrap="square" anchor="ctr">
            <a:spAutoFit/>
          </a:bodyPr>
          <a:lstStyle/>
          <a:p>
            <a:pPr>
              <a:defRPr/>
            </a:pPr>
            <a:r>
              <a:rPr lang="en-US" sz="1600" b="1" dirty="0">
                <a:latin typeface="Arial" charset="0"/>
                <a:ea typeface="Times New Roman" pitchFamily="18" charset="0"/>
                <a:cs typeface="Arial" charset="0"/>
              </a:rPr>
              <a:t>When a potential difference V is applied across resistances connected in </a:t>
            </a:r>
            <a:r>
              <a:rPr lang="en-US" sz="1600" b="1" u="sng" dirty="0">
                <a:latin typeface="Arial" charset="0"/>
                <a:ea typeface="Times New Roman" pitchFamily="18" charset="0"/>
                <a:cs typeface="Arial" charset="0"/>
              </a:rPr>
              <a:t>series</a:t>
            </a:r>
            <a:r>
              <a:rPr lang="en-US" sz="1600" b="1" dirty="0">
                <a:latin typeface="Arial" charset="0"/>
                <a:ea typeface="Times New Roman" pitchFamily="18" charset="0"/>
                <a:cs typeface="Arial" charset="0"/>
              </a:rPr>
              <a:t>, the resistances have identical current </a:t>
            </a:r>
            <a:r>
              <a:rPr lang="en-US" sz="1600" b="1" dirty="0" err="1">
                <a:latin typeface="Arial" charset="0"/>
                <a:ea typeface="Times New Roman" pitchFamily="18" charset="0"/>
                <a:cs typeface="Arial" charset="0"/>
              </a:rPr>
              <a:t>i</a:t>
            </a:r>
            <a:r>
              <a:rPr lang="en-US" sz="1600" b="1" dirty="0">
                <a:latin typeface="Arial" charset="0"/>
                <a:ea typeface="Times New Roman" pitchFamily="18" charset="0"/>
                <a:cs typeface="Arial" charset="0"/>
              </a:rPr>
              <a:t>. The sum of the potential differences across resistances is equal to the applied potential difference V. </a:t>
            </a:r>
          </a:p>
          <a:p>
            <a:pPr>
              <a:defRPr/>
            </a:pPr>
            <a:endParaRPr lang="en-US" sz="1600" b="1" dirty="0">
              <a:latin typeface="Arial" charset="0"/>
              <a:ea typeface="Times New Roman" pitchFamily="18" charset="0"/>
              <a:cs typeface="Arial" charset="0"/>
            </a:endParaRPr>
          </a:p>
          <a:p>
            <a:pPr>
              <a:defRPr/>
            </a:pPr>
            <a:r>
              <a:rPr lang="en-US" sz="1600" b="1" dirty="0">
                <a:latin typeface="Arial" charset="0"/>
                <a:ea typeface="Times New Roman" pitchFamily="18" charset="0"/>
                <a:cs typeface="Arial" charset="0"/>
              </a:rPr>
              <a:t>Resistances connected in series can be replaced with an equivalent resistance R</a:t>
            </a:r>
            <a:r>
              <a:rPr lang="en-US" sz="1600" b="1" baseline="-25000" dirty="0">
                <a:latin typeface="Arial" charset="0"/>
                <a:ea typeface="Times New Roman" pitchFamily="18" charset="0"/>
                <a:cs typeface="Arial" charset="0"/>
              </a:rPr>
              <a:t>eq</a:t>
            </a:r>
            <a:r>
              <a:rPr lang="en-US" sz="1600" b="1" dirty="0">
                <a:latin typeface="Arial" charset="0"/>
                <a:ea typeface="Times New Roman" pitchFamily="18" charset="0"/>
                <a:cs typeface="Arial" charset="0"/>
              </a:rPr>
              <a:t> that has the same current </a:t>
            </a:r>
            <a:r>
              <a:rPr lang="en-US" sz="1600" b="1" i="1" dirty="0">
                <a:latin typeface="Times New Roman" pitchFamily="18" charset="0"/>
                <a:ea typeface="Times New Roman" pitchFamily="18" charset="0"/>
                <a:cs typeface="Arial" charset="0"/>
              </a:rPr>
              <a:t>i</a:t>
            </a:r>
            <a:r>
              <a:rPr lang="en-US" sz="1600" b="1" dirty="0">
                <a:latin typeface="Arial" charset="0"/>
                <a:ea typeface="Times New Roman" pitchFamily="18" charset="0"/>
                <a:cs typeface="Arial" charset="0"/>
              </a:rPr>
              <a:t> and the same total potential difference V as the actual resistances. </a:t>
            </a:r>
          </a:p>
        </p:txBody>
      </p:sp>
      <p:grpSp>
        <p:nvGrpSpPr>
          <p:cNvPr id="18436" name="Group 19">
            <a:extLst>
              <a:ext uri="{FF2B5EF4-FFF2-40B4-BE49-F238E27FC236}">
                <a16:creationId xmlns:a16="http://schemas.microsoft.com/office/drawing/2014/main" id="{5B607F0A-1FD4-4E98-9831-39E87AB2E4F1}"/>
              </a:ext>
            </a:extLst>
          </p:cNvPr>
          <p:cNvGrpSpPr>
            <a:grpSpLocks/>
          </p:cNvGrpSpPr>
          <p:nvPr/>
        </p:nvGrpSpPr>
        <p:grpSpPr bwMode="auto">
          <a:xfrm>
            <a:off x="1547664" y="3837192"/>
            <a:ext cx="3214687" cy="1643062"/>
            <a:chOff x="7019" y="886"/>
            <a:chExt cx="3067" cy="2587"/>
          </a:xfrm>
        </p:grpSpPr>
        <p:cxnSp>
          <p:nvCxnSpPr>
            <p:cNvPr id="18484" name="AutoShape 20">
              <a:extLst>
                <a:ext uri="{FF2B5EF4-FFF2-40B4-BE49-F238E27FC236}">
                  <a16:creationId xmlns:a16="http://schemas.microsoft.com/office/drawing/2014/main" id="{231749F7-CD82-4FEF-B8C9-55B53FF9FC6A}"/>
                </a:ext>
              </a:extLst>
            </p:cNvPr>
            <p:cNvCxnSpPr>
              <a:cxnSpLocks noChangeShapeType="1"/>
            </p:cNvCxnSpPr>
            <p:nvPr/>
          </p:nvCxnSpPr>
          <p:spPr bwMode="auto">
            <a:xfrm>
              <a:off x="7546" y="3136"/>
              <a:ext cx="1076" cy="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85" name="AutoShape 21">
              <a:extLst>
                <a:ext uri="{FF2B5EF4-FFF2-40B4-BE49-F238E27FC236}">
                  <a16:creationId xmlns:a16="http://schemas.microsoft.com/office/drawing/2014/main" id="{A7F13AC8-36DA-4CB7-98AA-592BAFC3BB3B}"/>
                </a:ext>
              </a:extLst>
            </p:cNvPr>
            <p:cNvCxnSpPr>
              <a:cxnSpLocks noChangeShapeType="1"/>
            </p:cNvCxnSpPr>
            <p:nvPr/>
          </p:nvCxnSpPr>
          <p:spPr bwMode="auto">
            <a:xfrm>
              <a:off x="9848" y="1065"/>
              <a:ext cx="0" cy="6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86" name="AutoShape 22">
              <a:extLst>
                <a:ext uri="{FF2B5EF4-FFF2-40B4-BE49-F238E27FC236}">
                  <a16:creationId xmlns:a16="http://schemas.microsoft.com/office/drawing/2014/main" id="{D60210CB-F9F1-43F7-8107-F1B6FDBD6E24}"/>
                </a:ext>
              </a:extLst>
            </p:cNvPr>
            <p:cNvCxnSpPr>
              <a:cxnSpLocks noChangeShapeType="1"/>
            </p:cNvCxnSpPr>
            <p:nvPr/>
          </p:nvCxnSpPr>
          <p:spPr bwMode="auto">
            <a:xfrm flipV="1">
              <a:off x="9848" y="2355"/>
              <a:ext cx="0" cy="76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18487" name="Group 23">
              <a:extLst>
                <a:ext uri="{FF2B5EF4-FFF2-40B4-BE49-F238E27FC236}">
                  <a16:creationId xmlns:a16="http://schemas.microsoft.com/office/drawing/2014/main" id="{CDB782FC-A89E-46DC-8647-8CA7ABF4F393}"/>
                </a:ext>
              </a:extLst>
            </p:cNvPr>
            <p:cNvGrpSpPr>
              <a:grpSpLocks/>
            </p:cNvGrpSpPr>
            <p:nvPr/>
          </p:nvGrpSpPr>
          <p:grpSpPr bwMode="auto">
            <a:xfrm>
              <a:off x="9728" y="1740"/>
              <a:ext cx="210" cy="630"/>
              <a:chOff x="2430" y="5910"/>
              <a:chExt cx="210" cy="630"/>
            </a:xfrm>
          </p:grpSpPr>
          <p:cxnSp>
            <p:nvCxnSpPr>
              <p:cNvPr id="18523" name="AutoShape 24">
                <a:extLst>
                  <a:ext uri="{FF2B5EF4-FFF2-40B4-BE49-F238E27FC236}">
                    <a16:creationId xmlns:a16="http://schemas.microsoft.com/office/drawing/2014/main" id="{3FA12EDE-F367-47BF-B1DC-F1B71B58F7C8}"/>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24" name="AutoShape 25">
                <a:extLst>
                  <a:ext uri="{FF2B5EF4-FFF2-40B4-BE49-F238E27FC236}">
                    <a16:creationId xmlns:a16="http://schemas.microsoft.com/office/drawing/2014/main" id="{127B90D3-C43C-4CB9-8C83-B83CF826C340}"/>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25" name="AutoShape 26">
                <a:extLst>
                  <a:ext uri="{FF2B5EF4-FFF2-40B4-BE49-F238E27FC236}">
                    <a16:creationId xmlns:a16="http://schemas.microsoft.com/office/drawing/2014/main" id="{C87B72D3-E37E-42DE-8AD5-867607CE6419}"/>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26" name="AutoShape 27">
                <a:extLst>
                  <a:ext uri="{FF2B5EF4-FFF2-40B4-BE49-F238E27FC236}">
                    <a16:creationId xmlns:a16="http://schemas.microsoft.com/office/drawing/2014/main" id="{0EC8562D-6BC5-4DC8-962E-E97AAE8EF15C}"/>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27" name="AutoShape 28">
                <a:extLst>
                  <a:ext uri="{FF2B5EF4-FFF2-40B4-BE49-F238E27FC236}">
                    <a16:creationId xmlns:a16="http://schemas.microsoft.com/office/drawing/2014/main" id="{19616E93-46A6-4529-8E47-A3498D28CDD7}"/>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28" name="AutoShape 29">
                <a:extLst>
                  <a:ext uri="{FF2B5EF4-FFF2-40B4-BE49-F238E27FC236}">
                    <a16:creationId xmlns:a16="http://schemas.microsoft.com/office/drawing/2014/main" id="{2BCFA077-364B-4832-834C-98E31F9A758C}"/>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29" name="AutoShape 30">
                <a:extLst>
                  <a:ext uri="{FF2B5EF4-FFF2-40B4-BE49-F238E27FC236}">
                    <a16:creationId xmlns:a16="http://schemas.microsoft.com/office/drawing/2014/main" id="{9EBB8845-0453-4542-9C1B-84DD5955D98B}"/>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18488" name="AutoShape 31">
              <a:extLst>
                <a:ext uri="{FF2B5EF4-FFF2-40B4-BE49-F238E27FC236}">
                  <a16:creationId xmlns:a16="http://schemas.microsoft.com/office/drawing/2014/main" id="{A67CC6FC-777F-48A8-8208-67E1F22BFD77}"/>
                </a:ext>
              </a:extLst>
            </p:cNvPr>
            <p:cNvCxnSpPr>
              <a:cxnSpLocks noChangeShapeType="1"/>
            </p:cNvCxnSpPr>
            <p:nvPr/>
          </p:nvCxnSpPr>
          <p:spPr bwMode="auto">
            <a:xfrm>
              <a:off x="10086" y="1545"/>
              <a:ext cx="0" cy="63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489" name="AutoShape 32">
              <a:extLst>
                <a:ext uri="{FF2B5EF4-FFF2-40B4-BE49-F238E27FC236}">
                  <a16:creationId xmlns:a16="http://schemas.microsoft.com/office/drawing/2014/main" id="{3EEFA488-FDE1-42D4-BE62-B837CD0C589B}"/>
                </a:ext>
              </a:extLst>
            </p:cNvPr>
            <p:cNvCxnSpPr>
              <a:cxnSpLocks noChangeShapeType="1"/>
            </p:cNvCxnSpPr>
            <p:nvPr/>
          </p:nvCxnSpPr>
          <p:spPr bwMode="auto">
            <a:xfrm flipH="1">
              <a:off x="8723" y="3473"/>
              <a:ext cx="630"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490" name="AutoShape 33">
              <a:extLst>
                <a:ext uri="{FF2B5EF4-FFF2-40B4-BE49-F238E27FC236}">
                  <a16:creationId xmlns:a16="http://schemas.microsoft.com/office/drawing/2014/main" id="{11DFB148-03D1-43BC-87CF-2461EE896744}"/>
                </a:ext>
              </a:extLst>
            </p:cNvPr>
            <p:cNvCxnSpPr>
              <a:cxnSpLocks noChangeShapeType="1"/>
            </p:cNvCxnSpPr>
            <p:nvPr/>
          </p:nvCxnSpPr>
          <p:spPr bwMode="auto">
            <a:xfrm flipV="1">
              <a:off x="7019" y="1830"/>
              <a:ext cx="1" cy="690"/>
            </a:xfrm>
            <a:prstGeom prst="straightConnector1">
              <a:avLst/>
            </a:prstGeom>
            <a:noFill/>
            <a:ln w="19050">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18491" name="AutoShape 34">
              <a:extLst>
                <a:ext uri="{FF2B5EF4-FFF2-40B4-BE49-F238E27FC236}">
                  <a16:creationId xmlns:a16="http://schemas.microsoft.com/office/drawing/2014/main" id="{39EEA5EE-318E-460A-BE65-B365C4E7CEF7}"/>
                </a:ext>
              </a:extLst>
            </p:cNvPr>
            <p:cNvCxnSpPr>
              <a:cxnSpLocks noChangeShapeType="1"/>
            </p:cNvCxnSpPr>
            <p:nvPr/>
          </p:nvCxnSpPr>
          <p:spPr bwMode="auto">
            <a:xfrm flipV="1">
              <a:off x="7255" y="2313"/>
              <a:ext cx="150"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92" name="AutoShape 35">
              <a:extLst>
                <a:ext uri="{FF2B5EF4-FFF2-40B4-BE49-F238E27FC236}">
                  <a16:creationId xmlns:a16="http://schemas.microsoft.com/office/drawing/2014/main" id="{9D86AFF8-ECCC-4ED2-94BD-CDCEC70FD3BB}"/>
                </a:ext>
              </a:extLst>
            </p:cNvPr>
            <p:cNvCxnSpPr>
              <a:cxnSpLocks noChangeShapeType="1"/>
            </p:cNvCxnSpPr>
            <p:nvPr/>
          </p:nvCxnSpPr>
          <p:spPr bwMode="auto">
            <a:xfrm>
              <a:off x="7087" y="2008"/>
              <a:ext cx="136" cy="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93" name="AutoShape 36">
              <a:extLst>
                <a:ext uri="{FF2B5EF4-FFF2-40B4-BE49-F238E27FC236}">
                  <a16:creationId xmlns:a16="http://schemas.microsoft.com/office/drawing/2014/main" id="{00EB6F82-00DF-49A2-9623-B4A67C74F6FC}"/>
                </a:ext>
              </a:extLst>
            </p:cNvPr>
            <p:cNvCxnSpPr>
              <a:cxnSpLocks noChangeShapeType="1"/>
            </p:cNvCxnSpPr>
            <p:nvPr/>
          </p:nvCxnSpPr>
          <p:spPr bwMode="auto">
            <a:xfrm>
              <a:off x="7575" y="1034"/>
              <a:ext cx="859"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94" name="AutoShape 37">
              <a:extLst>
                <a:ext uri="{FF2B5EF4-FFF2-40B4-BE49-F238E27FC236}">
                  <a16:creationId xmlns:a16="http://schemas.microsoft.com/office/drawing/2014/main" id="{EE8E97C3-E34C-4994-9AA1-9A60B105D67F}"/>
                </a:ext>
              </a:extLst>
            </p:cNvPr>
            <p:cNvCxnSpPr>
              <a:cxnSpLocks noChangeShapeType="1"/>
            </p:cNvCxnSpPr>
            <p:nvPr/>
          </p:nvCxnSpPr>
          <p:spPr bwMode="auto">
            <a:xfrm flipV="1">
              <a:off x="7546" y="2265"/>
              <a:ext cx="6" cy="87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95" name="AutoShape 38">
              <a:extLst>
                <a:ext uri="{FF2B5EF4-FFF2-40B4-BE49-F238E27FC236}">
                  <a16:creationId xmlns:a16="http://schemas.microsoft.com/office/drawing/2014/main" id="{845AD57A-CE68-4843-A5FF-6A00005C6208}"/>
                </a:ext>
              </a:extLst>
            </p:cNvPr>
            <p:cNvCxnSpPr>
              <a:cxnSpLocks noChangeShapeType="1"/>
            </p:cNvCxnSpPr>
            <p:nvPr/>
          </p:nvCxnSpPr>
          <p:spPr bwMode="auto">
            <a:xfrm flipV="1">
              <a:off x="7575" y="1033"/>
              <a:ext cx="0" cy="106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96" name="AutoShape 39">
              <a:extLst>
                <a:ext uri="{FF2B5EF4-FFF2-40B4-BE49-F238E27FC236}">
                  <a16:creationId xmlns:a16="http://schemas.microsoft.com/office/drawing/2014/main" id="{7818596B-2899-46CD-86E3-3BE28C9EAD09}"/>
                </a:ext>
              </a:extLst>
            </p:cNvPr>
            <p:cNvCxnSpPr>
              <a:cxnSpLocks noChangeShapeType="1"/>
            </p:cNvCxnSpPr>
            <p:nvPr/>
          </p:nvCxnSpPr>
          <p:spPr bwMode="auto">
            <a:xfrm>
              <a:off x="7296" y="2100"/>
              <a:ext cx="51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497" name="AutoShape 40">
              <a:extLst>
                <a:ext uri="{FF2B5EF4-FFF2-40B4-BE49-F238E27FC236}">
                  <a16:creationId xmlns:a16="http://schemas.microsoft.com/office/drawing/2014/main" id="{58AB0A5F-45D5-41DC-ABD8-0E8C7C587161}"/>
                </a:ext>
              </a:extLst>
            </p:cNvPr>
            <p:cNvCxnSpPr>
              <a:cxnSpLocks noChangeShapeType="1"/>
            </p:cNvCxnSpPr>
            <p:nvPr/>
          </p:nvCxnSpPr>
          <p:spPr bwMode="auto">
            <a:xfrm>
              <a:off x="7432" y="2256"/>
              <a:ext cx="218" cy="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nvGrpSpPr>
            <p:cNvPr id="18498" name="Group 41">
              <a:extLst>
                <a:ext uri="{FF2B5EF4-FFF2-40B4-BE49-F238E27FC236}">
                  <a16:creationId xmlns:a16="http://schemas.microsoft.com/office/drawing/2014/main" id="{4A7A7823-7FC9-4089-970A-3B81157DC1E4}"/>
                </a:ext>
              </a:extLst>
            </p:cNvPr>
            <p:cNvGrpSpPr>
              <a:grpSpLocks/>
            </p:cNvGrpSpPr>
            <p:nvPr/>
          </p:nvGrpSpPr>
          <p:grpSpPr bwMode="auto">
            <a:xfrm>
              <a:off x="8430" y="886"/>
              <a:ext cx="751" cy="300"/>
              <a:chOff x="8115" y="2235"/>
              <a:chExt cx="751" cy="300"/>
            </a:xfrm>
          </p:grpSpPr>
          <p:cxnSp>
            <p:nvCxnSpPr>
              <p:cNvPr id="18514" name="AutoShape 42">
                <a:extLst>
                  <a:ext uri="{FF2B5EF4-FFF2-40B4-BE49-F238E27FC236}">
                    <a16:creationId xmlns:a16="http://schemas.microsoft.com/office/drawing/2014/main" id="{2FCC71C6-51FD-4F4C-9EC7-455CD5D2A6B1}"/>
                  </a:ext>
                </a:extLst>
              </p:cNvPr>
              <p:cNvCxnSpPr>
                <a:cxnSpLocks noChangeShapeType="1"/>
              </p:cNvCxnSpPr>
              <p:nvPr/>
            </p:nvCxnSpPr>
            <p:spPr bwMode="auto">
              <a:xfrm flipH="1">
                <a:off x="8115" y="2235"/>
                <a:ext cx="75" cy="147"/>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15" name="AutoShape 43">
                <a:extLst>
                  <a:ext uri="{FF2B5EF4-FFF2-40B4-BE49-F238E27FC236}">
                    <a16:creationId xmlns:a16="http://schemas.microsoft.com/office/drawing/2014/main" id="{4105B307-D6E7-44B9-9193-373ADBA7C2DE}"/>
                  </a:ext>
                </a:extLst>
              </p:cNvPr>
              <p:cNvCxnSpPr>
                <a:cxnSpLocks noChangeShapeType="1"/>
              </p:cNvCxnSpPr>
              <p:nvPr/>
            </p:nvCxnSpPr>
            <p:spPr bwMode="auto">
              <a:xfrm flipH="1" flipV="1">
                <a:off x="8190" y="2235"/>
                <a:ext cx="90"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16" name="AutoShape 44">
                <a:extLst>
                  <a:ext uri="{FF2B5EF4-FFF2-40B4-BE49-F238E27FC236}">
                    <a16:creationId xmlns:a16="http://schemas.microsoft.com/office/drawing/2014/main" id="{317A4A61-4D79-4425-BD1B-B120EB4AB58A}"/>
                  </a:ext>
                </a:extLst>
              </p:cNvPr>
              <p:cNvCxnSpPr>
                <a:cxnSpLocks noChangeShapeType="1"/>
              </p:cNvCxnSpPr>
              <p:nvPr/>
            </p:nvCxnSpPr>
            <p:spPr bwMode="auto">
              <a:xfrm flipH="1" flipV="1">
                <a:off x="8355" y="2235"/>
                <a:ext cx="90"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17" name="AutoShape 45">
                <a:extLst>
                  <a:ext uri="{FF2B5EF4-FFF2-40B4-BE49-F238E27FC236}">
                    <a16:creationId xmlns:a16="http://schemas.microsoft.com/office/drawing/2014/main" id="{FBA320EA-BBCC-493E-9836-DE6DB5383C88}"/>
                  </a:ext>
                </a:extLst>
              </p:cNvPr>
              <p:cNvCxnSpPr>
                <a:cxnSpLocks noChangeShapeType="1"/>
              </p:cNvCxnSpPr>
              <p:nvPr/>
            </p:nvCxnSpPr>
            <p:spPr bwMode="auto">
              <a:xfrm flipH="1" flipV="1">
                <a:off x="8520" y="2235"/>
                <a:ext cx="90"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18" name="AutoShape 46">
                <a:extLst>
                  <a:ext uri="{FF2B5EF4-FFF2-40B4-BE49-F238E27FC236}">
                    <a16:creationId xmlns:a16="http://schemas.microsoft.com/office/drawing/2014/main" id="{3F390413-B476-4190-83B0-E25E7DA313D8}"/>
                  </a:ext>
                </a:extLst>
              </p:cNvPr>
              <p:cNvCxnSpPr>
                <a:cxnSpLocks noChangeShapeType="1"/>
              </p:cNvCxnSpPr>
              <p:nvPr/>
            </p:nvCxnSpPr>
            <p:spPr bwMode="auto">
              <a:xfrm flipH="1" flipV="1">
                <a:off x="8685" y="2235"/>
                <a:ext cx="90"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19" name="AutoShape 47">
                <a:extLst>
                  <a:ext uri="{FF2B5EF4-FFF2-40B4-BE49-F238E27FC236}">
                    <a16:creationId xmlns:a16="http://schemas.microsoft.com/office/drawing/2014/main" id="{15EFD714-1A8F-4B2E-A2F1-37C821FA2166}"/>
                  </a:ext>
                </a:extLst>
              </p:cNvPr>
              <p:cNvCxnSpPr>
                <a:cxnSpLocks noChangeShapeType="1"/>
              </p:cNvCxnSpPr>
              <p:nvPr/>
            </p:nvCxnSpPr>
            <p:spPr bwMode="auto">
              <a:xfrm flipV="1">
                <a:off x="8280" y="2235"/>
                <a:ext cx="75"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20" name="AutoShape 48">
                <a:extLst>
                  <a:ext uri="{FF2B5EF4-FFF2-40B4-BE49-F238E27FC236}">
                    <a16:creationId xmlns:a16="http://schemas.microsoft.com/office/drawing/2014/main" id="{FC66E66E-C2CC-4578-BF11-9CF08CA00B05}"/>
                  </a:ext>
                </a:extLst>
              </p:cNvPr>
              <p:cNvCxnSpPr>
                <a:cxnSpLocks noChangeShapeType="1"/>
              </p:cNvCxnSpPr>
              <p:nvPr/>
            </p:nvCxnSpPr>
            <p:spPr bwMode="auto">
              <a:xfrm flipV="1">
                <a:off x="8445" y="2235"/>
                <a:ext cx="75"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21" name="AutoShape 49">
                <a:extLst>
                  <a:ext uri="{FF2B5EF4-FFF2-40B4-BE49-F238E27FC236}">
                    <a16:creationId xmlns:a16="http://schemas.microsoft.com/office/drawing/2014/main" id="{A24DBDA0-FC08-4F12-B054-F067FDE40716}"/>
                  </a:ext>
                </a:extLst>
              </p:cNvPr>
              <p:cNvCxnSpPr>
                <a:cxnSpLocks noChangeShapeType="1"/>
              </p:cNvCxnSpPr>
              <p:nvPr/>
            </p:nvCxnSpPr>
            <p:spPr bwMode="auto">
              <a:xfrm flipV="1">
                <a:off x="8610" y="2235"/>
                <a:ext cx="75"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22" name="AutoShape 50">
                <a:extLst>
                  <a:ext uri="{FF2B5EF4-FFF2-40B4-BE49-F238E27FC236}">
                    <a16:creationId xmlns:a16="http://schemas.microsoft.com/office/drawing/2014/main" id="{6432A60E-B798-4FF4-9DCD-902BE548A2E9}"/>
                  </a:ext>
                </a:extLst>
              </p:cNvPr>
              <p:cNvCxnSpPr>
                <a:cxnSpLocks noChangeShapeType="1"/>
              </p:cNvCxnSpPr>
              <p:nvPr/>
            </p:nvCxnSpPr>
            <p:spPr bwMode="auto">
              <a:xfrm flipV="1">
                <a:off x="8775" y="2382"/>
                <a:ext cx="91" cy="15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18499" name="Group 51">
              <a:extLst>
                <a:ext uri="{FF2B5EF4-FFF2-40B4-BE49-F238E27FC236}">
                  <a16:creationId xmlns:a16="http://schemas.microsoft.com/office/drawing/2014/main" id="{AA7C205C-E1DB-41D2-844A-F627357EB74E}"/>
                </a:ext>
              </a:extLst>
            </p:cNvPr>
            <p:cNvGrpSpPr>
              <a:grpSpLocks/>
            </p:cNvGrpSpPr>
            <p:nvPr/>
          </p:nvGrpSpPr>
          <p:grpSpPr bwMode="auto">
            <a:xfrm>
              <a:off x="8622" y="2986"/>
              <a:ext cx="751" cy="300"/>
              <a:chOff x="8115" y="2235"/>
              <a:chExt cx="751" cy="300"/>
            </a:xfrm>
          </p:grpSpPr>
          <p:cxnSp>
            <p:nvCxnSpPr>
              <p:cNvPr id="18505" name="AutoShape 52">
                <a:extLst>
                  <a:ext uri="{FF2B5EF4-FFF2-40B4-BE49-F238E27FC236}">
                    <a16:creationId xmlns:a16="http://schemas.microsoft.com/office/drawing/2014/main" id="{A964659A-84AF-442D-8A77-633BFD74DCB8}"/>
                  </a:ext>
                </a:extLst>
              </p:cNvPr>
              <p:cNvCxnSpPr>
                <a:cxnSpLocks noChangeShapeType="1"/>
              </p:cNvCxnSpPr>
              <p:nvPr/>
            </p:nvCxnSpPr>
            <p:spPr bwMode="auto">
              <a:xfrm flipH="1">
                <a:off x="8115" y="2235"/>
                <a:ext cx="75" cy="147"/>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06" name="AutoShape 53">
                <a:extLst>
                  <a:ext uri="{FF2B5EF4-FFF2-40B4-BE49-F238E27FC236}">
                    <a16:creationId xmlns:a16="http://schemas.microsoft.com/office/drawing/2014/main" id="{3AF6E9D2-B4AA-4C32-ACC4-4CCB92806238}"/>
                  </a:ext>
                </a:extLst>
              </p:cNvPr>
              <p:cNvCxnSpPr>
                <a:cxnSpLocks noChangeShapeType="1"/>
              </p:cNvCxnSpPr>
              <p:nvPr/>
            </p:nvCxnSpPr>
            <p:spPr bwMode="auto">
              <a:xfrm flipH="1" flipV="1">
                <a:off x="8190" y="2235"/>
                <a:ext cx="90"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07" name="AutoShape 54">
                <a:extLst>
                  <a:ext uri="{FF2B5EF4-FFF2-40B4-BE49-F238E27FC236}">
                    <a16:creationId xmlns:a16="http://schemas.microsoft.com/office/drawing/2014/main" id="{6D8F30DE-BB21-4CB6-9ABB-427C3503FDA7}"/>
                  </a:ext>
                </a:extLst>
              </p:cNvPr>
              <p:cNvCxnSpPr>
                <a:cxnSpLocks noChangeShapeType="1"/>
              </p:cNvCxnSpPr>
              <p:nvPr/>
            </p:nvCxnSpPr>
            <p:spPr bwMode="auto">
              <a:xfrm flipH="1" flipV="1">
                <a:off x="8355" y="2235"/>
                <a:ext cx="90"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08" name="AutoShape 55">
                <a:extLst>
                  <a:ext uri="{FF2B5EF4-FFF2-40B4-BE49-F238E27FC236}">
                    <a16:creationId xmlns:a16="http://schemas.microsoft.com/office/drawing/2014/main" id="{863B7478-8E42-4D4F-BD29-76A335359B9F}"/>
                  </a:ext>
                </a:extLst>
              </p:cNvPr>
              <p:cNvCxnSpPr>
                <a:cxnSpLocks noChangeShapeType="1"/>
              </p:cNvCxnSpPr>
              <p:nvPr/>
            </p:nvCxnSpPr>
            <p:spPr bwMode="auto">
              <a:xfrm flipH="1" flipV="1">
                <a:off x="8520" y="2235"/>
                <a:ext cx="90"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09" name="AutoShape 56">
                <a:extLst>
                  <a:ext uri="{FF2B5EF4-FFF2-40B4-BE49-F238E27FC236}">
                    <a16:creationId xmlns:a16="http://schemas.microsoft.com/office/drawing/2014/main" id="{4BD3D943-9F5B-4807-A09F-0D68E2CE1E09}"/>
                  </a:ext>
                </a:extLst>
              </p:cNvPr>
              <p:cNvCxnSpPr>
                <a:cxnSpLocks noChangeShapeType="1"/>
              </p:cNvCxnSpPr>
              <p:nvPr/>
            </p:nvCxnSpPr>
            <p:spPr bwMode="auto">
              <a:xfrm flipH="1" flipV="1">
                <a:off x="8685" y="2235"/>
                <a:ext cx="90"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10" name="AutoShape 57">
                <a:extLst>
                  <a:ext uri="{FF2B5EF4-FFF2-40B4-BE49-F238E27FC236}">
                    <a16:creationId xmlns:a16="http://schemas.microsoft.com/office/drawing/2014/main" id="{1771AA0F-C7B3-4DCC-B66B-7D59B3E0823D}"/>
                  </a:ext>
                </a:extLst>
              </p:cNvPr>
              <p:cNvCxnSpPr>
                <a:cxnSpLocks noChangeShapeType="1"/>
              </p:cNvCxnSpPr>
              <p:nvPr/>
            </p:nvCxnSpPr>
            <p:spPr bwMode="auto">
              <a:xfrm flipV="1">
                <a:off x="8280" y="2235"/>
                <a:ext cx="75"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11" name="AutoShape 58">
                <a:extLst>
                  <a:ext uri="{FF2B5EF4-FFF2-40B4-BE49-F238E27FC236}">
                    <a16:creationId xmlns:a16="http://schemas.microsoft.com/office/drawing/2014/main" id="{A754D2C1-E829-42D9-802A-DD62EFBB5D50}"/>
                  </a:ext>
                </a:extLst>
              </p:cNvPr>
              <p:cNvCxnSpPr>
                <a:cxnSpLocks noChangeShapeType="1"/>
              </p:cNvCxnSpPr>
              <p:nvPr/>
            </p:nvCxnSpPr>
            <p:spPr bwMode="auto">
              <a:xfrm flipV="1">
                <a:off x="8445" y="2235"/>
                <a:ext cx="75"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12" name="AutoShape 59">
                <a:extLst>
                  <a:ext uri="{FF2B5EF4-FFF2-40B4-BE49-F238E27FC236}">
                    <a16:creationId xmlns:a16="http://schemas.microsoft.com/office/drawing/2014/main" id="{EC6F4258-6D32-4960-820B-16FE2B19E1C3}"/>
                  </a:ext>
                </a:extLst>
              </p:cNvPr>
              <p:cNvCxnSpPr>
                <a:cxnSpLocks noChangeShapeType="1"/>
              </p:cNvCxnSpPr>
              <p:nvPr/>
            </p:nvCxnSpPr>
            <p:spPr bwMode="auto">
              <a:xfrm flipV="1">
                <a:off x="8610" y="2235"/>
                <a:ext cx="75" cy="3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513" name="AutoShape 60">
                <a:extLst>
                  <a:ext uri="{FF2B5EF4-FFF2-40B4-BE49-F238E27FC236}">
                    <a16:creationId xmlns:a16="http://schemas.microsoft.com/office/drawing/2014/main" id="{90D5CD35-5C52-4715-A9B4-99278120D6B4}"/>
                  </a:ext>
                </a:extLst>
              </p:cNvPr>
              <p:cNvCxnSpPr>
                <a:cxnSpLocks noChangeShapeType="1"/>
              </p:cNvCxnSpPr>
              <p:nvPr/>
            </p:nvCxnSpPr>
            <p:spPr bwMode="auto">
              <a:xfrm flipV="1">
                <a:off x="8775" y="2382"/>
                <a:ext cx="91" cy="15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18500" name="AutoShape 61">
              <a:extLst>
                <a:ext uri="{FF2B5EF4-FFF2-40B4-BE49-F238E27FC236}">
                  <a16:creationId xmlns:a16="http://schemas.microsoft.com/office/drawing/2014/main" id="{CB6F5F0E-DD6E-4245-8485-9150B4ED5E5B}"/>
                </a:ext>
              </a:extLst>
            </p:cNvPr>
            <p:cNvCxnSpPr>
              <a:cxnSpLocks noChangeShapeType="1"/>
            </p:cNvCxnSpPr>
            <p:nvPr/>
          </p:nvCxnSpPr>
          <p:spPr bwMode="auto">
            <a:xfrm>
              <a:off x="9165" y="1065"/>
              <a:ext cx="707"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501" name="AutoShape 62">
              <a:extLst>
                <a:ext uri="{FF2B5EF4-FFF2-40B4-BE49-F238E27FC236}">
                  <a16:creationId xmlns:a16="http://schemas.microsoft.com/office/drawing/2014/main" id="{F57AA899-4012-4247-A0E1-D15DF6AA9FDC}"/>
                </a:ext>
              </a:extLst>
            </p:cNvPr>
            <p:cNvCxnSpPr>
              <a:cxnSpLocks noChangeShapeType="1"/>
            </p:cNvCxnSpPr>
            <p:nvPr/>
          </p:nvCxnSpPr>
          <p:spPr bwMode="auto">
            <a:xfrm>
              <a:off x="9404" y="3136"/>
              <a:ext cx="467"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502" name="AutoShape 63">
              <a:extLst>
                <a:ext uri="{FF2B5EF4-FFF2-40B4-BE49-F238E27FC236}">
                  <a16:creationId xmlns:a16="http://schemas.microsoft.com/office/drawing/2014/main" id="{1B404DE0-300C-441B-8D8F-9039F02970F6}"/>
                </a:ext>
              </a:extLst>
            </p:cNvPr>
            <p:cNvCxnSpPr>
              <a:cxnSpLocks noChangeShapeType="1"/>
            </p:cNvCxnSpPr>
            <p:nvPr/>
          </p:nvCxnSpPr>
          <p:spPr bwMode="auto">
            <a:xfrm rot="16200000" flipH="1">
              <a:off x="6987" y="1955"/>
              <a:ext cx="337"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503" name="AutoShape 64">
              <a:extLst>
                <a:ext uri="{FF2B5EF4-FFF2-40B4-BE49-F238E27FC236}">
                  <a16:creationId xmlns:a16="http://schemas.microsoft.com/office/drawing/2014/main" id="{848330AB-DDA1-4594-9365-873296CC53B8}"/>
                </a:ext>
              </a:extLst>
            </p:cNvPr>
            <p:cNvCxnSpPr>
              <a:cxnSpLocks noChangeShapeType="1"/>
            </p:cNvCxnSpPr>
            <p:nvPr/>
          </p:nvCxnSpPr>
          <p:spPr bwMode="auto">
            <a:xfrm rot="10800000">
              <a:off x="8178" y="3136"/>
              <a:ext cx="72" cy="3"/>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18504" name="AutoShape 65">
              <a:extLst>
                <a:ext uri="{FF2B5EF4-FFF2-40B4-BE49-F238E27FC236}">
                  <a16:creationId xmlns:a16="http://schemas.microsoft.com/office/drawing/2014/main" id="{2B3C87F7-9C42-4B0C-9124-374F80972C48}"/>
                </a:ext>
              </a:extLst>
            </p:cNvPr>
            <p:cNvCxnSpPr>
              <a:cxnSpLocks noChangeShapeType="1"/>
            </p:cNvCxnSpPr>
            <p:nvPr/>
          </p:nvCxnSpPr>
          <p:spPr bwMode="auto">
            <a:xfrm rot="10800000">
              <a:off x="7973" y="998"/>
              <a:ext cx="52" cy="35"/>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grpSp>
      <p:grpSp>
        <p:nvGrpSpPr>
          <p:cNvPr id="18437" name="Group 66">
            <a:extLst>
              <a:ext uri="{FF2B5EF4-FFF2-40B4-BE49-F238E27FC236}">
                <a16:creationId xmlns:a16="http://schemas.microsoft.com/office/drawing/2014/main" id="{33BA5230-E4F1-4490-A9BE-99F6464670C2}"/>
              </a:ext>
            </a:extLst>
          </p:cNvPr>
          <p:cNvGrpSpPr>
            <a:grpSpLocks/>
          </p:cNvGrpSpPr>
          <p:nvPr/>
        </p:nvGrpSpPr>
        <p:grpSpPr bwMode="auto">
          <a:xfrm>
            <a:off x="5405289" y="3980067"/>
            <a:ext cx="2071687" cy="1643062"/>
            <a:chOff x="1688" y="885"/>
            <a:chExt cx="2632" cy="2588"/>
          </a:xfrm>
        </p:grpSpPr>
        <p:cxnSp>
          <p:nvCxnSpPr>
            <p:cNvPr id="18459" name="AutoShape 67">
              <a:extLst>
                <a:ext uri="{FF2B5EF4-FFF2-40B4-BE49-F238E27FC236}">
                  <a16:creationId xmlns:a16="http://schemas.microsoft.com/office/drawing/2014/main" id="{0A58C4FC-2320-4BB7-8D8E-85D6FD095975}"/>
                </a:ext>
              </a:extLst>
            </p:cNvPr>
            <p:cNvCxnSpPr>
              <a:cxnSpLocks noChangeShapeType="1"/>
            </p:cNvCxnSpPr>
            <p:nvPr/>
          </p:nvCxnSpPr>
          <p:spPr bwMode="auto">
            <a:xfrm>
              <a:off x="2252" y="3291"/>
              <a:ext cx="1859"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60" name="AutoShape 68">
              <a:extLst>
                <a:ext uri="{FF2B5EF4-FFF2-40B4-BE49-F238E27FC236}">
                  <a16:creationId xmlns:a16="http://schemas.microsoft.com/office/drawing/2014/main" id="{949AEDA0-7E1B-49D3-B14E-8DF6E521233C}"/>
                </a:ext>
              </a:extLst>
            </p:cNvPr>
            <p:cNvCxnSpPr>
              <a:cxnSpLocks noChangeShapeType="1"/>
            </p:cNvCxnSpPr>
            <p:nvPr/>
          </p:nvCxnSpPr>
          <p:spPr bwMode="auto">
            <a:xfrm>
              <a:off x="4111" y="1125"/>
              <a:ext cx="0" cy="6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61" name="AutoShape 69">
              <a:extLst>
                <a:ext uri="{FF2B5EF4-FFF2-40B4-BE49-F238E27FC236}">
                  <a16:creationId xmlns:a16="http://schemas.microsoft.com/office/drawing/2014/main" id="{BCFB2BCA-5888-490C-BB5D-6EF264C317EA}"/>
                </a:ext>
              </a:extLst>
            </p:cNvPr>
            <p:cNvCxnSpPr>
              <a:cxnSpLocks noChangeShapeType="1"/>
            </p:cNvCxnSpPr>
            <p:nvPr/>
          </p:nvCxnSpPr>
          <p:spPr bwMode="auto">
            <a:xfrm flipV="1">
              <a:off x="4110" y="2430"/>
              <a:ext cx="1" cy="85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18462" name="Group 70">
              <a:extLst>
                <a:ext uri="{FF2B5EF4-FFF2-40B4-BE49-F238E27FC236}">
                  <a16:creationId xmlns:a16="http://schemas.microsoft.com/office/drawing/2014/main" id="{AB91A541-4C3E-44C3-8177-4FCF27AEB354}"/>
                </a:ext>
              </a:extLst>
            </p:cNvPr>
            <p:cNvGrpSpPr>
              <a:grpSpLocks/>
            </p:cNvGrpSpPr>
            <p:nvPr/>
          </p:nvGrpSpPr>
          <p:grpSpPr bwMode="auto">
            <a:xfrm>
              <a:off x="3990" y="1800"/>
              <a:ext cx="210" cy="630"/>
              <a:chOff x="2430" y="5910"/>
              <a:chExt cx="210" cy="630"/>
            </a:xfrm>
          </p:grpSpPr>
          <p:cxnSp>
            <p:nvCxnSpPr>
              <p:cNvPr id="18477" name="AutoShape 71">
                <a:extLst>
                  <a:ext uri="{FF2B5EF4-FFF2-40B4-BE49-F238E27FC236}">
                    <a16:creationId xmlns:a16="http://schemas.microsoft.com/office/drawing/2014/main" id="{47062775-AA2A-4988-847D-5AD97D78E623}"/>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478" name="AutoShape 72">
                <a:extLst>
                  <a:ext uri="{FF2B5EF4-FFF2-40B4-BE49-F238E27FC236}">
                    <a16:creationId xmlns:a16="http://schemas.microsoft.com/office/drawing/2014/main" id="{990C9C93-9144-4D81-93AA-4B20B88E9B6C}"/>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479" name="AutoShape 73">
                <a:extLst>
                  <a:ext uri="{FF2B5EF4-FFF2-40B4-BE49-F238E27FC236}">
                    <a16:creationId xmlns:a16="http://schemas.microsoft.com/office/drawing/2014/main" id="{1F43B468-1494-47A7-A192-CBE977042217}"/>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480" name="AutoShape 74">
                <a:extLst>
                  <a:ext uri="{FF2B5EF4-FFF2-40B4-BE49-F238E27FC236}">
                    <a16:creationId xmlns:a16="http://schemas.microsoft.com/office/drawing/2014/main" id="{5F1DB443-F580-4941-8027-359EBE140FBE}"/>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481" name="AutoShape 75">
                <a:extLst>
                  <a:ext uri="{FF2B5EF4-FFF2-40B4-BE49-F238E27FC236}">
                    <a16:creationId xmlns:a16="http://schemas.microsoft.com/office/drawing/2014/main" id="{27AC6FFC-537B-4AD8-84E2-6A407E8FFF13}"/>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482" name="AutoShape 76">
                <a:extLst>
                  <a:ext uri="{FF2B5EF4-FFF2-40B4-BE49-F238E27FC236}">
                    <a16:creationId xmlns:a16="http://schemas.microsoft.com/office/drawing/2014/main" id="{913C0A4D-09F9-4ACB-9486-5B3999693EE3}"/>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483" name="AutoShape 77">
                <a:extLst>
                  <a:ext uri="{FF2B5EF4-FFF2-40B4-BE49-F238E27FC236}">
                    <a16:creationId xmlns:a16="http://schemas.microsoft.com/office/drawing/2014/main" id="{DE7DBD54-7A8F-4787-AF8C-31E13D131575}"/>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18463" name="AutoShape 78">
              <a:extLst>
                <a:ext uri="{FF2B5EF4-FFF2-40B4-BE49-F238E27FC236}">
                  <a16:creationId xmlns:a16="http://schemas.microsoft.com/office/drawing/2014/main" id="{97727BD8-376C-45D6-9050-28227276148E}"/>
                </a:ext>
              </a:extLst>
            </p:cNvPr>
            <p:cNvCxnSpPr>
              <a:cxnSpLocks noChangeShapeType="1"/>
            </p:cNvCxnSpPr>
            <p:nvPr/>
          </p:nvCxnSpPr>
          <p:spPr bwMode="auto">
            <a:xfrm>
              <a:off x="3231" y="885"/>
              <a:ext cx="570" cy="1"/>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464" name="AutoShape 79">
              <a:extLst>
                <a:ext uri="{FF2B5EF4-FFF2-40B4-BE49-F238E27FC236}">
                  <a16:creationId xmlns:a16="http://schemas.microsoft.com/office/drawing/2014/main" id="{D216F089-0628-4649-8687-02B0A29949A8}"/>
                </a:ext>
              </a:extLst>
            </p:cNvPr>
            <p:cNvCxnSpPr>
              <a:cxnSpLocks noChangeShapeType="1"/>
            </p:cNvCxnSpPr>
            <p:nvPr/>
          </p:nvCxnSpPr>
          <p:spPr bwMode="auto">
            <a:xfrm>
              <a:off x="4320" y="1801"/>
              <a:ext cx="0" cy="63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465" name="AutoShape 80">
              <a:extLst>
                <a:ext uri="{FF2B5EF4-FFF2-40B4-BE49-F238E27FC236}">
                  <a16:creationId xmlns:a16="http://schemas.microsoft.com/office/drawing/2014/main" id="{9C230F01-4B4C-42FF-8DFF-447266759643}"/>
                </a:ext>
              </a:extLst>
            </p:cNvPr>
            <p:cNvCxnSpPr>
              <a:cxnSpLocks noChangeShapeType="1"/>
            </p:cNvCxnSpPr>
            <p:nvPr/>
          </p:nvCxnSpPr>
          <p:spPr bwMode="auto">
            <a:xfrm flipH="1">
              <a:off x="3322" y="3473"/>
              <a:ext cx="630"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466" name="AutoShape 81">
              <a:extLst>
                <a:ext uri="{FF2B5EF4-FFF2-40B4-BE49-F238E27FC236}">
                  <a16:creationId xmlns:a16="http://schemas.microsoft.com/office/drawing/2014/main" id="{F1AF4E6A-B143-424A-A23C-64C78520BABF}"/>
                </a:ext>
              </a:extLst>
            </p:cNvPr>
            <p:cNvCxnSpPr>
              <a:cxnSpLocks noChangeShapeType="1"/>
            </p:cNvCxnSpPr>
            <p:nvPr/>
          </p:nvCxnSpPr>
          <p:spPr bwMode="auto">
            <a:xfrm flipV="1">
              <a:off x="1688" y="1800"/>
              <a:ext cx="1" cy="690"/>
            </a:xfrm>
            <a:prstGeom prst="straightConnector1">
              <a:avLst/>
            </a:prstGeom>
            <a:noFill/>
            <a:ln w="19050">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18467" name="AutoShape 82">
              <a:extLst>
                <a:ext uri="{FF2B5EF4-FFF2-40B4-BE49-F238E27FC236}">
                  <a16:creationId xmlns:a16="http://schemas.microsoft.com/office/drawing/2014/main" id="{0A422D3F-F556-4B28-9BDD-A3725E49A141}"/>
                </a:ext>
              </a:extLst>
            </p:cNvPr>
            <p:cNvCxnSpPr>
              <a:cxnSpLocks noChangeShapeType="1"/>
            </p:cNvCxnSpPr>
            <p:nvPr/>
          </p:nvCxnSpPr>
          <p:spPr bwMode="auto">
            <a:xfrm flipV="1">
              <a:off x="1825" y="2355"/>
              <a:ext cx="150"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68" name="AutoShape 83">
              <a:extLst>
                <a:ext uri="{FF2B5EF4-FFF2-40B4-BE49-F238E27FC236}">
                  <a16:creationId xmlns:a16="http://schemas.microsoft.com/office/drawing/2014/main" id="{CB1E719B-BE06-4080-8A75-9057ED8188A5}"/>
                </a:ext>
              </a:extLst>
            </p:cNvPr>
            <p:cNvCxnSpPr>
              <a:cxnSpLocks noChangeShapeType="1"/>
            </p:cNvCxnSpPr>
            <p:nvPr/>
          </p:nvCxnSpPr>
          <p:spPr bwMode="auto">
            <a:xfrm>
              <a:off x="1785" y="2084"/>
              <a:ext cx="15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69" name="AutoShape 84">
              <a:extLst>
                <a:ext uri="{FF2B5EF4-FFF2-40B4-BE49-F238E27FC236}">
                  <a16:creationId xmlns:a16="http://schemas.microsoft.com/office/drawing/2014/main" id="{3245D961-8C6D-4686-89B4-62E536F535CE}"/>
                </a:ext>
              </a:extLst>
            </p:cNvPr>
            <p:cNvCxnSpPr>
              <a:cxnSpLocks noChangeShapeType="1"/>
            </p:cNvCxnSpPr>
            <p:nvPr/>
          </p:nvCxnSpPr>
          <p:spPr bwMode="auto">
            <a:xfrm>
              <a:off x="1860" y="1963"/>
              <a:ext cx="0" cy="21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70" name="AutoShape 85">
              <a:extLst>
                <a:ext uri="{FF2B5EF4-FFF2-40B4-BE49-F238E27FC236}">
                  <a16:creationId xmlns:a16="http://schemas.microsoft.com/office/drawing/2014/main" id="{93E92DEA-122D-4ED8-9614-03BC6B265A1C}"/>
                </a:ext>
              </a:extLst>
            </p:cNvPr>
            <p:cNvCxnSpPr>
              <a:cxnSpLocks noChangeShapeType="1"/>
            </p:cNvCxnSpPr>
            <p:nvPr/>
          </p:nvCxnSpPr>
          <p:spPr bwMode="auto">
            <a:xfrm>
              <a:off x="2252" y="1126"/>
              <a:ext cx="185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71" name="AutoShape 86">
              <a:extLst>
                <a:ext uri="{FF2B5EF4-FFF2-40B4-BE49-F238E27FC236}">
                  <a16:creationId xmlns:a16="http://schemas.microsoft.com/office/drawing/2014/main" id="{71F1B8D6-5E93-4140-9E12-7A9320CEDF82}"/>
                </a:ext>
              </a:extLst>
            </p:cNvPr>
            <p:cNvCxnSpPr>
              <a:cxnSpLocks noChangeShapeType="1"/>
            </p:cNvCxnSpPr>
            <p:nvPr/>
          </p:nvCxnSpPr>
          <p:spPr bwMode="auto">
            <a:xfrm flipV="1">
              <a:off x="2235" y="1125"/>
              <a:ext cx="1" cy="9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72" name="AutoShape 87">
              <a:extLst>
                <a:ext uri="{FF2B5EF4-FFF2-40B4-BE49-F238E27FC236}">
                  <a16:creationId xmlns:a16="http://schemas.microsoft.com/office/drawing/2014/main" id="{5A29D02A-1272-4FC2-9B76-C67C591002D5}"/>
                </a:ext>
              </a:extLst>
            </p:cNvPr>
            <p:cNvCxnSpPr>
              <a:cxnSpLocks noChangeShapeType="1"/>
            </p:cNvCxnSpPr>
            <p:nvPr/>
          </p:nvCxnSpPr>
          <p:spPr bwMode="auto">
            <a:xfrm flipH="1" flipV="1">
              <a:off x="2229" y="2340"/>
              <a:ext cx="6" cy="94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8473" name="AutoShape 88">
              <a:extLst>
                <a:ext uri="{FF2B5EF4-FFF2-40B4-BE49-F238E27FC236}">
                  <a16:creationId xmlns:a16="http://schemas.microsoft.com/office/drawing/2014/main" id="{46E3F1EF-4417-40D7-8709-EC633F4EA18E}"/>
                </a:ext>
              </a:extLst>
            </p:cNvPr>
            <p:cNvCxnSpPr>
              <a:cxnSpLocks noChangeShapeType="1"/>
            </p:cNvCxnSpPr>
            <p:nvPr/>
          </p:nvCxnSpPr>
          <p:spPr bwMode="auto">
            <a:xfrm>
              <a:off x="1975" y="2100"/>
              <a:ext cx="51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474" name="AutoShape 89">
              <a:extLst>
                <a:ext uri="{FF2B5EF4-FFF2-40B4-BE49-F238E27FC236}">
                  <a16:creationId xmlns:a16="http://schemas.microsoft.com/office/drawing/2014/main" id="{37E66C39-F223-476F-A750-E1CAE32A5391}"/>
                </a:ext>
              </a:extLst>
            </p:cNvPr>
            <p:cNvCxnSpPr>
              <a:cxnSpLocks noChangeShapeType="1"/>
            </p:cNvCxnSpPr>
            <p:nvPr/>
          </p:nvCxnSpPr>
          <p:spPr bwMode="auto">
            <a:xfrm>
              <a:off x="2052" y="2328"/>
              <a:ext cx="316" cy="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475" name="AutoShape 90">
              <a:extLst>
                <a:ext uri="{FF2B5EF4-FFF2-40B4-BE49-F238E27FC236}">
                  <a16:creationId xmlns:a16="http://schemas.microsoft.com/office/drawing/2014/main" id="{9862899B-BEC6-4FCF-90EA-B850D1BAC980}"/>
                </a:ext>
              </a:extLst>
            </p:cNvPr>
            <p:cNvCxnSpPr>
              <a:cxnSpLocks noChangeShapeType="1"/>
            </p:cNvCxnSpPr>
            <p:nvPr/>
          </p:nvCxnSpPr>
          <p:spPr bwMode="auto">
            <a:xfrm flipH="1">
              <a:off x="2925" y="1126"/>
              <a:ext cx="105"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18476" name="AutoShape 91">
              <a:extLst>
                <a:ext uri="{FF2B5EF4-FFF2-40B4-BE49-F238E27FC236}">
                  <a16:creationId xmlns:a16="http://schemas.microsoft.com/office/drawing/2014/main" id="{20FF721A-A590-4E5F-9DE9-4E10DAA84842}"/>
                </a:ext>
              </a:extLst>
            </p:cNvPr>
            <p:cNvCxnSpPr>
              <a:cxnSpLocks noChangeShapeType="1"/>
            </p:cNvCxnSpPr>
            <p:nvPr/>
          </p:nvCxnSpPr>
          <p:spPr bwMode="auto">
            <a:xfrm flipH="1">
              <a:off x="2970" y="3286"/>
              <a:ext cx="105"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grpSp>
      <p:sp>
        <p:nvSpPr>
          <p:cNvPr id="18438" name="Rectangle 92">
            <a:extLst>
              <a:ext uri="{FF2B5EF4-FFF2-40B4-BE49-F238E27FC236}">
                <a16:creationId xmlns:a16="http://schemas.microsoft.com/office/drawing/2014/main" id="{3DF3A748-88F8-449D-8843-42C2FF43D984}"/>
              </a:ext>
            </a:extLst>
          </p:cNvPr>
          <p:cNvSpPr>
            <a:spLocks noChangeArrowheads="1"/>
          </p:cNvSpPr>
          <p:nvPr/>
        </p:nvSpPr>
        <p:spPr bwMode="auto">
          <a:xfrm>
            <a:off x="440788" y="5972633"/>
            <a:ext cx="851642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600" b="1" dirty="0">
                <a:solidFill>
                  <a:srgbClr val="002060"/>
                </a:solidFill>
                <a:latin typeface="Arial" panose="020B0604020202020204" pitchFamily="34" charset="0"/>
                <a:ea typeface="Times New Roman" panose="02020603050405020304" pitchFamily="18" charset="0"/>
                <a:cs typeface="Arial" panose="020B0604020202020204" pitchFamily="34" charset="0"/>
              </a:rPr>
              <a:t>Fig. 5. (a) Three resistors are connected in series between points a and b. (b) An equivalent circuit with the three resistors replaced with their equivalent resistance R</a:t>
            </a:r>
            <a:r>
              <a:rPr lang="en-US" altLang="id-ID" sz="1600" b="1" baseline="-30000" dirty="0">
                <a:solidFill>
                  <a:srgbClr val="002060"/>
                </a:solidFill>
                <a:latin typeface="Arial" panose="020B0604020202020204" pitchFamily="34" charset="0"/>
                <a:ea typeface="Times New Roman" panose="02020603050405020304" pitchFamily="18" charset="0"/>
                <a:cs typeface="Arial" panose="020B0604020202020204" pitchFamily="34" charset="0"/>
              </a:rPr>
              <a:t>eq</a:t>
            </a:r>
            <a:endParaRPr lang="en-US" altLang="id-ID" sz="1100" dirty="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cxnSp>
        <p:nvCxnSpPr>
          <p:cNvPr id="18439" name="AutoShape 32">
            <a:extLst>
              <a:ext uri="{FF2B5EF4-FFF2-40B4-BE49-F238E27FC236}">
                <a16:creationId xmlns:a16="http://schemas.microsoft.com/office/drawing/2014/main" id="{9D91A7DF-38EA-4DDD-808F-C19EB6A68467}"/>
              </a:ext>
            </a:extLst>
          </p:cNvPr>
          <p:cNvCxnSpPr>
            <a:cxnSpLocks noChangeShapeType="1"/>
          </p:cNvCxnSpPr>
          <p:nvPr/>
        </p:nvCxnSpPr>
        <p:spPr bwMode="auto">
          <a:xfrm flipH="1">
            <a:off x="3047851" y="3765754"/>
            <a:ext cx="660400" cy="0"/>
          </a:xfrm>
          <a:prstGeom prst="straightConnector1">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18440" name="Rectangle 96">
            <a:extLst>
              <a:ext uri="{FF2B5EF4-FFF2-40B4-BE49-F238E27FC236}">
                <a16:creationId xmlns:a16="http://schemas.microsoft.com/office/drawing/2014/main" id="{7FB80B1E-7ED2-4936-9A25-ABE8E9FA5683}"/>
              </a:ext>
            </a:extLst>
          </p:cNvPr>
          <p:cNvSpPr>
            <a:spLocks noChangeArrowheads="1"/>
          </p:cNvSpPr>
          <p:nvPr/>
        </p:nvSpPr>
        <p:spPr bwMode="auto">
          <a:xfrm>
            <a:off x="2690664" y="5480254"/>
            <a:ext cx="496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(a)</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18441" name="Rectangle 97">
            <a:extLst>
              <a:ext uri="{FF2B5EF4-FFF2-40B4-BE49-F238E27FC236}">
                <a16:creationId xmlns:a16="http://schemas.microsoft.com/office/drawing/2014/main" id="{8FC74817-9498-46E8-8FFC-81ADAF9B2DC0}"/>
              </a:ext>
            </a:extLst>
          </p:cNvPr>
          <p:cNvSpPr>
            <a:spLocks noChangeArrowheads="1"/>
          </p:cNvSpPr>
          <p:nvPr/>
        </p:nvSpPr>
        <p:spPr bwMode="auto">
          <a:xfrm>
            <a:off x="5976789" y="5480254"/>
            <a:ext cx="511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(b)</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18442" name="Rectangle 98">
            <a:extLst>
              <a:ext uri="{FF2B5EF4-FFF2-40B4-BE49-F238E27FC236}">
                <a16:creationId xmlns:a16="http://schemas.microsoft.com/office/drawing/2014/main" id="{B108418C-C6AA-4EB3-B95E-F780283DDD0B}"/>
              </a:ext>
            </a:extLst>
          </p:cNvPr>
          <p:cNvSpPr>
            <a:spLocks noChangeArrowheads="1"/>
          </p:cNvSpPr>
          <p:nvPr/>
        </p:nvSpPr>
        <p:spPr bwMode="auto">
          <a:xfrm>
            <a:off x="7405539" y="4908754"/>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18443" name="Rectangle 99">
            <a:extLst>
              <a:ext uri="{FF2B5EF4-FFF2-40B4-BE49-F238E27FC236}">
                <a16:creationId xmlns:a16="http://schemas.microsoft.com/office/drawing/2014/main" id="{D42AE1CE-1CC7-4F55-A8F7-6D243A2D2C94}"/>
              </a:ext>
            </a:extLst>
          </p:cNvPr>
          <p:cNvSpPr>
            <a:spLocks noChangeArrowheads="1"/>
          </p:cNvSpPr>
          <p:nvPr/>
        </p:nvSpPr>
        <p:spPr bwMode="auto">
          <a:xfrm>
            <a:off x="7262664" y="5480254"/>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18444" name="Rectangle 100">
            <a:extLst>
              <a:ext uri="{FF2B5EF4-FFF2-40B4-BE49-F238E27FC236}">
                <a16:creationId xmlns:a16="http://schemas.microsoft.com/office/drawing/2014/main" id="{3A7E983A-BF12-4672-B9B1-DAA7248C8EEF}"/>
              </a:ext>
            </a:extLst>
          </p:cNvPr>
          <p:cNvSpPr>
            <a:spLocks noChangeArrowheads="1"/>
          </p:cNvSpPr>
          <p:nvPr/>
        </p:nvSpPr>
        <p:spPr bwMode="auto">
          <a:xfrm>
            <a:off x="7048351" y="3694317"/>
            <a:ext cx="269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18445" name="Rectangle 101">
            <a:extLst>
              <a:ext uri="{FF2B5EF4-FFF2-40B4-BE49-F238E27FC236}">
                <a16:creationId xmlns:a16="http://schemas.microsoft.com/office/drawing/2014/main" id="{3368EF3E-0042-48FB-8D37-9C30B47FC7C1}"/>
              </a:ext>
            </a:extLst>
          </p:cNvPr>
          <p:cNvSpPr>
            <a:spLocks noChangeArrowheads="1"/>
          </p:cNvSpPr>
          <p:nvPr/>
        </p:nvSpPr>
        <p:spPr bwMode="auto">
          <a:xfrm>
            <a:off x="4119414" y="5337379"/>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18446" name="Rectangle 102">
            <a:extLst>
              <a:ext uri="{FF2B5EF4-FFF2-40B4-BE49-F238E27FC236}">
                <a16:creationId xmlns:a16="http://schemas.microsoft.com/office/drawing/2014/main" id="{4C3D156B-4ED6-4387-BBBF-4D4701E78972}"/>
              </a:ext>
            </a:extLst>
          </p:cNvPr>
          <p:cNvSpPr>
            <a:spLocks noChangeArrowheads="1"/>
          </p:cNvSpPr>
          <p:nvPr/>
        </p:nvSpPr>
        <p:spPr bwMode="auto">
          <a:xfrm>
            <a:off x="4619476" y="4623004"/>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18447" name="Rectangle 103">
            <a:extLst>
              <a:ext uri="{FF2B5EF4-FFF2-40B4-BE49-F238E27FC236}">
                <a16:creationId xmlns:a16="http://schemas.microsoft.com/office/drawing/2014/main" id="{21D439EF-7A9E-41FC-9022-AE7FCBB07BC0}"/>
              </a:ext>
            </a:extLst>
          </p:cNvPr>
          <p:cNvSpPr>
            <a:spLocks noChangeArrowheads="1"/>
          </p:cNvSpPr>
          <p:nvPr/>
        </p:nvSpPr>
        <p:spPr bwMode="auto">
          <a:xfrm>
            <a:off x="3690789" y="3551442"/>
            <a:ext cx="269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18448" name="Rectangle 104">
            <a:extLst>
              <a:ext uri="{FF2B5EF4-FFF2-40B4-BE49-F238E27FC236}">
                <a16:creationId xmlns:a16="http://schemas.microsoft.com/office/drawing/2014/main" id="{23283810-1635-4FD4-89F1-9E0828EC94CF}"/>
              </a:ext>
            </a:extLst>
          </p:cNvPr>
          <p:cNvSpPr>
            <a:spLocks noChangeArrowheads="1"/>
          </p:cNvSpPr>
          <p:nvPr/>
        </p:nvSpPr>
        <p:spPr bwMode="auto">
          <a:xfrm>
            <a:off x="3190726" y="4051504"/>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R</a:t>
            </a:r>
            <a:r>
              <a:rPr lang="en-US" altLang="id-ID" sz="2000" b="1" baseline="-25000">
                <a:latin typeface="Arial" panose="020B0604020202020204" pitchFamily="34" charset="0"/>
              </a:rPr>
              <a:t>1</a:t>
            </a:r>
            <a:endParaRPr lang="en-US" altLang="id-ID" sz="2000">
              <a:latin typeface="Arial" panose="020B0604020202020204" pitchFamily="34" charset="0"/>
            </a:endParaRPr>
          </a:p>
        </p:txBody>
      </p:sp>
      <p:sp>
        <p:nvSpPr>
          <p:cNvPr id="18449" name="Rectangle 105">
            <a:extLst>
              <a:ext uri="{FF2B5EF4-FFF2-40B4-BE49-F238E27FC236}">
                <a16:creationId xmlns:a16="http://schemas.microsoft.com/office/drawing/2014/main" id="{D7ADCECF-D604-4E2C-A7C2-736E6DD49236}"/>
              </a:ext>
            </a:extLst>
          </p:cNvPr>
          <p:cNvSpPr>
            <a:spLocks noChangeArrowheads="1"/>
          </p:cNvSpPr>
          <p:nvPr/>
        </p:nvSpPr>
        <p:spPr bwMode="auto">
          <a:xfrm>
            <a:off x="6691164" y="4337254"/>
            <a:ext cx="569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R</a:t>
            </a:r>
            <a:r>
              <a:rPr lang="en-US" altLang="id-ID" sz="2000" b="1" baseline="-25000">
                <a:latin typeface="Arial" panose="020B0604020202020204" pitchFamily="34" charset="0"/>
              </a:rPr>
              <a:t>eq</a:t>
            </a:r>
            <a:endParaRPr lang="en-US" altLang="id-ID" sz="2000">
              <a:latin typeface="Arial" panose="020B0604020202020204" pitchFamily="34" charset="0"/>
            </a:endParaRPr>
          </a:p>
        </p:txBody>
      </p:sp>
      <p:sp>
        <p:nvSpPr>
          <p:cNvPr id="18450" name="Rectangle 107">
            <a:extLst>
              <a:ext uri="{FF2B5EF4-FFF2-40B4-BE49-F238E27FC236}">
                <a16:creationId xmlns:a16="http://schemas.microsoft.com/office/drawing/2014/main" id="{1CAC5ADB-46DA-4D7B-AFDB-EDC7871D2F74}"/>
              </a:ext>
            </a:extLst>
          </p:cNvPr>
          <p:cNvSpPr>
            <a:spLocks noChangeArrowheads="1"/>
          </p:cNvSpPr>
          <p:nvPr/>
        </p:nvSpPr>
        <p:spPr bwMode="auto">
          <a:xfrm>
            <a:off x="3976539" y="4408692"/>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R</a:t>
            </a:r>
            <a:r>
              <a:rPr lang="en-US" altLang="id-ID" sz="2000" b="1" baseline="-25000">
                <a:latin typeface="Arial" panose="020B0604020202020204" pitchFamily="34" charset="0"/>
              </a:rPr>
              <a:t>2</a:t>
            </a:r>
            <a:endParaRPr lang="en-US" altLang="id-ID" sz="2000">
              <a:latin typeface="Arial" panose="020B0604020202020204" pitchFamily="34" charset="0"/>
            </a:endParaRPr>
          </a:p>
        </p:txBody>
      </p:sp>
      <p:sp>
        <p:nvSpPr>
          <p:cNvPr id="18451" name="Rectangle 108">
            <a:extLst>
              <a:ext uri="{FF2B5EF4-FFF2-40B4-BE49-F238E27FC236}">
                <a16:creationId xmlns:a16="http://schemas.microsoft.com/office/drawing/2014/main" id="{69F73395-5F57-4CCF-BDAF-F31988A6CB99}"/>
              </a:ext>
            </a:extLst>
          </p:cNvPr>
          <p:cNvSpPr>
            <a:spLocks noChangeArrowheads="1"/>
          </p:cNvSpPr>
          <p:nvPr/>
        </p:nvSpPr>
        <p:spPr bwMode="auto">
          <a:xfrm>
            <a:off x="3333601" y="4837317"/>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R</a:t>
            </a:r>
            <a:r>
              <a:rPr lang="en-US" altLang="id-ID" sz="2000" b="1" baseline="-25000">
                <a:latin typeface="Arial" panose="020B0604020202020204" pitchFamily="34" charset="0"/>
              </a:rPr>
              <a:t>3</a:t>
            </a:r>
            <a:endParaRPr lang="en-US" altLang="id-ID" sz="2000">
              <a:latin typeface="Arial" panose="020B0604020202020204" pitchFamily="34" charset="0"/>
            </a:endParaRPr>
          </a:p>
        </p:txBody>
      </p:sp>
      <p:sp>
        <p:nvSpPr>
          <p:cNvPr id="18452" name="Rectangle 109">
            <a:extLst>
              <a:ext uri="{FF2B5EF4-FFF2-40B4-BE49-F238E27FC236}">
                <a16:creationId xmlns:a16="http://schemas.microsoft.com/office/drawing/2014/main" id="{878D8810-8ECE-4B58-BE12-9B2DA01D0CD9}"/>
              </a:ext>
            </a:extLst>
          </p:cNvPr>
          <p:cNvSpPr>
            <a:spLocks noChangeArrowheads="1"/>
          </p:cNvSpPr>
          <p:nvPr/>
        </p:nvSpPr>
        <p:spPr bwMode="auto">
          <a:xfrm>
            <a:off x="1333351" y="3908629"/>
            <a:ext cx="3540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a:solidFill>
                  <a:srgbClr val="002060"/>
                </a:solidFill>
                <a:latin typeface="Arial" panose="020B0604020202020204" pitchFamily="34" charset="0"/>
                <a:ea typeface="Times New Roman" panose="02020603050405020304" pitchFamily="18" charset="0"/>
                <a:cs typeface="Arial" panose="020B0604020202020204" pitchFamily="34" charset="0"/>
              </a:rPr>
              <a:t>ε</a:t>
            </a:r>
            <a:endParaRPr lang="en-US" altLang="id-ID" sz="280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18453" name="Rectangle 110">
            <a:extLst>
              <a:ext uri="{FF2B5EF4-FFF2-40B4-BE49-F238E27FC236}">
                <a16:creationId xmlns:a16="http://schemas.microsoft.com/office/drawing/2014/main" id="{F2505DC7-B7E2-4CB2-93A5-A38759F75380}"/>
              </a:ext>
            </a:extLst>
          </p:cNvPr>
          <p:cNvSpPr>
            <a:spLocks noChangeArrowheads="1"/>
          </p:cNvSpPr>
          <p:nvPr/>
        </p:nvSpPr>
        <p:spPr bwMode="auto">
          <a:xfrm>
            <a:off x="5190976" y="4194379"/>
            <a:ext cx="3540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a:solidFill>
                  <a:srgbClr val="002060"/>
                </a:solidFill>
                <a:latin typeface="Arial" panose="020B0604020202020204" pitchFamily="34" charset="0"/>
                <a:ea typeface="Times New Roman" panose="02020603050405020304" pitchFamily="18" charset="0"/>
                <a:cs typeface="Arial" panose="020B0604020202020204" pitchFamily="34" charset="0"/>
              </a:rPr>
              <a:t>ε</a:t>
            </a:r>
            <a:endParaRPr lang="en-US" altLang="id-ID" sz="280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18454" name="Rectangle 92">
            <a:extLst>
              <a:ext uri="{FF2B5EF4-FFF2-40B4-BE49-F238E27FC236}">
                <a16:creationId xmlns:a16="http://schemas.microsoft.com/office/drawing/2014/main" id="{1DFCAE97-8B44-4FA7-9027-EAA3961B3455}"/>
              </a:ext>
            </a:extLst>
          </p:cNvPr>
          <p:cNvSpPr>
            <a:spLocks noChangeArrowheads="1"/>
          </p:cNvSpPr>
          <p:nvPr/>
        </p:nvSpPr>
        <p:spPr bwMode="auto">
          <a:xfrm>
            <a:off x="6191101" y="3694317"/>
            <a:ext cx="357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a</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18455" name="Rectangle 93">
            <a:extLst>
              <a:ext uri="{FF2B5EF4-FFF2-40B4-BE49-F238E27FC236}">
                <a16:creationId xmlns:a16="http://schemas.microsoft.com/office/drawing/2014/main" id="{71A953AC-4151-4133-B113-59CC32BF940D}"/>
              </a:ext>
            </a:extLst>
          </p:cNvPr>
          <p:cNvSpPr>
            <a:spLocks noChangeArrowheads="1"/>
          </p:cNvSpPr>
          <p:nvPr/>
        </p:nvSpPr>
        <p:spPr bwMode="auto">
          <a:xfrm>
            <a:off x="2404914" y="3551442"/>
            <a:ext cx="357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a</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18456" name="Rectangle 94">
            <a:extLst>
              <a:ext uri="{FF2B5EF4-FFF2-40B4-BE49-F238E27FC236}">
                <a16:creationId xmlns:a16="http://schemas.microsoft.com/office/drawing/2014/main" id="{60D8E2F2-0066-489C-8CCD-6ECD29B65254}"/>
              </a:ext>
            </a:extLst>
          </p:cNvPr>
          <p:cNvSpPr>
            <a:spLocks noChangeArrowheads="1"/>
          </p:cNvSpPr>
          <p:nvPr/>
        </p:nvSpPr>
        <p:spPr bwMode="auto">
          <a:xfrm>
            <a:off x="6262539" y="5051629"/>
            <a:ext cx="341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b</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18457" name="Rectangle 95">
            <a:extLst>
              <a:ext uri="{FF2B5EF4-FFF2-40B4-BE49-F238E27FC236}">
                <a16:creationId xmlns:a16="http://schemas.microsoft.com/office/drawing/2014/main" id="{71E59A0C-B49E-4073-9873-4F1CC782329A}"/>
              </a:ext>
            </a:extLst>
          </p:cNvPr>
          <p:cNvSpPr>
            <a:spLocks noChangeArrowheads="1"/>
          </p:cNvSpPr>
          <p:nvPr/>
        </p:nvSpPr>
        <p:spPr bwMode="auto">
          <a:xfrm>
            <a:off x="2690664" y="4980192"/>
            <a:ext cx="341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b</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18458" name="Slide Number Placeholder 96">
            <a:extLst>
              <a:ext uri="{FF2B5EF4-FFF2-40B4-BE49-F238E27FC236}">
                <a16:creationId xmlns:a16="http://schemas.microsoft.com/office/drawing/2014/main" id="{98975ADF-9E3B-4279-BF22-516878A8095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381DD47C-C9D8-43BF-9BE5-4FF9BCADE6FA}" type="slidenum">
              <a:rPr lang="en-US" altLang="id-ID" sz="1400" smtClean="0"/>
              <a:pPr>
                <a:spcBef>
                  <a:spcPct val="0"/>
                </a:spcBef>
                <a:buFontTx/>
                <a:buNone/>
              </a:pPr>
              <a:t>22</a:t>
            </a:fld>
            <a:endParaRPr lang="en-US" altLang="id-ID" sz="1400"/>
          </a:p>
        </p:txBody>
      </p:sp>
      <p:sp>
        <p:nvSpPr>
          <p:cNvPr id="98" name="TextBox 2">
            <a:extLst>
              <a:ext uri="{FF2B5EF4-FFF2-40B4-BE49-F238E27FC236}">
                <a16:creationId xmlns:a16="http://schemas.microsoft.com/office/drawing/2014/main" id="{A2C1140A-FF84-47D8-8A7D-FA6550774112}"/>
              </a:ext>
            </a:extLst>
          </p:cNvPr>
          <p:cNvSpPr txBox="1">
            <a:spLocks noChangeArrowheads="1"/>
          </p:cNvSpPr>
          <p:nvPr/>
        </p:nvSpPr>
        <p:spPr bwMode="auto">
          <a:xfrm>
            <a:off x="3690789" y="550832"/>
            <a:ext cx="51267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8: Resistors in Series and Parallel</a:t>
            </a:r>
            <a:endParaRPr lang="en-US" altLang="id-ID" sz="2000" b="1"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45156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2">
            <a:extLst>
              <a:ext uri="{FF2B5EF4-FFF2-40B4-BE49-F238E27FC236}">
                <a16:creationId xmlns:a16="http://schemas.microsoft.com/office/drawing/2014/main" id="{07E5AE7A-EFEB-41D2-817D-7B6E8ED2A4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C685BA49-4E5B-40D9-9A31-533E688AAA27}" type="slidenum">
              <a:rPr lang="en-US" altLang="id-ID" sz="1400" smtClean="0"/>
              <a:pPr>
                <a:spcBef>
                  <a:spcPct val="0"/>
                </a:spcBef>
                <a:buFontTx/>
                <a:buNone/>
              </a:pPr>
              <a:t>23</a:t>
            </a:fld>
            <a:endParaRPr lang="en-US" altLang="id-ID" sz="1400"/>
          </a:p>
        </p:txBody>
      </p:sp>
      <p:pic>
        <p:nvPicPr>
          <p:cNvPr id="4" name="Picture 10">
            <a:extLst>
              <a:ext uri="{FF2B5EF4-FFF2-40B4-BE49-F238E27FC236}">
                <a16:creationId xmlns:a16="http://schemas.microsoft.com/office/drawing/2014/main" id="{52417D1D-FFA0-410C-8FA5-9A9BE731EB64}"/>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2440630" y="5104942"/>
            <a:ext cx="4795665" cy="862339"/>
          </a:xfrm>
          <a:prstGeom prst="rect">
            <a:avLst/>
          </a:prstGeom>
          <a:noFill/>
          <a:ln w="9525">
            <a:noFill/>
            <a:miter lim="800000"/>
            <a:headEnd/>
            <a:tailEnd/>
          </a:ln>
        </p:spPr>
      </p:pic>
      <p:sp>
        <p:nvSpPr>
          <p:cNvPr id="5" name="Right Arrow 4">
            <a:extLst>
              <a:ext uri="{FF2B5EF4-FFF2-40B4-BE49-F238E27FC236}">
                <a16:creationId xmlns:a16="http://schemas.microsoft.com/office/drawing/2014/main" id="{0E0F858E-4FCE-4059-ACDA-5FE6D8AD53C8}"/>
              </a:ext>
            </a:extLst>
          </p:cNvPr>
          <p:cNvSpPr/>
          <p:nvPr/>
        </p:nvSpPr>
        <p:spPr>
          <a:xfrm>
            <a:off x="1763688" y="5421811"/>
            <a:ext cx="457200" cy="228600"/>
          </a:xfrm>
          <a:prstGeom prst="rightArrow">
            <a:avLst/>
          </a:prstGeom>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endParaRPr lang="en-US">
              <a:solidFill>
                <a:srgbClr val="000000"/>
              </a:solidFill>
            </a:endParaRPr>
          </a:p>
        </p:txBody>
      </p:sp>
      <p:pic>
        <p:nvPicPr>
          <p:cNvPr id="6" name="Picture 9">
            <a:extLst>
              <a:ext uri="{FF2B5EF4-FFF2-40B4-BE49-F238E27FC236}">
                <a16:creationId xmlns:a16="http://schemas.microsoft.com/office/drawing/2014/main" id="{EB67C228-7898-4B65-BFBA-3EECF4DC39C6}"/>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2440631" y="4287699"/>
            <a:ext cx="3283497" cy="711419"/>
          </a:xfrm>
          <a:prstGeom prst="rect">
            <a:avLst/>
          </a:prstGeom>
          <a:noFill/>
          <a:ln w="9525">
            <a:noFill/>
            <a:miter lim="800000"/>
            <a:headEnd/>
            <a:tailEnd/>
          </a:ln>
        </p:spPr>
      </p:pic>
      <p:sp>
        <p:nvSpPr>
          <p:cNvPr id="7" name="Down Arrow 6">
            <a:extLst>
              <a:ext uri="{FF2B5EF4-FFF2-40B4-BE49-F238E27FC236}">
                <a16:creationId xmlns:a16="http://schemas.microsoft.com/office/drawing/2014/main" id="{325DD01C-F2EC-47C1-AF79-632F762C1DE5}"/>
              </a:ext>
            </a:extLst>
          </p:cNvPr>
          <p:cNvSpPr/>
          <p:nvPr/>
        </p:nvSpPr>
        <p:spPr>
          <a:xfrm>
            <a:off x="3048316" y="3413487"/>
            <a:ext cx="609600" cy="685800"/>
          </a:xfrm>
          <a:prstGeom prst="downArrow">
            <a:avLst/>
          </a:prstGeom>
        </p:spPr>
        <p:style>
          <a:lnRef idx="3">
            <a:schemeClr val="lt1"/>
          </a:lnRef>
          <a:fillRef idx="1">
            <a:schemeClr val="accent2"/>
          </a:fillRef>
          <a:effectRef idx="1">
            <a:schemeClr val="accent2"/>
          </a:effectRef>
          <a:fontRef idx="minor">
            <a:schemeClr val="lt1"/>
          </a:fontRef>
        </p:style>
        <p:txBody>
          <a:bodyPr anchor="ctr"/>
          <a:lstStyle/>
          <a:p>
            <a:pPr algn="ctr" eaLnBrk="1" hangingPunct="1">
              <a:defRPr/>
            </a:pPr>
            <a:endParaRPr lang="en-US">
              <a:solidFill>
                <a:srgbClr val="FFFFFF"/>
              </a:solidFill>
            </a:endParaRPr>
          </a:p>
        </p:txBody>
      </p:sp>
      <p:grpSp>
        <p:nvGrpSpPr>
          <p:cNvPr id="19463" name="Group 17">
            <a:extLst>
              <a:ext uri="{FF2B5EF4-FFF2-40B4-BE49-F238E27FC236}">
                <a16:creationId xmlns:a16="http://schemas.microsoft.com/office/drawing/2014/main" id="{04AB7030-6943-45C1-92A7-05292B3FA718}"/>
              </a:ext>
            </a:extLst>
          </p:cNvPr>
          <p:cNvGrpSpPr>
            <a:grpSpLocks/>
          </p:cNvGrpSpPr>
          <p:nvPr/>
        </p:nvGrpSpPr>
        <p:grpSpPr bwMode="auto">
          <a:xfrm>
            <a:off x="2440631" y="2888011"/>
            <a:ext cx="3867139" cy="766406"/>
            <a:chOff x="359989" y="3954742"/>
            <a:chExt cx="3390847" cy="600075"/>
          </a:xfrm>
        </p:grpSpPr>
        <p:pic>
          <p:nvPicPr>
            <p:cNvPr id="9" name="Picture 7">
              <a:extLst>
                <a:ext uri="{FF2B5EF4-FFF2-40B4-BE49-F238E27FC236}">
                  <a16:creationId xmlns:a16="http://schemas.microsoft.com/office/drawing/2014/main" id="{771CC582-9547-45C0-A079-E58C941EB591}"/>
                </a:ext>
              </a:extLst>
            </p:cNvPr>
            <p:cNvPicPr>
              <a:picLocks noChangeAspect="1" noChangeArrowheads="1"/>
            </p:cNvPicPr>
            <p:nvPr/>
          </p:nvPicPr>
          <p:blipFill>
            <a:blip r:embed="rId4" cstate="print">
              <a:duotone>
                <a:prstClr val="black"/>
                <a:schemeClr val="accent4">
                  <a:tint val="45000"/>
                  <a:satMod val="400000"/>
                </a:schemeClr>
              </a:duotone>
            </a:blip>
            <a:srcRect/>
            <a:stretch>
              <a:fillRect/>
            </a:stretch>
          </p:blipFill>
          <p:spPr bwMode="auto">
            <a:xfrm>
              <a:off x="359989" y="3987643"/>
              <a:ext cx="1600200" cy="314325"/>
            </a:xfrm>
            <a:prstGeom prst="rect">
              <a:avLst/>
            </a:prstGeom>
            <a:noFill/>
            <a:ln w="9525">
              <a:noFill/>
              <a:miter lim="800000"/>
              <a:headEnd/>
              <a:tailEnd/>
            </a:ln>
          </p:spPr>
        </p:pic>
        <p:pic>
          <p:nvPicPr>
            <p:cNvPr id="10" name="Picture 8">
              <a:extLst>
                <a:ext uri="{FF2B5EF4-FFF2-40B4-BE49-F238E27FC236}">
                  <a16:creationId xmlns:a16="http://schemas.microsoft.com/office/drawing/2014/main" id="{6DDAB417-DA0C-48F2-BA9E-A8E7ED280FDB}"/>
                </a:ext>
              </a:extLst>
            </p:cNvPr>
            <p:cNvPicPr>
              <a:picLocks noChangeAspect="1" noChangeArrowheads="1"/>
            </p:cNvPicPr>
            <p:nvPr/>
          </p:nvPicPr>
          <p:blipFill>
            <a:blip r:embed="rId5" cstate="print">
              <a:duotone>
                <a:prstClr val="black"/>
                <a:schemeClr val="accent4">
                  <a:tint val="45000"/>
                  <a:satMod val="400000"/>
                </a:schemeClr>
              </a:duotone>
            </a:blip>
            <a:srcRect/>
            <a:stretch>
              <a:fillRect/>
            </a:stretch>
          </p:blipFill>
          <p:spPr bwMode="auto">
            <a:xfrm>
              <a:off x="2645936" y="3954742"/>
              <a:ext cx="1104900" cy="600075"/>
            </a:xfrm>
            <a:prstGeom prst="rect">
              <a:avLst/>
            </a:prstGeom>
            <a:noFill/>
            <a:ln w="9525">
              <a:noFill/>
              <a:miter lim="800000"/>
              <a:headEnd/>
              <a:tailEnd/>
            </a:ln>
          </p:spPr>
        </p:pic>
        <p:sp>
          <p:nvSpPr>
            <p:cNvPr id="11" name="Right Arrow 10">
              <a:extLst>
                <a:ext uri="{FF2B5EF4-FFF2-40B4-BE49-F238E27FC236}">
                  <a16:creationId xmlns:a16="http://schemas.microsoft.com/office/drawing/2014/main" id="{C65C7556-35C2-4814-9392-A9660A30339C}"/>
                </a:ext>
              </a:extLst>
            </p:cNvPr>
            <p:cNvSpPr/>
            <p:nvPr/>
          </p:nvSpPr>
          <p:spPr>
            <a:xfrm>
              <a:off x="2133501" y="4038747"/>
              <a:ext cx="397094" cy="178988"/>
            </a:xfrm>
            <a:prstGeom prst="rightArrow">
              <a:avLst/>
            </a:prstGeom>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endParaRPr lang="en-US">
                <a:solidFill>
                  <a:srgbClr val="000000"/>
                </a:solidFill>
              </a:endParaRPr>
            </a:p>
          </p:txBody>
        </p:sp>
      </p:grpSp>
      <p:grpSp>
        <p:nvGrpSpPr>
          <p:cNvPr id="19464" name="Group 16">
            <a:extLst>
              <a:ext uri="{FF2B5EF4-FFF2-40B4-BE49-F238E27FC236}">
                <a16:creationId xmlns:a16="http://schemas.microsoft.com/office/drawing/2014/main" id="{B93E0655-4ABD-4E26-865C-DC430EF15502}"/>
              </a:ext>
            </a:extLst>
          </p:cNvPr>
          <p:cNvGrpSpPr>
            <a:grpSpLocks/>
          </p:cNvGrpSpPr>
          <p:nvPr/>
        </p:nvGrpSpPr>
        <p:grpSpPr bwMode="auto">
          <a:xfrm>
            <a:off x="1373167" y="1751918"/>
            <a:ext cx="5929313" cy="932659"/>
            <a:chOff x="228600" y="866775"/>
            <a:chExt cx="5410200" cy="657225"/>
          </a:xfrm>
        </p:grpSpPr>
        <p:pic>
          <p:nvPicPr>
            <p:cNvPr id="13" name="Picture 5">
              <a:extLst>
                <a:ext uri="{FF2B5EF4-FFF2-40B4-BE49-F238E27FC236}">
                  <a16:creationId xmlns:a16="http://schemas.microsoft.com/office/drawing/2014/main" id="{D7D2AB04-F7FB-46DE-8214-5E905EAD5E5D}"/>
                </a:ext>
              </a:extLst>
            </p:cNvPr>
            <p:cNvPicPr>
              <a:picLocks noChangeAspect="1" noChangeArrowheads="1"/>
            </p:cNvPicPr>
            <p:nvPr/>
          </p:nvPicPr>
          <p:blipFill>
            <a:blip r:embed="rId6" cstate="print">
              <a:duotone>
                <a:prstClr val="black"/>
                <a:schemeClr val="accent4">
                  <a:tint val="45000"/>
                  <a:satMod val="400000"/>
                </a:schemeClr>
              </a:duotone>
            </a:blip>
            <a:srcRect/>
            <a:stretch>
              <a:fillRect/>
            </a:stretch>
          </p:blipFill>
          <p:spPr bwMode="auto">
            <a:xfrm>
              <a:off x="228600" y="1066800"/>
              <a:ext cx="2695575" cy="323850"/>
            </a:xfrm>
            <a:prstGeom prst="rect">
              <a:avLst/>
            </a:prstGeom>
            <a:noFill/>
            <a:ln w="9525">
              <a:noFill/>
              <a:miter lim="800000"/>
              <a:headEnd/>
              <a:tailEnd/>
            </a:ln>
          </p:spPr>
        </p:pic>
        <p:pic>
          <p:nvPicPr>
            <p:cNvPr id="14" name="Picture 6">
              <a:extLst>
                <a:ext uri="{FF2B5EF4-FFF2-40B4-BE49-F238E27FC236}">
                  <a16:creationId xmlns:a16="http://schemas.microsoft.com/office/drawing/2014/main" id="{7A9B00DF-E8AE-4FDD-A32E-E44D1BB23D7D}"/>
                </a:ext>
              </a:extLst>
            </p:cNvPr>
            <p:cNvPicPr>
              <a:picLocks noChangeAspect="1" noChangeArrowheads="1"/>
            </p:cNvPicPr>
            <p:nvPr/>
          </p:nvPicPr>
          <p:blipFill>
            <a:blip r:embed="rId7" cstate="print">
              <a:duotone>
                <a:prstClr val="black"/>
                <a:schemeClr val="accent4">
                  <a:tint val="45000"/>
                  <a:satMod val="400000"/>
                </a:schemeClr>
              </a:duotone>
            </a:blip>
            <a:srcRect/>
            <a:stretch>
              <a:fillRect/>
            </a:stretch>
          </p:blipFill>
          <p:spPr bwMode="auto">
            <a:xfrm>
              <a:off x="3581400" y="866775"/>
              <a:ext cx="2057400" cy="657225"/>
            </a:xfrm>
            <a:prstGeom prst="rect">
              <a:avLst/>
            </a:prstGeom>
            <a:noFill/>
            <a:ln w="9525">
              <a:noFill/>
              <a:miter lim="800000"/>
              <a:headEnd/>
              <a:tailEnd/>
            </a:ln>
          </p:spPr>
        </p:pic>
      </p:grpSp>
      <p:sp>
        <p:nvSpPr>
          <p:cNvPr id="15" name="Right Arrow 14">
            <a:extLst>
              <a:ext uri="{FF2B5EF4-FFF2-40B4-BE49-F238E27FC236}">
                <a16:creationId xmlns:a16="http://schemas.microsoft.com/office/drawing/2014/main" id="{D44899CD-18EF-443E-A92F-092770611B25}"/>
              </a:ext>
            </a:extLst>
          </p:cNvPr>
          <p:cNvSpPr/>
          <p:nvPr/>
        </p:nvSpPr>
        <p:spPr>
          <a:xfrm>
            <a:off x="4458928" y="2088589"/>
            <a:ext cx="457200" cy="228600"/>
          </a:xfrm>
          <a:prstGeom prst="rightArrow">
            <a:avLst/>
          </a:prstGeom>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endParaRPr lang="en-US">
              <a:solidFill>
                <a:srgbClr val="000000"/>
              </a:solidFill>
            </a:endParaRPr>
          </a:p>
        </p:txBody>
      </p:sp>
      <p:sp>
        <p:nvSpPr>
          <p:cNvPr id="16" name="TextBox 2">
            <a:extLst>
              <a:ext uri="{FF2B5EF4-FFF2-40B4-BE49-F238E27FC236}">
                <a16:creationId xmlns:a16="http://schemas.microsoft.com/office/drawing/2014/main" id="{8A3D5611-CEA5-46BD-9243-D0A8542079C0}"/>
              </a:ext>
            </a:extLst>
          </p:cNvPr>
          <p:cNvSpPr txBox="1">
            <a:spLocks noChangeArrowheads="1"/>
          </p:cNvSpPr>
          <p:nvPr/>
        </p:nvSpPr>
        <p:spPr bwMode="auto">
          <a:xfrm>
            <a:off x="3447790" y="905240"/>
            <a:ext cx="29562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Resistors in Series</a:t>
            </a:r>
            <a:endParaRPr lang="en-US" altLang="id-ID" sz="2000" b="1"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7432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4">
            <a:extLst>
              <a:ext uri="{FF2B5EF4-FFF2-40B4-BE49-F238E27FC236}">
                <a16:creationId xmlns:a16="http://schemas.microsoft.com/office/drawing/2014/main" id="{CFD171DC-F13E-4D4B-9496-EC0C69EFB2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07" t="23128" r="5026" b="30617"/>
          <a:stretch>
            <a:fillRect/>
          </a:stretch>
        </p:blipFill>
        <p:spPr bwMode="auto">
          <a:xfrm>
            <a:off x="1178461" y="1779709"/>
            <a:ext cx="7103805" cy="536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6" name="Picture 5">
            <a:extLst>
              <a:ext uri="{FF2B5EF4-FFF2-40B4-BE49-F238E27FC236}">
                <a16:creationId xmlns:a16="http://schemas.microsoft.com/office/drawing/2014/main" id="{E85F2812-4A9F-4F80-8C26-A51901FD28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7609" y="2448441"/>
            <a:ext cx="7192463" cy="549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677" name="Group 17">
            <a:extLst>
              <a:ext uri="{FF2B5EF4-FFF2-40B4-BE49-F238E27FC236}">
                <a16:creationId xmlns:a16="http://schemas.microsoft.com/office/drawing/2014/main" id="{D14435F0-B896-4F9D-AE9C-2455DE9E4261}"/>
              </a:ext>
            </a:extLst>
          </p:cNvPr>
          <p:cNvGrpSpPr>
            <a:grpSpLocks/>
          </p:cNvGrpSpPr>
          <p:nvPr/>
        </p:nvGrpSpPr>
        <p:grpSpPr bwMode="auto">
          <a:xfrm>
            <a:off x="1243403" y="3483845"/>
            <a:ext cx="3500438" cy="1939925"/>
            <a:chOff x="7019" y="1363"/>
            <a:chExt cx="4135" cy="2492"/>
          </a:xfrm>
        </p:grpSpPr>
        <p:cxnSp>
          <p:nvCxnSpPr>
            <p:cNvPr id="28728" name="AutoShape 18">
              <a:extLst>
                <a:ext uri="{FF2B5EF4-FFF2-40B4-BE49-F238E27FC236}">
                  <a16:creationId xmlns:a16="http://schemas.microsoft.com/office/drawing/2014/main" id="{A9E463B2-B8A9-4FA1-BDD8-EF33021BFF6A}"/>
                </a:ext>
              </a:extLst>
            </p:cNvPr>
            <p:cNvCxnSpPr>
              <a:cxnSpLocks noChangeShapeType="1"/>
            </p:cNvCxnSpPr>
            <p:nvPr/>
          </p:nvCxnSpPr>
          <p:spPr bwMode="auto">
            <a:xfrm>
              <a:off x="9053" y="1363"/>
              <a:ext cx="570" cy="1"/>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8729" name="AutoShape 19">
              <a:extLst>
                <a:ext uri="{FF2B5EF4-FFF2-40B4-BE49-F238E27FC236}">
                  <a16:creationId xmlns:a16="http://schemas.microsoft.com/office/drawing/2014/main" id="{7BFA539F-98A1-41B9-9659-F8325B3BA2C9}"/>
                </a:ext>
              </a:extLst>
            </p:cNvPr>
            <p:cNvCxnSpPr>
              <a:cxnSpLocks noChangeShapeType="1"/>
            </p:cNvCxnSpPr>
            <p:nvPr/>
          </p:nvCxnSpPr>
          <p:spPr bwMode="auto">
            <a:xfrm>
              <a:off x="7546" y="3612"/>
              <a:ext cx="3412" cy="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30" name="AutoShape 20">
              <a:extLst>
                <a:ext uri="{FF2B5EF4-FFF2-40B4-BE49-F238E27FC236}">
                  <a16:creationId xmlns:a16="http://schemas.microsoft.com/office/drawing/2014/main" id="{D3A71FF8-3D90-4D7D-86D2-F0C3CED81BEC}"/>
                </a:ext>
              </a:extLst>
            </p:cNvPr>
            <p:cNvCxnSpPr>
              <a:cxnSpLocks noChangeShapeType="1"/>
            </p:cNvCxnSpPr>
            <p:nvPr/>
          </p:nvCxnSpPr>
          <p:spPr bwMode="auto">
            <a:xfrm>
              <a:off x="10890" y="1541"/>
              <a:ext cx="0" cy="6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31" name="AutoShape 21">
              <a:extLst>
                <a:ext uri="{FF2B5EF4-FFF2-40B4-BE49-F238E27FC236}">
                  <a16:creationId xmlns:a16="http://schemas.microsoft.com/office/drawing/2014/main" id="{B2F65E41-E89F-4EB8-BB83-E95559E8F9D7}"/>
                </a:ext>
              </a:extLst>
            </p:cNvPr>
            <p:cNvCxnSpPr>
              <a:cxnSpLocks noChangeShapeType="1"/>
            </p:cNvCxnSpPr>
            <p:nvPr/>
          </p:nvCxnSpPr>
          <p:spPr bwMode="auto">
            <a:xfrm flipV="1">
              <a:off x="10920" y="2849"/>
              <a:ext cx="0" cy="76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28732" name="Group 22">
              <a:extLst>
                <a:ext uri="{FF2B5EF4-FFF2-40B4-BE49-F238E27FC236}">
                  <a16:creationId xmlns:a16="http://schemas.microsoft.com/office/drawing/2014/main" id="{51BE00C1-C226-4605-AB77-30800D7CF5FB}"/>
                </a:ext>
              </a:extLst>
            </p:cNvPr>
            <p:cNvGrpSpPr>
              <a:grpSpLocks/>
            </p:cNvGrpSpPr>
            <p:nvPr/>
          </p:nvGrpSpPr>
          <p:grpSpPr bwMode="auto">
            <a:xfrm>
              <a:off x="10800" y="2216"/>
              <a:ext cx="210" cy="630"/>
              <a:chOff x="2430" y="5910"/>
              <a:chExt cx="210" cy="630"/>
            </a:xfrm>
          </p:grpSpPr>
          <p:cxnSp>
            <p:nvCxnSpPr>
              <p:cNvPr id="28770" name="AutoShape 23">
                <a:extLst>
                  <a:ext uri="{FF2B5EF4-FFF2-40B4-BE49-F238E27FC236}">
                    <a16:creationId xmlns:a16="http://schemas.microsoft.com/office/drawing/2014/main" id="{3F97C217-7CA9-43A7-B746-19CE929ABC16}"/>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71" name="AutoShape 24">
                <a:extLst>
                  <a:ext uri="{FF2B5EF4-FFF2-40B4-BE49-F238E27FC236}">
                    <a16:creationId xmlns:a16="http://schemas.microsoft.com/office/drawing/2014/main" id="{BDF28539-8D9E-4F8A-8D5A-972B22309FF6}"/>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72" name="AutoShape 25">
                <a:extLst>
                  <a:ext uri="{FF2B5EF4-FFF2-40B4-BE49-F238E27FC236}">
                    <a16:creationId xmlns:a16="http://schemas.microsoft.com/office/drawing/2014/main" id="{4BD429DF-2CE1-4388-8EC6-6D0FAC7D722C}"/>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73" name="AutoShape 26">
                <a:extLst>
                  <a:ext uri="{FF2B5EF4-FFF2-40B4-BE49-F238E27FC236}">
                    <a16:creationId xmlns:a16="http://schemas.microsoft.com/office/drawing/2014/main" id="{A4F79FCE-D019-4053-88BE-FFFDE049280B}"/>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74" name="AutoShape 27">
                <a:extLst>
                  <a:ext uri="{FF2B5EF4-FFF2-40B4-BE49-F238E27FC236}">
                    <a16:creationId xmlns:a16="http://schemas.microsoft.com/office/drawing/2014/main" id="{38190E24-BC39-48BF-86D3-183FDE10ECA9}"/>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75" name="AutoShape 28">
                <a:extLst>
                  <a:ext uri="{FF2B5EF4-FFF2-40B4-BE49-F238E27FC236}">
                    <a16:creationId xmlns:a16="http://schemas.microsoft.com/office/drawing/2014/main" id="{B3C48D2A-AD08-4FB2-8C7A-26B05E1C97C3}"/>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76" name="AutoShape 29">
                <a:extLst>
                  <a:ext uri="{FF2B5EF4-FFF2-40B4-BE49-F238E27FC236}">
                    <a16:creationId xmlns:a16="http://schemas.microsoft.com/office/drawing/2014/main" id="{26BACD11-C028-4BC2-8607-18A81D85A8CD}"/>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28733" name="AutoShape 30">
              <a:extLst>
                <a:ext uri="{FF2B5EF4-FFF2-40B4-BE49-F238E27FC236}">
                  <a16:creationId xmlns:a16="http://schemas.microsoft.com/office/drawing/2014/main" id="{8FB73325-A9C9-4B77-BAFC-15BE6F1145F4}"/>
                </a:ext>
              </a:extLst>
            </p:cNvPr>
            <p:cNvCxnSpPr>
              <a:cxnSpLocks noChangeShapeType="1"/>
            </p:cNvCxnSpPr>
            <p:nvPr/>
          </p:nvCxnSpPr>
          <p:spPr bwMode="auto">
            <a:xfrm>
              <a:off x="11154" y="2097"/>
              <a:ext cx="0" cy="63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8734" name="AutoShape 31">
              <a:extLst>
                <a:ext uri="{FF2B5EF4-FFF2-40B4-BE49-F238E27FC236}">
                  <a16:creationId xmlns:a16="http://schemas.microsoft.com/office/drawing/2014/main" id="{4FF8CF9C-AEFD-44FB-9E4B-951BF0699AFA}"/>
                </a:ext>
              </a:extLst>
            </p:cNvPr>
            <p:cNvCxnSpPr>
              <a:cxnSpLocks noChangeShapeType="1"/>
            </p:cNvCxnSpPr>
            <p:nvPr/>
          </p:nvCxnSpPr>
          <p:spPr bwMode="auto">
            <a:xfrm flipH="1">
              <a:off x="9113" y="3855"/>
              <a:ext cx="63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8735" name="AutoShape 32">
              <a:extLst>
                <a:ext uri="{FF2B5EF4-FFF2-40B4-BE49-F238E27FC236}">
                  <a16:creationId xmlns:a16="http://schemas.microsoft.com/office/drawing/2014/main" id="{EC60806D-BB3A-4A1F-B730-0FAD89F8EA15}"/>
                </a:ext>
              </a:extLst>
            </p:cNvPr>
            <p:cNvCxnSpPr>
              <a:cxnSpLocks noChangeShapeType="1"/>
            </p:cNvCxnSpPr>
            <p:nvPr/>
          </p:nvCxnSpPr>
          <p:spPr bwMode="auto">
            <a:xfrm flipV="1">
              <a:off x="7019" y="2306"/>
              <a:ext cx="1" cy="603"/>
            </a:xfrm>
            <a:prstGeom prst="straightConnector1">
              <a:avLst/>
            </a:prstGeom>
            <a:noFill/>
            <a:ln w="2857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8736" name="AutoShape 33">
              <a:extLst>
                <a:ext uri="{FF2B5EF4-FFF2-40B4-BE49-F238E27FC236}">
                  <a16:creationId xmlns:a16="http://schemas.microsoft.com/office/drawing/2014/main" id="{91B2E7B6-041A-4FAE-8666-721FE3E9FF30}"/>
                </a:ext>
              </a:extLst>
            </p:cNvPr>
            <p:cNvCxnSpPr>
              <a:cxnSpLocks noChangeShapeType="1"/>
            </p:cNvCxnSpPr>
            <p:nvPr/>
          </p:nvCxnSpPr>
          <p:spPr bwMode="auto">
            <a:xfrm flipV="1">
              <a:off x="7255" y="2789"/>
              <a:ext cx="150"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37" name="AutoShape 34">
              <a:extLst>
                <a:ext uri="{FF2B5EF4-FFF2-40B4-BE49-F238E27FC236}">
                  <a16:creationId xmlns:a16="http://schemas.microsoft.com/office/drawing/2014/main" id="{3B41F393-52A6-4FC8-B2D6-E3D5A42F5589}"/>
                </a:ext>
              </a:extLst>
            </p:cNvPr>
            <p:cNvCxnSpPr>
              <a:cxnSpLocks noChangeShapeType="1"/>
            </p:cNvCxnSpPr>
            <p:nvPr/>
          </p:nvCxnSpPr>
          <p:spPr bwMode="auto">
            <a:xfrm>
              <a:off x="7118" y="2456"/>
              <a:ext cx="208"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38" name="AutoShape 35">
              <a:extLst>
                <a:ext uri="{FF2B5EF4-FFF2-40B4-BE49-F238E27FC236}">
                  <a16:creationId xmlns:a16="http://schemas.microsoft.com/office/drawing/2014/main" id="{A02C8B85-A5DD-4C5D-87BE-7AC6146D5C4E}"/>
                </a:ext>
              </a:extLst>
            </p:cNvPr>
            <p:cNvCxnSpPr>
              <a:cxnSpLocks noChangeShapeType="1"/>
            </p:cNvCxnSpPr>
            <p:nvPr/>
          </p:nvCxnSpPr>
          <p:spPr bwMode="auto">
            <a:xfrm flipV="1">
              <a:off x="7575" y="1509"/>
              <a:ext cx="3315"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39" name="AutoShape 36">
              <a:extLst>
                <a:ext uri="{FF2B5EF4-FFF2-40B4-BE49-F238E27FC236}">
                  <a16:creationId xmlns:a16="http://schemas.microsoft.com/office/drawing/2014/main" id="{03221E12-1924-46B4-A88D-7AD9EC273437}"/>
                </a:ext>
              </a:extLst>
            </p:cNvPr>
            <p:cNvCxnSpPr>
              <a:cxnSpLocks noChangeShapeType="1"/>
            </p:cNvCxnSpPr>
            <p:nvPr/>
          </p:nvCxnSpPr>
          <p:spPr bwMode="auto">
            <a:xfrm flipV="1">
              <a:off x="7546" y="2741"/>
              <a:ext cx="6" cy="87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40" name="AutoShape 37">
              <a:extLst>
                <a:ext uri="{FF2B5EF4-FFF2-40B4-BE49-F238E27FC236}">
                  <a16:creationId xmlns:a16="http://schemas.microsoft.com/office/drawing/2014/main" id="{3D3E2E8B-EDFE-4BB6-B212-D85CCC0EB5F4}"/>
                </a:ext>
              </a:extLst>
            </p:cNvPr>
            <p:cNvCxnSpPr>
              <a:cxnSpLocks noChangeShapeType="1"/>
            </p:cNvCxnSpPr>
            <p:nvPr/>
          </p:nvCxnSpPr>
          <p:spPr bwMode="auto">
            <a:xfrm flipV="1">
              <a:off x="7575" y="1509"/>
              <a:ext cx="0" cy="106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41" name="AutoShape 38">
              <a:extLst>
                <a:ext uri="{FF2B5EF4-FFF2-40B4-BE49-F238E27FC236}">
                  <a16:creationId xmlns:a16="http://schemas.microsoft.com/office/drawing/2014/main" id="{921185CB-413A-4932-BD6F-09AC8824BD2D}"/>
                </a:ext>
              </a:extLst>
            </p:cNvPr>
            <p:cNvCxnSpPr>
              <a:cxnSpLocks noChangeShapeType="1"/>
            </p:cNvCxnSpPr>
            <p:nvPr/>
          </p:nvCxnSpPr>
          <p:spPr bwMode="auto">
            <a:xfrm>
              <a:off x="7296" y="2576"/>
              <a:ext cx="51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42" name="AutoShape 39">
              <a:extLst>
                <a:ext uri="{FF2B5EF4-FFF2-40B4-BE49-F238E27FC236}">
                  <a16:creationId xmlns:a16="http://schemas.microsoft.com/office/drawing/2014/main" id="{5304B451-5155-4BE5-A803-E7EAAFFD765D}"/>
                </a:ext>
              </a:extLst>
            </p:cNvPr>
            <p:cNvCxnSpPr>
              <a:cxnSpLocks noChangeShapeType="1"/>
            </p:cNvCxnSpPr>
            <p:nvPr/>
          </p:nvCxnSpPr>
          <p:spPr bwMode="auto">
            <a:xfrm>
              <a:off x="7432" y="2732"/>
              <a:ext cx="218" cy="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43" name="AutoShape 40">
              <a:extLst>
                <a:ext uri="{FF2B5EF4-FFF2-40B4-BE49-F238E27FC236}">
                  <a16:creationId xmlns:a16="http://schemas.microsoft.com/office/drawing/2014/main" id="{E2C736C5-EB91-4579-A6E5-BD463C44CE52}"/>
                </a:ext>
              </a:extLst>
            </p:cNvPr>
            <p:cNvCxnSpPr>
              <a:cxnSpLocks noChangeShapeType="1"/>
            </p:cNvCxnSpPr>
            <p:nvPr/>
          </p:nvCxnSpPr>
          <p:spPr bwMode="auto">
            <a:xfrm>
              <a:off x="9953" y="2849"/>
              <a:ext cx="1" cy="76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44" name="AutoShape 41">
              <a:extLst>
                <a:ext uri="{FF2B5EF4-FFF2-40B4-BE49-F238E27FC236}">
                  <a16:creationId xmlns:a16="http://schemas.microsoft.com/office/drawing/2014/main" id="{54FA761F-4913-4AC4-92B3-63A72738C9C4}"/>
                </a:ext>
              </a:extLst>
            </p:cNvPr>
            <p:cNvCxnSpPr>
              <a:cxnSpLocks noChangeShapeType="1"/>
            </p:cNvCxnSpPr>
            <p:nvPr/>
          </p:nvCxnSpPr>
          <p:spPr bwMode="auto">
            <a:xfrm flipV="1">
              <a:off x="8917" y="2849"/>
              <a:ext cx="0" cy="76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45" name="AutoShape 42">
              <a:extLst>
                <a:ext uri="{FF2B5EF4-FFF2-40B4-BE49-F238E27FC236}">
                  <a16:creationId xmlns:a16="http://schemas.microsoft.com/office/drawing/2014/main" id="{22E230C1-B2F5-4729-A731-0CF665E0C14E}"/>
                </a:ext>
              </a:extLst>
            </p:cNvPr>
            <p:cNvCxnSpPr>
              <a:cxnSpLocks noChangeShapeType="1"/>
            </p:cNvCxnSpPr>
            <p:nvPr/>
          </p:nvCxnSpPr>
          <p:spPr bwMode="auto">
            <a:xfrm>
              <a:off x="7229" y="2332"/>
              <a:ext cx="1" cy="21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46" name="AutoShape 43">
              <a:extLst>
                <a:ext uri="{FF2B5EF4-FFF2-40B4-BE49-F238E27FC236}">
                  <a16:creationId xmlns:a16="http://schemas.microsoft.com/office/drawing/2014/main" id="{0745BE74-79DB-46C8-9DEA-02CF5A3F06EA}"/>
                </a:ext>
              </a:extLst>
            </p:cNvPr>
            <p:cNvCxnSpPr>
              <a:cxnSpLocks noChangeShapeType="1"/>
            </p:cNvCxnSpPr>
            <p:nvPr/>
          </p:nvCxnSpPr>
          <p:spPr bwMode="auto">
            <a:xfrm rot="10800000">
              <a:off x="8201" y="3657"/>
              <a:ext cx="0" cy="2"/>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8747" name="AutoShape 44">
              <a:extLst>
                <a:ext uri="{FF2B5EF4-FFF2-40B4-BE49-F238E27FC236}">
                  <a16:creationId xmlns:a16="http://schemas.microsoft.com/office/drawing/2014/main" id="{659CC65B-ED57-4C56-BF00-718EAB25CE9E}"/>
                </a:ext>
              </a:extLst>
            </p:cNvPr>
            <p:cNvCxnSpPr>
              <a:cxnSpLocks noChangeShapeType="1"/>
            </p:cNvCxnSpPr>
            <p:nvPr/>
          </p:nvCxnSpPr>
          <p:spPr bwMode="auto">
            <a:xfrm flipH="1">
              <a:off x="7920" y="1509"/>
              <a:ext cx="105"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grpSp>
          <p:nvGrpSpPr>
            <p:cNvPr id="28748" name="Group 45">
              <a:extLst>
                <a:ext uri="{FF2B5EF4-FFF2-40B4-BE49-F238E27FC236}">
                  <a16:creationId xmlns:a16="http://schemas.microsoft.com/office/drawing/2014/main" id="{8470DF30-C269-4114-ADB4-77125710C2B7}"/>
                </a:ext>
              </a:extLst>
            </p:cNvPr>
            <p:cNvGrpSpPr>
              <a:grpSpLocks/>
            </p:cNvGrpSpPr>
            <p:nvPr/>
          </p:nvGrpSpPr>
          <p:grpSpPr bwMode="auto">
            <a:xfrm>
              <a:off x="9840" y="2219"/>
              <a:ext cx="210" cy="630"/>
              <a:chOff x="2430" y="5910"/>
              <a:chExt cx="210" cy="630"/>
            </a:xfrm>
          </p:grpSpPr>
          <p:cxnSp>
            <p:nvCxnSpPr>
              <p:cNvPr id="28763" name="AutoShape 46">
                <a:extLst>
                  <a:ext uri="{FF2B5EF4-FFF2-40B4-BE49-F238E27FC236}">
                    <a16:creationId xmlns:a16="http://schemas.microsoft.com/office/drawing/2014/main" id="{5F081583-03E2-4C9B-B15D-0F8637EFA3F9}"/>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64" name="AutoShape 47">
                <a:extLst>
                  <a:ext uri="{FF2B5EF4-FFF2-40B4-BE49-F238E27FC236}">
                    <a16:creationId xmlns:a16="http://schemas.microsoft.com/office/drawing/2014/main" id="{4F51A35F-4DCA-4092-AA83-5D48C7DEBE42}"/>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65" name="AutoShape 48">
                <a:extLst>
                  <a:ext uri="{FF2B5EF4-FFF2-40B4-BE49-F238E27FC236}">
                    <a16:creationId xmlns:a16="http://schemas.microsoft.com/office/drawing/2014/main" id="{CE2A421D-BC6A-4295-9567-C03A14F4FC90}"/>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66" name="AutoShape 49">
                <a:extLst>
                  <a:ext uri="{FF2B5EF4-FFF2-40B4-BE49-F238E27FC236}">
                    <a16:creationId xmlns:a16="http://schemas.microsoft.com/office/drawing/2014/main" id="{6497A0CE-BA4C-4E5A-AFDF-3731E66603AF}"/>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67" name="AutoShape 50">
                <a:extLst>
                  <a:ext uri="{FF2B5EF4-FFF2-40B4-BE49-F238E27FC236}">
                    <a16:creationId xmlns:a16="http://schemas.microsoft.com/office/drawing/2014/main" id="{79ED08B2-39E8-4DE8-862B-C83A32C8B2B2}"/>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68" name="AutoShape 51">
                <a:extLst>
                  <a:ext uri="{FF2B5EF4-FFF2-40B4-BE49-F238E27FC236}">
                    <a16:creationId xmlns:a16="http://schemas.microsoft.com/office/drawing/2014/main" id="{7FBCAE3F-FB53-4EAA-AE0F-B9FAFFF26223}"/>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69" name="AutoShape 52">
                <a:extLst>
                  <a:ext uri="{FF2B5EF4-FFF2-40B4-BE49-F238E27FC236}">
                    <a16:creationId xmlns:a16="http://schemas.microsoft.com/office/drawing/2014/main" id="{8ABC6881-640F-4A77-8578-4A6A803E5CC7}"/>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28749" name="Group 53">
              <a:extLst>
                <a:ext uri="{FF2B5EF4-FFF2-40B4-BE49-F238E27FC236}">
                  <a16:creationId xmlns:a16="http://schemas.microsoft.com/office/drawing/2014/main" id="{2019C2D1-F358-43E2-863F-DAF2A6B5F2EE}"/>
                </a:ext>
              </a:extLst>
            </p:cNvPr>
            <p:cNvGrpSpPr>
              <a:grpSpLocks/>
            </p:cNvGrpSpPr>
            <p:nvPr/>
          </p:nvGrpSpPr>
          <p:grpSpPr bwMode="auto">
            <a:xfrm>
              <a:off x="8794" y="2216"/>
              <a:ext cx="210" cy="630"/>
              <a:chOff x="2430" y="5910"/>
              <a:chExt cx="210" cy="630"/>
            </a:xfrm>
          </p:grpSpPr>
          <p:cxnSp>
            <p:nvCxnSpPr>
              <p:cNvPr id="28756" name="AutoShape 54">
                <a:extLst>
                  <a:ext uri="{FF2B5EF4-FFF2-40B4-BE49-F238E27FC236}">
                    <a16:creationId xmlns:a16="http://schemas.microsoft.com/office/drawing/2014/main" id="{E2EC64AD-636F-4498-85BB-024FE9BBF97A}"/>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57" name="AutoShape 55">
                <a:extLst>
                  <a:ext uri="{FF2B5EF4-FFF2-40B4-BE49-F238E27FC236}">
                    <a16:creationId xmlns:a16="http://schemas.microsoft.com/office/drawing/2014/main" id="{5CA7F714-A444-42AB-AFDC-E8136065D786}"/>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58" name="AutoShape 56">
                <a:extLst>
                  <a:ext uri="{FF2B5EF4-FFF2-40B4-BE49-F238E27FC236}">
                    <a16:creationId xmlns:a16="http://schemas.microsoft.com/office/drawing/2014/main" id="{5E420EA2-4903-4811-A66F-663DA3F68121}"/>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59" name="AutoShape 57">
                <a:extLst>
                  <a:ext uri="{FF2B5EF4-FFF2-40B4-BE49-F238E27FC236}">
                    <a16:creationId xmlns:a16="http://schemas.microsoft.com/office/drawing/2014/main" id="{5F00A0E2-FFDD-4832-B4DF-457A95E4ABE4}"/>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60" name="AutoShape 58">
                <a:extLst>
                  <a:ext uri="{FF2B5EF4-FFF2-40B4-BE49-F238E27FC236}">
                    <a16:creationId xmlns:a16="http://schemas.microsoft.com/office/drawing/2014/main" id="{B003527A-5BC8-4A23-A6D4-798A9F2F853D}"/>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61" name="AutoShape 59">
                <a:extLst>
                  <a:ext uri="{FF2B5EF4-FFF2-40B4-BE49-F238E27FC236}">
                    <a16:creationId xmlns:a16="http://schemas.microsoft.com/office/drawing/2014/main" id="{15461AF9-5A85-40A9-9319-9B67D6791870}"/>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62" name="AutoShape 60">
                <a:extLst>
                  <a:ext uri="{FF2B5EF4-FFF2-40B4-BE49-F238E27FC236}">
                    <a16:creationId xmlns:a16="http://schemas.microsoft.com/office/drawing/2014/main" id="{B0219F34-21BD-41C3-AFD6-332BCC02A4A5}"/>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28750" name="AutoShape 61">
              <a:extLst>
                <a:ext uri="{FF2B5EF4-FFF2-40B4-BE49-F238E27FC236}">
                  <a16:creationId xmlns:a16="http://schemas.microsoft.com/office/drawing/2014/main" id="{123B583C-7C82-45CB-9BE4-241EC7C83A58}"/>
                </a:ext>
              </a:extLst>
            </p:cNvPr>
            <p:cNvCxnSpPr>
              <a:cxnSpLocks noChangeShapeType="1"/>
            </p:cNvCxnSpPr>
            <p:nvPr/>
          </p:nvCxnSpPr>
          <p:spPr bwMode="auto">
            <a:xfrm flipV="1">
              <a:off x="8900" y="1509"/>
              <a:ext cx="1" cy="70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51" name="AutoShape 62">
              <a:extLst>
                <a:ext uri="{FF2B5EF4-FFF2-40B4-BE49-F238E27FC236}">
                  <a16:creationId xmlns:a16="http://schemas.microsoft.com/office/drawing/2014/main" id="{5E0004FA-37EA-48D2-AF97-2BA1B73A0283}"/>
                </a:ext>
              </a:extLst>
            </p:cNvPr>
            <p:cNvCxnSpPr>
              <a:cxnSpLocks noChangeShapeType="1"/>
            </p:cNvCxnSpPr>
            <p:nvPr/>
          </p:nvCxnSpPr>
          <p:spPr bwMode="auto">
            <a:xfrm flipV="1">
              <a:off x="9960" y="1509"/>
              <a:ext cx="8" cy="70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52" name="AutoShape 63">
              <a:extLst>
                <a:ext uri="{FF2B5EF4-FFF2-40B4-BE49-F238E27FC236}">
                  <a16:creationId xmlns:a16="http://schemas.microsoft.com/office/drawing/2014/main" id="{9DB0E80F-CD71-4C03-AE09-1E2ED8DD0A3C}"/>
                </a:ext>
              </a:extLst>
            </p:cNvPr>
            <p:cNvCxnSpPr>
              <a:cxnSpLocks noChangeShapeType="1"/>
            </p:cNvCxnSpPr>
            <p:nvPr/>
          </p:nvCxnSpPr>
          <p:spPr bwMode="auto">
            <a:xfrm>
              <a:off x="9105" y="2189"/>
              <a:ext cx="0" cy="63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8753" name="AutoShape 64">
              <a:extLst>
                <a:ext uri="{FF2B5EF4-FFF2-40B4-BE49-F238E27FC236}">
                  <a16:creationId xmlns:a16="http://schemas.microsoft.com/office/drawing/2014/main" id="{CDCA7C9B-F473-4002-BDD5-B40E8F69C16B}"/>
                </a:ext>
              </a:extLst>
            </p:cNvPr>
            <p:cNvCxnSpPr>
              <a:cxnSpLocks noChangeShapeType="1"/>
            </p:cNvCxnSpPr>
            <p:nvPr/>
          </p:nvCxnSpPr>
          <p:spPr bwMode="auto">
            <a:xfrm>
              <a:off x="10155" y="2280"/>
              <a:ext cx="0" cy="63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8754" name="Freeform 65">
              <a:extLst>
                <a:ext uri="{FF2B5EF4-FFF2-40B4-BE49-F238E27FC236}">
                  <a16:creationId xmlns:a16="http://schemas.microsoft.com/office/drawing/2014/main" id="{39F8DF23-17A3-4E1E-B5CE-E1A82F333C9D}"/>
                </a:ext>
              </a:extLst>
            </p:cNvPr>
            <p:cNvSpPr>
              <a:spLocks/>
            </p:cNvSpPr>
            <p:nvPr/>
          </p:nvSpPr>
          <p:spPr bwMode="auto">
            <a:xfrm>
              <a:off x="7405" y="3330"/>
              <a:ext cx="403" cy="441"/>
            </a:xfrm>
            <a:custGeom>
              <a:avLst/>
              <a:gdLst>
                <a:gd name="T0" fmla="*/ 45 w 483"/>
                <a:gd name="T1" fmla="*/ 7 h 612"/>
                <a:gd name="T2" fmla="*/ 8 w 483"/>
                <a:gd name="T3" fmla="*/ 7 h 612"/>
                <a:gd name="T4" fmla="*/ 1 w 483"/>
                <a:gd name="T5" fmla="*/ 0 h 612"/>
                <a:gd name="T6" fmla="*/ 0 60000 65536"/>
                <a:gd name="T7" fmla="*/ 0 60000 65536"/>
                <a:gd name="T8" fmla="*/ 0 60000 65536"/>
                <a:gd name="T9" fmla="*/ 0 w 483"/>
                <a:gd name="T10" fmla="*/ 0 h 612"/>
                <a:gd name="T11" fmla="*/ 483 w 483"/>
                <a:gd name="T12" fmla="*/ 612 h 612"/>
              </a:gdLst>
              <a:ahLst/>
              <a:cxnLst>
                <a:cxn ang="T6">
                  <a:pos x="T0" y="T1"/>
                </a:cxn>
                <a:cxn ang="T7">
                  <a:pos x="T2" y="T3"/>
                </a:cxn>
                <a:cxn ang="T8">
                  <a:pos x="T4" y="T5"/>
                </a:cxn>
              </a:cxnLst>
              <a:rect l="T9" t="T10" r="T11" b="T12"/>
              <a:pathLst>
                <a:path w="483" h="612">
                  <a:moveTo>
                    <a:pt x="483" y="525"/>
                  </a:moveTo>
                  <a:cubicBezTo>
                    <a:pt x="321" y="568"/>
                    <a:pt x="160" y="612"/>
                    <a:pt x="80" y="525"/>
                  </a:cubicBezTo>
                  <a:cubicBezTo>
                    <a:pt x="0" y="438"/>
                    <a:pt x="14" y="75"/>
                    <a:pt x="1" y="0"/>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HK"/>
            </a:p>
          </p:txBody>
        </p:sp>
        <p:sp>
          <p:nvSpPr>
            <p:cNvPr id="28755" name="Freeform 66">
              <a:extLst>
                <a:ext uri="{FF2B5EF4-FFF2-40B4-BE49-F238E27FC236}">
                  <a16:creationId xmlns:a16="http://schemas.microsoft.com/office/drawing/2014/main" id="{E103F77D-9F80-466C-993A-D67355667232}"/>
                </a:ext>
              </a:extLst>
            </p:cNvPr>
            <p:cNvSpPr>
              <a:spLocks/>
            </p:cNvSpPr>
            <p:nvPr/>
          </p:nvSpPr>
          <p:spPr bwMode="auto">
            <a:xfrm>
              <a:off x="7432" y="1363"/>
              <a:ext cx="374" cy="542"/>
            </a:xfrm>
            <a:custGeom>
              <a:avLst/>
              <a:gdLst>
                <a:gd name="T0" fmla="*/ 8 w 436"/>
                <a:gd name="T1" fmla="*/ 67 h 645"/>
                <a:gd name="T2" fmla="*/ 8 w 436"/>
                <a:gd name="T3" fmla="*/ 11 h 645"/>
                <a:gd name="T4" fmla="*/ 59 w 436"/>
                <a:gd name="T5" fmla="*/ 3 h 645"/>
                <a:gd name="T6" fmla="*/ 0 60000 65536"/>
                <a:gd name="T7" fmla="*/ 0 60000 65536"/>
                <a:gd name="T8" fmla="*/ 0 60000 65536"/>
                <a:gd name="T9" fmla="*/ 0 w 436"/>
                <a:gd name="T10" fmla="*/ 0 h 645"/>
                <a:gd name="T11" fmla="*/ 436 w 436"/>
                <a:gd name="T12" fmla="*/ 645 h 645"/>
              </a:gdLst>
              <a:ahLst/>
              <a:cxnLst>
                <a:cxn ang="T6">
                  <a:pos x="T0" y="T1"/>
                </a:cxn>
                <a:cxn ang="T7">
                  <a:pos x="T2" y="T3"/>
                </a:cxn>
                <a:cxn ang="T8">
                  <a:pos x="T4" y="T5"/>
                </a:cxn>
              </a:cxnLst>
              <a:rect l="T9" t="T10" r="T11" b="T12"/>
              <a:pathLst>
                <a:path w="436" h="645">
                  <a:moveTo>
                    <a:pt x="62" y="645"/>
                  </a:moveTo>
                  <a:cubicBezTo>
                    <a:pt x="31" y="427"/>
                    <a:pt x="0" y="210"/>
                    <a:pt x="62" y="105"/>
                  </a:cubicBezTo>
                  <a:cubicBezTo>
                    <a:pt x="124" y="0"/>
                    <a:pt x="280" y="7"/>
                    <a:pt x="436" y="15"/>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HK"/>
            </a:p>
          </p:txBody>
        </p:sp>
      </p:grpSp>
      <p:grpSp>
        <p:nvGrpSpPr>
          <p:cNvPr id="28678" name="Group 67">
            <a:extLst>
              <a:ext uri="{FF2B5EF4-FFF2-40B4-BE49-F238E27FC236}">
                <a16:creationId xmlns:a16="http://schemas.microsoft.com/office/drawing/2014/main" id="{6C460B2B-6CE7-41DE-B778-CF36CD73A011}"/>
              </a:ext>
            </a:extLst>
          </p:cNvPr>
          <p:cNvGrpSpPr>
            <a:grpSpLocks/>
          </p:cNvGrpSpPr>
          <p:nvPr/>
        </p:nvGrpSpPr>
        <p:grpSpPr bwMode="auto">
          <a:xfrm>
            <a:off x="5386778" y="3483845"/>
            <a:ext cx="1671638" cy="1643063"/>
            <a:chOff x="1688" y="885"/>
            <a:chExt cx="2632" cy="2588"/>
          </a:xfrm>
        </p:grpSpPr>
        <p:cxnSp>
          <p:nvCxnSpPr>
            <p:cNvPr id="28703" name="AutoShape 68">
              <a:extLst>
                <a:ext uri="{FF2B5EF4-FFF2-40B4-BE49-F238E27FC236}">
                  <a16:creationId xmlns:a16="http://schemas.microsoft.com/office/drawing/2014/main" id="{11E63BD3-E953-4147-8E1B-91EBB947C765}"/>
                </a:ext>
              </a:extLst>
            </p:cNvPr>
            <p:cNvCxnSpPr>
              <a:cxnSpLocks noChangeShapeType="1"/>
            </p:cNvCxnSpPr>
            <p:nvPr/>
          </p:nvCxnSpPr>
          <p:spPr bwMode="auto">
            <a:xfrm>
              <a:off x="2252" y="3291"/>
              <a:ext cx="1859"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04" name="AutoShape 69">
              <a:extLst>
                <a:ext uri="{FF2B5EF4-FFF2-40B4-BE49-F238E27FC236}">
                  <a16:creationId xmlns:a16="http://schemas.microsoft.com/office/drawing/2014/main" id="{19ABFD85-7820-4E88-A8F9-83C976F532FD}"/>
                </a:ext>
              </a:extLst>
            </p:cNvPr>
            <p:cNvCxnSpPr>
              <a:cxnSpLocks noChangeShapeType="1"/>
            </p:cNvCxnSpPr>
            <p:nvPr/>
          </p:nvCxnSpPr>
          <p:spPr bwMode="auto">
            <a:xfrm>
              <a:off x="4111" y="1125"/>
              <a:ext cx="0" cy="6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05" name="AutoShape 70">
              <a:extLst>
                <a:ext uri="{FF2B5EF4-FFF2-40B4-BE49-F238E27FC236}">
                  <a16:creationId xmlns:a16="http://schemas.microsoft.com/office/drawing/2014/main" id="{7946D4FF-C108-4672-A2B6-F8D1ED5E3525}"/>
                </a:ext>
              </a:extLst>
            </p:cNvPr>
            <p:cNvCxnSpPr>
              <a:cxnSpLocks noChangeShapeType="1"/>
            </p:cNvCxnSpPr>
            <p:nvPr/>
          </p:nvCxnSpPr>
          <p:spPr bwMode="auto">
            <a:xfrm flipV="1">
              <a:off x="4110" y="2430"/>
              <a:ext cx="1" cy="85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28706" name="Group 71">
              <a:extLst>
                <a:ext uri="{FF2B5EF4-FFF2-40B4-BE49-F238E27FC236}">
                  <a16:creationId xmlns:a16="http://schemas.microsoft.com/office/drawing/2014/main" id="{2C389409-6C59-4047-B2F3-248BE12617FF}"/>
                </a:ext>
              </a:extLst>
            </p:cNvPr>
            <p:cNvGrpSpPr>
              <a:grpSpLocks/>
            </p:cNvGrpSpPr>
            <p:nvPr/>
          </p:nvGrpSpPr>
          <p:grpSpPr bwMode="auto">
            <a:xfrm>
              <a:off x="3990" y="1800"/>
              <a:ext cx="210" cy="630"/>
              <a:chOff x="2430" y="5910"/>
              <a:chExt cx="210" cy="630"/>
            </a:xfrm>
          </p:grpSpPr>
          <p:cxnSp>
            <p:nvCxnSpPr>
              <p:cNvPr id="28721" name="AutoShape 72">
                <a:extLst>
                  <a:ext uri="{FF2B5EF4-FFF2-40B4-BE49-F238E27FC236}">
                    <a16:creationId xmlns:a16="http://schemas.microsoft.com/office/drawing/2014/main" id="{082D4C10-F2A3-40C3-B51C-FAB152818B6E}"/>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22" name="AutoShape 73">
                <a:extLst>
                  <a:ext uri="{FF2B5EF4-FFF2-40B4-BE49-F238E27FC236}">
                    <a16:creationId xmlns:a16="http://schemas.microsoft.com/office/drawing/2014/main" id="{8B425304-12C0-4E89-9050-571EE235F105}"/>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23" name="AutoShape 74">
                <a:extLst>
                  <a:ext uri="{FF2B5EF4-FFF2-40B4-BE49-F238E27FC236}">
                    <a16:creationId xmlns:a16="http://schemas.microsoft.com/office/drawing/2014/main" id="{F5AB79EF-D81F-40B0-9792-D6AF65434833}"/>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24" name="AutoShape 75">
                <a:extLst>
                  <a:ext uri="{FF2B5EF4-FFF2-40B4-BE49-F238E27FC236}">
                    <a16:creationId xmlns:a16="http://schemas.microsoft.com/office/drawing/2014/main" id="{98C128D5-5A78-42FE-B665-44C5164AE8A1}"/>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25" name="AutoShape 76">
                <a:extLst>
                  <a:ext uri="{FF2B5EF4-FFF2-40B4-BE49-F238E27FC236}">
                    <a16:creationId xmlns:a16="http://schemas.microsoft.com/office/drawing/2014/main" id="{2E30E522-1214-4FBD-B86C-507EF65215CF}"/>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26" name="AutoShape 77">
                <a:extLst>
                  <a:ext uri="{FF2B5EF4-FFF2-40B4-BE49-F238E27FC236}">
                    <a16:creationId xmlns:a16="http://schemas.microsoft.com/office/drawing/2014/main" id="{62B39C89-282B-4F5D-BF2C-FF12520AB0B8}"/>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27" name="AutoShape 78">
                <a:extLst>
                  <a:ext uri="{FF2B5EF4-FFF2-40B4-BE49-F238E27FC236}">
                    <a16:creationId xmlns:a16="http://schemas.microsoft.com/office/drawing/2014/main" id="{535A10FA-F367-4FA6-832C-CE4A51BDABD5}"/>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28707" name="AutoShape 79">
              <a:extLst>
                <a:ext uri="{FF2B5EF4-FFF2-40B4-BE49-F238E27FC236}">
                  <a16:creationId xmlns:a16="http://schemas.microsoft.com/office/drawing/2014/main" id="{1DA1460B-DE80-4951-8D4A-D4CD0C48E4B6}"/>
                </a:ext>
              </a:extLst>
            </p:cNvPr>
            <p:cNvCxnSpPr>
              <a:cxnSpLocks noChangeShapeType="1"/>
            </p:cNvCxnSpPr>
            <p:nvPr/>
          </p:nvCxnSpPr>
          <p:spPr bwMode="auto">
            <a:xfrm>
              <a:off x="3263" y="885"/>
              <a:ext cx="570" cy="1"/>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8708" name="AutoShape 80">
              <a:extLst>
                <a:ext uri="{FF2B5EF4-FFF2-40B4-BE49-F238E27FC236}">
                  <a16:creationId xmlns:a16="http://schemas.microsoft.com/office/drawing/2014/main" id="{5141F08C-83F7-437E-9EE9-D4C61533FE48}"/>
                </a:ext>
              </a:extLst>
            </p:cNvPr>
            <p:cNvCxnSpPr>
              <a:cxnSpLocks noChangeShapeType="1"/>
            </p:cNvCxnSpPr>
            <p:nvPr/>
          </p:nvCxnSpPr>
          <p:spPr bwMode="auto">
            <a:xfrm>
              <a:off x="4320" y="1801"/>
              <a:ext cx="0" cy="63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8709" name="AutoShape 81">
              <a:extLst>
                <a:ext uri="{FF2B5EF4-FFF2-40B4-BE49-F238E27FC236}">
                  <a16:creationId xmlns:a16="http://schemas.microsoft.com/office/drawing/2014/main" id="{A434F45E-6C6E-4D10-B324-6816E2252E42}"/>
                </a:ext>
              </a:extLst>
            </p:cNvPr>
            <p:cNvCxnSpPr>
              <a:cxnSpLocks noChangeShapeType="1"/>
            </p:cNvCxnSpPr>
            <p:nvPr/>
          </p:nvCxnSpPr>
          <p:spPr bwMode="auto">
            <a:xfrm flipH="1">
              <a:off x="2250" y="3473"/>
              <a:ext cx="63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8710" name="AutoShape 82">
              <a:extLst>
                <a:ext uri="{FF2B5EF4-FFF2-40B4-BE49-F238E27FC236}">
                  <a16:creationId xmlns:a16="http://schemas.microsoft.com/office/drawing/2014/main" id="{EB559E31-2722-469E-A7D4-268729B7B255}"/>
                </a:ext>
              </a:extLst>
            </p:cNvPr>
            <p:cNvCxnSpPr>
              <a:cxnSpLocks noChangeShapeType="1"/>
            </p:cNvCxnSpPr>
            <p:nvPr/>
          </p:nvCxnSpPr>
          <p:spPr bwMode="auto">
            <a:xfrm flipV="1">
              <a:off x="1688" y="1800"/>
              <a:ext cx="1" cy="690"/>
            </a:xfrm>
            <a:prstGeom prst="straightConnector1">
              <a:avLst/>
            </a:prstGeom>
            <a:noFill/>
            <a:ln w="2857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8711" name="AutoShape 83">
              <a:extLst>
                <a:ext uri="{FF2B5EF4-FFF2-40B4-BE49-F238E27FC236}">
                  <a16:creationId xmlns:a16="http://schemas.microsoft.com/office/drawing/2014/main" id="{E473C9AE-0368-4056-B0D4-DC2E1DEE0853}"/>
                </a:ext>
              </a:extLst>
            </p:cNvPr>
            <p:cNvCxnSpPr>
              <a:cxnSpLocks noChangeShapeType="1"/>
            </p:cNvCxnSpPr>
            <p:nvPr/>
          </p:nvCxnSpPr>
          <p:spPr bwMode="auto">
            <a:xfrm flipV="1">
              <a:off x="1825" y="2355"/>
              <a:ext cx="150"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12" name="AutoShape 84">
              <a:extLst>
                <a:ext uri="{FF2B5EF4-FFF2-40B4-BE49-F238E27FC236}">
                  <a16:creationId xmlns:a16="http://schemas.microsoft.com/office/drawing/2014/main" id="{1B7E011E-BAC3-4B80-8903-590A462DE5EA}"/>
                </a:ext>
              </a:extLst>
            </p:cNvPr>
            <p:cNvCxnSpPr>
              <a:cxnSpLocks noChangeShapeType="1"/>
            </p:cNvCxnSpPr>
            <p:nvPr/>
          </p:nvCxnSpPr>
          <p:spPr bwMode="auto">
            <a:xfrm>
              <a:off x="1785" y="2084"/>
              <a:ext cx="15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13" name="AutoShape 85">
              <a:extLst>
                <a:ext uri="{FF2B5EF4-FFF2-40B4-BE49-F238E27FC236}">
                  <a16:creationId xmlns:a16="http://schemas.microsoft.com/office/drawing/2014/main" id="{0B242902-4701-4F42-A139-8238DE881FAC}"/>
                </a:ext>
              </a:extLst>
            </p:cNvPr>
            <p:cNvCxnSpPr>
              <a:cxnSpLocks noChangeShapeType="1"/>
            </p:cNvCxnSpPr>
            <p:nvPr/>
          </p:nvCxnSpPr>
          <p:spPr bwMode="auto">
            <a:xfrm>
              <a:off x="1860" y="1963"/>
              <a:ext cx="0" cy="21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14" name="AutoShape 86">
              <a:extLst>
                <a:ext uri="{FF2B5EF4-FFF2-40B4-BE49-F238E27FC236}">
                  <a16:creationId xmlns:a16="http://schemas.microsoft.com/office/drawing/2014/main" id="{8A1F5B9E-5319-4CFA-8BAB-59152102937A}"/>
                </a:ext>
              </a:extLst>
            </p:cNvPr>
            <p:cNvCxnSpPr>
              <a:cxnSpLocks noChangeShapeType="1"/>
            </p:cNvCxnSpPr>
            <p:nvPr/>
          </p:nvCxnSpPr>
          <p:spPr bwMode="auto">
            <a:xfrm>
              <a:off x="2252" y="1126"/>
              <a:ext cx="185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15" name="AutoShape 87">
              <a:extLst>
                <a:ext uri="{FF2B5EF4-FFF2-40B4-BE49-F238E27FC236}">
                  <a16:creationId xmlns:a16="http://schemas.microsoft.com/office/drawing/2014/main" id="{B7F06E5A-2A84-4739-972D-04648F7D8A40}"/>
                </a:ext>
              </a:extLst>
            </p:cNvPr>
            <p:cNvCxnSpPr>
              <a:cxnSpLocks noChangeShapeType="1"/>
            </p:cNvCxnSpPr>
            <p:nvPr/>
          </p:nvCxnSpPr>
          <p:spPr bwMode="auto">
            <a:xfrm flipV="1">
              <a:off x="2235" y="1125"/>
              <a:ext cx="1" cy="9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16" name="AutoShape 88">
              <a:extLst>
                <a:ext uri="{FF2B5EF4-FFF2-40B4-BE49-F238E27FC236}">
                  <a16:creationId xmlns:a16="http://schemas.microsoft.com/office/drawing/2014/main" id="{3B24C394-B5B8-4276-BB93-26D56B4285CD}"/>
                </a:ext>
              </a:extLst>
            </p:cNvPr>
            <p:cNvCxnSpPr>
              <a:cxnSpLocks noChangeShapeType="1"/>
            </p:cNvCxnSpPr>
            <p:nvPr/>
          </p:nvCxnSpPr>
          <p:spPr bwMode="auto">
            <a:xfrm flipH="1" flipV="1">
              <a:off x="2229" y="2340"/>
              <a:ext cx="6" cy="94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8717" name="AutoShape 89">
              <a:extLst>
                <a:ext uri="{FF2B5EF4-FFF2-40B4-BE49-F238E27FC236}">
                  <a16:creationId xmlns:a16="http://schemas.microsoft.com/office/drawing/2014/main" id="{84CB40AA-DF00-4955-9E97-26AB309F560D}"/>
                </a:ext>
              </a:extLst>
            </p:cNvPr>
            <p:cNvCxnSpPr>
              <a:cxnSpLocks noChangeShapeType="1"/>
            </p:cNvCxnSpPr>
            <p:nvPr/>
          </p:nvCxnSpPr>
          <p:spPr bwMode="auto">
            <a:xfrm>
              <a:off x="1975" y="2100"/>
              <a:ext cx="51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18" name="AutoShape 90">
              <a:extLst>
                <a:ext uri="{FF2B5EF4-FFF2-40B4-BE49-F238E27FC236}">
                  <a16:creationId xmlns:a16="http://schemas.microsoft.com/office/drawing/2014/main" id="{12840528-9B56-49DC-A93E-46C2CAC83911}"/>
                </a:ext>
              </a:extLst>
            </p:cNvPr>
            <p:cNvCxnSpPr>
              <a:cxnSpLocks noChangeShapeType="1"/>
            </p:cNvCxnSpPr>
            <p:nvPr/>
          </p:nvCxnSpPr>
          <p:spPr bwMode="auto">
            <a:xfrm>
              <a:off x="2052" y="2328"/>
              <a:ext cx="316" cy="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719" name="AutoShape 91">
              <a:extLst>
                <a:ext uri="{FF2B5EF4-FFF2-40B4-BE49-F238E27FC236}">
                  <a16:creationId xmlns:a16="http://schemas.microsoft.com/office/drawing/2014/main" id="{58B52028-3C74-4409-A73B-7C9024985D57}"/>
                </a:ext>
              </a:extLst>
            </p:cNvPr>
            <p:cNvCxnSpPr>
              <a:cxnSpLocks noChangeShapeType="1"/>
            </p:cNvCxnSpPr>
            <p:nvPr/>
          </p:nvCxnSpPr>
          <p:spPr bwMode="auto">
            <a:xfrm flipH="1">
              <a:off x="2925" y="1126"/>
              <a:ext cx="105"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8720" name="AutoShape 92">
              <a:extLst>
                <a:ext uri="{FF2B5EF4-FFF2-40B4-BE49-F238E27FC236}">
                  <a16:creationId xmlns:a16="http://schemas.microsoft.com/office/drawing/2014/main" id="{0FA5CC22-ABBB-42ED-89FE-8D0B233EECFA}"/>
                </a:ext>
              </a:extLst>
            </p:cNvPr>
            <p:cNvCxnSpPr>
              <a:cxnSpLocks noChangeShapeType="1"/>
            </p:cNvCxnSpPr>
            <p:nvPr/>
          </p:nvCxnSpPr>
          <p:spPr bwMode="auto">
            <a:xfrm flipH="1">
              <a:off x="2970" y="3286"/>
              <a:ext cx="105"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grpSp>
      <p:sp>
        <p:nvSpPr>
          <p:cNvPr id="28679" name="Rectangle 93">
            <a:extLst>
              <a:ext uri="{FF2B5EF4-FFF2-40B4-BE49-F238E27FC236}">
                <a16:creationId xmlns:a16="http://schemas.microsoft.com/office/drawing/2014/main" id="{354FCB00-CCAF-4DEE-B3F6-4D1E7CB57987}"/>
              </a:ext>
            </a:extLst>
          </p:cNvPr>
          <p:cNvSpPr>
            <a:spLocks noChangeArrowheads="1"/>
          </p:cNvSpPr>
          <p:nvPr/>
        </p:nvSpPr>
        <p:spPr bwMode="auto">
          <a:xfrm>
            <a:off x="461011" y="5889301"/>
            <a:ext cx="83988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a:spcBef>
                <a:spcPct val="0"/>
              </a:spcBef>
              <a:buFontTx/>
              <a:buNone/>
            </a:pPr>
            <a:r>
              <a:rPr lang="en-US" altLang="id-ID" sz="1600" b="1" dirty="0">
                <a:solidFill>
                  <a:srgbClr val="002060"/>
                </a:solidFill>
                <a:latin typeface="Arial" panose="020B0604020202020204" pitchFamily="34" charset="0"/>
                <a:ea typeface="Times New Roman" panose="02020603050405020304" pitchFamily="18" charset="0"/>
                <a:cs typeface="Arial" panose="020B0604020202020204" pitchFamily="34" charset="0"/>
              </a:rPr>
              <a:t>Fig.10. (a) Three resistors connected in parallel across points a and b. (b) An equivalent circuit, with the three resistors replaced with their equivalent resistance</a:t>
            </a:r>
            <a:r>
              <a:rPr lang="en-US" altLang="id-ID" sz="1600" dirty="0">
                <a:solidFill>
                  <a:srgbClr val="002060"/>
                </a:solidFill>
                <a:latin typeface="Arial" panose="020B0604020202020204" pitchFamily="34" charset="0"/>
                <a:ea typeface="Times New Roman" panose="02020603050405020304" pitchFamily="18" charset="0"/>
                <a:cs typeface="Arial" panose="020B0604020202020204" pitchFamily="34" charset="0"/>
              </a:rPr>
              <a:t> </a:t>
            </a:r>
          </a:p>
        </p:txBody>
      </p:sp>
      <p:sp>
        <p:nvSpPr>
          <p:cNvPr id="28680" name="Rectangle 93">
            <a:extLst>
              <a:ext uri="{FF2B5EF4-FFF2-40B4-BE49-F238E27FC236}">
                <a16:creationId xmlns:a16="http://schemas.microsoft.com/office/drawing/2014/main" id="{DC2CDDE6-55AC-4DC7-B1FF-3B292ACEBF4C}"/>
              </a:ext>
            </a:extLst>
          </p:cNvPr>
          <p:cNvSpPr>
            <a:spLocks noChangeArrowheads="1"/>
          </p:cNvSpPr>
          <p:nvPr/>
        </p:nvSpPr>
        <p:spPr bwMode="auto">
          <a:xfrm>
            <a:off x="2100653" y="519834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a</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28681" name="Rectangle 97">
            <a:extLst>
              <a:ext uri="{FF2B5EF4-FFF2-40B4-BE49-F238E27FC236}">
                <a16:creationId xmlns:a16="http://schemas.microsoft.com/office/drawing/2014/main" id="{981F668F-801B-4EA0-8A92-54D73F3BDE39}"/>
              </a:ext>
            </a:extLst>
          </p:cNvPr>
          <p:cNvSpPr>
            <a:spLocks noChangeArrowheads="1"/>
          </p:cNvSpPr>
          <p:nvPr/>
        </p:nvSpPr>
        <p:spPr bwMode="auto">
          <a:xfrm>
            <a:off x="6172591" y="491259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a</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28682" name="Rectangle 98">
            <a:extLst>
              <a:ext uri="{FF2B5EF4-FFF2-40B4-BE49-F238E27FC236}">
                <a16:creationId xmlns:a16="http://schemas.microsoft.com/office/drawing/2014/main" id="{247CA087-6DE6-4C57-B5D7-6D5A0C3BA114}"/>
              </a:ext>
            </a:extLst>
          </p:cNvPr>
          <p:cNvSpPr>
            <a:spLocks noChangeArrowheads="1"/>
          </p:cNvSpPr>
          <p:nvPr/>
        </p:nvSpPr>
        <p:spPr bwMode="auto">
          <a:xfrm>
            <a:off x="2029216" y="3198095"/>
            <a:ext cx="341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b</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28683" name="Rectangle 99">
            <a:extLst>
              <a:ext uri="{FF2B5EF4-FFF2-40B4-BE49-F238E27FC236}">
                <a16:creationId xmlns:a16="http://schemas.microsoft.com/office/drawing/2014/main" id="{277B79BD-8B65-450B-A97C-DFD190070E0B}"/>
              </a:ext>
            </a:extLst>
          </p:cNvPr>
          <p:cNvSpPr>
            <a:spLocks noChangeArrowheads="1"/>
          </p:cNvSpPr>
          <p:nvPr/>
        </p:nvSpPr>
        <p:spPr bwMode="auto">
          <a:xfrm>
            <a:off x="6029716" y="3269533"/>
            <a:ext cx="341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b</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28684" name="Rectangle 100">
            <a:extLst>
              <a:ext uri="{FF2B5EF4-FFF2-40B4-BE49-F238E27FC236}">
                <a16:creationId xmlns:a16="http://schemas.microsoft.com/office/drawing/2014/main" id="{98127BE1-8B72-4E88-AFCE-AEDE050178CE}"/>
              </a:ext>
            </a:extLst>
          </p:cNvPr>
          <p:cNvSpPr>
            <a:spLocks noChangeArrowheads="1"/>
          </p:cNvSpPr>
          <p:nvPr/>
        </p:nvSpPr>
        <p:spPr bwMode="auto">
          <a:xfrm>
            <a:off x="2386403" y="5412658"/>
            <a:ext cx="496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(a)</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28685" name="Rectangle 101">
            <a:extLst>
              <a:ext uri="{FF2B5EF4-FFF2-40B4-BE49-F238E27FC236}">
                <a16:creationId xmlns:a16="http://schemas.microsoft.com/office/drawing/2014/main" id="{B1C4E66B-58FE-4CDF-95A8-E08E8505FC54}"/>
              </a:ext>
            </a:extLst>
          </p:cNvPr>
          <p:cNvSpPr>
            <a:spLocks noChangeArrowheads="1"/>
          </p:cNvSpPr>
          <p:nvPr/>
        </p:nvSpPr>
        <p:spPr bwMode="auto">
          <a:xfrm>
            <a:off x="5958278" y="5341220"/>
            <a:ext cx="511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(b)</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28686" name="Rectangle 102">
            <a:extLst>
              <a:ext uri="{FF2B5EF4-FFF2-40B4-BE49-F238E27FC236}">
                <a16:creationId xmlns:a16="http://schemas.microsoft.com/office/drawing/2014/main" id="{7829B8C5-2C56-47BB-B4DF-3315A8C2AE47}"/>
              </a:ext>
            </a:extLst>
          </p:cNvPr>
          <p:cNvSpPr>
            <a:spLocks noChangeArrowheads="1"/>
          </p:cNvSpPr>
          <p:nvPr/>
        </p:nvSpPr>
        <p:spPr bwMode="auto">
          <a:xfrm>
            <a:off x="1100528" y="3841033"/>
            <a:ext cx="3317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l-GR" altLang="id-ID" b="1" i="1">
                <a:solidFill>
                  <a:srgbClr val="002060"/>
                </a:solidFill>
                <a:latin typeface="Arial" panose="020B0604020202020204" pitchFamily="34" charset="0"/>
              </a:rPr>
              <a:t>ε</a:t>
            </a:r>
            <a:endParaRPr lang="en-US" altLang="id-ID">
              <a:latin typeface="Arial" panose="020B0604020202020204" pitchFamily="34" charset="0"/>
            </a:endParaRPr>
          </a:p>
        </p:txBody>
      </p:sp>
      <p:sp>
        <p:nvSpPr>
          <p:cNvPr id="28687" name="Rectangle 103">
            <a:extLst>
              <a:ext uri="{FF2B5EF4-FFF2-40B4-BE49-F238E27FC236}">
                <a16:creationId xmlns:a16="http://schemas.microsoft.com/office/drawing/2014/main" id="{8937157E-7AD3-464F-AEBB-4C2455C4779B}"/>
              </a:ext>
            </a:extLst>
          </p:cNvPr>
          <p:cNvSpPr>
            <a:spLocks noChangeArrowheads="1"/>
          </p:cNvSpPr>
          <p:nvPr/>
        </p:nvSpPr>
        <p:spPr bwMode="auto">
          <a:xfrm>
            <a:off x="5172466" y="3698158"/>
            <a:ext cx="331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l-GR" altLang="id-ID" b="1" i="1">
                <a:solidFill>
                  <a:srgbClr val="002060"/>
                </a:solidFill>
                <a:latin typeface="Arial" panose="020B0604020202020204" pitchFamily="34" charset="0"/>
              </a:rPr>
              <a:t>ε</a:t>
            </a:r>
            <a:endParaRPr lang="en-US" altLang="id-ID">
              <a:latin typeface="Arial" panose="020B0604020202020204" pitchFamily="34" charset="0"/>
            </a:endParaRPr>
          </a:p>
        </p:txBody>
      </p:sp>
      <p:sp>
        <p:nvSpPr>
          <p:cNvPr id="28688" name="Rectangle 94">
            <a:extLst>
              <a:ext uri="{FF2B5EF4-FFF2-40B4-BE49-F238E27FC236}">
                <a16:creationId xmlns:a16="http://schemas.microsoft.com/office/drawing/2014/main" id="{69D75A81-B541-4F7A-8A7D-B9DF19AE9009}"/>
              </a:ext>
            </a:extLst>
          </p:cNvPr>
          <p:cNvSpPr>
            <a:spLocks noChangeArrowheads="1"/>
          </p:cNvSpPr>
          <p:nvPr/>
        </p:nvSpPr>
        <p:spPr bwMode="auto">
          <a:xfrm>
            <a:off x="2386403" y="412678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R</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1</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28689" name="Rectangle 94">
            <a:extLst>
              <a:ext uri="{FF2B5EF4-FFF2-40B4-BE49-F238E27FC236}">
                <a16:creationId xmlns:a16="http://schemas.microsoft.com/office/drawing/2014/main" id="{ED3F219E-B1D0-45AD-AECC-199612532DD6}"/>
              </a:ext>
            </a:extLst>
          </p:cNvPr>
          <p:cNvSpPr>
            <a:spLocks noChangeArrowheads="1"/>
          </p:cNvSpPr>
          <p:nvPr/>
        </p:nvSpPr>
        <p:spPr bwMode="auto">
          <a:xfrm>
            <a:off x="4100903" y="4198220"/>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R</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3</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28690" name="Rectangle 94">
            <a:extLst>
              <a:ext uri="{FF2B5EF4-FFF2-40B4-BE49-F238E27FC236}">
                <a16:creationId xmlns:a16="http://schemas.microsoft.com/office/drawing/2014/main" id="{DFFB3651-CDE2-4531-89F7-E10002CFF599}"/>
              </a:ext>
            </a:extLst>
          </p:cNvPr>
          <p:cNvSpPr>
            <a:spLocks noChangeArrowheads="1"/>
          </p:cNvSpPr>
          <p:nvPr/>
        </p:nvSpPr>
        <p:spPr bwMode="auto">
          <a:xfrm>
            <a:off x="3243653" y="4269658"/>
            <a:ext cx="571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R</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2</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28691" name="Rectangle 94">
            <a:extLst>
              <a:ext uri="{FF2B5EF4-FFF2-40B4-BE49-F238E27FC236}">
                <a16:creationId xmlns:a16="http://schemas.microsoft.com/office/drawing/2014/main" id="{C1006B88-ACFD-40A8-9010-F88D21B05843}"/>
              </a:ext>
            </a:extLst>
          </p:cNvPr>
          <p:cNvSpPr>
            <a:spLocks noChangeArrowheads="1"/>
          </p:cNvSpPr>
          <p:nvPr/>
        </p:nvSpPr>
        <p:spPr bwMode="auto">
          <a:xfrm>
            <a:off x="6315466" y="4126783"/>
            <a:ext cx="571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R</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eq</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28692" name="Rectangle 113">
            <a:extLst>
              <a:ext uri="{FF2B5EF4-FFF2-40B4-BE49-F238E27FC236}">
                <a16:creationId xmlns:a16="http://schemas.microsoft.com/office/drawing/2014/main" id="{18476B24-84A4-4CDD-A877-B1E434DCBBE4}"/>
              </a:ext>
            </a:extLst>
          </p:cNvPr>
          <p:cNvSpPr>
            <a:spLocks noChangeArrowheads="1"/>
          </p:cNvSpPr>
          <p:nvPr/>
        </p:nvSpPr>
        <p:spPr bwMode="auto">
          <a:xfrm>
            <a:off x="2815028" y="4555408"/>
            <a:ext cx="384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r>
              <a:rPr lang="en-US" altLang="id-ID" b="1" i="1" baseline="-25000">
                <a:latin typeface="Arial" panose="020B0604020202020204" pitchFamily="34" charset="0"/>
              </a:rPr>
              <a:t>1</a:t>
            </a:r>
            <a:endParaRPr lang="en-US" altLang="id-ID">
              <a:latin typeface="Arial" panose="020B0604020202020204" pitchFamily="34" charset="0"/>
            </a:endParaRPr>
          </a:p>
        </p:txBody>
      </p:sp>
      <p:sp>
        <p:nvSpPr>
          <p:cNvPr id="28693" name="Rectangle 114">
            <a:extLst>
              <a:ext uri="{FF2B5EF4-FFF2-40B4-BE49-F238E27FC236}">
                <a16:creationId xmlns:a16="http://schemas.microsoft.com/office/drawing/2014/main" id="{EA178A71-CE8D-4B3E-9A8B-B03ED036E442}"/>
              </a:ext>
            </a:extLst>
          </p:cNvPr>
          <p:cNvSpPr>
            <a:spLocks noChangeArrowheads="1"/>
          </p:cNvSpPr>
          <p:nvPr/>
        </p:nvSpPr>
        <p:spPr bwMode="auto">
          <a:xfrm>
            <a:off x="3743716" y="4626845"/>
            <a:ext cx="371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r>
              <a:rPr lang="en-US" altLang="id-ID" b="1" i="1" baseline="-25000">
                <a:latin typeface="Times New Roman" panose="02020603050405020304" pitchFamily="18" charset="0"/>
                <a:cs typeface="Times New Roman" panose="02020603050405020304" pitchFamily="18" charset="0"/>
              </a:rPr>
              <a:t>2</a:t>
            </a:r>
            <a:endParaRPr lang="en-US" altLang="id-ID">
              <a:latin typeface="Arial" panose="020B0604020202020204" pitchFamily="34" charset="0"/>
            </a:endParaRPr>
          </a:p>
        </p:txBody>
      </p:sp>
      <p:sp>
        <p:nvSpPr>
          <p:cNvPr id="28694" name="Rectangle 115">
            <a:extLst>
              <a:ext uri="{FF2B5EF4-FFF2-40B4-BE49-F238E27FC236}">
                <a16:creationId xmlns:a16="http://schemas.microsoft.com/office/drawing/2014/main" id="{5B5740E2-FB39-4115-B40C-DC52891E8A39}"/>
              </a:ext>
            </a:extLst>
          </p:cNvPr>
          <p:cNvSpPr>
            <a:spLocks noChangeArrowheads="1"/>
          </p:cNvSpPr>
          <p:nvPr/>
        </p:nvSpPr>
        <p:spPr bwMode="auto">
          <a:xfrm>
            <a:off x="4600966" y="4555408"/>
            <a:ext cx="384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r>
              <a:rPr lang="en-US" altLang="id-ID" b="1" i="1" baseline="-25000">
                <a:latin typeface="Arial" panose="020B0604020202020204" pitchFamily="34" charset="0"/>
              </a:rPr>
              <a:t>3</a:t>
            </a:r>
            <a:endParaRPr lang="en-US" altLang="id-ID">
              <a:latin typeface="Arial" panose="020B0604020202020204" pitchFamily="34" charset="0"/>
            </a:endParaRPr>
          </a:p>
        </p:txBody>
      </p:sp>
      <p:sp>
        <p:nvSpPr>
          <p:cNvPr id="28695" name="Rectangle 116">
            <a:extLst>
              <a:ext uri="{FF2B5EF4-FFF2-40B4-BE49-F238E27FC236}">
                <a16:creationId xmlns:a16="http://schemas.microsoft.com/office/drawing/2014/main" id="{122E8060-2AA3-4E4C-AB9A-0CEBA4469783}"/>
              </a:ext>
            </a:extLst>
          </p:cNvPr>
          <p:cNvSpPr>
            <a:spLocks noChangeArrowheads="1"/>
          </p:cNvSpPr>
          <p:nvPr/>
        </p:nvSpPr>
        <p:spPr bwMode="auto">
          <a:xfrm>
            <a:off x="1386278" y="4698283"/>
            <a:ext cx="269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28696" name="Rectangle 117">
            <a:extLst>
              <a:ext uri="{FF2B5EF4-FFF2-40B4-BE49-F238E27FC236}">
                <a16:creationId xmlns:a16="http://schemas.microsoft.com/office/drawing/2014/main" id="{D3797495-7C5D-4C65-8F98-E6CFE2827957}"/>
              </a:ext>
            </a:extLst>
          </p:cNvPr>
          <p:cNvSpPr>
            <a:spLocks noChangeArrowheads="1"/>
          </p:cNvSpPr>
          <p:nvPr/>
        </p:nvSpPr>
        <p:spPr bwMode="auto">
          <a:xfrm>
            <a:off x="1814903" y="3198095"/>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28697" name="Rectangle 118">
            <a:extLst>
              <a:ext uri="{FF2B5EF4-FFF2-40B4-BE49-F238E27FC236}">
                <a16:creationId xmlns:a16="http://schemas.microsoft.com/office/drawing/2014/main" id="{EFC9FAA4-E09B-45DC-B17A-5AC487C5B344}"/>
              </a:ext>
            </a:extLst>
          </p:cNvPr>
          <p:cNvSpPr>
            <a:spLocks noChangeArrowheads="1"/>
          </p:cNvSpPr>
          <p:nvPr/>
        </p:nvSpPr>
        <p:spPr bwMode="auto">
          <a:xfrm>
            <a:off x="6744091" y="3198095"/>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28698" name="Rectangle 119">
            <a:extLst>
              <a:ext uri="{FF2B5EF4-FFF2-40B4-BE49-F238E27FC236}">
                <a16:creationId xmlns:a16="http://schemas.microsoft.com/office/drawing/2014/main" id="{41A1796C-154D-47EF-8E95-0E1192826829}"/>
              </a:ext>
            </a:extLst>
          </p:cNvPr>
          <p:cNvSpPr>
            <a:spLocks noChangeArrowheads="1"/>
          </p:cNvSpPr>
          <p:nvPr/>
        </p:nvSpPr>
        <p:spPr bwMode="auto">
          <a:xfrm>
            <a:off x="5458216" y="4912595"/>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28699" name="Rectangle 120">
            <a:extLst>
              <a:ext uri="{FF2B5EF4-FFF2-40B4-BE49-F238E27FC236}">
                <a16:creationId xmlns:a16="http://schemas.microsoft.com/office/drawing/2014/main" id="{297DB046-24A6-4CB3-A219-ECA9783704BE}"/>
              </a:ext>
            </a:extLst>
          </p:cNvPr>
          <p:cNvSpPr>
            <a:spLocks noChangeArrowheads="1"/>
          </p:cNvSpPr>
          <p:nvPr/>
        </p:nvSpPr>
        <p:spPr bwMode="auto">
          <a:xfrm>
            <a:off x="6958403" y="4341095"/>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28700" name="Rectangle 95">
            <a:extLst>
              <a:ext uri="{FF2B5EF4-FFF2-40B4-BE49-F238E27FC236}">
                <a16:creationId xmlns:a16="http://schemas.microsoft.com/office/drawing/2014/main" id="{45B0D942-CEBB-4FB1-9955-4BF1C5CAFB7E}"/>
              </a:ext>
            </a:extLst>
          </p:cNvPr>
          <p:cNvSpPr>
            <a:spLocks noChangeArrowheads="1"/>
          </p:cNvSpPr>
          <p:nvPr/>
        </p:nvSpPr>
        <p:spPr bwMode="auto">
          <a:xfrm>
            <a:off x="3457966" y="3198095"/>
            <a:ext cx="7143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200" b="1" i="1">
                <a:latin typeface="Times New Roman" panose="02020603050405020304" pitchFamily="18" charset="0"/>
                <a:cs typeface="Times New Roman" panose="02020603050405020304" pitchFamily="18" charset="0"/>
              </a:rPr>
              <a:t>i</a:t>
            </a:r>
            <a:r>
              <a:rPr lang="en-US" altLang="id-ID" sz="2200" b="1" i="1" baseline="-30000">
                <a:latin typeface="Times New Roman" panose="02020603050405020304" pitchFamily="18" charset="0"/>
                <a:cs typeface="Times New Roman" panose="02020603050405020304" pitchFamily="18" charset="0"/>
              </a:rPr>
              <a:t>2</a:t>
            </a:r>
            <a:r>
              <a:rPr lang="en-US" altLang="id-ID" sz="2200" b="1" i="1">
                <a:latin typeface="Times New Roman" panose="02020603050405020304" pitchFamily="18" charset="0"/>
                <a:cs typeface="Times New Roman" panose="02020603050405020304" pitchFamily="18" charset="0"/>
              </a:rPr>
              <a:t>+i</a:t>
            </a:r>
            <a:r>
              <a:rPr lang="en-US" altLang="id-ID" sz="2200" b="1" i="1" baseline="-30000">
                <a:latin typeface="Times New Roman" panose="02020603050405020304" pitchFamily="18" charset="0"/>
                <a:cs typeface="Times New Roman" panose="02020603050405020304" pitchFamily="18" charset="0"/>
              </a:rPr>
              <a:t>3</a:t>
            </a:r>
            <a:endParaRPr lang="en-US" altLang="id-ID" sz="1200">
              <a:latin typeface="Arial" panose="020B0604020202020204" pitchFamily="34" charset="0"/>
            </a:endParaRPr>
          </a:p>
        </p:txBody>
      </p:sp>
      <p:sp>
        <p:nvSpPr>
          <p:cNvPr id="28701" name="Rectangle 95">
            <a:extLst>
              <a:ext uri="{FF2B5EF4-FFF2-40B4-BE49-F238E27FC236}">
                <a16:creationId xmlns:a16="http://schemas.microsoft.com/office/drawing/2014/main" id="{3855C8E6-89A1-4CFE-825B-288A5D0B2F31}"/>
              </a:ext>
            </a:extLst>
          </p:cNvPr>
          <p:cNvSpPr>
            <a:spLocks noChangeArrowheads="1"/>
          </p:cNvSpPr>
          <p:nvPr/>
        </p:nvSpPr>
        <p:spPr bwMode="auto">
          <a:xfrm>
            <a:off x="3529403" y="5269783"/>
            <a:ext cx="7143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200" b="1" i="1">
                <a:latin typeface="Times New Roman" panose="02020603050405020304" pitchFamily="18" charset="0"/>
                <a:cs typeface="Times New Roman" panose="02020603050405020304" pitchFamily="18" charset="0"/>
              </a:rPr>
              <a:t>i</a:t>
            </a:r>
            <a:r>
              <a:rPr lang="en-US" altLang="id-ID" sz="2200" b="1" i="1" baseline="-30000">
                <a:latin typeface="Times New Roman" panose="02020603050405020304" pitchFamily="18" charset="0"/>
                <a:cs typeface="Times New Roman" panose="02020603050405020304" pitchFamily="18" charset="0"/>
              </a:rPr>
              <a:t>2</a:t>
            </a:r>
            <a:r>
              <a:rPr lang="en-US" altLang="id-ID" sz="2200" b="1" i="1">
                <a:latin typeface="Times New Roman" panose="02020603050405020304" pitchFamily="18" charset="0"/>
                <a:cs typeface="Times New Roman" panose="02020603050405020304" pitchFamily="18" charset="0"/>
              </a:rPr>
              <a:t>+i</a:t>
            </a:r>
            <a:r>
              <a:rPr lang="en-US" altLang="id-ID" sz="2200" b="1" i="1" baseline="-30000">
                <a:latin typeface="Times New Roman" panose="02020603050405020304" pitchFamily="18" charset="0"/>
                <a:cs typeface="Times New Roman" panose="02020603050405020304" pitchFamily="18" charset="0"/>
              </a:rPr>
              <a:t>3</a:t>
            </a:r>
            <a:endParaRPr lang="en-US" altLang="id-ID" sz="1200">
              <a:latin typeface="Arial" panose="020B0604020202020204" pitchFamily="34" charset="0"/>
            </a:endParaRPr>
          </a:p>
        </p:txBody>
      </p:sp>
      <p:sp>
        <p:nvSpPr>
          <p:cNvPr id="28702" name="Slide Number Placeholder 103">
            <a:extLst>
              <a:ext uri="{FF2B5EF4-FFF2-40B4-BE49-F238E27FC236}">
                <a16:creationId xmlns:a16="http://schemas.microsoft.com/office/drawing/2014/main" id="{C7015436-9FEB-49B5-BC4B-F36BB915735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16B9539-E113-406D-8854-0491FA45C286}" type="slidenum">
              <a:rPr lang="en-US" altLang="id-ID" sz="1400" smtClean="0"/>
              <a:pPr>
                <a:spcBef>
                  <a:spcPct val="0"/>
                </a:spcBef>
                <a:buFontTx/>
                <a:buNone/>
              </a:pPr>
              <a:t>24</a:t>
            </a:fld>
            <a:endParaRPr lang="en-US" altLang="id-ID" sz="1400"/>
          </a:p>
        </p:txBody>
      </p:sp>
      <p:pic>
        <p:nvPicPr>
          <p:cNvPr id="155" name="Picture 10">
            <a:extLst>
              <a:ext uri="{FF2B5EF4-FFF2-40B4-BE49-F238E27FC236}">
                <a16:creationId xmlns:a16="http://schemas.microsoft.com/office/drawing/2014/main" id="{988BB845-9E29-42E8-A282-CAB85195CB0B}"/>
              </a:ext>
            </a:extLst>
          </p:cNvPr>
          <p:cNvPicPr>
            <a:picLocks noChangeAspect="1" noChangeArrowheads="1"/>
          </p:cNvPicPr>
          <p:nvPr/>
        </p:nvPicPr>
        <p:blipFill rotWithShape="1">
          <a:blip r:embed="rId4" cstate="print">
            <a:duotone>
              <a:prstClr val="black"/>
              <a:schemeClr val="accent4">
                <a:tint val="45000"/>
                <a:satMod val="400000"/>
              </a:schemeClr>
            </a:duotone>
          </a:blip>
          <a:srcRect r="66906"/>
          <a:stretch/>
        </p:blipFill>
        <p:spPr bwMode="auto">
          <a:xfrm>
            <a:off x="7371879" y="3961498"/>
            <a:ext cx="1488026" cy="808523"/>
          </a:xfrm>
          <a:prstGeom prst="rect">
            <a:avLst/>
          </a:prstGeom>
          <a:noFill/>
          <a:ln w="9525">
            <a:noFill/>
            <a:miter lim="800000"/>
            <a:headEnd/>
            <a:tailEnd/>
          </a:ln>
        </p:spPr>
      </p:pic>
      <p:sp>
        <p:nvSpPr>
          <p:cNvPr id="156" name="TextBox 2">
            <a:extLst>
              <a:ext uri="{FF2B5EF4-FFF2-40B4-BE49-F238E27FC236}">
                <a16:creationId xmlns:a16="http://schemas.microsoft.com/office/drawing/2014/main" id="{02042886-3958-497C-BCB3-39EE87B23753}"/>
              </a:ext>
            </a:extLst>
          </p:cNvPr>
          <p:cNvSpPr txBox="1">
            <a:spLocks noChangeArrowheads="1"/>
          </p:cNvSpPr>
          <p:nvPr/>
        </p:nvSpPr>
        <p:spPr bwMode="auto">
          <a:xfrm>
            <a:off x="3447790" y="905240"/>
            <a:ext cx="29562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Resistors in Series</a:t>
            </a:r>
            <a:endParaRPr lang="en-US" altLang="id-ID" sz="2000" b="1" dirty="0">
              <a:solidFill>
                <a:srgbClr val="0070C0"/>
              </a:solidFill>
              <a:latin typeface="Arial" panose="020B0604020202020204" pitchFamily="34"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a:extLst>
              <a:ext uri="{FF2B5EF4-FFF2-40B4-BE49-F238E27FC236}">
                <a16:creationId xmlns:a16="http://schemas.microsoft.com/office/drawing/2014/main" id="{ACAE2209-3198-4D06-95C6-D18085FE1C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FA8A4691-0F26-4305-B8D0-EDA47621B99D}" type="slidenum">
              <a:rPr lang="en-US" altLang="id-ID" sz="1400" smtClean="0"/>
              <a:pPr>
                <a:spcBef>
                  <a:spcPct val="0"/>
                </a:spcBef>
                <a:buFontTx/>
                <a:buNone/>
              </a:pPr>
              <a:t>25</a:t>
            </a:fld>
            <a:endParaRPr lang="en-US" altLang="id-ID" sz="1400"/>
          </a:p>
        </p:txBody>
      </p:sp>
      <p:pic>
        <p:nvPicPr>
          <p:cNvPr id="4" name="Picture 6">
            <a:extLst>
              <a:ext uri="{FF2B5EF4-FFF2-40B4-BE49-F238E27FC236}">
                <a16:creationId xmlns:a16="http://schemas.microsoft.com/office/drawing/2014/main" id="{70F351F8-8DAF-4E10-AA0A-3586D597AD08}"/>
              </a:ext>
            </a:extLst>
          </p:cNvPr>
          <p:cNvPicPr>
            <a:picLocks noChangeAspect="1" noChangeArrowheads="1"/>
          </p:cNvPicPr>
          <p:nvPr/>
        </p:nvPicPr>
        <p:blipFill>
          <a:blip r:embed="rId2" cstate="print">
            <a:duotone>
              <a:prstClr val="black"/>
              <a:schemeClr val="accent2">
                <a:tint val="45000"/>
                <a:satMod val="400000"/>
              </a:schemeClr>
            </a:duotone>
          </a:blip>
          <a:srcRect/>
          <a:stretch>
            <a:fillRect/>
          </a:stretch>
        </p:blipFill>
        <p:spPr bwMode="auto">
          <a:xfrm>
            <a:off x="2898183" y="1694698"/>
            <a:ext cx="3937233" cy="712319"/>
          </a:xfrm>
          <a:prstGeom prst="rect">
            <a:avLst/>
          </a:prstGeom>
          <a:noFill/>
          <a:ln w="9525">
            <a:noFill/>
            <a:miter lim="800000"/>
            <a:headEnd/>
            <a:tailEnd/>
          </a:ln>
        </p:spPr>
      </p:pic>
      <p:sp>
        <p:nvSpPr>
          <p:cNvPr id="29702" name="TextBox 7">
            <a:extLst>
              <a:ext uri="{FF2B5EF4-FFF2-40B4-BE49-F238E27FC236}">
                <a16:creationId xmlns:a16="http://schemas.microsoft.com/office/drawing/2014/main" id="{67866D6C-C7AE-4905-85B1-91A918366734}"/>
              </a:ext>
            </a:extLst>
          </p:cNvPr>
          <p:cNvSpPr txBox="1">
            <a:spLocks noChangeArrowheads="1"/>
          </p:cNvSpPr>
          <p:nvPr/>
        </p:nvSpPr>
        <p:spPr bwMode="auto">
          <a:xfrm>
            <a:off x="1259632" y="2508689"/>
            <a:ext cx="72243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where </a:t>
            </a:r>
            <a:r>
              <a:rPr lang="en-US" altLang="id-ID" sz="2000" b="1" i="1" dirty="0">
                <a:latin typeface="Arial" panose="020B0604020202020204" pitchFamily="34" charset="0"/>
              </a:rPr>
              <a:t>V </a:t>
            </a:r>
            <a:r>
              <a:rPr lang="en-US" altLang="id-ID" sz="2000" b="1" dirty="0">
                <a:latin typeface="Arial" panose="020B0604020202020204" pitchFamily="34" charset="0"/>
              </a:rPr>
              <a:t>is the potential difference between</a:t>
            </a:r>
            <a:r>
              <a:rPr lang="en-US" altLang="id-ID" sz="2000" b="1" i="1" dirty="0">
                <a:latin typeface="Arial" panose="020B0604020202020204" pitchFamily="34" charset="0"/>
              </a:rPr>
              <a:t> a </a:t>
            </a:r>
            <a:r>
              <a:rPr lang="en-US" altLang="id-ID" sz="2000" b="1" dirty="0">
                <a:latin typeface="Arial" panose="020B0604020202020204" pitchFamily="34" charset="0"/>
              </a:rPr>
              <a:t>and </a:t>
            </a:r>
            <a:r>
              <a:rPr lang="en-US" altLang="id-ID" sz="2000" b="1" i="1" dirty="0">
                <a:latin typeface="Arial" panose="020B0604020202020204" pitchFamily="34" charset="0"/>
              </a:rPr>
              <a:t>b. </a:t>
            </a:r>
            <a:r>
              <a:rPr lang="en-US" altLang="id-ID" sz="2000" b="1" dirty="0">
                <a:latin typeface="Arial" panose="020B0604020202020204" pitchFamily="34" charset="0"/>
              </a:rPr>
              <a:t>From the junction rule, </a:t>
            </a:r>
          </a:p>
        </p:txBody>
      </p:sp>
      <p:pic>
        <p:nvPicPr>
          <p:cNvPr id="5" name="Picture 7">
            <a:extLst>
              <a:ext uri="{FF2B5EF4-FFF2-40B4-BE49-F238E27FC236}">
                <a16:creationId xmlns:a16="http://schemas.microsoft.com/office/drawing/2014/main" id="{965030C5-BC36-4297-B9B2-5EE7E6461F3E}"/>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2734837" y="3318247"/>
            <a:ext cx="4329606" cy="833043"/>
          </a:xfrm>
          <a:prstGeom prst="rect">
            <a:avLst/>
          </a:prstGeom>
          <a:noFill/>
          <a:ln w="9525">
            <a:noFill/>
            <a:miter lim="800000"/>
            <a:headEnd/>
            <a:tailEnd/>
          </a:ln>
        </p:spPr>
      </p:pic>
      <p:pic>
        <p:nvPicPr>
          <p:cNvPr id="10" name="Picture 10">
            <a:extLst>
              <a:ext uri="{FF2B5EF4-FFF2-40B4-BE49-F238E27FC236}">
                <a16:creationId xmlns:a16="http://schemas.microsoft.com/office/drawing/2014/main" id="{AD5A2F05-C62A-4C7D-80BF-F366D216E1B8}"/>
              </a:ext>
            </a:extLst>
          </p:cNvPr>
          <p:cNvPicPr>
            <a:picLocks noChangeAspect="1" noChangeArrowheads="1"/>
          </p:cNvPicPr>
          <p:nvPr/>
        </p:nvPicPr>
        <p:blipFill rotWithShape="1">
          <a:blip r:embed="rId4" cstate="print">
            <a:duotone>
              <a:prstClr val="black"/>
              <a:schemeClr val="accent2">
                <a:tint val="45000"/>
                <a:satMod val="400000"/>
              </a:schemeClr>
            </a:duotone>
          </a:blip>
          <a:srcRect l="-210"/>
          <a:stretch/>
        </p:blipFill>
        <p:spPr bwMode="auto">
          <a:xfrm>
            <a:off x="2494047" y="5505306"/>
            <a:ext cx="4745507" cy="817330"/>
          </a:xfrm>
          <a:prstGeom prst="rect">
            <a:avLst/>
          </a:prstGeom>
          <a:noFill/>
          <a:ln w="9525">
            <a:noFill/>
            <a:miter lim="800000"/>
            <a:headEnd/>
            <a:tailEnd/>
          </a:ln>
        </p:spPr>
      </p:pic>
      <p:sp>
        <p:nvSpPr>
          <p:cNvPr id="13" name="Right Arrow 12">
            <a:extLst>
              <a:ext uri="{FF2B5EF4-FFF2-40B4-BE49-F238E27FC236}">
                <a16:creationId xmlns:a16="http://schemas.microsoft.com/office/drawing/2014/main" id="{2EE2555B-15DE-479F-A823-27859A922CBB}"/>
              </a:ext>
            </a:extLst>
          </p:cNvPr>
          <p:cNvSpPr/>
          <p:nvPr/>
        </p:nvSpPr>
        <p:spPr bwMode="auto">
          <a:xfrm>
            <a:off x="1955442" y="5855057"/>
            <a:ext cx="363794" cy="117828"/>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sp>
        <p:nvSpPr>
          <p:cNvPr id="14" name="TextBox 2">
            <a:extLst>
              <a:ext uri="{FF2B5EF4-FFF2-40B4-BE49-F238E27FC236}">
                <a16:creationId xmlns:a16="http://schemas.microsoft.com/office/drawing/2014/main" id="{619019A6-D6AD-457D-9AA7-518ECA79FE1A}"/>
              </a:ext>
            </a:extLst>
          </p:cNvPr>
          <p:cNvSpPr txBox="1">
            <a:spLocks noChangeArrowheads="1"/>
          </p:cNvSpPr>
          <p:nvPr/>
        </p:nvSpPr>
        <p:spPr bwMode="auto">
          <a:xfrm>
            <a:off x="3447790" y="905240"/>
            <a:ext cx="32111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Resistors in Parallel</a:t>
            </a:r>
            <a:endParaRPr lang="en-US" altLang="id-ID" sz="2000" b="1" dirty="0">
              <a:solidFill>
                <a:srgbClr val="0070C0"/>
              </a:solidFill>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ABC78647-D346-4890-A0E7-8268F9A0C3AC}"/>
              </a:ext>
            </a:extLst>
          </p:cNvPr>
          <p:cNvGrpSpPr/>
          <p:nvPr/>
        </p:nvGrpSpPr>
        <p:grpSpPr>
          <a:xfrm>
            <a:off x="2494047" y="4358359"/>
            <a:ext cx="5118380" cy="817330"/>
            <a:chOff x="1428948" y="4319977"/>
            <a:chExt cx="5118380" cy="817330"/>
          </a:xfrm>
        </p:grpSpPr>
        <p:pic>
          <p:nvPicPr>
            <p:cNvPr id="29704" name="Picture 8">
              <a:extLst>
                <a:ext uri="{FF2B5EF4-FFF2-40B4-BE49-F238E27FC236}">
                  <a16:creationId xmlns:a16="http://schemas.microsoft.com/office/drawing/2014/main" id="{ADB659EC-4D41-4FED-A16D-64550AB0BA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3950" y="4319977"/>
              <a:ext cx="1045572" cy="817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5" name="Picture 9">
              <a:extLst>
                <a:ext uri="{FF2B5EF4-FFF2-40B4-BE49-F238E27FC236}">
                  <a16:creationId xmlns:a16="http://schemas.microsoft.com/office/drawing/2014/main" id="{BFC5C228-99CF-41DA-829B-9E05B49D3B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5731" y="4322669"/>
              <a:ext cx="2921597" cy="81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ight Arrow 12">
              <a:extLst>
                <a:ext uri="{FF2B5EF4-FFF2-40B4-BE49-F238E27FC236}">
                  <a16:creationId xmlns:a16="http://schemas.microsoft.com/office/drawing/2014/main" id="{EA54DA26-6B67-4205-893F-FAF482C07434}"/>
                </a:ext>
              </a:extLst>
            </p:cNvPr>
            <p:cNvSpPr/>
            <p:nvPr/>
          </p:nvSpPr>
          <p:spPr bwMode="auto">
            <a:xfrm>
              <a:off x="1428948" y="4678705"/>
              <a:ext cx="363794" cy="117828"/>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b="1" dirty="0">
                <a:solidFill>
                  <a:srgbClr val="FFFFFF"/>
                </a:solidFill>
              </a:endParaRPr>
            </a:p>
          </p:txBody>
        </p:sp>
        <p:sp>
          <p:nvSpPr>
            <p:cNvPr id="16" name="Right Arrow 12">
              <a:extLst>
                <a:ext uri="{FF2B5EF4-FFF2-40B4-BE49-F238E27FC236}">
                  <a16:creationId xmlns:a16="http://schemas.microsoft.com/office/drawing/2014/main" id="{73F957DA-72BA-40DD-8BEF-8B251D48689B}"/>
                </a:ext>
              </a:extLst>
            </p:cNvPr>
            <p:cNvSpPr/>
            <p:nvPr/>
          </p:nvSpPr>
          <p:spPr bwMode="auto">
            <a:xfrm>
              <a:off x="3120730" y="4643076"/>
              <a:ext cx="363794" cy="117828"/>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3">
            <a:extLst>
              <a:ext uri="{FF2B5EF4-FFF2-40B4-BE49-F238E27FC236}">
                <a16:creationId xmlns:a16="http://schemas.microsoft.com/office/drawing/2014/main" id="{18E33B86-2A6C-4B1A-8525-914B30092C8E}"/>
              </a:ext>
            </a:extLst>
          </p:cNvPr>
          <p:cNvSpPr txBox="1">
            <a:spLocks noChangeArrowheads="1"/>
          </p:cNvSpPr>
          <p:nvPr/>
        </p:nvSpPr>
        <p:spPr bwMode="auto">
          <a:xfrm>
            <a:off x="1043608" y="1440160"/>
            <a:ext cx="66468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solidFill>
                  <a:srgbClr val="002060"/>
                </a:solidFill>
                <a:latin typeface="Arial" panose="020B0604020202020204" pitchFamily="34" charset="0"/>
              </a:rPr>
              <a:t>Example, Resistors in Parallel and in Series</a:t>
            </a:r>
            <a:endParaRPr lang="en-US" altLang="id-ID" sz="2000" b="1">
              <a:solidFill>
                <a:srgbClr val="FF3300"/>
              </a:solidFill>
              <a:latin typeface="Arial" panose="020B0604020202020204" pitchFamily="34" charset="0"/>
            </a:endParaRPr>
          </a:p>
        </p:txBody>
      </p:sp>
      <p:sp>
        <p:nvSpPr>
          <p:cNvPr id="30723" name="Rectangle 9">
            <a:extLst>
              <a:ext uri="{FF2B5EF4-FFF2-40B4-BE49-F238E27FC236}">
                <a16:creationId xmlns:a16="http://schemas.microsoft.com/office/drawing/2014/main" id="{458774D9-9FF8-4ABF-A162-960054563E79}"/>
              </a:ext>
            </a:extLst>
          </p:cNvPr>
          <p:cNvSpPr>
            <a:spLocks noChangeArrowheads="1"/>
          </p:cNvSpPr>
          <p:nvPr/>
        </p:nvSpPr>
        <p:spPr bwMode="auto">
          <a:xfrm>
            <a:off x="1080872" y="4813889"/>
            <a:ext cx="7527492" cy="1638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dirty="0">
                <a:latin typeface="Arial" panose="020B0604020202020204" pitchFamily="34" charset="0"/>
                <a:ea typeface="Times New Roman" panose="02020603050405020304" pitchFamily="18" charset="0"/>
                <a:cs typeface="Arial" panose="020B0604020202020204" pitchFamily="34" charset="0"/>
              </a:rPr>
              <a:t>A multiloop circuit containing one ideal battery and four resistances with the following values: R</a:t>
            </a:r>
            <a:r>
              <a:rPr lang="en-US" altLang="id-ID" sz="1800" baseline="-30000" dirty="0">
                <a:latin typeface="Arial" panose="020B0604020202020204" pitchFamily="34" charset="0"/>
                <a:ea typeface="Times New Roman" panose="02020603050405020304" pitchFamily="18" charset="0"/>
                <a:cs typeface="Arial" panose="020B0604020202020204" pitchFamily="34" charset="0"/>
              </a:rPr>
              <a:t>1</a:t>
            </a:r>
            <a:r>
              <a:rPr lang="en-US" altLang="id-ID" sz="1800" dirty="0">
                <a:latin typeface="Arial" panose="020B0604020202020204" pitchFamily="34" charset="0"/>
                <a:ea typeface="Times New Roman" panose="02020603050405020304" pitchFamily="18" charset="0"/>
                <a:cs typeface="Arial" panose="020B0604020202020204" pitchFamily="34" charset="0"/>
              </a:rPr>
              <a:t>= 20 , R</a:t>
            </a:r>
            <a:r>
              <a:rPr lang="en-US" altLang="id-ID" sz="1800" baseline="-30000" dirty="0">
                <a:latin typeface="Arial" panose="020B0604020202020204" pitchFamily="34" charset="0"/>
                <a:ea typeface="Times New Roman" panose="02020603050405020304" pitchFamily="18" charset="0"/>
                <a:cs typeface="Arial" panose="020B0604020202020204" pitchFamily="34" charset="0"/>
              </a:rPr>
              <a:t>2</a:t>
            </a:r>
            <a:r>
              <a:rPr lang="en-US" altLang="id-ID" sz="1800" dirty="0">
                <a:latin typeface="Arial" panose="020B0604020202020204" pitchFamily="34" charset="0"/>
                <a:ea typeface="Times New Roman" panose="02020603050405020304" pitchFamily="18" charset="0"/>
                <a:cs typeface="Arial" panose="020B0604020202020204" pitchFamily="34" charset="0"/>
              </a:rPr>
              <a:t>= 20 , R</a:t>
            </a:r>
            <a:r>
              <a:rPr lang="en-US" altLang="id-ID" sz="1800" baseline="-30000" dirty="0">
                <a:latin typeface="Arial" panose="020B0604020202020204" pitchFamily="34" charset="0"/>
                <a:ea typeface="Times New Roman" panose="02020603050405020304" pitchFamily="18" charset="0"/>
                <a:cs typeface="Arial" panose="020B0604020202020204" pitchFamily="34" charset="0"/>
              </a:rPr>
              <a:t>3</a:t>
            </a:r>
            <a:r>
              <a:rPr lang="en-US" altLang="id-ID" sz="1800" dirty="0">
                <a:latin typeface="Arial" panose="020B0604020202020204" pitchFamily="34" charset="0"/>
                <a:ea typeface="Times New Roman" panose="02020603050405020304" pitchFamily="18" charset="0"/>
                <a:cs typeface="Arial" panose="020B0604020202020204" pitchFamily="34" charset="0"/>
              </a:rPr>
              <a:t>=30 , R</a:t>
            </a:r>
            <a:r>
              <a:rPr lang="en-US" altLang="id-ID" sz="1800" baseline="-30000" dirty="0">
                <a:latin typeface="Arial" panose="020B0604020202020204" pitchFamily="34" charset="0"/>
                <a:ea typeface="Times New Roman" panose="02020603050405020304" pitchFamily="18" charset="0"/>
                <a:cs typeface="Arial" panose="020B0604020202020204" pitchFamily="34" charset="0"/>
              </a:rPr>
              <a:t>4</a:t>
            </a:r>
            <a:r>
              <a:rPr lang="en-US" altLang="id-ID" sz="1800" dirty="0">
                <a:latin typeface="Arial" panose="020B0604020202020204" pitchFamily="34" charset="0"/>
                <a:ea typeface="Times New Roman" panose="02020603050405020304" pitchFamily="18" charset="0"/>
                <a:cs typeface="Arial" panose="020B0604020202020204" pitchFamily="34" charset="0"/>
              </a:rPr>
              <a:t>=8,0 , ε= 12 V</a:t>
            </a:r>
            <a:endParaRPr lang="en-US" altLang="id-ID" sz="1000" dirty="0">
              <a:ea typeface="Times New Roman" panose="02020603050405020304" pitchFamily="18" charset="0"/>
              <a:cs typeface="Arial" panose="020B0604020202020204" pitchFamily="34" charset="0"/>
            </a:endParaRPr>
          </a:p>
          <a:p>
            <a:pPr>
              <a:spcBef>
                <a:spcPct val="0"/>
              </a:spcBef>
              <a:buFontTx/>
              <a:buNone/>
            </a:pPr>
            <a:r>
              <a:rPr lang="en-US" altLang="id-ID" sz="1800" dirty="0">
                <a:latin typeface="Arial" panose="020B0604020202020204" pitchFamily="34" charset="0"/>
                <a:ea typeface="Times New Roman" panose="02020603050405020304" pitchFamily="18" charset="0"/>
                <a:cs typeface="Arial" panose="020B0604020202020204" pitchFamily="34" charset="0"/>
              </a:rPr>
              <a:t>(a) What is the current through the battery?</a:t>
            </a:r>
            <a:endParaRPr lang="en-US" altLang="id-ID" sz="1000" dirty="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dirty="0">
                <a:latin typeface="Arial" panose="020B0604020202020204" pitchFamily="34" charset="0"/>
                <a:ea typeface="Times New Roman" panose="02020603050405020304" pitchFamily="18" charset="0"/>
                <a:cs typeface="Arial" panose="020B0604020202020204" pitchFamily="34" charset="0"/>
              </a:rPr>
              <a:t>(b) What is the current </a:t>
            </a:r>
            <a:r>
              <a:rPr lang="en-US" altLang="id-ID" sz="1800" i="1" dirty="0">
                <a:latin typeface="Times New Roman" panose="02020603050405020304" pitchFamily="18" charset="0"/>
                <a:ea typeface="Times New Roman" panose="02020603050405020304" pitchFamily="18" charset="0"/>
                <a:cs typeface="Arial" panose="020B0604020202020204" pitchFamily="34" charset="0"/>
              </a:rPr>
              <a:t>i</a:t>
            </a:r>
            <a:r>
              <a:rPr lang="en-US" altLang="id-ID" sz="1800" baseline="-25000" dirty="0">
                <a:latin typeface="Arial" panose="020B0604020202020204" pitchFamily="34" charset="0"/>
                <a:ea typeface="Times New Roman" panose="02020603050405020304" pitchFamily="18" charset="0"/>
                <a:cs typeface="Arial" panose="020B0604020202020204" pitchFamily="34" charset="0"/>
              </a:rPr>
              <a:t>2</a:t>
            </a:r>
            <a:r>
              <a:rPr lang="en-US" altLang="id-ID" sz="1800" dirty="0">
                <a:latin typeface="Arial" panose="020B0604020202020204" pitchFamily="34" charset="0"/>
                <a:ea typeface="Times New Roman" panose="02020603050405020304" pitchFamily="18" charset="0"/>
                <a:cs typeface="Arial" panose="020B0604020202020204" pitchFamily="34" charset="0"/>
              </a:rPr>
              <a:t> through R</a:t>
            </a:r>
            <a:r>
              <a:rPr lang="en-US" altLang="id-ID" sz="1800" baseline="-25000" dirty="0">
                <a:latin typeface="Arial" panose="020B0604020202020204" pitchFamily="34" charset="0"/>
                <a:ea typeface="Times New Roman" panose="02020603050405020304" pitchFamily="18" charset="0"/>
                <a:cs typeface="Arial" panose="020B0604020202020204" pitchFamily="34" charset="0"/>
              </a:rPr>
              <a:t>2</a:t>
            </a:r>
            <a:r>
              <a:rPr lang="en-US" altLang="id-ID" sz="1800" dirty="0">
                <a:latin typeface="Arial" panose="020B0604020202020204" pitchFamily="34" charset="0"/>
                <a:ea typeface="Times New Roman" panose="02020603050405020304" pitchFamily="18" charset="0"/>
                <a:cs typeface="Arial" panose="020B0604020202020204" pitchFamily="34" charset="0"/>
              </a:rPr>
              <a:t> ?</a:t>
            </a:r>
          </a:p>
          <a:p>
            <a:pPr>
              <a:spcBef>
                <a:spcPct val="0"/>
              </a:spcBef>
              <a:buFontTx/>
              <a:buNone/>
            </a:pPr>
            <a:r>
              <a:rPr lang="en-US" altLang="id-ID" sz="1800" dirty="0">
                <a:latin typeface="Arial" panose="020B0604020202020204" pitchFamily="34" charset="0"/>
                <a:ea typeface="Times New Roman" panose="02020603050405020304" pitchFamily="18" charset="0"/>
                <a:cs typeface="Arial" panose="020B0604020202020204" pitchFamily="34" charset="0"/>
              </a:rPr>
              <a:t>(c) What is the current </a:t>
            </a:r>
            <a:r>
              <a:rPr lang="en-US" altLang="id-ID" sz="1800" i="1" dirty="0">
                <a:latin typeface="Times New Roman" panose="02020603050405020304" pitchFamily="18" charset="0"/>
                <a:ea typeface="Times New Roman" panose="02020603050405020304" pitchFamily="18" charset="0"/>
                <a:cs typeface="Arial" panose="020B0604020202020204" pitchFamily="34" charset="0"/>
              </a:rPr>
              <a:t>i</a:t>
            </a:r>
            <a:r>
              <a:rPr lang="en-US" altLang="id-ID" sz="1800" i="1" baseline="-25000" dirty="0">
                <a:latin typeface="Times New Roman" panose="02020603050405020304" pitchFamily="18" charset="0"/>
                <a:ea typeface="Times New Roman" panose="02020603050405020304" pitchFamily="18" charset="0"/>
                <a:cs typeface="Arial" panose="020B0604020202020204" pitchFamily="34" charset="0"/>
              </a:rPr>
              <a:t>3</a:t>
            </a:r>
            <a:r>
              <a:rPr lang="en-US" altLang="id-ID" sz="1800" dirty="0">
                <a:latin typeface="Arial" panose="020B0604020202020204" pitchFamily="34" charset="0"/>
                <a:ea typeface="Times New Roman" panose="02020603050405020304" pitchFamily="18" charset="0"/>
                <a:cs typeface="Arial" panose="020B0604020202020204" pitchFamily="34" charset="0"/>
              </a:rPr>
              <a:t> through R</a:t>
            </a:r>
            <a:r>
              <a:rPr lang="en-US" altLang="id-ID" sz="1800" baseline="-25000" dirty="0">
                <a:latin typeface="Arial" panose="020B0604020202020204" pitchFamily="34" charset="0"/>
                <a:ea typeface="Times New Roman" panose="02020603050405020304" pitchFamily="18" charset="0"/>
                <a:cs typeface="Arial" panose="020B0604020202020204" pitchFamily="34" charset="0"/>
              </a:rPr>
              <a:t>3</a:t>
            </a:r>
            <a:r>
              <a:rPr lang="en-US" altLang="id-ID" sz="1800" dirty="0">
                <a:latin typeface="Arial" panose="020B0604020202020204" pitchFamily="34" charset="0"/>
                <a:ea typeface="Times New Roman" panose="02020603050405020304" pitchFamily="18" charset="0"/>
                <a:cs typeface="Arial" panose="020B0604020202020204" pitchFamily="34" charset="0"/>
              </a:rPr>
              <a:t> ?</a:t>
            </a:r>
          </a:p>
          <a:p>
            <a:pPr>
              <a:spcBef>
                <a:spcPct val="0"/>
              </a:spcBef>
              <a:buFontTx/>
              <a:buNone/>
            </a:pPr>
            <a:endParaRPr lang="en-US" altLang="id-ID" sz="1050" dirty="0">
              <a:latin typeface="Arial" panose="020B0604020202020204" pitchFamily="34" charset="0"/>
              <a:ea typeface="Times New Roman" panose="02020603050405020304" pitchFamily="18" charset="0"/>
              <a:cs typeface="Arial" panose="020B0604020202020204" pitchFamily="34" charset="0"/>
            </a:endParaRPr>
          </a:p>
        </p:txBody>
      </p:sp>
      <p:grpSp>
        <p:nvGrpSpPr>
          <p:cNvPr id="30724" name="Group 10">
            <a:extLst>
              <a:ext uri="{FF2B5EF4-FFF2-40B4-BE49-F238E27FC236}">
                <a16:creationId xmlns:a16="http://schemas.microsoft.com/office/drawing/2014/main" id="{11D67205-E321-45F3-824D-50B323D9D0A3}"/>
              </a:ext>
            </a:extLst>
          </p:cNvPr>
          <p:cNvGrpSpPr>
            <a:grpSpLocks/>
          </p:cNvGrpSpPr>
          <p:nvPr/>
        </p:nvGrpSpPr>
        <p:grpSpPr bwMode="auto">
          <a:xfrm>
            <a:off x="1900858" y="2225973"/>
            <a:ext cx="3571875" cy="2428875"/>
            <a:chOff x="4830" y="1815"/>
            <a:chExt cx="3176" cy="2850"/>
          </a:xfrm>
        </p:grpSpPr>
        <p:cxnSp>
          <p:nvCxnSpPr>
            <p:cNvPr id="30733" name="AutoShape 11">
              <a:extLst>
                <a:ext uri="{FF2B5EF4-FFF2-40B4-BE49-F238E27FC236}">
                  <a16:creationId xmlns:a16="http://schemas.microsoft.com/office/drawing/2014/main" id="{79CD6A47-08C3-463A-A3A9-7A3513D34FD9}"/>
                </a:ext>
              </a:extLst>
            </p:cNvPr>
            <p:cNvCxnSpPr>
              <a:cxnSpLocks noChangeShapeType="1"/>
            </p:cNvCxnSpPr>
            <p:nvPr/>
          </p:nvCxnSpPr>
          <p:spPr bwMode="auto">
            <a:xfrm>
              <a:off x="6105" y="2224"/>
              <a:ext cx="975" cy="2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0734" name="AutoShape 12">
              <a:extLst>
                <a:ext uri="{FF2B5EF4-FFF2-40B4-BE49-F238E27FC236}">
                  <a16:creationId xmlns:a16="http://schemas.microsoft.com/office/drawing/2014/main" id="{FCC5CE2F-54CD-4C42-B307-678C6467BA11}"/>
                </a:ext>
              </a:extLst>
            </p:cNvPr>
            <p:cNvCxnSpPr>
              <a:cxnSpLocks noChangeShapeType="1"/>
            </p:cNvCxnSpPr>
            <p:nvPr/>
          </p:nvCxnSpPr>
          <p:spPr bwMode="auto">
            <a:xfrm>
              <a:off x="6116" y="4377"/>
              <a:ext cx="1890" cy="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0735" name="AutoShape 13">
              <a:extLst>
                <a:ext uri="{FF2B5EF4-FFF2-40B4-BE49-F238E27FC236}">
                  <a16:creationId xmlns:a16="http://schemas.microsoft.com/office/drawing/2014/main" id="{58EACADF-D333-47B4-AF80-63BF1E235C6D}"/>
                </a:ext>
              </a:extLst>
            </p:cNvPr>
            <p:cNvCxnSpPr>
              <a:cxnSpLocks noChangeShapeType="1"/>
            </p:cNvCxnSpPr>
            <p:nvPr/>
          </p:nvCxnSpPr>
          <p:spPr bwMode="auto">
            <a:xfrm flipV="1">
              <a:off x="8006" y="2253"/>
              <a:ext cx="0" cy="20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0736" name="AutoShape 14">
              <a:extLst>
                <a:ext uri="{FF2B5EF4-FFF2-40B4-BE49-F238E27FC236}">
                  <a16:creationId xmlns:a16="http://schemas.microsoft.com/office/drawing/2014/main" id="{1DBF8936-F04B-4030-8110-D32E0D3FC263}"/>
                </a:ext>
              </a:extLst>
            </p:cNvPr>
            <p:cNvCxnSpPr>
              <a:cxnSpLocks noChangeShapeType="1"/>
            </p:cNvCxnSpPr>
            <p:nvPr/>
          </p:nvCxnSpPr>
          <p:spPr bwMode="auto">
            <a:xfrm>
              <a:off x="7620" y="2253"/>
              <a:ext cx="386"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0737" name="AutoShape 15">
              <a:extLst>
                <a:ext uri="{FF2B5EF4-FFF2-40B4-BE49-F238E27FC236}">
                  <a16:creationId xmlns:a16="http://schemas.microsoft.com/office/drawing/2014/main" id="{721EB068-E506-476E-BCCB-2AAE9923325E}"/>
                </a:ext>
              </a:extLst>
            </p:cNvPr>
            <p:cNvCxnSpPr>
              <a:cxnSpLocks noChangeShapeType="1"/>
            </p:cNvCxnSpPr>
            <p:nvPr/>
          </p:nvCxnSpPr>
          <p:spPr bwMode="auto">
            <a:xfrm>
              <a:off x="6593" y="3531"/>
              <a:ext cx="0" cy="839"/>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0738" name="AutoShape 16">
              <a:extLst>
                <a:ext uri="{FF2B5EF4-FFF2-40B4-BE49-F238E27FC236}">
                  <a16:creationId xmlns:a16="http://schemas.microsoft.com/office/drawing/2014/main" id="{49F04A6E-3389-4442-92D8-0F76436ABAF1}"/>
                </a:ext>
              </a:extLst>
            </p:cNvPr>
            <p:cNvCxnSpPr>
              <a:cxnSpLocks noChangeShapeType="1"/>
            </p:cNvCxnSpPr>
            <p:nvPr/>
          </p:nvCxnSpPr>
          <p:spPr bwMode="auto">
            <a:xfrm flipV="1">
              <a:off x="5074" y="3381"/>
              <a:ext cx="1" cy="94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0739" name="AutoShape 17">
              <a:extLst>
                <a:ext uri="{FF2B5EF4-FFF2-40B4-BE49-F238E27FC236}">
                  <a16:creationId xmlns:a16="http://schemas.microsoft.com/office/drawing/2014/main" id="{E5759F18-8B5F-4166-B9DC-2ABC0CCB6020}"/>
                </a:ext>
              </a:extLst>
            </p:cNvPr>
            <p:cNvCxnSpPr>
              <a:cxnSpLocks noChangeShapeType="1"/>
            </p:cNvCxnSpPr>
            <p:nvPr/>
          </p:nvCxnSpPr>
          <p:spPr bwMode="auto">
            <a:xfrm flipH="1">
              <a:off x="6525" y="4370"/>
              <a:ext cx="89"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30740" name="AutoShape 18">
              <a:extLst>
                <a:ext uri="{FF2B5EF4-FFF2-40B4-BE49-F238E27FC236}">
                  <a16:creationId xmlns:a16="http://schemas.microsoft.com/office/drawing/2014/main" id="{7B453FC5-11DE-4441-93D5-1721D7D00EAA}"/>
                </a:ext>
              </a:extLst>
            </p:cNvPr>
            <p:cNvCxnSpPr>
              <a:cxnSpLocks noChangeShapeType="1"/>
            </p:cNvCxnSpPr>
            <p:nvPr/>
          </p:nvCxnSpPr>
          <p:spPr bwMode="auto">
            <a:xfrm flipH="1">
              <a:off x="6458" y="2253"/>
              <a:ext cx="105"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grpSp>
          <p:nvGrpSpPr>
            <p:cNvPr id="30741" name="Group 19">
              <a:extLst>
                <a:ext uri="{FF2B5EF4-FFF2-40B4-BE49-F238E27FC236}">
                  <a16:creationId xmlns:a16="http://schemas.microsoft.com/office/drawing/2014/main" id="{16C76475-FE14-4DC4-A3CE-8AFA870C0AB5}"/>
                </a:ext>
              </a:extLst>
            </p:cNvPr>
            <p:cNvGrpSpPr>
              <a:grpSpLocks/>
            </p:cNvGrpSpPr>
            <p:nvPr/>
          </p:nvGrpSpPr>
          <p:grpSpPr bwMode="auto">
            <a:xfrm>
              <a:off x="6473" y="2916"/>
              <a:ext cx="210" cy="630"/>
              <a:chOff x="2430" y="5910"/>
              <a:chExt cx="210" cy="630"/>
            </a:xfrm>
          </p:grpSpPr>
          <p:cxnSp>
            <p:nvCxnSpPr>
              <p:cNvPr id="30779" name="AutoShape 20">
                <a:extLst>
                  <a:ext uri="{FF2B5EF4-FFF2-40B4-BE49-F238E27FC236}">
                    <a16:creationId xmlns:a16="http://schemas.microsoft.com/office/drawing/2014/main" id="{22483534-EFE0-4015-81E5-410E87AC7B90}"/>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80" name="AutoShape 21">
                <a:extLst>
                  <a:ext uri="{FF2B5EF4-FFF2-40B4-BE49-F238E27FC236}">
                    <a16:creationId xmlns:a16="http://schemas.microsoft.com/office/drawing/2014/main" id="{BB1AE584-F86D-4C80-8BC7-DC1168B78462}"/>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81" name="AutoShape 22">
                <a:extLst>
                  <a:ext uri="{FF2B5EF4-FFF2-40B4-BE49-F238E27FC236}">
                    <a16:creationId xmlns:a16="http://schemas.microsoft.com/office/drawing/2014/main" id="{815884DA-568F-451B-97B5-E4C44E7137B1}"/>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82" name="AutoShape 23">
                <a:extLst>
                  <a:ext uri="{FF2B5EF4-FFF2-40B4-BE49-F238E27FC236}">
                    <a16:creationId xmlns:a16="http://schemas.microsoft.com/office/drawing/2014/main" id="{0BE066E4-A31D-4B30-80A4-72916ED3CBF9}"/>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83" name="AutoShape 24">
                <a:extLst>
                  <a:ext uri="{FF2B5EF4-FFF2-40B4-BE49-F238E27FC236}">
                    <a16:creationId xmlns:a16="http://schemas.microsoft.com/office/drawing/2014/main" id="{7B786FCC-9925-43F5-A2EB-C4489516E4B2}"/>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84" name="AutoShape 25">
                <a:extLst>
                  <a:ext uri="{FF2B5EF4-FFF2-40B4-BE49-F238E27FC236}">
                    <a16:creationId xmlns:a16="http://schemas.microsoft.com/office/drawing/2014/main" id="{AE9234CF-D926-4017-8350-451A2F95B8C1}"/>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85" name="AutoShape 26">
                <a:extLst>
                  <a:ext uri="{FF2B5EF4-FFF2-40B4-BE49-F238E27FC236}">
                    <a16:creationId xmlns:a16="http://schemas.microsoft.com/office/drawing/2014/main" id="{F0E79F6F-ABD0-4020-8A99-98FDE99C3D8C}"/>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30742" name="AutoShape 27">
              <a:extLst>
                <a:ext uri="{FF2B5EF4-FFF2-40B4-BE49-F238E27FC236}">
                  <a16:creationId xmlns:a16="http://schemas.microsoft.com/office/drawing/2014/main" id="{882A2A55-2DED-4878-AB20-03521E710E4B}"/>
                </a:ext>
              </a:extLst>
            </p:cNvPr>
            <p:cNvCxnSpPr>
              <a:cxnSpLocks noChangeShapeType="1"/>
            </p:cNvCxnSpPr>
            <p:nvPr/>
          </p:nvCxnSpPr>
          <p:spPr bwMode="auto">
            <a:xfrm flipV="1">
              <a:off x="5075" y="2224"/>
              <a:ext cx="0" cy="99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0743" name="AutoShape 28">
              <a:extLst>
                <a:ext uri="{FF2B5EF4-FFF2-40B4-BE49-F238E27FC236}">
                  <a16:creationId xmlns:a16="http://schemas.microsoft.com/office/drawing/2014/main" id="{5D07B916-B812-4DAA-BF38-6190E997EC47}"/>
                </a:ext>
              </a:extLst>
            </p:cNvPr>
            <p:cNvCxnSpPr>
              <a:cxnSpLocks noChangeShapeType="1"/>
            </p:cNvCxnSpPr>
            <p:nvPr/>
          </p:nvCxnSpPr>
          <p:spPr bwMode="auto">
            <a:xfrm flipV="1">
              <a:off x="6563" y="2209"/>
              <a:ext cx="8" cy="70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0744" name="AutoShape 29">
              <a:extLst>
                <a:ext uri="{FF2B5EF4-FFF2-40B4-BE49-F238E27FC236}">
                  <a16:creationId xmlns:a16="http://schemas.microsoft.com/office/drawing/2014/main" id="{FA443E03-4D40-4B15-B9F8-EE3372F958CD}"/>
                </a:ext>
              </a:extLst>
            </p:cNvPr>
            <p:cNvCxnSpPr>
              <a:cxnSpLocks noChangeShapeType="1"/>
            </p:cNvCxnSpPr>
            <p:nvPr/>
          </p:nvCxnSpPr>
          <p:spPr bwMode="auto">
            <a:xfrm flipV="1">
              <a:off x="4830" y="3047"/>
              <a:ext cx="0" cy="499"/>
            </a:xfrm>
            <a:prstGeom prst="straightConnector1">
              <a:avLst/>
            </a:prstGeom>
            <a:noFill/>
            <a:ln w="2857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30745" name="AutoShape 30">
              <a:extLst>
                <a:ext uri="{FF2B5EF4-FFF2-40B4-BE49-F238E27FC236}">
                  <a16:creationId xmlns:a16="http://schemas.microsoft.com/office/drawing/2014/main" id="{57D46738-0CB3-4D5D-B1DE-184285E79BBD}"/>
                </a:ext>
              </a:extLst>
            </p:cNvPr>
            <p:cNvCxnSpPr>
              <a:cxnSpLocks noChangeShapeType="1"/>
            </p:cNvCxnSpPr>
            <p:nvPr/>
          </p:nvCxnSpPr>
          <p:spPr bwMode="auto">
            <a:xfrm>
              <a:off x="6799" y="2821"/>
              <a:ext cx="0" cy="63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0746" name="AutoShape 31">
              <a:extLst>
                <a:ext uri="{FF2B5EF4-FFF2-40B4-BE49-F238E27FC236}">
                  <a16:creationId xmlns:a16="http://schemas.microsoft.com/office/drawing/2014/main" id="{53CF7A72-A569-4F06-AD63-F1F06E0937E2}"/>
                </a:ext>
              </a:extLst>
            </p:cNvPr>
            <p:cNvCxnSpPr>
              <a:cxnSpLocks noChangeShapeType="1"/>
            </p:cNvCxnSpPr>
            <p:nvPr/>
          </p:nvCxnSpPr>
          <p:spPr bwMode="auto">
            <a:xfrm>
              <a:off x="5075" y="2224"/>
              <a:ext cx="490" cy="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0747" name="AutoShape 32">
              <a:extLst>
                <a:ext uri="{FF2B5EF4-FFF2-40B4-BE49-F238E27FC236}">
                  <a16:creationId xmlns:a16="http://schemas.microsoft.com/office/drawing/2014/main" id="{37E39668-5019-48EF-8394-C5DFF61B1D1A}"/>
                </a:ext>
              </a:extLst>
            </p:cNvPr>
            <p:cNvCxnSpPr>
              <a:cxnSpLocks noChangeShapeType="1"/>
            </p:cNvCxnSpPr>
            <p:nvPr/>
          </p:nvCxnSpPr>
          <p:spPr bwMode="auto">
            <a:xfrm flipH="1">
              <a:off x="4985" y="4322"/>
              <a:ext cx="89"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30748" name="AutoShape 33">
              <a:extLst>
                <a:ext uri="{FF2B5EF4-FFF2-40B4-BE49-F238E27FC236}">
                  <a16:creationId xmlns:a16="http://schemas.microsoft.com/office/drawing/2014/main" id="{5E0124CF-F824-4304-8293-BC82CF500E43}"/>
                </a:ext>
              </a:extLst>
            </p:cNvPr>
            <p:cNvCxnSpPr>
              <a:cxnSpLocks noChangeShapeType="1"/>
            </p:cNvCxnSpPr>
            <p:nvPr/>
          </p:nvCxnSpPr>
          <p:spPr bwMode="auto">
            <a:xfrm flipH="1">
              <a:off x="7917" y="2251"/>
              <a:ext cx="89"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grpSp>
          <p:nvGrpSpPr>
            <p:cNvPr id="30749" name="Group 34">
              <a:extLst>
                <a:ext uri="{FF2B5EF4-FFF2-40B4-BE49-F238E27FC236}">
                  <a16:creationId xmlns:a16="http://schemas.microsoft.com/office/drawing/2014/main" id="{CEBAF1EC-4AC6-4FF8-9098-5E94FEE4740F}"/>
                </a:ext>
              </a:extLst>
            </p:cNvPr>
            <p:cNvGrpSpPr>
              <a:grpSpLocks/>
            </p:cNvGrpSpPr>
            <p:nvPr/>
          </p:nvGrpSpPr>
          <p:grpSpPr bwMode="auto">
            <a:xfrm>
              <a:off x="5565" y="1965"/>
              <a:ext cx="540" cy="409"/>
              <a:chOff x="7080" y="2063"/>
              <a:chExt cx="540" cy="311"/>
            </a:xfrm>
          </p:grpSpPr>
          <p:cxnSp>
            <p:nvCxnSpPr>
              <p:cNvPr id="30772" name="AutoShape 35">
                <a:extLst>
                  <a:ext uri="{FF2B5EF4-FFF2-40B4-BE49-F238E27FC236}">
                    <a16:creationId xmlns:a16="http://schemas.microsoft.com/office/drawing/2014/main" id="{EA8BD12F-E085-4D27-87F0-5D926022AC99}"/>
                  </a:ext>
                </a:extLst>
              </p:cNvPr>
              <p:cNvCxnSpPr>
                <a:cxnSpLocks noChangeShapeType="1"/>
              </p:cNvCxnSpPr>
              <p:nvPr/>
            </p:nvCxnSpPr>
            <p:spPr bwMode="auto">
              <a:xfrm flipV="1">
                <a:off x="7080" y="2063"/>
                <a:ext cx="105" cy="187"/>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73" name="AutoShape 36">
                <a:extLst>
                  <a:ext uri="{FF2B5EF4-FFF2-40B4-BE49-F238E27FC236}">
                    <a16:creationId xmlns:a16="http://schemas.microsoft.com/office/drawing/2014/main" id="{8B9C5A70-9F5D-47A0-B2BE-207D7E71C947}"/>
                  </a:ext>
                </a:extLst>
              </p:cNvPr>
              <p:cNvCxnSpPr>
                <a:cxnSpLocks noChangeShapeType="1"/>
              </p:cNvCxnSpPr>
              <p:nvPr/>
            </p:nvCxnSpPr>
            <p:spPr bwMode="auto">
              <a:xfrm>
                <a:off x="7170" y="2091"/>
                <a:ext cx="90" cy="28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74" name="AutoShape 37">
                <a:extLst>
                  <a:ext uri="{FF2B5EF4-FFF2-40B4-BE49-F238E27FC236}">
                    <a16:creationId xmlns:a16="http://schemas.microsoft.com/office/drawing/2014/main" id="{C935D2FC-C86F-40E4-B829-A6724DAD70BC}"/>
                  </a:ext>
                </a:extLst>
              </p:cNvPr>
              <p:cNvCxnSpPr>
                <a:cxnSpLocks noChangeShapeType="1"/>
              </p:cNvCxnSpPr>
              <p:nvPr/>
            </p:nvCxnSpPr>
            <p:spPr bwMode="auto">
              <a:xfrm>
                <a:off x="7320" y="2091"/>
                <a:ext cx="90" cy="28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75" name="AutoShape 38">
                <a:extLst>
                  <a:ext uri="{FF2B5EF4-FFF2-40B4-BE49-F238E27FC236}">
                    <a16:creationId xmlns:a16="http://schemas.microsoft.com/office/drawing/2014/main" id="{50C93B46-8651-4B1B-8462-4A9346EC3577}"/>
                  </a:ext>
                </a:extLst>
              </p:cNvPr>
              <p:cNvCxnSpPr>
                <a:cxnSpLocks noChangeShapeType="1"/>
              </p:cNvCxnSpPr>
              <p:nvPr/>
            </p:nvCxnSpPr>
            <p:spPr bwMode="auto">
              <a:xfrm>
                <a:off x="7485" y="2091"/>
                <a:ext cx="90" cy="28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76" name="AutoShape 39">
                <a:extLst>
                  <a:ext uri="{FF2B5EF4-FFF2-40B4-BE49-F238E27FC236}">
                    <a16:creationId xmlns:a16="http://schemas.microsoft.com/office/drawing/2014/main" id="{0D2D65B1-C2EB-448E-88C0-3D328A2B18B0}"/>
                  </a:ext>
                </a:extLst>
              </p:cNvPr>
              <p:cNvCxnSpPr>
                <a:cxnSpLocks noChangeShapeType="1"/>
              </p:cNvCxnSpPr>
              <p:nvPr/>
            </p:nvCxnSpPr>
            <p:spPr bwMode="auto">
              <a:xfrm flipV="1">
                <a:off x="7260" y="2063"/>
                <a:ext cx="75" cy="31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77" name="AutoShape 40">
                <a:extLst>
                  <a:ext uri="{FF2B5EF4-FFF2-40B4-BE49-F238E27FC236}">
                    <a16:creationId xmlns:a16="http://schemas.microsoft.com/office/drawing/2014/main" id="{6DDD3CE4-FBC1-495D-8E0B-F39B48893CF9}"/>
                  </a:ext>
                </a:extLst>
              </p:cNvPr>
              <p:cNvCxnSpPr>
                <a:cxnSpLocks noChangeShapeType="1"/>
              </p:cNvCxnSpPr>
              <p:nvPr/>
            </p:nvCxnSpPr>
            <p:spPr bwMode="auto">
              <a:xfrm flipV="1">
                <a:off x="7410" y="2063"/>
                <a:ext cx="75" cy="31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78" name="AutoShape 41">
                <a:extLst>
                  <a:ext uri="{FF2B5EF4-FFF2-40B4-BE49-F238E27FC236}">
                    <a16:creationId xmlns:a16="http://schemas.microsoft.com/office/drawing/2014/main" id="{C18C0EC6-CC65-4CE6-A6FD-085483655DF2}"/>
                  </a:ext>
                </a:extLst>
              </p:cNvPr>
              <p:cNvCxnSpPr>
                <a:cxnSpLocks noChangeShapeType="1"/>
              </p:cNvCxnSpPr>
              <p:nvPr/>
            </p:nvCxnSpPr>
            <p:spPr bwMode="auto">
              <a:xfrm flipV="1">
                <a:off x="7575" y="2253"/>
                <a:ext cx="45" cy="12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30750" name="Group 42">
              <a:extLst>
                <a:ext uri="{FF2B5EF4-FFF2-40B4-BE49-F238E27FC236}">
                  <a16:creationId xmlns:a16="http://schemas.microsoft.com/office/drawing/2014/main" id="{11FE344F-50C8-4672-8967-439A960D660C}"/>
                </a:ext>
              </a:extLst>
            </p:cNvPr>
            <p:cNvGrpSpPr>
              <a:grpSpLocks/>
            </p:cNvGrpSpPr>
            <p:nvPr/>
          </p:nvGrpSpPr>
          <p:grpSpPr bwMode="auto">
            <a:xfrm>
              <a:off x="7080" y="2063"/>
              <a:ext cx="540" cy="339"/>
              <a:chOff x="7080" y="2063"/>
              <a:chExt cx="540" cy="311"/>
            </a:xfrm>
          </p:grpSpPr>
          <p:cxnSp>
            <p:nvCxnSpPr>
              <p:cNvPr id="30765" name="AutoShape 43">
                <a:extLst>
                  <a:ext uri="{FF2B5EF4-FFF2-40B4-BE49-F238E27FC236}">
                    <a16:creationId xmlns:a16="http://schemas.microsoft.com/office/drawing/2014/main" id="{B5BCB135-6733-496C-86AE-512BCA29813B}"/>
                  </a:ext>
                </a:extLst>
              </p:cNvPr>
              <p:cNvCxnSpPr>
                <a:cxnSpLocks noChangeShapeType="1"/>
              </p:cNvCxnSpPr>
              <p:nvPr/>
            </p:nvCxnSpPr>
            <p:spPr bwMode="auto">
              <a:xfrm flipV="1">
                <a:off x="7080" y="2063"/>
                <a:ext cx="105" cy="187"/>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66" name="AutoShape 44">
                <a:extLst>
                  <a:ext uri="{FF2B5EF4-FFF2-40B4-BE49-F238E27FC236}">
                    <a16:creationId xmlns:a16="http://schemas.microsoft.com/office/drawing/2014/main" id="{454683E0-D66C-4AF1-9071-0A98F3DC6BFF}"/>
                  </a:ext>
                </a:extLst>
              </p:cNvPr>
              <p:cNvCxnSpPr>
                <a:cxnSpLocks noChangeShapeType="1"/>
              </p:cNvCxnSpPr>
              <p:nvPr/>
            </p:nvCxnSpPr>
            <p:spPr bwMode="auto">
              <a:xfrm>
                <a:off x="7170" y="2091"/>
                <a:ext cx="90" cy="28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67" name="AutoShape 45">
                <a:extLst>
                  <a:ext uri="{FF2B5EF4-FFF2-40B4-BE49-F238E27FC236}">
                    <a16:creationId xmlns:a16="http://schemas.microsoft.com/office/drawing/2014/main" id="{372084A4-6D37-4756-B17B-743B18F9E1A1}"/>
                  </a:ext>
                </a:extLst>
              </p:cNvPr>
              <p:cNvCxnSpPr>
                <a:cxnSpLocks noChangeShapeType="1"/>
              </p:cNvCxnSpPr>
              <p:nvPr/>
            </p:nvCxnSpPr>
            <p:spPr bwMode="auto">
              <a:xfrm>
                <a:off x="7320" y="2091"/>
                <a:ext cx="90" cy="28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68" name="AutoShape 46">
                <a:extLst>
                  <a:ext uri="{FF2B5EF4-FFF2-40B4-BE49-F238E27FC236}">
                    <a16:creationId xmlns:a16="http://schemas.microsoft.com/office/drawing/2014/main" id="{DFA65EDB-4F68-4799-AC75-94532D406264}"/>
                  </a:ext>
                </a:extLst>
              </p:cNvPr>
              <p:cNvCxnSpPr>
                <a:cxnSpLocks noChangeShapeType="1"/>
              </p:cNvCxnSpPr>
              <p:nvPr/>
            </p:nvCxnSpPr>
            <p:spPr bwMode="auto">
              <a:xfrm>
                <a:off x="7485" y="2091"/>
                <a:ext cx="90" cy="28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69" name="AutoShape 47">
                <a:extLst>
                  <a:ext uri="{FF2B5EF4-FFF2-40B4-BE49-F238E27FC236}">
                    <a16:creationId xmlns:a16="http://schemas.microsoft.com/office/drawing/2014/main" id="{D501E5FA-22EE-4A05-AF79-64ED4F678532}"/>
                  </a:ext>
                </a:extLst>
              </p:cNvPr>
              <p:cNvCxnSpPr>
                <a:cxnSpLocks noChangeShapeType="1"/>
              </p:cNvCxnSpPr>
              <p:nvPr/>
            </p:nvCxnSpPr>
            <p:spPr bwMode="auto">
              <a:xfrm flipV="1">
                <a:off x="7260" y="2063"/>
                <a:ext cx="75" cy="31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70" name="AutoShape 48">
                <a:extLst>
                  <a:ext uri="{FF2B5EF4-FFF2-40B4-BE49-F238E27FC236}">
                    <a16:creationId xmlns:a16="http://schemas.microsoft.com/office/drawing/2014/main" id="{1BF709AF-161B-4D6C-ADB4-2517E68C4CF6}"/>
                  </a:ext>
                </a:extLst>
              </p:cNvPr>
              <p:cNvCxnSpPr>
                <a:cxnSpLocks noChangeShapeType="1"/>
              </p:cNvCxnSpPr>
              <p:nvPr/>
            </p:nvCxnSpPr>
            <p:spPr bwMode="auto">
              <a:xfrm flipV="1">
                <a:off x="7410" y="2063"/>
                <a:ext cx="75" cy="31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71" name="AutoShape 49">
                <a:extLst>
                  <a:ext uri="{FF2B5EF4-FFF2-40B4-BE49-F238E27FC236}">
                    <a16:creationId xmlns:a16="http://schemas.microsoft.com/office/drawing/2014/main" id="{32867274-A3BB-4D3C-809F-8EA743B4AC75}"/>
                  </a:ext>
                </a:extLst>
              </p:cNvPr>
              <p:cNvCxnSpPr>
                <a:cxnSpLocks noChangeShapeType="1"/>
              </p:cNvCxnSpPr>
              <p:nvPr/>
            </p:nvCxnSpPr>
            <p:spPr bwMode="auto">
              <a:xfrm flipV="1">
                <a:off x="7575" y="2253"/>
                <a:ext cx="45" cy="12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30751" name="Group 50">
              <a:extLst>
                <a:ext uri="{FF2B5EF4-FFF2-40B4-BE49-F238E27FC236}">
                  <a16:creationId xmlns:a16="http://schemas.microsoft.com/office/drawing/2014/main" id="{0CA4DBA2-3C4E-45DF-8AB8-0DA457192307}"/>
                </a:ext>
              </a:extLst>
            </p:cNvPr>
            <p:cNvGrpSpPr>
              <a:grpSpLocks/>
            </p:cNvGrpSpPr>
            <p:nvPr/>
          </p:nvGrpSpPr>
          <p:grpSpPr bwMode="auto">
            <a:xfrm>
              <a:off x="5565" y="4125"/>
              <a:ext cx="540" cy="413"/>
              <a:chOff x="7080" y="2063"/>
              <a:chExt cx="540" cy="311"/>
            </a:xfrm>
          </p:grpSpPr>
          <p:cxnSp>
            <p:nvCxnSpPr>
              <p:cNvPr id="30758" name="AutoShape 51">
                <a:extLst>
                  <a:ext uri="{FF2B5EF4-FFF2-40B4-BE49-F238E27FC236}">
                    <a16:creationId xmlns:a16="http://schemas.microsoft.com/office/drawing/2014/main" id="{03BA7A2C-6F5B-4FA0-8220-7521A1BD1E66}"/>
                  </a:ext>
                </a:extLst>
              </p:cNvPr>
              <p:cNvCxnSpPr>
                <a:cxnSpLocks noChangeShapeType="1"/>
              </p:cNvCxnSpPr>
              <p:nvPr/>
            </p:nvCxnSpPr>
            <p:spPr bwMode="auto">
              <a:xfrm flipV="1">
                <a:off x="7080" y="2063"/>
                <a:ext cx="105" cy="187"/>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59" name="AutoShape 52">
                <a:extLst>
                  <a:ext uri="{FF2B5EF4-FFF2-40B4-BE49-F238E27FC236}">
                    <a16:creationId xmlns:a16="http://schemas.microsoft.com/office/drawing/2014/main" id="{FC98C954-BD2A-4574-AFE5-8F65B2B6EDC8}"/>
                  </a:ext>
                </a:extLst>
              </p:cNvPr>
              <p:cNvCxnSpPr>
                <a:cxnSpLocks noChangeShapeType="1"/>
              </p:cNvCxnSpPr>
              <p:nvPr/>
            </p:nvCxnSpPr>
            <p:spPr bwMode="auto">
              <a:xfrm>
                <a:off x="7170" y="2091"/>
                <a:ext cx="90" cy="28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60" name="AutoShape 53">
                <a:extLst>
                  <a:ext uri="{FF2B5EF4-FFF2-40B4-BE49-F238E27FC236}">
                    <a16:creationId xmlns:a16="http://schemas.microsoft.com/office/drawing/2014/main" id="{2C1725D2-E1D6-408E-9BF4-52F01D7891D9}"/>
                  </a:ext>
                </a:extLst>
              </p:cNvPr>
              <p:cNvCxnSpPr>
                <a:cxnSpLocks noChangeShapeType="1"/>
              </p:cNvCxnSpPr>
              <p:nvPr/>
            </p:nvCxnSpPr>
            <p:spPr bwMode="auto">
              <a:xfrm>
                <a:off x="7320" y="2091"/>
                <a:ext cx="90" cy="28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61" name="AutoShape 54">
                <a:extLst>
                  <a:ext uri="{FF2B5EF4-FFF2-40B4-BE49-F238E27FC236}">
                    <a16:creationId xmlns:a16="http://schemas.microsoft.com/office/drawing/2014/main" id="{82203703-F49E-4FFF-8C63-829274956D59}"/>
                  </a:ext>
                </a:extLst>
              </p:cNvPr>
              <p:cNvCxnSpPr>
                <a:cxnSpLocks noChangeShapeType="1"/>
              </p:cNvCxnSpPr>
              <p:nvPr/>
            </p:nvCxnSpPr>
            <p:spPr bwMode="auto">
              <a:xfrm>
                <a:off x="7485" y="2091"/>
                <a:ext cx="90" cy="28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62" name="AutoShape 55">
                <a:extLst>
                  <a:ext uri="{FF2B5EF4-FFF2-40B4-BE49-F238E27FC236}">
                    <a16:creationId xmlns:a16="http://schemas.microsoft.com/office/drawing/2014/main" id="{E0E07B85-79BE-4534-BEAD-6AE87D5B4090}"/>
                  </a:ext>
                </a:extLst>
              </p:cNvPr>
              <p:cNvCxnSpPr>
                <a:cxnSpLocks noChangeShapeType="1"/>
              </p:cNvCxnSpPr>
              <p:nvPr/>
            </p:nvCxnSpPr>
            <p:spPr bwMode="auto">
              <a:xfrm flipV="1">
                <a:off x="7260" y="2063"/>
                <a:ext cx="75" cy="31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63" name="AutoShape 56">
                <a:extLst>
                  <a:ext uri="{FF2B5EF4-FFF2-40B4-BE49-F238E27FC236}">
                    <a16:creationId xmlns:a16="http://schemas.microsoft.com/office/drawing/2014/main" id="{B88A0926-A06C-4277-BC01-4C392FA60FEE}"/>
                  </a:ext>
                </a:extLst>
              </p:cNvPr>
              <p:cNvCxnSpPr>
                <a:cxnSpLocks noChangeShapeType="1"/>
              </p:cNvCxnSpPr>
              <p:nvPr/>
            </p:nvCxnSpPr>
            <p:spPr bwMode="auto">
              <a:xfrm flipV="1">
                <a:off x="7410" y="2063"/>
                <a:ext cx="75" cy="31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64" name="AutoShape 57">
                <a:extLst>
                  <a:ext uri="{FF2B5EF4-FFF2-40B4-BE49-F238E27FC236}">
                    <a16:creationId xmlns:a16="http://schemas.microsoft.com/office/drawing/2014/main" id="{90046FF9-4472-452E-A9E1-FD7E31C86827}"/>
                  </a:ext>
                </a:extLst>
              </p:cNvPr>
              <p:cNvCxnSpPr>
                <a:cxnSpLocks noChangeShapeType="1"/>
              </p:cNvCxnSpPr>
              <p:nvPr/>
            </p:nvCxnSpPr>
            <p:spPr bwMode="auto">
              <a:xfrm flipV="1">
                <a:off x="7575" y="2253"/>
                <a:ext cx="45" cy="12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30752" name="AutoShape 58">
              <a:extLst>
                <a:ext uri="{FF2B5EF4-FFF2-40B4-BE49-F238E27FC236}">
                  <a16:creationId xmlns:a16="http://schemas.microsoft.com/office/drawing/2014/main" id="{37BAD0D5-0AA5-4EA2-9281-174AFEE55D15}"/>
                </a:ext>
              </a:extLst>
            </p:cNvPr>
            <p:cNvCxnSpPr>
              <a:cxnSpLocks noChangeShapeType="1"/>
            </p:cNvCxnSpPr>
            <p:nvPr/>
          </p:nvCxnSpPr>
          <p:spPr bwMode="auto">
            <a:xfrm flipV="1">
              <a:off x="5104" y="4322"/>
              <a:ext cx="491" cy="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53" name="AutoShape 59">
              <a:extLst>
                <a:ext uri="{FF2B5EF4-FFF2-40B4-BE49-F238E27FC236}">
                  <a16:creationId xmlns:a16="http://schemas.microsoft.com/office/drawing/2014/main" id="{CBD0ECD3-99D2-4046-AC78-BDFC2FE3F4EE}"/>
                </a:ext>
              </a:extLst>
            </p:cNvPr>
            <p:cNvCxnSpPr>
              <a:cxnSpLocks noChangeShapeType="1"/>
            </p:cNvCxnSpPr>
            <p:nvPr/>
          </p:nvCxnSpPr>
          <p:spPr bwMode="auto">
            <a:xfrm>
              <a:off x="4905" y="3216"/>
              <a:ext cx="36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0754" name="AutoShape 60">
              <a:extLst>
                <a:ext uri="{FF2B5EF4-FFF2-40B4-BE49-F238E27FC236}">
                  <a16:creationId xmlns:a16="http://schemas.microsoft.com/office/drawing/2014/main" id="{4E76B2FA-7F89-450B-BB06-89A762B26EB7}"/>
                </a:ext>
              </a:extLst>
            </p:cNvPr>
            <p:cNvCxnSpPr>
              <a:cxnSpLocks noChangeShapeType="1"/>
            </p:cNvCxnSpPr>
            <p:nvPr/>
          </p:nvCxnSpPr>
          <p:spPr bwMode="auto">
            <a:xfrm>
              <a:off x="4985" y="3381"/>
              <a:ext cx="205" cy="0"/>
            </a:xfrm>
            <a:prstGeom prst="straightConnector1">
              <a:avLst/>
            </a:prstGeom>
            <a:noFill/>
            <a:ln w="38100">
              <a:solidFill>
                <a:srgbClr val="000000"/>
              </a:solidFill>
              <a:round/>
              <a:headEnd/>
              <a:tailEnd/>
            </a:ln>
            <a:extLst>
              <a:ext uri="{909E8E84-426E-40DD-AFC4-6F175D3DCCD1}">
                <a14:hiddenFill xmlns:a14="http://schemas.microsoft.com/office/drawing/2010/main">
                  <a:noFill/>
                </a14:hiddenFill>
              </a:ext>
            </a:extLst>
          </p:spPr>
        </p:cxnSp>
        <p:cxnSp>
          <p:nvCxnSpPr>
            <p:cNvPr id="30755" name="AutoShape 61">
              <a:extLst>
                <a:ext uri="{FF2B5EF4-FFF2-40B4-BE49-F238E27FC236}">
                  <a16:creationId xmlns:a16="http://schemas.microsoft.com/office/drawing/2014/main" id="{F0D20FDD-D2D8-4CCC-A134-55007F82538E}"/>
                </a:ext>
              </a:extLst>
            </p:cNvPr>
            <p:cNvCxnSpPr>
              <a:cxnSpLocks noChangeShapeType="1"/>
            </p:cNvCxnSpPr>
            <p:nvPr/>
          </p:nvCxnSpPr>
          <p:spPr bwMode="auto">
            <a:xfrm>
              <a:off x="5595" y="1815"/>
              <a:ext cx="446"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0756" name="AutoShape 62">
              <a:extLst>
                <a:ext uri="{FF2B5EF4-FFF2-40B4-BE49-F238E27FC236}">
                  <a16:creationId xmlns:a16="http://schemas.microsoft.com/office/drawing/2014/main" id="{44AD9C30-634D-4A09-B3FD-A4C3EA8B3DC2}"/>
                </a:ext>
              </a:extLst>
            </p:cNvPr>
            <p:cNvCxnSpPr>
              <a:cxnSpLocks noChangeShapeType="1"/>
            </p:cNvCxnSpPr>
            <p:nvPr/>
          </p:nvCxnSpPr>
          <p:spPr bwMode="auto">
            <a:xfrm>
              <a:off x="7129" y="1868"/>
              <a:ext cx="446"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0757" name="AutoShape 63">
              <a:extLst>
                <a:ext uri="{FF2B5EF4-FFF2-40B4-BE49-F238E27FC236}">
                  <a16:creationId xmlns:a16="http://schemas.microsoft.com/office/drawing/2014/main" id="{A6061F5A-8948-4DBE-A134-DF448D37D64E}"/>
                </a:ext>
              </a:extLst>
            </p:cNvPr>
            <p:cNvCxnSpPr>
              <a:cxnSpLocks noChangeShapeType="1"/>
            </p:cNvCxnSpPr>
            <p:nvPr/>
          </p:nvCxnSpPr>
          <p:spPr bwMode="auto">
            <a:xfrm>
              <a:off x="5655" y="4665"/>
              <a:ext cx="446" cy="0"/>
            </a:xfrm>
            <a:prstGeom prst="straightConnector1">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cxnSp>
      </p:grpSp>
      <p:sp>
        <p:nvSpPr>
          <p:cNvPr id="30725" name="Rectangle 63">
            <a:extLst>
              <a:ext uri="{FF2B5EF4-FFF2-40B4-BE49-F238E27FC236}">
                <a16:creationId xmlns:a16="http://schemas.microsoft.com/office/drawing/2014/main" id="{07F9D0D6-1213-4063-ACFE-4A79E7FD8056}"/>
              </a:ext>
            </a:extLst>
          </p:cNvPr>
          <p:cNvSpPr>
            <a:spLocks noChangeArrowheads="1"/>
          </p:cNvSpPr>
          <p:nvPr/>
        </p:nvSpPr>
        <p:spPr bwMode="auto">
          <a:xfrm>
            <a:off x="2829545" y="2726035"/>
            <a:ext cx="22145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R</a:t>
            </a:r>
            <a:r>
              <a:rPr lang="en-US" altLang="id-ID" sz="2000" b="1" baseline="-30000">
                <a:latin typeface="Arial" panose="020B0604020202020204" pitchFamily="34" charset="0"/>
                <a:ea typeface="Times New Roman" panose="02020603050405020304" pitchFamily="18" charset="0"/>
                <a:cs typeface="Arial" panose="020B0604020202020204" pitchFamily="34" charset="0"/>
              </a:rPr>
              <a:t>1</a:t>
            </a:r>
            <a:r>
              <a:rPr lang="en-US" altLang="id-ID" sz="2000" b="1">
                <a:latin typeface="Arial" panose="020B0604020202020204" pitchFamily="34" charset="0"/>
                <a:ea typeface="Times New Roman" panose="02020603050405020304" pitchFamily="18" charset="0"/>
                <a:cs typeface="Arial" panose="020B0604020202020204" pitchFamily="34" charset="0"/>
              </a:rPr>
              <a:t>                     R</a:t>
            </a:r>
            <a:r>
              <a:rPr lang="en-US" altLang="id-ID" sz="2000" b="1" baseline="-30000">
                <a:latin typeface="Arial" panose="020B0604020202020204" pitchFamily="34" charset="0"/>
                <a:ea typeface="Times New Roman" panose="02020603050405020304" pitchFamily="18" charset="0"/>
                <a:cs typeface="Arial" panose="020B0604020202020204" pitchFamily="34" charset="0"/>
              </a:rPr>
              <a:t>3</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30726" name="Rectangle 64">
            <a:extLst>
              <a:ext uri="{FF2B5EF4-FFF2-40B4-BE49-F238E27FC236}">
                <a16:creationId xmlns:a16="http://schemas.microsoft.com/office/drawing/2014/main" id="{CBE7A8F4-44B0-4093-B761-477F63FAD568}"/>
              </a:ext>
            </a:extLst>
          </p:cNvPr>
          <p:cNvSpPr>
            <a:spLocks noChangeArrowheads="1"/>
          </p:cNvSpPr>
          <p:nvPr/>
        </p:nvSpPr>
        <p:spPr bwMode="auto">
          <a:xfrm>
            <a:off x="3329608" y="322609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R</a:t>
            </a:r>
            <a:r>
              <a:rPr lang="en-US" altLang="id-ID" sz="2000" b="1" baseline="-30000">
                <a:latin typeface="Arial" panose="020B0604020202020204" pitchFamily="34" charset="0"/>
                <a:ea typeface="Times New Roman" panose="02020603050405020304" pitchFamily="18" charset="0"/>
                <a:cs typeface="Arial" panose="020B0604020202020204" pitchFamily="34" charset="0"/>
              </a:rPr>
              <a:t>2</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30727" name="Rectangle 65">
            <a:extLst>
              <a:ext uri="{FF2B5EF4-FFF2-40B4-BE49-F238E27FC236}">
                <a16:creationId xmlns:a16="http://schemas.microsoft.com/office/drawing/2014/main" id="{819184C0-2EDF-4C44-ADE4-C1EA081F2542}"/>
              </a:ext>
            </a:extLst>
          </p:cNvPr>
          <p:cNvSpPr>
            <a:spLocks noChangeArrowheads="1"/>
          </p:cNvSpPr>
          <p:nvPr/>
        </p:nvSpPr>
        <p:spPr bwMode="auto">
          <a:xfrm>
            <a:off x="2829545" y="372616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R</a:t>
            </a:r>
            <a:r>
              <a:rPr lang="en-US" altLang="id-ID" sz="2000" b="1" baseline="-30000">
                <a:latin typeface="Arial" panose="020B0604020202020204" pitchFamily="34" charset="0"/>
                <a:ea typeface="Times New Roman" panose="02020603050405020304" pitchFamily="18" charset="0"/>
                <a:cs typeface="Arial" panose="020B0604020202020204" pitchFamily="34" charset="0"/>
              </a:rPr>
              <a:t>4</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30728" name="Rectangle 66">
            <a:extLst>
              <a:ext uri="{FF2B5EF4-FFF2-40B4-BE49-F238E27FC236}">
                <a16:creationId xmlns:a16="http://schemas.microsoft.com/office/drawing/2014/main" id="{6C86E20A-2BD0-4415-89AD-C141E3D109AF}"/>
              </a:ext>
            </a:extLst>
          </p:cNvPr>
          <p:cNvSpPr>
            <a:spLocks noChangeArrowheads="1"/>
          </p:cNvSpPr>
          <p:nvPr/>
        </p:nvSpPr>
        <p:spPr bwMode="auto">
          <a:xfrm>
            <a:off x="3258170" y="1940223"/>
            <a:ext cx="2214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r>
              <a:rPr lang="en-US" altLang="id-ID" b="1" baseline="-25000">
                <a:latin typeface="Arial" panose="020B0604020202020204" pitchFamily="34" charset="0"/>
              </a:rPr>
              <a:t>1                          </a:t>
            </a:r>
            <a:r>
              <a:rPr lang="en-US" altLang="id-ID" b="1" i="1">
                <a:latin typeface="Times New Roman" panose="02020603050405020304" pitchFamily="18" charset="0"/>
                <a:cs typeface="Times New Roman" panose="02020603050405020304" pitchFamily="18" charset="0"/>
              </a:rPr>
              <a:t>i</a:t>
            </a:r>
            <a:r>
              <a:rPr lang="en-US" altLang="id-ID" b="1" i="1" baseline="-25000">
                <a:latin typeface="Times New Roman" panose="02020603050405020304" pitchFamily="18" charset="0"/>
                <a:cs typeface="Times New Roman" panose="02020603050405020304" pitchFamily="18" charset="0"/>
              </a:rPr>
              <a:t>3</a:t>
            </a:r>
            <a:endParaRPr lang="en-US" altLang="id-ID">
              <a:latin typeface="Arial" panose="020B0604020202020204" pitchFamily="34" charset="0"/>
            </a:endParaRPr>
          </a:p>
        </p:txBody>
      </p:sp>
      <p:sp>
        <p:nvSpPr>
          <p:cNvPr id="30729" name="Rectangle 67">
            <a:extLst>
              <a:ext uri="{FF2B5EF4-FFF2-40B4-BE49-F238E27FC236}">
                <a16:creationId xmlns:a16="http://schemas.microsoft.com/office/drawing/2014/main" id="{C6E1C587-B18F-40BD-AD2C-231E8FCBF4D2}"/>
              </a:ext>
            </a:extLst>
          </p:cNvPr>
          <p:cNvSpPr>
            <a:spLocks noChangeArrowheads="1"/>
          </p:cNvSpPr>
          <p:nvPr/>
        </p:nvSpPr>
        <p:spPr bwMode="auto">
          <a:xfrm>
            <a:off x="4115420" y="3154660"/>
            <a:ext cx="384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r>
              <a:rPr lang="en-US" altLang="id-ID" b="1" baseline="-25000">
                <a:latin typeface="Arial" panose="020B0604020202020204" pitchFamily="34" charset="0"/>
              </a:rPr>
              <a:t>2</a:t>
            </a:r>
            <a:endParaRPr lang="en-US" altLang="id-ID">
              <a:latin typeface="Arial" panose="020B0604020202020204" pitchFamily="34" charset="0"/>
            </a:endParaRPr>
          </a:p>
        </p:txBody>
      </p:sp>
      <p:sp>
        <p:nvSpPr>
          <p:cNvPr id="30730" name="Rectangle 68">
            <a:extLst>
              <a:ext uri="{FF2B5EF4-FFF2-40B4-BE49-F238E27FC236}">
                <a16:creationId xmlns:a16="http://schemas.microsoft.com/office/drawing/2014/main" id="{A1AFD535-DB81-41DB-9B73-4A4496E36FEF}"/>
              </a:ext>
            </a:extLst>
          </p:cNvPr>
          <p:cNvSpPr>
            <a:spLocks noChangeArrowheads="1"/>
          </p:cNvSpPr>
          <p:nvPr/>
        </p:nvSpPr>
        <p:spPr bwMode="auto">
          <a:xfrm>
            <a:off x="1686545" y="2868910"/>
            <a:ext cx="33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ε</a:t>
            </a:r>
            <a:endParaRPr lang="en-US" altLang="id-ID">
              <a:latin typeface="Arial" panose="020B0604020202020204" pitchFamily="34" charset="0"/>
            </a:endParaRPr>
          </a:p>
        </p:txBody>
      </p:sp>
      <p:sp>
        <p:nvSpPr>
          <p:cNvPr id="30732" name="Slide Number Placeholder 64">
            <a:extLst>
              <a:ext uri="{FF2B5EF4-FFF2-40B4-BE49-F238E27FC236}">
                <a16:creationId xmlns:a16="http://schemas.microsoft.com/office/drawing/2014/main" id="{03D62C50-E845-4714-BCF9-6F1CA1A6467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4D3CACB5-8A99-4CB2-BDC3-0591FAA9E141}" type="slidenum">
              <a:rPr lang="en-US" altLang="id-ID" sz="1400" smtClean="0"/>
              <a:pPr>
                <a:spcBef>
                  <a:spcPct val="0"/>
                </a:spcBef>
                <a:buFontTx/>
                <a:buNone/>
              </a:pPr>
              <a:t>26</a:t>
            </a:fld>
            <a:endParaRPr lang="en-US" altLang="id-ID" sz="1400"/>
          </a:p>
        </p:txBody>
      </p:sp>
      <p:sp>
        <p:nvSpPr>
          <p:cNvPr id="67" name="TextBox 2">
            <a:extLst>
              <a:ext uri="{FF2B5EF4-FFF2-40B4-BE49-F238E27FC236}">
                <a16:creationId xmlns:a16="http://schemas.microsoft.com/office/drawing/2014/main" id="{18A8DF52-88CB-4F5D-AE80-59C0A1B41683}"/>
              </a:ext>
            </a:extLst>
          </p:cNvPr>
          <p:cNvSpPr txBox="1">
            <a:spLocks noChangeArrowheads="1"/>
          </p:cNvSpPr>
          <p:nvPr/>
        </p:nvSpPr>
        <p:spPr bwMode="auto">
          <a:xfrm>
            <a:off x="3447790" y="905240"/>
            <a:ext cx="32111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Resistors in Parallel</a:t>
            </a:r>
            <a:endParaRPr lang="en-US" altLang="id-ID" sz="2000" b="1" dirty="0">
              <a:solidFill>
                <a:srgbClr val="0070C0"/>
              </a:solidFill>
              <a:latin typeface="Arial" panose="020B0604020202020204" pitchFamily="34" charset="0"/>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Box 1">
            <a:extLst>
              <a:ext uri="{FF2B5EF4-FFF2-40B4-BE49-F238E27FC236}">
                <a16:creationId xmlns:a16="http://schemas.microsoft.com/office/drawing/2014/main" id="{F169B5DD-F280-4F69-97DC-54C73DC91F88}"/>
              </a:ext>
            </a:extLst>
          </p:cNvPr>
          <p:cNvSpPr txBox="1">
            <a:spLocks noChangeArrowheads="1"/>
          </p:cNvSpPr>
          <p:nvPr/>
        </p:nvSpPr>
        <p:spPr bwMode="auto">
          <a:xfrm>
            <a:off x="3387452" y="672901"/>
            <a:ext cx="4062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70C0"/>
                </a:solidFill>
                <a:latin typeface="Arial" panose="020B0604020202020204" pitchFamily="34" charset="0"/>
                <a:cs typeface="Arial" panose="020B0604020202020204" pitchFamily="34" charset="0"/>
              </a:rPr>
              <a:t>9. Ammeter and Voltmeter</a:t>
            </a:r>
            <a:endParaRPr lang="en-US" altLang="id-ID" sz="2000" b="1" i="1" dirty="0">
              <a:solidFill>
                <a:srgbClr val="0070C0"/>
              </a:solidFill>
              <a:latin typeface="Arial" panose="020B0604020202020204" pitchFamily="34" charset="0"/>
              <a:cs typeface="Arial" panose="020B0604020202020204" pitchFamily="34" charset="0"/>
            </a:endParaRPr>
          </a:p>
        </p:txBody>
      </p:sp>
      <p:sp>
        <p:nvSpPr>
          <p:cNvPr id="31747" name="TextBox 3">
            <a:extLst>
              <a:ext uri="{FF2B5EF4-FFF2-40B4-BE49-F238E27FC236}">
                <a16:creationId xmlns:a16="http://schemas.microsoft.com/office/drawing/2014/main" id="{91613936-0445-4F7A-B2C3-2B47961F8561}"/>
              </a:ext>
            </a:extLst>
          </p:cNvPr>
          <p:cNvSpPr txBox="1">
            <a:spLocks noChangeArrowheads="1"/>
          </p:cNvSpPr>
          <p:nvPr/>
        </p:nvSpPr>
        <p:spPr bwMode="auto">
          <a:xfrm>
            <a:off x="5221226" y="1483398"/>
            <a:ext cx="3572657" cy="4462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sz="1800" b="1" dirty="0">
                <a:latin typeface="Arial" panose="020B0604020202020204" pitchFamily="34" charset="0"/>
              </a:rPr>
              <a:t>An instrument used to measure currents is called an </a:t>
            </a:r>
            <a:r>
              <a:rPr lang="en-US" altLang="id-ID" sz="1800" b="1" i="1" dirty="0">
                <a:solidFill>
                  <a:srgbClr val="0070C0"/>
                </a:solidFill>
                <a:latin typeface="Arial" panose="020B0604020202020204" pitchFamily="34" charset="0"/>
              </a:rPr>
              <a:t>ammeter</a:t>
            </a:r>
            <a:r>
              <a:rPr lang="en-US" altLang="id-ID" sz="1800" b="1" i="1" dirty="0">
                <a:solidFill>
                  <a:srgbClr val="002060"/>
                </a:solidFill>
                <a:latin typeface="Arial" panose="020B0604020202020204" pitchFamily="34" charset="0"/>
              </a:rPr>
              <a:t>.</a:t>
            </a:r>
            <a:r>
              <a:rPr lang="en-US" altLang="id-ID" sz="1800" b="1" i="1" dirty="0">
                <a:latin typeface="Arial" panose="020B0604020202020204" pitchFamily="34" charset="0"/>
              </a:rPr>
              <a:t> </a:t>
            </a:r>
            <a:r>
              <a:rPr lang="en-US" altLang="id-ID" sz="1800" b="1" dirty="0">
                <a:latin typeface="Arial" panose="020B0604020202020204" pitchFamily="34" charset="0"/>
              </a:rPr>
              <a:t>It is essential that the resistance </a:t>
            </a:r>
            <a:r>
              <a:rPr lang="en-US" altLang="id-ID" sz="1800" b="1" i="1" dirty="0">
                <a:latin typeface="Arial" panose="020B0604020202020204" pitchFamily="34" charset="0"/>
              </a:rPr>
              <a:t>R</a:t>
            </a:r>
            <a:r>
              <a:rPr lang="en-US" altLang="id-ID" sz="1800" b="1" i="1" baseline="-25000" dirty="0">
                <a:latin typeface="Arial" panose="020B0604020202020204" pitchFamily="34" charset="0"/>
              </a:rPr>
              <a:t>A</a:t>
            </a:r>
            <a:r>
              <a:rPr lang="en-US" altLang="id-ID" sz="1800" b="1" i="1" dirty="0">
                <a:latin typeface="Arial" panose="020B0604020202020204" pitchFamily="34" charset="0"/>
              </a:rPr>
              <a:t> </a:t>
            </a:r>
            <a:r>
              <a:rPr lang="en-US" altLang="id-ID" sz="1800" b="1" dirty="0">
                <a:latin typeface="Arial" panose="020B0604020202020204" pitchFamily="34" charset="0"/>
              </a:rPr>
              <a:t>of the ammeter be very much smaller than other resistances in the circuit.</a:t>
            </a:r>
          </a:p>
          <a:p>
            <a:pPr algn="just" eaLnBrk="1" hangingPunct="1">
              <a:spcBef>
                <a:spcPct val="0"/>
              </a:spcBef>
              <a:buFontTx/>
              <a:buNone/>
            </a:pPr>
            <a:endParaRPr lang="en-US" altLang="id-ID" sz="1400" b="1" dirty="0">
              <a:latin typeface="Arial" panose="020B0604020202020204" pitchFamily="34" charset="0"/>
            </a:endParaRPr>
          </a:p>
          <a:p>
            <a:pPr algn="just" eaLnBrk="1" hangingPunct="1">
              <a:spcBef>
                <a:spcPct val="0"/>
              </a:spcBef>
              <a:buFontTx/>
              <a:buNone/>
            </a:pPr>
            <a:r>
              <a:rPr lang="en-US" altLang="id-ID" sz="1800" b="1" dirty="0">
                <a:latin typeface="Arial" panose="020B0604020202020204" pitchFamily="34" charset="0"/>
              </a:rPr>
              <a:t>A meter used to measure potential differences is called a </a:t>
            </a:r>
            <a:r>
              <a:rPr lang="en-US" altLang="id-ID" sz="1800" b="1" i="1" dirty="0">
                <a:solidFill>
                  <a:srgbClr val="0070C0"/>
                </a:solidFill>
                <a:latin typeface="Arial" panose="020B0604020202020204" pitchFamily="34" charset="0"/>
              </a:rPr>
              <a:t>voltmeter</a:t>
            </a:r>
            <a:r>
              <a:rPr lang="en-US" altLang="id-ID" sz="1800" b="1" i="1" dirty="0">
                <a:latin typeface="Arial" panose="020B0604020202020204" pitchFamily="34" charset="0"/>
              </a:rPr>
              <a:t>. </a:t>
            </a:r>
            <a:r>
              <a:rPr lang="en-US" altLang="id-ID" sz="1800" b="1" dirty="0">
                <a:latin typeface="Arial" panose="020B0604020202020204" pitchFamily="34" charset="0"/>
              </a:rPr>
              <a:t>It is essential that the resistance </a:t>
            </a:r>
            <a:r>
              <a:rPr lang="en-US" altLang="id-ID" sz="1800" b="1" i="1" dirty="0">
                <a:latin typeface="Arial" panose="020B0604020202020204" pitchFamily="34" charset="0"/>
              </a:rPr>
              <a:t>R</a:t>
            </a:r>
            <a:r>
              <a:rPr lang="en-US" altLang="id-ID" sz="1800" b="1" i="1" baseline="-25000" dirty="0">
                <a:latin typeface="Arial" panose="020B0604020202020204" pitchFamily="34" charset="0"/>
              </a:rPr>
              <a:t>V</a:t>
            </a:r>
            <a:r>
              <a:rPr lang="en-US" altLang="id-ID" sz="1800" b="1" i="1" dirty="0">
                <a:latin typeface="Arial" panose="020B0604020202020204" pitchFamily="34" charset="0"/>
              </a:rPr>
              <a:t> </a:t>
            </a:r>
            <a:r>
              <a:rPr lang="en-US" altLang="id-ID" sz="1800" b="1" dirty="0">
                <a:latin typeface="Arial" panose="020B0604020202020204" pitchFamily="34" charset="0"/>
              </a:rPr>
              <a:t>of a voltmeter be very much larger than the resistance of any circuit element across which the voltmeter is connected.</a:t>
            </a:r>
          </a:p>
        </p:txBody>
      </p:sp>
      <p:grpSp>
        <p:nvGrpSpPr>
          <p:cNvPr id="31748" name="Group 5">
            <a:extLst>
              <a:ext uri="{FF2B5EF4-FFF2-40B4-BE49-F238E27FC236}">
                <a16:creationId xmlns:a16="http://schemas.microsoft.com/office/drawing/2014/main" id="{A6C6B9C2-6D8E-47E9-BA50-B23D305DBBFF}"/>
              </a:ext>
            </a:extLst>
          </p:cNvPr>
          <p:cNvGrpSpPr>
            <a:grpSpLocks/>
          </p:cNvGrpSpPr>
          <p:nvPr/>
        </p:nvGrpSpPr>
        <p:grpSpPr bwMode="auto">
          <a:xfrm>
            <a:off x="1331640" y="1633012"/>
            <a:ext cx="3429000" cy="3500437"/>
            <a:chOff x="7350" y="5085"/>
            <a:chExt cx="3840" cy="4853"/>
          </a:xfrm>
        </p:grpSpPr>
        <p:sp>
          <p:nvSpPr>
            <p:cNvPr id="31761" name="Rectangle 6">
              <a:extLst>
                <a:ext uri="{FF2B5EF4-FFF2-40B4-BE49-F238E27FC236}">
                  <a16:creationId xmlns:a16="http://schemas.microsoft.com/office/drawing/2014/main" id="{8F54278E-DB83-4DDC-992C-42309A7C5797}"/>
                </a:ext>
              </a:extLst>
            </p:cNvPr>
            <p:cNvSpPr>
              <a:spLocks noChangeArrowheads="1"/>
            </p:cNvSpPr>
            <p:nvPr/>
          </p:nvSpPr>
          <p:spPr bwMode="auto">
            <a:xfrm>
              <a:off x="7350" y="5490"/>
              <a:ext cx="1081" cy="1980"/>
            </a:xfrm>
            <a:prstGeom prst="rect">
              <a:avLst/>
            </a:prstGeom>
            <a:solidFill>
              <a:srgbClr val="B6DDE8"/>
            </a:solidFill>
            <a:ln w="9525">
              <a:solidFill>
                <a:srgbClr val="000000"/>
              </a:solidFill>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31762" name="AutoShape 7">
              <a:extLst>
                <a:ext uri="{FF2B5EF4-FFF2-40B4-BE49-F238E27FC236}">
                  <a16:creationId xmlns:a16="http://schemas.microsoft.com/office/drawing/2014/main" id="{0E6920AA-928D-488F-AFC1-CEE459287C21}"/>
                </a:ext>
              </a:extLst>
            </p:cNvPr>
            <p:cNvCxnSpPr>
              <a:cxnSpLocks noChangeShapeType="1"/>
            </p:cNvCxnSpPr>
            <p:nvPr/>
          </p:nvCxnSpPr>
          <p:spPr bwMode="auto">
            <a:xfrm flipV="1">
              <a:off x="7952" y="9775"/>
              <a:ext cx="2998" cy="1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1763" name="AutoShape 8">
              <a:extLst>
                <a:ext uri="{FF2B5EF4-FFF2-40B4-BE49-F238E27FC236}">
                  <a16:creationId xmlns:a16="http://schemas.microsoft.com/office/drawing/2014/main" id="{112515BB-8DBB-4CB4-BFA7-B8D6065A3898}"/>
                </a:ext>
              </a:extLst>
            </p:cNvPr>
            <p:cNvCxnSpPr>
              <a:cxnSpLocks noChangeShapeType="1"/>
            </p:cNvCxnSpPr>
            <p:nvPr/>
          </p:nvCxnSpPr>
          <p:spPr bwMode="auto">
            <a:xfrm>
              <a:off x="9810" y="6792"/>
              <a:ext cx="2" cy="150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1764" name="AutoShape 9">
              <a:extLst>
                <a:ext uri="{FF2B5EF4-FFF2-40B4-BE49-F238E27FC236}">
                  <a16:creationId xmlns:a16="http://schemas.microsoft.com/office/drawing/2014/main" id="{2CB71F20-46B3-457A-B9B8-9A9D1A4F0E07}"/>
                </a:ext>
              </a:extLst>
            </p:cNvPr>
            <p:cNvCxnSpPr>
              <a:cxnSpLocks noChangeShapeType="1"/>
            </p:cNvCxnSpPr>
            <p:nvPr/>
          </p:nvCxnSpPr>
          <p:spPr bwMode="auto">
            <a:xfrm flipV="1">
              <a:off x="9810" y="8925"/>
              <a:ext cx="1" cy="85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31765" name="Group 10">
              <a:extLst>
                <a:ext uri="{FF2B5EF4-FFF2-40B4-BE49-F238E27FC236}">
                  <a16:creationId xmlns:a16="http://schemas.microsoft.com/office/drawing/2014/main" id="{5EE1D8A7-678B-499C-B94C-6AFB43EEA2E5}"/>
                </a:ext>
              </a:extLst>
            </p:cNvPr>
            <p:cNvGrpSpPr>
              <a:grpSpLocks/>
            </p:cNvGrpSpPr>
            <p:nvPr/>
          </p:nvGrpSpPr>
          <p:grpSpPr bwMode="auto">
            <a:xfrm>
              <a:off x="9690" y="8295"/>
              <a:ext cx="210" cy="630"/>
              <a:chOff x="2430" y="5910"/>
              <a:chExt cx="210" cy="630"/>
            </a:xfrm>
          </p:grpSpPr>
          <p:cxnSp>
            <p:nvCxnSpPr>
              <p:cNvPr id="31804" name="AutoShape 11">
                <a:extLst>
                  <a:ext uri="{FF2B5EF4-FFF2-40B4-BE49-F238E27FC236}">
                    <a16:creationId xmlns:a16="http://schemas.microsoft.com/office/drawing/2014/main" id="{A162E887-0844-47DA-8397-60F7922116FA}"/>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805" name="AutoShape 12">
                <a:extLst>
                  <a:ext uri="{FF2B5EF4-FFF2-40B4-BE49-F238E27FC236}">
                    <a16:creationId xmlns:a16="http://schemas.microsoft.com/office/drawing/2014/main" id="{96CAE2DC-2FF3-4092-BAAE-3FA2C5CFA3D8}"/>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806" name="AutoShape 13">
                <a:extLst>
                  <a:ext uri="{FF2B5EF4-FFF2-40B4-BE49-F238E27FC236}">
                    <a16:creationId xmlns:a16="http://schemas.microsoft.com/office/drawing/2014/main" id="{DE68E37F-DC67-4578-BAA6-7BD08688DBC4}"/>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807" name="AutoShape 14">
                <a:extLst>
                  <a:ext uri="{FF2B5EF4-FFF2-40B4-BE49-F238E27FC236}">
                    <a16:creationId xmlns:a16="http://schemas.microsoft.com/office/drawing/2014/main" id="{56BE80CB-175D-473C-A34F-712AF43A8B8C}"/>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808" name="AutoShape 15">
                <a:extLst>
                  <a:ext uri="{FF2B5EF4-FFF2-40B4-BE49-F238E27FC236}">
                    <a16:creationId xmlns:a16="http://schemas.microsoft.com/office/drawing/2014/main" id="{FAB6DD29-0069-41A8-9098-F7D019A60E9D}"/>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809" name="AutoShape 16">
                <a:extLst>
                  <a:ext uri="{FF2B5EF4-FFF2-40B4-BE49-F238E27FC236}">
                    <a16:creationId xmlns:a16="http://schemas.microsoft.com/office/drawing/2014/main" id="{4E7AEAAC-92C7-4595-9744-8CC4DBBEDA6F}"/>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810" name="AutoShape 17">
                <a:extLst>
                  <a:ext uri="{FF2B5EF4-FFF2-40B4-BE49-F238E27FC236}">
                    <a16:creationId xmlns:a16="http://schemas.microsoft.com/office/drawing/2014/main" id="{A55FFE75-F2EB-4A17-B857-35F6A9967DF2}"/>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31766" name="AutoShape 18">
              <a:extLst>
                <a:ext uri="{FF2B5EF4-FFF2-40B4-BE49-F238E27FC236}">
                  <a16:creationId xmlns:a16="http://schemas.microsoft.com/office/drawing/2014/main" id="{4AA9181B-60E6-4CE1-A289-CE63BE6C0F48}"/>
                </a:ext>
              </a:extLst>
            </p:cNvPr>
            <p:cNvCxnSpPr>
              <a:cxnSpLocks noChangeShapeType="1"/>
            </p:cNvCxnSpPr>
            <p:nvPr/>
          </p:nvCxnSpPr>
          <p:spPr bwMode="auto">
            <a:xfrm flipV="1">
              <a:off x="7484" y="5652"/>
              <a:ext cx="1" cy="690"/>
            </a:xfrm>
            <a:prstGeom prst="straightConnector1">
              <a:avLst/>
            </a:prstGeom>
            <a:noFill/>
            <a:ln w="2857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grpSp>
          <p:nvGrpSpPr>
            <p:cNvPr id="31767" name="Group 19">
              <a:extLst>
                <a:ext uri="{FF2B5EF4-FFF2-40B4-BE49-F238E27FC236}">
                  <a16:creationId xmlns:a16="http://schemas.microsoft.com/office/drawing/2014/main" id="{00E201AB-1D72-40D8-A5EC-3E8E2D00CC47}"/>
                </a:ext>
              </a:extLst>
            </p:cNvPr>
            <p:cNvGrpSpPr>
              <a:grpSpLocks/>
            </p:cNvGrpSpPr>
            <p:nvPr/>
          </p:nvGrpSpPr>
          <p:grpSpPr bwMode="auto">
            <a:xfrm>
              <a:off x="7580" y="5652"/>
              <a:ext cx="190" cy="510"/>
              <a:chOff x="7485" y="8458"/>
              <a:chExt cx="190" cy="407"/>
            </a:xfrm>
          </p:grpSpPr>
          <p:cxnSp>
            <p:nvCxnSpPr>
              <p:cNvPr id="31801" name="AutoShape 20">
                <a:extLst>
                  <a:ext uri="{FF2B5EF4-FFF2-40B4-BE49-F238E27FC236}">
                    <a16:creationId xmlns:a16="http://schemas.microsoft.com/office/drawing/2014/main" id="{490F5564-2894-4824-98F0-AA3AF4CCE192}"/>
                  </a:ext>
                </a:extLst>
              </p:cNvPr>
              <p:cNvCxnSpPr>
                <a:cxnSpLocks noChangeShapeType="1"/>
              </p:cNvCxnSpPr>
              <p:nvPr/>
            </p:nvCxnSpPr>
            <p:spPr bwMode="auto">
              <a:xfrm flipV="1">
                <a:off x="7525" y="8850"/>
                <a:ext cx="150" cy="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1802" name="AutoShape 21">
                <a:extLst>
                  <a:ext uri="{FF2B5EF4-FFF2-40B4-BE49-F238E27FC236}">
                    <a16:creationId xmlns:a16="http://schemas.microsoft.com/office/drawing/2014/main" id="{04CAA395-A2B6-48C1-817F-FF360F885E44}"/>
                  </a:ext>
                </a:extLst>
              </p:cNvPr>
              <p:cNvCxnSpPr>
                <a:cxnSpLocks noChangeShapeType="1"/>
              </p:cNvCxnSpPr>
              <p:nvPr/>
            </p:nvCxnSpPr>
            <p:spPr bwMode="auto">
              <a:xfrm>
                <a:off x="7485" y="8579"/>
                <a:ext cx="15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1803" name="AutoShape 22">
                <a:extLst>
                  <a:ext uri="{FF2B5EF4-FFF2-40B4-BE49-F238E27FC236}">
                    <a16:creationId xmlns:a16="http://schemas.microsoft.com/office/drawing/2014/main" id="{4F53F5E8-816C-45F2-B268-8B308667ECC9}"/>
                  </a:ext>
                </a:extLst>
              </p:cNvPr>
              <p:cNvCxnSpPr>
                <a:cxnSpLocks noChangeShapeType="1"/>
              </p:cNvCxnSpPr>
              <p:nvPr/>
            </p:nvCxnSpPr>
            <p:spPr bwMode="auto">
              <a:xfrm>
                <a:off x="7560" y="8458"/>
                <a:ext cx="0" cy="21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cxnSp>
          <p:nvCxnSpPr>
            <p:cNvPr id="31768" name="AutoShape 23">
              <a:extLst>
                <a:ext uri="{FF2B5EF4-FFF2-40B4-BE49-F238E27FC236}">
                  <a16:creationId xmlns:a16="http://schemas.microsoft.com/office/drawing/2014/main" id="{1ED36E94-5AFC-40B7-8300-B0250D83B002}"/>
                </a:ext>
              </a:extLst>
            </p:cNvPr>
            <p:cNvCxnSpPr>
              <a:cxnSpLocks noChangeShapeType="1"/>
            </p:cNvCxnSpPr>
            <p:nvPr/>
          </p:nvCxnSpPr>
          <p:spPr bwMode="auto">
            <a:xfrm>
              <a:off x="9810" y="7621"/>
              <a:ext cx="114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1769" name="AutoShape 24">
              <a:extLst>
                <a:ext uri="{FF2B5EF4-FFF2-40B4-BE49-F238E27FC236}">
                  <a16:creationId xmlns:a16="http://schemas.microsoft.com/office/drawing/2014/main" id="{D936B812-8AF7-4D3F-A768-E28C0365D436}"/>
                </a:ext>
              </a:extLst>
            </p:cNvPr>
            <p:cNvCxnSpPr>
              <a:cxnSpLocks noChangeShapeType="1"/>
            </p:cNvCxnSpPr>
            <p:nvPr/>
          </p:nvCxnSpPr>
          <p:spPr bwMode="auto">
            <a:xfrm flipH="1" flipV="1">
              <a:off x="7929" y="5280"/>
              <a:ext cx="6" cy="6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1770" name="AutoShape 25">
              <a:extLst>
                <a:ext uri="{FF2B5EF4-FFF2-40B4-BE49-F238E27FC236}">
                  <a16:creationId xmlns:a16="http://schemas.microsoft.com/office/drawing/2014/main" id="{1E45EFED-4274-4BAA-A7F7-506359BE9A86}"/>
                </a:ext>
              </a:extLst>
            </p:cNvPr>
            <p:cNvCxnSpPr>
              <a:cxnSpLocks noChangeShapeType="1"/>
            </p:cNvCxnSpPr>
            <p:nvPr/>
          </p:nvCxnSpPr>
          <p:spPr bwMode="auto">
            <a:xfrm>
              <a:off x="7675" y="5911"/>
              <a:ext cx="51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71" name="AutoShape 26">
              <a:extLst>
                <a:ext uri="{FF2B5EF4-FFF2-40B4-BE49-F238E27FC236}">
                  <a16:creationId xmlns:a16="http://schemas.microsoft.com/office/drawing/2014/main" id="{A4F0D11B-C407-4096-B8BF-CD5B8D2D72B9}"/>
                </a:ext>
              </a:extLst>
            </p:cNvPr>
            <p:cNvCxnSpPr>
              <a:cxnSpLocks noChangeShapeType="1"/>
            </p:cNvCxnSpPr>
            <p:nvPr/>
          </p:nvCxnSpPr>
          <p:spPr bwMode="auto">
            <a:xfrm>
              <a:off x="7770" y="6078"/>
              <a:ext cx="298"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1772" name="AutoShape 27">
              <a:extLst>
                <a:ext uri="{FF2B5EF4-FFF2-40B4-BE49-F238E27FC236}">
                  <a16:creationId xmlns:a16="http://schemas.microsoft.com/office/drawing/2014/main" id="{872C9FA9-161D-4EE2-B01E-1C03BE3C1E99}"/>
                </a:ext>
              </a:extLst>
            </p:cNvPr>
            <p:cNvCxnSpPr>
              <a:cxnSpLocks noChangeShapeType="1"/>
            </p:cNvCxnSpPr>
            <p:nvPr/>
          </p:nvCxnSpPr>
          <p:spPr bwMode="auto">
            <a:xfrm flipH="1">
              <a:off x="9705" y="7621"/>
              <a:ext cx="105"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31773" name="AutoShape 28">
              <a:extLst>
                <a:ext uri="{FF2B5EF4-FFF2-40B4-BE49-F238E27FC236}">
                  <a16:creationId xmlns:a16="http://schemas.microsoft.com/office/drawing/2014/main" id="{0665CBAF-BE74-41BF-8D03-C058AFBE21F4}"/>
                </a:ext>
              </a:extLst>
            </p:cNvPr>
            <p:cNvCxnSpPr>
              <a:cxnSpLocks noChangeShapeType="1"/>
            </p:cNvCxnSpPr>
            <p:nvPr/>
          </p:nvCxnSpPr>
          <p:spPr bwMode="auto">
            <a:xfrm flipH="1">
              <a:off x="9706" y="9775"/>
              <a:ext cx="105"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31774" name="AutoShape 29">
              <a:extLst>
                <a:ext uri="{FF2B5EF4-FFF2-40B4-BE49-F238E27FC236}">
                  <a16:creationId xmlns:a16="http://schemas.microsoft.com/office/drawing/2014/main" id="{39B5DB14-75CF-480E-A7D3-255261127DD9}"/>
                </a:ext>
              </a:extLst>
            </p:cNvPr>
            <p:cNvCxnSpPr>
              <a:cxnSpLocks noChangeShapeType="1"/>
            </p:cNvCxnSpPr>
            <p:nvPr/>
          </p:nvCxnSpPr>
          <p:spPr bwMode="auto">
            <a:xfrm>
              <a:off x="10950" y="7620"/>
              <a:ext cx="0" cy="215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31775" name="Oval 30">
              <a:extLst>
                <a:ext uri="{FF2B5EF4-FFF2-40B4-BE49-F238E27FC236}">
                  <a16:creationId xmlns:a16="http://schemas.microsoft.com/office/drawing/2014/main" id="{A7CE4A0F-3E48-4517-9F1E-E3D250EB0412}"/>
                </a:ext>
              </a:extLst>
            </p:cNvPr>
            <p:cNvSpPr>
              <a:spLocks noChangeArrowheads="1"/>
            </p:cNvSpPr>
            <p:nvPr/>
          </p:nvSpPr>
          <p:spPr bwMode="auto">
            <a:xfrm>
              <a:off x="10680" y="8385"/>
              <a:ext cx="510" cy="540"/>
            </a:xfrm>
            <a:prstGeom prst="ellipse">
              <a:avLst/>
            </a:prstGeom>
            <a:solidFill>
              <a:srgbClr val="DAEEF3"/>
            </a:solidFill>
            <a:ln w="9525">
              <a:solidFill>
                <a:srgbClr val="365F91"/>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31776" name="AutoShape 31">
              <a:extLst>
                <a:ext uri="{FF2B5EF4-FFF2-40B4-BE49-F238E27FC236}">
                  <a16:creationId xmlns:a16="http://schemas.microsoft.com/office/drawing/2014/main" id="{32ABF60E-02CE-411D-844F-762422FF1439}"/>
                </a:ext>
              </a:extLst>
            </p:cNvPr>
            <p:cNvCxnSpPr>
              <a:cxnSpLocks noChangeShapeType="1"/>
            </p:cNvCxnSpPr>
            <p:nvPr/>
          </p:nvCxnSpPr>
          <p:spPr bwMode="auto">
            <a:xfrm>
              <a:off x="7935" y="5280"/>
              <a:ext cx="1875" cy="3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31777" name="Group 32">
              <a:extLst>
                <a:ext uri="{FF2B5EF4-FFF2-40B4-BE49-F238E27FC236}">
                  <a16:creationId xmlns:a16="http://schemas.microsoft.com/office/drawing/2014/main" id="{217F321A-6A94-49A1-96EA-5AB15A245E01}"/>
                </a:ext>
              </a:extLst>
            </p:cNvPr>
            <p:cNvGrpSpPr>
              <a:grpSpLocks/>
            </p:cNvGrpSpPr>
            <p:nvPr/>
          </p:nvGrpSpPr>
          <p:grpSpPr bwMode="auto">
            <a:xfrm>
              <a:off x="9690" y="6162"/>
              <a:ext cx="210" cy="630"/>
              <a:chOff x="2430" y="5910"/>
              <a:chExt cx="210" cy="630"/>
            </a:xfrm>
          </p:grpSpPr>
          <p:cxnSp>
            <p:nvCxnSpPr>
              <p:cNvPr id="31794" name="AutoShape 33">
                <a:extLst>
                  <a:ext uri="{FF2B5EF4-FFF2-40B4-BE49-F238E27FC236}">
                    <a16:creationId xmlns:a16="http://schemas.microsoft.com/office/drawing/2014/main" id="{9BBD9E5D-3301-42A6-B9AC-BA5EF1D4E674}"/>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95" name="AutoShape 34">
                <a:extLst>
                  <a:ext uri="{FF2B5EF4-FFF2-40B4-BE49-F238E27FC236}">
                    <a16:creationId xmlns:a16="http://schemas.microsoft.com/office/drawing/2014/main" id="{89A25304-295C-4733-A609-053BFC33F0EC}"/>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96" name="AutoShape 35">
                <a:extLst>
                  <a:ext uri="{FF2B5EF4-FFF2-40B4-BE49-F238E27FC236}">
                    <a16:creationId xmlns:a16="http://schemas.microsoft.com/office/drawing/2014/main" id="{E8E8EFEA-75EF-40C4-8EBA-4E84542BF22B}"/>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97" name="AutoShape 36">
                <a:extLst>
                  <a:ext uri="{FF2B5EF4-FFF2-40B4-BE49-F238E27FC236}">
                    <a16:creationId xmlns:a16="http://schemas.microsoft.com/office/drawing/2014/main" id="{89ED9AA1-9EE8-4AFD-96A9-433C4240AC7B}"/>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98" name="AutoShape 37">
                <a:extLst>
                  <a:ext uri="{FF2B5EF4-FFF2-40B4-BE49-F238E27FC236}">
                    <a16:creationId xmlns:a16="http://schemas.microsoft.com/office/drawing/2014/main" id="{5A6B211A-3C36-4D3E-A48C-309B1B2A0761}"/>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99" name="AutoShape 38">
                <a:extLst>
                  <a:ext uri="{FF2B5EF4-FFF2-40B4-BE49-F238E27FC236}">
                    <a16:creationId xmlns:a16="http://schemas.microsoft.com/office/drawing/2014/main" id="{684C620D-F11C-497B-ABF4-1C67B2F57579}"/>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800" name="AutoShape 39">
                <a:extLst>
                  <a:ext uri="{FF2B5EF4-FFF2-40B4-BE49-F238E27FC236}">
                    <a16:creationId xmlns:a16="http://schemas.microsoft.com/office/drawing/2014/main" id="{FEADEF8F-D8CD-4418-86DC-9293A89019E2}"/>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31778" name="AutoShape 40">
              <a:extLst>
                <a:ext uri="{FF2B5EF4-FFF2-40B4-BE49-F238E27FC236}">
                  <a16:creationId xmlns:a16="http://schemas.microsoft.com/office/drawing/2014/main" id="{5761C914-381D-42B7-949A-4C22EEA91616}"/>
                </a:ext>
              </a:extLst>
            </p:cNvPr>
            <p:cNvCxnSpPr>
              <a:cxnSpLocks noChangeShapeType="1"/>
            </p:cNvCxnSpPr>
            <p:nvPr/>
          </p:nvCxnSpPr>
          <p:spPr bwMode="auto">
            <a:xfrm flipV="1">
              <a:off x="9810" y="5280"/>
              <a:ext cx="0" cy="88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1779" name="AutoShape 41">
              <a:extLst>
                <a:ext uri="{FF2B5EF4-FFF2-40B4-BE49-F238E27FC236}">
                  <a16:creationId xmlns:a16="http://schemas.microsoft.com/office/drawing/2014/main" id="{39CA2A45-8420-4E09-869F-2B0B4CBF0DE1}"/>
                </a:ext>
              </a:extLst>
            </p:cNvPr>
            <p:cNvCxnSpPr>
              <a:cxnSpLocks noChangeShapeType="1"/>
            </p:cNvCxnSpPr>
            <p:nvPr/>
          </p:nvCxnSpPr>
          <p:spPr bwMode="auto">
            <a:xfrm>
              <a:off x="7929" y="6078"/>
              <a:ext cx="1" cy="549"/>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31780" name="Group 42">
              <a:extLst>
                <a:ext uri="{FF2B5EF4-FFF2-40B4-BE49-F238E27FC236}">
                  <a16:creationId xmlns:a16="http://schemas.microsoft.com/office/drawing/2014/main" id="{7B8206D4-AFE7-400F-93E2-20B8E22A51F3}"/>
                </a:ext>
              </a:extLst>
            </p:cNvPr>
            <p:cNvGrpSpPr>
              <a:grpSpLocks/>
            </p:cNvGrpSpPr>
            <p:nvPr/>
          </p:nvGrpSpPr>
          <p:grpSpPr bwMode="auto">
            <a:xfrm>
              <a:off x="7770" y="6627"/>
              <a:ext cx="298" cy="630"/>
              <a:chOff x="2430" y="5910"/>
              <a:chExt cx="210" cy="630"/>
            </a:xfrm>
          </p:grpSpPr>
          <p:cxnSp>
            <p:nvCxnSpPr>
              <p:cNvPr id="31787" name="AutoShape 43">
                <a:extLst>
                  <a:ext uri="{FF2B5EF4-FFF2-40B4-BE49-F238E27FC236}">
                    <a16:creationId xmlns:a16="http://schemas.microsoft.com/office/drawing/2014/main" id="{5EA6FEDE-0AD6-4A93-9ADA-C08215F83728}"/>
                  </a:ext>
                </a:extLst>
              </p:cNvPr>
              <p:cNvCxnSpPr>
                <a:cxnSpLocks noChangeShapeType="1"/>
              </p:cNvCxnSpPr>
              <p:nvPr/>
            </p:nvCxnSpPr>
            <p:spPr bwMode="auto">
              <a:xfrm flipH="1">
                <a:off x="2430" y="5910"/>
                <a:ext cx="12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88" name="AutoShape 44">
                <a:extLst>
                  <a:ext uri="{FF2B5EF4-FFF2-40B4-BE49-F238E27FC236}">
                    <a16:creationId xmlns:a16="http://schemas.microsoft.com/office/drawing/2014/main" id="{4E56634B-9C51-4C7C-AE8E-E2B0CD449F52}"/>
                  </a:ext>
                </a:extLst>
              </p:cNvPr>
              <p:cNvCxnSpPr>
                <a:cxnSpLocks noChangeShapeType="1"/>
              </p:cNvCxnSpPr>
              <p:nvPr/>
            </p:nvCxnSpPr>
            <p:spPr bwMode="auto">
              <a:xfrm>
                <a:off x="2430" y="6000"/>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89" name="AutoShape 45">
                <a:extLst>
                  <a:ext uri="{FF2B5EF4-FFF2-40B4-BE49-F238E27FC236}">
                    <a16:creationId xmlns:a16="http://schemas.microsoft.com/office/drawing/2014/main" id="{A0988B67-349F-4B51-9F3B-247DB0EB7411}"/>
                  </a:ext>
                </a:extLst>
              </p:cNvPr>
              <p:cNvCxnSpPr>
                <a:cxnSpLocks noChangeShapeType="1"/>
              </p:cNvCxnSpPr>
              <p:nvPr/>
            </p:nvCxnSpPr>
            <p:spPr bwMode="auto">
              <a:xfrm flipH="1">
                <a:off x="2430" y="6090"/>
                <a:ext cx="210" cy="1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90" name="AutoShape 46">
                <a:extLst>
                  <a:ext uri="{FF2B5EF4-FFF2-40B4-BE49-F238E27FC236}">
                    <a16:creationId xmlns:a16="http://schemas.microsoft.com/office/drawing/2014/main" id="{2505EB32-9354-4CFC-8E4F-F27D51850928}"/>
                  </a:ext>
                </a:extLst>
              </p:cNvPr>
              <p:cNvCxnSpPr>
                <a:cxnSpLocks noChangeShapeType="1"/>
              </p:cNvCxnSpPr>
              <p:nvPr/>
            </p:nvCxnSpPr>
            <p:spPr bwMode="auto">
              <a:xfrm>
                <a:off x="2430" y="6210"/>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91" name="AutoShape 47">
                <a:extLst>
                  <a:ext uri="{FF2B5EF4-FFF2-40B4-BE49-F238E27FC236}">
                    <a16:creationId xmlns:a16="http://schemas.microsoft.com/office/drawing/2014/main" id="{E475114B-BFD2-47C4-A1D5-4D9870365B06}"/>
                  </a:ext>
                </a:extLst>
              </p:cNvPr>
              <p:cNvCxnSpPr>
                <a:cxnSpLocks noChangeShapeType="1"/>
              </p:cNvCxnSpPr>
              <p:nvPr/>
            </p:nvCxnSpPr>
            <p:spPr bwMode="auto">
              <a:xfrm flipH="1">
                <a:off x="2430" y="6285"/>
                <a:ext cx="21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92" name="AutoShape 48">
                <a:extLst>
                  <a:ext uri="{FF2B5EF4-FFF2-40B4-BE49-F238E27FC236}">
                    <a16:creationId xmlns:a16="http://schemas.microsoft.com/office/drawing/2014/main" id="{A14751F7-478A-4837-97AF-765FC44023F8}"/>
                  </a:ext>
                </a:extLst>
              </p:cNvPr>
              <p:cNvCxnSpPr>
                <a:cxnSpLocks noChangeShapeType="1"/>
              </p:cNvCxnSpPr>
              <p:nvPr/>
            </p:nvCxnSpPr>
            <p:spPr bwMode="auto">
              <a:xfrm>
                <a:off x="2430" y="6375"/>
                <a:ext cx="210" cy="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93" name="AutoShape 49">
                <a:extLst>
                  <a:ext uri="{FF2B5EF4-FFF2-40B4-BE49-F238E27FC236}">
                    <a16:creationId xmlns:a16="http://schemas.microsoft.com/office/drawing/2014/main" id="{FBD81B9E-B0A6-4495-BFBC-B36CC3466BDB}"/>
                  </a:ext>
                </a:extLst>
              </p:cNvPr>
              <p:cNvCxnSpPr>
                <a:cxnSpLocks noChangeShapeType="1"/>
              </p:cNvCxnSpPr>
              <p:nvPr/>
            </p:nvCxnSpPr>
            <p:spPr bwMode="auto">
              <a:xfrm flipH="1">
                <a:off x="2550" y="6450"/>
                <a:ext cx="90" cy="9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31781" name="AutoShape 50">
              <a:extLst>
                <a:ext uri="{FF2B5EF4-FFF2-40B4-BE49-F238E27FC236}">
                  <a16:creationId xmlns:a16="http://schemas.microsoft.com/office/drawing/2014/main" id="{D791DF68-35CF-4432-A02B-ED143F5EFCEC}"/>
                </a:ext>
              </a:extLst>
            </p:cNvPr>
            <p:cNvCxnSpPr>
              <a:cxnSpLocks noChangeShapeType="1"/>
            </p:cNvCxnSpPr>
            <p:nvPr/>
          </p:nvCxnSpPr>
          <p:spPr bwMode="auto">
            <a:xfrm>
              <a:off x="7952" y="7257"/>
              <a:ext cx="0" cy="251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31782" name="Oval 51">
              <a:extLst>
                <a:ext uri="{FF2B5EF4-FFF2-40B4-BE49-F238E27FC236}">
                  <a16:creationId xmlns:a16="http://schemas.microsoft.com/office/drawing/2014/main" id="{04EACE2D-7797-4345-87A8-8E18107EF46D}"/>
                </a:ext>
              </a:extLst>
            </p:cNvPr>
            <p:cNvSpPr>
              <a:spLocks noChangeArrowheads="1"/>
            </p:cNvSpPr>
            <p:nvPr/>
          </p:nvSpPr>
          <p:spPr bwMode="auto">
            <a:xfrm>
              <a:off x="7675" y="8205"/>
              <a:ext cx="531" cy="660"/>
            </a:xfrm>
            <a:prstGeom prst="ellipse">
              <a:avLst/>
            </a:prstGeom>
            <a:solidFill>
              <a:srgbClr val="FABF8F"/>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31783" name="AutoShape 52">
              <a:extLst>
                <a:ext uri="{FF2B5EF4-FFF2-40B4-BE49-F238E27FC236}">
                  <a16:creationId xmlns:a16="http://schemas.microsoft.com/office/drawing/2014/main" id="{AB1E0952-C2C9-488D-8AC9-1D34979A22EB}"/>
                </a:ext>
              </a:extLst>
            </p:cNvPr>
            <p:cNvCxnSpPr>
              <a:cxnSpLocks noChangeShapeType="1"/>
            </p:cNvCxnSpPr>
            <p:nvPr/>
          </p:nvCxnSpPr>
          <p:spPr bwMode="auto">
            <a:xfrm flipH="1">
              <a:off x="7847" y="9255"/>
              <a:ext cx="105"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31784" name="AutoShape 53">
              <a:extLst>
                <a:ext uri="{FF2B5EF4-FFF2-40B4-BE49-F238E27FC236}">
                  <a16:creationId xmlns:a16="http://schemas.microsoft.com/office/drawing/2014/main" id="{74A996DB-80F6-47F9-B2F6-8E6EC9D6FB2C}"/>
                </a:ext>
              </a:extLst>
            </p:cNvPr>
            <p:cNvCxnSpPr>
              <a:cxnSpLocks noChangeShapeType="1"/>
            </p:cNvCxnSpPr>
            <p:nvPr/>
          </p:nvCxnSpPr>
          <p:spPr bwMode="auto">
            <a:xfrm flipH="1">
              <a:off x="7847" y="7785"/>
              <a:ext cx="105"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31785" name="AutoShape 54">
              <a:extLst>
                <a:ext uri="{FF2B5EF4-FFF2-40B4-BE49-F238E27FC236}">
                  <a16:creationId xmlns:a16="http://schemas.microsoft.com/office/drawing/2014/main" id="{AD36E23F-F742-4CE1-88D1-D8C77BF856EF}"/>
                </a:ext>
              </a:extLst>
            </p:cNvPr>
            <p:cNvCxnSpPr>
              <a:cxnSpLocks noChangeShapeType="1"/>
            </p:cNvCxnSpPr>
            <p:nvPr/>
          </p:nvCxnSpPr>
          <p:spPr bwMode="auto">
            <a:xfrm>
              <a:off x="8431" y="5085"/>
              <a:ext cx="869"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1786" name="Freeform 55">
              <a:extLst>
                <a:ext uri="{FF2B5EF4-FFF2-40B4-BE49-F238E27FC236}">
                  <a16:creationId xmlns:a16="http://schemas.microsoft.com/office/drawing/2014/main" id="{310B2A8E-A70E-4186-8B63-5C756F7573B4}"/>
                </a:ext>
              </a:extLst>
            </p:cNvPr>
            <p:cNvSpPr>
              <a:spLocks/>
            </p:cNvSpPr>
            <p:nvPr/>
          </p:nvSpPr>
          <p:spPr bwMode="auto">
            <a:xfrm>
              <a:off x="7770" y="9450"/>
              <a:ext cx="436" cy="488"/>
            </a:xfrm>
            <a:custGeom>
              <a:avLst/>
              <a:gdLst>
                <a:gd name="T0" fmla="*/ 120 w 496"/>
                <a:gd name="T1" fmla="*/ 16 h 683"/>
                <a:gd name="T2" fmla="*/ 33 w 496"/>
                <a:gd name="T3" fmla="*/ 16 h 683"/>
                <a:gd name="T4" fmla="*/ 5 w 496"/>
                <a:gd name="T5" fmla="*/ 13 h 683"/>
                <a:gd name="T6" fmla="*/ 5 w 496"/>
                <a:gd name="T7" fmla="*/ 0 h 683"/>
                <a:gd name="T8" fmla="*/ 0 60000 65536"/>
                <a:gd name="T9" fmla="*/ 0 60000 65536"/>
                <a:gd name="T10" fmla="*/ 0 60000 65536"/>
                <a:gd name="T11" fmla="*/ 0 60000 65536"/>
                <a:gd name="T12" fmla="*/ 0 w 496"/>
                <a:gd name="T13" fmla="*/ 0 h 683"/>
                <a:gd name="T14" fmla="*/ 496 w 496"/>
                <a:gd name="T15" fmla="*/ 683 h 683"/>
              </a:gdLst>
              <a:ahLst/>
              <a:cxnLst>
                <a:cxn ang="T8">
                  <a:pos x="T0" y="T1"/>
                </a:cxn>
                <a:cxn ang="T9">
                  <a:pos x="T2" y="T3"/>
                </a:cxn>
                <a:cxn ang="T10">
                  <a:pos x="T4" y="T5"/>
                </a:cxn>
                <a:cxn ang="T11">
                  <a:pos x="T6" y="T7"/>
                </a:cxn>
              </a:cxnLst>
              <a:rect l="T12" t="T13" r="T14" b="T15"/>
              <a:pathLst>
                <a:path w="496" h="683">
                  <a:moveTo>
                    <a:pt x="496" y="660"/>
                  </a:moveTo>
                  <a:cubicBezTo>
                    <a:pt x="356" y="671"/>
                    <a:pt x="216" y="683"/>
                    <a:pt x="137" y="660"/>
                  </a:cubicBezTo>
                  <a:cubicBezTo>
                    <a:pt x="58" y="637"/>
                    <a:pt x="40" y="630"/>
                    <a:pt x="20" y="520"/>
                  </a:cubicBezTo>
                  <a:cubicBezTo>
                    <a:pt x="0" y="410"/>
                    <a:pt x="10" y="205"/>
                    <a:pt x="20" y="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HK"/>
            </a:p>
          </p:txBody>
        </p:sp>
      </p:grpSp>
      <p:sp>
        <p:nvSpPr>
          <p:cNvPr id="31749" name="Rectangle 55">
            <a:extLst>
              <a:ext uri="{FF2B5EF4-FFF2-40B4-BE49-F238E27FC236}">
                <a16:creationId xmlns:a16="http://schemas.microsoft.com/office/drawing/2014/main" id="{B034C465-63E0-4139-B8CC-CE01946B7B96}"/>
              </a:ext>
            </a:extLst>
          </p:cNvPr>
          <p:cNvSpPr>
            <a:spLocks noChangeArrowheads="1"/>
          </p:cNvSpPr>
          <p:nvPr/>
        </p:nvSpPr>
        <p:spPr bwMode="auto">
          <a:xfrm>
            <a:off x="1617390" y="3919012"/>
            <a:ext cx="4286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Arial" panose="020B0604020202020204" pitchFamily="34" charset="0"/>
              </a:rPr>
              <a:t>A</a:t>
            </a:r>
            <a:r>
              <a:rPr lang="en-US" altLang="id-ID" sz="1200" b="1">
                <a:latin typeface="Arial" panose="020B0604020202020204" pitchFamily="34" charset="0"/>
              </a:rPr>
              <a:t> </a:t>
            </a:r>
            <a:endParaRPr lang="en-US" altLang="id-ID" sz="1200">
              <a:latin typeface="Arial" panose="020B0604020202020204" pitchFamily="34" charset="0"/>
            </a:endParaRPr>
          </a:p>
        </p:txBody>
      </p:sp>
      <p:sp>
        <p:nvSpPr>
          <p:cNvPr id="31750" name="Rectangle 56">
            <a:extLst>
              <a:ext uri="{FF2B5EF4-FFF2-40B4-BE49-F238E27FC236}">
                <a16:creationId xmlns:a16="http://schemas.microsoft.com/office/drawing/2014/main" id="{4FFA8D51-E057-41E4-8357-2C46A7E87C55}"/>
              </a:ext>
            </a:extLst>
          </p:cNvPr>
          <p:cNvSpPr>
            <a:spLocks noChangeArrowheads="1"/>
          </p:cNvSpPr>
          <p:nvPr/>
        </p:nvSpPr>
        <p:spPr bwMode="auto">
          <a:xfrm>
            <a:off x="4332015" y="3990449"/>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V</a:t>
            </a:r>
            <a:endParaRPr lang="en-US" altLang="id-ID" sz="2000">
              <a:latin typeface="Arial" panose="020B0604020202020204" pitchFamily="34" charset="0"/>
            </a:endParaRPr>
          </a:p>
        </p:txBody>
      </p:sp>
      <p:sp>
        <p:nvSpPr>
          <p:cNvPr id="31751" name="Rectangle 68">
            <a:extLst>
              <a:ext uri="{FF2B5EF4-FFF2-40B4-BE49-F238E27FC236}">
                <a16:creationId xmlns:a16="http://schemas.microsoft.com/office/drawing/2014/main" id="{347E7D8F-7ECD-4E03-AF2B-E3C5EF37A101}"/>
              </a:ext>
            </a:extLst>
          </p:cNvPr>
          <p:cNvSpPr>
            <a:spLocks noChangeArrowheads="1"/>
          </p:cNvSpPr>
          <p:nvPr/>
        </p:nvSpPr>
        <p:spPr bwMode="auto">
          <a:xfrm>
            <a:off x="1260202" y="1561574"/>
            <a:ext cx="33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ε</a:t>
            </a:r>
            <a:endParaRPr lang="en-US" altLang="id-ID">
              <a:latin typeface="Arial" panose="020B0604020202020204" pitchFamily="34" charset="0"/>
            </a:endParaRPr>
          </a:p>
        </p:txBody>
      </p:sp>
      <p:sp>
        <p:nvSpPr>
          <p:cNvPr id="31752" name="Rectangle 58">
            <a:extLst>
              <a:ext uri="{FF2B5EF4-FFF2-40B4-BE49-F238E27FC236}">
                <a16:creationId xmlns:a16="http://schemas.microsoft.com/office/drawing/2014/main" id="{2B515825-192B-48F3-B53D-445A7072E73C}"/>
              </a:ext>
            </a:extLst>
          </p:cNvPr>
          <p:cNvSpPr>
            <a:spLocks noChangeArrowheads="1"/>
          </p:cNvSpPr>
          <p:nvPr/>
        </p:nvSpPr>
        <p:spPr bwMode="auto">
          <a:xfrm>
            <a:off x="3117577" y="1418699"/>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31753" name="Rectangle 59">
            <a:extLst>
              <a:ext uri="{FF2B5EF4-FFF2-40B4-BE49-F238E27FC236}">
                <a16:creationId xmlns:a16="http://schemas.microsoft.com/office/drawing/2014/main" id="{3CD2BAE9-5A74-43B4-9A7B-A985B62AA1C2}"/>
              </a:ext>
            </a:extLst>
          </p:cNvPr>
          <p:cNvSpPr>
            <a:spLocks noChangeArrowheads="1"/>
          </p:cNvSpPr>
          <p:nvPr/>
        </p:nvSpPr>
        <p:spPr bwMode="auto">
          <a:xfrm>
            <a:off x="1403077" y="4633387"/>
            <a:ext cx="269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a:latin typeface="Arial" panose="020B0604020202020204" pitchFamily="34" charset="0"/>
            </a:endParaRPr>
          </a:p>
        </p:txBody>
      </p:sp>
      <p:sp>
        <p:nvSpPr>
          <p:cNvPr id="31754" name="Rectangle 60">
            <a:extLst>
              <a:ext uri="{FF2B5EF4-FFF2-40B4-BE49-F238E27FC236}">
                <a16:creationId xmlns:a16="http://schemas.microsoft.com/office/drawing/2014/main" id="{531A3591-D9C5-4571-9A1F-954C5F6A4C1B}"/>
              </a:ext>
            </a:extLst>
          </p:cNvPr>
          <p:cNvSpPr>
            <a:spLocks noChangeArrowheads="1"/>
          </p:cNvSpPr>
          <p:nvPr/>
        </p:nvSpPr>
        <p:spPr bwMode="auto">
          <a:xfrm>
            <a:off x="1974577" y="2776012"/>
            <a:ext cx="2841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r</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31755" name="Rectangle 64">
            <a:extLst>
              <a:ext uri="{FF2B5EF4-FFF2-40B4-BE49-F238E27FC236}">
                <a16:creationId xmlns:a16="http://schemas.microsoft.com/office/drawing/2014/main" id="{5A2BB87A-C69D-453D-B61E-6287E8A24047}"/>
              </a:ext>
            </a:extLst>
          </p:cNvPr>
          <p:cNvSpPr>
            <a:spLocks noChangeArrowheads="1"/>
          </p:cNvSpPr>
          <p:nvPr/>
        </p:nvSpPr>
        <p:spPr bwMode="auto">
          <a:xfrm>
            <a:off x="2974702" y="2347387"/>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R</a:t>
            </a:r>
            <a:r>
              <a:rPr lang="en-US" altLang="id-ID" sz="2000" b="1" baseline="-30000">
                <a:latin typeface="Arial" panose="020B0604020202020204" pitchFamily="34" charset="0"/>
                <a:ea typeface="Times New Roman" panose="02020603050405020304" pitchFamily="18" charset="0"/>
                <a:cs typeface="Arial" panose="020B0604020202020204" pitchFamily="34" charset="0"/>
              </a:rPr>
              <a:t>2</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31756" name="Rectangle 64">
            <a:extLst>
              <a:ext uri="{FF2B5EF4-FFF2-40B4-BE49-F238E27FC236}">
                <a16:creationId xmlns:a16="http://schemas.microsoft.com/office/drawing/2014/main" id="{0E3FEC4C-65E1-4C1E-BF53-CA9B2335C9A9}"/>
              </a:ext>
            </a:extLst>
          </p:cNvPr>
          <p:cNvSpPr>
            <a:spLocks noChangeArrowheads="1"/>
          </p:cNvSpPr>
          <p:nvPr/>
        </p:nvSpPr>
        <p:spPr bwMode="auto">
          <a:xfrm>
            <a:off x="2974702" y="3990449"/>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R</a:t>
            </a:r>
            <a:r>
              <a:rPr lang="en-US" altLang="id-ID" sz="2000" b="1" baseline="-30000">
                <a:latin typeface="Arial" panose="020B0604020202020204" pitchFamily="34" charset="0"/>
                <a:ea typeface="Times New Roman" panose="02020603050405020304" pitchFamily="18" charset="0"/>
                <a:cs typeface="Arial" panose="020B0604020202020204" pitchFamily="34" charset="0"/>
              </a:rPr>
              <a:t>1</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31757" name="Rectangle 56">
            <a:extLst>
              <a:ext uri="{FF2B5EF4-FFF2-40B4-BE49-F238E27FC236}">
                <a16:creationId xmlns:a16="http://schemas.microsoft.com/office/drawing/2014/main" id="{2E116A40-58A1-419B-A924-592F12881F35}"/>
              </a:ext>
            </a:extLst>
          </p:cNvPr>
          <p:cNvSpPr>
            <a:spLocks noChangeArrowheads="1"/>
          </p:cNvSpPr>
          <p:nvPr/>
        </p:nvSpPr>
        <p:spPr bwMode="auto">
          <a:xfrm>
            <a:off x="315373" y="5528067"/>
            <a:ext cx="463904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a:spcBef>
                <a:spcPct val="0"/>
              </a:spcBef>
              <a:buFontTx/>
              <a:buNone/>
            </a:pPr>
            <a:r>
              <a:rPr lang="en-US" altLang="id-ID" sz="1800" dirty="0">
                <a:solidFill>
                  <a:srgbClr val="002060"/>
                </a:solidFill>
                <a:latin typeface="Arial" panose="020B0604020202020204" pitchFamily="34" charset="0"/>
                <a:ea typeface="Times New Roman" panose="02020603050405020304" pitchFamily="18" charset="0"/>
                <a:cs typeface="Arial" panose="020B0604020202020204" pitchFamily="34" charset="0"/>
              </a:rPr>
              <a:t>Fig.12. A single-loop circuit, showing how to connect an ammeter(A) and a voltmeter(V).</a:t>
            </a:r>
          </a:p>
        </p:txBody>
      </p:sp>
      <p:sp>
        <p:nvSpPr>
          <p:cNvPr id="31758" name="Rectangle 65">
            <a:extLst>
              <a:ext uri="{FF2B5EF4-FFF2-40B4-BE49-F238E27FC236}">
                <a16:creationId xmlns:a16="http://schemas.microsoft.com/office/drawing/2014/main" id="{CF48D282-4FF4-4824-818D-7C4962BC1C58}"/>
              </a:ext>
            </a:extLst>
          </p:cNvPr>
          <p:cNvSpPr>
            <a:spLocks noChangeArrowheads="1"/>
          </p:cNvSpPr>
          <p:nvPr/>
        </p:nvSpPr>
        <p:spPr bwMode="auto">
          <a:xfrm>
            <a:off x="1831702" y="3418949"/>
            <a:ext cx="341313"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a</a:t>
            </a:r>
          </a:p>
          <a:p>
            <a:pPr eaLnBrk="1" hangingPunct="1">
              <a:spcBef>
                <a:spcPct val="0"/>
              </a:spcBef>
              <a:buFontTx/>
              <a:buNone/>
            </a:pPr>
            <a:endParaRPr lang="en-US" altLang="id-ID" sz="2000" b="1">
              <a:latin typeface="Arial" panose="020B0604020202020204" pitchFamily="34" charset="0"/>
              <a:ea typeface="Times New Roman" panose="02020603050405020304" pitchFamily="18" charset="0"/>
              <a:cs typeface="Arial" panose="020B0604020202020204" pitchFamily="34" charset="0"/>
            </a:endParaRPr>
          </a:p>
          <a:p>
            <a:pPr eaLnBrk="1" hangingPunct="1">
              <a:spcBef>
                <a:spcPct val="0"/>
              </a:spcBef>
              <a:buFontTx/>
              <a:buNone/>
            </a:pPr>
            <a:endParaRPr lang="en-US" altLang="id-ID" sz="2000" b="1">
              <a:latin typeface="Arial" panose="020B0604020202020204" pitchFamily="34" charset="0"/>
              <a:ea typeface="Times New Roman" panose="02020603050405020304" pitchFamily="18" charset="0"/>
              <a:cs typeface="Arial" panose="020B0604020202020204" pitchFamily="34" charset="0"/>
            </a:endParaRPr>
          </a:p>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b</a:t>
            </a:r>
          </a:p>
        </p:txBody>
      </p:sp>
      <p:sp>
        <p:nvSpPr>
          <p:cNvPr id="31759" name="Rectangle 66">
            <a:extLst>
              <a:ext uri="{FF2B5EF4-FFF2-40B4-BE49-F238E27FC236}">
                <a16:creationId xmlns:a16="http://schemas.microsoft.com/office/drawing/2014/main" id="{E6FACA97-8555-4F69-921F-A0B35804A1DC}"/>
              </a:ext>
            </a:extLst>
          </p:cNvPr>
          <p:cNvSpPr>
            <a:spLocks noChangeArrowheads="1"/>
          </p:cNvSpPr>
          <p:nvPr/>
        </p:nvSpPr>
        <p:spPr bwMode="auto">
          <a:xfrm>
            <a:off x="3177109" y="3281614"/>
            <a:ext cx="41275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ea typeface="Times New Roman" panose="02020603050405020304" pitchFamily="18" charset="0"/>
                <a:cs typeface="Arial" panose="020B0604020202020204" pitchFamily="34" charset="0"/>
              </a:rPr>
              <a:t>c</a:t>
            </a:r>
          </a:p>
          <a:p>
            <a:pPr eaLnBrk="1" hangingPunct="1">
              <a:spcBef>
                <a:spcPct val="0"/>
              </a:spcBef>
              <a:buFontTx/>
              <a:buNone/>
            </a:pPr>
            <a:endParaRPr lang="en-US" altLang="id-ID" sz="2000" b="1" dirty="0">
              <a:latin typeface="Arial" panose="020B0604020202020204" pitchFamily="34" charset="0"/>
              <a:ea typeface="Times New Roman" panose="02020603050405020304" pitchFamily="18" charset="0"/>
              <a:cs typeface="Arial" panose="020B0604020202020204" pitchFamily="34" charset="0"/>
            </a:endParaRPr>
          </a:p>
          <a:p>
            <a:pPr eaLnBrk="1" hangingPunct="1">
              <a:spcBef>
                <a:spcPct val="0"/>
              </a:spcBef>
              <a:buFontTx/>
              <a:buNone/>
            </a:pPr>
            <a:endParaRPr lang="en-US" altLang="id-ID" sz="2000" b="1" dirty="0">
              <a:latin typeface="Arial" panose="020B0604020202020204" pitchFamily="34" charset="0"/>
              <a:ea typeface="Times New Roman" panose="02020603050405020304" pitchFamily="18" charset="0"/>
              <a:cs typeface="Arial" panose="020B0604020202020204" pitchFamily="34" charset="0"/>
            </a:endParaRPr>
          </a:p>
          <a:p>
            <a:pPr eaLnBrk="1" hangingPunct="1">
              <a:spcBef>
                <a:spcPct val="0"/>
              </a:spcBef>
              <a:buFontTx/>
              <a:buNone/>
            </a:pPr>
            <a:endParaRPr lang="en-US" altLang="id-ID" sz="2000" b="1" dirty="0">
              <a:latin typeface="Arial" panose="020B0604020202020204" pitchFamily="34" charset="0"/>
              <a:ea typeface="Times New Roman" panose="02020603050405020304" pitchFamily="18" charset="0"/>
              <a:cs typeface="Arial" panose="020B0604020202020204" pitchFamily="34" charset="0"/>
            </a:endParaRPr>
          </a:p>
          <a:p>
            <a:pPr eaLnBrk="1" hangingPunct="1">
              <a:spcBef>
                <a:spcPct val="0"/>
              </a:spcBef>
              <a:buFontTx/>
              <a:buNone/>
            </a:pPr>
            <a:endParaRPr lang="en-US" altLang="id-ID" sz="1000" b="1" dirty="0">
              <a:latin typeface="Arial" panose="020B0604020202020204" pitchFamily="34" charset="0"/>
              <a:ea typeface="Times New Roman" panose="02020603050405020304" pitchFamily="18" charset="0"/>
              <a:cs typeface="Arial" panose="020B0604020202020204" pitchFamily="34" charset="0"/>
            </a:endParaRPr>
          </a:p>
          <a:p>
            <a:pPr eaLnBrk="1" hangingPunct="1">
              <a:spcBef>
                <a:spcPct val="0"/>
              </a:spcBef>
              <a:buFontTx/>
              <a:buNone/>
            </a:pPr>
            <a:endParaRPr lang="en-US" altLang="id-ID" sz="2000" b="1" dirty="0">
              <a:latin typeface="Arial" panose="020B0604020202020204" pitchFamily="34" charset="0"/>
              <a:ea typeface="Times New Roman" panose="02020603050405020304" pitchFamily="18" charset="0"/>
              <a:cs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ea typeface="Times New Roman" panose="02020603050405020304" pitchFamily="18" charset="0"/>
                <a:cs typeface="Arial" panose="020B0604020202020204" pitchFamily="34" charset="0"/>
              </a:rPr>
              <a:t> d</a:t>
            </a:r>
          </a:p>
        </p:txBody>
      </p:sp>
      <p:sp>
        <p:nvSpPr>
          <p:cNvPr id="31760" name="Slide Number Placeholder 65">
            <a:extLst>
              <a:ext uri="{FF2B5EF4-FFF2-40B4-BE49-F238E27FC236}">
                <a16:creationId xmlns:a16="http://schemas.microsoft.com/office/drawing/2014/main" id="{9AC16B99-22CB-45C3-86B7-7F8B7D0DB6E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3A171E3-D7A1-4C25-8C50-EE384D0D27EF}" type="slidenum">
              <a:rPr lang="en-US" altLang="id-ID" sz="1400" smtClean="0"/>
              <a:pPr>
                <a:spcBef>
                  <a:spcPct val="0"/>
                </a:spcBef>
                <a:buFontTx/>
                <a:buNone/>
              </a:pPr>
              <a:t>27</a:t>
            </a:fld>
            <a:endParaRPr lang="en-US" altLang="id-ID" sz="1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1">
            <a:extLst>
              <a:ext uri="{FF2B5EF4-FFF2-40B4-BE49-F238E27FC236}">
                <a16:creationId xmlns:a16="http://schemas.microsoft.com/office/drawing/2014/main" id="{7AD043BE-AC12-4224-A64C-F328E2E8227C}"/>
              </a:ext>
            </a:extLst>
          </p:cNvPr>
          <p:cNvSpPr txBox="1">
            <a:spLocks noChangeArrowheads="1"/>
          </p:cNvSpPr>
          <p:nvPr/>
        </p:nvSpPr>
        <p:spPr bwMode="auto">
          <a:xfrm>
            <a:off x="3086598" y="936209"/>
            <a:ext cx="25447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10. RC Circuits </a:t>
            </a:r>
          </a:p>
        </p:txBody>
      </p:sp>
      <p:sp>
        <p:nvSpPr>
          <p:cNvPr id="32771" name="TextBox 3">
            <a:extLst>
              <a:ext uri="{FF2B5EF4-FFF2-40B4-BE49-F238E27FC236}">
                <a16:creationId xmlns:a16="http://schemas.microsoft.com/office/drawing/2014/main" id="{42F4EEC9-E2EB-4D09-A3EA-A3447E702552}"/>
              </a:ext>
            </a:extLst>
          </p:cNvPr>
          <p:cNvSpPr txBox="1">
            <a:spLocks noChangeArrowheads="1"/>
          </p:cNvSpPr>
          <p:nvPr/>
        </p:nvSpPr>
        <p:spPr bwMode="auto">
          <a:xfrm>
            <a:off x="1016804" y="1750600"/>
            <a:ext cx="4643437"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It turns out that:</a:t>
            </a:r>
          </a:p>
          <a:p>
            <a:pPr eaLnBrk="1" hangingPunct="1">
              <a:spcBef>
                <a:spcPct val="0"/>
              </a:spcBef>
              <a:buFontTx/>
              <a:buNone/>
            </a:pPr>
            <a:endParaRPr lang="en-US" altLang="id-ID" sz="11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We know that:  </a:t>
            </a:r>
            <a:r>
              <a:rPr lang="en-US" altLang="id-ID" sz="2000" b="1" i="1" dirty="0">
                <a:latin typeface="Times New Roman" panose="02020603050405020304" pitchFamily="18" charset="0"/>
                <a:cs typeface="Times New Roman" panose="02020603050405020304" pitchFamily="18" charset="0"/>
              </a:rPr>
              <a:t>I </a:t>
            </a:r>
            <a:r>
              <a:rPr lang="en-US" altLang="id-ID" sz="2000" b="1" i="1" dirty="0">
                <a:latin typeface="Arial" panose="020B0604020202020204" pitchFamily="34" charset="0"/>
              </a:rPr>
              <a:t>= </a:t>
            </a:r>
            <a:r>
              <a:rPr lang="en-US" altLang="id-ID" sz="2000" b="1" i="1" dirty="0" err="1">
                <a:latin typeface="Arial" panose="020B0604020202020204" pitchFamily="34" charset="0"/>
              </a:rPr>
              <a:t>d</a:t>
            </a:r>
            <a:r>
              <a:rPr lang="en-US" altLang="id-ID" sz="2000" b="1" dirty="0" err="1">
                <a:latin typeface="Arial" panose="020B0604020202020204" pitchFamily="34" charset="0"/>
              </a:rPr>
              <a:t>q</a:t>
            </a:r>
            <a:r>
              <a:rPr lang="en-US" altLang="id-ID" sz="2000" b="1" dirty="0">
                <a:latin typeface="Arial" panose="020B0604020202020204" pitchFamily="34" charset="0"/>
              </a:rPr>
              <a:t> / </a:t>
            </a:r>
            <a:r>
              <a:rPr lang="en-US" altLang="id-ID" sz="2000" b="1" i="1" dirty="0">
                <a:latin typeface="Arial" panose="020B0604020202020204" pitchFamily="34" charset="0"/>
              </a:rPr>
              <a:t>d</a:t>
            </a:r>
            <a:r>
              <a:rPr lang="en-US" altLang="id-ID" sz="2000" b="1" dirty="0">
                <a:latin typeface="Arial" panose="020B0604020202020204" pitchFamily="34" charset="0"/>
              </a:rPr>
              <a:t>t</a:t>
            </a:r>
          </a:p>
        </p:txBody>
      </p:sp>
      <p:sp>
        <p:nvSpPr>
          <p:cNvPr id="8" name="Right Arrow 7">
            <a:extLst>
              <a:ext uri="{FF2B5EF4-FFF2-40B4-BE49-F238E27FC236}">
                <a16:creationId xmlns:a16="http://schemas.microsoft.com/office/drawing/2014/main" id="{0BEA5DFB-EE31-4B6B-A9AE-466C58221709}"/>
              </a:ext>
            </a:extLst>
          </p:cNvPr>
          <p:cNvSpPr/>
          <p:nvPr/>
        </p:nvSpPr>
        <p:spPr>
          <a:xfrm>
            <a:off x="1088241" y="3107912"/>
            <a:ext cx="285750" cy="142875"/>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endParaRPr lang="en-US">
              <a:solidFill>
                <a:srgbClr val="FFFFFF"/>
              </a:solidFill>
            </a:endParaRPr>
          </a:p>
        </p:txBody>
      </p:sp>
      <p:grpSp>
        <p:nvGrpSpPr>
          <p:cNvPr id="32773" name="Group 12">
            <a:extLst>
              <a:ext uri="{FF2B5EF4-FFF2-40B4-BE49-F238E27FC236}">
                <a16:creationId xmlns:a16="http://schemas.microsoft.com/office/drawing/2014/main" id="{18672459-B0E1-4424-B7DF-0BEEC681BA52}"/>
              </a:ext>
            </a:extLst>
          </p:cNvPr>
          <p:cNvGrpSpPr>
            <a:grpSpLocks/>
          </p:cNvGrpSpPr>
          <p:nvPr/>
        </p:nvGrpSpPr>
        <p:grpSpPr bwMode="auto">
          <a:xfrm>
            <a:off x="6120389" y="469058"/>
            <a:ext cx="2714625" cy="2000250"/>
            <a:chOff x="7917" y="1755"/>
            <a:chExt cx="3498" cy="2716"/>
          </a:xfrm>
        </p:grpSpPr>
        <p:cxnSp>
          <p:nvCxnSpPr>
            <p:cNvPr id="32793" name="AutoShape 13">
              <a:extLst>
                <a:ext uri="{FF2B5EF4-FFF2-40B4-BE49-F238E27FC236}">
                  <a16:creationId xmlns:a16="http://schemas.microsoft.com/office/drawing/2014/main" id="{1545841E-3552-4E6A-8E57-A322D83F8A60}"/>
                </a:ext>
              </a:extLst>
            </p:cNvPr>
            <p:cNvCxnSpPr>
              <a:cxnSpLocks noChangeShapeType="1"/>
            </p:cNvCxnSpPr>
            <p:nvPr/>
          </p:nvCxnSpPr>
          <p:spPr bwMode="auto">
            <a:xfrm>
              <a:off x="9060" y="2097"/>
              <a:ext cx="1196" cy="3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794" name="AutoShape 14">
              <a:extLst>
                <a:ext uri="{FF2B5EF4-FFF2-40B4-BE49-F238E27FC236}">
                  <a16:creationId xmlns:a16="http://schemas.microsoft.com/office/drawing/2014/main" id="{98517D48-561D-4F56-9C3D-FDB20FE08237}"/>
                </a:ext>
              </a:extLst>
            </p:cNvPr>
            <p:cNvCxnSpPr>
              <a:cxnSpLocks noChangeShapeType="1"/>
            </p:cNvCxnSpPr>
            <p:nvPr/>
          </p:nvCxnSpPr>
          <p:spPr bwMode="auto">
            <a:xfrm>
              <a:off x="8250" y="4460"/>
              <a:ext cx="2932" cy="1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795" name="AutoShape 15">
              <a:extLst>
                <a:ext uri="{FF2B5EF4-FFF2-40B4-BE49-F238E27FC236}">
                  <a16:creationId xmlns:a16="http://schemas.microsoft.com/office/drawing/2014/main" id="{56BC701E-033E-420A-B176-54B5DEAC9EA9}"/>
                </a:ext>
              </a:extLst>
            </p:cNvPr>
            <p:cNvCxnSpPr>
              <a:cxnSpLocks noChangeShapeType="1"/>
            </p:cNvCxnSpPr>
            <p:nvPr/>
          </p:nvCxnSpPr>
          <p:spPr bwMode="auto">
            <a:xfrm flipV="1">
              <a:off x="11183" y="2129"/>
              <a:ext cx="0" cy="106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796" name="AutoShape 16">
              <a:extLst>
                <a:ext uri="{FF2B5EF4-FFF2-40B4-BE49-F238E27FC236}">
                  <a16:creationId xmlns:a16="http://schemas.microsoft.com/office/drawing/2014/main" id="{11398D56-970F-4585-BFD2-DE769C27515A}"/>
                </a:ext>
              </a:extLst>
            </p:cNvPr>
            <p:cNvCxnSpPr>
              <a:cxnSpLocks noChangeShapeType="1"/>
            </p:cNvCxnSpPr>
            <p:nvPr/>
          </p:nvCxnSpPr>
          <p:spPr bwMode="auto">
            <a:xfrm>
              <a:off x="10796" y="2129"/>
              <a:ext cx="386"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797" name="AutoShape 17">
              <a:extLst>
                <a:ext uri="{FF2B5EF4-FFF2-40B4-BE49-F238E27FC236}">
                  <a16:creationId xmlns:a16="http://schemas.microsoft.com/office/drawing/2014/main" id="{D68A8A0F-822D-467F-A62D-740231AD204C}"/>
                </a:ext>
              </a:extLst>
            </p:cNvPr>
            <p:cNvCxnSpPr>
              <a:cxnSpLocks noChangeShapeType="1"/>
            </p:cNvCxnSpPr>
            <p:nvPr/>
          </p:nvCxnSpPr>
          <p:spPr bwMode="auto">
            <a:xfrm>
              <a:off x="9390" y="2385"/>
              <a:ext cx="1" cy="20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798" name="AutoShape 18">
              <a:extLst>
                <a:ext uri="{FF2B5EF4-FFF2-40B4-BE49-F238E27FC236}">
                  <a16:creationId xmlns:a16="http://schemas.microsoft.com/office/drawing/2014/main" id="{75C7F51D-FFB6-4EB6-852A-9B9D3B3E3F21}"/>
                </a:ext>
              </a:extLst>
            </p:cNvPr>
            <p:cNvCxnSpPr>
              <a:cxnSpLocks noChangeShapeType="1"/>
            </p:cNvCxnSpPr>
            <p:nvPr/>
          </p:nvCxnSpPr>
          <p:spPr bwMode="auto">
            <a:xfrm flipV="1">
              <a:off x="8250" y="3371"/>
              <a:ext cx="1" cy="110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799" name="AutoShape 19">
              <a:extLst>
                <a:ext uri="{FF2B5EF4-FFF2-40B4-BE49-F238E27FC236}">
                  <a16:creationId xmlns:a16="http://schemas.microsoft.com/office/drawing/2014/main" id="{F798A8E1-CE0D-4269-AFB0-CB21A7115730}"/>
                </a:ext>
              </a:extLst>
            </p:cNvPr>
            <p:cNvCxnSpPr>
              <a:cxnSpLocks noChangeShapeType="1"/>
            </p:cNvCxnSpPr>
            <p:nvPr/>
          </p:nvCxnSpPr>
          <p:spPr bwMode="auto">
            <a:xfrm flipH="1">
              <a:off x="9302" y="2385"/>
              <a:ext cx="89"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32800" name="AutoShape 20">
              <a:extLst>
                <a:ext uri="{FF2B5EF4-FFF2-40B4-BE49-F238E27FC236}">
                  <a16:creationId xmlns:a16="http://schemas.microsoft.com/office/drawing/2014/main" id="{2AD3CBF8-FE4E-443B-8AE6-61C67FF820CC}"/>
                </a:ext>
              </a:extLst>
            </p:cNvPr>
            <p:cNvCxnSpPr>
              <a:cxnSpLocks noChangeShapeType="1"/>
            </p:cNvCxnSpPr>
            <p:nvPr/>
          </p:nvCxnSpPr>
          <p:spPr bwMode="auto">
            <a:xfrm flipH="1">
              <a:off x="9634" y="2129"/>
              <a:ext cx="105"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32801" name="AutoShape 21">
              <a:extLst>
                <a:ext uri="{FF2B5EF4-FFF2-40B4-BE49-F238E27FC236}">
                  <a16:creationId xmlns:a16="http://schemas.microsoft.com/office/drawing/2014/main" id="{9D418A6A-62C1-49E3-92AC-2F158663BFB0}"/>
                </a:ext>
              </a:extLst>
            </p:cNvPr>
            <p:cNvCxnSpPr>
              <a:cxnSpLocks noChangeShapeType="1"/>
            </p:cNvCxnSpPr>
            <p:nvPr/>
          </p:nvCxnSpPr>
          <p:spPr bwMode="auto">
            <a:xfrm flipV="1">
              <a:off x="8251" y="1755"/>
              <a:ext cx="0" cy="143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802" name="AutoShape 22">
              <a:extLst>
                <a:ext uri="{FF2B5EF4-FFF2-40B4-BE49-F238E27FC236}">
                  <a16:creationId xmlns:a16="http://schemas.microsoft.com/office/drawing/2014/main" id="{99C9DC36-6312-4091-8D6A-7461EB31ACFD}"/>
                </a:ext>
              </a:extLst>
            </p:cNvPr>
            <p:cNvCxnSpPr>
              <a:cxnSpLocks noChangeShapeType="1"/>
            </p:cNvCxnSpPr>
            <p:nvPr/>
          </p:nvCxnSpPr>
          <p:spPr bwMode="auto">
            <a:xfrm flipV="1">
              <a:off x="7917" y="3106"/>
              <a:ext cx="0" cy="550"/>
            </a:xfrm>
            <a:prstGeom prst="straightConnector1">
              <a:avLst/>
            </a:prstGeom>
            <a:noFill/>
            <a:ln w="2857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32803" name="AutoShape 23">
              <a:extLst>
                <a:ext uri="{FF2B5EF4-FFF2-40B4-BE49-F238E27FC236}">
                  <a16:creationId xmlns:a16="http://schemas.microsoft.com/office/drawing/2014/main" id="{76092354-3CB2-4CD0-B3A1-F4E3B0D628F0}"/>
                </a:ext>
              </a:extLst>
            </p:cNvPr>
            <p:cNvCxnSpPr>
              <a:cxnSpLocks noChangeShapeType="1"/>
            </p:cNvCxnSpPr>
            <p:nvPr/>
          </p:nvCxnSpPr>
          <p:spPr bwMode="auto">
            <a:xfrm>
              <a:off x="8251" y="1755"/>
              <a:ext cx="1051" cy="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804" name="AutoShape 24">
              <a:extLst>
                <a:ext uri="{FF2B5EF4-FFF2-40B4-BE49-F238E27FC236}">
                  <a16:creationId xmlns:a16="http://schemas.microsoft.com/office/drawing/2014/main" id="{2DEB6D87-5572-4E0E-A9C4-1B4FE844FA6C}"/>
                </a:ext>
              </a:extLst>
            </p:cNvPr>
            <p:cNvCxnSpPr>
              <a:cxnSpLocks noChangeShapeType="1"/>
            </p:cNvCxnSpPr>
            <p:nvPr/>
          </p:nvCxnSpPr>
          <p:spPr bwMode="auto">
            <a:xfrm flipH="1">
              <a:off x="11093" y="2127"/>
              <a:ext cx="89"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grpSp>
          <p:nvGrpSpPr>
            <p:cNvPr id="32805" name="Group 25">
              <a:extLst>
                <a:ext uri="{FF2B5EF4-FFF2-40B4-BE49-F238E27FC236}">
                  <a16:creationId xmlns:a16="http://schemas.microsoft.com/office/drawing/2014/main" id="{6205D018-29BF-4AC8-B4DA-DE4AB50B6526}"/>
                </a:ext>
              </a:extLst>
            </p:cNvPr>
            <p:cNvGrpSpPr>
              <a:grpSpLocks/>
            </p:cNvGrpSpPr>
            <p:nvPr/>
          </p:nvGrpSpPr>
          <p:grpSpPr bwMode="auto">
            <a:xfrm>
              <a:off x="10256" y="1920"/>
              <a:ext cx="540" cy="373"/>
              <a:chOff x="7080" y="2063"/>
              <a:chExt cx="540" cy="311"/>
            </a:xfrm>
          </p:grpSpPr>
          <p:cxnSp>
            <p:nvCxnSpPr>
              <p:cNvPr id="32816" name="AutoShape 26">
                <a:extLst>
                  <a:ext uri="{FF2B5EF4-FFF2-40B4-BE49-F238E27FC236}">
                    <a16:creationId xmlns:a16="http://schemas.microsoft.com/office/drawing/2014/main" id="{1B0BC82C-8C9E-4C59-B105-8B3FFED827BC}"/>
                  </a:ext>
                </a:extLst>
              </p:cNvPr>
              <p:cNvCxnSpPr>
                <a:cxnSpLocks noChangeShapeType="1"/>
              </p:cNvCxnSpPr>
              <p:nvPr/>
            </p:nvCxnSpPr>
            <p:spPr bwMode="auto">
              <a:xfrm flipV="1">
                <a:off x="7080" y="2063"/>
                <a:ext cx="105" cy="187"/>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2817" name="AutoShape 27">
                <a:extLst>
                  <a:ext uri="{FF2B5EF4-FFF2-40B4-BE49-F238E27FC236}">
                    <a16:creationId xmlns:a16="http://schemas.microsoft.com/office/drawing/2014/main" id="{18BB89F3-EFC4-435B-BCCD-EB13EF1F6BF0}"/>
                  </a:ext>
                </a:extLst>
              </p:cNvPr>
              <p:cNvCxnSpPr>
                <a:cxnSpLocks noChangeShapeType="1"/>
              </p:cNvCxnSpPr>
              <p:nvPr/>
            </p:nvCxnSpPr>
            <p:spPr bwMode="auto">
              <a:xfrm>
                <a:off x="7170" y="2091"/>
                <a:ext cx="90" cy="28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2818" name="AutoShape 28">
                <a:extLst>
                  <a:ext uri="{FF2B5EF4-FFF2-40B4-BE49-F238E27FC236}">
                    <a16:creationId xmlns:a16="http://schemas.microsoft.com/office/drawing/2014/main" id="{7B467968-C65D-40E0-B1D9-573F3ADAEC40}"/>
                  </a:ext>
                </a:extLst>
              </p:cNvPr>
              <p:cNvCxnSpPr>
                <a:cxnSpLocks noChangeShapeType="1"/>
              </p:cNvCxnSpPr>
              <p:nvPr/>
            </p:nvCxnSpPr>
            <p:spPr bwMode="auto">
              <a:xfrm>
                <a:off x="7320" y="2091"/>
                <a:ext cx="90" cy="28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2819" name="AutoShape 29">
                <a:extLst>
                  <a:ext uri="{FF2B5EF4-FFF2-40B4-BE49-F238E27FC236}">
                    <a16:creationId xmlns:a16="http://schemas.microsoft.com/office/drawing/2014/main" id="{D33897CF-99EA-4177-B8ED-C2BA0D8CDF6B}"/>
                  </a:ext>
                </a:extLst>
              </p:cNvPr>
              <p:cNvCxnSpPr>
                <a:cxnSpLocks noChangeShapeType="1"/>
              </p:cNvCxnSpPr>
              <p:nvPr/>
            </p:nvCxnSpPr>
            <p:spPr bwMode="auto">
              <a:xfrm>
                <a:off x="7485" y="2091"/>
                <a:ext cx="90" cy="28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2820" name="AutoShape 30">
                <a:extLst>
                  <a:ext uri="{FF2B5EF4-FFF2-40B4-BE49-F238E27FC236}">
                    <a16:creationId xmlns:a16="http://schemas.microsoft.com/office/drawing/2014/main" id="{44A0EDF6-604C-465A-BAA9-3C6FA2FC4EDE}"/>
                  </a:ext>
                </a:extLst>
              </p:cNvPr>
              <p:cNvCxnSpPr>
                <a:cxnSpLocks noChangeShapeType="1"/>
              </p:cNvCxnSpPr>
              <p:nvPr/>
            </p:nvCxnSpPr>
            <p:spPr bwMode="auto">
              <a:xfrm flipV="1">
                <a:off x="7260" y="2063"/>
                <a:ext cx="75" cy="31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2821" name="AutoShape 31">
                <a:extLst>
                  <a:ext uri="{FF2B5EF4-FFF2-40B4-BE49-F238E27FC236}">
                    <a16:creationId xmlns:a16="http://schemas.microsoft.com/office/drawing/2014/main" id="{DBA08DC5-1C7B-4EED-83A0-5D3B01F0852F}"/>
                  </a:ext>
                </a:extLst>
              </p:cNvPr>
              <p:cNvCxnSpPr>
                <a:cxnSpLocks noChangeShapeType="1"/>
              </p:cNvCxnSpPr>
              <p:nvPr/>
            </p:nvCxnSpPr>
            <p:spPr bwMode="auto">
              <a:xfrm flipV="1">
                <a:off x="7410" y="2063"/>
                <a:ext cx="75" cy="31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2822" name="AutoShape 32">
                <a:extLst>
                  <a:ext uri="{FF2B5EF4-FFF2-40B4-BE49-F238E27FC236}">
                    <a16:creationId xmlns:a16="http://schemas.microsoft.com/office/drawing/2014/main" id="{83E05E49-99C3-4C5B-86C3-DEB2CA1E1CA1}"/>
                  </a:ext>
                </a:extLst>
              </p:cNvPr>
              <p:cNvCxnSpPr>
                <a:cxnSpLocks noChangeShapeType="1"/>
              </p:cNvCxnSpPr>
              <p:nvPr/>
            </p:nvCxnSpPr>
            <p:spPr bwMode="auto">
              <a:xfrm flipV="1">
                <a:off x="7575" y="2253"/>
                <a:ext cx="45" cy="12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32806" name="AutoShape 33">
              <a:extLst>
                <a:ext uri="{FF2B5EF4-FFF2-40B4-BE49-F238E27FC236}">
                  <a16:creationId xmlns:a16="http://schemas.microsoft.com/office/drawing/2014/main" id="{ED9B4142-7120-4378-8EA0-8348F94C9DF0}"/>
                </a:ext>
              </a:extLst>
            </p:cNvPr>
            <p:cNvCxnSpPr>
              <a:cxnSpLocks noChangeShapeType="1"/>
            </p:cNvCxnSpPr>
            <p:nvPr/>
          </p:nvCxnSpPr>
          <p:spPr bwMode="auto">
            <a:xfrm>
              <a:off x="8081" y="3190"/>
              <a:ext cx="36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807" name="AutoShape 34">
              <a:extLst>
                <a:ext uri="{FF2B5EF4-FFF2-40B4-BE49-F238E27FC236}">
                  <a16:creationId xmlns:a16="http://schemas.microsoft.com/office/drawing/2014/main" id="{843FCE93-E616-42C5-8032-9C601B8AB3E8}"/>
                </a:ext>
              </a:extLst>
            </p:cNvPr>
            <p:cNvCxnSpPr>
              <a:cxnSpLocks noChangeShapeType="1"/>
            </p:cNvCxnSpPr>
            <p:nvPr/>
          </p:nvCxnSpPr>
          <p:spPr bwMode="auto">
            <a:xfrm>
              <a:off x="8161" y="3371"/>
              <a:ext cx="205" cy="0"/>
            </a:xfrm>
            <a:prstGeom prst="straightConnector1">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32808" name="Freeform 35">
              <a:extLst>
                <a:ext uri="{FF2B5EF4-FFF2-40B4-BE49-F238E27FC236}">
                  <a16:creationId xmlns:a16="http://schemas.microsoft.com/office/drawing/2014/main" id="{4151661B-937F-4E41-889E-1538E553AE37}"/>
                </a:ext>
              </a:extLst>
            </p:cNvPr>
            <p:cNvSpPr>
              <a:spLocks/>
            </p:cNvSpPr>
            <p:nvPr/>
          </p:nvSpPr>
          <p:spPr bwMode="auto">
            <a:xfrm>
              <a:off x="9525" y="1755"/>
              <a:ext cx="109" cy="630"/>
            </a:xfrm>
            <a:custGeom>
              <a:avLst/>
              <a:gdLst>
                <a:gd name="T0" fmla="*/ 12027227 w 30"/>
                <a:gd name="T1" fmla="*/ 0 h 626"/>
                <a:gd name="T2" fmla="*/ 0 w 30"/>
                <a:gd name="T3" fmla="*/ 358 h 626"/>
                <a:gd name="T4" fmla="*/ 12027227 w 30"/>
                <a:gd name="T5" fmla="*/ 666 h 626"/>
                <a:gd name="T6" fmla="*/ 0 60000 65536"/>
                <a:gd name="T7" fmla="*/ 0 60000 65536"/>
                <a:gd name="T8" fmla="*/ 0 60000 65536"/>
                <a:gd name="T9" fmla="*/ 0 w 30"/>
                <a:gd name="T10" fmla="*/ 0 h 626"/>
                <a:gd name="T11" fmla="*/ 30 w 30"/>
                <a:gd name="T12" fmla="*/ 626 h 626"/>
              </a:gdLst>
              <a:ahLst/>
              <a:cxnLst>
                <a:cxn ang="T6">
                  <a:pos x="T0" y="T1"/>
                </a:cxn>
                <a:cxn ang="T7">
                  <a:pos x="T2" y="T3"/>
                </a:cxn>
                <a:cxn ang="T8">
                  <a:pos x="T4" y="T5"/>
                </a:cxn>
              </a:cxnLst>
              <a:rect l="T9" t="T10" r="T11" b="T12"/>
              <a:pathLst>
                <a:path w="30" h="626">
                  <a:moveTo>
                    <a:pt x="30" y="0"/>
                  </a:moveTo>
                  <a:cubicBezTo>
                    <a:pt x="15" y="117"/>
                    <a:pt x="0" y="234"/>
                    <a:pt x="0" y="338"/>
                  </a:cubicBezTo>
                  <a:cubicBezTo>
                    <a:pt x="0" y="442"/>
                    <a:pt x="30" y="578"/>
                    <a:pt x="30" y="626"/>
                  </a:cubicBezTo>
                </a:path>
              </a:pathLst>
            </a:custGeom>
            <a:noFill/>
            <a:ln w="9525">
              <a:solidFill>
                <a:srgbClr val="00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HK"/>
            </a:p>
          </p:txBody>
        </p:sp>
        <p:cxnSp>
          <p:nvCxnSpPr>
            <p:cNvPr id="32809" name="AutoShape 36">
              <a:extLst>
                <a:ext uri="{FF2B5EF4-FFF2-40B4-BE49-F238E27FC236}">
                  <a16:creationId xmlns:a16="http://schemas.microsoft.com/office/drawing/2014/main" id="{D72BE522-1CA6-45D8-9B49-1E92A89D8027}"/>
                </a:ext>
              </a:extLst>
            </p:cNvPr>
            <p:cNvCxnSpPr>
              <a:cxnSpLocks noChangeShapeType="1"/>
            </p:cNvCxnSpPr>
            <p:nvPr/>
          </p:nvCxnSpPr>
          <p:spPr bwMode="auto">
            <a:xfrm>
              <a:off x="10965" y="3190"/>
              <a:ext cx="450" cy="0"/>
            </a:xfrm>
            <a:prstGeom prst="straightConnector1">
              <a:avLst/>
            </a:prstGeom>
            <a:noFill/>
            <a:ln w="38100">
              <a:solidFill>
                <a:srgbClr val="000000"/>
              </a:solidFill>
              <a:round/>
              <a:headEnd/>
              <a:tailEnd/>
            </a:ln>
            <a:extLst>
              <a:ext uri="{909E8E84-426E-40DD-AFC4-6F175D3DCCD1}">
                <a14:hiddenFill xmlns:a14="http://schemas.microsoft.com/office/drawing/2010/main">
                  <a:noFill/>
                </a14:hiddenFill>
              </a:ext>
            </a:extLst>
          </p:spPr>
        </p:cxnSp>
        <p:cxnSp>
          <p:nvCxnSpPr>
            <p:cNvPr id="32810" name="AutoShape 37">
              <a:extLst>
                <a:ext uri="{FF2B5EF4-FFF2-40B4-BE49-F238E27FC236}">
                  <a16:creationId xmlns:a16="http://schemas.microsoft.com/office/drawing/2014/main" id="{D97A760B-AC07-4B42-BC84-19DA72256664}"/>
                </a:ext>
              </a:extLst>
            </p:cNvPr>
            <p:cNvCxnSpPr>
              <a:cxnSpLocks noChangeShapeType="1"/>
            </p:cNvCxnSpPr>
            <p:nvPr/>
          </p:nvCxnSpPr>
          <p:spPr bwMode="auto">
            <a:xfrm>
              <a:off x="10965" y="3450"/>
              <a:ext cx="450" cy="0"/>
            </a:xfrm>
            <a:prstGeom prst="straightConnector1">
              <a:avLst/>
            </a:prstGeom>
            <a:noFill/>
            <a:ln w="38100">
              <a:solidFill>
                <a:srgbClr val="000000"/>
              </a:solidFill>
              <a:round/>
              <a:headEnd/>
              <a:tailEnd/>
            </a:ln>
            <a:extLst>
              <a:ext uri="{909E8E84-426E-40DD-AFC4-6F175D3DCCD1}">
                <a14:hiddenFill xmlns:a14="http://schemas.microsoft.com/office/drawing/2010/main">
                  <a:noFill/>
                </a14:hiddenFill>
              </a:ext>
            </a:extLst>
          </p:spPr>
        </p:cxnSp>
        <p:cxnSp>
          <p:nvCxnSpPr>
            <p:cNvPr id="32811" name="AutoShape 38">
              <a:extLst>
                <a:ext uri="{FF2B5EF4-FFF2-40B4-BE49-F238E27FC236}">
                  <a16:creationId xmlns:a16="http://schemas.microsoft.com/office/drawing/2014/main" id="{4DF131FA-2DEA-4448-AF71-91EDA937CC88}"/>
                </a:ext>
              </a:extLst>
            </p:cNvPr>
            <p:cNvCxnSpPr>
              <a:cxnSpLocks noChangeShapeType="1"/>
            </p:cNvCxnSpPr>
            <p:nvPr/>
          </p:nvCxnSpPr>
          <p:spPr bwMode="auto">
            <a:xfrm>
              <a:off x="11183" y="3450"/>
              <a:ext cx="0" cy="102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812" name="AutoShape 39">
              <a:extLst>
                <a:ext uri="{FF2B5EF4-FFF2-40B4-BE49-F238E27FC236}">
                  <a16:creationId xmlns:a16="http://schemas.microsoft.com/office/drawing/2014/main" id="{B86DC1FF-35D3-4C77-ADBD-A26925AE8261}"/>
                </a:ext>
              </a:extLst>
            </p:cNvPr>
            <p:cNvCxnSpPr>
              <a:cxnSpLocks noChangeShapeType="1"/>
            </p:cNvCxnSpPr>
            <p:nvPr/>
          </p:nvCxnSpPr>
          <p:spPr bwMode="auto">
            <a:xfrm>
              <a:off x="8006" y="3450"/>
              <a:ext cx="15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813" name="AutoShape 40">
              <a:extLst>
                <a:ext uri="{FF2B5EF4-FFF2-40B4-BE49-F238E27FC236}">
                  <a16:creationId xmlns:a16="http://schemas.microsoft.com/office/drawing/2014/main" id="{EEBBC394-2FB0-447A-B78F-BD850E741873}"/>
                </a:ext>
              </a:extLst>
            </p:cNvPr>
            <p:cNvCxnSpPr>
              <a:cxnSpLocks noChangeShapeType="1"/>
            </p:cNvCxnSpPr>
            <p:nvPr/>
          </p:nvCxnSpPr>
          <p:spPr bwMode="auto">
            <a:xfrm>
              <a:off x="7917" y="3004"/>
              <a:ext cx="199"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814" name="AutoShape 41">
              <a:extLst>
                <a:ext uri="{FF2B5EF4-FFF2-40B4-BE49-F238E27FC236}">
                  <a16:creationId xmlns:a16="http://schemas.microsoft.com/office/drawing/2014/main" id="{2A4607EA-B918-4D6D-9B36-FC12ADBF41DE}"/>
                </a:ext>
              </a:extLst>
            </p:cNvPr>
            <p:cNvCxnSpPr>
              <a:cxnSpLocks noChangeShapeType="1"/>
            </p:cNvCxnSpPr>
            <p:nvPr/>
          </p:nvCxnSpPr>
          <p:spPr bwMode="auto">
            <a:xfrm>
              <a:off x="8006" y="2895"/>
              <a:ext cx="0" cy="21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815" name="AutoShape 42">
              <a:extLst>
                <a:ext uri="{FF2B5EF4-FFF2-40B4-BE49-F238E27FC236}">
                  <a16:creationId xmlns:a16="http://schemas.microsoft.com/office/drawing/2014/main" id="{B12431D8-3B6F-4281-B0E7-D6FECEE324AB}"/>
                </a:ext>
              </a:extLst>
            </p:cNvPr>
            <p:cNvCxnSpPr>
              <a:cxnSpLocks noChangeShapeType="1"/>
            </p:cNvCxnSpPr>
            <p:nvPr/>
          </p:nvCxnSpPr>
          <p:spPr bwMode="auto">
            <a:xfrm flipH="1">
              <a:off x="9213" y="1755"/>
              <a:ext cx="89" cy="0"/>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grpSp>
      <p:sp>
        <p:nvSpPr>
          <p:cNvPr id="32774" name="Rectangle 43">
            <a:extLst>
              <a:ext uri="{FF2B5EF4-FFF2-40B4-BE49-F238E27FC236}">
                <a16:creationId xmlns:a16="http://schemas.microsoft.com/office/drawing/2014/main" id="{7E84C6F0-53BF-4515-8E66-A7646ECC0804}"/>
              </a:ext>
            </a:extLst>
          </p:cNvPr>
          <p:cNvSpPr>
            <a:spLocks noChangeArrowheads="1"/>
          </p:cNvSpPr>
          <p:nvPr/>
        </p:nvSpPr>
        <p:spPr bwMode="auto">
          <a:xfrm>
            <a:off x="5986444" y="2561220"/>
            <a:ext cx="309581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200" b="1" dirty="0">
                <a:latin typeface="Arial" panose="020B0604020202020204" pitchFamily="34" charset="0"/>
                <a:ea typeface="Times New Roman" panose="02020603050405020304" pitchFamily="18" charset="0"/>
                <a:cs typeface="Arial" panose="020B0604020202020204" pitchFamily="34" charset="0"/>
              </a:rPr>
              <a:t>Fig.13. When switch </a:t>
            </a:r>
            <a:r>
              <a:rPr lang="en-US" altLang="id-ID" sz="1200" b="1" dirty="0">
                <a:solidFill>
                  <a:srgbClr val="0070C0"/>
                </a:solidFill>
                <a:latin typeface="Arial" panose="020B0604020202020204" pitchFamily="34" charset="0"/>
                <a:ea typeface="Times New Roman" panose="02020603050405020304" pitchFamily="18" charset="0"/>
                <a:cs typeface="Arial" panose="020B0604020202020204" pitchFamily="34" charset="0"/>
              </a:rPr>
              <a:t>S</a:t>
            </a:r>
            <a:r>
              <a:rPr lang="en-US" altLang="id-ID" sz="1200" b="1" dirty="0">
                <a:latin typeface="Arial" panose="020B0604020202020204" pitchFamily="34" charset="0"/>
                <a:ea typeface="Times New Roman" panose="02020603050405020304" pitchFamily="18" charset="0"/>
                <a:cs typeface="Arial" panose="020B0604020202020204" pitchFamily="34" charset="0"/>
              </a:rPr>
              <a:t> is closed on </a:t>
            </a:r>
            <a:r>
              <a:rPr lang="en-US" altLang="id-ID" sz="1200" b="1" i="1" dirty="0">
                <a:solidFill>
                  <a:srgbClr val="0070C0"/>
                </a:solidFill>
                <a:latin typeface="Arial" panose="020B0604020202020204" pitchFamily="34" charset="0"/>
                <a:ea typeface="Times New Roman" panose="02020603050405020304" pitchFamily="18" charset="0"/>
                <a:cs typeface="Arial" panose="020B0604020202020204" pitchFamily="34" charset="0"/>
              </a:rPr>
              <a:t>a</a:t>
            </a:r>
            <a:r>
              <a:rPr lang="en-US" altLang="id-ID" sz="1200" b="1" i="1" dirty="0">
                <a:latin typeface="Arial" panose="020B0604020202020204" pitchFamily="34" charset="0"/>
                <a:ea typeface="Times New Roman" panose="02020603050405020304" pitchFamily="18" charset="0"/>
                <a:cs typeface="Arial" panose="020B0604020202020204" pitchFamily="34" charset="0"/>
              </a:rPr>
              <a:t>, </a:t>
            </a:r>
            <a:r>
              <a:rPr lang="en-US" altLang="id-ID" sz="1200" b="1" dirty="0">
                <a:latin typeface="Arial" panose="020B0604020202020204" pitchFamily="34" charset="0"/>
                <a:ea typeface="Times New Roman" panose="02020603050405020304" pitchFamily="18" charset="0"/>
                <a:cs typeface="Arial" panose="020B0604020202020204" pitchFamily="34" charset="0"/>
              </a:rPr>
              <a:t>the capacitor is</a:t>
            </a:r>
            <a:r>
              <a:rPr lang="en-US" altLang="id-ID" sz="1200" b="1" i="1" dirty="0">
                <a:latin typeface="Arial" panose="020B0604020202020204" pitchFamily="34" charset="0"/>
                <a:ea typeface="Times New Roman" panose="02020603050405020304" pitchFamily="18" charset="0"/>
                <a:cs typeface="Arial" panose="020B0604020202020204" pitchFamily="34" charset="0"/>
              </a:rPr>
              <a:t> </a:t>
            </a:r>
            <a:r>
              <a:rPr lang="en-US" altLang="id-ID" sz="1200" b="1" i="1" dirty="0">
                <a:solidFill>
                  <a:srgbClr val="0070C0"/>
                </a:solidFill>
                <a:latin typeface="Arial" panose="020B0604020202020204" pitchFamily="34" charset="0"/>
                <a:ea typeface="Times New Roman" panose="02020603050405020304" pitchFamily="18" charset="0"/>
                <a:cs typeface="Arial" panose="020B0604020202020204" pitchFamily="34" charset="0"/>
              </a:rPr>
              <a:t>charged</a:t>
            </a:r>
            <a:r>
              <a:rPr lang="en-US" altLang="id-ID" sz="1200" b="1" dirty="0">
                <a:solidFill>
                  <a:srgbClr val="0070C0"/>
                </a:solidFill>
                <a:latin typeface="Arial" panose="020B0604020202020204" pitchFamily="34" charset="0"/>
                <a:ea typeface="Times New Roman" panose="02020603050405020304" pitchFamily="18" charset="0"/>
                <a:cs typeface="Arial" panose="020B0604020202020204" pitchFamily="34" charset="0"/>
              </a:rPr>
              <a:t> </a:t>
            </a:r>
            <a:r>
              <a:rPr lang="en-US" altLang="id-ID" sz="1200" b="1" dirty="0">
                <a:latin typeface="Arial" panose="020B0604020202020204" pitchFamily="34" charset="0"/>
                <a:ea typeface="Times New Roman" panose="02020603050405020304" pitchFamily="18" charset="0"/>
                <a:cs typeface="Arial" panose="020B0604020202020204" pitchFamily="34" charset="0"/>
              </a:rPr>
              <a:t>through the resistor. When the switch is afterward closed on </a:t>
            </a:r>
            <a:r>
              <a:rPr lang="en-US" altLang="id-ID" sz="1200" b="1" i="1" dirty="0">
                <a:solidFill>
                  <a:srgbClr val="0070C0"/>
                </a:solidFill>
                <a:latin typeface="Arial" panose="020B0604020202020204" pitchFamily="34" charset="0"/>
                <a:ea typeface="Times New Roman" panose="02020603050405020304" pitchFamily="18" charset="0"/>
                <a:cs typeface="Arial" panose="020B0604020202020204" pitchFamily="34" charset="0"/>
              </a:rPr>
              <a:t>b</a:t>
            </a:r>
            <a:r>
              <a:rPr lang="en-US" altLang="id-ID" sz="1200" b="1" dirty="0">
                <a:solidFill>
                  <a:srgbClr val="0070C0"/>
                </a:solidFill>
                <a:latin typeface="Arial" panose="020B0604020202020204" pitchFamily="34" charset="0"/>
                <a:ea typeface="Times New Roman" panose="02020603050405020304" pitchFamily="18" charset="0"/>
                <a:cs typeface="Arial" panose="020B0604020202020204" pitchFamily="34" charset="0"/>
              </a:rPr>
              <a:t>, </a:t>
            </a:r>
            <a:r>
              <a:rPr lang="en-US" altLang="id-ID" sz="1200" b="1" dirty="0">
                <a:latin typeface="Arial" panose="020B0604020202020204" pitchFamily="34" charset="0"/>
                <a:ea typeface="Times New Roman" panose="02020603050405020304" pitchFamily="18" charset="0"/>
                <a:cs typeface="Arial" panose="020B0604020202020204" pitchFamily="34" charset="0"/>
              </a:rPr>
              <a:t>the capacitor discharges through the resistor.</a:t>
            </a:r>
            <a:endParaRPr lang="en-US" altLang="id-ID" sz="1200" dirty="0">
              <a:latin typeface="Arial" panose="020B0604020202020204" pitchFamily="34" charset="0"/>
              <a:ea typeface="Times New Roman" panose="02020603050405020304" pitchFamily="18" charset="0"/>
              <a:cs typeface="Arial" panose="020B0604020202020204" pitchFamily="34" charset="0"/>
            </a:endParaRPr>
          </a:p>
        </p:txBody>
      </p:sp>
      <p:sp>
        <p:nvSpPr>
          <p:cNvPr id="32775" name="Rectangle 43">
            <a:extLst>
              <a:ext uri="{FF2B5EF4-FFF2-40B4-BE49-F238E27FC236}">
                <a16:creationId xmlns:a16="http://schemas.microsoft.com/office/drawing/2014/main" id="{EDA9577E-4DDD-4DE7-B167-0E3FB2634F6C}"/>
              </a:ext>
            </a:extLst>
          </p:cNvPr>
          <p:cNvSpPr>
            <a:spLocks noChangeArrowheads="1"/>
          </p:cNvSpPr>
          <p:nvPr/>
        </p:nvSpPr>
        <p:spPr bwMode="auto">
          <a:xfrm>
            <a:off x="7406264" y="326183"/>
            <a:ext cx="42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solidFill>
                  <a:srgbClr val="0070C0"/>
                </a:solidFill>
                <a:latin typeface="Arial" panose="020B0604020202020204" pitchFamily="34" charset="0"/>
                <a:ea typeface="Times New Roman" panose="02020603050405020304" pitchFamily="18" charset="0"/>
                <a:cs typeface="Arial" panose="020B0604020202020204" pitchFamily="34" charset="0"/>
              </a:rPr>
              <a:t>S</a:t>
            </a:r>
            <a:r>
              <a:rPr lang="en-US" altLang="id-ID" sz="2000" b="1">
                <a:latin typeface="Arial" panose="020B0604020202020204" pitchFamily="34" charset="0"/>
                <a:ea typeface="Times New Roman" panose="02020603050405020304" pitchFamily="18" charset="0"/>
                <a:cs typeface="Arial" panose="020B0604020202020204" pitchFamily="34" charset="0"/>
              </a:rPr>
              <a:t> </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32776" name="Rectangle 44">
            <a:extLst>
              <a:ext uri="{FF2B5EF4-FFF2-40B4-BE49-F238E27FC236}">
                <a16:creationId xmlns:a16="http://schemas.microsoft.com/office/drawing/2014/main" id="{08A9CF18-E451-45FF-97C1-1B756B9A48F6}"/>
              </a:ext>
            </a:extLst>
          </p:cNvPr>
          <p:cNvSpPr>
            <a:spLocks noChangeArrowheads="1"/>
          </p:cNvSpPr>
          <p:nvPr/>
        </p:nvSpPr>
        <p:spPr bwMode="auto">
          <a:xfrm>
            <a:off x="6834764" y="111871"/>
            <a:ext cx="3413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solidFill>
                  <a:srgbClr val="0070C0"/>
                </a:solidFill>
                <a:latin typeface="Arial" panose="020B0604020202020204" pitchFamily="34" charset="0"/>
                <a:ea typeface="Times New Roman" panose="02020603050405020304" pitchFamily="18" charset="0"/>
                <a:cs typeface="Arial" panose="020B0604020202020204" pitchFamily="34" charset="0"/>
              </a:rPr>
              <a:t>a</a:t>
            </a:r>
          </a:p>
          <a:p>
            <a:pPr eaLnBrk="1" hangingPunct="1">
              <a:spcBef>
                <a:spcPct val="0"/>
              </a:spcBef>
              <a:buFontTx/>
              <a:buNone/>
            </a:pPr>
            <a:endParaRPr lang="en-US" altLang="id-ID" sz="2000" b="1" i="1">
              <a:solidFill>
                <a:srgbClr val="0070C0"/>
              </a:solidFill>
              <a:latin typeface="Arial" panose="020B0604020202020204" pitchFamily="34" charset="0"/>
              <a:ea typeface="Times New Roman" panose="02020603050405020304" pitchFamily="18" charset="0"/>
              <a:cs typeface="Arial" panose="020B0604020202020204" pitchFamily="34" charset="0"/>
            </a:endParaRPr>
          </a:p>
          <a:p>
            <a:pPr eaLnBrk="1" hangingPunct="1">
              <a:spcBef>
                <a:spcPct val="0"/>
              </a:spcBef>
              <a:buFontTx/>
              <a:buNone/>
            </a:pPr>
            <a:r>
              <a:rPr lang="en-US" altLang="id-ID" sz="2000" b="1" i="1">
                <a:solidFill>
                  <a:srgbClr val="0070C0"/>
                </a:solidFill>
                <a:latin typeface="Arial" panose="020B0604020202020204" pitchFamily="34" charset="0"/>
                <a:ea typeface="Times New Roman" panose="02020603050405020304" pitchFamily="18" charset="0"/>
                <a:cs typeface="Arial" panose="020B0604020202020204" pitchFamily="34" charset="0"/>
              </a:rPr>
              <a:t>b</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32777" name="Rectangle 45">
            <a:extLst>
              <a:ext uri="{FF2B5EF4-FFF2-40B4-BE49-F238E27FC236}">
                <a16:creationId xmlns:a16="http://schemas.microsoft.com/office/drawing/2014/main" id="{C5847B46-914C-4BAA-A1CB-1B8CE89B188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32778" name="Picture 44">
            <a:extLst>
              <a:ext uri="{FF2B5EF4-FFF2-40B4-BE49-F238E27FC236}">
                <a16:creationId xmlns:a16="http://schemas.microsoft.com/office/drawing/2014/main" id="{E57F32DF-F636-47B7-8A58-A514E13F1305}"/>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11410" y="1630272"/>
            <a:ext cx="1785937" cy="654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9" name="Rectangle 48">
            <a:extLst>
              <a:ext uri="{FF2B5EF4-FFF2-40B4-BE49-F238E27FC236}">
                <a16:creationId xmlns:a16="http://schemas.microsoft.com/office/drawing/2014/main" id="{50EFBB69-C265-4E0D-B5D4-CC605561E29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32780" name="Picture 47">
            <a:extLst>
              <a:ext uri="{FF2B5EF4-FFF2-40B4-BE49-F238E27FC236}">
                <a16:creationId xmlns:a16="http://schemas.microsoft.com/office/drawing/2014/main" id="{E4E82378-2B97-436A-B679-D9BD0A8B62DA}"/>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95460" y="2887069"/>
            <a:ext cx="3964781" cy="615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1" name="Rectangle 49">
            <a:extLst>
              <a:ext uri="{FF2B5EF4-FFF2-40B4-BE49-F238E27FC236}">
                <a16:creationId xmlns:a16="http://schemas.microsoft.com/office/drawing/2014/main" id="{A66706A3-60AA-48EC-92F1-ECA0F5D558B4}"/>
              </a:ext>
            </a:extLst>
          </p:cNvPr>
          <p:cNvSpPr>
            <a:spLocks noChangeArrowheads="1"/>
          </p:cNvSpPr>
          <p:nvPr/>
        </p:nvSpPr>
        <p:spPr bwMode="auto">
          <a:xfrm>
            <a:off x="0" y="101917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2782" name="Rectangle 51">
            <a:extLst>
              <a:ext uri="{FF2B5EF4-FFF2-40B4-BE49-F238E27FC236}">
                <a16:creationId xmlns:a16="http://schemas.microsoft.com/office/drawing/2014/main" id="{F9349E0C-32BA-428A-80A0-86E89016CF6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2783" name="Rectangle 53">
            <a:extLst>
              <a:ext uri="{FF2B5EF4-FFF2-40B4-BE49-F238E27FC236}">
                <a16:creationId xmlns:a16="http://schemas.microsoft.com/office/drawing/2014/main" id="{68086F30-7689-465A-B6BA-70DF2F528D9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2784" name="Rectangle 55">
            <a:extLst>
              <a:ext uri="{FF2B5EF4-FFF2-40B4-BE49-F238E27FC236}">
                <a16:creationId xmlns:a16="http://schemas.microsoft.com/office/drawing/2014/main" id="{9AC7F3D3-A234-4804-BE8F-4DBA8A68E72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32785" name="Picture 54">
            <a:extLst>
              <a:ext uri="{FF2B5EF4-FFF2-40B4-BE49-F238E27FC236}">
                <a16:creationId xmlns:a16="http://schemas.microsoft.com/office/drawing/2014/main" id="{82E21FD0-2940-48FB-8F60-C5D7701B3A83}"/>
              </a:ext>
            </a:extLst>
          </p:cNvPr>
          <p:cNvPicPr>
            <a:picLocks noChangeAspect="1" noChangeArrowheads="1"/>
          </p:cNvPicPr>
          <p:nvPr/>
        </p:nvPicPr>
        <p:blipFill rotWithShape="1">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r="57171" b="-18268"/>
          <a:stretch/>
        </p:blipFill>
        <p:spPr bwMode="auto">
          <a:xfrm>
            <a:off x="2443762" y="3541579"/>
            <a:ext cx="2138034" cy="440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6" name="Rectangle 57">
            <a:extLst>
              <a:ext uri="{FF2B5EF4-FFF2-40B4-BE49-F238E27FC236}">
                <a16:creationId xmlns:a16="http://schemas.microsoft.com/office/drawing/2014/main" id="{682FEAA8-721B-4D0B-99BA-EF140FB1A59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32787" name="Picture 56">
            <a:extLst>
              <a:ext uri="{FF2B5EF4-FFF2-40B4-BE49-F238E27FC236}">
                <a16:creationId xmlns:a16="http://schemas.microsoft.com/office/drawing/2014/main" id="{41FFD2F4-DC40-49A9-843E-638C8E8CDE71}"/>
              </a:ext>
            </a:extLst>
          </p:cNvPr>
          <p:cNvPicPr>
            <a:picLocks noChangeAspect="1" noChangeArrowheads="1"/>
          </p:cNvPicPr>
          <p:nvPr/>
        </p:nvPicPr>
        <p:blipFill rotWithShape="1">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rcRect t="1" r="53258" b="3322"/>
          <a:stretch/>
        </p:blipFill>
        <p:spPr bwMode="auto">
          <a:xfrm>
            <a:off x="1800228" y="3966035"/>
            <a:ext cx="2693036" cy="54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8" name="Rectangle 59">
            <a:extLst>
              <a:ext uri="{FF2B5EF4-FFF2-40B4-BE49-F238E27FC236}">
                <a16:creationId xmlns:a16="http://schemas.microsoft.com/office/drawing/2014/main" id="{18610A8B-B2A2-49BA-9486-42A71A658E3F}"/>
              </a:ext>
            </a:extLst>
          </p:cNvPr>
          <p:cNvSpPr>
            <a:spLocks noChangeArrowheads="1"/>
          </p:cNvSpPr>
          <p:nvPr/>
        </p:nvSpPr>
        <p:spPr bwMode="auto">
          <a:xfrm>
            <a:off x="1075342" y="4841798"/>
            <a:ext cx="485808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sz="1800" b="1" i="1" dirty="0">
                <a:solidFill>
                  <a:srgbClr val="0070C0"/>
                </a:solidFill>
                <a:latin typeface="Arial" panose="020B0604020202020204" pitchFamily="34" charset="0"/>
              </a:rPr>
              <a:t>A capacitor that is being charged initially acts like ordinary connecting wire relative to the charging current. A long time later, it acts like a broken wire</a:t>
            </a:r>
            <a:endParaRPr lang="en-US" altLang="id-ID" sz="1800" i="1" dirty="0">
              <a:solidFill>
                <a:srgbClr val="0070C0"/>
              </a:solidFill>
              <a:latin typeface="Arial" panose="020B0604020202020204" pitchFamily="34" charset="0"/>
            </a:endParaRPr>
          </a:p>
        </p:txBody>
      </p:sp>
      <p:sp>
        <p:nvSpPr>
          <p:cNvPr id="32789" name="Rectangle 68">
            <a:extLst>
              <a:ext uri="{FF2B5EF4-FFF2-40B4-BE49-F238E27FC236}">
                <a16:creationId xmlns:a16="http://schemas.microsoft.com/office/drawing/2014/main" id="{447F1776-7EB5-4330-A95C-3F169412AD25}"/>
              </a:ext>
            </a:extLst>
          </p:cNvPr>
          <p:cNvSpPr>
            <a:spLocks noChangeArrowheads="1"/>
          </p:cNvSpPr>
          <p:nvPr/>
        </p:nvSpPr>
        <p:spPr bwMode="auto">
          <a:xfrm>
            <a:off x="5763202" y="1326308"/>
            <a:ext cx="33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ε</a:t>
            </a:r>
            <a:endParaRPr lang="en-US" altLang="id-ID">
              <a:latin typeface="Arial" panose="020B0604020202020204" pitchFamily="34" charset="0"/>
            </a:endParaRPr>
          </a:p>
        </p:txBody>
      </p:sp>
      <p:sp>
        <p:nvSpPr>
          <p:cNvPr id="32790" name="Rectangle 61">
            <a:extLst>
              <a:ext uri="{FF2B5EF4-FFF2-40B4-BE49-F238E27FC236}">
                <a16:creationId xmlns:a16="http://schemas.microsoft.com/office/drawing/2014/main" id="{EFEA6F69-138D-4334-8B83-EA28EC0AE0B9}"/>
              </a:ext>
            </a:extLst>
          </p:cNvPr>
          <p:cNvSpPr>
            <a:spLocks noChangeArrowheads="1"/>
          </p:cNvSpPr>
          <p:nvPr/>
        </p:nvSpPr>
        <p:spPr bwMode="auto">
          <a:xfrm>
            <a:off x="8049202" y="897683"/>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R</a:t>
            </a:r>
            <a:endParaRPr lang="en-US" altLang="id-ID" sz="2000">
              <a:latin typeface="Arial" panose="020B0604020202020204" pitchFamily="34" charset="0"/>
            </a:endParaRPr>
          </a:p>
        </p:txBody>
      </p:sp>
      <p:sp>
        <p:nvSpPr>
          <p:cNvPr id="32791" name="Rectangle 62">
            <a:extLst>
              <a:ext uri="{FF2B5EF4-FFF2-40B4-BE49-F238E27FC236}">
                <a16:creationId xmlns:a16="http://schemas.microsoft.com/office/drawing/2014/main" id="{1B2D34D5-7E3D-449D-8D27-F22EC3F12B3F}"/>
              </a:ext>
            </a:extLst>
          </p:cNvPr>
          <p:cNvSpPr>
            <a:spLocks noChangeArrowheads="1"/>
          </p:cNvSpPr>
          <p:nvPr/>
        </p:nvSpPr>
        <p:spPr bwMode="auto">
          <a:xfrm>
            <a:off x="8120639" y="1397746"/>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C</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32792" name="Slide Number Placeholder 53">
            <a:extLst>
              <a:ext uri="{FF2B5EF4-FFF2-40B4-BE49-F238E27FC236}">
                <a16:creationId xmlns:a16="http://schemas.microsoft.com/office/drawing/2014/main" id="{60C35693-6EB3-4761-A8A5-30B4054E44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DE1F3597-1A2D-4429-9102-B8F145D96E9A}" type="slidenum">
              <a:rPr lang="en-US" altLang="id-ID" sz="1400" smtClean="0"/>
              <a:pPr>
                <a:spcBef>
                  <a:spcPct val="0"/>
                </a:spcBef>
                <a:buFontTx/>
                <a:buNone/>
              </a:pPr>
              <a:t>28</a:t>
            </a:fld>
            <a:endParaRPr lang="en-US" altLang="id-ID" sz="1400"/>
          </a:p>
        </p:txBody>
      </p:sp>
      <p:pic>
        <p:nvPicPr>
          <p:cNvPr id="55" name="Picture 2" descr="Capacitor Charging GIF | Gfycat">
            <a:extLst>
              <a:ext uri="{FF2B5EF4-FFF2-40B4-BE49-F238E27FC236}">
                <a16:creationId xmlns:a16="http://schemas.microsoft.com/office/drawing/2014/main" id="{7C78E9AF-3BFD-409F-ACC2-839BDB028570}"/>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6527039" y="3723443"/>
            <a:ext cx="2138034" cy="128282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4" descr="Capacitor Discharging GIF | Gfycat">
            <a:extLst>
              <a:ext uri="{FF2B5EF4-FFF2-40B4-BE49-F238E27FC236}">
                <a16:creationId xmlns:a16="http://schemas.microsoft.com/office/drawing/2014/main" id="{B60A9EC9-487C-4851-8C2A-409ADA9D2979}"/>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6526384" y="5082015"/>
            <a:ext cx="2145238" cy="13000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5">
            <a:extLst>
              <a:ext uri="{FF2B5EF4-FFF2-40B4-BE49-F238E27FC236}">
                <a16:creationId xmlns:a16="http://schemas.microsoft.com/office/drawing/2014/main" id="{D1548ADD-C727-48B3-A159-17BDD5910D97}"/>
              </a:ext>
            </a:extLst>
          </p:cNvPr>
          <p:cNvGrpSpPr>
            <a:grpSpLocks/>
          </p:cNvGrpSpPr>
          <p:nvPr/>
        </p:nvGrpSpPr>
        <p:grpSpPr bwMode="auto">
          <a:xfrm>
            <a:off x="1004888" y="1628800"/>
            <a:ext cx="8139112" cy="4524375"/>
            <a:chOff x="571473" y="1714386"/>
            <a:chExt cx="7924800" cy="4206222"/>
          </a:xfrm>
        </p:grpSpPr>
        <p:sp>
          <p:nvSpPr>
            <p:cNvPr id="34821" name="TextBox 2">
              <a:extLst>
                <a:ext uri="{FF2B5EF4-FFF2-40B4-BE49-F238E27FC236}">
                  <a16:creationId xmlns:a16="http://schemas.microsoft.com/office/drawing/2014/main" id="{2C445AF1-48E7-4079-86F1-332CEE26595C}"/>
                </a:ext>
              </a:extLst>
            </p:cNvPr>
            <p:cNvSpPr txBox="1">
              <a:spLocks noChangeArrowheads="1"/>
            </p:cNvSpPr>
            <p:nvPr/>
          </p:nvSpPr>
          <p:spPr bwMode="auto">
            <a:xfrm>
              <a:off x="571473" y="1714386"/>
              <a:ext cx="7924800" cy="4206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The product </a:t>
              </a:r>
              <a:r>
                <a:rPr lang="en-US" altLang="id-ID" b="1" i="1" dirty="0">
                  <a:latin typeface="Arial" panose="020B0604020202020204" pitchFamily="34" charset="0"/>
                </a:rPr>
                <a:t>RC </a:t>
              </a:r>
              <a:r>
                <a:rPr lang="en-US" altLang="id-ID" b="1" dirty="0">
                  <a:latin typeface="Arial" panose="020B0604020202020204" pitchFamily="34" charset="0"/>
                </a:rPr>
                <a:t>is called the capacitive time constant of the circuit and is represented with the symbol </a:t>
              </a:r>
              <a:r>
                <a:rPr lang="en-US" altLang="id-ID" b="1" i="1" dirty="0">
                  <a:latin typeface="Symbol" panose="05050102010706020507" pitchFamily="18" charset="2"/>
                </a:rPr>
                <a:t>t</a:t>
              </a:r>
              <a:r>
                <a:rPr lang="en-US" altLang="id-ID" b="1" dirty="0">
                  <a:latin typeface="Arial" panose="020B0604020202020204" pitchFamily="34" charset="0"/>
                </a:rPr>
                <a:t>:</a:t>
              </a: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At time </a:t>
              </a:r>
              <a:r>
                <a:rPr lang="en-US" altLang="id-ID" b="1" i="1" dirty="0">
                  <a:latin typeface="Arial" panose="020B0604020202020204" pitchFamily="34" charset="0"/>
                </a:rPr>
                <a:t>t= </a:t>
              </a:r>
              <a:r>
                <a:rPr lang="en-US" altLang="id-ID" b="1" i="1" dirty="0">
                  <a:latin typeface="Symbol" panose="05050102010706020507" pitchFamily="18" charset="2"/>
                </a:rPr>
                <a:t>t</a:t>
              </a:r>
              <a:r>
                <a:rPr lang="en-US" altLang="id-ID" b="1" i="1" dirty="0">
                  <a:latin typeface="Arial" panose="020B0604020202020204" pitchFamily="34" charset="0"/>
                </a:rPr>
                <a:t> =( RC), </a:t>
              </a:r>
              <a:r>
                <a:rPr lang="en-US" altLang="id-ID" b="1" dirty="0">
                  <a:latin typeface="Arial" panose="020B0604020202020204" pitchFamily="34" charset="0"/>
                </a:rPr>
                <a:t>the charge on the initially uncharged capacitor increases from zero to:</a:t>
              </a: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During the first time constant </a:t>
              </a:r>
              <a:r>
                <a:rPr lang="en-US" altLang="id-ID" b="1" i="1" dirty="0">
                  <a:latin typeface="Symbol" panose="05050102010706020507" pitchFamily="18" charset="2"/>
                </a:rPr>
                <a:t>t</a:t>
              </a:r>
              <a:r>
                <a:rPr lang="en-US" altLang="id-ID" b="1" dirty="0">
                  <a:latin typeface="Arial" panose="020B0604020202020204" pitchFamily="34" charset="0"/>
                </a:rPr>
                <a:t>  the charge has increased from zero to 63% of its final value </a:t>
              </a:r>
              <a:r>
                <a:rPr lang="en-US" altLang="id-ID" b="1" i="1" dirty="0">
                  <a:latin typeface="Arial" panose="020B0604020202020204" pitchFamily="34" charset="0"/>
                </a:rPr>
                <a:t>C</a:t>
              </a:r>
              <a:r>
                <a:rPr lang="en-US" altLang="id-ID" b="1" i="1" dirty="0">
                  <a:latin typeface="French Script MT" panose="03020402040607040605" pitchFamily="66" charset="0"/>
                </a:rPr>
                <a:t>E</a:t>
              </a:r>
              <a:r>
                <a:rPr lang="en-US" altLang="id-ID" b="1" i="1" dirty="0">
                  <a:latin typeface="Arial" panose="020B0604020202020204" pitchFamily="34" charset="0"/>
                </a:rPr>
                <a:t>.</a:t>
              </a:r>
              <a:endParaRPr lang="en-US" altLang="id-ID" b="1" dirty="0">
                <a:latin typeface="Arial" panose="020B0604020202020204" pitchFamily="34" charset="0"/>
              </a:endParaRPr>
            </a:p>
          </p:txBody>
        </p:sp>
        <p:pic>
          <p:nvPicPr>
            <p:cNvPr id="59394" name="Picture 2">
              <a:extLst>
                <a:ext uri="{FF2B5EF4-FFF2-40B4-BE49-F238E27FC236}">
                  <a16:creationId xmlns:a16="http://schemas.microsoft.com/office/drawing/2014/main" id="{187CDB4A-E0B0-4047-B3A2-2B2185219130}"/>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2634986" y="2584663"/>
              <a:ext cx="3338706" cy="708457"/>
            </a:xfrm>
            <a:prstGeom prst="rect">
              <a:avLst/>
            </a:prstGeom>
            <a:noFill/>
            <a:ln w="9525">
              <a:noFill/>
              <a:miter lim="800000"/>
              <a:headEnd/>
              <a:tailEnd/>
            </a:ln>
          </p:spPr>
        </p:pic>
        <p:pic>
          <p:nvPicPr>
            <p:cNvPr id="59395" name="Picture 3">
              <a:extLst>
                <a:ext uri="{FF2B5EF4-FFF2-40B4-BE49-F238E27FC236}">
                  <a16:creationId xmlns:a16="http://schemas.microsoft.com/office/drawing/2014/main" id="{658537D4-EC4B-4482-BC93-1B4B06E4D652}"/>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2285653" y="4409919"/>
              <a:ext cx="3964718" cy="642934"/>
            </a:xfrm>
            <a:prstGeom prst="rect">
              <a:avLst/>
            </a:prstGeom>
            <a:noFill/>
            <a:ln w="9525">
              <a:noFill/>
              <a:miter lim="800000"/>
              <a:headEnd/>
              <a:tailEnd/>
            </a:ln>
          </p:spPr>
        </p:pic>
      </p:grpSp>
      <p:sp>
        <p:nvSpPr>
          <p:cNvPr id="34820" name="Slide Number Placeholder 6">
            <a:extLst>
              <a:ext uri="{FF2B5EF4-FFF2-40B4-BE49-F238E27FC236}">
                <a16:creationId xmlns:a16="http://schemas.microsoft.com/office/drawing/2014/main" id="{69AFEC06-A276-4B06-83D3-6D2D0B7FE7A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4AAC1F0F-60BD-4774-A51D-CA9848C9BFE2}" type="slidenum">
              <a:rPr lang="en-US" altLang="id-ID" sz="1400" smtClean="0"/>
              <a:pPr>
                <a:spcBef>
                  <a:spcPct val="0"/>
                </a:spcBef>
                <a:buFontTx/>
                <a:buNone/>
              </a:pPr>
              <a:t>29</a:t>
            </a:fld>
            <a:endParaRPr lang="en-US" altLang="id-ID" sz="1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1">
            <a:extLst>
              <a:ext uri="{FF2B5EF4-FFF2-40B4-BE49-F238E27FC236}">
                <a16:creationId xmlns:a16="http://schemas.microsoft.com/office/drawing/2014/main" id="{8C5E1291-F525-41D0-A341-560DCE067B32}"/>
              </a:ext>
            </a:extLst>
          </p:cNvPr>
          <p:cNvSpPr txBox="1">
            <a:spLocks noChangeArrowheads="1"/>
          </p:cNvSpPr>
          <p:nvPr/>
        </p:nvSpPr>
        <p:spPr bwMode="auto">
          <a:xfrm>
            <a:off x="1043608" y="1413900"/>
            <a:ext cx="3825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a:solidFill>
                  <a:srgbClr val="0070C0"/>
                </a:solidFill>
                <a:latin typeface="Arial" panose="020B0604020202020204" pitchFamily="34" charset="0"/>
                <a:cs typeface="Arial" panose="020B0604020202020204" pitchFamily="34" charset="0"/>
              </a:rPr>
              <a:t>Discharging a Capacitor</a:t>
            </a:r>
            <a:endParaRPr lang="en-US" altLang="id-ID" b="1" i="1">
              <a:latin typeface="Arial" panose="020B0604020202020204" pitchFamily="34" charset="0"/>
              <a:cs typeface="Arial" panose="020B0604020202020204" pitchFamily="34" charset="0"/>
            </a:endParaRPr>
          </a:p>
        </p:txBody>
      </p:sp>
      <p:sp>
        <p:nvSpPr>
          <p:cNvPr id="35843" name="TextBox 3">
            <a:extLst>
              <a:ext uri="{FF2B5EF4-FFF2-40B4-BE49-F238E27FC236}">
                <a16:creationId xmlns:a16="http://schemas.microsoft.com/office/drawing/2014/main" id="{F766F0F4-5F61-454E-A67B-7A20CD476668}"/>
              </a:ext>
            </a:extLst>
          </p:cNvPr>
          <p:cNvSpPr txBox="1">
            <a:spLocks noChangeArrowheads="1"/>
          </p:cNvSpPr>
          <p:nvPr/>
        </p:nvSpPr>
        <p:spPr bwMode="auto">
          <a:xfrm>
            <a:off x="971600" y="1971847"/>
            <a:ext cx="80010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marL="342900" indent="-342900" eaLnBrk="1" hangingPunct="1">
              <a:spcBef>
                <a:spcPct val="0"/>
              </a:spcBef>
            </a:pPr>
            <a:r>
              <a:rPr lang="en-US" altLang="id-ID" sz="2000" b="1" dirty="0">
                <a:latin typeface="Arial" panose="020B0604020202020204" pitchFamily="34" charset="0"/>
              </a:rPr>
              <a:t>Assume that the capacitor of the figure 13, is fully charged to a potential </a:t>
            </a:r>
            <a:r>
              <a:rPr lang="en-US" altLang="id-ID" sz="2000" b="1" i="1" dirty="0">
                <a:latin typeface="Arial" panose="020B0604020202020204" pitchFamily="34" charset="0"/>
              </a:rPr>
              <a:t>V</a:t>
            </a:r>
            <a:r>
              <a:rPr lang="en-US" altLang="id-ID" sz="2000" b="1" i="1" baseline="-25000" dirty="0">
                <a:latin typeface="Arial" panose="020B0604020202020204" pitchFamily="34" charset="0"/>
              </a:rPr>
              <a:t>0 </a:t>
            </a:r>
            <a:r>
              <a:rPr lang="en-US" altLang="id-ID" sz="2000" b="1" dirty="0">
                <a:latin typeface="Arial" panose="020B0604020202020204" pitchFamily="34" charset="0"/>
              </a:rPr>
              <a:t>equal to the emf  of the battery </a:t>
            </a:r>
            <a:r>
              <a:rPr lang="el-GR" altLang="id-ID" b="1" i="1" dirty="0">
                <a:latin typeface="Times New Roman" panose="02020603050405020304" pitchFamily="18" charset="0"/>
                <a:cs typeface="Times New Roman" panose="02020603050405020304" pitchFamily="18" charset="0"/>
              </a:rPr>
              <a:t>ε</a:t>
            </a:r>
            <a:r>
              <a:rPr lang="en-US" altLang="id-ID" b="1" dirty="0">
                <a:latin typeface="Arial" panose="020B0604020202020204" pitchFamily="34" charset="0"/>
              </a:rPr>
              <a:t>.</a:t>
            </a:r>
          </a:p>
          <a:p>
            <a:pPr marL="342900" indent="-342900" eaLnBrk="1" hangingPunct="1">
              <a:spcBef>
                <a:spcPct val="0"/>
              </a:spcBef>
            </a:pPr>
            <a:r>
              <a:rPr lang="en-US" altLang="id-ID" sz="2000" b="1" dirty="0">
                <a:latin typeface="Arial" panose="020B0604020202020204" pitchFamily="34" charset="0"/>
              </a:rPr>
              <a:t>At a new time </a:t>
            </a:r>
            <a:r>
              <a:rPr lang="en-US" altLang="id-ID" sz="2000" b="1" i="1" dirty="0">
                <a:latin typeface="Arial" panose="020B0604020202020204" pitchFamily="34" charset="0"/>
              </a:rPr>
              <a:t>t =0, </a:t>
            </a:r>
            <a:r>
              <a:rPr lang="en-US" altLang="id-ID" sz="2000" b="1" dirty="0">
                <a:latin typeface="Arial" panose="020B0604020202020204" pitchFamily="34" charset="0"/>
              </a:rPr>
              <a:t>switch</a:t>
            </a:r>
            <a:r>
              <a:rPr lang="en-US" altLang="id-ID" sz="2000" b="1" i="1" dirty="0">
                <a:latin typeface="Arial" panose="020B0604020202020204" pitchFamily="34" charset="0"/>
              </a:rPr>
              <a:t> S </a:t>
            </a:r>
            <a:r>
              <a:rPr lang="en-US" altLang="id-ID" sz="2000" b="1" dirty="0">
                <a:latin typeface="Arial" panose="020B0604020202020204" pitchFamily="34" charset="0"/>
              </a:rPr>
              <a:t>is thrown from</a:t>
            </a:r>
            <a:r>
              <a:rPr lang="en-US" altLang="id-ID" sz="2000" b="1" i="1" dirty="0">
                <a:latin typeface="Arial" panose="020B0604020202020204" pitchFamily="34" charset="0"/>
              </a:rPr>
              <a:t> a </a:t>
            </a:r>
            <a:r>
              <a:rPr lang="en-US" altLang="id-ID" sz="2000" b="1" dirty="0">
                <a:latin typeface="Arial" panose="020B0604020202020204" pitchFamily="34" charset="0"/>
              </a:rPr>
              <a:t>to</a:t>
            </a:r>
            <a:r>
              <a:rPr lang="en-US" altLang="id-ID" sz="2000" b="1" i="1" dirty="0">
                <a:latin typeface="Arial" panose="020B0604020202020204" pitchFamily="34" charset="0"/>
              </a:rPr>
              <a:t> b </a:t>
            </a:r>
            <a:r>
              <a:rPr lang="en-US" altLang="id-ID" sz="2000" b="1" dirty="0">
                <a:latin typeface="Arial" panose="020B0604020202020204" pitchFamily="34" charset="0"/>
              </a:rPr>
              <a:t>so that the capacitor can discharge through resistance </a:t>
            </a:r>
            <a:r>
              <a:rPr lang="en-US" altLang="id-ID" sz="2000" b="1" i="1" dirty="0">
                <a:latin typeface="Arial" panose="020B0604020202020204" pitchFamily="34" charset="0"/>
              </a:rPr>
              <a:t>R.</a:t>
            </a:r>
            <a:endParaRPr lang="en-US" altLang="id-ID" sz="2000" b="1" dirty="0">
              <a:latin typeface="Arial" panose="020B0604020202020204" pitchFamily="34" charset="0"/>
            </a:endParaRPr>
          </a:p>
        </p:txBody>
      </p:sp>
      <p:pic>
        <p:nvPicPr>
          <p:cNvPr id="29701" name="Picture 3">
            <a:extLst>
              <a:ext uri="{FF2B5EF4-FFF2-40B4-BE49-F238E27FC236}">
                <a16:creationId xmlns:a16="http://schemas.microsoft.com/office/drawing/2014/main" id="{D6D153E6-EC90-4363-A7B1-2E03FB5865C7}"/>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5188631" y="3495951"/>
            <a:ext cx="3816424" cy="606697"/>
          </a:xfrm>
          <a:prstGeom prst="rect">
            <a:avLst/>
          </a:prstGeom>
          <a:noFill/>
          <a:ln w="9525">
            <a:noFill/>
            <a:miter lim="800000"/>
            <a:headEnd/>
            <a:tailEnd/>
          </a:ln>
        </p:spPr>
      </p:pic>
      <p:pic>
        <p:nvPicPr>
          <p:cNvPr id="29702" name="Picture 4">
            <a:extLst>
              <a:ext uri="{FF2B5EF4-FFF2-40B4-BE49-F238E27FC236}">
                <a16:creationId xmlns:a16="http://schemas.microsoft.com/office/drawing/2014/main" id="{9B7A30B3-BE39-44D3-9EE9-EDC1C48D472C}"/>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1030221" y="3501159"/>
            <a:ext cx="4044479" cy="601489"/>
          </a:xfrm>
          <a:prstGeom prst="rect">
            <a:avLst/>
          </a:prstGeom>
          <a:noFill/>
          <a:ln w="9525">
            <a:noFill/>
            <a:miter lim="800000"/>
            <a:headEnd/>
            <a:tailEnd/>
          </a:ln>
        </p:spPr>
      </p:pic>
      <p:sp>
        <p:nvSpPr>
          <p:cNvPr id="35846" name="Rectangle 5">
            <a:extLst>
              <a:ext uri="{FF2B5EF4-FFF2-40B4-BE49-F238E27FC236}">
                <a16:creationId xmlns:a16="http://schemas.microsoft.com/office/drawing/2014/main" id="{59A26EC2-DDB2-416D-BBC4-D6B75D8939CB}"/>
              </a:ext>
            </a:extLst>
          </p:cNvPr>
          <p:cNvSpPr>
            <a:spLocks noChangeArrowheads="1"/>
          </p:cNvSpPr>
          <p:nvPr/>
        </p:nvSpPr>
        <p:spPr bwMode="auto">
          <a:xfrm>
            <a:off x="3429000" y="357188"/>
            <a:ext cx="274478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solidFill>
                  <a:schemeClr val="bg1"/>
                </a:solidFill>
                <a:latin typeface="Arial" panose="020B0604020202020204" pitchFamily="34" charset="0"/>
                <a:cs typeface="Arial" panose="020B0604020202020204" pitchFamily="34" charset="0"/>
              </a:rPr>
              <a:t>RC Circuits (cont.) </a:t>
            </a:r>
            <a:endParaRPr lang="en-US" altLang="id-ID" sz="2200">
              <a:solidFill>
                <a:schemeClr val="bg1"/>
              </a:solidFill>
              <a:latin typeface="Arial" panose="020B0604020202020204" pitchFamily="34" charset="0"/>
            </a:endParaRPr>
          </a:p>
        </p:txBody>
      </p:sp>
      <p:sp>
        <p:nvSpPr>
          <p:cNvPr id="35847" name="Rectangle 4">
            <a:extLst>
              <a:ext uri="{FF2B5EF4-FFF2-40B4-BE49-F238E27FC236}">
                <a16:creationId xmlns:a16="http://schemas.microsoft.com/office/drawing/2014/main" id="{3CDB83FB-1D24-4B11-B87C-02119A80ABF1}"/>
              </a:ext>
            </a:extLst>
          </p:cNvPr>
          <p:cNvSpPr>
            <a:spLocks noChangeArrowheads="1"/>
          </p:cNvSpPr>
          <p:nvPr/>
        </p:nvSpPr>
        <p:spPr bwMode="auto">
          <a:xfrm>
            <a:off x="6286500" y="6357938"/>
            <a:ext cx="221456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1100" b="1">
                <a:latin typeface="Arial" panose="020B0604020202020204" pitchFamily="34" charset="0"/>
                <a:ea typeface="Times New Roman" panose="02020603050405020304" pitchFamily="18" charset="0"/>
                <a:cs typeface="Arial" panose="020B0604020202020204" pitchFamily="34" charset="0"/>
              </a:rPr>
              <a:t>Source: Halliday, et All 2010</a:t>
            </a:r>
          </a:p>
        </p:txBody>
      </p:sp>
      <p:sp>
        <p:nvSpPr>
          <p:cNvPr id="35848" name="Slide Number Placeholder 11">
            <a:extLst>
              <a:ext uri="{FF2B5EF4-FFF2-40B4-BE49-F238E27FC236}">
                <a16:creationId xmlns:a16="http://schemas.microsoft.com/office/drawing/2014/main" id="{CB692FCC-65A6-456C-A38B-2051ECA61E1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88A9EA90-4CB5-4646-B5A8-34E43A75D1CE}" type="slidenum">
              <a:rPr lang="en-US" altLang="id-ID" sz="1400" smtClean="0"/>
              <a:pPr>
                <a:spcBef>
                  <a:spcPct val="0"/>
                </a:spcBef>
                <a:buFontTx/>
                <a:buNone/>
              </a:pPr>
              <a:t>30</a:t>
            </a:fld>
            <a:endParaRPr lang="en-US" altLang="id-ID" sz="1400"/>
          </a:p>
        </p:txBody>
      </p:sp>
      <p:pic>
        <p:nvPicPr>
          <p:cNvPr id="1026" name="Picture 2" descr="Capacitor Charging GIF | Gfycat">
            <a:extLst>
              <a:ext uri="{FF2B5EF4-FFF2-40B4-BE49-F238E27FC236}">
                <a16:creationId xmlns:a16="http://schemas.microsoft.com/office/drawing/2014/main" id="{40657AD6-9FB1-452F-BAE9-9756ABA20C5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069368" y="4360033"/>
            <a:ext cx="3205932" cy="192355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apacitor Discharging GIF | Gfycat">
            <a:extLst>
              <a:ext uri="{FF2B5EF4-FFF2-40B4-BE49-F238E27FC236}">
                <a16:creationId xmlns:a16="http://schemas.microsoft.com/office/drawing/2014/main" id="{1326E5C4-917C-4E8B-957B-8EC5CF420032}"/>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5228523" y="4343322"/>
            <a:ext cx="3201766" cy="1940270"/>
          </a:xfrm>
          <a:prstGeom prst="rect">
            <a:avLst/>
          </a:prstGeom>
          <a:noFill/>
          <a:extLst>
            <a:ext uri="{909E8E84-426E-40DD-AFC4-6F175D3DCCD1}">
              <a14:hiddenFill xmlns:a14="http://schemas.microsoft.com/office/drawing/2010/main">
                <a:solidFill>
                  <a:srgbClr val="FFFFFF"/>
                </a:solidFill>
              </a14:hiddenFill>
            </a:ext>
          </a:extLst>
        </p:spPr>
      </p:pic>
      <p:sp>
        <p:nvSpPr>
          <p:cNvPr id="11" name="Right Arrow 7">
            <a:extLst>
              <a:ext uri="{FF2B5EF4-FFF2-40B4-BE49-F238E27FC236}">
                <a16:creationId xmlns:a16="http://schemas.microsoft.com/office/drawing/2014/main" id="{67CC4822-06D7-4F84-B99E-E03FDF05F327}"/>
              </a:ext>
            </a:extLst>
          </p:cNvPr>
          <p:cNvSpPr/>
          <p:nvPr/>
        </p:nvSpPr>
        <p:spPr>
          <a:xfrm>
            <a:off x="4429124" y="5189773"/>
            <a:ext cx="645575" cy="399467"/>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endParaRPr lang="en-US">
              <a:solidFill>
                <a:srgbClr val="FFFF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1">
            <a:extLst>
              <a:ext uri="{FF2B5EF4-FFF2-40B4-BE49-F238E27FC236}">
                <a16:creationId xmlns:a16="http://schemas.microsoft.com/office/drawing/2014/main" id="{F632B9D2-D84B-4CD5-8FFB-E8D9B8C407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CF994A12-1467-4A49-B9D5-E0FFB3512445}" type="slidenum">
              <a:rPr lang="en-US" altLang="id-ID" sz="1400" smtClean="0"/>
              <a:pPr>
                <a:spcBef>
                  <a:spcPct val="0"/>
                </a:spcBef>
                <a:buFontTx/>
                <a:buNone/>
              </a:pPr>
              <a:t>31</a:t>
            </a:fld>
            <a:endParaRPr lang="en-US" altLang="id-ID" sz="1400"/>
          </a:p>
        </p:txBody>
      </p:sp>
      <p:sp>
        <p:nvSpPr>
          <p:cNvPr id="36867" name="Rectangle 1">
            <a:extLst>
              <a:ext uri="{FF2B5EF4-FFF2-40B4-BE49-F238E27FC236}">
                <a16:creationId xmlns:a16="http://schemas.microsoft.com/office/drawing/2014/main" id="{19C116ED-24B5-45E3-80B0-1875BCB05672}"/>
              </a:ext>
            </a:extLst>
          </p:cNvPr>
          <p:cNvSpPr>
            <a:spLocks noChangeArrowheads="1"/>
          </p:cNvSpPr>
          <p:nvPr/>
        </p:nvSpPr>
        <p:spPr bwMode="auto">
          <a:xfrm>
            <a:off x="1115616" y="1628800"/>
            <a:ext cx="7455743"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id-ID" altLang="id-ID" sz="2000" b="1" u="sng" dirty="0">
                <a:latin typeface="Arial" panose="020B0604020202020204" pitchFamily="34" charset="0"/>
                <a:ea typeface="SimSun" panose="02010600030101010101" pitchFamily="2" charset="-122"/>
                <a:cs typeface="Arial" panose="020B0604020202020204" pitchFamily="34" charset="0"/>
              </a:rPr>
              <a:t>Assignment</a:t>
            </a:r>
            <a:endParaRPr lang="en-US" altLang="id-ID" sz="2000" b="1" u="sng" dirty="0">
              <a:latin typeface="Arial" panose="020B0604020202020204" pitchFamily="34" charset="0"/>
              <a:ea typeface="SimSun" panose="02010600030101010101" pitchFamily="2" charset="-122"/>
              <a:cs typeface="Arial" panose="020B0604020202020204" pitchFamily="34" charset="0"/>
            </a:endParaRPr>
          </a:p>
          <a:p>
            <a:pPr>
              <a:spcBef>
                <a:spcPct val="0"/>
              </a:spcBef>
              <a:buFontTx/>
              <a:buNone/>
            </a:pPr>
            <a:endParaRPr lang="en-US" altLang="id-ID" sz="2000" b="1" u="sng" dirty="0">
              <a:latin typeface="Arial" panose="020B0604020202020204" pitchFamily="34" charset="0"/>
              <a:ea typeface="SimSun" panose="02010600030101010101" pitchFamily="2" charset="-122"/>
              <a:cs typeface="Arial" panose="020B0604020202020204" pitchFamily="34" charset="0"/>
            </a:endParaRPr>
          </a:p>
          <a:p>
            <a:pPr>
              <a:spcBef>
                <a:spcPct val="0"/>
              </a:spcBef>
              <a:buFontTx/>
              <a:buNone/>
            </a:pPr>
            <a:r>
              <a:rPr lang="en-US" altLang="id-ID" sz="2000" b="1" dirty="0">
                <a:latin typeface="Arial" panose="020B0604020202020204" pitchFamily="34" charset="0"/>
                <a:ea typeface="SimSun" panose="02010600030101010101" pitchFamily="2" charset="-122"/>
                <a:cs typeface="Arial" panose="020B0604020202020204" pitchFamily="34" charset="0"/>
              </a:rPr>
              <a:t>Do the problems in the text-book: Fundamental of Physics, Chapter 27 (Circuits); p.7</a:t>
            </a:r>
            <a:r>
              <a:rPr lang="id-ID" altLang="id-ID" sz="2000" b="1" dirty="0">
                <a:latin typeface="Arial" panose="020B0604020202020204" pitchFamily="34" charset="0"/>
                <a:ea typeface="SimSun" panose="02010600030101010101" pitchFamily="2" charset="-122"/>
                <a:cs typeface="Arial" panose="020B0604020202020204" pitchFamily="34" charset="0"/>
              </a:rPr>
              <a:t>95</a:t>
            </a:r>
            <a:r>
              <a:rPr lang="en-US" altLang="id-ID" sz="2000" b="1" dirty="0">
                <a:latin typeface="Arial" panose="020B0604020202020204" pitchFamily="34" charset="0"/>
                <a:ea typeface="SimSun" panose="02010600030101010101" pitchFamily="2" charset="-122"/>
                <a:cs typeface="Arial" panose="020B0604020202020204" pitchFamily="34" charset="0"/>
              </a:rPr>
              <a:t>-</a:t>
            </a:r>
            <a:r>
              <a:rPr lang="id-ID" altLang="id-ID" sz="2000" b="1" dirty="0">
                <a:latin typeface="Arial" panose="020B0604020202020204" pitchFamily="34" charset="0"/>
                <a:ea typeface="SimSun" panose="02010600030101010101" pitchFamily="2" charset="-122"/>
                <a:cs typeface="Arial" panose="020B0604020202020204" pitchFamily="34" charset="0"/>
              </a:rPr>
              <a:t>802</a:t>
            </a:r>
            <a:endParaRPr lang="en-US" altLang="id-ID" sz="2000" dirty="0">
              <a:latin typeface="Arial" panose="020B0604020202020204" pitchFamily="34" charset="0"/>
              <a:ea typeface="SimSun" panose="02010600030101010101" pitchFamily="2" charset="-122"/>
              <a:cs typeface="Arial" panose="020B0604020202020204" pitchFamily="34" charset="0"/>
            </a:endParaRPr>
          </a:p>
          <a:p>
            <a:pPr>
              <a:spcBef>
                <a:spcPct val="0"/>
              </a:spcBef>
              <a:buFontTx/>
              <a:buNone/>
            </a:pPr>
            <a:r>
              <a:rPr lang="en-US" altLang="id-ID" sz="2000" b="1" dirty="0">
                <a:latin typeface="Arial" panose="020B0604020202020204" pitchFamily="34" charset="0"/>
                <a:ea typeface="SimSun" panose="02010600030101010101" pitchFamily="2" charset="-122"/>
                <a:cs typeface="Arial" panose="020B0604020202020204" pitchFamily="34" charset="0"/>
              </a:rPr>
              <a:t>Problems Number: 8, 19, 33, 24, 45, 51 and 58</a:t>
            </a:r>
            <a:endParaRPr lang="en-US" altLang="id-ID" sz="2000" dirty="0">
              <a:latin typeface="Arial" panose="020B0604020202020204" pitchFamily="34" charset="0"/>
              <a:ea typeface="SimSun" panose="02010600030101010101" pitchFamily="2" charset="-122"/>
              <a:cs typeface="Arial" panose="020B0604020202020204" pitchFamily="34" charset="0"/>
            </a:endParaRPr>
          </a:p>
        </p:txBody>
      </p:sp>
    </p:spTree>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7283</TotalTime>
  <Words>2711</Words>
  <Application>Microsoft Office PowerPoint</Application>
  <PresentationFormat>On-screen Show (4:3)</PresentationFormat>
  <Paragraphs>336</Paragraphs>
  <Slides>31</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Arial</vt:lpstr>
      <vt:lpstr>Calibri</vt:lpstr>
      <vt:lpstr>French Script MT</vt:lpstr>
      <vt:lpstr>Interstate</vt:lpstr>
      <vt:lpstr>Open Sans</vt:lpstr>
      <vt:lpstr>Open Sans Light</vt:lpstr>
      <vt:lpstr>Open Sans Semibold</vt:lpstr>
      <vt:lpstr>Palace Script MT</vt:lpstr>
      <vt:lpstr>Symbol</vt:lpstr>
      <vt:lpstr>Times New Roman</vt:lpstr>
      <vt:lpstr>Template PPT 2015</vt:lpstr>
      <vt:lpstr>Circuits Design and Analysis Session  6,7,8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fasilkom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dc:title>
  <dc:creator>sablin yusuf</dc:creator>
  <cp:lastModifiedBy>FABIAN</cp:lastModifiedBy>
  <cp:revision>131</cp:revision>
  <dcterms:created xsi:type="dcterms:W3CDTF">2007-02-22T08:40:35Z</dcterms:created>
  <dcterms:modified xsi:type="dcterms:W3CDTF">2024-08-03T18:32:43Z</dcterms:modified>
</cp:coreProperties>
</file>