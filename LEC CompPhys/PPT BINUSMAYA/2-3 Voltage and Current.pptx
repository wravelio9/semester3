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Lst>
  <p:sldIdLst>
    <p:sldId id="480" r:id="rId6"/>
    <p:sldId id="261" r:id="rId7"/>
    <p:sldId id="266" r:id="rId8"/>
    <p:sldId id="267" r:id="rId9"/>
    <p:sldId id="312" r:id="rId10"/>
    <p:sldId id="269" r:id="rId11"/>
    <p:sldId id="293" r:id="rId12"/>
    <p:sldId id="270" r:id="rId13"/>
    <p:sldId id="271" r:id="rId14"/>
    <p:sldId id="274" r:id="rId15"/>
    <p:sldId id="294" r:id="rId16"/>
    <p:sldId id="277" r:id="rId17"/>
    <p:sldId id="295" r:id="rId18"/>
    <p:sldId id="278" r:id="rId19"/>
    <p:sldId id="283" r:id="rId20"/>
    <p:sldId id="302" r:id="rId21"/>
    <p:sldId id="285" r:id="rId22"/>
    <p:sldId id="307" r:id="rId23"/>
    <p:sldId id="299" r:id="rId24"/>
    <p:sldId id="287" r:id="rId25"/>
    <p:sldId id="308" r:id="rId26"/>
    <p:sldId id="288" r:id="rId27"/>
    <p:sldId id="322" r:id="rId28"/>
    <p:sldId id="297" r:id="rId29"/>
    <p:sldId id="268" r:id="rId30"/>
    <p:sldId id="313" r:id="rId31"/>
    <p:sldId id="298" r:id="rId32"/>
    <p:sldId id="314" r:id="rId33"/>
    <p:sldId id="315" r:id="rId34"/>
    <p:sldId id="316" r:id="rId35"/>
    <p:sldId id="321" r:id="rId36"/>
    <p:sldId id="317" r:id="rId37"/>
    <p:sldId id="319" r:id="rId38"/>
    <p:sldId id="320" r:id="rId39"/>
    <p:sldId id="311" r:id="rId40"/>
  </p:sldIdLst>
  <p:sldSz cx="9144000" cy="6858000" type="screen4x3"/>
  <p:notesSz cx="6858000" cy="9144000"/>
  <p:defaultText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727C0728-BFBA-4018-A895-7E45D940962F}">
          <p14:sldIdLst>
            <p14:sldId id="480"/>
          </p14:sldIdLst>
        </p14:section>
        <p14:section name="COURSE CONTENT" id="{F4927CBE-FA17-46D1-BAAE-887D0AF2CCBF}">
          <p14:sldIdLst>
            <p14:sldId id="261"/>
            <p14:sldId id="266"/>
            <p14:sldId id="267"/>
            <p14:sldId id="312"/>
            <p14:sldId id="269"/>
            <p14:sldId id="293"/>
            <p14:sldId id="270"/>
            <p14:sldId id="271"/>
            <p14:sldId id="274"/>
            <p14:sldId id="294"/>
            <p14:sldId id="277"/>
            <p14:sldId id="295"/>
            <p14:sldId id="278"/>
            <p14:sldId id="283"/>
            <p14:sldId id="302"/>
            <p14:sldId id="285"/>
            <p14:sldId id="307"/>
            <p14:sldId id="299"/>
            <p14:sldId id="287"/>
            <p14:sldId id="308"/>
            <p14:sldId id="288"/>
            <p14:sldId id="322"/>
            <p14:sldId id="297"/>
            <p14:sldId id="268"/>
            <p14:sldId id="313"/>
            <p14:sldId id="298"/>
            <p14:sldId id="314"/>
            <p14:sldId id="315"/>
            <p14:sldId id="316"/>
            <p14:sldId id="321"/>
            <p14:sldId id="317"/>
            <p14:sldId id="319"/>
            <p14:sldId id="320"/>
          </p14:sldIdLst>
        </p14:section>
        <p14:section name="REFERENCE" id="{82098E28-DACF-4424-86A1-E861B2DCC6FF}">
          <p14:sldIdLst>
            <p14:sldId id="311"/>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7F7"/>
    <a:srgbClr val="008FD5"/>
    <a:srgbClr val="558FD5"/>
    <a:srgbClr val="0079B8"/>
    <a:srgbClr val="0081BD"/>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83E4FA-7635-48DF-B672-6717251144D2}" v="5" dt="2024-08-11T18:18:54.1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5483" autoAdjust="0"/>
    <p:restoredTop sz="94660"/>
  </p:normalViewPr>
  <p:slideViewPr>
    <p:cSldViewPr>
      <p:cViewPr varScale="1">
        <p:scale>
          <a:sx n="79" d="100"/>
          <a:sy n="79" d="100"/>
        </p:scale>
        <p:origin x="917"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theme" Target="theme/theme1.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microsoft.com/office/2015/10/relationships/revisionInfo" Target="revisionInfo.xml"/><Relationship Id="rId20" Type="http://schemas.openxmlformats.org/officeDocument/2006/relationships/slide" Target="slides/slide15.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bian" userId="f46cf8bb-4ec7-4653-94a9-ff26fa22481f" providerId="ADAL" clId="{112B2A86-FE7E-4E65-8DAB-32D4BB295EAE}"/>
    <pc:docChg chg="addSld delSld modSld delSection modSection">
      <pc:chgData name="Fabian" userId="f46cf8bb-4ec7-4653-94a9-ff26fa22481f" providerId="ADAL" clId="{112B2A86-FE7E-4E65-8DAB-32D4BB295EAE}" dt="2023-04-25T05:57:25.630" v="56" actId="20577"/>
      <pc:docMkLst>
        <pc:docMk/>
      </pc:docMkLst>
      <pc:sldChg chg="modSp add del">
        <pc:chgData name="Fabian" userId="f46cf8bb-4ec7-4653-94a9-ff26fa22481f" providerId="ADAL" clId="{112B2A86-FE7E-4E65-8DAB-32D4BB295EAE}" dt="2023-04-25T05:57:25.630" v="56" actId="20577"/>
        <pc:sldMkLst>
          <pc:docMk/>
          <pc:sldMk cId="4204421142" sldId="256"/>
        </pc:sldMkLst>
        <pc:spChg chg="mod">
          <ac:chgData name="Fabian" userId="f46cf8bb-4ec7-4653-94a9-ff26fa22481f" providerId="ADAL" clId="{112B2A86-FE7E-4E65-8DAB-32D4BB295EAE}" dt="2023-04-25T05:57:25.630" v="56" actId="20577"/>
          <ac:spMkLst>
            <pc:docMk/>
            <pc:sldMk cId="4204421142" sldId="256"/>
            <ac:spMk id="4" creationId="{00000000-0000-0000-0000-000000000000}"/>
          </ac:spMkLst>
        </pc:spChg>
      </pc:sldChg>
      <pc:sldChg chg="add del">
        <pc:chgData name="Fabian" userId="f46cf8bb-4ec7-4653-94a9-ff26fa22481f" providerId="ADAL" clId="{112B2A86-FE7E-4E65-8DAB-32D4BB295EAE}" dt="2023-04-25T05:57:18.902" v="45"/>
        <pc:sldMkLst>
          <pc:docMk/>
          <pc:sldMk cId="758115797" sldId="261"/>
        </pc:sldMkLst>
      </pc:sldChg>
      <pc:sldChg chg="add del">
        <pc:chgData name="Fabian" userId="f46cf8bb-4ec7-4653-94a9-ff26fa22481f" providerId="ADAL" clId="{112B2A86-FE7E-4E65-8DAB-32D4BB295EAE}" dt="2023-04-25T05:57:18.902" v="45"/>
        <pc:sldMkLst>
          <pc:docMk/>
          <pc:sldMk cId="0" sldId="266"/>
        </pc:sldMkLst>
      </pc:sldChg>
      <pc:sldChg chg="add del">
        <pc:chgData name="Fabian" userId="f46cf8bb-4ec7-4653-94a9-ff26fa22481f" providerId="ADAL" clId="{112B2A86-FE7E-4E65-8DAB-32D4BB295EAE}" dt="2023-04-25T05:57:18.902" v="45"/>
        <pc:sldMkLst>
          <pc:docMk/>
          <pc:sldMk cId="0" sldId="267"/>
        </pc:sldMkLst>
      </pc:sldChg>
      <pc:sldChg chg="add del">
        <pc:chgData name="Fabian" userId="f46cf8bb-4ec7-4653-94a9-ff26fa22481f" providerId="ADAL" clId="{112B2A86-FE7E-4E65-8DAB-32D4BB295EAE}" dt="2023-04-25T05:57:18.902" v="45"/>
        <pc:sldMkLst>
          <pc:docMk/>
          <pc:sldMk cId="0" sldId="268"/>
        </pc:sldMkLst>
      </pc:sldChg>
      <pc:sldChg chg="add del">
        <pc:chgData name="Fabian" userId="f46cf8bb-4ec7-4653-94a9-ff26fa22481f" providerId="ADAL" clId="{112B2A86-FE7E-4E65-8DAB-32D4BB295EAE}" dt="2023-04-25T05:57:18.902" v="45"/>
        <pc:sldMkLst>
          <pc:docMk/>
          <pc:sldMk cId="0" sldId="269"/>
        </pc:sldMkLst>
      </pc:sldChg>
      <pc:sldChg chg="add del">
        <pc:chgData name="Fabian" userId="f46cf8bb-4ec7-4653-94a9-ff26fa22481f" providerId="ADAL" clId="{112B2A86-FE7E-4E65-8DAB-32D4BB295EAE}" dt="2023-04-25T05:57:18.902" v="45"/>
        <pc:sldMkLst>
          <pc:docMk/>
          <pc:sldMk cId="0" sldId="270"/>
        </pc:sldMkLst>
      </pc:sldChg>
      <pc:sldChg chg="add del">
        <pc:chgData name="Fabian" userId="f46cf8bb-4ec7-4653-94a9-ff26fa22481f" providerId="ADAL" clId="{112B2A86-FE7E-4E65-8DAB-32D4BB295EAE}" dt="2023-04-25T05:57:18.902" v="45"/>
        <pc:sldMkLst>
          <pc:docMk/>
          <pc:sldMk cId="0" sldId="271"/>
        </pc:sldMkLst>
      </pc:sldChg>
      <pc:sldChg chg="del">
        <pc:chgData name="Fabian" userId="f46cf8bb-4ec7-4653-94a9-ff26fa22481f" providerId="ADAL" clId="{112B2A86-FE7E-4E65-8DAB-32D4BB295EAE}" dt="2023-04-25T05:57:16.168" v="10" actId="2696"/>
        <pc:sldMkLst>
          <pc:docMk/>
          <pc:sldMk cId="0" sldId="272"/>
        </pc:sldMkLst>
      </pc:sldChg>
      <pc:sldChg chg="del">
        <pc:chgData name="Fabian" userId="f46cf8bb-4ec7-4653-94a9-ff26fa22481f" providerId="ADAL" clId="{112B2A86-FE7E-4E65-8DAB-32D4BB295EAE}" dt="2023-04-25T05:57:16.275" v="12" actId="2696"/>
        <pc:sldMkLst>
          <pc:docMk/>
          <pc:sldMk cId="0" sldId="273"/>
        </pc:sldMkLst>
      </pc:sldChg>
      <pc:sldChg chg="add del">
        <pc:chgData name="Fabian" userId="f46cf8bb-4ec7-4653-94a9-ff26fa22481f" providerId="ADAL" clId="{112B2A86-FE7E-4E65-8DAB-32D4BB295EAE}" dt="2023-04-25T05:57:18.902" v="45"/>
        <pc:sldMkLst>
          <pc:docMk/>
          <pc:sldMk cId="0" sldId="274"/>
        </pc:sldMkLst>
      </pc:sldChg>
      <pc:sldChg chg="add del">
        <pc:chgData name="Fabian" userId="f46cf8bb-4ec7-4653-94a9-ff26fa22481f" providerId="ADAL" clId="{112B2A86-FE7E-4E65-8DAB-32D4BB295EAE}" dt="2023-04-25T05:57:18.902" v="45"/>
        <pc:sldMkLst>
          <pc:docMk/>
          <pc:sldMk cId="0" sldId="277"/>
        </pc:sldMkLst>
      </pc:sldChg>
      <pc:sldChg chg="add del">
        <pc:chgData name="Fabian" userId="f46cf8bb-4ec7-4653-94a9-ff26fa22481f" providerId="ADAL" clId="{112B2A86-FE7E-4E65-8DAB-32D4BB295EAE}" dt="2023-04-25T05:57:18.902" v="45"/>
        <pc:sldMkLst>
          <pc:docMk/>
          <pc:sldMk cId="0" sldId="278"/>
        </pc:sldMkLst>
      </pc:sldChg>
      <pc:sldChg chg="add del">
        <pc:chgData name="Fabian" userId="f46cf8bb-4ec7-4653-94a9-ff26fa22481f" providerId="ADAL" clId="{112B2A86-FE7E-4E65-8DAB-32D4BB295EAE}" dt="2023-04-25T05:57:18.902" v="45"/>
        <pc:sldMkLst>
          <pc:docMk/>
          <pc:sldMk cId="0" sldId="283"/>
        </pc:sldMkLst>
      </pc:sldChg>
      <pc:sldChg chg="del">
        <pc:chgData name="Fabian" userId="f46cf8bb-4ec7-4653-94a9-ff26fa22481f" providerId="ADAL" clId="{112B2A86-FE7E-4E65-8DAB-32D4BB295EAE}" dt="2023-04-25T05:57:16.901" v="22" actId="2696"/>
        <pc:sldMkLst>
          <pc:docMk/>
          <pc:sldMk cId="0" sldId="284"/>
        </pc:sldMkLst>
      </pc:sldChg>
      <pc:sldChg chg="add del">
        <pc:chgData name="Fabian" userId="f46cf8bb-4ec7-4653-94a9-ff26fa22481f" providerId="ADAL" clId="{112B2A86-FE7E-4E65-8DAB-32D4BB295EAE}" dt="2023-04-25T05:57:18.902" v="45"/>
        <pc:sldMkLst>
          <pc:docMk/>
          <pc:sldMk cId="0" sldId="285"/>
        </pc:sldMkLst>
      </pc:sldChg>
      <pc:sldChg chg="add del">
        <pc:chgData name="Fabian" userId="f46cf8bb-4ec7-4653-94a9-ff26fa22481f" providerId="ADAL" clId="{112B2A86-FE7E-4E65-8DAB-32D4BB295EAE}" dt="2023-04-25T05:57:18.902" v="45"/>
        <pc:sldMkLst>
          <pc:docMk/>
          <pc:sldMk cId="0" sldId="287"/>
        </pc:sldMkLst>
      </pc:sldChg>
      <pc:sldChg chg="add del">
        <pc:chgData name="Fabian" userId="f46cf8bb-4ec7-4653-94a9-ff26fa22481f" providerId="ADAL" clId="{112B2A86-FE7E-4E65-8DAB-32D4BB295EAE}" dt="2023-04-25T05:57:18.902" v="45"/>
        <pc:sldMkLst>
          <pc:docMk/>
          <pc:sldMk cId="0" sldId="288"/>
        </pc:sldMkLst>
      </pc:sldChg>
      <pc:sldChg chg="del">
        <pc:chgData name="Fabian" userId="f46cf8bb-4ec7-4653-94a9-ff26fa22481f" providerId="ADAL" clId="{112B2A86-FE7E-4E65-8DAB-32D4BB295EAE}" dt="2023-04-25T05:57:17.292" v="30" actId="2696"/>
        <pc:sldMkLst>
          <pc:docMk/>
          <pc:sldMk cId="0" sldId="290"/>
        </pc:sldMkLst>
      </pc:sldChg>
      <pc:sldChg chg="add del">
        <pc:chgData name="Fabian" userId="f46cf8bb-4ec7-4653-94a9-ff26fa22481f" providerId="ADAL" clId="{112B2A86-FE7E-4E65-8DAB-32D4BB295EAE}" dt="2023-04-25T05:57:18.902" v="45"/>
        <pc:sldMkLst>
          <pc:docMk/>
          <pc:sldMk cId="0" sldId="293"/>
        </pc:sldMkLst>
      </pc:sldChg>
      <pc:sldChg chg="add del">
        <pc:chgData name="Fabian" userId="f46cf8bb-4ec7-4653-94a9-ff26fa22481f" providerId="ADAL" clId="{112B2A86-FE7E-4E65-8DAB-32D4BB295EAE}" dt="2023-04-25T05:57:18.902" v="45"/>
        <pc:sldMkLst>
          <pc:docMk/>
          <pc:sldMk cId="0" sldId="294"/>
        </pc:sldMkLst>
      </pc:sldChg>
      <pc:sldChg chg="add del">
        <pc:chgData name="Fabian" userId="f46cf8bb-4ec7-4653-94a9-ff26fa22481f" providerId="ADAL" clId="{112B2A86-FE7E-4E65-8DAB-32D4BB295EAE}" dt="2023-04-25T05:57:18.902" v="45"/>
        <pc:sldMkLst>
          <pc:docMk/>
          <pc:sldMk cId="0" sldId="295"/>
        </pc:sldMkLst>
      </pc:sldChg>
      <pc:sldChg chg="add del">
        <pc:chgData name="Fabian" userId="f46cf8bb-4ec7-4653-94a9-ff26fa22481f" providerId="ADAL" clId="{112B2A86-FE7E-4E65-8DAB-32D4BB295EAE}" dt="2023-04-25T05:57:18.902" v="45"/>
        <pc:sldMkLst>
          <pc:docMk/>
          <pc:sldMk cId="0" sldId="297"/>
        </pc:sldMkLst>
      </pc:sldChg>
      <pc:sldChg chg="add del">
        <pc:chgData name="Fabian" userId="f46cf8bb-4ec7-4653-94a9-ff26fa22481f" providerId="ADAL" clId="{112B2A86-FE7E-4E65-8DAB-32D4BB295EAE}" dt="2023-04-25T05:57:18.902" v="45"/>
        <pc:sldMkLst>
          <pc:docMk/>
          <pc:sldMk cId="0" sldId="298"/>
        </pc:sldMkLst>
      </pc:sldChg>
      <pc:sldChg chg="add del">
        <pc:chgData name="Fabian" userId="f46cf8bb-4ec7-4653-94a9-ff26fa22481f" providerId="ADAL" clId="{112B2A86-FE7E-4E65-8DAB-32D4BB295EAE}" dt="2023-04-25T05:57:18.902" v="45"/>
        <pc:sldMkLst>
          <pc:docMk/>
          <pc:sldMk cId="0" sldId="299"/>
        </pc:sldMkLst>
      </pc:sldChg>
      <pc:sldChg chg="del">
        <pc:chgData name="Fabian" userId="f46cf8bb-4ec7-4653-94a9-ff26fa22481f" providerId="ADAL" clId="{112B2A86-FE7E-4E65-8DAB-32D4BB295EAE}" dt="2023-04-25T05:57:16.213" v="11" actId="2696"/>
        <pc:sldMkLst>
          <pc:docMk/>
          <pc:sldMk cId="0" sldId="300"/>
        </pc:sldMkLst>
      </pc:sldChg>
      <pc:sldChg chg="del">
        <pc:chgData name="Fabian" userId="f46cf8bb-4ec7-4653-94a9-ff26fa22481f" providerId="ADAL" clId="{112B2A86-FE7E-4E65-8DAB-32D4BB295EAE}" dt="2023-04-25T05:57:16.740" v="19" actId="2696"/>
        <pc:sldMkLst>
          <pc:docMk/>
          <pc:sldMk cId="0" sldId="301"/>
        </pc:sldMkLst>
      </pc:sldChg>
      <pc:sldChg chg="add del">
        <pc:chgData name="Fabian" userId="f46cf8bb-4ec7-4653-94a9-ff26fa22481f" providerId="ADAL" clId="{112B2A86-FE7E-4E65-8DAB-32D4BB295EAE}" dt="2023-04-25T05:57:18.902" v="45"/>
        <pc:sldMkLst>
          <pc:docMk/>
          <pc:sldMk cId="0" sldId="302"/>
        </pc:sldMkLst>
      </pc:sldChg>
      <pc:sldChg chg="del">
        <pc:chgData name="Fabian" userId="f46cf8bb-4ec7-4653-94a9-ff26fa22481f" providerId="ADAL" clId="{112B2A86-FE7E-4E65-8DAB-32D4BB295EAE}" dt="2023-04-25T05:57:17.388" v="31" actId="2696"/>
        <pc:sldMkLst>
          <pc:docMk/>
          <pc:sldMk cId="0" sldId="303"/>
        </pc:sldMkLst>
      </pc:sldChg>
      <pc:sldChg chg="del">
        <pc:chgData name="Fabian" userId="f46cf8bb-4ec7-4653-94a9-ff26fa22481f" providerId="ADAL" clId="{112B2A86-FE7E-4E65-8DAB-32D4BB295EAE}" dt="2023-04-25T05:57:16.672" v="18" actId="2696"/>
        <pc:sldMkLst>
          <pc:docMk/>
          <pc:sldMk cId="0" sldId="304"/>
        </pc:sldMkLst>
      </pc:sldChg>
      <pc:sldChg chg="del">
        <pc:chgData name="Fabian" userId="f46cf8bb-4ec7-4653-94a9-ff26fa22481f" providerId="ADAL" clId="{112B2A86-FE7E-4E65-8DAB-32D4BB295EAE}" dt="2023-04-25T05:57:16.964" v="23" actId="2696"/>
        <pc:sldMkLst>
          <pc:docMk/>
          <pc:sldMk cId="0" sldId="306"/>
        </pc:sldMkLst>
      </pc:sldChg>
      <pc:sldChg chg="add del">
        <pc:chgData name="Fabian" userId="f46cf8bb-4ec7-4653-94a9-ff26fa22481f" providerId="ADAL" clId="{112B2A86-FE7E-4E65-8DAB-32D4BB295EAE}" dt="2023-04-25T05:57:18.902" v="45"/>
        <pc:sldMkLst>
          <pc:docMk/>
          <pc:sldMk cId="0" sldId="307"/>
        </pc:sldMkLst>
      </pc:sldChg>
      <pc:sldChg chg="add del">
        <pc:chgData name="Fabian" userId="f46cf8bb-4ec7-4653-94a9-ff26fa22481f" providerId="ADAL" clId="{112B2A86-FE7E-4E65-8DAB-32D4BB295EAE}" dt="2023-04-25T05:57:18.902" v="45"/>
        <pc:sldMkLst>
          <pc:docMk/>
          <pc:sldMk cId="0" sldId="308"/>
        </pc:sldMkLst>
      </pc:sldChg>
      <pc:sldChg chg="del">
        <pc:chgData name="Fabian" userId="f46cf8bb-4ec7-4653-94a9-ff26fa22481f" providerId="ADAL" clId="{112B2A86-FE7E-4E65-8DAB-32D4BB295EAE}" dt="2023-04-25T05:57:17.419" v="32" actId="2696"/>
        <pc:sldMkLst>
          <pc:docMk/>
          <pc:sldMk cId="0" sldId="309"/>
        </pc:sldMkLst>
      </pc:sldChg>
      <pc:sldChg chg="add del">
        <pc:chgData name="Fabian" userId="f46cf8bb-4ec7-4653-94a9-ff26fa22481f" providerId="ADAL" clId="{112B2A86-FE7E-4E65-8DAB-32D4BB295EAE}" dt="2023-04-25T05:57:18.902" v="45"/>
        <pc:sldMkLst>
          <pc:docMk/>
          <pc:sldMk cId="0" sldId="311"/>
        </pc:sldMkLst>
      </pc:sldChg>
      <pc:sldChg chg="add del">
        <pc:chgData name="Fabian" userId="f46cf8bb-4ec7-4653-94a9-ff26fa22481f" providerId="ADAL" clId="{112B2A86-FE7E-4E65-8DAB-32D4BB295EAE}" dt="2023-04-25T05:57:18.902" v="45"/>
        <pc:sldMkLst>
          <pc:docMk/>
          <pc:sldMk cId="0" sldId="312"/>
        </pc:sldMkLst>
      </pc:sldChg>
      <pc:sldChg chg="add del">
        <pc:chgData name="Fabian" userId="f46cf8bb-4ec7-4653-94a9-ff26fa22481f" providerId="ADAL" clId="{112B2A86-FE7E-4E65-8DAB-32D4BB295EAE}" dt="2023-04-25T05:57:18.902" v="45"/>
        <pc:sldMkLst>
          <pc:docMk/>
          <pc:sldMk cId="0" sldId="313"/>
        </pc:sldMkLst>
      </pc:sldChg>
      <pc:sldChg chg="add del">
        <pc:chgData name="Fabian" userId="f46cf8bb-4ec7-4653-94a9-ff26fa22481f" providerId="ADAL" clId="{112B2A86-FE7E-4E65-8DAB-32D4BB295EAE}" dt="2023-04-25T05:57:18.902" v="45"/>
        <pc:sldMkLst>
          <pc:docMk/>
          <pc:sldMk cId="0" sldId="314"/>
        </pc:sldMkLst>
      </pc:sldChg>
      <pc:sldChg chg="add del">
        <pc:chgData name="Fabian" userId="f46cf8bb-4ec7-4653-94a9-ff26fa22481f" providerId="ADAL" clId="{112B2A86-FE7E-4E65-8DAB-32D4BB295EAE}" dt="2023-04-25T05:57:18.902" v="45"/>
        <pc:sldMkLst>
          <pc:docMk/>
          <pc:sldMk cId="0" sldId="315"/>
        </pc:sldMkLst>
      </pc:sldChg>
      <pc:sldChg chg="add del">
        <pc:chgData name="Fabian" userId="f46cf8bb-4ec7-4653-94a9-ff26fa22481f" providerId="ADAL" clId="{112B2A86-FE7E-4E65-8DAB-32D4BB295EAE}" dt="2023-04-25T05:57:18.902" v="45"/>
        <pc:sldMkLst>
          <pc:docMk/>
          <pc:sldMk cId="0" sldId="316"/>
        </pc:sldMkLst>
      </pc:sldChg>
      <pc:sldChg chg="add del">
        <pc:chgData name="Fabian" userId="f46cf8bb-4ec7-4653-94a9-ff26fa22481f" providerId="ADAL" clId="{112B2A86-FE7E-4E65-8DAB-32D4BB295EAE}" dt="2023-04-25T05:57:18.902" v="45"/>
        <pc:sldMkLst>
          <pc:docMk/>
          <pc:sldMk cId="0" sldId="317"/>
        </pc:sldMkLst>
      </pc:sldChg>
      <pc:sldChg chg="del">
        <pc:chgData name="Fabian" userId="f46cf8bb-4ec7-4653-94a9-ff26fa22481f" providerId="ADAL" clId="{112B2A86-FE7E-4E65-8DAB-32D4BB295EAE}" dt="2023-04-25T05:57:17.911" v="42" actId="2696"/>
        <pc:sldMkLst>
          <pc:docMk/>
          <pc:sldMk cId="265150951" sldId="318"/>
        </pc:sldMkLst>
      </pc:sldChg>
      <pc:sldChg chg="add">
        <pc:chgData name="Fabian" userId="f46cf8bb-4ec7-4653-94a9-ff26fa22481f" providerId="ADAL" clId="{112B2A86-FE7E-4E65-8DAB-32D4BB295EAE}" dt="2023-04-25T05:57:18.902" v="45"/>
        <pc:sldMkLst>
          <pc:docMk/>
          <pc:sldMk cId="401144983" sldId="319"/>
        </pc:sldMkLst>
      </pc:sldChg>
      <pc:sldChg chg="add">
        <pc:chgData name="Fabian" userId="f46cf8bb-4ec7-4653-94a9-ff26fa22481f" providerId="ADAL" clId="{112B2A86-FE7E-4E65-8DAB-32D4BB295EAE}" dt="2023-04-25T05:57:18.902" v="45"/>
        <pc:sldMkLst>
          <pc:docMk/>
          <pc:sldMk cId="2638955292" sldId="320"/>
        </pc:sldMkLst>
      </pc:sldChg>
      <pc:sldChg chg="add">
        <pc:chgData name="Fabian" userId="f46cf8bb-4ec7-4653-94a9-ff26fa22481f" providerId="ADAL" clId="{112B2A86-FE7E-4E65-8DAB-32D4BB295EAE}" dt="2023-04-25T05:57:18.902" v="45"/>
        <pc:sldMkLst>
          <pc:docMk/>
          <pc:sldMk cId="0" sldId="321"/>
        </pc:sldMkLst>
      </pc:sldChg>
      <pc:sldChg chg="add">
        <pc:chgData name="Fabian" userId="f46cf8bb-4ec7-4653-94a9-ff26fa22481f" providerId="ADAL" clId="{112B2A86-FE7E-4E65-8DAB-32D4BB295EAE}" dt="2023-04-25T05:57:18.902" v="45"/>
        <pc:sldMkLst>
          <pc:docMk/>
          <pc:sldMk cId="327441127" sldId="322"/>
        </pc:sldMkLst>
      </pc:sldChg>
      <pc:sldMasterChg chg="delSldLayout">
        <pc:chgData name="Fabian" userId="f46cf8bb-4ec7-4653-94a9-ff26fa22481f" providerId="ADAL" clId="{112B2A86-FE7E-4E65-8DAB-32D4BB295EAE}" dt="2023-04-25T05:57:17.913" v="43" actId="2696"/>
        <pc:sldMasterMkLst>
          <pc:docMk/>
          <pc:sldMasterMk cId="2818913940" sldId="2147483648"/>
        </pc:sldMasterMkLst>
        <pc:sldLayoutChg chg="del">
          <pc:chgData name="Fabian" userId="f46cf8bb-4ec7-4653-94a9-ff26fa22481f" providerId="ADAL" clId="{112B2A86-FE7E-4E65-8DAB-32D4BB295EAE}" dt="2023-04-25T05:57:17.913" v="43" actId="2696"/>
          <pc:sldLayoutMkLst>
            <pc:docMk/>
            <pc:sldMasterMk cId="2818913940" sldId="2147483648"/>
            <pc:sldLayoutMk cId="2813227012" sldId="2147483660"/>
          </pc:sldLayoutMkLst>
        </pc:sldLayoutChg>
        <pc:sldLayoutChg chg="del">
          <pc:chgData name="Fabian" userId="f46cf8bb-4ec7-4653-94a9-ff26fa22481f" providerId="ADAL" clId="{112B2A86-FE7E-4E65-8DAB-32D4BB295EAE}" dt="2023-04-25T05:57:17.467" v="34" actId="2696"/>
          <pc:sldLayoutMkLst>
            <pc:docMk/>
            <pc:sldMasterMk cId="2818913940" sldId="2147483648"/>
            <pc:sldLayoutMk cId="1667593750" sldId="2147483661"/>
          </pc:sldLayoutMkLst>
        </pc:sldLayoutChg>
      </pc:sldMasterChg>
    </pc:docChg>
  </pc:docChgLst>
  <pc:docChgLst>
    <pc:chgData name="Fabian Surya Pramudya" userId="f46cf8bb-4ec7-4653-94a9-ff26fa22481f" providerId="ADAL" clId="{3C4BF45C-BE06-4630-B376-57A85DEC759D}"/>
    <pc:docChg chg="addSld delSld modSld modSection">
      <pc:chgData name="Fabian Surya Pramudya" userId="f46cf8bb-4ec7-4653-94a9-ff26fa22481f" providerId="ADAL" clId="{3C4BF45C-BE06-4630-B376-57A85DEC759D}" dt="2022-04-05T06:52:09.893" v="43" actId="20577"/>
      <pc:docMkLst>
        <pc:docMk/>
      </pc:docMkLst>
      <pc:sldChg chg="modSp">
        <pc:chgData name="Fabian Surya Pramudya" userId="f46cf8bb-4ec7-4653-94a9-ff26fa22481f" providerId="ADAL" clId="{3C4BF45C-BE06-4630-B376-57A85DEC759D}" dt="2022-04-05T06:52:09.893" v="43" actId="20577"/>
        <pc:sldMkLst>
          <pc:docMk/>
          <pc:sldMk cId="4204421142" sldId="256"/>
        </pc:sldMkLst>
        <pc:spChg chg="mod">
          <ac:chgData name="Fabian Surya Pramudya" userId="f46cf8bb-4ec7-4653-94a9-ff26fa22481f" providerId="ADAL" clId="{3C4BF45C-BE06-4630-B376-57A85DEC759D}" dt="2022-04-05T06:42:24.580" v="26"/>
          <ac:spMkLst>
            <pc:docMk/>
            <pc:sldMk cId="4204421142" sldId="256"/>
            <ac:spMk id="4" creationId="{00000000-0000-0000-0000-000000000000}"/>
          </ac:spMkLst>
        </pc:spChg>
        <pc:spChg chg="mod">
          <ac:chgData name="Fabian Surya Pramudya" userId="f46cf8bb-4ec7-4653-94a9-ff26fa22481f" providerId="ADAL" clId="{3C4BF45C-BE06-4630-B376-57A85DEC759D}" dt="2022-04-05T06:52:09.893" v="43" actId="20577"/>
          <ac:spMkLst>
            <pc:docMk/>
            <pc:sldMk cId="4204421142" sldId="256"/>
            <ac:spMk id="8" creationId="{00000000-0000-0000-0000-000000000000}"/>
          </ac:spMkLst>
        </pc:spChg>
      </pc:sldChg>
      <pc:sldChg chg="add">
        <pc:chgData name="Fabian Surya Pramudya" userId="f46cf8bb-4ec7-4653-94a9-ff26fa22481f" providerId="ADAL" clId="{3C4BF45C-BE06-4630-B376-57A85DEC759D}" dt="2022-04-05T06:43:46.541" v="28"/>
        <pc:sldMkLst>
          <pc:docMk/>
          <pc:sldMk cId="0" sldId="268"/>
        </pc:sldMkLst>
      </pc:sldChg>
      <pc:sldChg chg="add del">
        <pc:chgData name="Fabian Surya Pramudya" userId="f46cf8bb-4ec7-4653-94a9-ff26fa22481f" providerId="ADAL" clId="{3C4BF45C-BE06-4630-B376-57A85DEC759D}" dt="2022-04-05T06:49:16.089" v="33" actId="2696"/>
        <pc:sldMkLst>
          <pc:docMk/>
          <pc:sldMk cId="0" sldId="279"/>
        </pc:sldMkLst>
      </pc:sldChg>
      <pc:sldChg chg="add del">
        <pc:chgData name="Fabian Surya Pramudya" userId="f46cf8bb-4ec7-4653-94a9-ff26fa22481f" providerId="ADAL" clId="{3C4BF45C-BE06-4630-B376-57A85DEC759D}" dt="2022-04-05T06:49:16.092" v="34" actId="2696"/>
        <pc:sldMkLst>
          <pc:docMk/>
          <pc:sldMk cId="0" sldId="281"/>
        </pc:sldMkLst>
      </pc:sldChg>
      <pc:sldChg chg="add del">
        <pc:chgData name="Fabian Surya Pramudya" userId="f46cf8bb-4ec7-4653-94a9-ff26fa22481f" providerId="ADAL" clId="{3C4BF45C-BE06-4630-B376-57A85DEC759D}" dt="2022-04-05T06:49:16.094" v="35" actId="2696"/>
        <pc:sldMkLst>
          <pc:docMk/>
          <pc:sldMk cId="0" sldId="282"/>
        </pc:sldMkLst>
      </pc:sldChg>
      <pc:sldChg chg="add del">
        <pc:chgData name="Fabian Surya Pramudya" userId="f46cf8bb-4ec7-4653-94a9-ff26fa22481f" providerId="ADAL" clId="{3C4BF45C-BE06-4630-B376-57A85DEC759D}" dt="2022-04-05T06:49:16.058" v="29" actId="2696"/>
        <pc:sldMkLst>
          <pc:docMk/>
          <pc:sldMk cId="0" sldId="286"/>
        </pc:sldMkLst>
      </pc:sldChg>
      <pc:sldChg chg="add del">
        <pc:chgData name="Fabian Surya Pramudya" userId="f46cf8bb-4ec7-4653-94a9-ff26fa22481f" providerId="ADAL" clId="{3C4BF45C-BE06-4630-B376-57A85DEC759D}" dt="2022-04-05T06:49:16.076" v="31" actId="2696"/>
        <pc:sldMkLst>
          <pc:docMk/>
          <pc:sldMk cId="0" sldId="292"/>
        </pc:sldMkLst>
      </pc:sldChg>
      <pc:sldChg chg="add">
        <pc:chgData name="Fabian Surya Pramudya" userId="f46cf8bb-4ec7-4653-94a9-ff26fa22481f" providerId="ADAL" clId="{3C4BF45C-BE06-4630-B376-57A85DEC759D}" dt="2022-04-05T06:43:46.541" v="28"/>
        <pc:sldMkLst>
          <pc:docMk/>
          <pc:sldMk cId="0" sldId="297"/>
        </pc:sldMkLst>
      </pc:sldChg>
      <pc:sldChg chg="add">
        <pc:chgData name="Fabian Surya Pramudya" userId="f46cf8bb-4ec7-4653-94a9-ff26fa22481f" providerId="ADAL" clId="{3C4BF45C-BE06-4630-B376-57A85DEC759D}" dt="2022-04-05T06:43:46.541" v="28"/>
        <pc:sldMkLst>
          <pc:docMk/>
          <pc:sldMk cId="0" sldId="298"/>
        </pc:sldMkLst>
      </pc:sldChg>
      <pc:sldChg chg="del">
        <pc:chgData name="Fabian Surya Pramudya" userId="f46cf8bb-4ec7-4653-94a9-ff26fa22481f" providerId="ADAL" clId="{3C4BF45C-BE06-4630-B376-57A85DEC759D}" dt="2022-04-05T06:49:24.603" v="38" actId="2696"/>
        <pc:sldMkLst>
          <pc:docMk/>
          <pc:sldMk cId="0" sldId="310"/>
        </pc:sldMkLst>
      </pc:sldChg>
      <pc:sldChg chg="add">
        <pc:chgData name="Fabian Surya Pramudya" userId="f46cf8bb-4ec7-4653-94a9-ff26fa22481f" providerId="ADAL" clId="{3C4BF45C-BE06-4630-B376-57A85DEC759D}" dt="2022-04-05T06:43:46.541" v="28"/>
        <pc:sldMkLst>
          <pc:docMk/>
          <pc:sldMk cId="0" sldId="313"/>
        </pc:sldMkLst>
      </pc:sldChg>
      <pc:sldChg chg="add">
        <pc:chgData name="Fabian Surya Pramudya" userId="f46cf8bb-4ec7-4653-94a9-ff26fa22481f" providerId="ADAL" clId="{3C4BF45C-BE06-4630-B376-57A85DEC759D}" dt="2022-04-05T06:43:46.541" v="28"/>
        <pc:sldMkLst>
          <pc:docMk/>
          <pc:sldMk cId="0" sldId="314"/>
        </pc:sldMkLst>
      </pc:sldChg>
      <pc:sldChg chg="add">
        <pc:chgData name="Fabian Surya Pramudya" userId="f46cf8bb-4ec7-4653-94a9-ff26fa22481f" providerId="ADAL" clId="{3C4BF45C-BE06-4630-B376-57A85DEC759D}" dt="2022-04-05T06:43:46.541" v="28"/>
        <pc:sldMkLst>
          <pc:docMk/>
          <pc:sldMk cId="0" sldId="315"/>
        </pc:sldMkLst>
      </pc:sldChg>
      <pc:sldChg chg="add">
        <pc:chgData name="Fabian Surya Pramudya" userId="f46cf8bb-4ec7-4653-94a9-ff26fa22481f" providerId="ADAL" clId="{3C4BF45C-BE06-4630-B376-57A85DEC759D}" dt="2022-04-05T06:43:46.541" v="28"/>
        <pc:sldMkLst>
          <pc:docMk/>
          <pc:sldMk cId="0" sldId="316"/>
        </pc:sldMkLst>
      </pc:sldChg>
      <pc:sldChg chg="add">
        <pc:chgData name="Fabian Surya Pramudya" userId="f46cf8bb-4ec7-4653-94a9-ff26fa22481f" providerId="ADAL" clId="{3C4BF45C-BE06-4630-B376-57A85DEC759D}" dt="2022-04-05T06:43:46.541" v="28"/>
        <pc:sldMkLst>
          <pc:docMk/>
          <pc:sldMk cId="0" sldId="317"/>
        </pc:sldMkLst>
      </pc:sldChg>
      <pc:sldChg chg="add del">
        <pc:chgData name="Fabian Surya Pramudya" userId="f46cf8bb-4ec7-4653-94a9-ff26fa22481f" providerId="ADAL" clId="{3C4BF45C-BE06-4630-B376-57A85DEC759D}" dt="2022-04-05T06:49:16.071" v="30" actId="2696"/>
        <pc:sldMkLst>
          <pc:docMk/>
          <pc:sldMk cId="265150951" sldId="318"/>
        </pc:sldMkLst>
      </pc:sldChg>
      <pc:sldChg chg="add del">
        <pc:chgData name="Fabian Surya Pramudya" userId="f46cf8bb-4ec7-4653-94a9-ff26fa22481f" providerId="ADAL" clId="{3C4BF45C-BE06-4630-B376-57A85DEC759D}" dt="2022-04-05T06:49:16.082" v="32" actId="2696"/>
        <pc:sldMkLst>
          <pc:docMk/>
          <pc:sldMk cId="401144983" sldId="319"/>
        </pc:sldMkLst>
      </pc:sldChg>
      <pc:sldChg chg="add del">
        <pc:chgData name="Fabian Surya Pramudya" userId="f46cf8bb-4ec7-4653-94a9-ff26fa22481f" providerId="ADAL" clId="{3C4BF45C-BE06-4630-B376-57A85DEC759D}" dt="2022-04-05T06:49:16.100" v="36" actId="2696"/>
        <pc:sldMkLst>
          <pc:docMk/>
          <pc:sldMk cId="2638955292" sldId="320"/>
        </pc:sldMkLst>
      </pc:sldChg>
      <pc:sldChg chg="add del">
        <pc:chgData name="Fabian Surya Pramudya" userId="f46cf8bb-4ec7-4653-94a9-ff26fa22481f" providerId="ADAL" clId="{3C4BF45C-BE06-4630-B376-57A85DEC759D}" dt="2022-04-05T06:49:16.105" v="37" actId="2696"/>
        <pc:sldMkLst>
          <pc:docMk/>
          <pc:sldMk cId="0" sldId="321"/>
        </pc:sldMkLst>
      </pc:sldChg>
    </pc:docChg>
  </pc:docChgLst>
  <pc:docChgLst>
    <pc:chgData name="Fabian" userId="f46cf8bb-4ec7-4653-94a9-ff26fa22481f" providerId="ADAL" clId="{D583E4FA-7635-48DF-B672-6717251144D2}"/>
    <pc:docChg chg="custSel addSld delSld modSld delSection modSection">
      <pc:chgData name="Fabian" userId="f46cf8bb-4ec7-4653-94a9-ff26fa22481f" providerId="ADAL" clId="{D583E4FA-7635-48DF-B672-6717251144D2}" dt="2024-08-11T18:18:59.381" v="18" actId="17851"/>
      <pc:docMkLst>
        <pc:docMk/>
      </pc:docMkLst>
      <pc:sldChg chg="del">
        <pc:chgData name="Fabian" userId="f46cf8bb-4ec7-4653-94a9-ff26fa22481f" providerId="ADAL" clId="{D583E4FA-7635-48DF-B672-6717251144D2}" dt="2024-08-11T18:18:11.581" v="4" actId="2696"/>
        <pc:sldMkLst>
          <pc:docMk/>
          <pc:sldMk cId="4204421142" sldId="256"/>
        </pc:sldMkLst>
      </pc:sldChg>
      <pc:sldChg chg="modSp del">
        <pc:chgData name="Fabian" userId="f46cf8bb-4ec7-4653-94a9-ff26fa22481f" providerId="ADAL" clId="{D583E4FA-7635-48DF-B672-6717251144D2}" dt="2024-08-11T18:18:50.059" v="16" actId="2696"/>
        <pc:sldMkLst>
          <pc:docMk/>
          <pc:sldMk cId="0" sldId="311"/>
        </pc:sldMkLst>
        <pc:spChg chg="mod">
          <ac:chgData name="Fabian" userId="f46cf8bb-4ec7-4653-94a9-ff26fa22481f" providerId="ADAL" clId="{D583E4FA-7635-48DF-B672-6717251144D2}" dt="2024-08-11T18:18:40.462" v="15" actId="1076"/>
          <ac:spMkLst>
            <pc:docMk/>
            <pc:sldMk cId="0" sldId="311"/>
            <ac:spMk id="6" creationId="{1D44BFE4-AAD7-43C4-8E85-9859030C5291}"/>
          </ac:spMkLst>
        </pc:spChg>
        <pc:picChg chg="mod">
          <ac:chgData name="Fabian" userId="f46cf8bb-4ec7-4653-94a9-ff26fa22481f" providerId="ADAL" clId="{D583E4FA-7635-48DF-B672-6717251144D2}" dt="2024-08-11T18:18:36.581" v="14" actId="14861"/>
          <ac:picMkLst>
            <pc:docMk/>
            <pc:sldMk cId="0" sldId="311"/>
            <ac:picMk id="5125" creationId="{219F1D1C-9F4C-485D-965B-01D1DD223984}"/>
          </ac:picMkLst>
        </pc:picChg>
      </pc:sldChg>
      <pc:sldChg chg="add">
        <pc:chgData name="Fabian" userId="f46cf8bb-4ec7-4653-94a9-ff26fa22481f" providerId="ADAL" clId="{D583E4FA-7635-48DF-B672-6717251144D2}" dt="2024-08-11T18:18:54.101" v="17"/>
        <pc:sldMkLst>
          <pc:docMk/>
          <pc:sldMk cId="1149555854" sldId="311"/>
        </pc:sldMkLst>
      </pc:sldChg>
      <pc:sldChg chg="modSp add">
        <pc:chgData name="Fabian" userId="f46cf8bb-4ec7-4653-94a9-ff26fa22481f" providerId="ADAL" clId="{D583E4FA-7635-48DF-B672-6717251144D2}" dt="2024-08-11T18:18:15.508" v="8" actId="20577"/>
        <pc:sldMkLst>
          <pc:docMk/>
          <pc:sldMk cId="3807564589" sldId="480"/>
        </pc:sldMkLst>
        <pc:spChg chg="mod">
          <ac:chgData name="Fabian" userId="f46cf8bb-4ec7-4653-94a9-ff26fa22481f" providerId="ADAL" clId="{D583E4FA-7635-48DF-B672-6717251144D2}" dt="2024-08-11T18:18:15.508" v="8" actId="20577"/>
          <ac:spMkLst>
            <pc:docMk/>
            <pc:sldMk cId="3807564589" sldId="480"/>
            <ac:spMk id="3" creationId="{05C0E2BF-BBBC-BF27-4255-C5149D193112}"/>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1" descr="Background 01.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762" y="4763"/>
            <a:ext cx="9139237" cy="646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8" name="Rectangle 7"/>
          <p:cNvSpPr/>
          <p:nvPr userDrawn="1"/>
        </p:nvSpPr>
        <p:spPr>
          <a:xfrm>
            <a:off x="1691679" y="1628800"/>
            <a:ext cx="7452319" cy="5229200"/>
          </a:xfrm>
          <a:prstGeom prst="rect">
            <a:avLst/>
          </a:prstGeom>
          <a:solidFill>
            <a:srgbClr val="008FD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ctrTitle" hasCustomPrompt="1"/>
          </p:nvPr>
        </p:nvSpPr>
        <p:spPr>
          <a:xfrm>
            <a:off x="1835696" y="2708920"/>
            <a:ext cx="7128792" cy="1470025"/>
          </a:xfrm>
        </p:spPr>
        <p:txBody>
          <a:bodyPr/>
          <a:lstStyle>
            <a:lvl1pPr eaLnBrk="1" hangingPunct="1">
              <a:defRPr sz="4400">
                <a:solidFill>
                  <a:schemeClr val="bg1"/>
                </a:solidFill>
              </a:defRPr>
            </a:lvl1pPr>
          </a:lstStyle>
          <a:p>
            <a:pPr eaLnBrk="1" hangingPunct="1"/>
            <a:r>
              <a:rPr lang="en-US" sz="3200" b="1" dirty="0">
                <a:solidFill>
                  <a:schemeClr val="bg1"/>
                </a:solidFill>
                <a:latin typeface="Open Sans" pitchFamily="-84" charset="0"/>
                <a:ea typeface="ＭＳ Ｐゴシック" pitchFamily="34" charset="-128"/>
              </a:rPr>
              <a:t>Headline Open Sans Bold 32pt</a:t>
            </a:r>
          </a:p>
        </p:txBody>
      </p:sp>
      <p:sp>
        <p:nvSpPr>
          <p:cNvPr id="3" name="Subtitle 2"/>
          <p:cNvSpPr>
            <a:spLocks noGrp="1"/>
          </p:cNvSpPr>
          <p:nvPr>
            <p:ph type="subTitle" idx="1"/>
          </p:nvPr>
        </p:nvSpPr>
        <p:spPr>
          <a:xfrm>
            <a:off x="2267744" y="4295527"/>
            <a:ext cx="6400800" cy="576064"/>
          </a:xfrm>
        </p:spPr>
        <p:txBody>
          <a:bodyPr>
            <a:normAutofit/>
          </a:bodyPr>
          <a:lstStyle>
            <a:lvl1pPr marL="0" indent="0" algn="ctr">
              <a:buNone/>
              <a:defRPr sz="2400">
                <a:solidFill>
                  <a:schemeClr val="bg1"/>
                </a:solidFill>
                <a:latin typeface="Open San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id-ID" dirty="0"/>
          </a:p>
        </p:txBody>
      </p:sp>
      <p:sp>
        <p:nvSpPr>
          <p:cNvPr id="4"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12/08/2024</a:t>
            </a:fld>
            <a:endParaRPr lang="id-ID"/>
          </a:p>
        </p:txBody>
      </p:sp>
      <p:sp>
        <p:nvSpPr>
          <p:cNvPr id="5" name="Footer Placeholder 4"/>
          <p:cNvSpPr>
            <a:spLocks noGrp="1"/>
          </p:cNvSpPr>
          <p:nvPr>
            <p:ph type="ftr" sz="quarter" idx="11"/>
          </p:nvPr>
        </p:nvSpPr>
        <p:spPr>
          <a:xfrm>
            <a:off x="3124200" y="6453336"/>
            <a:ext cx="2895600" cy="365125"/>
          </a:xfrm>
        </p:spPr>
        <p:txBody>
          <a:bodyPr/>
          <a:lstStyle/>
          <a:p>
            <a:endParaRPr lang="id-ID"/>
          </a:p>
        </p:txBody>
      </p:sp>
      <p:sp>
        <p:nvSpPr>
          <p:cNvPr id="6"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7251412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7" name="Picture 1" descr="Background 02.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3937"/>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userDrawn="1"/>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1"/>
          <p:cNvSpPr>
            <a:spLocks noGrp="1"/>
          </p:cNvSpPr>
          <p:nvPr>
            <p:ph type="title"/>
          </p:nvPr>
        </p:nvSpPr>
        <p:spPr>
          <a:xfrm>
            <a:off x="1911350" y="2060848"/>
            <a:ext cx="6837114" cy="792088"/>
          </a:xfrm>
        </p:spPr>
        <p:txBody>
          <a:bodyPr>
            <a:normAutofit/>
          </a:bodyPr>
          <a:lstStyle>
            <a:lvl1pPr algn="l">
              <a:defRPr sz="3000" b="1">
                <a:solidFill>
                  <a:srgbClr val="0079B8"/>
                </a:solidFill>
                <a:latin typeface="Open Sans"/>
              </a:defRPr>
            </a:lvl1pPr>
          </a:lstStyle>
          <a:p>
            <a:r>
              <a:rPr lang="en-US"/>
              <a:t>Click to edit Master title style</a:t>
            </a:r>
            <a:endParaRPr lang="id-ID" dirty="0"/>
          </a:p>
        </p:txBody>
      </p:sp>
      <p:sp>
        <p:nvSpPr>
          <p:cNvPr id="8" name="Date Placeholder 3"/>
          <p:cNvSpPr>
            <a:spLocks noGrp="1"/>
          </p:cNvSpPr>
          <p:nvPr>
            <p:ph type="dt" sz="half" idx="10"/>
          </p:nvPr>
        </p:nvSpPr>
        <p:spPr>
          <a:xfrm>
            <a:off x="457200" y="6453336"/>
            <a:ext cx="2133600" cy="365125"/>
          </a:xfrm>
        </p:spPr>
        <p:txBody>
          <a:bodyPr/>
          <a:lstStyle/>
          <a:p>
            <a:fld id="{5EF9B71C-2D91-4D15-BAB7-ADA66F828B46}" type="datetimeFigureOut">
              <a:rPr lang="id-ID" smtClean="0"/>
              <a:pPr/>
              <a:t>12/08/2024</a:t>
            </a:fld>
            <a:endParaRPr lang="id-ID"/>
          </a:p>
        </p:txBody>
      </p:sp>
      <p:sp>
        <p:nvSpPr>
          <p:cNvPr id="9" name="Footer Placeholder 4"/>
          <p:cNvSpPr>
            <a:spLocks noGrp="1"/>
          </p:cNvSpPr>
          <p:nvPr>
            <p:ph type="ftr" sz="quarter" idx="11"/>
          </p:nvPr>
        </p:nvSpPr>
        <p:spPr>
          <a:xfrm>
            <a:off x="3124200" y="6453336"/>
            <a:ext cx="2895600" cy="365125"/>
          </a:xfrm>
        </p:spPr>
        <p:txBody>
          <a:bodyPr/>
          <a:lstStyle/>
          <a:p>
            <a:endParaRPr lang="id-ID"/>
          </a:p>
        </p:txBody>
      </p:sp>
      <p:sp>
        <p:nvSpPr>
          <p:cNvPr id="10" name="Slide Number Placeholder 5"/>
          <p:cNvSpPr>
            <a:spLocks noGrp="1"/>
          </p:cNvSpPr>
          <p:nvPr>
            <p:ph type="sldNum" sz="quarter" idx="12"/>
          </p:nvPr>
        </p:nvSpPr>
        <p:spPr>
          <a:xfrm>
            <a:off x="6553200" y="6453336"/>
            <a:ext cx="2133600" cy="365125"/>
          </a:xfrm>
        </p:spPr>
        <p:txBody>
          <a:bodyPr/>
          <a:lstStyle/>
          <a:p>
            <a:fld id="{F173735F-2667-4028-B606-D96AABD86FDB}" type="slidenum">
              <a:rPr lang="id-ID" smtClean="0"/>
              <a:pPr/>
              <a:t>‹#›</a:t>
            </a:fld>
            <a:endParaRPr lang="id-ID"/>
          </a:p>
        </p:txBody>
      </p:sp>
      <p:sp>
        <p:nvSpPr>
          <p:cNvPr id="14" name="Content Placeholder 2"/>
          <p:cNvSpPr>
            <a:spLocks noGrp="1"/>
          </p:cNvSpPr>
          <p:nvPr>
            <p:ph idx="1"/>
          </p:nvPr>
        </p:nvSpPr>
        <p:spPr>
          <a:xfrm>
            <a:off x="1911350" y="3429001"/>
            <a:ext cx="6837114" cy="3040422"/>
          </a:xfrm>
        </p:spPr>
        <p:txBody>
          <a:bodyPr/>
          <a:lstStyle>
            <a:lvl1pPr>
              <a:defRPr>
                <a:latin typeface="Open Sans"/>
              </a:defRPr>
            </a:lvl1pPr>
            <a:lvl2pPr>
              <a:defRPr>
                <a:latin typeface="Open Sans"/>
              </a:defRPr>
            </a:lvl2pPr>
            <a:lvl3pPr>
              <a:defRPr>
                <a:latin typeface="Open Sans"/>
              </a:defRPr>
            </a:lvl3pPr>
            <a:lvl4pPr>
              <a:defRPr>
                <a:latin typeface="Open Sans"/>
              </a:defRPr>
            </a:lvl4pPr>
            <a:lvl5pPr>
              <a:defRPr>
                <a:latin typeface="Open San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16" name="Subtitle 2"/>
          <p:cNvSpPr>
            <a:spLocks noGrp="1"/>
          </p:cNvSpPr>
          <p:nvPr>
            <p:ph type="subTitle" idx="13"/>
          </p:nvPr>
        </p:nvSpPr>
        <p:spPr>
          <a:xfrm>
            <a:off x="1907704" y="2852936"/>
            <a:ext cx="6840760" cy="504056"/>
          </a:xfrm>
        </p:spPr>
        <p:txBody>
          <a:bodyPr vert="horz" lIns="91440" tIns="45720" rIns="91440" bIns="45720" rtlCol="0" anchor="ctr">
            <a:normAutofit/>
          </a:bodyPr>
          <a:lstStyle>
            <a:lvl1pPr>
              <a:defRPr lang="id-ID" sz="2200" b="1" dirty="0">
                <a:solidFill>
                  <a:srgbClr val="0079B8"/>
                </a:solidFill>
                <a:latin typeface="Open Sans"/>
                <a:ea typeface="+mj-ea"/>
                <a:cs typeface="+mj-cs"/>
              </a:defRPr>
            </a:lvl1pPr>
          </a:lstStyle>
          <a:p>
            <a:pPr lvl="0">
              <a:spcBef>
                <a:spcPct val="0"/>
              </a:spcBef>
              <a:buNone/>
            </a:pPr>
            <a:r>
              <a:rPr lang="en-US"/>
              <a:t>Click to edit Master subtitle style</a:t>
            </a:r>
            <a:endParaRPr lang="id-ID" dirty="0"/>
          </a:p>
        </p:txBody>
      </p:sp>
    </p:spTree>
    <p:extLst>
      <p:ext uri="{BB962C8B-B14F-4D97-AF65-F5344CB8AC3E}">
        <p14:creationId xmlns:p14="http://schemas.microsoft.com/office/powerpoint/2010/main" val="761869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31640" y="4406901"/>
            <a:ext cx="7344816" cy="678284"/>
          </a:xfrm>
        </p:spPr>
        <p:txBody>
          <a:bodyPr anchor="t">
            <a:noAutofit/>
          </a:bodyPr>
          <a:lstStyle>
            <a:lvl1pPr algn="l">
              <a:defRPr sz="3000" b="1" cap="all"/>
            </a:lvl1pPr>
          </a:lstStyle>
          <a:p>
            <a:r>
              <a:rPr lang="en-US"/>
              <a:t>Click to edit Master title style</a:t>
            </a:r>
            <a:endParaRPr lang="id-ID" dirty="0"/>
          </a:p>
        </p:txBody>
      </p:sp>
      <p:sp>
        <p:nvSpPr>
          <p:cNvPr id="3" name="Text Placeholder 2"/>
          <p:cNvSpPr>
            <a:spLocks noGrp="1"/>
          </p:cNvSpPr>
          <p:nvPr>
            <p:ph type="body" idx="1"/>
          </p:nvPr>
        </p:nvSpPr>
        <p:spPr>
          <a:xfrm>
            <a:off x="1331640" y="2906713"/>
            <a:ext cx="7344816"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5936489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Content Placeholder 2"/>
          <p:cNvSpPr>
            <a:spLocks noGrp="1"/>
          </p:cNvSpPr>
          <p:nvPr>
            <p:ph sz="half" idx="1"/>
          </p:nvPr>
        </p:nvSpPr>
        <p:spPr>
          <a:xfrm>
            <a:off x="1619672" y="2636912"/>
            <a:ext cx="3456384"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Content Placeholder 3"/>
          <p:cNvSpPr>
            <a:spLocks noGrp="1"/>
          </p:cNvSpPr>
          <p:nvPr>
            <p:ph sz="half" idx="2"/>
          </p:nvPr>
        </p:nvSpPr>
        <p:spPr>
          <a:xfrm>
            <a:off x="5148064" y="2636912"/>
            <a:ext cx="3538736" cy="3489251"/>
          </a:xfrm>
        </p:spPr>
        <p:txBody>
          <a:bodyPr>
            <a:normAutofit/>
          </a:bodyPr>
          <a:lstStyle>
            <a:lvl1pPr>
              <a:defRPr sz="2000"/>
            </a:lvl1pPr>
            <a:lvl2pPr>
              <a:defRPr sz="2000"/>
            </a:lvl2pPr>
            <a:lvl3pPr>
              <a:defRPr sz="2000"/>
            </a:lvl3pPr>
            <a:lvl4pPr>
              <a:defRPr sz="2000"/>
            </a:lvl4pPr>
            <a:lvl5pPr>
              <a:defRPr sz="20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5" name="Date Placeholder 4"/>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4016327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19672" y="1484784"/>
            <a:ext cx="7067128" cy="1008112"/>
          </a:xfrm>
        </p:spPr>
        <p:txBody>
          <a:bodyPr/>
          <a:lstStyle>
            <a:lvl1pPr>
              <a:defRPr/>
            </a:lvl1pPr>
          </a:lstStyle>
          <a:p>
            <a:r>
              <a:rPr lang="en-US"/>
              <a:t>Click to edit Master title style</a:t>
            </a:r>
            <a:endParaRPr lang="id-ID"/>
          </a:p>
        </p:txBody>
      </p:sp>
      <p:sp>
        <p:nvSpPr>
          <p:cNvPr id="3" name="Text Placeholder 2"/>
          <p:cNvSpPr>
            <a:spLocks noGrp="1"/>
          </p:cNvSpPr>
          <p:nvPr>
            <p:ph type="body" idx="1"/>
          </p:nvPr>
        </p:nvSpPr>
        <p:spPr>
          <a:xfrm>
            <a:off x="16196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619672" y="2708920"/>
            <a:ext cx="3456384" cy="3456384"/>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6" name="Content Placeholder 5"/>
          <p:cNvSpPr>
            <a:spLocks noGrp="1"/>
          </p:cNvSpPr>
          <p:nvPr>
            <p:ph sz="quarter" idx="4"/>
          </p:nvPr>
        </p:nvSpPr>
        <p:spPr>
          <a:xfrm>
            <a:off x="5220072" y="2708919"/>
            <a:ext cx="3466728" cy="3456385"/>
          </a:xfrm>
        </p:spPr>
        <p:txBody>
          <a:bodyPr>
            <a:normAutofit/>
          </a:bodyPr>
          <a:lstStyle>
            <a:lvl1pPr>
              <a:defRPr sz="2000"/>
            </a:lvl1pPr>
            <a:lvl2pPr>
              <a:defRPr sz="2000"/>
            </a:lvl2pPr>
            <a:lvl3pPr>
              <a:defRPr sz="2000"/>
            </a:lvl3pPr>
            <a:lvl4pPr>
              <a:defRPr sz="2000"/>
            </a:lvl4pPr>
            <a:lvl5pPr>
              <a:defRPr sz="20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7" name="Date Placeholder 6"/>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8" name="Footer Placeholder 7"/>
          <p:cNvSpPr>
            <a:spLocks noGrp="1"/>
          </p:cNvSpPr>
          <p:nvPr>
            <p:ph type="ftr" sz="quarter" idx="11"/>
          </p:nvPr>
        </p:nvSpPr>
        <p:spPr/>
        <p:txBody>
          <a:bodyPr/>
          <a:lstStyle/>
          <a:p>
            <a:endParaRPr lang="id-ID"/>
          </a:p>
        </p:txBody>
      </p:sp>
      <p:sp>
        <p:nvSpPr>
          <p:cNvPr id="9" name="Slide Number Placeholder 8"/>
          <p:cNvSpPr>
            <a:spLocks noGrp="1"/>
          </p:cNvSpPr>
          <p:nvPr>
            <p:ph type="sldNum" sz="quarter" idx="12"/>
          </p:nvPr>
        </p:nvSpPr>
        <p:spPr/>
        <p:txBody>
          <a:bodyPr/>
          <a:lstStyle/>
          <a:p>
            <a:fld id="{F173735F-2667-4028-B606-D96AABD86FDB}" type="slidenum">
              <a:rPr lang="id-ID" smtClean="0"/>
              <a:pPr/>
              <a:t>‹#›</a:t>
            </a:fld>
            <a:endParaRPr lang="id-ID"/>
          </a:p>
        </p:txBody>
      </p:sp>
      <p:sp>
        <p:nvSpPr>
          <p:cNvPr id="10" name="Text Placeholder 2"/>
          <p:cNvSpPr>
            <a:spLocks noGrp="1"/>
          </p:cNvSpPr>
          <p:nvPr>
            <p:ph type="body" idx="13"/>
          </p:nvPr>
        </p:nvSpPr>
        <p:spPr>
          <a:xfrm>
            <a:off x="5220072" y="2132856"/>
            <a:ext cx="3456384" cy="639762"/>
          </a:xfrm>
        </p:spPr>
        <p:txBody>
          <a:bodyPr anchor="b">
            <a:noAutofit/>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13598559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Date Placeholder 2"/>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4" name="Footer Placeholder 3"/>
          <p:cNvSpPr>
            <a:spLocks noGrp="1"/>
          </p:cNvSpPr>
          <p:nvPr>
            <p:ph type="ftr" sz="quarter" idx="11"/>
          </p:nvPr>
        </p:nvSpPr>
        <p:spPr/>
        <p:txBody>
          <a:bodyPr/>
          <a:lstStyle/>
          <a:p>
            <a:endParaRPr lang="id-ID"/>
          </a:p>
        </p:txBody>
      </p:sp>
      <p:sp>
        <p:nvSpPr>
          <p:cNvPr id="5" name="Slide Number Placeholder 4"/>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43551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3" name="Footer Placeholder 2"/>
          <p:cNvSpPr>
            <a:spLocks noGrp="1"/>
          </p:cNvSpPr>
          <p:nvPr>
            <p:ph type="ftr" sz="quarter" idx="11"/>
          </p:nvPr>
        </p:nvSpPr>
        <p:spPr/>
        <p:txBody>
          <a:bodyPr/>
          <a:lstStyle/>
          <a:p>
            <a:endParaRPr lang="id-ID"/>
          </a:p>
        </p:txBody>
      </p:sp>
      <p:sp>
        <p:nvSpPr>
          <p:cNvPr id="4" name="Slide Number Placeholder 3"/>
          <p:cNvSpPr>
            <a:spLocks noGrp="1"/>
          </p:cNvSpPr>
          <p:nvPr>
            <p:ph type="sldNum" sz="quarter" idx="12"/>
          </p:nvPr>
        </p:nvSpPr>
        <p:spPr/>
        <p:txBody>
          <a:bodyPr/>
          <a:lstStyle/>
          <a:p>
            <a:fld id="{F173735F-2667-4028-B606-D96AABD86FDB}" type="slidenum">
              <a:rPr lang="id-ID" smtClean="0"/>
              <a:pPr/>
              <a:t>‹#›</a:t>
            </a:fld>
            <a:endParaRPr lang="id-ID"/>
          </a:p>
        </p:txBody>
      </p:sp>
      <p:pic>
        <p:nvPicPr>
          <p:cNvPr id="5" name="Picture 1" descr="Background 03.jpg"/>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4763"/>
            <a:ext cx="9693629" cy="685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p:cNvSpPr>
            <a:spLocks noGrp="1"/>
          </p:cNvSpPr>
          <p:nvPr>
            <p:ph type="title"/>
          </p:nvPr>
        </p:nvSpPr>
        <p:spPr>
          <a:xfrm>
            <a:off x="1313250" y="2859881"/>
            <a:ext cx="7067128" cy="1143000"/>
          </a:xfrm>
        </p:spPr>
        <p:txBody>
          <a:bodyPr>
            <a:normAutofit/>
          </a:bodyPr>
          <a:lstStyle>
            <a:lvl1pPr>
              <a:defRPr sz="3200">
                <a:solidFill>
                  <a:schemeClr val="bg1"/>
                </a:solidFill>
              </a:defRPr>
            </a:lvl1pPr>
          </a:lstStyle>
          <a:p>
            <a:r>
              <a:rPr lang="en-US"/>
              <a:t>Click to edit Master title style</a:t>
            </a:r>
            <a:endParaRPr lang="id-ID"/>
          </a:p>
        </p:txBody>
      </p:sp>
    </p:spTree>
    <p:extLst>
      <p:ext uri="{BB962C8B-B14F-4D97-AF65-F5344CB8AC3E}">
        <p14:creationId xmlns:p14="http://schemas.microsoft.com/office/powerpoint/2010/main" val="32736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07704" y="1628800"/>
            <a:ext cx="6768752" cy="802010"/>
          </a:xfrm>
        </p:spPr>
        <p:txBody>
          <a:bodyPr anchor="b">
            <a:normAutofit/>
          </a:bodyPr>
          <a:lstStyle>
            <a:lvl1pPr algn="l">
              <a:defRPr sz="3000" b="1"/>
            </a:lvl1pPr>
          </a:lstStyle>
          <a:p>
            <a:r>
              <a:rPr lang="en-US"/>
              <a:t>Click to edit Master title style</a:t>
            </a:r>
            <a:endParaRPr lang="id-ID"/>
          </a:p>
        </p:txBody>
      </p:sp>
      <p:sp>
        <p:nvSpPr>
          <p:cNvPr id="3" name="Content Placeholder 2"/>
          <p:cNvSpPr>
            <a:spLocks noGrp="1"/>
          </p:cNvSpPr>
          <p:nvPr>
            <p:ph idx="1"/>
          </p:nvPr>
        </p:nvSpPr>
        <p:spPr>
          <a:xfrm>
            <a:off x="1907705" y="2564904"/>
            <a:ext cx="3168352" cy="3672408"/>
          </a:xfrm>
        </p:spPr>
        <p:txBody>
          <a:bodyPr/>
          <a:lstStyle>
            <a:lvl1pPr>
              <a:defRPr sz="2000"/>
            </a:lvl1pPr>
            <a:lvl2pPr>
              <a:defRPr sz="2000"/>
            </a:lvl2pPr>
            <a:lvl3pPr>
              <a:defRPr sz="20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Text Placeholder 3"/>
          <p:cNvSpPr>
            <a:spLocks noGrp="1"/>
          </p:cNvSpPr>
          <p:nvPr>
            <p:ph type="body" sz="half" idx="2"/>
          </p:nvPr>
        </p:nvSpPr>
        <p:spPr>
          <a:xfrm>
            <a:off x="5220072" y="2564904"/>
            <a:ext cx="3430017" cy="3672160"/>
          </a:xfrm>
        </p:spPr>
        <p:txBody>
          <a:bodyPr>
            <a:normAutofit/>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21617041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6884168" cy="566738"/>
          </a:xfrm>
        </p:spPr>
        <p:txBody>
          <a:bodyPr anchor="b"/>
          <a:lstStyle>
            <a:lvl1pPr algn="l">
              <a:defRPr sz="2000" b="1"/>
            </a:lvl1pPr>
          </a:lstStyle>
          <a:p>
            <a:r>
              <a:rPr lang="en-US"/>
              <a:t>Click to edit Master title style</a:t>
            </a:r>
            <a:endParaRPr lang="id-ID"/>
          </a:p>
        </p:txBody>
      </p:sp>
      <p:sp>
        <p:nvSpPr>
          <p:cNvPr id="3" name="Picture Placeholder 2"/>
          <p:cNvSpPr>
            <a:spLocks noGrp="1"/>
          </p:cNvSpPr>
          <p:nvPr>
            <p:ph type="pic" idx="1"/>
          </p:nvPr>
        </p:nvSpPr>
        <p:spPr>
          <a:xfrm>
            <a:off x="1792288" y="1916832"/>
            <a:ext cx="6884168" cy="281074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id-ID"/>
          </a:p>
        </p:txBody>
      </p:sp>
      <p:sp>
        <p:nvSpPr>
          <p:cNvPr id="4" name="Text Placeholder 3"/>
          <p:cNvSpPr>
            <a:spLocks noGrp="1"/>
          </p:cNvSpPr>
          <p:nvPr>
            <p:ph type="body" sz="half" idx="2"/>
          </p:nvPr>
        </p:nvSpPr>
        <p:spPr>
          <a:xfrm>
            <a:off x="1792288" y="5367338"/>
            <a:ext cx="6884168"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6" name="Footer Placeholder 5"/>
          <p:cNvSpPr>
            <a:spLocks noGrp="1"/>
          </p:cNvSpPr>
          <p:nvPr>
            <p:ph type="ftr" sz="quarter" idx="11"/>
          </p:nvPr>
        </p:nvSpPr>
        <p:spPr/>
        <p:txBody>
          <a:bodyPr/>
          <a:lstStyle/>
          <a:p>
            <a:endParaRPr lang="id-ID"/>
          </a:p>
        </p:txBody>
      </p:sp>
      <p:sp>
        <p:nvSpPr>
          <p:cNvPr id="7" name="Slide Number Placeholder 6"/>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31938146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a:p>
        </p:txBody>
      </p:sp>
      <p:sp>
        <p:nvSpPr>
          <p:cNvPr id="4" name="Date Placeholder 3"/>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6359690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484784"/>
            <a:ext cx="2057400" cy="4641379"/>
          </a:xfrm>
        </p:spPr>
        <p:txBody>
          <a:bodyPr vert="eaVert"/>
          <a:lstStyle/>
          <a:p>
            <a:r>
              <a:rPr lang="en-US"/>
              <a:t>Click to edit Master title style</a:t>
            </a:r>
            <a:endParaRPr lang="id-ID"/>
          </a:p>
        </p:txBody>
      </p:sp>
      <p:sp>
        <p:nvSpPr>
          <p:cNvPr id="3" name="Vertical Text Placeholder 2"/>
          <p:cNvSpPr>
            <a:spLocks noGrp="1"/>
          </p:cNvSpPr>
          <p:nvPr>
            <p:ph type="body" orient="vert" idx="1"/>
          </p:nvPr>
        </p:nvSpPr>
        <p:spPr>
          <a:xfrm>
            <a:off x="1043608" y="1484784"/>
            <a:ext cx="5433392" cy="46413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10"/>
          </p:nvPr>
        </p:nvSpPr>
        <p:spPr/>
        <p:txBody>
          <a:bodyPr/>
          <a:lstStyle/>
          <a:p>
            <a:fld id="{5EF9B71C-2D91-4D15-BAB7-ADA66F828B46}" type="datetimeFigureOut">
              <a:rPr lang="id-ID" smtClean="0"/>
              <a:pPr/>
              <a:t>12/08/2024</a:t>
            </a:fld>
            <a:endParaRPr lang="id-ID"/>
          </a:p>
        </p:txBody>
      </p:sp>
      <p:sp>
        <p:nvSpPr>
          <p:cNvPr id="5" name="Footer Placeholder 4"/>
          <p:cNvSpPr>
            <a:spLocks noGrp="1"/>
          </p:cNvSpPr>
          <p:nvPr>
            <p:ph type="ftr" sz="quarter" idx="11"/>
          </p:nvPr>
        </p:nvSpPr>
        <p:spPr/>
        <p:txBody>
          <a:bodyPr/>
          <a:lstStyle/>
          <a:p>
            <a:endParaRPr lang="id-ID"/>
          </a:p>
        </p:txBody>
      </p:sp>
      <p:sp>
        <p:nvSpPr>
          <p:cNvPr id="6" name="Slide Number Placeholder 5"/>
          <p:cNvSpPr>
            <a:spLocks noGrp="1"/>
          </p:cNvSpPr>
          <p:nvPr>
            <p:ph type="sldNum" sz="quarter" idx="12"/>
          </p:nvPr>
        </p:nvSpPr>
        <p:spPr/>
        <p:txBody>
          <a:bodyPr/>
          <a:lstStyle/>
          <a:p>
            <a:fld id="{F173735F-2667-4028-B606-D96AABD86FDB}" type="slidenum">
              <a:rPr lang="id-ID" smtClean="0"/>
              <a:pPr/>
              <a:t>‹#›</a:t>
            </a:fld>
            <a:endParaRPr lang="id-ID"/>
          </a:p>
        </p:txBody>
      </p:sp>
    </p:spTree>
    <p:extLst>
      <p:ext uri="{BB962C8B-B14F-4D97-AF65-F5344CB8AC3E}">
        <p14:creationId xmlns:p14="http://schemas.microsoft.com/office/powerpoint/2010/main" val="11887607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34D180A6-E04D-40B9-8FD6-10B3162206C7}"/>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3" name="Rectangle 5">
            <a:extLst>
              <a:ext uri="{FF2B5EF4-FFF2-40B4-BE49-F238E27FC236}">
                <a16:creationId xmlns:a16="http://schemas.microsoft.com/office/drawing/2014/main" id="{C9D1D73C-477D-4502-9100-7DEFF31BE7A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D5A3917C-ABA1-4205-9C6F-8ECC30BD49DC}"/>
              </a:ext>
            </a:extLst>
          </p:cNvPr>
          <p:cNvSpPr>
            <a:spLocks noGrp="1" noChangeArrowheads="1"/>
          </p:cNvSpPr>
          <p:nvPr>
            <p:ph type="sldNum" sz="quarter" idx="12"/>
          </p:nvPr>
        </p:nvSpPr>
        <p:spPr>
          <a:ln/>
        </p:spPr>
        <p:txBody>
          <a:bodyPr/>
          <a:lstStyle>
            <a:lvl1pPr>
              <a:defRPr/>
            </a:lvl1pPr>
          </a:lstStyle>
          <a:p>
            <a:pPr>
              <a:defRPr/>
            </a:pPr>
            <a:fld id="{367DCE57-501F-47E7-9E05-ECDA63CC724C}" type="slidenum">
              <a:rPr lang="en-US" altLang="id-ID"/>
              <a:pPr>
                <a:defRPr/>
              </a:pPr>
              <a:t>‹#›</a:t>
            </a:fld>
            <a:endParaRPr lang="en-US" altLang="id-ID"/>
          </a:p>
        </p:txBody>
      </p:sp>
    </p:spTree>
    <p:extLst>
      <p:ext uri="{BB962C8B-B14F-4D97-AF65-F5344CB8AC3E}">
        <p14:creationId xmlns:p14="http://schemas.microsoft.com/office/powerpoint/2010/main" val="959097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DCDB711-2C49-44A0-9D25-A95FEAF85423}"/>
              </a:ext>
            </a:extLst>
          </p:cNvPr>
          <p:cNvSpPr>
            <a:spLocks noGrp="1" noChangeArrowheads="1"/>
          </p:cNvSpPr>
          <p:nvPr>
            <p:ph type="dt" sz="half" idx="10"/>
          </p:nvPr>
        </p:nvSpPr>
        <p:spPr>
          <a:ln/>
        </p:spPr>
        <p:txBody>
          <a:bodyPr/>
          <a:lstStyle>
            <a:lvl1pPr>
              <a:defRPr/>
            </a:lvl1pPr>
          </a:lstStyle>
          <a:p>
            <a:pPr>
              <a:defRPr/>
            </a:pPr>
            <a:r>
              <a:rPr lang="en-US"/>
              <a:t>Bina Nusantara University</a:t>
            </a:r>
          </a:p>
        </p:txBody>
      </p:sp>
      <p:sp>
        <p:nvSpPr>
          <p:cNvPr id="5" name="Rectangle 5">
            <a:extLst>
              <a:ext uri="{FF2B5EF4-FFF2-40B4-BE49-F238E27FC236}">
                <a16:creationId xmlns:a16="http://schemas.microsoft.com/office/drawing/2014/main" id="{8A982AB8-5CBE-4A44-B7F4-7494E7A4698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AC24932-52A6-41F3-9123-D1A3E1C37798}"/>
              </a:ext>
            </a:extLst>
          </p:cNvPr>
          <p:cNvSpPr>
            <a:spLocks noGrp="1" noChangeArrowheads="1"/>
          </p:cNvSpPr>
          <p:nvPr>
            <p:ph type="sldNum" sz="quarter" idx="12"/>
          </p:nvPr>
        </p:nvSpPr>
        <p:spPr>
          <a:ln/>
        </p:spPr>
        <p:txBody>
          <a:bodyPr/>
          <a:lstStyle>
            <a:lvl1pPr>
              <a:defRPr/>
            </a:lvl1pPr>
          </a:lstStyle>
          <a:p>
            <a:pPr>
              <a:defRPr/>
            </a:pPr>
            <a:fld id="{CD27F960-0FDB-409C-86AA-66B6AD829EC2}" type="slidenum">
              <a:rPr lang="en-US" altLang="id-ID"/>
              <a:pPr>
                <a:defRPr/>
              </a:pPr>
              <a:t>‹#›</a:t>
            </a:fld>
            <a:endParaRPr lang="en-US" altLang="id-ID"/>
          </a:p>
        </p:txBody>
      </p:sp>
    </p:spTree>
    <p:extLst>
      <p:ext uri="{BB962C8B-B14F-4D97-AF65-F5344CB8AC3E}">
        <p14:creationId xmlns:p14="http://schemas.microsoft.com/office/powerpoint/2010/main" val="26576467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type 1">
    <p:spTree>
      <p:nvGrpSpPr>
        <p:cNvPr id="1" name=""/>
        <p:cNvGrpSpPr/>
        <p:nvPr/>
      </p:nvGrpSpPr>
      <p:grpSpPr>
        <a:xfrm>
          <a:off x="0" y="0"/>
          <a:ext cx="0" cy="0"/>
          <a:chOff x="0" y="0"/>
          <a:chExt cx="0" cy="0"/>
        </a:xfrm>
      </p:grpSpPr>
      <p:pic>
        <p:nvPicPr>
          <p:cNvPr id="26" name="BG Slide-01.jpg" descr="BG Slide-01.jpg">
            <a:extLst>
              <a:ext uri="{FF2B5EF4-FFF2-40B4-BE49-F238E27FC236}">
                <a16:creationId xmlns:a16="http://schemas.microsoft.com/office/drawing/2014/main" id="{2AB02847-5A77-D04F-9022-6161AA94A369}"/>
              </a:ext>
            </a:extLst>
          </p:cNvPr>
          <p:cNvPicPr>
            <a:picLocks noChangeAspect="1"/>
          </p:cNvPicPr>
          <p:nvPr userDrawn="1"/>
        </p:nvPicPr>
        <p:blipFill>
          <a:blip r:embed="rId2"/>
          <a:srcRect l="165" r="165"/>
          <a:stretch>
            <a:fillRect/>
          </a:stretch>
        </p:blipFill>
        <p:spPr>
          <a:xfrm>
            <a:off x="-32287" y="-28773"/>
            <a:ext cx="9190184" cy="6915547"/>
          </a:xfrm>
          <a:prstGeom prst="rect">
            <a:avLst/>
          </a:prstGeom>
          <a:ln w="12700">
            <a:miter lim="400000"/>
          </a:ln>
        </p:spPr>
      </p:pic>
      <p:sp>
        <p:nvSpPr>
          <p:cNvPr id="20" name="Rounded Rectangle">
            <a:extLst>
              <a:ext uri="{FF2B5EF4-FFF2-40B4-BE49-F238E27FC236}">
                <a16:creationId xmlns:a16="http://schemas.microsoft.com/office/drawing/2014/main" id="{2610CD5C-942F-BF48-875B-42FFCE146C9A}"/>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b="0" i="0" dirty="0">
              <a:latin typeface="Open Sans Light" pitchFamily="2" charset="0"/>
              <a:ea typeface="Open Sans Light" pitchFamily="2" charset="0"/>
              <a:cs typeface="Open Sans Light" pitchFamily="2" charset="0"/>
            </a:endParaRPr>
          </a:p>
        </p:txBody>
      </p:sp>
      <p:sp>
        <p:nvSpPr>
          <p:cNvPr id="9" name="Rounded Rectangle">
            <a:extLst>
              <a:ext uri="{FF2B5EF4-FFF2-40B4-BE49-F238E27FC236}">
                <a16:creationId xmlns:a16="http://schemas.microsoft.com/office/drawing/2014/main" id="{A398922F-A33B-3C44-AAA1-709DF0A7FE30}"/>
              </a:ext>
            </a:extLst>
          </p:cNvPr>
          <p:cNvSpPr/>
          <p:nvPr userDrawn="1"/>
        </p:nvSpPr>
        <p:spPr>
          <a:xfrm>
            <a:off x="4381500" y="5304280"/>
            <a:ext cx="381000" cy="44450"/>
          </a:xfrm>
          <a:prstGeom prst="roundRect">
            <a:avLst>
              <a:gd name="adj" fmla="val 50000"/>
            </a:avLst>
          </a:prstGeom>
          <a:solidFill>
            <a:srgbClr val="F08700"/>
          </a:solidFill>
          <a:ln w="12700">
            <a:miter lim="400000"/>
          </a:ln>
        </p:spPr>
        <p:txBody>
          <a:bodyPr lIns="19050" tIns="19050" rIns="19050" bIns="19050" anchor="ctr"/>
          <a:lstStyle/>
          <a:p>
            <a:pPr defTabSz="309534">
              <a:defRPr sz="3200">
                <a:solidFill>
                  <a:srgbClr val="FFFFFF"/>
                </a:solidFill>
                <a:latin typeface="Helvetica Neue Medium"/>
                <a:ea typeface="Helvetica Neue Medium"/>
                <a:cs typeface="Helvetica Neue Medium"/>
                <a:sym typeface="Helvetica Neue Medium"/>
              </a:defRPr>
            </a:pPr>
            <a:endParaRPr sz="1200" dirty="0">
              <a:latin typeface="Open Sans Light" pitchFamily="2" charset="0"/>
              <a:ea typeface="Open Sans Light" pitchFamily="2" charset="0"/>
              <a:cs typeface="Open Sans Light" pitchFamily="2" charset="0"/>
            </a:endParaRPr>
          </a:p>
        </p:txBody>
      </p:sp>
      <p:sp>
        <p:nvSpPr>
          <p:cNvPr id="23" name="Body Level One…">
            <a:extLst>
              <a:ext uri="{FF2B5EF4-FFF2-40B4-BE49-F238E27FC236}">
                <a16:creationId xmlns:a16="http://schemas.microsoft.com/office/drawing/2014/main" id="{DC9E4D2B-1303-D647-ADF8-BD63A36C3CA0}"/>
              </a:ext>
            </a:extLst>
          </p:cNvPr>
          <p:cNvSpPr txBox="1">
            <a:spLocks noGrp="1"/>
          </p:cNvSpPr>
          <p:nvPr>
            <p:ph type="body" sz="quarter" idx="1" hasCustomPrompt="1"/>
          </p:nvPr>
        </p:nvSpPr>
        <p:spPr>
          <a:xfrm>
            <a:off x="450504" y="3377425"/>
            <a:ext cx="8239126" cy="952500"/>
          </a:xfrm>
          <a:prstGeom prst="rect">
            <a:avLst/>
          </a:prstGeom>
        </p:spPr>
        <p:txBody>
          <a:bodyPr/>
          <a:lstStyle>
            <a:lvl1pPr marL="0" indent="0" algn="ctr" defTabSz="309534">
              <a:lnSpc>
                <a:spcPct val="100000"/>
              </a:lnSpc>
              <a:spcBef>
                <a:spcPts val="0"/>
              </a:spcBef>
              <a:buSzTx/>
              <a:buNone/>
              <a:defRPr kumimoji="0" sz="1875"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vl2pPr marL="0" indent="171435" defTabSz="309534">
              <a:lnSpc>
                <a:spcPct val="100000"/>
              </a:lnSpc>
              <a:spcBef>
                <a:spcPts val="0"/>
              </a:spcBef>
              <a:buSzTx/>
              <a:buNone/>
              <a:defRPr sz="2063" b="1"/>
            </a:lvl2pPr>
            <a:lvl3pPr marL="0" indent="342869" defTabSz="309534">
              <a:lnSpc>
                <a:spcPct val="100000"/>
              </a:lnSpc>
              <a:spcBef>
                <a:spcPts val="0"/>
              </a:spcBef>
              <a:buSzTx/>
              <a:buNone/>
              <a:defRPr sz="2063" b="1"/>
            </a:lvl3pPr>
            <a:lvl4pPr marL="0" indent="514303" defTabSz="309534">
              <a:lnSpc>
                <a:spcPct val="100000"/>
              </a:lnSpc>
              <a:spcBef>
                <a:spcPts val="0"/>
              </a:spcBef>
              <a:buSzTx/>
              <a:buNone/>
              <a:defRPr sz="2063" b="1"/>
            </a:lvl4pPr>
            <a:lvl5pPr marL="0" indent="685737" defTabSz="309534">
              <a:lnSpc>
                <a:spcPct val="100000"/>
              </a:lnSpc>
              <a:spcBef>
                <a:spcPts val="0"/>
              </a:spcBef>
              <a:buSzTx/>
              <a:buNone/>
              <a:defRPr sz="2063" b="1"/>
            </a:lvl5pPr>
          </a:lstStyle>
          <a:p>
            <a:r>
              <a:rPr dirty="0"/>
              <a:t>Presentation Subtitle</a:t>
            </a:r>
          </a:p>
          <a:p>
            <a:pPr lvl="4"/>
            <a:endParaRPr dirty="0"/>
          </a:p>
        </p:txBody>
      </p:sp>
      <p:sp>
        <p:nvSpPr>
          <p:cNvPr id="24" name="Presentation Title">
            <a:extLst>
              <a:ext uri="{FF2B5EF4-FFF2-40B4-BE49-F238E27FC236}">
                <a16:creationId xmlns:a16="http://schemas.microsoft.com/office/drawing/2014/main" id="{1323A2FB-C06C-AA47-AA40-00FC9E490C61}"/>
              </a:ext>
            </a:extLst>
          </p:cNvPr>
          <p:cNvSpPr txBox="1">
            <a:spLocks noGrp="1"/>
          </p:cNvSpPr>
          <p:nvPr>
            <p:ph type="title" hasCustomPrompt="1"/>
          </p:nvPr>
        </p:nvSpPr>
        <p:spPr>
          <a:xfrm>
            <a:off x="452436" y="1287496"/>
            <a:ext cx="8239127" cy="1958910"/>
          </a:xfrm>
          <a:prstGeom prst="rect">
            <a:avLst/>
          </a:prstGeom>
        </p:spPr>
        <p:txBody>
          <a:bodyPr anchor="b">
            <a:normAutofit/>
          </a:bodyPr>
          <a:lstStyle>
            <a:lvl1pPr algn="ctr">
              <a:defRPr kumimoji="0" sz="4500" b="0" i="0" u="none" strike="noStrike" cap="all" spc="0" normalizeH="0" baseline="0">
                <a:ln>
                  <a:noFill/>
                </a:ln>
                <a:solidFill>
                  <a:srgbClr val="FFFFFF"/>
                </a:solidFill>
                <a:effectLst/>
                <a:uFillTx/>
                <a:latin typeface="Open Sans Semibold"/>
                <a:ea typeface="Open Sans Semibold"/>
                <a:cs typeface="Open Sans Semibold"/>
                <a:sym typeface="Open Sans Semibold"/>
              </a:defRPr>
            </a:lvl1pPr>
          </a:lstStyle>
          <a:p>
            <a:r>
              <a:rPr lang="en-US" dirty="0"/>
              <a:t>Presentation</a:t>
            </a:r>
            <a:r>
              <a:rPr dirty="0"/>
              <a:t> </a:t>
            </a:r>
            <a:r>
              <a:rPr lang="en-US" dirty="0"/>
              <a:t>Title</a:t>
            </a:r>
            <a:endParaRPr dirty="0"/>
          </a:p>
        </p:txBody>
      </p:sp>
      <p:sp>
        <p:nvSpPr>
          <p:cNvPr id="2" name="Text Placeholder 2">
            <a:extLst>
              <a:ext uri="{FF2B5EF4-FFF2-40B4-BE49-F238E27FC236}">
                <a16:creationId xmlns:a16="http://schemas.microsoft.com/office/drawing/2014/main" id="{D6474C2C-5958-6F6B-1482-E67DED339DDC}"/>
              </a:ext>
            </a:extLst>
          </p:cNvPr>
          <p:cNvSpPr>
            <a:spLocks noGrp="1"/>
          </p:cNvSpPr>
          <p:nvPr>
            <p:ph type="body" sz="quarter" idx="11" hasCustomPrompt="1"/>
          </p:nvPr>
        </p:nvSpPr>
        <p:spPr>
          <a:xfrm>
            <a:off x="3771822" y="5769292"/>
            <a:ext cx="1579759" cy="372944"/>
          </a:xfrm>
        </p:spPr>
        <p:txBody>
          <a:bodyPr>
            <a:normAutofit/>
          </a:bodyPr>
          <a:lstStyle>
            <a:lvl1pPr marL="0" indent="0" algn="ctr">
              <a:buNone/>
              <a:defRPr kumimoji="0" lang="en-US" sz="750" b="0" i="0" u="none" strike="noStrike" cap="none" spc="0" normalizeH="0" baseline="0">
                <a:ln>
                  <a:noFill/>
                </a:ln>
                <a:solidFill>
                  <a:srgbClr val="FFFFFF"/>
                </a:solidFill>
                <a:effectLst/>
                <a:uFillTx/>
                <a:latin typeface="Open Sans Semibold"/>
                <a:ea typeface="Open Sans Semibold"/>
                <a:cs typeface="Open Sans Semibold"/>
                <a:sym typeface="Open Sans Semibold"/>
              </a:defRPr>
            </a:lvl1pPr>
          </a:lstStyle>
          <a:p>
            <a:pPr lvl="0"/>
            <a:r>
              <a:rPr lang="en-US" dirty="0"/>
              <a:t>Type your name</a:t>
            </a:r>
          </a:p>
        </p:txBody>
      </p:sp>
      <p:sp>
        <p:nvSpPr>
          <p:cNvPr id="4" name="UNIVERSITAS BINA NUSANTARA">
            <a:extLst>
              <a:ext uri="{FF2B5EF4-FFF2-40B4-BE49-F238E27FC236}">
                <a16:creationId xmlns:a16="http://schemas.microsoft.com/office/drawing/2014/main" id="{5DC7F27E-9CB9-099F-4DA7-367C6ADB411B}"/>
              </a:ext>
            </a:extLst>
          </p:cNvPr>
          <p:cNvSpPr txBox="1"/>
          <p:nvPr userDrawn="1"/>
        </p:nvSpPr>
        <p:spPr>
          <a:xfrm>
            <a:off x="3771822" y="5550412"/>
            <a:ext cx="1521250" cy="129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p>
            <a:pPr algn="l" defTabSz="308046">
              <a:lnSpc>
                <a:spcPct val="80000"/>
              </a:lnSpc>
              <a:defRPr sz="3600">
                <a:solidFill>
                  <a:srgbClr val="FFFFFF"/>
                </a:solidFill>
                <a:latin typeface="Open Sans Light"/>
                <a:ea typeface="Open Sans Light"/>
                <a:cs typeface="Open Sans Light"/>
                <a:sym typeface="Open Sans"/>
              </a:defRPr>
            </a:pPr>
            <a:r>
              <a:rPr lang="en-US" sz="1050" dirty="0"/>
              <a:t>SUBJECT MATTER EXPERT</a:t>
            </a:r>
            <a:endParaRPr sz="1050" b="1" dirty="0"/>
          </a:p>
        </p:txBody>
      </p:sp>
      <p:pic>
        <p:nvPicPr>
          <p:cNvPr id="5" name="Picture 4">
            <a:extLst>
              <a:ext uri="{FF2B5EF4-FFF2-40B4-BE49-F238E27FC236}">
                <a16:creationId xmlns:a16="http://schemas.microsoft.com/office/drawing/2014/main" id="{7D72B8CD-2B60-168D-460C-3FFD38B69D8E}"/>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a:xfrm>
            <a:off x="7614534" y="379104"/>
            <a:ext cx="1275884" cy="571501"/>
          </a:xfrm>
          <a:prstGeom prst="rect">
            <a:avLst/>
          </a:prstGeom>
        </p:spPr>
      </p:pic>
      <p:pic>
        <p:nvPicPr>
          <p:cNvPr id="7" name="Image" descr="Image">
            <a:extLst>
              <a:ext uri="{FF2B5EF4-FFF2-40B4-BE49-F238E27FC236}">
                <a16:creationId xmlns:a16="http://schemas.microsoft.com/office/drawing/2014/main" id="{69A49E29-524D-6392-0485-9DF63C0D6D3D}"/>
              </a:ext>
            </a:extLst>
          </p:cNvPr>
          <p:cNvPicPr>
            <a:picLocks noChangeAspect="1"/>
          </p:cNvPicPr>
          <p:nvPr userDrawn="1"/>
        </p:nvPicPr>
        <p:blipFill>
          <a:blip r:embed="rId4"/>
          <a:stretch>
            <a:fillRect/>
          </a:stretch>
        </p:blipFill>
        <p:spPr>
          <a:xfrm>
            <a:off x="287525" y="379104"/>
            <a:ext cx="985725" cy="571500"/>
          </a:xfrm>
          <a:prstGeom prst="rect">
            <a:avLst/>
          </a:prstGeom>
          <a:ln w="12700">
            <a:miter lim="400000"/>
          </a:ln>
        </p:spPr>
      </p:pic>
    </p:spTree>
    <p:extLst>
      <p:ext uri="{BB962C8B-B14F-4D97-AF65-F5344CB8AC3E}">
        <p14:creationId xmlns:p14="http://schemas.microsoft.com/office/powerpoint/2010/main" val="4235767227"/>
      </p:ext>
    </p:extLst>
  </p:cSld>
  <p:clrMapOvr>
    <a:masterClrMapping/>
  </p:clrMapOvr>
  <p:transition spd="med"/>
  <p:extLst>
    <p:ext uri="{DCECCB84-F9BA-43D5-87BE-67443E8EF086}">
      <p15:sldGuideLst xmlns:p15="http://schemas.microsoft.com/office/powerpoint/2012/main">
        <p15:guide id="1" orient="horz" pos="4320">
          <p15:clr>
            <a:srgbClr val="FBAE40"/>
          </p15:clr>
        </p15:guide>
        <p15:guide id="2" pos="76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4" name="Picture 1" descr="Background 02.jpg"/>
          <p:cNvPicPr>
            <a:picLocks noChangeAspect="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0" y="4764"/>
            <a:ext cx="9143999" cy="646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p:nvSpPr>
        <p:spPr>
          <a:xfrm>
            <a:off x="0" y="5157192"/>
            <a:ext cx="9143998" cy="1700808"/>
          </a:xfrm>
          <a:prstGeom prst="rect">
            <a:avLst/>
          </a:prstGeom>
          <a:solidFill>
            <a:srgbClr val="F7F7F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p>
        </p:txBody>
      </p:sp>
      <p:sp>
        <p:nvSpPr>
          <p:cNvPr id="2" name="Title Placeholder 1"/>
          <p:cNvSpPr>
            <a:spLocks noGrp="1"/>
          </p:cNvSpPr>
          <p:nvPr>
            <p:ph type="title"/>
          </p:nvPr>
        </p:nvSpPr>
        <p:spPr>
          <a:xfrm>
            <a:off x="1619672" y="1484784"/>
            <a:ext cx="7067128" cy="1143000"/>
          </a:xfrm>
          <a:prstGeom prst="rect">
            <a:avLst/>
          </a:prstGeom>
        </p:spPr>
        <p:txBody>
          <a:bodyPr vert="horz" lIns="91440" tIns="45720" rIns="91440" bIns="45720" rtlCol="0" anchor="ctr">
            <a:normAutofit/>
          </a:bodyPr>
          <a:lstStyle/>
          <a:p>
            <a:r>
              <a:rPr lang="en-US"/>
              <a:t>Click to edit Master title style</a:t>
            </a:r>
            <a:endParaRPr lang="id-ID" dirty="0"/>
          </a:p>
        </p:txBody>
      </p:sp>
      <p:sp>
        <p:nvSpPr>
          <p:cNvPr id="3" name="Text Placeholder 2"/>
          <p:cNvSpPr>
            <a:spLocks noGrp="1"/>
          </p:cNvSpPr>
          <p:nvPr>
            <p:ph type="body" idx="1"/>
          </p:nvPr>
        </p:nvSpPr>
        <p:spPr>
          <a:xfrm>
            <a:off x="1619672" y="2636912"/>
            <a:ext cx="7067128" cy="34892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d-ID" dirty="0"/>
          </a:p>
        </p:txBody>
      </p:sp>
      <p:sp>
        <p:nvSpPr>
          <p:cNvPr id="4" name="Date Placeholder 3"/>
          <p:cNvSpPr>
            <a:spLocks noGrp="1"/>
          </p:cNvSpPr>
          <p:nvPr>
            <p:ph type="dt" sz="half" idx="2"/>
          </p:nvPr>
        </p:nvSpPr>
        <p:spPr>
          <a:xfrm>
            <a:off x="457200" y="6453336"/>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F9B71C-2D91-4D15-BAB7-ADA66F828B46}" type="datetimeFigureOut">
              <a:rPr lang="id-ID" smtClean="0"/>
              <a:pPr/>
              <a:t>12/08/2024</a:t>
            </a:fld>
            <a:endParaRPr lang="id-ID"/>
          </a:p>
        </p:txBody>
      </p:sp>
      <p:sp>
        <p:nvSpPr>
          <p:cNvPr id="5" name="Footer Placeholder 4"/>
          <p:cNvSpPr>
            <a:spLocks noGrp="1"/>
          </p:cNvSpPr>
          <p:nvPr>
            <p:ph type="ftr" sz="quarter" idx="3"/>
          </p:nvPr>
        </p:nvSpPr>
        <p:spPr>
          <a:xfrm>
            <a:off x="3124200" y="6453336"/>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d-ID"/>
          </a:p>
        </p:txBody>
      </p:sp>
      <p:sp>
        <p:nvSpPr>
          <p:cNvPr id="6" name="Slide Number Placeholder 5"/>
          <p:cNvSpPr>
            <a:spLocks noGrp="1"/>
          </p:cNvSpPr>
          <p:nvPr>
            <p:ph type="sldNum" sz="quarter" idx="4"/>
          </p:nvPr>
        </p:nvSpPr>
        <p:spPr>
          <a:xfrm>
            <a:off x="6553200" y="6453336"/>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173735F-2667-4028-B606-D96AABD86FDB}" type="slidenum">
              <a:rPr lang="id-ID" smtClean="0"/>
              <a:pPr/>
              <a:t>‹#›</a:t>
            </a:fld>
            <a:endParaRPr lang="id-ID"/>
          </a:p>
        </p:txBody>
      </p:sp>
    </p:spTree>
    <p:extLst>
      <p:ext uri="{BB962C8B-B14F-4D97-AF65-F5344CB8AC3E}">
        <p14:creationId xmlns:p14="http://schemas.microsoft.com/office/powerpoint/2010/main" val="28189139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ctr" defTabSz="914400" rtl="0" eaLnBrk="1" latinLnBrk="0" hangingPunct="1">
        <a:spcBef>
          <a:spcPct val="0"/>
        </a:spcBef>
        <a:buNone/>
        <a:defRPr sz="3000" b="1" kern="1200">
          <a:solidFill>
            <a:srgbClr val="0079B8"/>
          </a:solidFill>
          <a:latin typeface="Open Sans"/>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Open Sans"/>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2.xml"/><Relationship Id="rId5" Type="http://schemas.openxmlformats.org/officeDocument/2006/relationships/image" Target="../media/image15.png"/><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1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2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2.xml"/><Relationship Id="rId5" Type="http://schemas.openxmlformats.org/officeDocument/2006/relationships/image" Target="../media/image55.png"/><Relationship Id="rId4" Type="http://schemas.openxmlformats.org/officeDocument/2006/relationships/image" Target="../media/image54.png"/></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2.xml"/><Relationship Id="rId4" Type="http://schemas.openxmlformats.org/officeDocument/2006/relationships/image" Target="../media/image60.png"/></Relationships>
</file>

<file path=ppt/slides/_rels/slide3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0F9371B-F92F-AED8-457A-F4BAE6779B8C}"/>
              </a:ext>
            </a:extLst>
          </p:cNvPr>
          <p:cNvSpPr>
            <a:spLocks noGrp="1"/>
          </p:cNvSpPr>
          <p:nvPr>
            <p:ph type="body" sz="quarter" idx="1"/>
          </p:nvPr>
        </p:nvSpPr>
        <p:spPr/>
        <p:txBody>
          <a:bodyPr/>
          <a:lstStyle/>
          <a:p>
            <a:r>
              <a:rPr lang="en-US" altLang="en-US" sz="2738" dirty="0">
                <a:solidFill>
                  <a:schemeClr val="bg1"/>
                </a:solidFill>
                <a:latin typeface="Arial" panose="020B0604020202020204" pitchFamily="34" charset="0"/>
              </a:rPr>
              <a:t>SCIE6063</a:t>
            </a:r>
          </a:p>
          <a:p>
            <a:r>
              <a:rPr lang="en-US" altLang="en-US" sz="2738" dirty="0">
                <a:solidFill>
                  <a:schemeClr val="bg1"/>
                </a:solidFill>
                <a:latin typeface="Arial" panose="020B0604020202020204" pitchFamily="34" charset="0"/>
              </a:rPr>
              <a:t>COMPUTATIONAL PHYSICS</a:t>
            </a:r>
          </a:p>
        </p:txBody>
      </p:sp>
      <p:sp>
        <p:nvSpPr>
          <p:cNvPr id="3" name="Title 2">
            <a:extLst>
              <a:ext uri="{FF2B5EF4-FFF2-40B4-BE49-F238E27FC236}">
                <a16:creationId xmlns:a16="http://schemas.microsoft.com/office/drawing/2014/main" id="{05C0E2BF-BBBC-BF27-4255-C5149D193112}"/>
              </a:ext>
            </a:extLst>
          </p:cNvPr>
          <p:cNvSpPr>
            <a:spLocks noGrp="1"/>
          </p:cNvSpPr>
          <p:nvPr>
            <p:ph type="title"/>
          </p:nvPr>
        </p:nvSpPr>
        <p:spPr/>
        <p:txBody>
          <a:bodyPr>
            <a:normAutofit/>
          </a:bodyPr>
          <a:lstStyle/>
          <a:p>
            <a:r>
              <a:rPr lang="en-AU" sz="3600" dirty="0"/>
              <a:t>Voltage and Current</a:t>
            </a:r>
            <a:br>
              <a:rPr lang="en-AU" sz="3422" dirty="0">
                <a:solidFill>
                  <a:schemeClr val="bg1"/>
                </a:solidFill>
              </a:rPr>
            </a:br>
            <a:r>
              <a:rPr lang="en-US" sz="2395" b="1" dirty="0">
                <a:solidFill>
                  <a:schemeClr val="bg1"/>
                </a:solidFill>
              </a:rPr>
              <a:t>Session  2-3</a:t>
            </a:r>
          </a:p>
        </p:txBody>
      </p:sp>
      <p:sp>
        <p:nvSpPr>
          <p:cNvPr id="4" name="Text Placeholder 3">
            <a:extLst>
              <a:ext uri="{FF2B5EF4-FFF2-40B4-BE49-F238E27FC236}">
                <a16:creationId xmlns:a16="http://schemas.microsoft.com/office/drawing/2014/main" id="{319DA326-32BB-7EBF-F49C-D0308881B79F}"/>
              </a:ext>
            </a:extLst>
          </p:cNvPr>
          <p:cNvSpPr>
            <a:spLocks noGrp="1"/>
          </p:cNvSpPr>
          <p:nvPr>
            <p:ph type="body" sz="quarter" idx="11"/>
          </p:nvPr>
        </p:nvSpPr>
        <p:spPr/>
        <p:txBody>
          <a:bodyPr/>
          <a:lstStyle/>
          <a:p>
            <a:r>
              <a:rPr lang="en-US" dirty="0"/>
              <a:t>June 2024</a:t>
            </a:r>
          </a:p>
        </p:txBody>
      </p:sp>
    </p:spTree>
    <p:extLst>
      <p:ext uri="{BB962C8B-B14F-4D97-AF65-F5344CB8AC3E}">
        <p14:creationId xmlns:p14="http://schemas.microsoft.com/office/powerpoint/2010/main" val="3807564589"/>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dirty="0"/>
              <a:t>Electric Potential</a:t>
            </a:r>
            <a:endParaRPr lang="id-ID" dirty="0"/>
          </a:p>
        </p:txBody>
      </p:sp>
    </p:spTree>
    <p:extLst>
      <p:ext uri="{BB962C8B-B14F-4D97-AF65-F5344CB8AC3E}">
        <p14:creationId xmlns:p14="http://schemas.microsoft.com/office/powerpoint/2010/main" val="758115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5">
            <a:extLst>
              <a:ext uri="{FF2B5EF4-FFF2-40B4-BE49-F238E27FC236}">
                <a16:creationId xmlns:a16="http://schemas.microsoft.com/office/drawing/2014/main" id="{CB987B09-0D69-4237-B84C-3A3E11370421}"/>
              </a:ext>
            </a:extLst>
          </p:cNvPr>
          <p:cNvSpPr>
            <a:spLocks noChangeArrowheads="1"/>
          </p:cNvSpPr>
          <p:nvPr/>
        </p:nvSpPr>
        <p:spPr bwMode="auto">
          <a:xfrm>
            <a:off x="1219200" y="1828800"/>
            <a:ext cx="771525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b="1" i="1" dirty="0">
                <a:solidFill>
                  <a:srgbClr val="002060"/>
                </a:solidFill>
                <a:latin typeface="Arial" panose="020B0604020202020204" pitchFamily="34" charset="0"/>
              </a:rPr>
              <a:t>Experimentally, physicists and engineers discovered that the electric force is conservative and thus has an associated electric potential energy.</a:t>
            </a:r>
          </a:p>
          <a:p>
            <a:pPr algn="just" eaLnBrk="1" hangingPunct="1">
              <a:spcBef>
                <a:spcPct val="0"/>
              </a:spcBef>
              <a:buFontTx/>
              <a:buNone/>
            </a:pPr>
            <a:endParaRPr lang="en-US" altLang="id-ID" b="1" i="1" dirty="0">
              <a:solidFill>
                <a:srgbClr val="002060"/>
              </a:solidFill>
              <a:latin typeface="Arial" panose="020B0604020202020204" pitchFamily="34" charset="0"/>
            </a:endParaRPr>
          </a:p>
          <a:p>
            <a:pPr algn="just" eaLnBrk="1" hangingPunct="1">
              <a:spcBef>
                <a:spcPct val="0"/>
              </a:spcBef>
              <a:buFontTx/>
              <a:buNone/>
            </a:pPr>
            <a:r>
              <a:rPr lang="en-US" altLang="id-ID" b="1" i="1" dirty="0">
                <a:solidFill>
                  <a:srgbClr val="002060"/>
                </a:solidFill>
                <a:latin typeface="Arial" panose="020B0604020202020204" pitchFamily="34" charset="0"/>
              </a:rPr>
              <a:t>The motivation for associating a potential energy with a force is that we can then apply the principle of the conservation of mechanical energy to closed systems involving the force.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Box 1">
            <a:extLst>
              <a:ext uri="{FF2B5EF4-FFF2-40B4-BE49-F238E27FC236}">
                <a16:creationId xmlns:a16="http://schemas.microsoft.com/office/drawing/2014/main" id="{6377EF3C-56DA-40B7-9AAE-C0A387B9743C}"/>
              </a:ext>
            </a:extLst>
          </p:cNvPr>
          <p:cNvSpPr txBox="1">
            <a:spLocks noChangeArrowheads="1"/>
          </p:cNvSpPr>
          <p:nvPr/>
        </p:nvSpPr>
        <p:spPr bwMode="auto">
          <a:xfrm>
            <a:off x="3546475" y="914400"/>
            <a:ext cx="41497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1. Electric Potential Energy</a:t>
            </a:r>
          </a:p>
        </p:txBody>
      </p:sp>
      <p:sp>
        <p:nvSpPr>
          <p:cNvPr id="7171" name="Rectangle 5">
            <a:extLst>
              <a:ext uri="{FF2B5EF4-FFF2-40B4-BE49-F238E27FC236}">
                <a16:creationId xmlns:a16="http://schemas.microsoft.com/office/drawing/2014/main" id="{339D808B-DC11-41D6-AD9F-492CE17717E6}"/>
              </a:ext>
            </a:extLst>
          </p:cNvPr>
          <p:cNvSpPr>
            <a:spLocks noChangeArrowheads="1"/>
          </p:cNvSpPr>
          <p:nvPr/>
        </p:nvSpPr>
        <p:spPr bwMode="auto">
          <a:xfrm>
            <a:off x="1066800" y="1600200"/>
            <a:ext cx="7696200" cy="49859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dirty="0">
                <a:latin typeface="Arial" panose="020B0604020202020204" pitchFamily="34" charset="0"/>
              </a:rPr>
              <a:t>When an electrostatic force acts between two or more charged particles within a system of particles, we can assign an electric potential energy </a:t>
            </a:r>
            <a:r>
              <a:rPr lang="en-US" altLang="id-ID" sz="1800" i="1" dirty="0">
                <a:latin typeface="Arial" panose="020B0604020202020204" pitchFamily="34" charset="0"/>
              </a:rPr>
              <a:t>U </a:t>
            </a:r>
            <a:r>
              <a:rPr lang="en-US" altLang="id-ID" sz="1800" dirty="0">
                <a:latin typeface="Arial" panose="020B0604020202020204" pitchFamily="34" charset="0"/>
              </a:rPr>
              <a:t>to the system</a:t>
            </a:r>
            <a:r>
              <a:rPr lang="en-US" altLang="id-ID" sz="1800" i="1" dirty="0">
                <a:latin typeface="Arial" panose="020B0604020202020204" pitchFamily="34" charset="0"/>
              </a:rPr>
              <a:t>.</a:t>
            </a: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r>
              <a:rPr lang="en-US" altLang="id-ID" sz="1800" dirty="0">
                <a:latin typeface="Arial" panose="020B0604020202020204" pitchFamily="34" charset="0"/>
              </a:rPr>
              <a:t>If the system changes its configuration from an initial state </a:t>
            </a:r>
            <a:r>
              <a:rPr lang="en-US" altLang="id-ID" sz="1800" i="1" dirty="0">
                <a:latin typeface="Arial" panose="020B0604020202020204" pitchFamily="34" charset="0"/>
              </a:rPr>
              <a:t>i </a:t>
            </a:r>
            <a:r>
              <a:rPr lang="en-US" altLang="id-ID" sz="1800" dirty="0">
                <a:latin typeface="Arial" panose="020B0604020202020204" pitchFamily="34" charset="0"/>
              </a:rPr>
              <a:t>to a different final state </a:t>
            </a:r>
            <a:r>
              <a:rPr lang="en-US" altLang="id-ID" sz="1800" i="1" dirty="0">
                <a:latin typeface="Arial" panose="020B0604020202020204" pitchFamily="34" charset="0"/>
              </a:rPr>
              <a:t>f, </a:t>
            </a:r>
            <a:r>
              <a:rPr lang="en-US" altLang="id-ID" sz="1800" dirty="0">
                <a:latin typeface="Arial" panose="020B0604020202020204" pitchFamily="34" charset="0"/>
              </a:rPr>
              <a:t>the electrostatic force does work </a:t>
            </a:r>
            <a:r>
              <a:rPr lang="en-US" altLang="id-ID" sz="1800" i="1" dirty="0">
                <a:latin typeface="Arial" panose="020B0604020202020204" pitchFamily="34" charset="0"/>
              </a:rPr>
              <a:t>W </a:t>
            </a:r>
            <a:r>
              <a:rPr lang="en-US" altLang="id-ID" sz="1800" dirty="0">
                <a:latin typeface="Arial" panose="020B0604020202020204" pitchFamily="34" charset="0"/>
              </a:rPr>
              <a:t>on the particles</a:t>
            </a:r>
            <a:r>
              <a:rPr lang="en-US" altLang="id-ID" sz="1800" i="1" dirty="0">
                <a:latin typeface="Arial" panose="020B0604020202020204" pitchFamily="34" charset="0"/>
              </a:rPr>
              <a:t>. </a:t>
            </a:r>
            <a:r>
              <a:rPr lang="en-US" altLang="id-ID" sz="1800" dirty="0">
                <a:latin typeface="Arial" panose="020B0604020202020204" pitchFamily="34" charset="0"/>
              </a:rPr>
              <a:t>If the resulting change is </a:t>
            </a:r>
            <a:r>
              <a:rPr lang="en-US" altLang="id-ID" sz="1800" dirty="0">
                <a:latin typeface="Symbol" panose="05050102010706020507" pitchFamily="18" charset="2"/>
              </a:rPr>
              <a:t>D</a:t>
            </a:r>
            <a:r>
              <a:rPr lang="en-US" altLang="id-ID" sz="1800" i="1" dirty="0">
                <a:latin typeface="Arial" panose="020B0604020202020204" pitchFamily="34" charset="0"/>
              </a:rPr>
              <a:t>U</a:t>
            </a:r>
            <a:r>
              <a:rPr lang="en-US" altLang="id-ID" sz="1800" dirty="0">
                <a:latin typeface="Arial" panose="020B0604020202020204" pitchFamily="34" charset="0"/>
              </a:rPr>
              <a:t>,</a:t>
            </a:r>
            <a:r>
              <a:rPr lang="en-US" altLang="id-ID" sz="1800" dirty="0">
                <a:latin typeface="Symbol" panose="05050102010706020507" pitchFamily="18" charset="2"/>
              </a:rPr>
              <a:t> </a:t>
            </a:r>
          </a:p>
          <a:p>
            <a:pPr algn="ctr" eaLnBrk="1" hangingPunct="1">
              <a:spcBef>
                <a:spcPct val="0"/>
              </a:spcBef>
              <a:buFontTx/>
              <a:buNone/>
            </a:pPr>
            <a:r>
              <a:rPr lang="en-US" altLang="id-ID" b="1" i="1" dirty="0">
                <a:solidFill>
                  <a:srgbClr val="002060"/>
                </a:solidFill>
                <a:latin typeface="Arial" panose="020B0604020202020204" pitchFamily="34" charset="0"/>
              </a:rPr>
              <a:t>ΔU = </a:t>
            </a:r>
            <a:r>
              <a:rPr lang="en-US" altLang="id-ID" b="1" i="1" dirty="0" err="1">
                <a:solidFill>
                  <a:srgbClr val="002060"/>
                </a:solidFill>
                <a:latin typeface="Arial" panose="020B0604020202020204" pitchFamily="34" charset="0"/>
              </a:rPr>
              <a:t>U</a:t>
            </a:r>
            <a:r>
              <a:rPr lang="en-US" altLang="id-ID" b="1" i="1" baseline="-25000" dirty="0" err="1">
                <a:solidFill>
                  <a:srgbClr val="002060"/>
                </a:solidFill>
                <a:latin typeface="Arial" panose="020B0604020202020204" pitchFamily="34" charset="0"/>
              </a:rPr>
              <a:t>f</a:t>
            </a:r>
            <a:r>
              <a:rPr lang="en-US" altLang="id-ID" b="1" i="1" dirty="0">
                <a:solidFill>
                  <a:srgbClr val="002060"/>
                </a:solidFill>
                <a:latin typeface="Arial" panose="020B0604020202020204" pitchFamily="34" charset="0"/>
              </a:rPr>
              <a:t> –U</a:t>
            </a:r>
            <a:r>
              <a:rPr lang="en-US" altLang="id-ID" b="1" i="1" baseline="-25000" dirty="0">
                <a:solidFill>
                  <a:srgbClr val="002060"/>
                </a:solidFill>
                <a:latin typeface="Arial" panose="020B0604020202020204" pitchFamily="34" charset="0"/>
              </a:rPr>
              <a:t>i</a:t>
            </a:r>
            <a:r>
              <a:rPr lang="en-US" altLang="id-ID" b="1" i="1" dirty="0">
                <a:solidFill>
                  <a:srgbClr val="002060"/>
                </a:solidFill>
                <a:latin typeface="Arial" panose="020B0604020202020204" pitchFamily="34" charset="0"/>
              </a:rPr>
              <a:t> = -W</a:t>
            </a:r>
            <a:endParaRPr lang="en-US" altLang="id-ID" i="1" dirty="0">
              <a:solidFill>
                <a:srgbClr val="002060"/>
              </a:solidFill>
              <a:latin typeface="Arial" panose="020B0604020202020204" pitchFamily="34" charset="0"/>
            </a:endParaRPr>
          </a:p>
          <a:p>
            <a:pPr eaLnBrk="1" hangingPunct="1">
              <a:spcBef>
                <a:spcPct val="0"/>
              </a:spcBef>
              <a:buFontTx/>
              <a:buNone/>
            </a:pPr>
            <a:endParaRPr lang="en-US" altLang="id-ID" sz="1800" b="1" dirty="0">
              <a:latin typeface="Arial" panose="020B0604020202020204" pitchFamily="34" charset="0"/>
            </a:endParaRPr>
          </a:p>
          <a:p>
            <a:pPr eaLnBrk="1" hangingPunct="1">
              <a:spcBef>
                <a:spcPct val="0"/>
              </a:spcBef>
              <a:buFontTx/>
              <a:buNone/>
            </a:pPr>
            <a:r>
              <a:rPr lang="en-US" altLang="id-ID" sz="1800" b="1" dirty="0">
                <a:latin typeface="Arial" panose="020B0604020202020204" pitchFamily="34" charset="0"/>
              </a:rPr>
              <a:t>As with other conservative forces, the work done by the electrostatic force is </a:t>
            </a:r>
            <a:r>
              <a:rPr lang="en-US" altLang="id-ID" sz="1800" b="1" i="1" dirty="0">
                <a:latin typeface="Arial" panose="020B0604020202020204" pitchFamily="34" charset="0"/>
              </a:rPr>
              <a:t>path independent.</a:t>
            </a:r>
          </a:p>
          <a:p>
            <a:pPr eaLnBrk="1" hangingPunct="1">
              <a:spcBef>
                <a:spcPct val="0"/>
              </a:spcBef>
              <a:buFontTx/>
              <a:buNone/>
            </a:pPr>
            <a:endParaRPr lang="en-US" altLang="id-ID" sz="1800" b="1" i="1" dirty="0">
              <a:latin typeface="Arial" panose="020B0604020202020204" pitchFamily="34" charset="0"/>
            </a:endParaRPr>
          </a:p>
          <a:p>
            <a:pPr eaLnBrk="1" hangingPunct="1">
              <a:spcBef>
                <a:spcPct val="0"/>
              </a:spcBef>
              <a:buFontTx/>
              <a:buNone/>
            </a:pPr>
            <a:r>
              <a:rPr lang="en-US" altLang="id-ID" sz="1800" dirty="0">
                <a:latin typeface="Arial" panose="020B0604020202020204" pitchFamily="34" charset="0"/>
              </a:rPr>
              <a:t>Usually the reference configuration of a system of charged particles is taken to be that in which the particles are all infinitely separated from one another. The corresponding reference potential energy is usually set be zero. Therefore, </a:t>
            </a:r>
          </a:p>
          <a:p>
            <a:pPr algn="ctr" eaLnBrk="1" hangingPunct="1">
              <a:spcBef>
                <a:spcPct val="0"/>
              </a:spcBef>
              <a:buFontTx/>
              <a:buNone/>
            </a:pPr>
            <a:r>
              <a:rPr lang="en-US" altLang="id-ID" sz="1800" b="1" dirty="0">
                <a:latin typeface="Arial" panose="020B0604020202020204" pitchFamily="34" charset="0"/>
              </a:rPr>
              <a:t>	</a:t>
            </a:r>
            <a:r>
              <a:rPr lang="en-US" altLang="id-ID" b="1" i="1" dirty="0">
                <a:solidFill>
                  <a:srgbClr val="002060"/>
                </a:solidFill>
                <a:latin typeface="Arial" panose="020B0604020202020204" pitchFamily="34" charset="0"/>
              </a:rPr>
              <a:t>U = -W</a:t>
            </a:r>
            <a:r>
              <a:rPr lang="en-US" altLang="id-ID" b="1" i="1" baseline="-25000" dirty="0">
                <a:solidFill>
                  <a:srgbClr val="002060"/>
                </a:solidFill>
                <a:latin typeface="Arial" panose="020B0604020202020204" pitchFamily="34" charset="0"/>
              </a:rPr>
              <a:t>∞</a:t>
            </a:r>
            <a:endParaRPr lang="en-US" altLang="id-ID" sz="1800" i="1" dirty="0">
              <a:solidFill>
                <a:srgbClr val="002060"/>
              </a:solidFill>
              <a:latin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40D5B0-C05A-42A9-909F-4DB4F7DBC9CA}"/>
              </a:ext>
            </a:extLst>
          </p:cNvPr>
          <p:cNvSpPr>
            <a:spLocks noGrp="1"/>
          </p:cNvSpPr>
          <p:nvPr>
            <p:ph type="dt" sz="quarter" idx="10"/>
          </p:nvPr>
        </p:nvSpPr>
        <p:spPr/>
        <p:txBody>
          <a:bodyPr/>
          <a:lstStyle/>
          <a:p>
            <a:pPr>
              <a:defRPr/>
            </a:pPr>
            <a:r>
              <a:rPr lang="en-US"/>
              <a:t>Bina Nusantara University</a:t>
            </a:r>
          </a:p>
        </p:txBody>
      </p:sp>
      <p:sp>
        <p:nvSpPr>
          <p:cNvPr id="8195" name="Slide Number Placeholder 2">
            <a:extLst>
              <a:ext uri="{FF2B5EF4-FFF2-40B4-BE49-F238E27FC236}">
                <a16:creationId xmlns:a16="http://schemas.microsoft.com/office/drawing/2014/main" id="{15BDA8D7-473A-4B34-9B9F-DC070B06D33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7AD83E7-B967-4F61-B92A-D37509A80127}" type="slidenum">
              <a:rPr lang="en-US" altLang="id-ID" sz="1400" smtClean="0"/>
              <a:pPr>
                <a:spcBef>
                  <a:spcPct val="0"/>
                </a:spcBef>
                <a:buFontTx/>
                <a:buNone/>
              </a:pPr>
              <a:t>5</a:t>
            </a:fld>
            <a:endParaRPr lang="en-US" altLang="id-ID" sz="1400"/>
          </a:p>
        </p:txBody>
      </p:sp>
      <p:pic>
        <p:nvPicPr>
          <p:cNvPr id="8196" name="Picture 4">
            <a:extLst>
              <a:ext uri="{FF2B5EF4-FFF2-40B4-BE49-F238E27FC236}">
                <a16:creationId xmlns:a16="http://schemas.microsoft.com/office/drawing/2014/main" id="{1B30D954-7484-4ED2-B5F6-50BDA4BDB1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1676400"/>
            <a:ext cx="772115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7" name="TextBox 3">
            <a:extLst>
              <a:ext uri="{FF2B5EF4-FFF2-40B4-BE49-F238E27FC236}">
                <a16:creationId xmlns:a16="http://schemas.microsoft.com/office/drawing/2014/main" id="{121143C8-B2B5-43A2-B3E4-511874E762FF}"/>
              </a:ext>
            </a:extLst>
          </p:cNvPr>
          <p:cNvSpPr txBox="1">
            <a:spLocks noChangeArrowheads="1"/>
          </p:cNvSpPr>
          <p:nvPr/>
        </p:nvSpPr>
        <p:spPr bwMode="auto">
          <a:xfrm>
            <a:off x="2747962" y="144463"/>
            <a:ext cx="631983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solidFill>
                  <a:srgbClr val="FF3300"/>
                </a:solidFill>
                <a:latin typeface="Times New Roman" panose="02020603050405020304" pitchFamily="18" charset="0"/>
              </a:rPr>
              <a:t>Example, Work and potential energy in an electric field: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Box 1">
            <a:extLst>
              <a:ext uri="{FF2B5EF4-FFF2-40B4-BE49-F238E27FC236}">
                <a16:creationId xmlns:a16="http://schemas.microsoft.com/office/drawing/2014/main" id="{E160CCB9-13B5-4E6E-8521-71EC05ECA351}"/>
              </a:ext>
            </a:extLst>
          </p:cNvPr>
          <p:cNvSpPr txBox="1">
            <a:spLocks noChangeArrowheads="1"/>
          </p:cNvSpPr>
          <p:nvPr/>
        </p:nvSpPr>
        <p:spPr bwMode="auto">
          <a:xfrm>
            <a:off x="4191000" y="762000"/>
            <a:ext cx="31242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2. Electric Potential</a:t>
            </a:r>
          </a:p>
        </p:txBody>
      </p:sp>
      <p:grpSp>
        <p:nvGrpSpPr>
          <p:cNvPr id="9219" name="Group 15">
            <a:extLst>
              <a:ext uri="{FF2B5EF4-FFF2-40B4-BE49-F238E27FC236}">
                <a16:creationId xmlns:a16="http://schemas.microsoft.com/office/drawing/2014/main" id="{3CC20949-6BB3-4544-999B-0223BF3E884E}"/>
              </a:ext>
            </a:extLst>
          </p:cNvPr>
          <p:cNvGrpSpPr>
            <a:grpSpLocks/>
          </p:cNvGrpSpPr>
          <p:nvPr/>
        </p:nvGrpSpPr>
        <p:grpSpPr bwMode="auto">
          <a:xfrm>
            <a:off x="914400" y="1429186"/>
            <a:ext cx="8229600" cy="4708981"/>
            <a:chOff x="892721" y="245824"/>
            <a:chExt cx="8702567" cy="4921525"/>
          </a:xfrm>
        </p:grpSpPr>
        <p:sp>
          <p:nvSpPr>
            <p:cNvPr id="9222" name="Rectangle 9">
              <a:extLst>
                <a:ext uri="{FF2B5EF4-FFF2-40B4-BE49-F238E27FC236}">
                  <a16:creationId xmlns:a16="http://schemas.microsoft.com/office/drawing/2014/main" id="{5B6F6367-6696-464F-9F10-6457C387E5D4}"/>
                </a:ext>
              </a:extLst>
            </p:cNvPr>
            <p:cNvSpPr>
              <a:spLocks noChangeArrowheads="1"/>
            </p:cNvSpPr>
            <p:nvPr/>
          </p:nvSpPr>
          <p:spPr bwMode="auto">
            <a:xfrm>
              <a:off x="892721" y="245824"/>
              <a:ext cx="8702567" cy="492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dirty="0">
                  <a:latin typeface="Arial" panose="020B0604020202020204" pitchFamily="34" charset="0"/>
                </a:rPr>
                <a:t>The potential energy per unit charge at a point in an electric field is called the electric potential </a:t>
              </a:r>
              <a:r>
                <a:rPr lang="en-US" altLang="id-ID" sz="2000" i="1" dirty="0">
                  <a:latin typeface="Arial" panose="020B0604020202020204" pitchFamily="34" charset="0"/>
                </a:rPr>
                <a:t>V (or simply the potential) </a:t>
              </a:r>
            </a:p>
            <a:p>
              <a:pPr eaLnBrk="1" hangingPunct="1">
                <a:spcBef>
                  <a:spcPct val="0"/>
                </a:spcBef>
                <a:buFontTx/>
                <a:buNone/>
              </a:pPr>
              <a:endParaRPr lang="en-US" altLang="id-ID" sz="2000" i="1" dirty="0">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at that point. This is a scalar quantity. Thus</a:t>
              </a:r>
              <a:r>
                <a:rPr lang="en-US" altLang="id-ID" sz="2000" b="1" dirty="0">
                  <a:latin typeface="Arial" panose="020B0604020202020204" pitchFamily="34" charset="0"/>
                </a:rPr>
                <a:t>, </a:t>
              </a:r>
              <a:r>
                <a:rPr lang="en-US" altLang="id-ID" sz="2000" dirty="0">
                  <a:solidFill>
                    <a:srgbClr val="0070C0"/>
                  </a:solidFill>
                  <a:latin typeface="Arial" panose="020B0604020202020204" pitchFamily="34" charset="0"/>
                </a:rPr>
                <a:t>	</a:t>
              </a:r>
            </a:p>
            <a:p>
              <a:pPr eaLnBrk="1" hangingPunct="1">
                <a:spcBef>
                  <a:spcPct val="0"/>
                </a:spcBef>
                <a:buFontTx/>
                <a:buNone/>
              </a:pPr>
              <a:endParaRPr lang="en-US" altLang="id-ID" sz="2000" dirty="0">
                <a:solidFill>
                  <a:srgbClr val="0070C0"/>
                </a:solidFill>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The </a:t>
              </a:r>
              <a:r>
                <a:rPr lang="en-US" altLang="id-ID" sz="2000" i="1" dirty="0">
                  <a:latin typeface="Arial" panose="020B0604020202020204" pitchFamily="34" charset="0"/>
                </a:rPr>
                <a:t>electric potential difference V </a:t>
              </a:r>
              <a:r>
                <a:rPr lang="en-US" altLang="id-ID" sz="2000" dirty="0">
                  <a:latin typeface="Arial" panose="020B0604020202020204" pitchFamily="34" charset="0"/>
                </a:rPr>
                <a:t>between any two points </a:t>
              </a:r>
              <a:r>
                <a:rPr lang="en-US" altLang="id-ID" sz="2000" i="1" dirty="0">
                  <a:latin typeface="Arial" panose="020B0604020202020204" pitchFamily="34" charset="0"/>
                </a:rPr>
                <a:t>i</a:t>
              </a:r>
              <a:r>
                <a:rPr lang="en-US" altLang="id-ID" sz="2000" dirty="0">
                  <a:latin typeface="Arial" panose="020B0604020202020204" pitchFamily="34" charset="0"/>
                </a:rPr>
                <a:t> and </a:t>
              </a:r>
              <a:r>
                <a:rPr lang="en-US" altLang="id-ID" sz="2000" i="1" dirty="0">
                  <a:latin typeface="Arial" panose="020B0604020202020204" pitchFamily="34" charset="0"/>
                </a:rPr>
                <a:t>f</a:t>
              </a:r>
              <a:r>
                <a:rPr lang="en-US" altLang="id-ID" sz="2000" dirty="0">
                  <a:latin typeface="Arial" panose="020B0604020202020204" pitchFamily="34" charset="0"/>
                </a:rPr>
                <a:t> in an electric field is equal to the difference in potential energy per unit charge between the two points. Thus,</a:t>
              </a:r>
            </a:p>
            <a:p>
              <a:pPr eaLnBrk="1" hangingPunct="1">
                <a:spcBef>
                  <a:spcPct val="0"/>
                </a:spcBef>
                <a:buFontTx/>
                <a:buNone/>
              </a:pPr>
              <a:endParaRPr lang="en-US" altLang="id-ID" sz="2000" dirty="0">
                <a:solidFill>
                  <a:srgbClr val="0070C0"/>
                </a:solidFill>
                <a:latin typeface="Arial" panose="020B0604020202020204" pitchFamily="34" charset="0"/>
              </a:endParaRPr>
            </a:p>
            <a:p>
              <a:pPr eaLnBrk="1" hangingPunct="1">
                <a:spcBef>
                  <a:spcPct val="0"/>
                </a:spcBef>
                <a:buFontTx/>
                <a:buNone/>
              </a:pPr>
              <a:endParaRPr lang="en-US" altLang="id-ID" sz="2000" dirty="0">
                <a:solidFill>
                  <a:srgbClr val="0070C0"/>
                </a:solidFill>
                <a:latin typeface="Arial" panose="020B0604020202020204" pitchFamily="34" charset="0"/>
              </a:endParaRPr>
            </a:p>
            <a:p>
              <a:pPr eaLnBrk="1" hangingPunct="1">
                <a:spcBef>
                  <a:spcPct val="0"/>
                </a:spcBef>
                <a:buFontTx/>
                <a:buNone/>
              </a:pPr>
              <a:endParaRPr lang="en-US" altLang="id-ID" sz="2000" dirty="0">
                <a:solidFill>
                  <a:srgbClr val="0070C0"/>
                </a:solidFill>
                <a:latin typeface="Arial" panose="020B0604020202020204" pitchFamily="34" charset="0"/>
              </a:endParaRPr>
            </a:p>
            <a:p>
              <a:pPr eaLnBrk="1" hangingPunct="1">
                <a:spcBef>
                  <a:spcPct val="0"/>
                </a:spcBef>
                <a:buFontTx/>
                <a:buNone/>
              </a:pPr>
              <a:endParaRPr lang="en-US" altLang="id-ID" sz="2000" dirty="0">
                <a:solidFill>
                  <a:srgbClr val="0070C0"/>
                </a:solidFill>
                <a:latin typeface="Arial" panose="020B0604020202020204" pitchFamily="34" charset="0"/>
              </a:endParaRPr>
            </a:p>
            <a:p>
              <a:pPr eaLnBrk="1" hangingPunct="1">
                <a:spcBef>
                  <a:spcPct val="0"/>
                </a:spcBef>
                <a:buFontTx/>
                <a:buNone/>
              </a:pPr>
              <a:r>
                <a:rPr lang="en-US" altLang="id-ID" sz="2000" dirty="0">
                  <a:latin typeface="Arial" panose="020B0604020202020204" pitchFamily="34" charset="0"/>
                </a:rPr>
                <a:t>The potential difference between two points is thus the negative of the work done by the </a:t>
              </a:r>
              <a:r>
                <a:rPr lang="en-US" altLang="id-ID" sz="2000" b="1" i="1" dirty="0">
                  <a:solidFill>
                    <a:srgbClr val="002060"/>
                  </a:solidFill>
                  <a:latin typeface="Arial" panose="020B0604020202020204" pitchFamily="34" charset="0"/>
                </a:rPr>
                <a:t>electrostatic force </a:t>
              </a:r>
              <a:r>
                <a:rPr lang="en-US" altLang="id-ID" sz="2000" dirty="0">
                  <a:latin typeface="Arial" panose="020B0604020202020204" pitchFamily="34" charset="0"/>
                </a:rPr>
                <a:t>to move a unit charge from one point to the other.</a:t>
              </a:r>
              <a:endParaRPr lang="en-US" altLang="id-ID" sz="2000" dirty="0">
                <a:solidFill>
                  <a:srgbClr val="0070C0"/>
                </a:solidFill>
                <a:latin typeface="Arial" panose="020B0604020202020204" pitchFamily="34" charset="0"/>
              </a:endParaRPr>
            </a:p>
          </p:txBody>
        </p:sp>
        <p:pic>
          <p:nvPicPr>
            <p:cNvPr id="9227" name="Picture 11">
              <a:extLst>
                <a:ext uri="{FF2B5EF4-FFF2-40B4-BE49-F238E27FC236}">
                  <a16:creationId xmlns:a16="http://schemas.microsoft.com/office/drawing/2014/main" id="{95FB680B-69BD-496E-9661-CC4DEC9B2A1E}"/>
                </a:ext>
              </a:extLst>
            </p:cNvPr>
            <p:cNvPicPr>
              <a:picLocks noChangeAspect="1" noChangeArrowheads="1"/>
            </p:cNvPicPr>
            <p:nvPr/>
          </p:nvPicPr>
          <p:blipFill>
            <a:blip r:embed="rId2" cstate="print">
              <a:duotone>
                <a:prstClr val="black"/>
                <a:schemeClr val="accent6">
                  <a:lumMod val="20000"/>
                  <a:lumOff val="80000"/>
                  <a:tint val="45000"/>
                  <a:satMod val="400000"/>
                </a:schemeClr>
              </a:duotone>
            </a:blip>
            <a:srcRect/>
            <a:stretch>
              <a:fillRect/>
            </a:stretch>
          </p:blipFill>
          <p:spPr bwMode="auto">
            <a:xfrm>
              <a:off x="1163977" y="3147828"/>
              <a:ext cx="3568594" cy="716755"/>
            </a:xfrm>
            <a:prstGeom prst="rect">
              <a:avLst/>
            </a:prstGeom>
            <a:noFill/>
            <a:ln w="9525">
              <a:noFill/>
              <a:miter lim="800000"/>
              <a:headEnd/>
              <a:tailEnd/>
            </a:ln>
          </p:spPr>
        </p:pic>
        <p:pic>
          <p:nvPicPr>
            <p:cNvPr id="9228" name="Picture 12">
              <a:extLst>
                <a:ext uri="{FF2B5EF4-FFF2-40B4-BE49-F238E27FC236}">
                  <a16:creationId xmlns:a16="http://schemas.microsoft.com/office/drawing/2014/main" id="{0581F511-F998-4FA0-8658-5B85524CB323}"/>
                </a:ext>
              </a:extLst>
            </p:cNvPr>
            <p:cNvPicPr>
              <a:picLocks noChangeAspect="1" noChangeArrowheads="1"/>
            </p:cNvPicPr>
            <p:nvPr/>
          </p:nvPicPr>
          <p:blipFill>
            <a:blip r:embed="rId3" cstate="print">
              <a:duotone>
                <a:prstClr val="black"/>
                <a:schemeClr val="accent6">
                  <a:lumMod val="20000"/>
                  <a:lumOff val="80000"/>
                  <a:tint val="45000"/>
                  <a:satMod val="400000"/>
                </a:schemeClr>
              </a:duotone>
            </a:blip>
            <a:srcRect l="28333"/>
            <a:stretch>
              <a:fillRect/>
            </a:stretch>
          </p:blipFill>
          <p:spPr bwMode="auto">
            <a:xfrm>
              <a:off x="5195238" y="3147828"/>
              <a:ext cx="3902849" cy="780863"/>
            </a:xfrm>
            <a:prstGeom prst="rect">
              <a:avLst/>
            </a:prstGeom>
            <a:noFill/>
            <a:ln w="9525">
              <a:noFill/>
              <a:miter lim="800000"/>
              <a:headEnd/>
              <a:tailEnd/>
            </a:ln>
          </p:spPr>
        </p:pic>
      </p:grpSp>
      <p:sp>
        <p:nvSpPr>
          <p:cNvPr id="9220" name="Rectangle 9">
            <a:extLst>
              <a:ext uri="{FF2B5EF4-FFF2-40B4-BE49-F238E27FC236}">
                <a16:creationId xmlns:a16="http://schemas.microsoft.com/office/drawing/2014/main" id="{1BA992DD-9656-44C4-B642-7F492DC33B4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9221" name="Picture 8">
            <a:extLst>
              <a:ext uri="{FF2B5EF4-FFF2-40B4-BE49-F238E27FC236}">
                <a16:creationId xmlns:a16="http://schemas.microsoft.com/office/drawing/2014/main" id="{DC0D3F31-44E5-4904-9434-83C9D4076E53}"/>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19800" y="2209800"/>
            <a:ext cx="985838" cy="7538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C88188D-E53F-4C3B-A87D-9582D9E0DF65}"/>
              </a:ext>
            </a:extLst>
          </p:cNvPr>
          <p:cNvSpPr>
            <a:spLocks noGrp="1"/>
          </p:cNvSpPr>
          <p:nvPr>
            <p:ph type="dt" sz="quarter" idx="10"/>
          </p:nvPr>
        </p:nvSpPr>
        <p:spPr>
          <a:xfrm>
            <a:off x="903288" y="1285875"/>
            <a:ext cx="8545512" cy="5427663"/>
          </a:xfrm>
        </p:spPr>
        <p:txBody>
          <a:bodyPr/>
          <a:lstStyle/>
          <a:p>
            <a:pPr>
              <a:defRPr/>
            </a:pPr>
            <a:r>
              <a:rPr lang="en-US" sz="2400" b="1" dirty="0"/>
              <a:t>If we set </a:t>
            </a:r>
            <a:r>
              <a:rPr lang="en-US" sz="2400" b="1" i="1" dirty="0"/>
              <a:t>U</a:t>
            </a:r>
            <a:r>
              <a:rPr lang="en-US" sz="2400" b="1" i="1" baseline="-25000" dirty="0"/>
              <a:t>i</a:t>
            </a:r>
            <a:r>
              <a:rPr lang="en-US" sz="2400" b="1" i="1" dirty="0"/>
              <a:t> =0 </a:t>
            </a:r>
            <a:r>
              <a:rPr lang="en-US" sz="2400" b="1" dirty="0"/>
              <a:t>at infinity as our reference potential energy, then the electric potential V must also be zero there. </a:t>
            </a:r>
          </a:p>
          <a:p>
            <a:pPr>
              <a:defRPr/>
            </a:pPr>
            <a:r>
              <a:rPr lang="en-US" sz="2400" b="1" dirty="0"/>
              <a:t>Therefore, the electric potential at any point in an electric field can be defined to be :</a:t>
            </a:r>
          </a:p>
          <a:p>
            <a:pPr>
              <a:defRPr/>
            </a:pPr>
            <a:endParaRPr lang="en-US" sz="2400" b="1" dirty="0"/>
          </a:p>
          <a:p>
            <a:pPr>
              <a:defRPr/>
            </a:pPr>
            <a:endParaRPr lang="en-US" sz="2400" b="1" dirty="0"/>
          </a:p>
          <a:p>
            <a:pPr>
              <a:defRPr/>
            </a:pPr>
            <a:endParaRPr lang="en-US" sz="2400" b="1" dirty="0"/>
          </a:p>
          <a:p>
            <a:pPr>
              <a:defRPr/>
            </a:pPr>
            <a:r>
              <a:rPr lang="en-US" sz="2400" b="1" dirty="0"/>
              <a:t>Here </a:t>
            </a:r>
            <a:r>
              <a:rPr lang="en-US" sz="2400" b="1" i="1" dirty="0"/>
              <a:t>W</a:t>
            </a:r>
            <a:r>
              <a:rPr lang="en-US" sz="2400" b="1" i="1" baseline="-25000" dirty="0"/>
              <a:t>∞</a:t>
            </a:r>
            <a:r>
              <a:rPr lang="en-US" sz="2400" b="1" dirty="0"/>
              <a:t> is the work done by the electric field on a charged particle as that particle moves in from infinity to point </a:t>
            </a:r>
            <a:r>
              <a:rPr lang="en-US" sz="2400" b="1" i="1" dirty="0"/>
              <a:t>f</a:t>
            </a:r>
            <a:r>
              <a:rPr lang="en-US" sz="2400" b="1" dirty="0"/>
              <a:t>.</a:t>
            </a:r>
          </a:p>
          <a:p>
            <a:pPr>
              <a:defRPr/>
            </a:pPr>
            <a:endParaRPr lang="en-US" sz="1000" b="1" dirty="0"/>
          </a:p>
          <a:p>
            <a:pPr>
              <a:defRPr/>
            </a:pPr>
            <a:r>
              <a:rPr lang="en-US" sz="2400" b="1" dirty="0"/>
              <a:t>The SI unit for potential is the joule per coulomb. This combination is called the </a:t>
            </a:r>
            <a:r>
              <a:rPr lang="en-US" sz="2400" b="1" i="1" dirty="0"/>
              <a:t>volt (abbreviated V). </a:t>
            </a:r>
          </a:p>
          <a:p>
            <a:pPr>
              <a:defRPr/>
            </a:pPr>
            <a:r>
              <a:rPr lang="en-US" sz="2400" b="1" i="1" dirty="0"/>
              <a:t> 	</a:t>
            </a:r>
            <a:r>
              <a:rPr lang="en-US" sz="2800" b="1" i="1" dirty="0">
                <a:solidFill>
                  <a:srgbClr val="002060"/>
                </a:solidFill>
              </a:rPr>
              <a:t>1 volt = 1 joule per coulomb</a:t>
            </a:r>
            <a:endParaRPr lang="en-US" sz="2800" b="1" dirty="0">
              <a:solidFill>
                <a:srgbClr val="002060"/>
              </a:solidFill>
            </a:endParaRPr>
          </a:p>
        </p:txBody>
      </p:sp>
      <p:sp>
        <p:nvSpPr>
          <p:cNvPr id="10243" name="Slide Number Placeholder 2">
            <a:extLst>
              <a:ext uri="{FF2B5EF4-FFF2-40B4-BE49-F238E27FC236}">
                <a16:creationId xmlns:a16="http://schemas.microsoft.com/office/drawing/2014/main" id="{66AA27CB-C520-48BF-9E8D-3C4CB45CBD17}"/>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B534B2F8-47BE-4CDC-80EE-E25E42123985}" type="slidenum">
              <a:rPr lang="en-US" altLang="id-ID" sz="1400" smtClean="0"/>
              <a:pPr>
                <a:spcBef>
                  <a:spcPct val="0"/>
                </a:spcBef>
                <a:buFontTx/>
                <a:buNone/>
              </a:pPr>
              <a:t>7</a:t>
            </a:fld>
            <a:endParaRPr lang="en-US" altLang="id-ID" sz="1400"/>
          </a:p>
        </p:txBody>
      </p:sp>
      <p:sp>
        <p:nvSpPr>
          <p:cNvPr id="10244" name="Rectangle 7">
            <a:extLst>
              <a:ext uri="{FF2B5EF4-FFF2-40B4-BE49-F238E27FC236}">
                <a16:creationId xmlns:a16="http://schemas.microsoft.com/office/drawing/2014/main" id="{7B5FA577-4539-43A3-AEE5-A921E8F2E0F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0245" name="Picture 6">
            <a:extLst>
              <a:ext uri="{FF2B5EF4-FFF2-40B4-BE49-F238E27FC236}">
                <a16:creationId xmlns:a16="http://schemas.microsoft.com/office/drawing/2014/main" id="{CB5255B7-1C4F-4F99-92D1-5236227A59C0}"/>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76400" y="3276600"/>
            <a:ext cx="55721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6" name="Rectangle 5">
            <a:extLst>
              <a:ext uri="{FF2B5EF4-FFF2-40B4-BE49-F238E27FC236}">
                <a16:creationId xmlns:a16="http://schemas.microsoft.com/office/drawing/2014/main" id="{21D6976B-5E9E-4BE5-8FB3-E31267311537}"/>
              </a:ext>
            </a:extLst>
          </p:cNvPr>
          <p:cNvSpPr>
            <a:spLocks noChangeArrowheads="1"/>
          </p:cNvSpPr>
          <p:nvPr/>
        </p:nvSpPr>
        <p:spPr bwMode="auto">
          <a:xfrm>
            <a:off x="3071813" y="500063"/>
            <a:ext cx="42995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Electric Potential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F238655-6503-48BD-B458-233254B1B05B}"/>
              </a:ext>
            </a:extLst>
          </p:cNvPr>
          <p:cNvSpPr>
            <a:spLocks noChangeArrowheads="1"/>
          </p:cNvSpPr>
          <p:nvPr/>
        </p:nvSpPr>
        <p:spPr bwMode="auto">
          <a:xfrm>
            <a:off x="1071562" y="1508125"/>
            <a:ext cx="8115299" cy="4739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dirty="0">
                <a:latin typeface="Arial" panose="020B0604020202020204" pitchFamily="34" charset="0"/>
              </a:rPr>
              <a:t>This unit of volt allows us to adopt a more conventional unit for the electric field, E, which is expressed in Newton per Coulomb (</a:t>
            </a:r>
            <a:r>
              <a:rPr lang="en-US" altLang="id-ID" sz="2200" i="1" dirty="0">
                <a:solidFill>
                  <a:srgbClr val="002060"/>
                </a:solidFill>
                <a:latin typeface="Arial" panose="020B0604020202020204" pitchFamily="34" charset="0"/>
              </a:rPr>
              <a:t>N/C)</a:t>
            </a:r>
            <a:r>
              <a:rPr lang="en-US" altLang="id-ID" sz="2200" dirty="0">
                <a:latin typeface="Arial" panose="020B0604020202020204" pitchFamily="34" charset="0"/>
              </a:rPr>
              <a:t>.</a:t>
            </a:r>
          </a:p>
          <a:p>
            <a:pPr eaLnBrk="1" hangingPunct="1">
              <a:spcBef>
                <a:spcPct val="0"/>
              </a:spcBef>
              <a:buFontTx/>
              <a:buNone/>
            </a:pPr>
            <a:endParaRPr lang="en-US" altLang="id-ID" sz="1400" b="1" dirty="0">
              <a:latin typeface="Arial" panose="020B0604020202020204" pitchFamily="34" charset="0"/>
            </a:endParaRPr>
          </a:p>
          <a:p>
            <a:pPr eaLnBrk="1" hangingPunct="1">
              <a:spcBef>
                <a:spcPct val="0"/>
              </a:spcBef>
              <a:buFontTx/>
              <a:buNone/>
            </a:pPr>
            <a:r>
              <a:rPr lang="en-US" altLang="id-ID" sz="2200" dirty="0">
                <a:latin typeface="Arial" panose="020B0604020202020204" pitchFamily="34" charset="0"/>
              </a:rPr>
              <a:t>We can now define an energy unit that is a convenient one for energy measurements in the atomic/subatomic domain: </a:t>
            </a:r>
          </a:p>
          <a:p>
            <a:pPr eaLnBrk="1" hangingPunct="1">
              <a:spcBef>
                <a:spcPct val="0"/>
              </a:spcBef>
              <a:buFontTx/>
              <a:buNone/>
            </a:pPr>
            <a:r>
              <a:rPr lang="en-US" altLang="id-ID" sz="2200" dirty="0">
                <a:latin typeface="Arial" panose="020B0604020202020204" pitchFamily="34" charset="0"/>
              </a:rPr>
              <a:t>One </a:t>
            </a:r>
            <a:r>
              <a:rPr lang="en-US" altLang="id-ID" sz="2200" i="1" dirty="0">
                <a:latin typeface="Arial" panose="020B0604020202020204" pitchFamily="34" charset="0"/>
              </a:rPr>
              <a:t>electron-volt (eV) </a:t>
            </a:r>
            <a:r>
              <a:rPr lang="en-US" altLang="id-ID" sz="2200" dirty="0">
                <a:latin typeface="Arial" panose="020B0604020202020204" pitchFamily="34" charset="0"/>
              </a:rPr>
              <a:t>is the energy equal to the work required to move a single elementary charge </a:t>
            </a:r>
            <a:r>
              <a:rPr lang="en-US" altLang="id-ID" sz="2200" i="1" dirty="0">
                <a:latin typeface="Arial" panose="020B0604020202020204" pitchFamily="34" charset="0"/>
              </a:rPr>
              <a:t>e, </a:t>
            </a:r>
            <a:r>
              <a:rPr lang="en-US" altLang="id-ID" sz="2200" dirty="0">
                <a:latin typeface="Arial" panose="020B0604020202020204" pitchFamily="34" charset="0"/>
              </a:rPr>
              <a:t>such as that of the electron or the proton, through a potential difference of exactly one volt. </a:t>
            </a:r>
          </a:p>
          <a:p>
            <a:pPr eaLnBrk="1" hangingPunct="1">
              <a:spcBef>
                <a:spcPct val="0"/>
              </a:spcBef>
              <a:buFontTx/>
              <a:buNone/>
            </a:pPr>
            <a:endParaRPr lang="en-US" altLang="id-ID" sz="2200" dirty="0">
              <a:latin typeface="Arial" panose="020B0604020202020204" pitchFamily="34" charset="0"/>
            </a:endParaRPr>
          </a:p>
          <a:p>
            <a:pPr eaLnBrk="1" hangingPunct="1">
              <a:spcBef>
                <a:spcPct val="0"/>
              </a:spcBef>
              <a:buFontTx/>
              <a:buNone/>
            </a:pPr>
            <a:r>
              <a:rPr lang="en-US" altLang="id-ID" sz="2200" dirty="0">
                <a:latin typeface="Arial" panose="020B0604020202020204" pitchFamily="34" charset="0"/>
              </a:rPr>
              <a:t>The magnitude of this work is </a:t>
            </a:r>
            <a:r>
              <a:rPr lang="en-US" altLang="id-ID" sz="2200" i="1" dirty="0" err="1">
                <a:latin typeface="Arial" panose="020B0604020202020204" pitchFamily="34" charset="0"/>
              </a:rPr>
              <a:t>q</a:t>
            </a:r>
            <a:r>
              <a:rPr lang="en-US" altLang="id-ID" sz="2200" i="1" dirty="0" err="1">
                <a:latin typeface="Symbol" panose="05050102010706020507" pitchFamily="18" charset="2"/>
              </a:rPr>
              <a:t>D</a:t>
            </a:r>
            <a:r>
              <a:rPr lang="en-US" altLang="id-ID" sz="2200" i="1" dirty="0" err="1">
                <a:latin typeface="Arial" panose="020B0604020202020204" pitchFamily="34" charset="0"/>
              </a:rPr>
              <a:t>V</a:t>
            </a:r>
            <a:r>
              <a:rPr lang="en-US" altLang="id-ID" sz="2200" i="1" dirty="0">
                <a:latin typeface="Arial" panose="020B0604020202020204" pitchFamily="34" charset="0"/>
              </a:rPr>
              <a:t>, </a:t>
            </a:r>
            <a:r>
              <a:rPr lang="en-US" altLang="id-ID" sz="2200" dirty="0">
                <a:latin typeface="Arial" panose="020B0604020202020204" pitchFamily="34" charset="0"/>
              </a:rPr>
              <a:t>and </a:t>
            </a:r>
          </a:p>
          <a:p>
            <a:pPr eaLnBrk="1" hangingPunct="1">
              <a:spcBef>
                <a:spcPct val="0"/>
              </a:spcBef>
              <a:buFontTx/>
              <a:buNone/>
            </a:pPr>
            <a:endParaRPr lang="en-US" altLang="id-ID" dirty="0">
              <a:latin typeface="Arial" panose="020B0604020202020204" pitchFamily="34" charset="0"/>
            </a:endParaRPr>
          </a:p>
          <a:p>
            <a:pPr eaLnBrk="1" hangingPunct="1">
              <a:spcBef>
                <a:spcPct val="0"/>
              </a:spcBef>
              <a:buFontTx/>
              <a:buNone/>
            </a:pPr>
            <a:endParaRPr lang="en-US" altLang="id-ID" sz="2200" b="1" dirty="0">
              <a:latin typeface="Arial" panose="020B0604020202020204" pitchFamily="34" charset="0"/>
            </a:endParaRPr>
          </a:p>
        </p:txBody>
      </p:sp>
      <p:sp>
        <p:nvSpPr>
          <p:cNvPr id="11267" name="Rectangle 6">
            <a:extLst>
              <a:ext uri="{FF2B5EF4-FFF2-40B4-BE49-F238E27FC236}">
                <a16:creationId xmlns:a16="http://schemas.microsoft.com/office/drawing/2014/main" id="{066C618B-1E96-4758-B430-FDE843A8D82E}"/>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1268" name="Rectangle 9">
            <a:extLst>
              <a:ext uri="{FF2B5EF4-FFF2-40B4-BE49-F238E27FC236}">
                <a16:creationId xmlns:a16="http://schemas.microsoft.com/office/drawing/2014/main" id="{1AF87C5E-8BF9-4A12-8598-445BD10A2126}"/>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1269" name="Rectangle 11">
            <a:extLst>
              <a:ext uri="{FF2B5EF4-FFF2-40B4-BE49-F238E27FC236}">
                <a16:creationId xmlns:a16="http://schemas.microsoft.com/office/drawing/2014/main" id="{A49AA592-4FB6-4A52-B2B2-A1E78A27E403}"/>
              </a:ext>
            </a:extLst>
          </p:cNvPr>
          <p:cNvSpPr>
            <a:spLocks noChangeArrowheads="1"/>
          </p:cNvSpPr>
          <p:nvPr/>
        </p:nvSpPr>
        <p:spPr bwMode="auto">
          <a:xfrm>
            <a:off x="1071562" y="5486400"/>
            <a:ext cx="7439025"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600" b="1" dirty="0">
                <a:solidFill>
                  <a:srgbClr val="002060"/>
                </a:solidFill>
                <a:latin typeface="Arial" panose="020B0604020202020204" pitchFamily="34" charset="0"/>
                <a:ea typeface="Times New Roman" panose="02020603050405020304" pitchFamily="18" charset="0"/>
                <a:cs typeface="Arial" panose="020B0604020202020204" pitchFamily="34" charset="0"/>
              </a:rPr>
              <a:t>1 eV= e(1V)=(1,60x10</a:t>
            </a:r>
            <a:r>
              <a:rPr lang="en-US" altLang="id-ID" sz="2600" b="1"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-19</a:t>
            </a:r>
            <a:r>
              <a:rPr lang="en-US" altLang="id-ID" sz="2600" b="1" dirty="0">
                <a:solidFill>
                  <a:srgbClr val="002060"/>
                </a:solidFill>
                <a:latin typeface="Arial" panose="020B0604020202020204" pitchFamily="34" charset="0"/>
                <a:ea typeface="Times New Roman" panose="02020603050405020304" pitchFamily="18" charset="0"/>
                <a:cs typeface="Arial" panose="020B0604020202020204" pitchFamily="34" charset="0"/>
              </a:rPr>
              <a:t>C)(1 J/C) = 1,60x10</a:t>
            </a:r>
            <a:r>
              <a:rPr lang="en-US" altLang="id-ID" sz="2600" b="1"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-19</a:t>
            </a:r>
            <a:r>
              <a:rPr lang="en-US" altLang="id-ID" sz="2600" b="1" dirty="0">
                <a:solidFill>
                  <a:srgbClr val="002060"/>
                </a:solidFill>
                <a:latin typeface="Arial" panose="020B0604020202020204" pitchFamily="34" charset="0"/>
                <a:ea typeface="Times New Roman" panose="02020603050405020304" pitchFamily="18" charset="0"/>
                <a:cs typeface="Arial" panose="020B0604020202020204" pitchFamily="34" charset="0"/>
              </a:rPr>
              <a:t> J</a:t>
            </a:r>
            <a:endParaRPr lang="en-US" altLang="id-ID" sz="260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
        <p:nvSpPr>
          <p:cNvPr id="11270" name="Rectangle 6">
            <a:extLst>
              <a:ext uri="{FF2B5EF4-FFF2-40B4-BE49-F238E27FC236}">
                <a16:creationId xmlns:a16="http://schemas.microsoft.com/office/drawing/2014/main" id="{D737106C-9FC7-4AA9-BB1A-7D10F19AC562}"/>
              </a:ext>
            </a:extLst>
          </p:cNvPr>
          <p:cNvSpPr>
            <a:spLocks noChangeArrowheads="1"/>
          </p:cNvSpPr>
          <p:nvPr/>
        </p:nvSpPr>
        <p:spPr bwMode="auto">
          <a:xfrm>
            <a:off x="3071813" y="500063"/>
            <a:ext cx="42995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a:solidFill>
                  <a:srgbClr val="0070C0"/>
                </a:solidFill>
                <a:latin typeface="Arial" panose="020B0604020202020204" pitchFamily="34" charset="0"/>
                <a:cs typeface="Arial" panose="020B0604020202020204" pitchFamily="34" charset="0"/>
              </a:rPr>
              <a:t>Electric Potential (cont.)</a:t>
            </a:r>
            <a:endParaRPr lang="en-US" altLang="id-ID" sz="2800">
              <a:solidFill>
                <a:srgbClr val="0070C0"/>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1">
            <a:extLst>
              <a:ext uri="{FF2B5EF4-FFF2-40B4-BE49-F238E27FC236}">
                <a16:creationId xmlns:a16="http://schemas.microsoft.com/office/drawing/2014/main" id="{687957C6-79E3-4360-8360-7CA37F7D5B56}"/>
              </a:ext>
            </a:extLst>
          </p:cNvPr>
          <p:cNvSpPr txBox="1">
            <a:spLocks noChangeArrowheads="1"/>
          </p:cNvSpPr>
          <p:nvPr/>
        </p:nvSpPr>
        <p:spPr bwMode="auto">
          <a:xfrm>
            <a:off x="3071813" y="1023283"/>
            <a:ext cx="4421909"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dirty="0">
                <a:latin typeface="Arial" panose="020B0604020202020204" pitchFamily="34" charset="0"/>
                <a:cs typeface="Arial" panose="020B0604020202020204" pitchFamily="34" charset="0"/>
              </a:rPr>
              <a:t>Work done by an Applied Force</a:t>
            </a:r>
            <a:r>
              <a:rPr lang="en-US" altLang="id-ID" sz="2000" b="1" i="1" dirty="0">
                <a:solidFill>
                  <a:srgbClr val="0070C0"/>
                </a:solidFill>
                <a:latin typeface="Arial" panose="020B0604020202020204" pitchFamily="34" charset="0"/>
                <a:cs typeface="Arial" panose="020B0604020202020204" pitchFamily="34" charset="0"/>
              </a:rPr>
              <a:t>:</a:t>
            </a:r>
          </a:p>
        </p:txBody>
      </p:sp>
      <p:grpSp>
        <p:nvGrpSpPr>
          <p:cNvPr id="12291" name="Group 7">
            <a:extLst>
              <a:ext uri="{FF2B5EF4-FFF2-40B4-BE49-F238E27FC236}">
                <a16:creationId xmlns:a16="http://schemas.microsoft.com/office/drawing/2014/main" id="{9FAE67DA-D13D-449C-A14A-AA2E6615B377}"/>
              </a:ext>
            </a:extLst>
          </p:cNvPr>
          <p:cNvGrpSpPr>
            <a:grpSpLocks/>
          </p:cNvGrpSpPr>
          <p:nvPr/>
        </p:nvGrpSpPr>
        <p:grpSpPr bwMode="auto">
          <a:xfrm>
            <a:off x="978283" y="1546503"/>
            <a:ext cx="7924800" cy="4893647"/>
            <a:chOff x="-358138" y="36692"/>
            <a:chExt cx="9240020" cy="5592114"/>
          </a:xfrm>
        </p:grpSpPr>
        <p:sp>
          <p:nvSpPr>
            <p:cNvPr id="12293" name="Rectangle 2">
              <a:extLst>
                <a:ext uri="{FF2B5EF4-FFF2-40B4-BE49-F238E27FC236}">
                  <a16:creationId xmlns:a16="http://schemas.microsoft.com/office/drawing/2014/main" id="{8B01B1BF-BD89-42EE-AE23-4C2B100449C2}"/>
                </a:ext>
              </a:extLst>
            </p:cNvPr>
            <p:cNvSpPr>
              <a:spLocks noChangeArrowheads="1"/>
            </p:cNvSpPr>
            <p:nvPr/>
          </p:nvSpPr>
          <p:spPr bwMode="auto">
            <a:xfrm>
              <a:off x="-358138" y="36692"/>
              <a:ext cx="9240020" cy="5592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If a particle of charge </a:t>
              </a:r>
              <a:r>
                <a:rPr lang="en-US" altLang="id-ID" sz="2000" b="1" i="1" dirty="0">
                  <a:latin typeface="Arial" panose="020B0604020202020204" pitchFamily="34" charset="0"/>
                </a:rPr>
                <a:t>q </a:t>
              </a:r>
              <a:r>
                <a:rPr lang="en-US" altLang="id-ID" sz="2000" b="1" dirty="0">
                  <a:latin typeface="Arial" panose="020B0604020202020204" pitchFamily="34" charset="0"/>
                </a:rPr>
                <a:t>is moved from point </a:t>
              </a:r>
              <a:r>
                <a:rPr lang="en-US" altLang="id-ID" sz="2000" b="1" i="1" dirty="0">
                  <a:latin typeface="Arial" panose="020B0604020202020204" pitchFamily="34" charset="0"/>
                </a:rPr>
                <a:t>i </a:t>
              </a:r>
              <a:r>
                <a:rPr lang="en-US" altLang="id-ID" sz="2000" b="1" dirty="0">
                  <a:latin typeface="Arial" panose="020B0604020202020204" pitchFamily="34" charset="0"/>
                </a:rPr>
                <a:t>to point </a:t>
              </a:r>
              <a:r>
                <a:rPr lang="en-US" altLang="id-ID" sz="2000" b="1" i="1" dirty="0">
                  <a:latin typeface="Arial" panose="020B0604020202020204" pitchFamily="34" charset="0"/>
                </a:rPr>
                <a:t>f </a:t>
              </a:r>
              <a:r>
                <a:rPr lang="en-US" altLang="id-ID" sz="2000" b="1" dirty="0">
                  <a:latin typeface="Arial" panose="020B0604020202020204" pitchFamily="34" charset="0"/>
                </a:rPr>
                <a:t>in an electric field by applying a force to it, the applied force does work </a:t>
              </a:r>
              <a:r>
                <a:rPr lang="en-US" altLang="id-ID" sz="2000" b="1" i="1" dirty="0">
                  <a:latin typeface="Arial" panose="020B0604020202020204" pitchFamily="34" charset="0"/>
                </a:rPr>
                <a:t>W</a:t>
              </a:r>
              <a:r>
                <a:rPr lang="en-US" altLang="id-ID" sz="2000" b="1" i="1" baseline="-25000" dirty="0">
                  <a:latin typeface="Arial" panose="020B0604020202020204" pitchFamily="34" charset="0"/>
                </a:rPr>
                <a:t>app </a:t>
              </a:r>
              <a:r>
                <a:rPr lang="en-US" altLang="id-ID" sz="2000" b="1" dirty="0">
                  <a:latin typeface="Arial" panose="020B0604020202020204" pitchFamily="34" charset="0"/>
                </a:rPr>
                <a:t>on the charge while the electric field does work </a:t>
              </a:r>
              <a:r>
                <a:rPr lang="en-US" altLang="id-ID" sz="2000" b="1" i="1" dirty="0">
                  <a:latin typeface="Arial" panose="020B0604020202020204" pitchFamily="34" charset="0"/>
                </a:rPr>
                <a:t>W </a:t>
              </a:r>
              <a:r>
                <a:rPr lang="en-US" altLang="id-ID" sz="2000" b="1" dirty="0">
                  <a:latin typeface="Arial" panose="020B0604020202020204" pitchFamily="34" charset="0"/>
                </a:rPr>
                <a:t>on it</a:t>
              </a:r>
              <a:r>
                <a:rPr lang="en-US" altLang="id-ID" sz="2000" b="1" i="1" dirty="0">
                  <a:latin typeface="Arial" panose="020B0604020202020204" pitchFamily="34" charset="0"/>
                </a:rPr>
                <a:t>. </a:t>
              </a:r>
              <a:r>
                <a:rPr lang="en-US" altLang="id-ID" sz="2000" b="1" dirty="0">
                  <a:latin typeface="Arial" panose="020B0604020202020204" pitchFamily="34" charset="0"/>
                </a:rPr>
                <a:t>The change </a:t>
              </a:r>
              <a:r>
                <a:rPr lang="en-US" altLang="id-ID" sz="2000" b="1" i="1" dirty="0">
                  <a:latin typeface="Arial" panose="020B0604020202020204" pitchFamily="34" charset="0"/>
                </a:rPr>
                <a:t>K </a:t>
              </a:r>
              <a:r>
                <a:rPr lang="en-US" altLang="id-ID" sz="2000" b="1" dirty="0">
                  <a:latin typeface="Arial" panose="020B0604020202020204" pitchFamily="34" charset="0"/>
                </a:rPr>
                <a:t>in the kinetic energy of the particle is</a:t>
              </a:r>
            </a:p>
            <a:p>
              <a:pPr eaLnBrk="1" hangingPunct="1">
                <a:spcBef>
                  <a:spcPct val="0"/>
                </a:spcBef>
                <a:buFontTx/>
                <a:buNone/>
              </a:pPr>
              <a:endParaRPr lang="en-US" altLang="id-ID" sz="2000" dirty="0">
                <a:solidFill>
                  <a:srgbClr val="7030A0"/>
                </a:solidFill>
                <a:latin typeface="Arial" panose="020B0604020202020204" pitchFamily="34" charset="0"/>
              </a:endParaRPr>
            </a:p>
            <a:p>
              <a:pPr eaLnBrk="1" hangingPunct="1">
                <a:spcBef>
                  <a:spcPct val="0"/>
                </a:spcBef>
                <a:buFontTx/>
                <a:buNone/>
              </a:pPr>
              <a:endParaRPr lang="en-US" altLang="id-ID" sz="2000" dirty="0">
                <a:solidFill>
                  <a:srgbClr val="7030A0"/>
                </a:solidFill>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If the particle is stationary before and after the move,  Then </a:t>
              </a:r>
              <a:r>
                <a:rPr lang="en-US" altLang="id-ID" sz="2000" b="1" i="1" dirty="0" err="1">
                  <a:latin typeface="Arial" panose="020B0604020202020204" pitchFamily="34" charset="0"/>
                </a:rPr>
                <a:t>K</a:t>
              </a:r>
              <a:r>
                <a:rPr lang="en-US" altLang="id-ID" sz="2000" b="1" i="1" baseline="-25000" dirty="0" err="1">
                  <a:latin typeface="Arial" panose="020B0604020202020204" pitchFamily="34" charset="0"/>
                </a:rPr>
                <a:t>f</a:t>
              </a:r>
              <a:r>
                <a:rPr lang="en-US" altLang="id-ID" sz="2000" b="1" i="1" dirty="0">
                  <a:latin typeface="Arial" panose="020B0604020202020204" pitchFamily="34" charset="0"/>
                </a:rPr>
                <a:t> </a:t>
              </a:r>
              <a:r>
                <a:rPr lang="en-US" altLang="id-ID" sz="2000" b="1" dirty="0">
                  <a:latin typeface="Arial" panose="020B0604020202020204" pitchFamily="34" charset="0"/>
                </a:rPr>
                <a:t>and </a:t>
              </a:r>
              <a:r>
                <a:rPr lang="en-US" altLang="id-ID" sz="2000" b="1" i="1" dirty="0">
                  <a:latin typeface="Arial" panose="020B0604020202020204" pitchFamily="34" charset="0"/>
                </a:rPr>
                <a:t>K</a:t>
              </a:r>
              <a:r>
                <a:rPr lang="en-US" altLang="id-ID" sz="2000" b="1" i="1" baseline="-25000" dirty="0">
                  <a:latin typeface="Arial" panose="020B0604020202020204" pitchFamily="34" charset="0"/>
                </a:rPr>
                <a:t>i</a:t>
              </a:r>
              <a:r>
                <a:rPr lang="en-US" altLang="id-ID" sz="2000" b="1" i="1" dirty="0">
                  <a:latin typeface="Arial" panose="020B0604020202020204" pitchFamily="34" charset="0"/>
                </a:rPr>
                <a:t> </a:t>
              </a:r>
              <a:r>
                <a:rPr lang="en-US" altLang="id-ID" sz="2000" b="1" dirty="0">
                  <a:latin typeface="Arial" panose="020B0604020202020204" pitchFamily="34" charset="0"/>
                </a:rPr>
                <a:t>are both zero</a:t>
              </a:r>
              <a:r>
                <a:rPr lang="en-US" altLang="id-ID" sz="2000" b="1" i="1" dirty="0">
                  <a:latin typeface="Arial" panose="020B0604020202020204" pitchFamily="34" charset="0"/>
                </a:rPr>
                <a:t>.</a:t>
              </a:r>
            </a:p>
            <a:p>
              <a:pPr eaLnBrk="1" hangingPunct="1">
                <a:spcBef>
                  <a:spcPct val="0"/>
                </a:spcBef>
                <a:buFontTx/>
                <a:buNone/>
              </a:pPr>
              <a:endParaRPr lang="en-US" altLang="id-ID" sz="2000" i="1" dirty="0">
                <a:solidFill>
                  <a:srgbClr val="7030A0"/>
                </a:solidFill>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Relating the work done by our applied force to the change in the potential energy of the particle during the move, one has</a:t>
              </a:r>
              <a:r>
                <a:rPr lang="en-US" altLang="id-ID" sz="2000" b="1" i="1" dirty="0">
                  <a:latin typeface="Arial" panose="020B0604020202020204" pitchFamily="34" charset="0"/>
                </a:rPr>
                <a:t> </a:t>
              </a:r>
            </a:p>
            <a:p>
              <a:pPr eaLnBrk="1" hangingPunct="1">
                <a:spcBef>
                  <a:spcPct val="0"/>
                </a:spcBef>
                <a:buFontTx/>
                <a:buNone/>
              </a:pPr>
              <a:endParaRPr lang="en-US" altLang="id-ID" sz="2000" i="1" dirty="0">
                <a:solidFill>
                  <a:srgbClr val="7030A0"/>
                </a:solidFill>
                <a:latin typeface="Arial" panose="020B0604020202020204" pitchFamily="34" charset="0"/>
              </a:endParaRPr>
            </a:p>
            <a:p>
              <a:pPr eaLnBrk="1" hangingPunct="1">
                <a:spcBef>
                  <a:spcPct val="0"/>
                </a:spcBef>
                <a:buFontTx/>
                <a:buNone/>
              </a:pPr>
              <a:endParaRPr lang="en-US" altLang="id-ID" sz="2000" i="1" dirty="0">
                <a:solidFill>
                  <a:srgbClr val="7030A0"/>
                </a:solidFill>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We can also relate </a:t>
              </a:r>
              <a:r>
                <a:rPr lang="en-US" altLang="id-ID" sz="2000" b="1" i="1" dirty="0">
                  <a:latin typeface="Arial" panose="020B0604020202020204" pitchFamily="34" charset="0"/>
                </a:rPr>
                <a:t>W</a:t>
              </a:r>
              <a:r>
                <a:rPr lang="en-US" altLang="id-ID" sz="2000" b="1" i="1" baseline="-25000" dirty="0">
                  <a:latin typeface="Arial" panose="020B0604020202020204" pitchFamily="34" charset="0"/>
                </a:rPr>
                <a:t>app</a:t>
              </a:r>
              <a:r>
                <a:rPr lang="en-US" altLang="id-ID" sz="2000" b="1" i="1" dirty="0">
                  <a:latin typeface="Arial" panose="020B0604020202020204" pitchFamily="34" charset="0"/>
                </a:rPr>
                <a:t> </a:t>
              </a:r>
              <a:r>
                <a:rPr lang="en-US" altLang="id-ID" sz="2000" b="1" dirty="0">
                  <a:latin typeface="Arial" panose="020B0604020202020204" pitchFamily="34" charset="0"/>
                </a:rPr>
                <a:t>to the electric potential difference </a:t>
              </a:r>
              <a:r>
                <a:rPr lang="en-US" altLang="id-ID" sz="2000" b="1" i="1" dirty="0">
                  <a:latin typeface="Symbol" panose="05050102010706020507" pitchFamily="18" charset="2"/>
                </a:rPr>
                <a:t>D</a:t>
              </a:r>
              <a:r>
                <a:rPr lang="en-US" altLang="id-ID" sz="2000" b="1" i="1" dirty="0">
                  <a:latin typeface="Arial" panose="020B0604020202020204" pitchFamily="34" charset="0"/>
                </a:rPr>
                <a:t>V </a:t>
              </a:r>
              <a:r>
                <a:rPr lang="en-US" altLang="id-ID" sz="2000" b="1" dirty="0">
                  <a:latin typeface="Arial" panose="020B0604020202020204" pitchFamily="34" charset="0"/>
                </a:rPr>
                <a:t>between the initial and final locations of the p</a:t>
              </a:r>
              <a:r>
                <a:rPr lang="en-US" altLang="id-ID" sz="2000" dirty="0">
                  <a:latin typeface="Arial" panose="020B0604020202020204" pitchFamily="34" charset="0"/>
                </a:rPr>
                <a:t>article</a:t>
              </a:r>
              <a:r>
                <a:rPr lang="en-US" altLang="id-ID" sz="2000" dirty="0">
                  <a:solidFill>
                    <a:srgbClr val="7030A0"/>
                  </a:solidFill>
                  <a:latin typeface="Arial" panose="020B0604020202020204" pitchFamily="34" charset="0"/>
                </a:rPr>
                <a:t>:</a:t>
              </a:r>
            </a:p>
          </p:txBody>
        </p:sp>
        <p:pic>
          <p:nvPicPr>
            <p:cNvPr id="35842" name="Picture 2">
              <a:extLst>
                <a:ext uri="{FF2B5EF4-FFF2-40B4-BE49-F238E27FC236}">
                  <a16:creationId xmlns:a16="http://schemas.microsoft.com/office/drawing/2014/main" id="{09F4C407-DB39-4C76-BF76-EC7BEF6805E7}"/>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5231640" y="1539813"/>
              <a:ext cx="3319654" cy="443564"/>
            </a:xfrm>
            <a:prstGeom prst="rect">
              <a:avLst/>
            </a:prstGeom>
            <a:noFill/>
            <a:ln w="9525">
              <a:noFill/>
              <a:miter lim="800000"/>
              <a:headEnd/>
              <a:tailEnd/>
            </a:ln>
          </p:spPr>
        </p:pic>
        <p:pic>
          <p:nvPicPr>
            <p:cNvPr id="35843" name="Picture 3">
              <a:extLst>
                <a:ext uri="{FF2B5EF4-FFF2-40B4-BE49-F238E27FC236}">
                  <a16:creationId xmlns:a16="http://schemas.microsoft.com/office/drawing/2014/main" id="{A0ABAE53-35E5-4E2E-B4D0-CA61A893EC85}"/>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2780787" y="2565393"/>
              <a:ext cx="1808624" cy="576877"/>
            </a:xfrm>
            <a:prstGeom prst="rect">
              <a:avLst/>
            </a:prstGeom>
            <a:noFill/>
            <a:ln w="9525">
              <a:noFill/>
              <a:miter lim="800000"/>
              <a:headEnd/>
              <a:tailEnd/>
            </a:ln>
          </p:spPr>
        </p:pic>
        <p:pic>
          <p:nvPicPr>
            <p:cNvPr id="35844" name="Picture 4">
              <a:extLst>
                <a:ext uri="{FF2B5EF4-FFF2-40B4-BE49-F238E27FC236}">
                  <a16:creationId xmlns:a16="http://schemas.microsoft.com/office/drawing/2014/main" id="{7D823CD4-10C5-4683-9FC7-E932C854A268}"/>
                </a:ext>
              </a:extLst>
            </p:cNvPr>
            <p:cNvPicPr>
              <a:picLocks noChangeAspect="1" noChangeArrowheads="1"/>
            </p:cNvPicPr>
            <p:nvPr/>
          </p:nvPicPr>
          <p:blipFill>
            <a:blip r:embed="rId4" cstate="print">
              <a:duotone>
                <a:prstClr val="black"/>
                <a:schemeClr val="accent4">
                  <a:tint val="45000"/>
                  <a:satMod val="400000"/>
                </a:schemeClr>
              </a:duotone>
            </a:blip>
            <a:srcRect/>
            <a:stretch>
              <a:fillRect/>
            </a:stretch>
          </p:blipFill>
          <p:spPr bwMode="auto">
            <a:xfrm>
              <a:off x="2321614" y="4059889"/>
              <a:ext cx="3319654" cy="571435"/>
            </a:xfrm>
            <a:prstGeom prst="rect">
              <a:avLst/>
            </a:prstGeom>
            <a:noFill/>
            <a:ln w="9525">
              <a:noFill/>
              <a:miter lim="800000"/>
              <a:headEnd/>
              <a:tailEnd/>
            </a:ln>
          </p:spPr>
        </p:pic>
        <p:pic>
          <p:nvPicPr>
            <p:cNvPr id="35845" name="Picture 5">
              <a:extLst>
                <a:ext uri="{FF2B5EF4-FFF2-40B4-BE49-F238E27FC236}">
                  <a16:creationId xmlns:a16="http://schemas.microsoft.com/office/drawing/2014/main" id="{66C4A146-1214-4539-ADB9-2410788A63A9}"/>
                </a:ext>
              </a:extLst>
            </p:cNvPr>
            <p:cNvPicPr>
              <a:picLocks noChangeAspect="1" noChangeArrowheads="1"/>
            </p:cNvPicPr>
            <p:nvPr/>
          </p:nvPicPr>
          <p:blipFill>
            <a:blip r:embed="rId5" cstate="print">
              <a:duotone>
                <a:prstClr val="black"/>
                <a:schemeClr val="accent4">
                  <a:tint val="45000"/>
                  <a:satMod val="400000"/>
                </a:schemeClr>
              </a:duotone>
            </a:blip>
            <a:srcRect/>
            <a:stretch>
              <a:fillRect/>
            </a:stretch>
          </p:blipFill>
          <p:spPr bwMode="auto">
            <a:xfrm>
              <a:off x="7102343" y="5057370"/>
              <a:ext cx="1665875" cy="439393"/>
            </a:xfrm>
            <a:prstGeom prst="rect">
              <a:avLst/>
            </a:prstGeom>
            <a:noFill/>
            <a:ln w="9525">
              <a:noFill/>
              <a:miter lim="800000"/>
              <a:headEnd/>
              <a:tailEnd/>
            </a:ln>
          </p:spPr>
        </p:pic>
      </p:grpSp>
      <p:sp>
        <p:nvSpPr>
          <p:cNvPr id="12292" name="Rectangle 8">
            <a:extLst>
              <a:ext uri="{FF2B5EF4-FFF2-40B4-BE49-F238E27FC236}">
                <a16:creationId xmlns:a16="http://schemas.microsoft.com/office/drawing/2014/main" id="{9453313B-F674-4BE8-B0B2-757FD8FC1D86}"/>
              </a:ext>
            </a:extLst>
          </p:cNvPr>
          <p:cNvSpPr>
            <a:spLocks noChangeArrowheads="1"/>
          </p:cNvSpPr>
          <p:nvPr/>
        </p:nvSpPr>
        <p:spPr bwMode="auto">
          <a:xfrm>
            <a:off x="3071813" y="500063"/>
            <a:ext cx="42995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Electric Potential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4">
            <a:extLst>
              <a:ext uri="{FF2B5EF4-FFF2-40B4-BE49-F238E27FC236}">
                <a16:creationId xmlns:a16="http://schemas.microsoft.com/office/drawing/2014/main" id="{9574A5BA-0139-439E-BBEC-4F9BED11CB9F}"/>
              </a:ext>
            </a:extLst>
          </p:cNvPr>
          <p:cNvSpPr>
            <a:spLocks noChangeArrowheads="1"/>
          </p:cNvSpPr>
          <p:nvPr/>
        </p:nvSpPr>
        <p:spPr bwMode="auto">
          <a:xfrm>
            <a:off x="4857750" y="1357313"/>
            <a:ext cx="4071938"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en-US" altLang="id-ID" dirty="0">
              <a:latin typeface="Arial" panose="020B0604020202020204" pitchFamily="34" charset="0"/>
            </a:endParaRPr>
          </a:p>
          <a:p>
            <a:pPr eaLnBrk="1" hangingPunct="1">
              <a:spcBef>
                <a:spcPct val="0"/>
              </a:spcBef>
              <a:buFontTx/>
              <a:buNone/>
            </a:pPr>
            <a:r>
              <a:rPr lang="en-US" altLang="id-ID" dirty="0">
                <a:latin typeface="Arial" panose="020B0604020202020204" pitchFamily="34" charset="0"/>
              </a:rPr>
              <a:t> </a:t>
            </a:r>
            <a:r>
              <a:rPr lang="en-US" altLang="id-ID" b="1" dirty="0">
                <a:latin typeface="Arial" panose="020B0604020202020204" pitchFamily="34" charset="0"/>
              </a:rPr>
              <a:t>For the situation of Fig. 3</a:t>
            </a:r>
            <a:r>
              <a:rPr lang="en-US" altLang="id-ID" dirty="0">
                <a:latin typeface="Arial" panose="020B0604020202020204" pitchFamily="34" charset="0"/>
              </a:rPr>
              <a:t>,</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r>
              <a:rPr lang="en-US" altLang="id-ID" sz="1600" dirty="0">
                <a:latin typeface="Arial" panose="020B0604020202020204" pitchFamily="34" charset="0"/>
              </a:rPr>
              <a:t>   </a:t>
            </a: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           Total work: </a:t>
            </a: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800" dirty="0">
              <a:latin typeface="Arial" panose="020B0604020202020204" pitchFamily="34" charset="0"/>
            </a:endParaRPr>
          </a:p>
          <a:p>
            <a:pPr eaLnBrk="1" hangingPunct="1">
              <a:spcBef>
                <a:spcPct val="0"/>
              </a:spcBef>
              <a:buFontTx/>
              <a:buNone/>
            </a:pPr>
            <a:endParaRPr lang="en-US" altLang="id-ID" sz="1600" dirty="0">
              <a:latin typeface="Arial" panose="020B0604020202020204" pitchFamily="34" charset="0"/>
            </a:endParaRPr>
          </a:p>
        </p:txBody>
      </p:sp>
      <p:sp>
        <p:nvSpPr>
          <p:cNvPr id="16386" name="TextBox 1">
            <a:extLst>
              <a:ext uri="{FF2B5EF4-FFF2-40B4-BE49-F238E27FC236}">
                <a16:creationId xmlns:a16="http://schemas.microsoft.com/office/drawing/2014/main" id="{A0C8F4D8-1525-4915-891E-E5DE5E85F8A4}"/>
              </a:ext>
            </a:extLst>
          </p:cNvPr>
          <p:cNvSpPr txBox="1">
            <a:spLocks noChangeArrowheads="1"/>
          </p:cNvSpPr>
          <p:nvPr/>
        </p:nvSpPr>
        <p:spPr bwMode="auto">
          <a:xfrm>
            <a:off x="2638425" y="152400"/>
            <a:ext cx="64293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4. Calculating the Potential from the Field</a:t>
            </a:r>
          </a:p>
        </p:txBody>
      </p:sp>
      <p:pic>
        <p:nvPicPr>
          <p:cNvPr id="16387" name="Picture 3">
            <a:extLst>
              <a:ext uri="{FF2B5EF4-FFF2-40B4-BE49-F238E27FC236}">
                <a16:creationId xmlns:a16="http://schemas.microsoft.com/office/drawing/2014/main" id="{5638F964-B986-4219-B81E-2238DA669A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5900" y="2282433"/>
            <a:ext cx="2214562" cy="536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4">
            <a:extLst>
              <a:ext uri="{FF2B5EF4-FFF2-40B4-BE49-F238E27FC236}">
                <a16:creationId xmlns:a16="http://schemas.microsoft.com/office/drawing/2014/main" id="{C1530D63-DF04-4657-AA45-3B013DC7AC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5899" y="2887151"/>
            <a:ext cx="2250281" cy="536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0" name="Picture 5">
            <a:extLst>
              <a:ext uri="{FF2B5EF4-FFF2-40B4-BE49-F238E27FC236}">
                <a16:creationId xmlns:a16="http://schemas.microsoft.com/office/drawing/2014/main" id="{D09EFDF3-3959-4BB8-82A2-F266FCF650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13973" y="4648320"/>
            <a:ext cx="2344142" cy="78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91" name="Picture 6">
            <a:extLst>
              <a:ext uri="{FF2B5EF4-FFF2-40B4-BE49-F238E27FC236}">
                <a16:creationId xmlns:a16="http://schemas.microsoft.com/office/drawing/2014/main" id="{8D042333-B9E2-4C89-9B37-079B8ED6B6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0630" y="5570447"/>
            <a:ext cx="3036689" cy="933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392" name="Group 9">
            <a:extLst>
              <a:ext uri="{FF2B5EF4-FFF2-40B4-BE49-F238E27FC236}">
                <a16:creationId xmlns:a16="http://schemas.microsoft.com/office/drawing/2014/main" id="{F3F629DC-647C-4676-BDF6-7A2A7013B009}"/>
              </a:ext>
            </a:extLst>
          </p:cNvPr>
          <p:cNvGrpSpPr>
            <a:grpSpLocks/>
          </p:cNvGrpSpPr>
          <p:nvPr/>
        </p:nvGrpSpPr>
        <p:grpSpPr bwMode="auto">
          <a:xfrm>
            <a:off x="1127450" y="1745456"/>
            <a:ext cx="4286250" cy="2500313"/>
            <a:chOff x="6285" y="1635"/>
            <a:chExt cx="4845" cy="3285"/>
          </a:xfrm>
        </p:grpSpPr>
        <p:sp>
          <p:nvSpPr>
            <p:cNvPr id="16400" name="Freeform 10">
              <a:extLst>
                <a:ext uri="{FF2B5EF4-FFF2-40B4-BE49-F238E27FC236}">
                  <a16:creationId xmlns:a16="http://schemas.microsoft.com/office/drawing/2014/main" id="{319E056A-E1DD-4892-B016-4E2FD8C03051}"/>
                </a:ext>
              </a:extLst>
            </p:cNvPr>
            <p:cNvSpPr>
              <a:spLocks/>
            </p:cNvSpPr>
            <p:nvPr/>
          </p:nvSpPr>
          <p:spPr bwMode="auto">
            <a:xfrm>
              <a:off x="9390" y="1981"/>
              <a:ext cx="1740" cy="2849"/>
            </a:xfrm>
            <a:custGeom>
              <a:avLst/>
              <a:gdLst>
                <a:gd name="T0" fmla="*/ 0 w 1440"/>
                <a:gd name="T1" fmla="*/ 0 h 1935"/>
                <a:gd name="T2" fmla="*/ 18890 w 1440"/>
                <a:gd name="T3" fmla="*/ 497434 h 1935"/>
                <a:gd name="T4" fmla="*/ 29727 w 1440"/>
                <a:gd name="T5" fmla="*/ 943932 h 1935"/>
                <a:gd name="T6" fmla="*/ 0 60000 65536"/>
                <a:gd name="T7" fmla="*/ 0 60000 65536"/>
                <a:gd name="T8" fmla="*/ 0 60000 65536"/>
                <a:gd name="T9" fmla="*/ 0 w 1440"/>
                <a:gd name="T10" fmla="*/ 0 h 1935"/>
                <a:gd name="T11" fmla="*/ 1440 w 1440"/>
                <a:gd name="T12" fmla="*/ 1935 h 1935"/>
              </a:gdLst>
              <a:ahLst/>
              <a:cxnLst>
                <a:cxn ang="T6">
                  <a:pos x="T0" y="T1"/>
                </a:cxn>
                <a:cxn ang="T7">
                  <a:pos x="T2" y="T3"/>
                </a:cxn>
                <a:cxn ang="T8">
                  <a:pos x="T4" y="T5"/>
                </a:cxn>
              </a:cxnLst>
              <a:rect l="T9" t="T10" r="T11" b="T12"/>
              <a:pathLst>
                <a:path w="1440" h="1935">
                  <a:moveTo>
                    <a:pt x="0" y="0"/>
                  </a:moveTo>
                  <a:cubicBezTo>
                    <a:pt x="337" y="348"/>
                    <a:pt x="675" y="697"/>
                    <a:pt x="915" y="1020"/>
                  </a:cubicBezTo>
                  <a:cubicBezTo>
                    <a:pt x="1155" y="1343"/>
                    <a:pt x="1297" y="1639"/>
                    <a:pt x="1440" y="1935"/>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6401" name="AutoShape 11">
              <a:extLst>
                <a:ext uri="{FF2B5EF4-FFF2-40B4-BE49-F238E27FC236}">
                  <a16:creationId xmlns:a16="http://schemas.microsoft.com/office/drawing/2014/main" id="{C476196E-5C80-4410-9D03-813BF03E6422}"/>
                </a:ext>
              </a:extLst>
            </p:cNvPr>
            <p:cNvCxnSpPr>
              <a:cxnSpLocks noChangeShapeType="1"/>
            </p:cNvCxnSpPr>
            <p:nvPr/>
          </p:nvCxnSpPr>
          <p:spPr bwMode="auto">
            <a:xfrm>
              <a:off x="9390" y="1981"/>
              <a:ext cx="495" cy="6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02" name="AutoShape 12">
              <a:extLst>
                <a:ext uri="{FF2B5EF4-FFF2-40B4-BE49-F238E27FC236}">
                  <a16:creationId xmlns:a16="http://schemas.microsoft.com/office/drawing/2014/main" id="{28D6AF7F-53DA-4217-9BD9-0FBD9E6C2CF6}"/>
                </a:ext>
              </a:extLst>
            </p:cNvPr>
            <p:cNvCxnSpPr>
              <a:cxnSpLocks noChangeShapeType="1"/>
            </p:cNvCxnSpPr>
            <p:nvPr/>
          </p:nvCxnSpPr>
          <p:spPr bwMode="auto">
            <a:xfrm>
              <a:off x="8940" y="1981"/>
              <a:ext cx="555" cy="7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6403" name="Freeform 13">
              <a:extLst>
                <a:ext uri="{FF2B5EF4-FFF2-40B4-BE49-F238E27FC236}">
                  <a16:creationId xmlns:a16="http://schemas.microsoft.com/office/drawing/2014/main" id="{AFBC32D4-9850-48F1-AE25-E26740A09E33}"/>
                </a:ext>
              </a:extLst>
            </p:cNvPr>
            <p:cNvSpPr>
              <a:spLocks/>
            </p:cNvSpPr>
            <p:nvPr/>
          </p:nvSpPr>
          <p:spPr bwMode="auto">
            <a:xfrm>
              <a:off x="8940" y="1981"/>
              <a:ext cx="1635" cy="2849"/>
            </a:xfrm>
            <a:custGeom>
              <a:avLst/>
              <a:gdLst>
                <a:gd name="T0" fmla="*/ 0 w 1740"/>
                <a:gd name="T1" fmla="*/ 0 h 2849"/>
                <a:gd name="T2" fmla="*/ 431 w 1740"/>
                <a:gd name="T3" fmla="*/ 1574 h 2849"/>
                <a:gd name="T4" fmla="*/ 642 w 1740"/>
                <a:gd name="T5" fmla="*/ 2849 h 2849"/>
                <a:gd name="T6" fmla="*/ 0 60000 65536"/>
                <a:gd name="T7" fmla="*/ 0 60000 65536"/>
                <a:gd name="T8" fmla="*/ 0 60000 65536"/>
                <a:gd name="T9" fmla="*/ 0 w 1740"/>
                <a:gd name="T10" fmla="*/ 0 h 2849"/>
                <a:gd name="T11" fmla="*/ 1740 w 1740"/>
                <a:gd name="T12" fmla="*/ 2849 h 2849"/>
              </a:gdLst>
              <a:ahLst/>
              <a:cxnLst>
                <a:cxn ang="T6">
                  <a:pos x="T0" y="T1"/>
                </a:cxn>
                <a:cxn ang="T7">
                  <a:pos x="T2" y="T3"/>
                </a:cxn>
                <a:cxn ang="T8">
                  <a:pos x="T4" y="T5"/>
                </a:cxn>
              </a:cxnLst>
              <a:rect l="T9" t="T10" r="T11" b="T12"/>
              <a:pathLst>
                <a:path w="1740" h="2849">
                  <a:moveTo>
                    <a:pt x="0" y="0"/>
                  </a:moveTo>
                  <a:cubicBezTo>
                    <a:pt x="440" y="549"/>
                    <a:pt x="880" y="1099"/>
                    <a:pt x="1170" y="1574"/>
                  </a:cubicBezTo>
                  <a:cubicBezTo>
                    <a:pt x="1460" y="2049"/>
                    <a:pt x="1600" y="2449"/>
                    <a:pt x="1740" y="2849"/>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04" name="Freeform 14">
              <a:extLst>
                <a:ext uri="{FF2B5EF4-FFF2-40B4-BE49-F238E27FC236}">
                  <a16:creationId xmlns:a16="http://schemas.microsoft.com/office/drawing/2014/main" id="{928FCB6C-D9EB-49EE-B34E-6F47A7AD14DA}"/>
                </a:ext>
              </a:extLst>
            </p:cNvPr>
            <p:cNvSpPr>
              <a:spLocks/>
            </p:cNvSpPr>
            <p:nvPr/>
          </p:nvSpPr>
          <p:spPr bwMode="auto">
            <a:xfrm>
              <a:off x="8085" y="1981"/>
              <a:ext cx="1410" cy="2939"/>
            </a:xfrm>
            <a:custGeom>
              <a:avLst/>
              <a:gdLst>
                <a:gd name="T0" fmla="*/ 0 w 1305"/>
                <a:gd name="T1" fmla="*/ 0 h 2939"/>
                <a:gd name="T2" fmla="*/ 2947 w 1305"/>
                <a:gd name="T3" fmla="*/ 1664 h 2939"/>
                <a:gd name="T4" fmla="*/ 4501 w 1305"/>
                <a:gd name="T5" fmla="*/ 2939 h 2939"/>
                <a:gd name="T6" fmla="*/ 0 60000 65536"/>
                <a:gd name="T7" fmla="*/ 0 60000 65536"/>
                <a:gd name="T8" fmla="*/ 0 60000 65536"/>
                <a:gd name="T9" fmla="*/ 0 w 1305"/>
                <a:gd name="T10" fmla="*/ 0 h 2939"/>
                <a:gd name="T11" fmla="*/ 1305 w 1305"/>
                <a:gd name="T12" fmla="*/ 2939 h 2939"/>
              </a:gdLst>
              <a:ahLst/>
              <a:cxnLst>
                <a:cxn ang="T6">
                  <a:pos x="T0" y="T1"/>
                </a:cxn>
                <a:cxn ang="T7">
                  <a:pos x="T2" y="T3"/>
                </a:cxn>
                <a:cxn ang="T8">
                  <a:pos x="T4" y="T5"/>
                </a:cxn>
              </a:cxnLst>
              <a:rect l="T9" t="T10" r="T11" b="T12"/>
              <a:pathLst>
                <a:path w="1305" h="2939">
                  <a:moveTo>
                    <a:pt x="0" y="0"/>
                  </a:moveTo>
                  <a:cubicBezTo>
                    <a:pt x="318" y="587"/>
                    <a:pt x="637" y="1174"/>
                    <a:pt x="855" y="1664"/>
                  </a:cubicBezTo>
                  <a:cubicBezTo>
                    <a:pt x="1073" y="2154"/>
                    <a:pt x="1213" y="2742"/>
                    <a:pt x="1305" y="2939"/>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05" name="Freeform 15">
              <a:extLst>
                <a:ext uri="{FF2B5EF4-FFF2-40B4-BE49-F238E27FC236}">
                  <a16:creationId xmlns:a16="http://schemas.microsoft.com/office/drawing/2014/main" id="{2E267738-E3F4-4EE4-B1EB-85D871D7A82D}"/>
                </a:ext>
              </a:extLst>
            </p:cNvPr>
            <p:cNvSpPr>
              <a:spLocks/>
            </p:cNvSpPr>
            <p:nvPr/>
          </p:nvSpPr>
          <p:spPr bwMode="auto">
            <a:xfrm>
              <a:off x="7635" y="1981"/>
              <a:ext cx="1230" cy="2939"/>
            </a:xfrm>
            <a:custGeom>
              <a:avLst/>
              <a:gdLst>
                <a:gd name="T0" fmla="*/ 0 w 1230"/>
                <a:gd name="T1" fmla="*/ 0 h 2939"/>
                <a:gd name="T2" fmla="*/ 855 w 1230"/>
                <a:gd name="T3" fmla="*/ 1814 h 2939"/>
                <a:gd name="T4" fmla="*/ 1230 w 1230"/>
                <a:gd name="T5" fmla="*/ 2939 h 2939"/>
                <a:gd name="T6" fmla="*/ 0 60000 65536"/>
                <a:gd name="T7" fmla="*/ 0 60000 65536"/>
                <a:gd name="T8" fmla="*/ 0 60000 65536"/>
                <a:gd name="T9" fmla="*/ 0 w 1230"/>
                <a:gd name="T10" fmla="*/ 0 h 2939"/>
                <a:gd name="T11" fmla="*/ 1230 w 1230"/>
                <a:gd name="T12" fmla="*/ 2939 h 2939"/>
              </a:gdLst>
              <a:ahLst/>
              <a:cxnLst>
                <a:cxn ang="T6">
                  <a:pos x="T0" y="T1"/>
                </a:cxn>
                <a:cxn ang="T7">
                  <a:pos x="T2" y="T3"/>
                </a:cxn>
                <a:cxn ang="T8">
                  <a:pos x="T4" y="T5"/>
                </a:cxn>
              </a:cxnLst>
              <a:rect l="T9" t="T10" r="T11" b="T12"/>
              <a:pathLst>
                <a:path w="1230" h="2939">
                  <a:moveTo>
                    <a:pt x="0" y="0"/>
                  </a:moveTo>
                  <a:cubicBezTo>
                    <a:pt x="325" y="662"/>
                    <a:pt x="650" y="1324"/>
                    <a:pt x="855" y="1814"/>
                  </a:cubicBezTo>
                  <a:cubicBezTo>
                    <a:pt x="1060" y="2304"/>
                    <a:pt x="1170" y="2767"/>
                    <a:pt x="1230" y="2939"/>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06" name="Freeform 16">
              <a:extLst>
                <a:ext uri="{FF2B5EF4-FFF2-40B4-BE49-F238E27FC236}">
                  <a16:creationId xmlns:a16="http://schemas.microsoft.com/office/drawing/2014/main" id="{5DBF05D2-E553-4746-A168-85DBCE88DFA7}"/>
                </a:ext>
              </a:extLst>
            </p:cNvPr>
            <p:cNvSpPr>
              <a:spLocks/>
            </p:cNvSpPr>
            <p:nvPr/>
          </p:nvSpPr>
          <p:spPr bwMode="auto">
            <a:xfrm>
              <a:off x="7245" y="1981"/>
              <a:ext cx="1007" cy="2939"/>
            </a:xfrm>
            <a:custGeom>
              <a:avLst/>
              <a:gdLst>
                <a:gd name="T0" fmla="*/ 0 w 1007"/>
                <a:gd name="T1" fmla="*/ 0 h 2939"/>
                <a:gd name="T2" fmla="*/ 840 w 1007"/>
                <a:gd name="T3" fmla="*/ 2189 h 2939"/>
                <a:gd name="T4" fmla="*/ 1005 w 1007"/>
                <a:gd name="T5" fmla="*/ 2939 h 2939"/>
                <a:gd name="T6" fmla="*/ 0 60000 65536"/>
                <a:gd name="T7" fmla="*/ 0 60000 65536"/>
                <a:gd name="T8" fmla="*/ 0 60000 65536"/>
                <a:gd name="T9" fmla="*/ 0 w 1007"/>
                <a:gd name="T10" fmla="*/ 0 h 2939"/>
                <a:gd name="T11" fmla="*/ 1007 w 1007"/>
                <a:gd name="T12" fmla="*/ 2939 h 2939"/>
              </a:gdLst>
              <a:ahLst/>
              <a:cxnLst>
                <a:cxn ang="T6">
                  <a:pos x="T0" y="T1"/>
                </a:cxn>
                <a:cxn ang="T7">
                  <a:pos x="T2" y="T3"/>
                </a:cxn>
                <a:cxn ang="T8">
                  <a:pos x="T4" y="T5"/>
                </a:cxn>
              </a:cxnLst>
              <a:rect l="T9" t="T10" r="T11" b="T12"/>
              <a:pathLst>
                <a:path w="1007" h="2939">
                  <a:moveTo>
                    <a:pt x="0" y="0"/>
                  </a:moveTo>
                  <a:cubicBezTo>
                    <a:pt x="336" y="849"/>
                    <a:pt x="673" y="1699"/>
                    <a:pt x="840" y="2189"/>
                  </a:cubicBezTo>
                  <a:cubicBezTo>
                    <a:pt x="1007" y="2679"/>
                    <a:pt x="990" y="2829"/>
                    <a:pt x="1005" y="2939"/>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07" name="Freeform 17">
              <a:extLst>
                <a:ext uri="{FF2B5EF4-FFF2-40B4-BE49-F238E27FC236}">
                  <a16:creationId xmlns:a16="http://schemas.microsoft.com/office/drawing/2014/main" id="{1F4322B6-F5EB-446B-B9C8-115DD3C1410D}"/>
                </a:ext>
              </a:extLst>
            </p:cNvPr>
            <p:cNvSpPr>
              <a:spLocks/>
            </p:cNvSpPr>
            <p:nvPr/>
          </p:nvSpPr>
          <p:spPr bwMode="auto">
            <a:xfrm>
              <a:off x="6780" y="1981"/>
              <a:ext cx="855" cy="2939"/>
            </a:xfrm>
            <a:custGeom>
              <a:avLst/>
              <a:gdLst>
                <a:gd name="T0" fmla="*/ 0 w 855"/>
                <a:gd name="T1" fmla="*/ 0 h 2939"/>
                <a:gd name="T2" fmla="*/ 630 w 855"/>
                <a:gd name="T3" fmla="*/ 1784 h 2939"/>
                <a:gd name="T4" fmla="*/ 855 w 855"/>
                <a:gd name="T5" fmla="*/ 2939 h 2939"/>
                <a:gd name="T6" fmla="*/ 0 60000 65536"/>
                <a:gd name="T7" fmla="*/ 0 60000 65536"/>
                <a:gd name="T8" fmla="*/ 0 60000 65536"/>
                <a:gd name="T9" fmla="*/ 0 w 855"/>
                <a:gd name="T10" fmla="*/ 0 h 2939"/>
                <a:gd name="T11" fmla="*/ 855 w 855"/>
                <a:gd name="T12" fmla="*/ 2939 h 2939"/>
              </a:gdLst>
              <a:ahLst/>
              <a:cxnLst>
                <a:cxn ang="T6">
                  <a:pos x="T0" y="T1"/>
                </a:cxn>
                <a:cxn ang="T7">
                  <a:pos x="T2" y="T3"/>
                </a:cxn>
                <a:cxn ang="T8">
                  <a:pos x="T4" y="T5"/>
                </a:cxn>
              </a:cxnLst>
              <a:rect l="T9" t="T10" r="T11" b="T12"/>
              <a:pathLst>
                <a:path w="855" h="2939">
                  <a:moveTo>
                    <a:pt x="0" y="0"/>
                  </a:moveTo>
                  <a:cubicBezTo>
                    <a:pt x="244" y="647"/>
                    <a:pt x="488" y="1294"/>
                    <a:pt x="630" y="1784"/>
                  </a:cubicBezTo>
                  <a:cubicBezTo>
                    <a:pt x="772" y="2274"/>
                    <a:pt x="813" y="2606"/>
                    <a:pt x="855" y="2939"/>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08" name="Freeform 18">
              <a:extLst>
                <a:ext uri="{FF2B5EF4-FFF2-40B4-BE49-F238E27FC236}">
                  <a16:creationId xmlns:a16="http://schemas.microsoft.com/office/drawing/2014/main" id="{3B82F85C-0846-40F0-99C9-BF662845B682}"/>
                </a:ext>
              </a:extLst>
            </p:cNvPr>
            <p:cNvSpPr>
              <a:spLocks/>
            </p:cNvSpPr>
            <p:nvPr/>
          </p:nvSpPr>
          <p:spPr bwMode="auto">
            <a:xfrm>
              <a:off x="6285" y="1981"/>
              <a:ext cx="585" cy="2939"/>
            </a:xfrm>
            <a:custGeom>
              <a:avLst/>
              <a:gdLst>
                <a:gd name="T0" fmla="*/ 0 w 690"/>
                <a:gd name="T1" fmla="*/ 0 h 2939"/>
                <a:gd name="T2" fmla="*/ 39 w 690"/>
                <a:gd name="T3" fmla="*/ 1904 h 2939"/>
                <a:gd name="T4" fmla="*/ 50 w 690"/>
                <a:gd name="T5" fmla="*/ 2939 h 2939"/>
                <a:gd name="T6" fmla="*/ 0 60000 65536"/>
                <a:gd name="T7" fmla="*/ 0 60000 65536"/>
                <a:gd name="T8" fmla="*/ 0 60000 65536"/>
                <a:gd name="T9" fmla="*/ 0 w 690"/>
                <a:gd name="T10" fmla="*/ 0 h 2939"/>
                <a:gd name="T11" fmla="*/ 690 w 690"/>
                <a:gd name="T12" fmla="*/ 2939 h 2939"/>
              </a:gdLst>
              <a:ahLst/>
              <a:cxnLst>
                <a:cxn ang="T6">
                  <a:pos x="T0" y="T1"/>
                </a:cxn>
                <a:cxn ang="T7">
                  <a:pos x="T2" y="T3"/>
                </a:cxn>
                <a:cxn ang="T8">
                  <a:pos x="T4" y="T5"/>
                </a:cxn>
              </a:cxnLst>
              <a:rect l="T9" t="T10" r="T11" b="T12"/>
              <a:pathLst>
                <a:path w="690" h="2939">
                  <a:moveTo>
                    <a:pt x="0" y="0"/>
                  </a:moveTo>
                  <a:cubicBezTo>
                    <a:pt x="220" y="707"/>
                    <a:pt x="440" y="1414"/>
                    <a:pt x="555" y="1904"/>
                  </a:cubicBezTo>
                  <a:cubicBezTo>
                    <a:pt x="670" y="2394"/>
                    <a:pt x="675" y="2799"/>
                    <a:pt x="690" y="2939"/>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09" name="Freeform 19">
              <a:extLst>
                <a:ext uri="{FF2B5EF4-FFF2-40B4-BE49-F238E27FC236}">
                  <a16:creationId xmlns:a16="http://schemas.microsoft.com/office/drawing/2014/main" id="{40A1DEAB-D61C-4732-BA7D-4BBF275F08B4}"/>
                </a:ext>
              </a:extLst>
            </p:cNvPr>
            <p:cNvSpPr>
              <a:spLocks/>
            </p:cNvSpPr>
            <p:nvPr/>
          </p:nvSpPr>
          <p:spPr bwMode="auto">
            <a:xfrm>
              <a:off x="8535" y="1981"/>
              <a:ext cx="1575" cy="2939"/>
            </a:xfrm>
            <a:custGeom>
              <a:avLst/>
              <a:gdLst>
                <a:gd name="T0" fmla="*/ 0 w 1575"/>
                <a:gd name="T1" fmla="*/ 0 h 2939"/>
                <a:gd name="T2" fmla="*/ 1095 w 1575"/>
                <a:gd name="T3" fmla="*/ 1724 h 2939"/>
                <a:gd name="T4" fmla="*/ 1575 w 1575"/>
                <a:gd name="T5" fmla="*/ 2939 h 2939"/>
                <a:gd name="T6" fmla="*/ 0 60000 65536"/>
                <a:gd name="T7" fmla="*/ 0 60000 65536"/>
                <a:gd name="T8" fmla="*/ 0 60000 65536"/>
                <a:gd name="T9" fmla="*/ 0 w 1575"/>
                <a:gd name="T10" fmla="*/ 0 h 2939"/>
                <a:gd name="T11" fmla="*/ 1575 w 1575"/>
                <a:gd name="T12" fmla="*/ 2939 h 2939"/>
              </a:gdLst>
              <a:ahLst/>
              <a:cxnLst>
                <a:cxn ang="T6">
                  <a:pos x="T0" y="T1"/>
                </a:cxn>
                <a:cxn ang="T7">
                  <a:pos x="T2" y="T3"/>
                </a:cxn>
                <a:cxn ang="T8">
                  <a:pos x="T4" y="T5"/>
                </a:cxn>
              </a:cxnLst>
              <a:rect l="T9" t="T10" r="T11" b="T12"/>
              <a:pathLst>
                <a:path w="1575" h="2939">
                  <a:moveTo>
                    <a:pt x="0" y="0"/>
                  </a:moveTo>
                  <a:cubicBezTo>
                    <a:pt x="416" y="617"/>
                    <a:pt x="833" y="1234"/>
                    <a:pt x="1095" y="1724"/>
                  </a:cubicBezTo>
                  <a:cubicBezTo>
                    <a:pt x="1357" y="2214"/>
                    <a:pt x="1533" y="2769"/>
                    <a:pt x="1575" y="2939"/>
                  </a:cubicBezTo>
                </a:path>
              </a:pathLst>
            </a:custGeom>
            <a:noFill/>
            <a:ln w="19050">
              <a:solidFill>
                <a:srgbClr val="000000"/>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6410" name="AutoShape 20">
              <a:extLst>
                <a:ext uri="{FF2B5EF4-FFF2-40B4-BE49-F238E27FC236}">
                  <a16:creationId xmlns:a16="http://schemas.microsoft.com/office/drawing/2014/main" id="{69D8CA69-3A40-44C1-B92B-55576B8E3104}"/>
                </a:ext>
              </a:extLst>
            </p:cNvPr>
            <p:cNvCxnSpPr>
              <a:cxnSpLocks noChangeShapeType="1"/>
            </p:cNvCxnSpPr>
            <p:nvPr/>
          </p:nvCxnSpPr>
          <p:spPr bwMode="auto">
            <a:xfrm>
              <a:off x="8535" y="1981"/>
              <a:ext cx="405" cy="6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11" name="AutoShape 21">
              <a:extLst>
                <a:ext uri="{FF2B5EF4-FFF2-40B4-BE49-F238E27FC236}">
                  <a16:creationId xmlns:a16="http://schemas.microsoft.com/office/drawing/2014/main" id="{83D46668-6E1A-4A72-A51F-611C68321203}"/>
                </a:ext>
              </a:extLst>
            </p:cNvPr>
            <p:cNvCxnSpPr>
              <a:cxnSpLocks noChangeShapeType="1"/>
            </p:cNvCxnSpPr>
            <p:nvPr/>
          </p:nvCxnSpPr>
          <p:spPr bwMode="auto">
            <a:xfrm>
              <a:off x="8085" y="1981"/>
              <a:ext cx="345" cy="6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12" name="AutoShape 22">
              <a:extLst>
                <a:ext uri="{FF2B5EF4-FFF2-40B4-BE49-F238E27FC236}">
                  <a16:creationId xmlns:a16="http://schemas.microsoft.com/office/drawing/2014/main" id="{D444E7E5-C24D-49B6-91C4-3C1CB78E757E}"/>
                </a:ext>
              </a:extLst>
            </p:cNvPr>
            <p:cNvCxnSpPr>
              <a:cxnSpLocks noChangeShapeType="1"/>
            </p:cNvCxnSpPr>
            <p:nvPr/>
          </p:nvCxnSpPr>
          <p:spPr bwMode="auto">
            <a:xfrm>
              <a:off x="7635" y="1981"/>
              <a:ext cx="300" cy="6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13" name="AutoShape 23">
              <a:extLst>
                <a:ext uri="{FF2B5EF4-FFF2-40B4-BE49-F238E27FC236}">
                  <a16:creationId xmlns:a16="http://schemas.microsoft.com/office/drawing/2014/main" id="{322CBCEF-9666-48E1-8C71-39BBE48374C9}"/>
                </a:ext>
              </a:extLst>
            </p:cNvPr>
            <p:cNvCxnSpPr>
              <a:cxnSpLocks noChangeShapeType="1"/>
            </p:cNvCxnSpPr>
            <p:nvPr/>
          </p:nvCxnSpPr>
          <p:spPr bwMode="auto">
            <a:xfrm>
              <a:off x="7245" y="1981"/>
              <a:ext cx="240" cy="6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14" name="AutoShape 24">
              <a:extLst>
                <a:ext uri="{FF2B5EF4-FFF2-40B4-BE49-F238E27FC236}">
                  <a16:creationId xmlns:a16="http://schemas.microsoft.com/office/drawing/2014/main" id="{FB11AB45-6F88-4F7F-AD4C-38B8392F6767}"/>
                </a:ext>
              </a:extLst>
            </p:cNvPr>
            <p:cNvCxnSpPr>
              <a:cxnSpLocks noChangeShapeType="1"/>
            </p:cNvCxnSpPr>
            <p:nvPr/>
          </p:nvCxnSpPr>
          <p:spPr bwMode="auto">
            <a:xfrm>
              <a:off x="6780" y="1981"/>
              <a:ext cx="270" cy="7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415" name="AutoShape 25">
              <a:extLst>
                <a:ext uri="{FF2B5EF4-FFF2-40B4-BE49-F238E27FC236}">
                  <a16:creationId xmlns:a16="http://schemas.microsoft.com/office/drawing/2014/main" id="{DF2DE085-CC2F-48E7-B9C8-787A1945D3B9}"/>
                </a:ext>
              </a:extLst>
            </p:cNvPr>
            <p:cNvCxnSpPr>
              <a:cxnSpLocks noChangeShapeType="1"/>
            </p:cNvCxnSpPr>
            <p:nvPr/>
          </p:nvCxnSpPr>
          <p:spPr bwMode="auto">
            <a:xfrm>
              <a:off x="6285" y="1981"/>
              <a:ext cx="165" cy="63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6416" name="Freeform 26">
              <a:extLst>
                <a:ext uri="{FF2B5EF4-FFF2-40B4-BE49-F238E27FC236}">
                  <a16:creationId xmlns:a16="http://schemas.microsoft.com/office/drawing/2014/main" id="{3C3748CC-BB1E-4060-86F8-08391175DF3C}"/>
                </a:ext>
              </a:extLst>
            </p:cNvPr>
            <p:cNvSpPr>
              <a:spLocks/>
            </p:cNvSpPr>
            <p:nvPr/>
          </p:nvSpPr>
          <p:spPr bwMode="auto">
            <a:xfrm>
              <a:off x="6630" y="2460"/>
              <a:ext cx="3945" cy="1710"/>
            </a:xfrm>
            <a:custGeom>
              <a:avLst/>
              <a:gdLst>
                <a:gd name="T0" fmla="*/ 0 w 3450"/>
                <a:gd name="T1" fmla="*/ 0 h 1755"/>
                <a:gd name="T2" fmla="*/ 3970 w 3450"/>
                <a:gd name="T3" fmla="*/ 286 h 1755"/>
                <a:gd name="T4" fmla="*/ 15632 w 3450"/>
                <a:gd name="T5" fmla="*/ 584 h 1755"/>
                <a:gd name="T6" fmla="*/ 26530 w 3450"/>
                <a:gd name="T7" fmla="*/ 931 h 1755"/>
                <a:gd name="T8" fmla="*/ 29475 w 3450"/>
                <a:gd name="T9" fmla="*/ 1157 h 1755"/>
                <a:gd name="T10" fmla="*/ 0 60000 65536"/>
                <a:gd name="T11" fmla="*/ 0 60000 65536"/>
                <a:gd name="T12" fmla="*/ 0 60000 65536"/>
                <a:gd name="T13" fmla="*/ 0 60000 65536"/>
                <a:gd name="T14" fmla="*/ 0 60000 65536"/>
                <a:gd name="T15" fmla="*/ 0 w 3450"/>
                <a:gd name="T16" fmla="*/ 0 h 1755"/>
                <a:gd name="T17" fmla="*/ 3450 w 3450"/>
                <a:gd name="T18" fmla="*/ 1755 h 1755"/>
              </a:gdLst>
              <a:ahLst/>
              <a:cxnLst>
                <a:cxn ang="T10">
                  <a:pos x="T0" y="T1"/>
                </a:cxn>
                <a:cxn ang="T11">
                  <a:pos x="T2" y="T3"/>
                </a:cxn>
                <a:cxn ang="T12">
                  <a:pos x="T4" y="T5"/>
                </a:cxn>
                <a:cxn ang="T13">
                  <a:pos x="T6" y="T7"/>
                </a:cxn>
                <a:cxn ang="T14">
                  <a:pos x="T8" y="T9"/>
                </a:cxn>
              </a:cxnLst>
              <a:rect l="T15" t="T16" r="T17" b="T18"/>
              <a:pathLst>
                <a:path w="3450" h="1755">
                  <a:moveTo>
                    <a:pt x="0" y="0"/>
                  </a:moveTo>
                  <a:cubicBezTo>
                    <a:pt x="80" y="144"/>
                    <a:pt x="160" y="288"/>
                    <a:pt x="465" y="435"/>
                  </a:cubicBezTo>
                  <a:cubicBezTo>
                    <a:pt x="770" y="582"/>
                    <a:pt x="1390" y="723"/>
                    <a:pt x="1830" y="885"/>
                  </a:cubicBezTo>
                  <a:cubicBezTo>
                    <a:pt x="2270" y="1047"/>
                    <a:pt x="2835" y="1265"/>
                    <a:pt x="3105" y="1410"/>
                  </a:cubicBezTo>
                  <a:cubicBezTo>
                    <a:pt x="3375" y="1555"/>
                    <a:pt x="3392" y="1703"/>
                    <a:pt x="3450" y="1755"/>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6417" name="Oval 27">
              <a:extLst>
                <a:ext uri="{FF2B5EF4-FFF2-40B4-BE49-F238E27FC236}">
                  <a16:creationId xmlns:a16="http://schemas.microsoft.com/office/drawing/2014/main" id="{B5D834FA-2A31-42F5-A29C-25F616994347}"/>
                </a:ext>
              </a:extLst>
            </p:cNvPr>
            <p:cNvSpPr>
              <a:spLocks noChangeArrowheads="1"/>
            </p:cNvSpPr>
            <p:nvPr/>
          </p:nvSpPr>
          <p:spPr bwMode="auto">
            <a:xfrm>
              <a:off x="6555" y="2381"/>
              <a:ext cx="150" cy="143"/>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6418" name="Oval 28">
              <a:extLst>
                <a:ext uri="{FF2B5EF4-FFF2-40B4-BE49-F238E27FC236}">
                  <a16:creationId xmlns:a16="http://schemas.microsoft.com/office/drawing/2014/main" id="{AC96F603-B208-43B4-ADB9-6CDE90E64029}"/>
                </a:ext>
              </a:extLst>
            </p:cNvPr>
            <p:cNvSpPr>
              <a:spLocks noChangeArrowheads="1"/>
            </p:cNvSpPr>
            <p:nvPr/>
          </p:nvSpPr>
          <p:spPr bwMode="auto">
            <a:xfrm>
              <a:off x="10432" y="4020"/>
              <a:ext cx="143" cy="150"/>
            </a:xfrm>
            <a:prstGeom prst="ellipse">
              <a:avLst/>
            </a:prstGeom>
            <a:solidFill>
              <a:srgbClr val="000000"/>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6419" name="AutoShape 29">
              <a:extLst>
                <a:ext uri="{FF2B5EF4-FFF2-40B4-BE49-F238E27FC236}">
                  <a16:creationId xmlns:a16="http://schemas.microsoft.com/office/drawing/2014/main" id="{6C7EC536-C88C-4966-9C08-EF16046CE4FE}"/>
                </a:ext>
              </a:extLst>
            </p:cNvPr>
            <p:cNvSpPr>
              <a:spLocks noChangeArrowheads="1"/>
            </p:cNvSpPr>
            <p:nvPr/>
          </p:nvSpPr>
          <p:spPr bwMode="auto">
            <a:xfrm>
              <a:off x="8430" y="3135"/>
              <a:ext cx="195" cy="255"/>
            </a:xfrm>
            <a:prstGeom prst="flowChartOr">
              <a:avLst/>
            </a:prstGeom>
            <a:solidFill>
              <a:srgbClr val="C0504D"/>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6420" name="AutoShape 30">
              <a:extLst>
                <a:ext uri="{FF2B5EF4-FFF2-40B4-BE49-F238E27FC236}">
                  <a16:creationId xmlns:a16="http://schemas.microsoft.com/office/drawing/2014/main" id="{37AFA8EB-3D3A-47A2-884C-B8BAC10800C8}"/>
                </a:ext>
              </a:extLst>
            </p:cNvPr>
            <p:cNvCxnSpPr>
              <a:cxnSpLocks noChangeShapeType="1"/>
            </p:cNvCxnSpPr>
            <p:nvPr/>
          </p:nvCxnSpPr>
          <p:spPr bwMode="auto">
            <a:xfrm>
              <a:off x="8625" y="3300"/>
              <a:ext cx="420" cy="90"/>
            </a:xfrm>
            <a:prstGeom prst="straightConnector1">
              <a:avLst/>
            </a:prstGeom>
            <a:noFill/>
            <a:ln w="9525">
              <a:solidFill>
                <a:srgbClr val="205867"/>
              </a:solidFill>
              <a:round/>
              <a:headEnd/>
              <a:tailEnd type="triangle" w="med" len="med"/>
            </a:ln>
            <a:extLst>
              <a:ext uri="{909E8E84-426E-40DD-AFC4-6F175D3DCCD1}">
                <a14:hiddenFill xmlns:a14="http://schemas.microsoft.com/office/drawing/2010/main">
                  <a:noFill/>
                </a14:hiddenFill>
              </a:ext>
            </a:extLst>
          </p:spPr>
        </p:cxnSp>
        <p:cxnSp>
          <p:nvCxnSpPr>
            <p:cNvPr id="16421" name="AutoShape 31">
              <a:extLst>
                <a:ext uri="{FF2B5EF4-FFF2-40B4-BE49-F238E27FC236}">
                  <a16:creationId xmlns:a16="http://schemas.microsoft.com/office/drawing/2014/main" id="{404DFAE0-A542-46F8-8F3E-BE57438BB5DF}"/>
                </a:ext>
              </a:extLst>
            </p:cNvPr>
            <p:cNvCxnSpPr>
              <a:cxnSpLocks noChangeShapeType="1"/>
            </p:cNvCxnSpPr>
            <p:nvPr/>
          </p:nvCxnSpPr>
          <p:spPr bwMode="auto">
            <a:xfrm>
              <a:off x="8535" y="3300"/>
              <a:ext cx="330" cy="720"/>
            </a:xfrm>
            <a:prstGeom prst="straightConnector1">
              <a:avLst/>
            </a:prstGeom>
            <a:noFill/>
            <a:ln w="28575">
              <a:solidFill>
                <a:srgbClr val="205867"/>
              </a:solidFill>
              <a:round/>
              <a:headEnd/>
              <a:tailEnd type="triangle" w="med" len="med"/>
            </a:ln>
            <a:extLst>
              <a:ext uri="{909E8E84-426E-40DD-AFC4-6F175D3DCCD1}">
                <a14:hiddenFill xmlns:a14="http://schemas.microsoft.com/office/drawing/2010/main">
                  <a:noFill/>
                </a14:hiddenFill>
              </a:ext>
            </a:extLst>
          </p:spPr>
        </p:cxnSp>
        <p:sp>
          <p:nvSpPr>
            <p:cNvPr id="16422" name="Freeform 32">
              <a:extLst>
                <a:ext uri="{FF2B5EF4-FFF2-40B4-BE49-F238E27FC236}">
                  <a16:creationId xmlns:a16="http://schemas.microsoft.com/office/drawing/2014/main" id="{2FC45D30-8C89-4BCD-85E3-B9D5CA8FC1E7}"/>
                </a:ext>
              </a:extLst>
            </p:cNvPr>
            <p:cNvSpPr>
              <a:spLocks/>
            </p:cNvSpPr>
            <p:nvPr/>
          </p:nvSpPr>
          <p:spPr bwMode="auto">
            <a:xfrm>
              <a:off x="9735" y="1785"/>
              <a:ext cx="437" cy="1080"/>
            </a:xfrm>
            <a:custGeom>
              <a:avLst/>
              <a:gdLst>
                <a:gd name="T0" fmla="*/ 375 w 437"/>
                <a:gd name="T1" fmla="*/ 1080 h 1080"/>
                <a:gd name="T2" fmla="*/ 375 w 437"/>
                <a:gd name="T3" fmla="*/ 196 h 1080"/>
                <a:gd name="T4" fmla="*/ 0 w 437"/>
                <a:gd name="T5" fmla="*/ 0 h 1080"/>
                <a:gd name="T6" fmla="*/ 0 60000 65536"/>
                <a:gd name="T7" fmla="*/ 0 60000 65536"/>
                <a:gd name="T8" fmla="*/ 0 60000 65536"/>
                <a:gd name="T9" fmla="*/ 0 w 437"/>
                <a:gd name="T10" fmla="*/ 0 h 1080"/>
                <a:gd name="T11" fmla="*/ 437 w 437"/>
                <a:gd name="T12" fmla="*/ 1080 h 1080"/>
              </a:gdLst>
              <a:ahLst/>
              <a:cxnLst>
                <a:cxn ang="T6">
                  <a:pos x="T0" y="T1"/>
                </a:cxn>
                <a:cxn ang="T7">
                  <a:pos x="T2" y="T3"/>
                </a:cxn>
                <a:cxn ang="T8">
                  <a:pos x="T4" y="T5"/>
                </a:cxn>
              </a:cxnLst>
              <a:rect l="T9" t="T10" r="T11" b="T12"/>
              <a:pathLst>
                <a:path w="437" h="1080">
                  <a:moveTo>
                    <a:pt x="375" y="1080"/>
                  </a:moveTo>
                  <a:cubicBezTo>
                    <a:pt x="406" y="728"/>
                    <a:pt x="437" y="376"/>
                    <a:pt x="375" y="196"/>
                  </a:cubicBezTo>
                  <a:cubicBezTo>
                    <a:pt x="313" y="16"/>
                    <a:pt x="156" y="8"/>
                    <a:pt x="0" y="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16423" name="AutoShape 33">
              <a:extLst>
                <a:ext uri="{FF2B5EF4-FFF2-40B4-BE49-F238E27FC236}">
                  <a16:creationId xmlns:a16="http://schemas.microsoft.com/office/drawing/2014/main" id="{AE0FA1DD-1ED6-4C25-86A0-764A9884FCCD}"/>
                </a:ext>
              </a:extLst>
            </p:cNvPr>
            <p:cNvCxnSpPr>
              <a:cxnSpLocks noChangeShapeType="1"/>
            </p:cNvCxnSpPr>
            <p:nvPr/>
          </p:nvCxnSpPr>
          <p:spPr bwMode="auto">
            <a:xfrm rot="-5400000">
              <a:off x="6427" y="2078"/>
              <a:ext cx="1065" cy="180"/>
            </a:xfrm>
            <a:prstGeom prst="bentConnector3">
              <a:avLst>
                <a:gd name="adj1" fmla="val 49954"/>
              </a:avLst>
            </a:prstGeom>
            <a:noFill/>
            <a:ln w="9525">
              <a:solidFill>
                <a:srgbClr val="000000"/>
              </a:solidFill>
              <a:miter lim="800000"/>
              <a:headEnd/>
              <a:tailEnd/>
            </a:ln>
            <a:extLst>
              <a:ext uri="{909E8E84-426E-40DD-AFC4-6F175D3DCCD1}">
                <a14:hiddenFill xmlns:a14="http://schemas.microsoft.com/office/drawing/2010/main">
                  <a:noFill/>
                </a14:hiddenFill>
              </a:ext>
            </a:extLst>
          </p:spPr>
        </p:cxnSp>
      </p:grpSp>
      <p:sp>
        <p:nvSpPr>
          <p:cNvPr id="16393" name="Rectangle 34">
            <a:extLst>
              <a:ext uri="{FF2B5EF4-FFF2-40B4-BE49-F238E27FC236}">
                <a16:creationId xmlns:a16="http://schemas.microsoft.com/office/drawing/2014/main" id="{5AB86306-B173-4E91-9D23-36E4F47F14A9}"/>
              </a:ext>
            </a:extLst>
          </p:cNvPr>
          <p:cNvSpPr>
            <a:spLocks noChangeArrowheads="1"/>
          </p:cNvSpPr>
          <p:nvPr/>
        </p:nvSpPr>
        <p:spPr bwMode="auto">
          <a:xfrm>
            <a:off x="1012767" y="4629074"/>
            <a:ext cx="4400933" cy="1815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a:spcBef>
                <a:spcPct val="0"/>
              </a:spcBef>
              <a:buFontTx/>
              <a:buNone/>
            </a:pP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Fig.3. A test charge q</a:t>
            </a:r>
            <a:r>
              <a:rPr lang="en-US" altLang="id-ID" sz="1600" b="1"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0</a:t>
            </a: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 moves from point </a:t>
            </a:r>
            <a:r>
              <a:rPr lang="en-US" altLang="id-ID" sz="1600" b="1" dirty="0" err="1">
                <a:solidFill>
                  <a:srgbClr val="002060"/>
                </a:solidFill>
                <a:latin typeface="Arial" panose="020B0604020202020204" pitchFamily="34" charset="0"/>
                <a:ea typeface="Times New Roman" panose="02020603050405020304" pitchFamily="18" charset="0"/>
                <a:cs typeface="Arial" panose="020B0604020202020204" pitchFamily="34" charset="0"/>
              </a:rPr>
              <a:t>i</a:t>
            </a: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 to point f along the path shown in nonuniform electric field. During a displacement </a:t>
            </a:r>
            <a:r>
              <a:rPr lang="en-US" altLang="id-ID" sz="16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ds</a:t>
            </a: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 an electrostatic force q</a:t>
            </a:r>
            <a:r>
              <a:rPr lang="en-US" altLang="id-ID" sz="1600" b="1"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0</a:t>
            </a:r>
            <a:r>
              <a:rPr lang="en-US" altLang="id-ID" sz="16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E </a:t>
            </a:r>
            <a:r>
              <a:rPr lang="en-US" altLang="id-ID" sz="1600" b="1" dirty="0">
                <a:solidFill>
                  <a:srgbClr val="002060"/>
                </a:solidFill>
                <a:latin typeface="Arial" panose="020B0604020202020204" pitchFamily="34" charset="0"/>
                <a:ea typeface="Times New Roman" panose="02020603050405020304" pitchFamily="18" charset="0"/>
                <a:cs typeface="Arial" panose="020B0604020202020204" pitchFamily="34" charset="0"/>
              </a:rPr>
              <a:t>acts on the test charge. This force points in the direction of the field line at the location of the test charge.</a:t>
            </a:r>
          </a:p>
        </p:txBody>
      </p:sp>
      <p:sp>
        <p:nvSpPr>
          <p:cNvPr id="16394" name="Rectangle 34">
            <a:extLst>
              <a:ext uri="{FF2B5EF4-FFF2-40B4-BE49-F238E27FC236}">
                <a16:creationId xmlns:a16="http://schemas.microsoft.com/office/drawing/2014/main" id="{9E984521-7524-4E67-8F85-F950340FD749}"/>
              </a:ext>
            </a:extLst>
          </p:cNvPr>
          <p:cNvSpPr>
            <a:spLocks noChangeArrowheads="1"/>
          </p:cNvSpPr>
          <p:nvPr/>
        </p:nvSpPr>
        <p:spPr bwMode="auto">
          <a:xfrm>
            <a:off x="3342013" y="3459956"/>
            <a:ext cx="565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q</a:t>
            </a:r>
            <a:r>
              <a:rPr lang="en-US" altLang="id-ID" sz="1800" b="1" baseline="-30000">
                <a:latin typeface="Arial" panose="020B0604020202020204" pitchFamily="34" charset="0"/>
                <a:ea typeface="Times New Roman" panose="02020603050405020304" pitchFamily="18" charset="0"/>
                <a:cs typeface="Arial" panose="020B0604020202020204" pitchFamily="34" charset="0"/>
              </a:rPr>
              <a:t>0</a:t>
            </a:r>
            <a:r>
              <a:rPr lang="en-US" altLang="id-ID" sz="1800" b="1" i="1">
                <a:latin typeface="Arial" panose="020B0604020202020204" pitchFamily="34" charset="0"/>
                <a:ea typeface="Times New Roman" panose="02020603050405020304" pitchFamily="18" charset="0"/>
                <a:cs typeface="Arial" panose="020B0604020202020204" pitchFamily="34" charset="0"/>
              </a:rPr>
              <a:t>E</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6395" name="Rectangle 35">
            <a:extLst>
              <a:ext uri="{FF2B5EF4-FFF2-40B4-BE49-F238E27FC236}">
                <a16:creationId xmlns:a16="http://schemas.microsoft.com/office/drawing/2014/main" id="{60AFCB39-E94E-421C-BAA3-4F88EECECAC6}"/>
              </a:ext>
            </a:extLst>
          </p:cNvPr>
          <p:cNvSpPr>
            <a:spLocks noChangeArrowheads="1"/>
          </p:cNvSpPr>
          <p:nvPr/>
        </p:nvSpPr>
        <p:spPr bwMode="auto">
          <a:xfrm>
            <a:off x="3413450" y="2745581"/>
            <a:ext cx="454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i="1">
                <a:latin typeface="Arial" panose="020B0604020202020204" pitchFamily="34" charset="0"/>
                <a:ea typeface="Times New Roman" panose="02020603050405020304" pitchFamily="18" charset="0"/>
                <a:cs typeface="Arial" panose="020B0604020202020204" pitchFamily="34" charset="0"/>
              </a:rPr>
              <a:t>ds</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6396" name="Rectangle 36">
            <a:extLst>
              <a:ext uri="{FF2B5EF4-FFF2-40B4-BE49-F238E27FC236}">
                <a16:creationId xmlns:a16="http://schemas.microsoft.com/office/drawing/2014/main" id="{CDD640DC-1C3D-44BC-A173-A7125E8D18CE}"/>
              </a:ext>
            </a:extLst>
          </p:cNvPr>
          <p:cNvSpPr>
            <a:spLocks noChangeArrowheads="1"/>
          </p:cNvSpPr>
          <p:nvPr/>
        </p:nvSpPr>
        <p:spPr bwMode="auto">
          <a:xfrm>
            <a:off x="1413200" y="1459706"/>
            <a:ext cx="6842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Path</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6397" name="Rectangle 37">
            <a:extLst>
              <a:ext uri="{FF2B5EF4-FFF2-40B4-BE49-F238E27FC236}">
                <a16:creationId xmlns:a16="http://schemas.microsoft.com/office/drawing/2014/main" id="{C262845F-D97B-43E9-B9BB-35D7AD780242}"/>
              </a:ext>
            </a:extLst>
          </p:cNvPr>
          <p:cNvSpPr>
            <a:spLocks noChangeArrowheads="1"/>
          </p:cNvSpPr>
          <p:nvPr/>
        </p:nvSpPr>
        <p:spPr bwMode="auto">
          <a:xfrm>
            <a:off x="3556325" y="1531144"/>
            <a:ext cx="124936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a:latin typeface="Arial" panose="020B0604020202020204" pitchFamily="34" charset="0"/>
                <a:ea typeface="Times New Roman" panose="02020603050405020304" pitchFamily="18" charset="0"/>
                <a:cs typeface="Arial" panose="020B0604020202020204" pitchFamily="34" charset="0"/>
              </a:rPr>
              <a:t> field line </a:t>
            </a:r>
            <a:endParaRPr lang="en-US" altLang="id-ID" sz="1800">
              <a:latin typeface="Arial" panose="020B0604020202020204" pitchFamily="34" charset="0"/>
              <a:ea typeface="Times New Roman" panose="02020603050405020304" pitchFamily="18" charset="0"/>
              <a:cs typeface="Arial" panose="020B0604020202020204" pitchFamily="34" charset="0"/>
            </a:endParaRPr>
          </a:p>
        </p:txBody>
      </p:sp>
      <p:sp>
        <p:nvSpPr>
          <p:cNvPr id="16398" name="Rectangle 38">
            <a:extLst>
              <a:ext uri="{FF2B5EF4-FFF2-40B4-BE49-F238E27FC236}">
                <a16:creationId xmlns:a16="http://schemas.microsoft.com/office/drawing/2014/main" id="{A89D2E70-B13F-4B6A-BFDA-A45F4D0890AD}"/>
              </a:ext>
            </a:extLst>
          </p:cNvPr>
          <p:cNvSpPr>
            <a:spLocks noChangeArrowheads="1"/>
          </p:cNvSpPr>
          <p:nvPr/>
        </p:nvSpPr>
        <p:spPr bwMode="auto">
          <a:xfrm>
            <a:off x="1270325" y="1888331"/>
            <a:ext cx="2555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i</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
        <p:nvSpPr>
          <p:cNvPr id="16399" name="Rectangle 39">
            <a:extLst>
              <a:ext uri="{FF2B5EF4-FFF2-40B4-BE49-F238E27FC236}">
                <a16:creationId xmlns:a16="http://schemas.microsoft.com/office/drawing/2014/main" id="{70F0B749-1D75-4C3F-94A0-A286F669E261}"/>
              </a:ext>
            </a:extLst>
          </p:cNvPr>
          <p:cNvSpPr>
            <a:spLocks noChangeArrowheads="1"/>
          </p:cNvSpPr>
          <p:nvPr/>
        </p:nvSpPr>
        <p:spPr bwMode="auto">
          <a:xfrm>
            <a:off x="4770763" y="3602831"/>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a:latin typeface="Arial" panose="020B0604020202020204" pitchFamily="34" charset="0"/>
                <a:ea typeface="Times New Roman" panose="02020603050405020304" pitchFamily="18" charset="0"/>
                <a:cs typeface="Arial" panose="020B0604020202020204" pitchFamily="34" charset="0"/>
              </a:rPr>
              <a:t>f</a:t>
            </a:r>
            <a:endParaRPr lang="en-US" altLang="id-ID" sz="2000">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A99C0D-D408-4944-B731-C902E1490589}"/>
              </a:ext>
            </a:extLst>
          </p:cNvPr>
          <p:cNvSpPr>
            <a:spLocks noGrp="1"/>
          </p:cNvSpPr>
          <p:nvPr>
            <p:ph type="dt" sz="quarter" idx="10"/>
          </p:nvPr>
        </p:nvSpPr>
        <p:spPr>
          <a:xfrm>
            <a:off x="971550" y="1524000"/>
            <a:ext cx="8020050" cy="5189538"/>
          </a:xfrm>
        </p:spPr>
        <p:txBody>
          <a:bodyPr/>
          <a:lstStyle/>
          <a:p>
            <a:pPr>
              <a:defRPr/>
            </a:pPr>
            <a:r>
              <a:rPr lang="en-US" sz="2400" b="1" dirty="0"/>
              <a:t>Thus, the potential difference </a:t>
            </a:r>
            <a:r>
              <a:rPr lang="en-US" sz="2400" b="1" i="1" dirty="0" err="1"/>
              <a:t>V</a:t>
            </a:r>
            <a:r>
              <a:rPr lang="en-US" sz="2400" b="1" i="1" baseline="-25000" dirty="0" err="1"/>
              <a:t>f</a:t>
            </a:r>
            <a:r>
              <a:rPr lang="en-US" sz="2400" b="1" i="1" dirty="0"/>
              <a:t> -V</a:t>
            </a:r>
            <a:r>
              <a:rPr lang="en-US" sz="2400" b="1" i="1" baseline="-25000" dirty="0"/>
              <a:t>i</a:t>
            </a:r>
            <a:r>
              <a:rPr lang="en-US" sz="2400" b="1" i="1" dirty="0"/>
              <a:t> </a:t>
            </a:r>
            <a:r>
              <a:rPr lang="en-US" sz="2400" b="1" dirty="0"/>
              <a:t>between any two points</a:t>
            </a:r>
            <a:r>
              <a:rPr lang="en-US" sz="2400" b="1" i="1" dirty="0"/>
              <a:t> i </a:t>
            </a:r>
            <a:r>
              <a:rPr lang="en-US" sz="2400" b="1" dirty="0"/>
              <a:t>and</a:t>
            </a:r>
            <a:r>
              <a:rPr lang="en-US" sz="2400" b="1" i="1" dirty="0"/>
              <a:t> f </a:t>
            </a:r>
            <a:r>
              <a:rPr lang="en-US" sz="2400" b="1" dirty="0"/>
              <a:t>in an electric field is equal to the negative of the line integral from </a:t>
            </a:r>
            <a:r>
              <a:rPr lang="en-US" sz="2400" b="1" i="1" dirty="0"/>
              <a:t>i </a:t>
            </a:r>
            <a:r>
              <a:rPr lang="en-US" sz="2400" b="1" dirty="0"/>
              <a:t>to</a:t>
            </a:r>
            <a:r>
              <a:rPr lang="en-US" sz="2400" b="1" i="1" dirty="0"/>
              <a:t> f. </a:t>
            </a:r>
          </a:p>
          <a:p>
            <a:pPr>
              <a:defRPr/>
            </a:pPr>
            <a:r>
              <a:rPr lang="en-US" sz="2400" b="1" dirty="0"/>
              <a:t>Since the electrostatic force is conservative, all paths yield the same result.</a:t>
            </a:r>
          </a:p>
          <a:p>
            <a:pPr>
              <a:defRPr/>
            </a:pPr>
            <a:endParaRPr lang="en-US" sz="1600" dirty="0"/>
          </a:p>
          <a:p>
            <a:pPr>
              <a:defRPr/>
            </a:pPr>
            <a:r>
              <a:rPr lang="en-US" sz="2400" b="1" dirty="0"/>
              <a:t>If we set potential </a:t>
            </a:r>
            <a:r>
              <a:rPr lang="en-US" sz="2400" b="1" i="1" dirty="0"/>
              <a:t>V</a:t>
            </a:r>
            <a:r>
              <a:rPr lang="en-US" sz="2400" b="1" i="1" baseline="-25000" dirty="0"/>
              <a:t>i</a:t>
            </a:r>
            <a:r>
              <a:rPr lang="en-US" sz="2400" b="1" i="1" dirty="0"/>
              <a:t> =0, </a:t>
            </a:r>
            <a:r>
              <a:rPr lang="en-US" sz="2400" b="1" dirty="0"/>
              <a:t>then  </a:t>
            </a:r>
          </a:p>
          <a:p>
            <a:pPr>
              <a:defRPr/>
            </a:pPr>
            <a:endParaRPr lang="en-US" sz="2400" b="1" dirty="0"/>
          </a:p>
          <a:p>
            <a:pPr>
              <a:defRPr/>
            </a:pPr>
            <a:endParaRPr lang="en-US" sz="1000" b="1" dirty="0"/>
          </a:p>
          <a:p>
            <a:pPr>
              <a:defRPr/>
            </a:pPr>
            <a:r>
              <a:rPr lang="en-US" sz="2400" b="1" dirty="0"/>
              <a:t>This is the potential </a:t>
            </a:r>
            <a:r>
              <a:rPr lang="en-US" sz="2400" b="1" i="1" dirty="0"/>
              <a:t>V </a:t>
            </a:r>
            <a:r>
              <a:rPr lang="en-US" sz="2400" b="1" dirty="0"/>
              <a:t>at any point </a:t>
            </a:r>
            <a:r>
              <a:rPr lang="en-US" sz="2400" b="1" i="1" dirty="0"/>
              <a:t>f </a:t>
            </a:r>
            <a:r>
              <a:rPr lang="en-US" sz="2400" b="1" dirty="0"/>
              <a:t>in the electric field relative to the zero potential at point</a:t>
            </a:r>
            <a:r>
              <a:rPr lang="en-US" sz="2400" b="1" i="1" dirty="0"/>
              <a:t> i. </a:t>
            </a:r>
          </a:p>
          <a:p>
            <a:pPr>
              <a:defRPr/>
            </a:pPr>
            <a:r>
              <a:rPr lang="en-US" sz="2400" b="1" dirty="0"/>
              <a:t>If point </a:t>
            </a:r>
            <a:r>
              <a:rPr lang="en-US" sz="2400" b="1" i="1" dirty="0"/>
              <a:t>i </a:t>
            </a:r>
            <a:r>
              <a:rPr lang="en-US" sz="2400" b="1" dirty="0"/>
              <a:t>is at infinity, then this is the potential </a:t>
            </a:r>
            <a:r>
              <a:rPr lang="en-US" sz="2400" b="1" i="1" dirty="0"/>
              <a:t>V </a:t>
            </a:r>
            <a:r>
              <a:rPr lang="en-US" sz="2400" b="1" dirty="0"/>
              <a:t>at any point </a:t>
            </a:r>
            <a:r>
              <a:rPr lang="en-US" sz="2400" b="1" i="1" dirty="0"/>
              <a:t>f </a:t>
            </a:r>
            <a:r>
              <a:rPr lang="en-US" sz="2400" b="1" dirty="0"/>
              <a:t>relative to the zero potential at infinity.</a:t>
            </a:r>
          </a:p>
        </p:txBody>
      </p:sp>
      <p:sp>
        <p:nvSpPr>
          <p:cNvPr id="17411" name="Slide Number Placeholder 2">
            <a:extLst>
              <a:ext uri="{FF2B5EF4-FFF2-40B4-BE49-F238E27FC236}">
                <a16:creationId xmlns:a16="http://schemas.microsoft.com/office/drawing/2014/main" id="{0BDA74A4-0073-4C13-BEC8-BB833D3ADAF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DA32D76C-D7C9-415A-9AC6-E87DAD7F010F}" type="slidenum">
              <a:rPr lang="en-US" altLang="id-ID" sz="1400" smtClean="0"/>
              <a:pPr>
                <a:spcBef>
                  <a:spcPct val="0"/>
                </a:spcBef>
                <a:buFontTx/>
                <a:buNone/>
              </a:pPr>
              <a:t>11</a:t>
            </a:fld>
            <a:endParaRPr lang="en-US" altLang="id-ID" sz="1400"/>
          </a:p>
        </p:txBody>
      </p:sp>
      <p:sp>
        <p:nvSpPr>
          <p:cNvPr id="17412" name="Rectangle 6">
            <a:extLst>
              <a:ext uri="{FF2B5EF4-FFF2-40B4-BE49-F238E27FC236}">
                <a16:creationId xmlns:a16="http://schemas.microsoft.com/office/drawing/2014/main" id="{523E4201-15F2-4DC8-9C69-0423AE62C236}"/>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7413" name="Rectangle 7">
            <a:extLst>
              <a:ext uri="{FF2B5EF4-FFF2-40B4-BE49-F238E27FC236}">
                <a16:creationId xmlns:a16="http://schemas.microsoft.com/office/drawing/2014/main" id="{1E3ABA95-D472-4B0B-B81D-85A2EA3B1EE1}"/>
              </a:ext>
            </a:extLst>
          </p:cNvPr>
          <p:cNvSpPr>
            <a:spLocks noChangeArrowheads="1"/>
          </p:cNvSpPr>
          <p:nvPr/>
        </p:nvSpPr>
        <p:spPr bwMode="auto">
          <a:xfrm>
            <a:off x="0" y="13430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7414" name="Rectangle 9">
            <a:extLst>
              <a:ext uri="{FF2B5EF4-FFF2-40B4-BE49-F238E27FC236}">
                <a16:creationId xmlns:a16="http://schemas.microsoft.com/office/drawing/2014/main" id="{2530799F-9574-4D20-8EBA-9E4751ADF268}"/>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7415" name="Picture 8">
            <a:extLst>
              <a:ext uri="{FF2B5EF4-FFF2-40B4-BE49-F238E27FC236}">
                <a16:creationId xmlns:a16="http://schemas.microsoft.com/office/drawing/2014/main" id="{19224753-6003-4D4C-90B7-B57B9563A41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962525" y="3652838"/>
            <a:ext cx="2428875" cy="1071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Rectangle 10">
            <a:extLst>
              <a:ext uri="{FF2B5EF4-FFF2-40B4-BE49-F238E27FC236}">
                <a16:creationId xmlns:a16="http://schemas.microsoft.com/office/drawing/2014/main" id="{310BF722-C10C-49A8-9FA5-4326C227C4E3}"/>
              </a:ext>
            </a:extLst>
          </p:cNvPr>
          <p:cNvSpPr>
            <a:spLocks noChangeArrowheads="1"/>
          </p:cNvSpPr>
          <p:nvPr/>
        </p:nvSpPr>
        <p:spPr bwMode="auto">
          <a:xfrm>
            <a:off x="0" y="134302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7417" name="Rectangle 8">
            <a:extLst>
              <a:ext uri="{FF2B5EF4-FFF2-40B4-BE49-F238E27FC236}">
                <a16:creationId xmlns:a16="http://schemas.microsoft.com/office/drawing/2014/main" id="{F156F093-CDC8-429C-A00D-1718A56B7BBB}"/>
              </a:ext>
            </a:extLst>
          </p:cNvPr>
          <p:cNvSpPr>
            <a:spLocks noChangeArrowheads="1"/>
          </p:cNvSpPr>
          <p:nvPr/>
        </p:nvSpPr>
        <p:spPr bwMode="auto">
          <a:xfrm>
            <a:off x="2857500" y="188893"/>
            <a:ext cx="62865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Calculating the Potential from the Field (cont.)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extBox 1">
            <a:extLst>
              <a:ext uri="{FF2B5EF4-FFF2-40B4-BE49-F238E27FC236}">
                <a16:creationId xmlns:a16="http://schemas.microsoft.com/office/drawing/2014/main" id="{A9970252-9E83-469C-9100-CE1F0C575E45}"/>
              </a:ext>
            </a:extLst>
          </p:cNvPr>
          <p:cNvSpPr txBox="1">
            <a:spLocks noChangeArrowheads="1"/>
          </p:cNvSpPr>
          <p:nvPr/>
        </p:nvSpPr>
        <p:spPr bwMode="auto">
          <a:xfrm>
            <a:off x="3403600" y="457200"/>
            <a:ext cx="52070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5. Potential Due to a Point Charge</a:t>
            </a:r>
            <a:endParaRPr lang="en-US" altLang="id-ID" sz="2000" b="1" i="1" dirty="0">
              <a:solidFill>
                <a:srgbClr val="0070C0"/>
              </a:solidFill>
              <a:latin typeface="Arial" panose="020B0604020202020204" pitchFamily="34" charset="0"/>
              <a:cs typeface="Arial" panose="020B0604020202020204" pitchFamily="34" charset="0"/>
            </a:endParaRPr>
          </a:p>
        </p:txBody>
      </p:sp>
      <p:sp>
        <p:nvSpPr>
          <p:cNvPr id="18435" name="TextBox 3">
            <a:extLst>
              <a:ext uri="{FF2B5EF4-FFF2-40B4-BE49-F238E27FC236}">
                <a16:creationId xmlns:a16="http://schemas.microsoft.com/office/drawing/2014/main" id="{D36FCD3B-0FB4-4FDA-94F7-E805DFB8ABCC}"/>
              </a:ext>
            </a:extLst>
          </p:cNvPr>
          <p:cNvSpPr txBox="1">
            <a:spLocks noChangeArrowheads="1"/>
          </p:cNvSpPr>
          <p:nvPr/>
        </p:nvSpPr>
        <p:spPr bwMode="auto">
          <a:xfrm>
            <a:off x="285750" y="3214688"/>
            <a:ext cx="57150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en-US" altLang="id-ID" sz="1600" i="1">
              <a:solidFill>
                <a:srgbClr val="FF3300"/>
              </a:solidFill>
              <a:latin typeface="Arial" panose="020B0604020202020204" pitchFamily="34" charset="0"/>
            </a:endParaRPr>
          </a:p>
          <a:p>
            <a:pPr eaLnBrk="1" hangingPunct="1">
              <a:spcBef>
                <a:spcPct val="0"/>
              </a:spcBef>
              <a:buFontTx/>
              <a:buNone/>
            </a:pPr>
            <a:endParaRPr lang="en-US" altLang="id-ID" sz="1600" i="1">
              <a:solidFill>
                <a:srgbClr val="FF3300"/>
              </a:solidFill>
              <a:latin typeface="Arial" panose="020B0604020202020204" pitchFamily="34" charset="0"/>
            </a:endParaRPr>
          </a:p>
        </p:txBody>
      </p:sp>
      <p:sp>
        <p:nvSpPr>
          <p:cNvPr id="14340" name="TextBox 10">
            <a:extLst>
              <a:ext uri="{FF2B5EF4-FFF2-40B4-BE49-F238E27FC236}">
                <a16:creationId xmlns:a16="http://schemas.microsoft.com/office/drawing/2014/main" id="{679E8233-B943-4CEB-9915-1076A19D9BAF}"/>
              </a:ext>
            </a:extLst>
          </p:cNvPr>
          <p:cNvSpPr txBox="1">
            <a:spLocks noChangeArrowheads="1"/>
          </p:cNvSpPr>
          <p:nvPr/>
        </p:nvSpPr>
        <p:spPr bwMode="auto">
          <a:xfrm>
            <a:off x="1058902" y="1643063"/>
            <a:ext cx="4655194" cy="3416320"/>
          </a:xfrm>
          <a:prstGeom prst="rect">
            <a:avLst/>
          </a:prstGeom>
          <a:solidFill>
            <a:schemeClr val="bg2">
              <a:lumMod val="20000"/>
              <a:lumOff val="80000"/>
            </a:schemeClr>
          </a:solidFill>
          <a:ln w="9525">
            <a:noFill/>
            <a:miter lim="800000"/>
            <a:headEnd/>
            <a:tailEnd/>
          </a:ln>
        </p:spPr>
        <p:txBody>
          <a:bodyPr wrap="square">
            <a:spAutoFit/>
          </a:bodyPr>
          <a:lstStyle/>
          <a:p>
            <a:pPr marL="285750" indent="-285750" eaLnBrk="1" hangingPunct="1">
              <a:buFont typeface="Arial" panose="020B0604020202020204" pitchFamily="34" charset="0"/>
              <a:buChar char="•"/>
              <a:defRPr/>
            </a:pPr>
            <a:r>
              <a:rPr lang="en-US" b="1" dirty="0">
                <a:latin typeface="Arial" charset="0"/>
              </a:rPr>
              <a:t>A positively charged particle produces a positive electric potential. </a:t>
            </a:r>
          </a:p>
          <a:p>
            <a:pPr marL="285750" indent="-285750" eaLnBrk="1" hangingPunct="1">
              <a:buFont typeface="Arial" panose="020B0604020202020204" pitchFamily="34" charset="0"/>
              <a:buChar char="•"/>
              <a:defRPr/>
            </a:pPr>
            <a:r>
              <a:rPr lang="en-US" b="1" dirty="0">
                <a:latin typeface="Arial" charset="0"/>
              </a:rPr>
              <a:t>A negatively charged particle produces a negative electric potential.</a:t>
            </a:r>
            <a:r>
              <a:rPr lang="en-US" sz="1400" b="1" dirty="0">
                <a:latin typeface="Arial" charset="0"/>
              </a:rPr>
              <a:t> </a:t>
            </a:r>
          </a:p>
          <a:p>
            <a:pPr eaLnBrk="1" hangingPunct="1">
              <a:defRPr/>
            </a:pPr>
            <a:endParaRPr lang="en-US" b="1" dirty="0">
              <a:latin typeface="Arial" charset="0"/>
            </a:endParaRPr>
          </a:p>
          <a:p>
            <a:pPr algn="just" eaLnBrk="1" hangingPunct="1">
              <a:defRPr/>
            </a:pPr>
            <a:r>
              <a:rPr lang="en-US" b="1" dirty="0">
                <a:latin typeface="Arial" charset="0"/>
              </a:rPr>
              <a:t>Consider  a point </a:t>
            </a:r>
            <a:r>
              <a:rPr lang="en-US" b="1" i="1" dirty="0">
                <a:latin typeface="Arial" charset="0"/>
              </a:rPr>
              <a:t>P </a:t>
            </a:r>
            <a:r>
              <a:rPr lang="en-US" b="1" dirty="0">
                <a:latin typeface="Arial" charset="0"/>
              </a:rPr>
              <a:t>at distance </a:t>
            </a:r>
            <a:r>
              <a:rPr lang="en-US" b="1" i="1" dirty="0">
                <a:latin typeface="Arial" charset="0"/>
              </a:rPr>
              <a:t>R </a:t>
            </a:r>
            <a:r>
              <a:rPr lang="en-US" b="1" dirty="0">
                <a:latin typeface="Arial" charset="0"/>
              </a:rPr>
              <a:t>from a fixed particle of positive charge </a:t>
            </a:r>
            <a:r>
              <a:rPr lang="en-US" b="1" i="1" dirty="0">
                <a:latin typeface="Arial" charset="0"/>
              </a:rPr>
              <a:t>q. </a:t>
            </a:r>
            <a:r>
              <a:rPr lang="en-US" b="1" dirty="0">
                <a:latin typeface="Arial" charset="0"/>
              </a:rPr>
              <a:t>Imagine that we move a positive test charge </a:t>
            </a:r>
            <a:r>
              <a:rPr lang="en-US" b="1" i="1" dirty="0">
                <a:latin typeface="Arial" charset="0"/>
              </a:rPr>
              <a:t>q</a:t>
            </a:r>
            <a:r>
              <a:rPr lang="en-US" b="1" i="1" baseline="-25000" dirty="0">
                <a:latin typeface="Arial" charset="0"/>
              </a:rPr>
              <a:t>0</a:t>
            </a:r>
            <a:r>
              <a:rPr lang="en-US" b="1" i="1" dirty="0">
                <a:latin typeface="Arial" charset="0"/>
              </a:rPr>
              <a:t> </a:t>
            </a:r>
            <a:r>
              <a:rPr lang="en-US" b="1" dirty="0">
                <a:latin typeface="Arial" charset="0"/>
              </a:rPr>
              <a:t>from point </a:t>
            </a:r>
            <a:r>
              <a:rPr lang="en-US" b="1" i="1" dirty="0">
                <a:latin typeface="Arial" charset="0"/>
              </a:rPr>
              <a:t>P </a:t>
            </a:r>
            <a:r>
              <a:rPr lang="en-US" b="1" dirty="0">
                <a:latin typeface="Arial" charset="0"/>
              </a:rPr>
              <a:t>to</a:t>
            </a:r>
            <a:r>
              <a:rPr lang="en-US" b="1" i="1" dirty="0">
                <a:latin typeface="Arial" charset="0"/>
              </a:rPr>
              <a:t> </a:t>
            </a:r>
            <a:r>
              <a:rPr lang="en-US" b="1" dirty="0">
                <a:latin typeface="Arial" charset="0"/>
              </a:rPr>
              <a:t>infinity. The path chosen can be the simplest one a line that extends radially from the fixed particle through </a:t>
            </a:r>
            <a:r>
              <a:rPr lang="en-US" b="1" i="1" dirty="0">
                <a:latin typeface="Arial" charset="0"/>
              </a:rPr>
              <a:t>P </a:t>
            </a:r>
            <a:r>
              <a:rPr lang="en-US" b="1" dirty="0">
                <a:latin typeface="Arial" charset="0"/>
              </a:rPr>
              <a:t>to infinity</a:t>
            </a:r>
            <a:r>
              <a:rPr lang="en-US" b="1" i="1" dirty="0">
                <a:latin typeface="Arial" charset="0"/>
              </a:rPr>
              <a:t>.</a:t>
            </a:r>
          </a:p>
        </p:txBody>
      </p:sp>
      <p:grpSp>
        <p:nvGrpSpPr>
          <p:cNvPr id="18437" name="Group 6">
            <a:extLst>
              <a:ext uri="{FF2B5EF4-FFF2-40B4-BE49-F238E27FC236}">
                <a16:creationId xmlns:a16="http://schemas.microsoft.com/office/drawing/2014/main" id="{9636F65E-546D-40BC-A386-A1FBD3C413FB}"/>
              </a:ext>
            </a:extLst>
          </p:cNvPr>
          <p:cNvGrpSpPr>
            <a:grpSpLocks/>
          </p:cNvGrpSpPr>
          <p:nvPr/>
        </p:nvGrpSpPr>
        <p:grpSpPr bwMode="auto">
          <a:xfrm>
            <a:off x="6143625" y="1285875"/>
            <a:ext cx="2714625" cy="4143375"/>
            <a:chOff x="7425" y="2116"/>
            <a:chExt cx="2370" cy="5864"/>
          </a:xfrm>
        </p:grpSpPr>
        <p:cxnSp>
          <p:nvCxnSpPr>
            <p:cNvPr id="18446" name="AutoShape 7">
              <a:extLst>
                <a:ext uri="{FF2B5EF4-FFF2-40B4-BE49-F238E27FC236}">
                  <a16:creationId xmlns:a16="http://schemas.microsoft.com/office/drawing/2014/main" id="{EE36F3A5-603A-47FE-AD97-17CAD6A6854B}"/>
                </a:ext>
              </a:extLst>
            </p:cNvPr>
            <p:cNvCxnSpPr>
              <a:cxnSpLocks noChangeShapeType="1"/>
            </p:cNvCxnSpPr>
            <p:nvPr/>
          </p:nvCxnSpPr>
          <p:spPr bwMode="auto">
            <a:xfrm rot="16200000" flipH="1">
              <a:off x="6218" y="4446"/>
              <a:ext cx="4709" cy="4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8447" name="AutoShape 8">
              <a:extLst>
                <a:ext uri="{FF2B5EF4-FFF2-40B4-BE49-F238E27FC236}">
                  <a16:creationId xmlns:a16="http://schemas.microsoft.com/office/drawing/2014/main" id="{BFED62C4-9D33-4CE7-AFE4-CDC9A8F8D1CB}"/>
                </a:ext>
              </a:extLst>
            </p:cNvPr>
            <p:cNvCxnSpPr>
              <a:cxnSpLocks noChangeShapeType="1"/>
            </p:cNvCxnSpPr>
            <p:nvPr/>
          </p:nvCxnSpPr>
          <p:spPr bwMode="auto">
            <a:xfrm>
              <a:off x="7425" y="6825"/>
              <a:ext cx="2370" cy="0"/>
            </a:xfrm>
            <a:prstGeom prst="straightConnector1">
              <a:avLst/>
            </a:prstGeom>
            <a:noFill/>
            <a:ln w="9525">
              <a:solidFill>
                <a:srgbClr val="00206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8448" name="AutoShape 9">
              <a:extLst>
                <a:ext uri="{FF2B5EF4-FFF2-40B4-BE49-F238E27FC236}">
                  <a16:creationId xmlns:a16="http://schemas.microsoft.com/office/drawing/2014/main" id="{3D6FFA14-B000-45B7-B538-C52B877B56EC}"/>
                </a:ext>
              </a:extLst>
            </p:cNvPr>
            <p:cNvCxnSpPr>
              <a:cxnSpLocks noChangeShapeType="1"/>
            </p:cNvCxnSpPr>
            <p:nvPr/>
          </p:nvCxnSpPr>
          <p:spPr bwMode="auto">
            <a:xfrm flipV="1">
              <a:off x="7785" y="5985"/>
              <a:ext cx="1665" cy="1695"/>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8449" name="AutoShape 10">
              <a:extLst>
                <a:ext uri="{FF2B5EF4-FFF2-40B4-BE49-F238E27FC236}">
                  <a16:creationId xmlns:a16="http://schemas.microsoft.com/office/drawing/2014/main" id="{3E484C8D-EAEA-49CD-A9C3-18217FACEBD3}"/>
                </a:ext>
              </a:extLst>
            </p:cNvPr>
            <p:cNvCxnSpPr>
              <a:cxnSpLocks noChangeShapeType="1"/>
            </p:cNvCxnSpPr>
            <p:nvPr/>
          </p:nvCxnSpPr>
          <p:spPr bwMode="auto">
            <a:xfrm>
              <a:off x="7425" y="5820"/>
              <a:ext cx="2265" cy="1965"/>
            </a:xfrm>
            <a:prstGeom prst="straightConnector1">
              <a:avLst/>
            </a:prstGeom>
            <a:noFill/>
            <a:ln w="9525">
              <a:solidFill>
                <a:srgbClr val="00206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8450" name="AutoShape 11">
              <a:extLst>
                <a:ext uri="{FF2B5EF4-FFF2-40B4-BE49-F238E27FC236}">
                  <a16:creationId xmlns:a16="http://schemas.microsoft.com/office/drawing/2014/main" id="{84099A31-C2AE-49B3-80FD-FA81C20F2E09}"/>
                </a:ext>
              </a:extLst>
            </p:cNvPr>
            <p:cNvCxnSpPr>
              <a:cxnSpLocks noChangeShapeType="1"/>
            </p:cNvCxnSpPr>
            <p:nvPr/>
          </p:nvCxnSpPr>
          <p:spPr bwMode="auto">
            <a:xfrm>
              <a:off x="8595" y="5820"/>
              <a:ext cx="1" cy="2160"/>
            </a:xfrm>
            <a:prstGeom prst="straightConnector1">
              <a:avLst/>
            </a:prstGeom>
            <a:noFill/>
            <a:ln w="9525">
              <a:solidFill>
                <a:srgbClr val="002060"/>
              </a:solidFill>
              <a:round/>
              <a:headEnd type="triangle" w="med" len="med"/>
              <a:tailEnd type="triangle" w="med" len="med"/>
            </a:ln>
            <a:extLst>
              <a:ext uri="{909E8E84-426E-40DD-AFC4-6F175D3DCCD1}">
                <a14:hiddenFill xmlns:a14="http://schemas.microsoft.com/office/drawing/2010/main">
                  <a:noFill/>
                </a14:hiddenFill>
              </a:ext>
            </a:extLst>
          </p:spPr>
        </p:cxnSp>
        <p:sp>
          <p:nvSpPr>
            <p:cNvPr id="18451" name="AutoShape 12">
              <a:extLst>
                <a:ext uri="{FF2B5EF4-FFF2-40B4-BE49-F238E27FC236}">
                  <a16:creationId xmlns:a16="http://schemas.microsoft.com/office/drawing/2014/main" id="{88866CA5-D8BD-45D7-98A3-718F246B24CE}"/>
                </a:ext>
              </a:extLst>
            </p:cNvPr>
            <p:cNvSpPr>
              <a:spLocks noChangeArrowheads="1"/>
            </p:cNvSpPr>
            <p:nvPr/>
          </p:nvSpPr>
          <p:spPr bwMode="auto">
            <a:xfrm>
              <a:off x="8460" y="6690"/>
              <a:ext cx="285" cy="210"/>
            </a:xfrm>
            <a:prstGeom prst="flowChartOr">
              <a:avLst/>
            </a:prstGeom>
            <a:solidFill>
              <a:srgbClr val="FABF8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8452" name="AutoShape 13">
              <a:extLst>
                <a:ext uri="{FF2B5EF4-FFF2-40B4-BE49-F238E27FC236}">
                  <a16:creationId xmlns:a16="http://schemas.microsoft.com/office/drawing/2014/main" id="{C8038146-4314-44E4-BB66-0B249D0DA8B4}"/>
                </a:ext>
              </a:extLst>
            </p:cNvPr>
            <p:cNvSpPr>
              <a:spLocks noChangeArrowheads="1"/>
            </p:cNvSpPr>
            <p:nvPr/>
          </p:nvSpPr>
          <p:spPr bwMode="auto">
            <a:xfrm>
              <a:off x="8423" y="3329"/>
              <a:ext cx="285" cy="270"/>
            </a:xfrm>
            <a:prstGeom prst="flowChartOr">
              <a:avLst/>
            </a:prstGeom>
            <a:solidFill>
              <a:srgbClr val="FABF8F"/>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18453" name="AutoShape 14">
              <a:extLst>
                <a:ext uri="{FF2B5EF4-FFF2-40B4-BE49-F238E27FC236}">
                  <a16:creationId xmlns:a16="http://schemas.microsoft.com/office/drawing/2014/main" id="{A3DB1728-F169-47E0-BA15-72F4BB280A99}"/>
                </a:ext>
              </a:extLst>
            </p:cNvPr>
            <p:cNvCxnSpPr>
              <a:cxnSpLocks noChangeShapeType="1"/>
            </p:cNvCxnSpPr>
            <p:nvPr/>
          </p:nvCxnSpPr>
          <p:spPr bwMode="auto">
            <a:xfrm>
              <a:off x="7620" y="4845"/>
              <a:ext cx="84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8454" name="AutoShape 15">
              <a:extLst>
                <a:ext uri="{FF2B5EF4-FFF2-40B4-BE49-F238E27FC236}">
                  <a16:creationId xmlns:a16="http://schemas.microsoft.com/office/drawing/2014/main" id="{E9C6D433-4501-4065-B3BC-C86C4C9A5139}"/>
                </a:ext>
              </a:extLst>
            </p:cNvPr>
            <p:cNvCxnSpPr>
              <a:cxnSpLocks noChangeShapeType="1"/>
            </p:cNvCxnSpPr>
            <p:nvPr/>
          </p:nvCxnSpPr>
          <p:spPr bwMode="auto">
            <a:xfrm>
              <a:off x="7995" y="4845"/>
              <a:ext cx="0" cy="198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8455" name="AutoShape 16">
              <a:extLst>
                <a:ext uri="{FF2B5EF4-FFF2-40B4-BE49-F238E27FC236}">
                  <a16:creationId xmlns:a16="http://schemas.microsoft.com/office/drawing/2014/main" id="{407A2702-8EC1-4F12-BC46-F0AF0F53287C}"/>
                </a:ext>
              </a:extLst>
            </p:cNvPr>
            <p:cNvCxnSpPr>
              <a:cxnSpLocks noChangeShapeType="1"/>
            </p:cNvCxnSpPr>
            <p:nvPr/>
          </p:nvCxnSpPr>
          <p:spPr bwMode="auto">
            <a:xfrm flipV="1">
              <a:off x="8548" y="2520"/>
              <a:ext cx="0" cy="795"/>
            </a:xfrm>
            <a:prstGeom prst="straightConnector1">
              <a:avLst/>
            </a:prstGeom>
            <a:noFill/>
            <a:ln w="28575">
              <a:solidFill>
                <a:srgbClr val="002060"/>
              </a:solidFill>
              <a:round/>
              <a:headEnd/>
              <a:tailEnd type="triangle" w="med" len="med"/>
            </a:ln>
            <a:extLst>
              <a:ext uri="{909E8E84-426E-40DD-AFC4-6F175D3DCCD1}">
                <a14:hiddenFill xmlns:a14="http://schemas.microsoft.com/office/drawing/2010/main">
                  <a:noFill/>
                </a14:hiddenFill>
              </a:ext>
            </a:extLst>
          </p:spPr>
        </p:cxnSp>
        <p:cxnSp>
          <p:nvCxnSpPr>
            <p:cNvPr id="18456" name="AutoShape 17">
              <a:extLst>
                <a:ext uri="{FF2B5EF4-FFF2-40B4-BE49-F238E27FC236}">
                  <a16:creationId xmlns:a16="http://schemas.microsoft.com/office/drawing/2014/main" id="{F17D8EC2-A7A5-4D26-8F22-75C2062C4508}"/>
                </a:ext>
              </a:extLst>
            </p:cNvPr>
            <p:cNvCxnSpPr>
              <a:cxnSpLocks noChangeShapeType="1"/>
            </p:cNvCxnSpPr>
            <p:nvPr/>
          </p:nvCxnSpPr>
          <p:spPr bwMode="auto">
            <a:xfrm flipV="1">
              <a:off x="8672" y="3026"/>
              <a:ext cx="0" cy="34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457" name="AutoShape 18">
              <a:extLst>
                <a:ext uri="{FF2B5EF4-FFF2-40B4-BE49-F238E27FC236}">
                  <a16:creationId xmlns:a16="http://schemas.microsoft.com/office/drawing/2014/main" id="{BB4B90CF-8B60-4182-9CC1-0952ED0C6E5C}"/>
                </a:ext>
              </a:extLst>
            </p:cNvPr>
            <p:cNvCxnSpPr>
              <a:cxnSpLocks noChangeShapeType="1"/>
            </p:cNvCxnSpPr>
            <p:nvPr/>
          </p:nvCxnSpPr>
          <p:spPr bwMode="auto">
            <a:xfrm>
              <a:off x="8655" y="6900"/>
              <a:ext cx="90" cy="46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8458" name="AutoShape 19">
              <a:extLst>
                <a:ext uri="{FF2B5EF4-FFF2-40B4-BE49-F238E27FC236}">
                  <a16:creationId xmlns:a16="http://schemas.microsoft.com/office/drawing/2014/main" id="{13BD9E8B-B604-4D00-B6EC-217E72A93758}"/>
                </a:ext>
              </a:extLst>
            </p:cNvPr>
            <p:cNvCxnSpPr>
              <a:cxnSpLocks noChangeShapeType="1"/>
            </p:cNvCxnSpPr>
            <p:nvPr/>
          </p:nvCxnSpPr>
          <p:spPr bwMode="auto">
            <a:xfrm>
              <a:off x="8910" y="3435"/>
              <a:ext cx="54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18459" name="AutoShape 20">
              <a:extLst>
                <a:ext uri="{FF2B5EF4-FFF2-40B4-BE49-F238E27FC236}">
                  <a16:creationId xmlns:a16="http://schemas.microsoft.com/office/drawing/2014/main" id="{EA116A65-12AD-4B8C-B8B7-74CA5A4AEC2C}"/>
                </a:ext>
              </a:extLst>
            </p:cNvPr>
            <p:cNvCxnSpPr>
              <a:cxnSpLocks noChangeShapeType="1"/>
            </p:cNvCxnSpPr>
            <p:nvPr/>
          </p:nvCxnSpPr>
          <p:spPr bwMode="auto">
            <a:xfrm>
              <a:off x="9120" y="3435"/>
              <a:ext cx="0" cy="3390"/>
            </a:xfrm>
            <a:prstGeom prst="straightConnector1">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grpSp>
      <p:sp>
        <p:nvSpPr>
          <p:cNvPr id="18438" name="Rectangle 20">
            <a:extLst>
              <a:ext uri="{FF2B5EF4-FFF2-40B4-BE49-F238E27FC236}">
                <a16:creationId xmlns:a16="http://schemas.microsoft.com/office/drawing/2014/main" id="{EACBEBE6-9C2C-49EE-ACFA-3B8C5BC1643C}"/>
              </a:ext>
            </a:extLst>
          </p:cNvPr>
          <p:cNvSpPr>
            <a:spLocks noChangeArrowheads="1"/>
          </p:cNvSpPr>
          <p:nvPr/>
        </p:nvSpPr>
        <p:spPr bwMode="auto">
          <a:xfrm>
            <a:off x="7643813" y="4857750"/>
            <a:ext cx="341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q</a:t>
            </a:r>
            <a:endParaRPr lang="en-US" altLang="id-ID" sz="2000">
              <a:latin typeface="Arial" panose="020B0604020202020204" pitchFamily="34" charset="0"/>
            </a:endParaRPr>
          </a:p>
        </p:txBody>
      </p:sp>
      <p:sp>
        <p:nvSpPr>
          <p:cNvPr id="18439" name="Rectangle 21">
            <a:extLst>
              <a:ext uri="{FF2B5EF4-FFF2-40B4-BE49-F238E27FC236}">
                <a16:creationId xmlns:a16="http://schemas.microsoft.com/office/drawing/2014/main" id="{00C09822-468E-4306-BD9F-3C6ED9D40E1F}"/>
              </a:ext>
            </a:extLst>
          </p:cNvPr>
          <p:cNvSpPr>
            <a:spLocks noChangeArrowheads="1"/>
          </p:cNvSpPr>
          <p:nvPr/>
        </p:nvSpPr>
        <p:spPr bwMode="auto">
          <a:xfrm>
            <a:off x="6715125" y="3714750"/>
            <a:ext cx="3698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R</a:t>
            </a:r>
            <a:endParaRPr lang="en-US" altLang="id-ID" sz="2000">
              <a:latin typeface="Arial" panose="020B0604020202020204" pitchFamily="34" charset="0"/>
            </a:endParaRPr>
          </a:p>
        </p:txBody>
      </p:sp>
      <p:sp>
        <p:nvSpPr>
          <p:cNvPr id="18440" name="Rectangle 22">
            <a:extLst>
              <a:ext uri="{FF2B5EF4-FFF2-40B4-BE49-F238E27FC236}">
                <a16:creationId xmlns:a16="http://schemas.microsoft.com/office/drawing/2014/main" id="{3F1A9574-702A-4FB1-A5D2-1BD4E0D9D860}"/>
              </a:ext>
            </a:extLst>
          </p:cNvPr>
          <p:cNvSpPr>
            <a:spLocks noChangeArrowheads="1"/>
          </p:cNvSpPr>
          <p:nvPr/>
        </p:nvSpPr>
        <p:spPr bwMode="auto">
          <a:xfrm>
            <a:off x="7000875" y="2071688"/>
            <a:ext cx="4365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q</a:t>
            </a:r>
            <a:r>
              <a:rPr lang="en-US" altLang="id-ID" sz="2000" b="1" i="1" baseline="-25000">
                <a:latin typeface="Arial" panose="020B0604020202020204" pitchFamily="34" charset="0"/>
              </a:rPr>
              <a:t>0</a:t>
            </a:r>
            <a:endParaRPr lang="en-US" altLang="id-ID" sz="2000">
              <a:latin typeface="Arial" panose="020B0604020202020204" pitchFamily="34" charset="0"/>
            </a:endParaRPr>
          </a:p>
        </p:txBody>
      </p:sp>
      <p:sp>
        <p:nvSpPr>
          <p:cNvPr id="18441" name="Rectangle 23">
            <a:extLst>
              <a:ext uri="{FF2B5EF4-FFF2-40B4-BE49-F238E27FC236}">
                <a16:creationId xmlns:a16="http://schemas.microsoft.com/office/drawing/2014/main" id="{1B86BAD1-0633-4771-92E7-9F93201D96AA}"/>
              </a:ext>
            </a:extLst>
          </p:cNvPr>
          <p:cNvSpPr>
            <a:spLocks noChangeArrowheads="1"/>
          </p:cNvSpPr>
          <p:nvPr/>
        </p:nvSpPr>
        <p:spPr bwMode="auto">
          <a:xfrm>
            <a:off x="7358063" y="2857500"/>
            <a:ext cx="3683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800" b="1">
                <a:latin typeface="Arial" panose="020B0604020202020204" pitchFamily="34" charset="0"/>
              </a:rPr>
              <a:t>.</a:t>
            </a:r>
            <a:r>
              <a:rPr lang="en-US" altLang="id-ID" b="1">
                <a:latin typeface="Arial" panose="020B0604020202020204" pitchFamily="34" charset="0"/>
              </a:rPr>
              <a:t> </a:t>
            </a:r>
            <a:endParaRPr lang="en-US" altLang="id-ID">
              <a:latin typeface="Arial" panose="020B0604020202020204" pitchFamily="34" charset="0"/>
            </a:endParaRPr>
          </a:p>
        </p:txBody>
      </p:sp>
      <p:sp>
        <p:nvSpPr>
          <p:cNvPr id="18442" name="Rectangle 24">
            <a:extLst>
              <a:ext uri="{FF2B5EF4-FFF2-40B4-BE49-F238E27FC236}">
                <a16:creationId xmlns:a16="http://schemas.microsoft.com/office/drawing/2014/main" id="{77108092-00D5-43E8-869A-03CE4E603DB9}"/>
              </a:ext>
            </a:extLst>
          </p:cNvPr>
          <p:cNvSpPr>
            <a:spLocks noChangeArrowheads="1"/>
          </p:cNvSpPr>
          <p:nvPr/>
        </p:nvSpPr>
        <p:spPr bwMode="auto">
          <a:xfrm>
            <a:off x="7429500" y="3000375"/>
            <a:ext cx="400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P</a:t>
            </a:r>
            <a:r>
              <a:rPr lang="en-US" altLang="id-ID" sz="1200" b="1" i="1">
                <a:latin typeface="Arial" panose="020B0604020202020204" pitchFamily="34" charset="0"/>
              </a:rPr>
              <a:t> </a:t>
            </a:r>
            <a:endParaRPr lang="en-US" altLang="id-ID" sz="1200">
              <a:latin typeface="Arial" panose="020B0604020202020204" pitchFamily="34" charset="0"/>
            </a:endParaRPr>
          </a:p>
        </p:txBody>
      </p:sp>
      <p:sp>
        <p:nvSpPr>
          <p:cNvPr id="18443" name="Rectangle 25">
            <a:extLst>
              <a:ext uri="{FF2B5EF4-FFF2-40B4-BE49-F238E27FC236}">
                <a16:creationId xmlns:a16="http://schemas.microsoft.com/office/drawing/2014/main" id="{201818D4-8BDC-4552-98B8-E275A1DA490E}"/>
              </a:ext>
            </a:extLst>
          </p:cNvPr>
          <p:cNvSpPr>
            <a:spLocks noChangeArrowheads="1"/>
          </p:cNvSpPr>
          <p:nvPr/>
        </p:nvSpPr>
        <p:spPr bwMode="auto">
          <a:xfrm>
            <a:off x="7500938" y="1643063"/>
            <a:ext cx="5000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ds</a:t>
            </a:r>
            <a:endParaRPr lang="en-US" altLang="id-ID" sz="2000" i="1">
              <a:latin typeface="Arial" panose="020B0604020202020204" pitchFamily="34" charset="0"/>
            </a:endParaRPr>
          </a:p>
        </p:txBody>
      </p:sp>
      <p:sp>
        <p:nvSpPr>
          <p:cNvPr id="18444" name="Rectangle 28">
            <a:extLst>
              <a:ext uri="{FF2B5EF4-FFF2-40B4-BE49-F238E27FC236}">
                <a16:creationId xmlns:a16="http://schemas.microsoft.com/office/drawing/2014/main" id="{82E4A578-3EF6-412F-A882-5814CA9019A8}"/>
              </a:ext>
            </a:extLst>
          </p:cNvPr>
          <p:cNvSpPr>
            <a:spLocks noChangeArrowheads="1"/>
          </p:cNvSpPr>
          <p:nvPr/>
        </p:nvSpPr>
        <p:spPr bwMode="auto">
          <a:xfrm>
            <a:off x="7072313" y="1428750"/>
            <a:ext cx="3905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a:latin typeface="Arial" panose="020B0604020202020204" pitchFamily="34" charset="0"/>
              </a:rPr>
              <a:t>E</a:t>
            </a:r>
            <a:endParaRPr lang="en-US" altLang="id-ID" i="1">
              <a:latin typeface="Arial" panose="020B0604020202020204" pitchFamily="34" charset="0"/>
            </a:endParaRPr>
          </a:p>
        </p:txBody>
      </p:sp>
      <p:sp>
        <p:nvSpPr>
          <p:cNvPr id="18445" name="Rectangle 21">
            <a:extLst>
              <a:ext uri="{FF2B5EF4-FFF2-40B4-BE49-F238E27FC236}">
                <a16:creationId xmlns:a16="http://schemas.microsoft.com/office/drawing/2014/main" id="{519D40A7-A6F2-4371-A6E3-41177AE26BB5}"/>
              </a:ext>
            </a:extLst>
          </p:cNvPr>
          <p:cNvSpPr>
            <a:spLocks noChangeArrowheads="1"/>
          </p:cNvSpPr>
          <p:nvPr/>
        </p:nvSpPr>
        <p:spPr bwMode="auto">
          <a:xfrm>
            <a:off x="285750" y="5419636"/>
            <a:ext cx="857250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Fig.4. The positive point charge q produces an electric field E and an electric potential V at point P. We find the potential by moving a test charge q</a:t>
            </a:r>
            <a:r>
              <a:rPr lang="en-US" altLang="id-ID" sz="1800" b="1" i="1" baseline="-30000" dirty="0">
                <a:solidFill>
                  <a:srgbClr val="002060"/>
                </a:solidFill>
                <a:latin typeface="Arial" panose="020B0604020202020204" pitchFamily="34" charset="0"/>
                <a:ea typeface="Times New Roman" panose="02020603050405020304" pitchFamily="18" charset="0"/>
                <a:cs typeface="Arial" panose="020B0604020202020204" pitchFamily="34" charset="0"/>
              </a:rPr>
              <a:t>0</a:t>
            </a:r>
            <a:r>
              <a:rPr lang="en-US" altLang="id-ID" sz="18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 from P to infinity. The test charge is shown at distance r from the point charge, during differential displacement 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BD1CE3A-EF8C-48EB-82B5-7C4EE00A44F2}"/>
              </a:ext>
            </a:extLst>
          </p:cNvPr>
          <p:cNvSpPr>
            <a:spLocks noGrp="1"/>
          </p:cNvSpPr>
          <p:nvPr>
            <p:ph type="dt" sz="quarter" idx="10"/>
          </p:nvPr>
        </p:nvSpPr>
        <p:spPr>
          <a:xfrm>
            <a:off x="1066800" y="1285875"/>
            <a:ext cx="8001000" cy="5214938"/>
          </a:xfrm>
        </p:spPr>
        <p:txBody>
          <a:bodyPr/>
          <a:lstStyle/>
          <a:p>
            <a:pPr>
              <a:defRPr/>
            </a:pPr>
            <a:endParaRPr lang="en-US" i="1" dirty="0">
              <a:solidFill>
                <a:srgbClr val="FF3300"/>
              </a:solidFill>
            </a:endParaRPr>
          </a:p>
          <a:p>
            <a:pPr>
              <a:defRPr/>
            </a:pPr>
            <a:r>
              <a:rPr lang="en-US" sz="2400" b="1" dirty="0"/>
              <a:t>If </a:t>
            </a:r>
            <a:r>
              <a:rPr lang="en-US" sz="2400" b="1" i="1" dirty="0" err="1"/>
              <a:t>V</a:t>
            </a:r>
            <a:r>
              <a:rPr lang="en-US" sz="2400" b="1" i="1" baseline="-25000" dirty="0" err="1"/>
              <a:t>f</a:t>
            </a:r>
            <a:r>
              <a:rPr lang="en-US" sz="2400" b="1" i="1" dirty="0"/>
              <a:t> =0 (at ∞) and V</a:t>
            </a:r>
            <a:r>
              <a:rPr lang="en-US" sz="2400" b="1" i="1" baseline="-25000" dirty="0"/>
              <a:t>i</a:t>
            </a:r>
            <a:r>
              <a:rPr lang="en-US" sz="2400" b="1" i="1" dirty="0"/>
              <a:t> =V (at R). </a:t>
            </a:r>
            <a:r>
              <a:rPr lang="en-US" sz="2400" b="1" dirty="0"/>
              <a:t>Then, for the magnitude of the electric field at the site of the test charge, </a:t>
            </a:r>
          </a:p>
          <a:p>
            <a:pPr>
              <a:defRPr/>
            </a:pPr>
            <a:endParaRPr lang="en-US" sz="2400" b="1" dirty="0"/>
          </a:p>
          <a:p>
            <a:pPr>
              <a:defRPr/>
            </a:pPr>
            <a:r>
              <a:rPr lang="en-US" sz="2400" b="1" dirty="0"/>
              <a:t>                                                 and  </a:t>
            </a:r>
            <a:endParaRPr lang="en-US" sz="2400" dirty="0">
              <a:solidFill>
                <a:srgbClr val="FF3300"/>
              </a:solidFill>
            </a:endParaRPr>
          </a:p>
          <a:p>
            <a:pPr>
              <a:defRPr/>
            </a:pPr>
            <a:r>
              <a:rPr lang="en-US" sz="2400" b="1" dirty="0"/>
              <a:t>   </a:t>
            </a:r>
          </a:p>
          <a:p>
            <a:pPr>
              <a:defRPr/>
            </a:pPr>
            <a:r>
              <a:rPr lang="en-US" sz="2400" b="1" dirty="0"/>
              <a:t> </a:t>
            </a:r>
          </a:p>
          <a:p>
            <a:pPr>
              <a:defRPr/>
            </a:pPr>
            <a:r>
              <a:rPr lang="en-US" sz="2400" b="1" dirty="0"/>
              <a:t>That gives: </a:t>
            </a:r>
          </a:p>
          <a:p>
            <a:pPr>
              <a:defRPr/>
            </a:pPr>
            <a:endParaRPr lang="en-US" sz="2400" dirty="0">
              <a:solidFill>
                <a:srgbClr val="FF3300"/>
              </a:solidFill>
            </a:endParaRPr>
          </a:p>
          <a:p>
            <a:pPr>
              <a:defRPr/>
            </a:pPr>
            <a:endParaRPr lang="en-US" sz="2400" dirty="0">
              <a:solidFill>
                <a:srgbClr val="FF3300"/>
              </a:solidFill>
            </a:endParaRPr>
          </a:p>
          <a:p>
            <a:pPr>
              <a:defRPr/>
            </a:pPr>
            <a:endParaRPr lang="en-US" sz="2400" dirty="0">
              <a:solidFill>
                <a:srgbClr val="FF3300"/>
              </a:solidFill>
            </a:endParaRPr>
          </a:p>
          <a:p>
            <a:pPr>
              <a:defRPr/>
            </a:pPr>
            <a:endParaRPr lang="en-US" sz="2400" dirty="0">
              <a:solidFill>
                <a:srgbClr val="FF3300"/>
              </a:solidFill>
            </a:endParaRPr>
          </a:p>
          <a:p>
            <a:pPr>
              <a:defRPr/>
            </a:pPr>
            <a:endParaRPr lang="en-US" sz="2400" b="1" dirty="0"/>
          </a:p>
          <a:p>
            <a:pPr>
              <a:defRPr/>
            </a:pPr>
            <a:r>
              <a:rPr lang="en-US" sz="2400" b="1" dirty="0"/>
              <a:t>Switching </a:t>
            </a:r>
            <a:r>
              <a:rPr lang="en-US" sz="2400" b="1" i="1" dirty="0"/>
              <a:t>R </a:t>
            </a:r>
            <a:r>
              <a:rPr lang="en-US" sz="2400" b="1" dirty="0"/>
              <a:t>to</a:t>
            </a:r>
            <a:r>
              <a:rPr lang="en-US" sz="2400" b="1" i="1" dirty="0"/>
              <a:t> r, </a:t>
            </a:r>
            <a:endParaRPr lang="en-US" sz="2400" b="1" dirty="0"/>
          </a:p>
        </p:txBody>
      </p:sp>
      <p:sp>
        <p:nvSpPr>
          <p:cNvPr id="19459" name="Slide Number Placeholder 2">
            <a:extLst>
              <a:ext uri="{FF2B5EF4-FFF2-40B4-BE49-F238E27FC236}">
                <a16:creationId xmlns:a16="http://schemas.microsoft.com/office/drawing/2014/main" id="{342FC35C-2E92-4BEC-B18E-B2263A03B35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9F9C24AD-98B7-4486-AFA8-20C7F1CB12CE}" type="slidenum">
              <a:rPr lang="en-US" altLang="id-ID" sz="1400" smtClean="0"/>
              <a:pPr>
                <a:spcBef>
                  <a:spcPct val="0"/>
                </a:spcBef>
                <a:buFontTx/>
                <a:buNone/>
              </a:pPr>
              <a:t>13</a:t>
            </a:fld>
            <a:endParaRPr lang="en-US" altLang="id-ID" sz="1400"/>
          </a:p>
        </p:txBody>
      </p:sp>
      <p:sp>
        <p:nvSpPr>
          <p:cNvPr id="19460" name="Rectangle 10">
            <a:extLst>
              <a:ext uri="{FF2B5EF4-FFF2-40B4-BE49-F238E27FC236}">
                <a16:creationId xmlns:a16="http://schemas.microsoft.com/office/drawing/2014/main" id="{0B594808-A9EB-48B1-ABD9-E3946DF70EF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61" name="Rectangle 12">
            <a:extLst>
              <a:ext uri="{FF2B5EF4-FFF2-40B4-BE49-F238E27FC236}">
                <a16:creationId xmlns:a16="http://schemas.microsoft.com/office/drawing/2014/main" id="{1F9F5069-7607-4967-9A73-B0EA05CF08D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9462" name="Picture 11">
            <a:extLst>
              <a:ext uri="{FF2B5EF4-FFF2-40B4-BE49-F238E27FC236}">
                <a16:creationId xmlns:a16="http://schemas.microsoft.com/office/drawing/2014/main" id="{ECBF9557-F55C-49E6-9F8D-0F133CE6C60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71600" y="2435678"/>
            <a:ext cx="27432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3" name="Rectangle 14">
            <a:extLst>
              <a:ext uri="{FF2B5EF4-FFF2-40B4-BE49-F238E27FC236}">
                <a16:creationId xmlns:a16="http://schemas.microsoft.com/office/drawing/2014/main" id="{4732515C-0C74-4106-B737-4DC427A23C1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9464" name="Picture 13">
            <a:extLst>
              <a:ext uri="{FF2B5EF4-FFF2-40B4-BE49-F238E27FC236}">
                <a16:creationId xmlns:a16="http://schemas.microsoft.com/office/drawing/2014/main" id="{FF87621E-1537-47F4-89FC-57C8DA18597F}"/>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334000" y="2455632"/>
            <a:ext cx="1857375"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5" name="Rectangle 16">
            <a:extLst>
              <a:ext uri="{FF2B5EF4-FFF2-40B4-BE49-F238E27FC236}">
                <a16:creationId xmlns:a16="http://schemas.microsoft.com/office/drawing/2014/main" id="{CD46D21E-966F-4721-B14A-1422F0F33EB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9466" name="Picture 15">
            <a:extLst>
              <a:ext uri="{FF2B5EF4-FFF2-40B4-BE49-F238E27FC236}">
                <a16:creationId xmlns:a16="http://schemas.microsoft.com/office/drawing/2014/main" id="{AD5E1A77-CD3E-4BE8-B9CE-7574D328B44A}"/>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667000" y="3550211"/>
            <a:ext cx="4237139" cy="74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7" name="Rectangle 17">
            <a:extLst>
              <a:ext uri="{FF2B5EF4-FFF2-40B4-BE49-F238E27FC236}">
                <a16:creationId xmlns:a16="http://schemas.microsoft.com/office/drawing/2014/main" id="{08A705DF-F711-4CA5-9022-4A1C4AB073C9}"/>
              </a:ext>
            </a:extLst>
          </p:cNvPr>
          <p:cNvSpPr>
            <a:spLocks noChangeArrowheads="1"/>
          </p:cNvSpPr>
          <p:nvPr/>
        </p:nvSpPr>
        <p:spPr bwMode="auto">
          <a:xfrm>
            <a:off x="0" y="6858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b="1">
                <a:latin typeface="Calibri" panose="020F0502020204030204" pitchFamily="34" charset="0"/>
                <a:cs typeface="Times New Roman" panose="02020603050405020304" pitchFamily="18" charset="0"/>
              </a:rPr>
              <a:t> </a:t>
            </a:r>
            <a:r>
              <a:rPr lang="en-US" altLang="id-ID" sz="1100">
                <a:latin typeface="Arial" panose="020B0604020202020204" pitchFamily="34" charset="0"/>
              </a:rPr>
              <a:t> </a:t>
            </a:r>
            <a:endParaRPr lang="en-US" altLang="id-ID" sz="1200">
              <a:latin typeface="Arial" panose="020B0604020202020204" pitchFamily="34" charset="0"/>
            </a:endParaRPr>
          </a:p>
        </p:txBody>
      </p:sp>
      <p:sp>
        <p:nvSpPr>
          <p:cNvPr id="19468" name="Rectangle 19">
            <a:extLst>
              <a:ext uri="{FF2B5EF4-FFF2-40B4-BE49-F238E27FC236}">
                <a16:creationId xmlns:a16="http://schemas.microsoft.com/office/drawing/2014/main" id="{5157CE6E-F238-4BC4-9D98-6DFAFAEEA33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9469" name="Picture 18">
            <a:extLst>
              <a:ext uri="{FF2B5EF4-FFF2-40B4-BE49-F238E27FC236}">
                <a16:creationId xmlns:a16="http://schemas.microsoft.com/office/drawing/2014/main" id="{397F1427-1D39-42D3-ABB8-167297EFE92E}"/>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505200" y="4321704"/>
            <a:ext cx="200025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0" name="Rectangle 21">
            <a:extLst>
              <a:ext uri="{FF2B5EF4-FFF2-40B4-BE49-F238E27FC236}">
                <a16:creationId xmlns:a16="http://schemas.microsoft.com/office/drawing/2014/main" id="{A5DEE98D-50C8-496A-8D15-D80FC7DFD42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9471" name="Rectangle 23">
            <a:extLst>
              <a:ext uri="{FF2B5EF4-FFF2-40B4-BE49-F238E27FC236}">
                <a16:creationId xmlns:a16="http://schemas.microsoft.com/office/drawing/2014/main" id="{93DEDE20-34DD-4FB9-A1A4-68581989B16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9472" name="Picture 22">
            <a:extLst>
              <a:ext uri="{FF2B5EF4-FFF2-40B4-BE49-F238E27FC236}">
                <a16:creationId xmlns:a16="http://schemas.microsoft.com/office/drawing/2014/main" id="{6927E6A7-65E7-47CA-875D-10EABFCC7012}"/>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474337" y="5496568"/>
            <a:ext cx="2184405" cy="115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73" name="Rectangle 16">
            <a:extLst>
              <a:ext uri="{FF2B5EF4-FFF2-40B4-BE49-F238E27FC236}">
                <a16:creationId xmlns:a16="http://schemas.microsoft.com/office/drawing/2014/main" id="{CC28FB82-B126-42B4-A0C1-133FACD7AAA8}"/>
              </a:ext>
            </a:extLst>
          </p:cNvPr>
          <p:cNvSpPr>
            <a:spLocks noChangeArrowheads="1"/>
          </p:cNvSpPr>
          <p:nvPr/>
        </p:nvSpPr>
        <p:spPr bwMode="auto">
          <a:xfrm>
            <a:off x="2857500" y="214313"/>
            <a:ext cx="6210300"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Potential Due to a Point Charge (cont.)</a:t>
            </a:r>
            <a:endParaRPr lang="en-US" altLang="id-ID" sz="2800" dirty="0">
              <a:solidFill>
                <a:srgbClr val="0070C0"/>
              </a:solidFill>
              <a:latin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1">
            <a:extLst>
              <a:ext uri="{FF2B5EF4-FFF2-40B4-BE49-F238E27FC236}">
                <a16:creationId xmlns:a16="http://schemas.microsoft.com/office/drawing/2014/main" id="{2FA925D1-72A8-45C9-BE77-4792690B4986}"/>
              </a:ext>
            </a:extLst>
          </p:cNvPr>
          <p:cNvSpPr txBox="1">
            <a:spLocks noChangeArrowheads="1"/>
          </p:cNvSpPr>
          <p:nvPr/>
        </p:nvSpPr>
        <p:spPr bwMode="auto">
          <a:xfrm>
            <a:off x="1066800" y="1559411"/>
            <a:ext cx="68627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cs typeface="Arial" panose="020B0604020202020204" pitchFamily="34" charset="0"/>
              </a:rPr>
              <a:t>6.  Potential Due to a Group of Point Charges:</a:t>
            </a:r>
          </a:p>
        </p:txBody>
      </p:sp>
      <p:sp>
        <p:nvSpPr>
          <p:cNvPr id="20483" name="Rectangle 2">
            <a:extLst>
              <a:ext uri="{FF2B5EF4-FFF2-40B4-BE49-F238E27FC236}">
                <a16:creationId xmlns:a16="http://schemas.microsoft.com/office/drawing/2014/main" id="{C6E1ADDA-A7B8-4564-87BF-A9DE31306E8C}"/>
              </a:ext>
            </a:extLst>
          </p:cNvPr>
          <p:cNvSpPr>
            <a:spLocks noChangeArrowheads="1"/>
          </p:cNvSpPr>
          <p:nvPr/>
        </p:nvSpPr>
        <p:spPr bwMode="auto">
          <a:xfrm>
            <a:off x="1000125" y="2133600"/>
            <a:ext cx="8143875"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b="1" dirty="0">
                <a:latin typeface="Arial" panose="020B0604020202020204" pitchFamily="34" charset="0"/>
              </a:rPr>
              <a:t>The net potential at a point due to a group of point charges can be found with the help of the superposition principle. </a:t>
            </a:r>
          </a:p>
          <a:p>
            <a:pPr algn="just" eaLnBrk="1" hangingPunct="1">
              <a:spcBef>
                <a:spcPct val="0"/>
              </a:spcBef>
              <a:buFontTx/>
              <a:buNone/>
            </a:pPr>
            <a:endParaRPr lang="en-US" altLang="id-ID" sz="1400" b="1" dirty="0">
              <a:latin typeface="Arial" panose="020B0604020202020204" pitchFamily="34" charset="0"/>
            </a:endParaRPr>
          </a:p>
          <a:p>
            <a:pPr algn="just" eaLnBrk="1" hangingPunct="1">
              <a:spcBef>
                <a:spcPct val="0"/>
              </a:spcBef>
              <a:buFontTx/>
              <a:buNone/>
            </a:pPr>
            <a:r>
              <a:rPr lang="en-US" altLang="id-ID" b="1" dirty="0">
                <a:latin typeface="Arial" panose="020B0604020202020204" pitchFamily="34" charset="0"/>
              </a:rPr>
              <a:t>First the individual potential resulting from each charge is considered at the given point. Then we sum the potentials. </a:t>
            </a:r>
          </a:p>
          <a:p>
            <a:pPr eaLnBrk="1" hangingPunct="1">
              <a:spcBef>
                <a:spcPct val="0"/>
              </a:spcBef>
              <a:buFontTx/>
              <a:buNone/>
            </a:pPr>
            <a:endParaRPr lang="en-US" altLang="id-ID" sz="1400" dirty="0">
              <a:solidFill>
                <a:srgbClr val="7030A0"/>
              </a:solidFill>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For </a:t>
            </a:r>
            <a:r>
              <a:rPr lang="en-US" altLang="id-ID" b="1" i="1" dirty="0">
                <a:latin typeface="Arial" panose="020B0604020202020204" pitchFamily="34" charset="0"/>
              </a:rPr>
              <a:t>n </a:t>
            </a:r>
            <a:r>
              <a:rPr lang="en-US" altLang="id-ID" b="1" dirty="0">
                <a:latin typeface="Arial" panose="020B0604020202020204" pitchFamily="34" charset="0"/>
              </a:rPr>
              <a:t>charges, the net potential is</a:t>
            </a:r>
          </a:p>
        </p:txBody>
      </p:sp>
      <p:pic>
        <p:nvPicPr>
          <p:cNvPr id="43010" name="Picture 2">
            <a:extLst>
              <a:ext uri="{FF2B5EF4-FFF2-40B4-BE49-F238E27FC236}">
                <a16:creationId xmlns:a16="http://schemas.microsoft.com/office/drawing/2014/main" id="{FC0494D6-8F1C-4508-83CE-BD5DFA83E967}"/>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1981200" y="5459430"/>
            <a:ext cx="5357850" cy="8382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extBox 1">
            <a:extLst>
              <a:ext uri="{FF2B5EF4-FFF2-40B4-BE49-F238E27FC236}">
                <a16:creationId xmlns:a16="http://schemas.microsoft.com/office/drawing/2014/main" id="{8427F508-8EA3-4212-87F0-507CBA8F1638}"/>
              </a:ext>
            </a:extLst>
          </p:cNvPr>
          <p:cNvSpPr txBox="1">
            <a:spLocks noChangeArrowheads="1"/>
          </p:cNvSpPr>
          <p:nvPr/>
        </p:nvSpPr>
        <p:spPr bwMode="auto">
          <a:xfrm>
            <a:off x="2816741" y="388799"/>
            <a:ext cx="6172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marL="457200" indent="-457200" eaLnBrk="1" hangingPunct="1">
              <a:spcBef>
                <a:spcPct val="0"/>
              </a:spcBef>
              <a:buFontTx/>
              <a:buAutoNum type="arabicPeriod" startAt="8"/>
            </a:pPr>
            <a:r>
              <a:rPr lang="en-US" altLang="id-ID" b="1" dirty="0">
                <a:solidFill>
                  <a:srgbClr val="008FD5"/>
                </a:solidFill>
                <a:latin typeface="Arial" panose="020B0604020202020204" pitchFamily="34" charset="0"/>
                <a:cs typeface="Arial" panose="020B0604020202020204" pitchFamily="34" charset="0"/>
              </a:rPr>
              <a:t>Potential Due to a Continuous Charge </a:t>
            </a:r>
          </a:p>
          <a:p>
            <a:pPr eaLnBrk="1" hangingPunct="1">
              <a:spcBef>
                <a:spcPct val="0"/>
              </a:spcBef>
              <a:buNone/>
            </a:pPr>
            <a:r>
              <a:rPr lang="en-US" altLang="id-ID" b="1" dirty="0">
                <a:solidFill>
                  <a:srgbClr val="008FD5"/>
                </a:solidFill>
                <a:latin typeface="Arial" panose="020B0604020202020204" pitchFamily="34" charset="0"/>
                <a:cs typeface="Arial" panose="020B0604020202020204" pitchFamily="34" charset="0"/>
              </a:rPr>
              <a:t>      Distribution</a:t>
            </a:r>
          </a:p>
        </p:txBody>
      </p:sp>
      <p:sp>
        <p:nvSpPr>
          <p:cNvPr id="23564" name="Rectangle 49">
            <a:extLst>
              <a:ext uri="{FF2B5EF4-FFF2-40B4-BE49-F238E27FC236}">
                <a16:creationId xmlns:a16="http://schemas.microsoft.com/office/drawing/2014/main" id="{CE86739D-DE02-45DA-AE58-03751D55AD39}"/>
              </a:ext>
            </a:extLst>
          </p:cNvPr>
          <p:cNvSpPr>
            <a:spLocks noChangeArrowheads="1"/>
          </p:cNvSpPr>
          <p:nvPr/>
        </p:nvSpPr>
        <p:spPr bwMode="auto">
          <a:xfrm>
            <a:off x="1047750" y="4714875"/>
            <a:ext cx="7922141"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1800" b="1" dirty="0">
                <a:solidFill>
                  <a:srgbClr val="002060"/>
                </a:solidFill>
                <a:latin typeface="Arial" panose="020B0604020202020204" pitchFamily="34" charset="0"/>
              </a:rPr>
              <a:t>Fig. 6 (</a:t>
            </a:r>
            <a:r>
              <a:rPr lang="en-US" altLang="id-ID" sz="1800" b="1" i="1" dirty="0">
                <a:solidFill>
                  <a:srgbClr val="002060"/>
                </a:solidFill>
                <a:latin typeface="Arial" panose="020B0604020202020204" pitchFamily="34" charset="0"/>
              </a:rPr>
              <a:t>a) </a:t>
            </a:r>
            <a:r>
              <a:rPr lang="en-US" altLang="id-ID" sz="1800" b="1" dirty="0">
                <a:solidFill>
                  <a:srgbClr val="002060"/>
                </a:solidFill>
                <a:latin typeface="Arial" panose="020B0604020202020204" pitchFamily="34" charset="0"/>
              </a:rPr>
              <a:t>A thin, uniformly charged rod produces an electric potential </a:t>
            </a:r>
            <a:r>
              <a:rPr lang="en-US" altLang="id-ID" sz="1800" b="1" i="1" dirty="0">
                <a:solidFill>
                  <a:srgbClr val="002060"/>
                </a:solidFill>
                <a:latin typeface="Arial" panose="020B0604020202020204" pitchFamily="34" charset="0"/>
              </a:rPr>
              <a:t>V </a:t>
            </a:r>
            <a:r>
              <a:rPr lang="en-US" altLang="id-ID" sz="1800" b="1" dirty="0">
                <a:solidFill>
                  <a:srgbClr val="002060"/>
                </a:solidFill>
                <a:latin typeface="Arial" panose="020B0604020202020204" pitchFamily="34" charset="0"/>
              </a:rPr>
              <a:t>at point </a:t>
            </a:r>
            <a:r>
              <a:rPr lang="en-US" altLang="id-ID" sz="1800" b="1" i="1" dirty="0">
                <a:solidFill>
                  <a:srgbClr val="002060"/>
                </a:solidFill>
                <a:latin typeface="Arial" panose="020B0604020202020204" pitchFamily="34" charset="0"/>
              </a:rPr>
              <a:t>P. (b) An </a:t>
            </a:r>
            <a:r>
              <a:rPr lang="en-US" altLang="id-ID" sz="1800" b="1" dirty="0">
                <a:solidFill>
                  <a:srgbClr val="002060"/>
                </a:solidFill>
                <a:latin typeface="Arial" panose="020B0604020202020204" pitchFamily="34" charset="0"/>
              </a:rPr>
              <a:t>elemen</a:t>
            </a:r>
            <a:r>
              <a:rPr lang="en-US" altLang="id-ID" sz="1800" b="1" i="1" dirty="0">
                <a:solidFill>
                  <a:srgbClr val="002060"/>
                </a:solidFill>
                <a:latin typeface="Arial" panose="020B0604020202020204" pitchFamily="34" charset="0"/>
              </a:rPr>
              <a:t>t (</a:t>
            </a:r>
            <a:r>
              <a:rPr lang="en-US" altLang="id-ID" sz="1800" b="1" i="1" dirty="0" err="1">
                <a:solidFill>
                  <a:srgbClr val="002060"/>
                </a:solidFill>
                <a:latin typeface="Arial" panose="020B0604020202020204" pitchFamily="34" charset="0"/>
              </a:rPr>
              <a:t>dX</a:t>
            </a:r>
            <a:r>
              <a:rPr lang="en-US" altLang="id-ID" sz="1800" b="1" dirty="0">
                <a:solidFill>
                  <a:srgbClr val="002060"/>
                </a:solidFill>
                <a:latin typeface="Arial" panose="020B0604020202020204" pitchFamily="34" charset="0"/>
              </a:rPr>
              <a:t>) can be treated as a particle. </a:t>
            </a:r>
          </a:p>
          <a:p>
            <a:pPr algn="just" eaLnBrk="1" hangingPunct="1">
              <a:spcBef>
                <a:spcPct val="0"/>
              </a:spcBef>
              <a:buFontTx/>
              <a:buNone/>
            </a:pPr>
            <a:endParaRPr lang="en-US" altLang="id-ID" sz="1800" b="1" dirty="0">
              <a:solidFill>
                <a:srgbClr val="002060"/>
              </a:solidFill>
              <a:latin typeface="Arial" panose="020B0604020202020204" pitchFamily="34" charset="0"/>
            </a:endParaRPr>
          </a:p>
          <a:p>
            <a:pPr algn="just" eaLnBrk="1" hangingPunct="1">
              <a:spcBef>
                <a:spcPct val="0"/>
              </a:spcBef>
              <a:buFontTx/>
              <a:buNone/>
            </a:pPr>
            <a:r>
              <a:rPr lang="en-US" altLang="id-ID" sz="1800" b="1" dirty="0">
                <a:solidFill>
                  <a:srgbClr val="002060"/>
                </a:solidFill>
                <a:latin typeface="Arial" panose="020B0604020202020204" pitchFamily="34" charset="0"/>
              </a:rPr>
              <a:t>The potential at </a:t>
            </a:r>
            <a:r>
              <a:rPr lang="en-US" altLang="id-ID" sz="1800" b="1" i="1" dirty="0">
                <a:solidFill>
                  <a:srgbClr val="002060"/>
                </a:solidFill>
                <a:latin typeface="Arial" panose="020B0604020202020204" pitchFamily="34" charset="0"/>
              </a:rPr>
              <a:t>P </a:t>
            </a:r>
            <a:r>
              <a:rPr lang="en-US" altLang="id-ID" sz="1800" b="1" dirty="0">
                <a:solidFill>
                  <a:srgbClr val="002060"/>
                </a:solidFill>
                <a:latin typeface="Arial" panose="020B0604020202020204" pitchFamily="34" charset="0"/>
              </a:rPr>
              <a:t>due to the element depends on the distance </a:t>
            </a:r>
            <a:r>
              <a:rPr lang="en-US" altLang="id-ID" sz="1800" b="1" i="1" dirty="0">
                <a:solidFill>
                  <a:srgbClr val="002060"/>
                </a:solidFill>
                <a:latin typeface="Arial" panose="020B0604020202020204" pitchFamily="34" charset="0"/>
              </a:rPr>
              <a:t>r. We </a:t>
            </a:r>
            <a:r>
              <a:rPr lang="en-US" altLang="id-ID" sz="1800" b="1" dirty="0">
                <a:solidFill>
                  <a:srgbClr val="002060"/>
                </a:solidFill>
                <a:latin typeface="Arial" panose="020B0604020202020204" pitchFamily="34" charset="0"/>
              </a:rPr>
              <a:t>need to sum the potentials due to all the elements, from the left side (X=0) to the right side (X=L)</a:t>
            </a:r>
            <a:r>
              <a:rPr lang="en-US" altLang="id-ID" sz="1800" b="1" i="1" dirty="0">
                <a:solidFill>
                  <a:srgbClr val="002060"/>
                </a:solidFill>
                <a:latin typeface="Arial" panose="020B0604020202020204" pitchFamily="34" charset="0"/>
              </a:rPr>
              <a:t>.</a:t>
            </a:r>
          </a:p>
        </p:txBody>
      </p:sp>
      <p:pic>
        <p:nvPicPr>
          <p:cNvPr id="2" name="Picture 1">
            <a:extLst>
              <a:ext uri="{FF2B5EF4-FFF2-40B4-BE49-F238E27FC236}">
                <a16:creationId xmlns:a16="http://schemas.microsoft.com/office/drawing/2014/main" id="{5EB6677C-0E2A-495E-86DE-4673E921A4CC}"/>
              </a:ext>
            </a:extLst>
          </p:cNvPr>
          <p:cNvPicPr>
            <a:picLocks noChangeAspect="1"/>
          </p:cNvPicPr>
          <p:nvPr/>
        </p:nvPicPr>
        <p:blipFill>
          <a:blip r:embed="rId2"/>
          <a:stretch>
            <a:fillRect/>
          </a:stretch>
        </p:blipFill>
        <p:spPr>
          <a:xfrm>
            <a:off x="1066800" y="1549244"/>
            <a:ext cx="7922141" cy="316563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1A2EE7-B5A9-4535-8B9C-2F171DA63FFA}"/>
              </a:ext>
            </a:extLst>
          </p:cNvPr>
          <p:cNvSpPr>
            <a:spLocks noGrp="1"/>
          </p:cNvSpPr>
          <p:nvPr>
            <p:ph type="dt" sz="quarter" idx="10"/>
          </p:nvPr>
        </p:nvSpPr>
        <p:spPr>
          <a:xfrm>
            <a:off x="998538" y="1590675"/>
            <a:ext cx="7840662" cy="1533525"/>
          </a:xfrm>
        </p:spPr>
        <p:txBody>
          <a:bodyPr/>
          <a:lstStyle/>
          <a:p>
            <a:pPr>
              <a:defRPr/>
            </a:pPr>
            <a:r>
              <a:rPr lang="en-US" sz="2400" b="1" dirty="0"/>
              <a:t>If </a:t>
            </a:r>
            <a:r>
              <a:rPr lang="en-US" sz="2400" b="1" dirty="0">
                <a:latin typeface="Symbol" pitchFamily="18" charset="2"/>
              </a:rPr>
              <a:t>l</a:t>
            </a:r>
            <a:r>
              <a:rPr lang="en-US" sz="2400" b="1" dirty="0"/>
              <a:t> is the charge per unit length, then the charge on length </a:t>
            </a:r>
            <a:r>
              <a:rPr lang="en-US" sz="2400" b="1" i="1" dirty="0"/>
              <a:t>dx </a:t>
            </a:r>
            <a:r>
              <a:rPr lang="en-US" sz="2400" b="1" dirty="0"/>
              <a:t>is:</a:t>
            </a:r>
          </a:p>
          <a:p>
            <a:pPr>
              <a:defRPr/>
            </a:pPr>
            <a:endParaRPr lang="en-US" sz="2400" b="1" dirty="0">
              <a:solidFill>
                <a:srgbClr val="0070C0"/>
              </a:solidFill>
            </a:endParaRPr>
          </a:p>
        </p:txBody>
      </p:sp>
      <p:sp>
        <p:nvSpPr>
          <p:cNvPr id="24579" name="Slide Number Placeholder 2">
            <a:extLst>
              <a:ext uri="{FF2B5EF4-FFF2-40B4-BE49-F238E27FC236}">
                <a16:creationId xmlns:a16="http://schemas.microsoft.com/office/drawing/2014/main" id="{0D60F881-DB03-4ECF-81DD-9162682CED8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FE15B8CF-0F2A-45FA-B670-737EAF42098E}" type="slidenum">
              <a:rPr lang="en-US" altLang="id-ID" sz="1400" smtClean="0"/>
              <a:pPr>
                <a:spcBef>
                  <a:spcPct val="0"/>
                </a:spcBef>
                <a:buFontTx/>
                <a:buNone/>
              </a:pPr>
              <a:t>16</a:t>
            </a:fld>
            <a:endParaRPr lang="en-US" altLang="id-ID" sz="1400"/>
          </a:p>
        </p:txBody>
      </p:sp>
      <p:pic>
        <p:nvPicPr>
          <p:cNvPr id="4" name="Picture 3">
            <a:extLst>
              <a:ext uri="{FF2B5EF4-FFF2-40B4-BE49-F238E27FC236}">
                <a16:creationId xmlns:a16="http://schemas.microsoft.com/office/drawing/2014/main" id="{5BC3CB6D-FF22-4CF9-95EF-CF7C93BB5195}"/>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2828934" y="3013834"/>
            <a:ext cx="1729964" cy="564049"/>
          </a:xfrm>
          <a:prstGeom prst="rect">
            <a:avLst/>
          </a:prstGeom>
          <a:noFill/>
          <a:ln w="9525">
            <a:noFill/>
            <a:miter lim="800000"/>
            <a:headEnd/>
            <a:tailEnd/>
          </a:ln>
        </p:spPr>
      </p:pic>
      <p:pic>
        <p:nvPicPr>
          <p:cNvPr id="5" name="Picture 4">
            <a:extLst>
              <a:ext uri="{FF2B5EF4-FFF2-40B4-BE49-F238E27FC236}">
                <a16:creationId xmlns:a16="http://schemas.microsoft.com/office/drawing/2014/main" id="{1DADD873-33E2-403B-8DAF-FDE344C718C5}"/>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2471744" y="3799652"/>
            <a:ext cx="2399627" cy="700789"/>
          </a:xfrm>
          <a:prstGeom prst="rect">
            <a:avLst/>
          </a:prstGeom>
          <a:noFill/>
          <a:ln w="9525">
            <a:noFill/>
            <a:miter lim="800000"/>
            <a:headEnd/>
            <a:tailEnd/>
          </a:ln>
        </p:spPr>
      </p:pic>
      <p:pic>
        <p:nvPicPr>
          <p:cNvPr id="6" name="Picture 5">
            <a:extLst>
              <a:ext uri="{FF2B5EF4-FFF2-40B4-BE49-F238E27FC236}">
                <a16:creationId xmlns:a16="http://schemas.microsoft.com/office/drawing/2014/main" id="{56315E58-FC6B-4FE9-BA19-22373D152456}"/>
              </a:ext>
            </a:extLst>
          </p:cNvPr>
          <p:cNvPicPr>
            <a:picLocks noChangeAspect="1" noChangeArrowheads="1"/>
          </p:cNvPicPr>
          <p:nvPr/>
        </p:nvPicPr>
        <p:blipFill>
          <a:blip r:embed="rId4" cstate="print">
            <a:duotone>
              <a:prstClr val="black"/>
              <a:schemeClr val="accent4">
                <a:tint val="45000"/>
                <a:satMod val="400000"/>
              </a:schemeClr>
            </a:duotone>
          </a:blip>
          <a:srcRect/>
          <a:stretch>
            <a:fillRect/>
          </a:stretch>
        </p:blipFill>
        <p:spPr bwMode="auto">
          <a:xfrm>
            <a:off x="1614488" y="4585470"/>
            <a:ext cx="5929312" cy="1281930"/>
          </a:xfrm>
          <a:prstGeom prst="rect">
            <a:avLst/>
          </a:prstGeom>
          <a:noFill/>
          <a:ln w="9525">
            <a:noFill/>
            <a:miter lim="800000"/>
            <a:headEnd/>
            <a:tailEnd/>
          </a:ln>
        </p:spPr>
      </p:pic>
      <p:sp>
        <p:nvSpPr>
          <p:cNvPr id="24583" name="Rectangle 6">
            <a:extLst>
              <a:ext uri="{FF2B5EF4-FFF2-40B4-BE49-F238E27FC236}">
                <a16:creationId xmlns:a16="http://schemas.microsoft.com/office/drawing/2014/main" id="{1AFE4560-F4A9-4BE6-9784-2DABAE2C339B}"/>
              </a:ext>
            </a:extLst>
          </p:cNvPr>
          <p:cNvSpPr>
            <a:spLocks noChangeArrowheads="1"/>
          </p:cNvSpPr>
          <p:nvPr/>
        </p:nvSpPr>
        <p:spPr bwMode="auto">
          <a:xfrm>
            <a:off x="2571750" y="214313"/>
            <a:ext cx="4357688"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Potential Due to a Continuous Charge Distribution (cont.)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1">
            <a:extLst>
              <a:ext uri="{FF2B5EF4-FFF2-40B4-BE49-F238E27FC236}">
                <a16:creationId xmlns:a16="http://schemas.microsoft.com/office/drawing/2014/main" id="{3A53A6DF-7ECE-42B0-A5A9-509F490302A5}"/>
              </a:ext>
            </a:extLst>
          </p:cNvPr>
          <p:cNvSpPr txBox="1">
            <a:spLocks noChangeArrowheads="1"/>
          </p:cNvSpPr>
          <p:nvPr/>
        </p:nvSpPr>
        <p:spPr bwMode="auto">
          <a:xfrm>
            <a:off x="3556625" y="444690"/>
            <a:ext cx="524489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i="1" dirty="0">
                <a:solidFill>
                  <a:srgbClr val="0070C0"/>
                </a:solidFill>
                <a:latin typeface="Arial" panose="020B0604020202020204" pitchFamily="34" charset="0"/>
                <a:cs typeface="Arial" panose="020B0604020202020204" pitchFamily="34" charset="0"/>
              </a:rPr>
              <a:t>9. Calculating the Field from the Potential</a:t>
            </a:r>
            <a:r>
              <a:rPr lang="en-US" altLang="id-ID" sz="2000" b="1" i="1" dirty="0">
                <a:solidFill>
                  <a:srgbClr val="0070C0"/>
                </a:solidFill>
                <a:latin typeface="Arial" panose="020B0604020202020204" pitchFamily="34" charset="0"/>
                <a:cs typeface="Arial" panose="020B0604020202020204" pitchFamily="34" charset="0"/>
              </a:rPr>
              <a:t>:</a:t>
            </a:r>
          </a:p>
        </p:txBody>
      </p:sp>
      <p:sp>
        <p:nvSpPr>
          <p:cNvPr id="23555" name="TextBox 3">
            <a:extLst>
              <a:ext uri="{FF2B5EF4-FFF2-40B4-BE49-F238E27FC236}">
                <a16:creationId xmlns:a16="http://schemas.microsoft.com/office/drawing/2014/main" id="{F4644222-850D-4852-B71A-A106C7B0C4A3}"/>
              </a:ext>
            </a:extLst>
          </p:cNvPr>
          <p:cNvSpPr txBox="1">
            <a:spLocks noChangeArrowheads="1"/>
          </p:cNvSpPr>
          <p:nvPr/>
        </p:nvSpPr>
        <p:spPr bwMode="auto">
          <a:xfrm>
            <a:off x="299928" y="1927142"/>
            <a:ext cx="3714750" cy="3140075"/>
          </a:xfrm>
          <a:prstGeom prst="rect">
            <a:avLst/>
          </a:prstGeom>
          <a:solidFill>
            <a:schemeClr val="bg2">
              <a:lumMod val="20000"/>
              <a:lumOff val="80000"/>
            </a:schemeClr>
          </a:solidFill>
          <a:ln w="9525">
            <a:noFill/>
            <a:miter lim="800000"/>
            <a:headEnd/>
            <a:tailEnd/>
          </a:ln>
        </p:spPr>
        <p:txBody>
          <a:bodyPr>
            <a:spAutoFit/>
          </a:bodyPr>
          <a:lstStyle/>
          <a:p>
            <a:pPr eaLnBrk="1" hangingPunct="1">
              <a:defRPr/>
            </a:pPr>
            <a:r>
              <a:rPr lang="en-US" sz="2200" b="1" dirty="0">
                <a:latin typeface="Arial" charset="0"/>
              </a:rPr>
              <a:t>Suppose that a positive test charge </a:t>
            </a:r>
            <a:r>
              <a:rPr lang="en-US" sz="2200" b="1" i="1" dirty="0">
                <a:latin typeface="Arial" charset="0"/>
              </a:rPr>
              <a:t>q</a:t>
            </a:r>
            <a:r>
              <a:rPr lang="en-US" sz="2200" b="1" i="1" baseline="-25000" dirty="0">
                <a:latin typeface="Arial" charset="0"/>
              </a:rPr>
              <a:t>0</a:t>
            </a:r>
            <a:r>
              <a:rPr lang="en-US" sz="2200" b="1" i="1" dirty="0">
                <a:latin typeface="Arial" charset="0"/>
              </a:rPr>
              <a:t> </a:t>
            </a:r>
            <a:r>
              <a:rPr lang="en-US" sz="2200" b="1" dirty="0">
                <a:latin typeface="Arial" charset="0"/>
              </a:rPr>
              <a:t>moves through a displacement from one equipotential surface to the adjacent surface. The work the electric field does on the test charge during the move is -</a:t>
            </a:r>
            <a:r>
              <a:rPr lang="en-US" sz="2200" b="1" i="1" dirty="0">
                <a:latin typeface="Arial" charset="0"/>
              </a:rPr>
              <a:t>q</a:t>
            </a:r>
            <a:r>
              <a:rPr lang="en-US" sz="2200" b="1" i="1" baseline="-25000" dirty="0">
                <a:latin typeface="Arial" charset="0"/>
              </a:rPr>
              <a:t>0</a:t>
            </a:r>
            <a:r>
              <a:rPr lang="en-US" sz="2200" b="1" i="1" dirty="0">
                <a:latin typeface="Arial" charset="0"/>
              </a:rPr>
              <a:t> </a:t>
            </a:r>
            <a:r>
              <a:rPr lang="en-US" sz="2200" b="1" i="1" dirty="0" err="1">
                <a:latin typeface="Arial" charset="0"/>
              </a:rPr>
              <a:t>dV</a:t>
            </a:r>
            <a:r>
              <a:rPr lang="en-US" sz="2200" b="1" i="1" dirty="0">
                <a:latin typeface="Arial" charset="0"/>
              </a:rPr>
              <a:t>.</a:t>
            </a:r>
            <a:r>
              <a:rPr lang="en-US" sz="2200" b="1" dirty="0">
                <a:latin typeface="Arial" charset="0"/>
              </a:rPr>
              <a:t>                                                </a:t>
            </a:r>
            <a:endParaRPr lang="en-US" sz="2200" b="1" i="1" dirty="0">
              <a:latin typeface="Arial" charset="0"/>
            </a:endParaRPr>
          </a:p>
        </p:txBody>
      </p:sp>
      <p:sp>
        <p:nvSpPr>
          <p:cNvPr id="27652" name="Rectangle 35">
            <a:extLst>
              <a:ext uri="{FF2B5EF4-FFF2-40B4-BE49-F238E27FC236}">
                <a16:creationId xmlns:a16="http://schemas.microsoft.com/office/drawing/2014/main" id="{6604DB64-88CF-416D-B2F5-038740418F10}"/>
              </a:ext>
            </a:extLst>
          </p:cNvPr>
          <p:cNvSpPr>
            <a:spLocks noChangeArrowheads="1"/>
          </p:cNvSpPr>
          <p:nvPr/>
        </p:nvSpPr>
        <p:spPr bwMode="auto">
          <a:xfrm>
            <a:off x="838202" y="5250207"/>
            <a:ext cx="8305798"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dirty="0">
                <a:solidFill>
                  <a:srgbClr val="002060"/>
                </a:solidFill>
                <a:latin typeface="Calibri" panose="020F0502020204030204" pitchFamily="34" charset="0"/>
                <a:cs typeface="Times New Roman" panose="02020603050405020304" pitchFamily="18" charset="0"/>
              </a:rPr>
              <a:t>Fig.8. A test charge q</a:t>
            </a:r>
            <a:r>
              <a:rPr lang="en-US" altLang="id-ID" sz="2200" b="1" baseline="-30000" dirty="0">
                <a:solidFill>
                  <a:srgbClr val="002060"/>
                </a:solidFill>
                <a:latin typeface="Calibri" panose="020F0502020204030204" pitchFamily="34" charset="0"/>
                <a:cs typeface="Times New Roman" panose="02020603050405020304" pitchFamily="18" charset="0"/>
              </a:rPr>
              <a:t>0</a:t>
            </a:r>
            <a:r>
              <a:rPr lang="en-US" altLang="id-ID" sz="2200" b="1" dirty="0">
                <a:solidFill>
                  <a:srgbClr val="002060"/>
                </a:solidFill>
                <a:latin typeface="Calibri" panose="020F0502020204030204" pitchFamily="34" charset="0"/>
                <a:cs typeface="Times New Roman" panose="02020603050405020304" pitchFamily="18" charset="0"/>
              </a:rPr>
              <a:t> moves a distance </a:t>
            </a:r>
            <a:r>
              <a:rPr lang="en-US" altLang="id-ID" sz="2200" b="1" i="1" dirty="0">
                <a:solidFill>
                  <a:srgbClr val="002060"/>
                </a:solidFill>
                <a:latin typeface="Calibri" panose="020F0502020204030204" pitchFamily="34" charset="0"/>
                <a:cs typeface="Times New Roman" panose="02020603050405020304" pitchFamily="18" charset="0"/>
              </a:rPr>
              <a:t>ds</a:t>
            </a:r>
            <a:r>
              <a:rPr lang="en-US" altLang="id-ID" sz="2200" b="1" dirty="0">
                <a:solidFill>
                  <a:srgbClr val="002060"/>
                </a:solidFill>
                <a:latin typeface="Calibri" panose="020F0502020204030204" pitchFamily="34" charset="0"/>
                <a:cs typeface="Times New Roman" panose="02020603050405020304" pitchFamily="18" charset="0"/>
              </a:rPr>
              <a:t> from one equipotential surface to another (the separation between the surfaces has been exaggerated for clarity). The displacement </a:t>
            </a:r>
            <a:r>
              <a:rPr lang="en-US" altLang="id-ID" sz="2200" b="1" i="1" dirty="0">
                <a:solidFill>
                  <a:srgbClr val="002060"/>
                </a:solidFill>
                <a:latin typeface="Calibri" panose="020F0502020204030204" pitchFamily="34" charset="0"/>
                <a:cs typeface="Times New Roman" panose="02020603050405020304" pitchFamily="18" charset="0"/>
              </a:rPr>
              <a:t>ds</a:t>
            </a:r>
            <a:r>
              <a:rPr lang="en-US" altLang="id-ID" sz="2200" b="1" dirty="0">
                <a:solidFill>
                  <a:srgbClr val="002060"/>
                </a:solidFill>
                <a:latin typeface="Calibri" panose="020F0502020204030204" pitchFamily="34" charset="0"/>
                <a:cs typeface="Times New Roman" panose="02020603050405020304" pitchFamily="18" charset="0"/>
              </a:rPr>
              <a:t> makes angle </a:t>
            </a:r>
            <a:r>
              <a:rPr lang="en-US" altLang="id-ID" sz="2200" b="1" dirty="0">
                <a:solidFill>
                  <a:srgbClr val="002060"/>
                </a:solidFill>
                <a:latin typeface="Times New Roman" panose="02020603050405020304" pitchFamily="18" charset="0"/>
                <a:cs typeface="Times New Roman" panose="02020603050405020304" pitchFamily="18" charset="0"/>
              </a:rPr>
              <a:t>θ</a:t>
            </a:r>
            <a:r>
              <a:rPr lang="en-US" altLang="id-ID" sz="2200" b="1" dirty="0">
                <a:solidFill>
                  <a:srgbClr val="002060"/>
                </a:solidFill>
                <a:latin typeface="Calibri" panose="020F0502020204030204" pitchFamily="34" charset="0"/>
                <a:cs typeface="Times New Roman" panose="02020603050405020304" pitchFamily="18" charset="0"/>
              </a:rPr>
              <a:t> with the direction of the electric field </a:t>
            </a:r>
            <a:r>
              <a:rPr lang="en-US" altLang="id-ID" sz="2200" b="1" i="1" dirty="0">
                <a:solidFill>
                  <a:srgbClr val="002060"/>
                </a:solidFill>
                <a:latin typeface="Calibri" panose="020F0502020204030204" pitchFamily="34" charset="0"/>
                <a:cs typeface="Times New Roman" panose="02020603050405020304" pitchFamily="18" charset="0"/>
              </a:rPr>
              <a:t>E</a:t>
            </a:r>
            <a:endParaRPr lang="en-US" altLang="id-ID" sz="2200" dirty="0">
              <a:solidFill>
                <a:srgbClr val="002060"/>
              </a:solidFill>
              <a:latin typeface="Arial" panose="020B0604020202020204" pitchFamily="34" charset="0"/>
            </a:endParaRPr>
          </a:p>
        </p:txBody>
      </p:sp>
      <p:sp>
        <p:nvSpPr>
          <p:cNvPr id="27653" name="Rectangle 35">
            <a:extLst>
              <a:ext uri="{FF2B5EF4-FFF2-40B4-BE49-F238E27FC236}">
                <a16:creationId xmlns:a16="http://schemas.microsoft.com/office/drawing/2014/main" id="{EDF803F7-5E2A-41E4-8E91-49752D154EC9}"/>
              </a:ext>
            </a:extLst>
          </p:cNvPr>
          <p:cNvSpPr>
            <a:spLocks noChangeArrowheads="1"/>
          </p:cNvSpPr>
          <p:nvPr/>
        </p:nvSpPr>
        <p:spPr bwMode="auto">
          <a:xfrm>
            <a:off x="5786438" y="2643188"/>
            <a:ext cx="43021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Calibri" panose="020F0502020204030204" pitchFamily="34" charset="0"/>
                <a:cs typeface="Times New Roman" panose="02020603050405020304" pitchFamily="18" charset="0"/>
              </a:rPr>
              <a:t>q</a:t>
            </a:r>
            <a:r>
              <a:rPr lang="en-US" altLang="id-ID" sz="2200" b="1" baseline="-30000">
                <a:latin typeface="Calibri" panose="020F0502020204030204" pitchFamily="34" charset="0"/>
                <a:cs typeface="Times New Roman" panose="02020603050405020304" pitchFamily="18" charset="0"/>
              </a:rPr>
              <a:t>0</a:t>
            </a:r>
            <a:endParaRPr lang="en-US" altLang="id-ID" sz="2200">
              <a:latin typeface="Arial" panose="020B0604020202020204" pitchFamily="34" charset="0"/>
            </a:endParaRPr>
          </a:p>
        </p:txBody>
      </p:sp>
      <p:sp>
        <p:nvSpPr>
          <p:cNvPr id="27654" name="Rectangle 36">
            <a:extLst>
              <a:ext uri="{FF2B5EF4-FFF2-40B4-BE49-F238E27FC236}">
                <a16:creationId xmlns:a16="http://schemas.microsoft.com/office/drawing/2014/main" id="{3DBB0B2F-45C9-406F-BE56-CD2C4D128E5E}"/>
              </a:ext>
            </a:extLst>
          </p:cNvPr>
          <p:cNvSpPr>
            <a:spLocks noChangeArrowheads="1"/>
          </p:cNvSpPr>
          <p:nvPr/>
        </p:nvSpPr>
        <p:spPr bwMode="auto">
          <a:xfrm>
            <a:off x="6643688" y="2714625"/>
            <a:ext cx="4445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i="1">
                <a:latin typeface="Calibri" panose="020F0502020204030204" pitchFamily="34" charset="0"/>
                <a:cs typeface="Times New Roman" panose="02020603050405020304" pitchFamily="18" charset="0"/>
              </a:rPr>
              <a:t>ds</a:t>
            </a:r>
            <a:endParaRPr lang="en-US" altLang="id-ID" sz="2200">
              <a:latin typeface="Arial" panose="020B0604020202020204" pitchFamily="34" charset="0"/>
            </a:endParaRPr>
          </a:p>
        </p:txBody>
      </p:sp>
      <p:sp>
        <p:nvSpPr>
          <p:cNvPr id="27655" name="Rectangle 37">
            <a:extLst>
              <a:ext uri="{FF2B5EF4-FFF2-40B4-BE49-F238E27FC236}">
                <a16:creationId xmlns:a16="http://schemas.microsoft.com/office/drawing/2014/main" id="{F398831E-F9D7-4397-B904-4EAEF2A0ADBA}"/>
              </a:ext>
            </a:extLst>
          </p:cNvPr>
          <p:cNvSpPr>
            <a:spLocks noChangeArrowheads="1"/>
          </p:cNvSpPr>
          <p:nvPr/>
        </p:nvSpPr>
        <p:spPr bwMode="auto">
          <a:xfrm>
            <a:off x="6786563" y="1500188"/>
            <a:ext cx="32226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i="1">
                <a:latin typeface="Calibri" panose="020F0502020204030204" pitchFamily="34" charset="0"/>
                <a:cs typeface="Times New Roman" panose="02020603050405020304" pitchFamily="18" charset="0"/>
              </a:rPr>
              <a:t>E</a:t>
            </a:r>
            <a:endParaRPr lang="en-US" altLang="id-ID" sz="2200">
              <a:latin typeface="Arial" panose="020B0604020202020204" pitchFamily="34" charset="0"/>
            </a:endParaRPr>
          </a:p>
        </p:txBody>
      </p:sp>
      <p:sp>
        <p:nvSpPr>
          <p:cNvPr id="27656" name="Rectangle 38">
            <a:extLst>
              <a:ext uri="{FF2B5EF4-FFF2-40B4-BE49-F238E27FC236}">
                <a16:creationId xmlns:a16="http://schemas.microsoft.com/office/drawing/2014/main" id="{ED33B968-BF4E-4EA4-BAE8-EBE321D5B204}"/>
              </a:ext>
            </a:extLst>
          </p:cNvPr>
          <p:cNvSpPr>
            <a:spLocks noChangeArrowheads="1"/>
          </p:cNvSpPr>
          <p:nvPr/>
        </p:nvSpPr>
        <p:spPr bwMode="auto">
          <a:xfrm>
            <a:off x="7572375" y="2000250"/>
            <a:ext cx="317500"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Calibri" panose="020F0502020204030204" pitchFamily="34" charset="0"/>
                <a:cs typeface="Times New Roman" panose="02020603050405020304" pitchFamily="18" charset="0"/>
              </a:rPr>
              <a:t>S</a:t>
            </a:r>
            <a:endParaRPr lang="en-US" altLang="id-ID" sz="2200">
              <a:latin typeface="Arial" panose="020B0604020202020204" pitchFamily="34" charset="0"/>
            </a:endParaRPr>
          </a:p>
        </p:txBody>
      </p:sp>
      <p:grpSp>
        <p:nvGrpSpPr>
          <p:cNvPr id="27657" name="Group 36">
            <a:extLst>
              <a:ext uri="{FF2B5EF4-FFF2-40B4-BE49-F238E27FC236}">
                <a16:creationId xmlns:a16="http://schemas.microsoft.com/office/drawing/2014/main" id="{AEDAF5E1-1BDF-498D-AC24-225E305EB516}"/>
              </a:ext>
            </a:extLst>
          </p:cNvPr>
          <p:cNvGrpSpPr>
            <a:grpSpLocks/>
          </p:cNvGrpSpPr>
          <p:nvPr/>
        </p:nvGrpSpPr>
        <p:grpSpPr bwMode="auto">
          <a:xfrm>
            <a:off x="4500563" y="1643063"/>
            <a:ext cx="3857625" cy="3500437"/>
            <a:chOff x="7155" y="1170"/>
            <a:chExt cx="3930" cy="3900"/>
          </a:xfrm>
        </p:grpSpPr>
        <p:sp>
          <p:nvSpPr>
            <p:cNvPr id="27660" name="Freeform 37">
              <a:extLst>
                <a:ext uri="{FF2B5EF4-FFF2-40B4-BE49-F238E27FC236}">
                  <a16:creationId xmlns:a16="http://schemas.microsoft.com/office/drawing/2014/main" id="{54552980-9CF7-42AF-AE3C-CA7CF18B8962}"/>
                </a:ext>
              </a:extLst>
            </p:cNvPr>
            <p:cNvSpPr>
              <a:spLocks/>
            </p:cNvSpPr>
            <p:nvPr/>
          </p:nvSpPr>
          <p:spPr bwMode="auto">
            <a:xfrm>
              <a:off x="8175" y="1170"/>
              <a:ext cx="2910" cy="2235"/>
            </a:xfrm>
            <a:custGeom>
              <a:avLst/>
              <a:gdLst>
                <a:gd name="T0" fmla="*/ 0 w 2490"/>
                <a:gd name="T1" fmla="*/ 0 h 1815"/>
                <a:gd name="T2" fmla="*/ 7049 w 2490"/>
                <a:gd name="T3" fmla="*/ 6972 h 1815"/>
                <a:gd name="T4" fmla="*/ 13544 w 2490"/>
                <a:gd name="T5" fmla="*/ 17071 h 1815"/>
                <a:gd name="T6" fmla="*/ 18890 w 2490"/>
                <a:gd name="T7" fmla="*/ 27167 h 1815"/>
                <a:gd name="T8" fmla="*/ 0 60000 65536"/>
                <a:gd name="T9" fmla="*/ 0 60000 65536"/>
                <a:gd name="T10" fmla="*/ 0 60000 65536"/>
                <a:gd name="T11" fmla="*/ 0 60000 65536"/>
                <a:gd name="T12" fmla="*/ 0 w 2490"/>
                <a:gd name="T13" fmla="*/ 0 h 1815"/>
                <a:gd name="T14" fmla="*/ 2490 w 2490"/>
                <a:gd name="T15" fmla="*/ 1815 h 1815"/>
              </a:gdLst>
              <a:ahLst/>
              <a:cxnLst>
                <a:cxn ang="T8">
                  <a:pos x="T0" y="T1"/>
                </a:cxn>
                <a:cxn ang="T9">
                  <a:pos x="T2" y="T3"/>
                </a:cxn>
                <a:cxn ang="T10">
                  <a:pos x="T4" y="T5"/>
                </a:cxn>
                <a:cxn ang="T11">
                  <a:pos x="T6" y="T7"/>
                </a:cxn>
              </a:cxnLst>
              <a:rect l="T12" t="T13" r="T14" b="T15"/>
              <a:pathLst>
                <a:path w="2490" h="1815">
                  <a:moveTo>
                    <a:pt x="0" y="0"/>
                  </a:moveTo>
                  <a:cubicBezTo>
                    <a:pt x="316" y="137"/>
                    <a:pt x="633" y="275"/>
                    <a:pt x="930" y="465"/>
                  </a:cubicBezTo>
                  <a:cubicBezTo>
                    <a:pt x="1227" y="655"/>
                    <a:pt x="1525" y="915"/>
                    <a:pt x="1785" y="1140"/>
                  </a:cubicBezTo>
                  <a:cubicBezTo>
                    <a:pt x="2045" y="1365"/>
                    <a:pt x="2373" y="1705"/>
                    <a:pt x="2490" y="1815"/>
                  </a:cubicBezTo>
                </a:path>
              </a:pathLst>
            </a:custGeom>
            <a:noFill/>
            <a:ln w="1905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61" name="Freeform 38">
              <a:extLst>
                <a:ext uri="{FF2B5EF4-FFF2-40B4-BE49-F238E27FC236}">
                  <a16:creationId xmlns:a16="http://schemas.microsoft.com/office/drawing/2014/main" id="{85EF26FC-1981-4289-A005-2F01A8B64C28}"/>
                </a:ext>
              </a:extLst>
            </p:cNvPr>
            <p:cNvSpPr>
              <a:spLocks/>
            </p:cNvSpPr>
            <p:nvPr/>
          </p:nvSpPr>
          <p:spPr bwMode="auto">
            <a:xfrm>
              <a:off x="7980" y="1410"/>
              <a:ext cx="2520" cy="2385"/>
            </a:xfrm>
            <a:custGeom>
              <a:avLst/>
              <a:gdLst>
                <a:gd name="T0" fmla="*/ 0 w 2160"/>
                <a:gd name="T1" fmla="*/ 0 h 1995"/>
                <a:gd name="T2" fmla="*/ 8672 w 2160"/>
                <a:gd name="T3" fmla="*/ 9016 h 1995"/>
                <a:gd name="T4" fmla="*/ 13122 w 2160"/>
                <a:gd name="T5" fmla="*/ 15280 h 1995"/>
                <a:gd name="T6" fmla="*/ 16025 w 2160"/>
                <a:gd name="T7" fmla="*/ 20320 h 1995"/>
                <a:gd name="T8" fmla="*/ 0 60000 65536"/>
                <a:gd name="T9" fmla="*/ 0 60000 65536"/>
                <a:gd name="T10" fmla="*/ 0 60000 65536"/>
                <a:gd name="T11" fmla="*/ 0 60000 65536"/>
                <a:gd name="T12" fmla="*/ 0 w 2160"/>
                <a:gd name="T13" fmla="*/ 0 h 1995"/>
                <a:gd name="T14" fmla="*/ 2160 w 2160"/>
                <a:gd name="T15" fmla="*/ 1995 h 1995"/>
              </a:gdLst>
              <a:ahLst/>
              <a:cxnLst>
                <a:cxn ang="T8">
                  <a:pos x="T0" y="T1"/>
                </a:cxn>
                <a:cxn ang="T9">
                  <a:pos x="T2" y="T3"/>
                </a:cxn>
                <a:cxn ang="T10">
                  <a:pos x="T4" y="T5"/>
                </a:cxn>
                <a:cxn ang="T11">
                  <a:pos x="T6" y="T7"/>
                </a:cxn>
              </a:cxnLst>
              <a:rect l="T12" t="T13" r="T14" b="T15"/>
              <a:pathLst>
                <a:path w="2160" h="1995">
                  <a:moveTo>
                    <a:pt x="0" y="0"/>
                  </a:moveTo>
                  <a:cubicBezTo>
                    <a:pt x="437" y="317"/>
                    <a:pt x="875" y="635"/>
                    <a:pt x="1170" y="885"/>
                  </a:cubicBezTo>
                  <a:cubicBezTo>
                    <a:pt x="1465" y="1135"/>
                    <a:pt x="1605" y="1315"/>
                    <a:pt x="1770" y="1500"/>
                  </a:cubicBezTo>
                  <a:cubicBezTo>
                    <a:pt x="1935" y="1685"/>
                    <a:pt x="2047" y="1840"/>
                    <a:pt x="2160" y="1995"/>
                  </a:cubicBezTo>
                </a:path>
              </a:pathLst>
            </a:custGeom>
            <a:noFill/>
            <a:ln w="1905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27662" name="AutoShape 39">
              <a:extLst>
                <a:ext uri="{FF2B5EF4-FFF2-40B4-BE49-F238E27FC236}">
                  <a16:creationId xmlns:a16="http://schemas.microsoft.com/office/drawing/2014/main" id="{78803BB7-385A-4E95-BCAF-597F487E0E0D}"/>
                </a:ext>
              </a:extLst>
            </p:cNvPr>
            <p:cNvCxnSpPr>
              <a:cxnSpLocks noChangeShapeType="1"/>
            </p:cNvCxnSpPr>
            <p:nvPr/>
          </p:nvCxnSpPr>
          <p:spPr bwMode="auto">
            <a:xfrm flipV="1">
              <a:off x="7425" y="1920"/>
              <a:ext cx="2910" cy="174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27663" name="Freeform 40">
              <a:extLst>
                <a:ext uri="{FF2B5EF4-FFF2-40B4-BE49-F238E27FC236}">
                  <a16:creationId xmlns:a16="http://schemas.microsoft.com/office/drawing/2014/main" id="{A6A64167-A90D-4788-9A84-07179E16DA6B}"/>
                </a:ext>
              </a:extLst>
            </p:cNvPr>
            <p:cNvSpPr>
              <a:spLocks/>
            </p:cNvSpPr>
            <p:nvPr/>
          </p:nvSpPr>
          <p:spPr bwMode="auto">
            <a:xfrm>
              <a:off x="7710" y="1650"/>
              <a:ext cx="2010" cy="2610"/>
            </a:xfrm>
            <a:custGeom>
              <a:avLst/>
              <a:gdLst>
                <a:gd name="T0" fmla="*/ 0 w 1695"/>
                <a:gd name="T1" fmla="*/ 0 h 2010"/>
                <a:gd name="T2" fmla="*/ 8392 w 1695"/>
                <a:gd name="T3" fmla="*/ 25970 h 2010"/>
                <a:gd name="T4" fmla="*/ 12653 w 1695"/>
                <a:gd name="T5" fmla="*/ 43870 h 2010"/>
                <a:gd name="T6" fmla="*/ 15544 w 1695"/>
                <a:gd name="T7" fmla="*/ 59981 h 2010"/>
                <a:gd name="T8" fmla="*/ 0 60000 65536"/>
                <a:gd name="T9" fmla="*/ 0 60000 65536"/>
                <a:gd name="T10" fmla="*/ 0 60000 65536"/>
                <a:gd name="T11" fmla="*/ 0 60000 65536"/>
                <a:gd name="T12" fmla="*/ 0 w 1695"/>
                <a:gd name="T13" fmla="*/ 0 h 2010"/>
                <a:gd name="T14" fmla="*/ 1695 w 1695"/>
                <a:gd name="T15" fmla="*/ 2010 h 2010"/>
              </a:gdLst>
              <a:ahLst/>
              <a:cxnLst>
                <a:cxn ang="T8">
                  <a:pos x="T0" y="T1"/>
                </a:cxn>
                <a:cxn ang="T9">
                  <a:pos x="T2" y="T3"/>
                </a:cxn>
                <a:cxn ang="T10">
                  <a:pos x="T4" y="T5"/>
                </a:cxn>
                <a:cxn ang="T11">
                  <a:pos x="T6" y="T7"/>
                </a:cxn>
              </a:cxnLst>
              <a:rect l="T12" t="T13" r="T14" b="T15"/>
              <a:pathLst>
                <a:path w="1695" h="2010">
                  <a:moveTo>
                    <a:pt x="0" y="0"/>
                  </a:moveTo>
                  <a:cubicBezTo>
                    <a:pt x="342" y="312"/>
                    <a:pt x="685" y="625"/>
                    <a:pt x="915" y="870"/>
                  </a:cubicBezTo>
                  <a:cubicBezTo>
                    <a:pt x="1145" y="1115"/>
                    <a:pt x="1250" y="1280"/>
                    <a:pt x="1380" y="1470"/>
                  </a:cubicBezTo>
                  <a:cubicBezTo>
                    <a:pt x="1510" y="1660"/>
                    <a:pt x="1645" y="1913"/>
                    <a:pt x="1695" y="2010"/>
                  </a:cubicBezTo>
                </a:path>
              </a:pathLst>
            </a:custGeom>
            <a:noFill/>
            <a:ln w="1905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64" name="Freeform 41">
              <a:extLst>
                <a:ext uri="{FF2B5EF4-FFF2-40B4-BE49-F238E27FC236}">
                  <a16:creationId xmlns:a16="http://schemas.microsoft.com/office/drawing/2014/main" id="{2B5EB416-25E2-4C2A-B217-766DD524EFD6}"/>
                </a:ext>
              </a:extLst>
            </p:cNvPr>
            <p:cNvSpPr>
              <a:spLocks/>
            </p:cNvSpPr>
            <p:nvPr/>
          </p:nvSpPr>
          <p:spPr bwMode="auto">
            <a:xfrm>
              <a:off x="7425" y="1920"/>
              <a:ext cx="1560" cy="2550"/>
            </a:xfrm>
            <a:custGeom>
              <a:avLst/>
              <a:gdLst>
                <a:gd name="T0" fmla="*/ 0 w 1320"/>
                <a:gd name="T1" fmla="*/ 0 h 2080"/>
                <a:gd name="T2" fmla="*/ 6179 w 1320"/>
                <a:gd name="T3" fmla="*/ 14199 h 2080"/>
                <a:gd name="T4" fmla="*/ 10786 w 1320"/>
                <a:gd name="T5" fmla="*/ 26916 h 2080"/>
                <a:gd name="T6" fmla="*/ 10913 w 1320"/>
                <a:gd name="T7" fmla="*/ 29033 h 2080"/>
                <a:gd name="T8" fmla="*/ 0 60000 65536"/>
                <a:gd name="T9" fmla="*/ 0 60000 65536"/>
                <a:gd name="T10" fmla="*/ 0 60000 65536"/>
                <a:gd name="T11" fmla="*/ 0 60000 65536"/>
                <a:gd name="T12" fmla="*/ 0 w 1320"/>
                <a:gd name="T13" fmla="*/ 0 h 2080"/>
                <a:gd name="T14" fmla="*/ 1320 w 1320"/>
                <a:gd name="T15" fmla="*/ 2080 h 2080"/>
              </a:gdLst>
              <a:ahLst/>
              <a:cxnLst>
                <a:cxn ang="T8">
                  <a:pos x="T0" y="T1"/>
                </a:cxn>
                <a:cxn ang="T9">
                  <a:pos x="T2" y="T3"/>
                </a:cxn>
                <a:cxn ang="T10">
                  <a:pos x="T4" y="T5"/>
                </a:cxn>
                <a:cxn ang="T11">
                  <a:pos x="T6" y="T7"/>
                </a:cxn>
              </a:cxnLst>
              <a:rect l="T12" t="T13" r="T14" b="T15"/>
              <a:pathLst>
                <a:path w="1320" h="2080">
                  <a:moveTo>
                    <a:pt x="0" y="0"/>
                  </a:moveTo>
                  <a:cubicBezTo>
                    <a:pt x="250" y="344"/>
                    <a:pt x="500" y="688"/>
                    <a:pt x="705" y="1005"/>
                  </a:cubicBezTo>
                  <a:cubicBezTo>
                    <a:pt x="910" y="1322"/>
                    <a:pt x="1140" y="1730"/>
                    <a:pt x="1230" y="1905"/>
                  </a:cubicBezTo>
                  <a:cubicBezTo>
                    <a:pt x="1320" y="2080"/>
                    <a:pt x="1240" y="2030"/>
                    <a:pt x="1245" y="2055"/>
                  </a:cubicBezTo>
                </a:path>
              </a:pathLst>
            </a:custGeom>
            <a:noFill/>
            <a:ln w="1905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65" name="Freeform 42">
              <a:extLst>
                <a:ext uri="{FF2B5EF4-FFF2-40B4-BE49-F238E27FC236}">
                  <a16:creationId xmlns:a16="http://schemas.microsoft.com/office/drawing/2014/main" id="{8F50BC5D-1278-46A0-AF12-4D0C5FF5C10C}"/>
                </a:ext>
              </a:extLst>
            </p:cNvPr>
            <p:cNvSpPr>
              <a:spLocks/>
            </p:cNvSpPr>
            <p:nvPr/>
          </p:nvSpPr>
          <p:spPr bwMode="auto">
            <a:xfrm>
              <a:off x="7155" y="2175"/>
              <a:ext cx="1095" cy="2895"/>
            </a:xfrm>
            <a:custGeom>
              <a:avLst/>
              <a:gdLst>
                <a:gd name="T0" fmla="*/ 0 w 1020"/>
                <a:gd name="T1" fmla="*/ 0 h 2400"/>
                <a:gd name="T2" fmla="*/ 1208 w 1020"/>
                <a:gd name="T3" fmla="*/ 10142 h 2400"/>
                <a:gd name="T4" fmla="*/ 1772 w 1020"/>
                <a:gd name="T5" fmla="*/ 15801 h 2400"/>
                <a:gd name="T6" fmla="*/ 2227 w 1020"/>
                <a:gd name="T7" fmla="*/ 20941 h 2400"/>
                <a:gd name="T8" fmla="*/ 2567 w 1020"/>
                <a:gd name="T9" fmla="*/ 27471 h 2400"/>
                <a:gd name="T10" fmla="*/ 0 60000 65536"/>
                <a:gd name="T11" fmla="*/ 0 60000 65536"/>
                <a:gd name="T12" fmla="*/ 0 60000 65536"/>
                <a:gd name="T13" fmla="*/ 0 60000 65536"/>
                <a:gd name="T14" fmla="*/ 0 60000 65536"/>
                <a:gd name="T15" fmla="*/ 0 w 1020"/>
                <a:gd name="T16" fmla="*/ 0 h 2400"/>
                <a:gd name="T17" fmla="*/ 1020 w 1020"/>
                <a:gd name="T18" fmla="*/ 2400 h 2400"/>
              </a:gdLst>
              <a:ahLst/>
              <a:cxnLst>
                <a:cxn ang="T10">
                  <a:pos x="T0" y="T1"/>
                </a:cxn>
                <a:cxn ang="T11">
                  <a:pos x="T2" y="T3"/>
                </a:cxn>
                <a:cxn ang="T12">
                  <a:pos x="T4" y="T5"/>
                </a:cxn>
                <a:cxn ang="T13">
                  <a:pos x="T6" y="T7"/>
                </a:cxn>
                <a:cxn ang="T14">
                  <a:pos x="T8" y="T9"/>
                </a:cxn>
              </a:cxnLst>
              <a:rect l="T15" t="T16" r="T17" b="T18"/>
              <a:pathLst>
                <a:path w="1020" h="2400">
                  <a:moveTo>
                    <a:pt x="0" y="0"/>
                  </a:moveTo>
                  <a:cubicBezTo>
                    <a:pt x="181" y="327"/>
                    <a:pt x="363" y="655"/>
                    <a:pt x="480" y="885"/>
                  </a:cubicBezTo>
                  <a:cubicBezTo>
                    <a:pt x="597" y="1115"/>
                    <a:pt x="638" y="1223"/>
                    <a:pt x="705" y="1380"/>
                  </a:cubicBezTo>
                  <a:cubicBezTo>
                    <a:pt x="772" y="1537"/>
                    <a:pt x="832" y="1660"/>
                    <a:pt x="885" y="1830"/>
                  </a:cubicBezTo>
                  <a:cubicBezTo>
                    <a:pt x="938" y="2000"/>
                    <a:pt x="979" y="2200"/>
                    <a:pt x="1020" y="2400"/>
                  </a:cubicBezTo>
                </a:path>
              </a:pathLst>
            </a:custGeom>
            <a:noFill/>
            <a:ln w="19050">
              <a:solidFill>
                <a:srgbClr val="00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666" name="AutoShape 43">
              <a:extLst>
                <a:ext uri="{FF2B5EF4-FFF2-40B4-BE49-F238E27FC236}">
                  <a16:creationId xmlns:a16="http://schemas.microsoft.com/office/drawing/2014/main" id="{A4747F09-CD9E-4AE3-9DFC-95D011DFDA48}"/>
                </a:ext>
              </a:extLst>
            </p:cNvPr>
            <p:cNvSpPr>
              <a:spLocks noChangeArrowheads="1"/>
            </p:cNvSpPr>
            <p:nvPr/>
          </p:nvSpPr>
          <p:spPr bwMode="auto">
            <a:xfrm>
              <a:off x="8745" y="2640"/>
              <a:ext cx="240" cy="300"/>
            </a:xfrm>
            <a:prstGeom prst="flowChartOr">
              <a:avLst/>
            </a:prstGeom>
            <a:solidFill>
              <a:srgbClr val="FFFFFF"/>
            </a:solidFill>
            <a:ln w="19050">
              <a:solidFill>
                <a:srgbClr val="E36C0A"/>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27667" name="AutoShape 44">
              <a:extLst>
                <a:ext uri="{FF2B5EF4-FFF2-40B4-BE49-F238E27FC236}">
                  <a16:creationId xmlns:a16="http://schemas.microsoft.com/office/drawing/2014/main" id="{EFA92CC9-220C-45C4-9F11-D79DDB79DF92}"/>
                </a:ext>
              </a:extLst>
            </p:cNvPr>
            <p:cNvCxnSpPr>
              <a:cxnSpLocks noChangeShapeType="1"/>
            </p:cNvCxnSpPr>
            <p:nvPr/>
          </p:nvCxnSpPr>
          <p:spPr bwMode="auto">
            <a:xfrm flipV="1">
              <a:off x="8985" y="1515"/>
              <a:ext cx="660" cy="1125"/>
            </a:xfrm>
            <a:prstGeom prst="straightConnector1">
              <a:avLst/>
            </a:prstGeom>
            <a:noFill/>
            <a:ln w="19050">
              <a:solidFill>
                <a:srgbClr val="002060"/>
              </a:solidFill>
              <a:round/>
              <a:headEnd/>
              <a:tailEnd type="triangle" w="med" len="med"/>
            </a:ln>
            <a:extLst>
              <a:ext uri="{909E8E84-426E-40DD-AFC4-6F175D3DCCD1}">
                <a14:hiddenFill xmlns:a14="http://schemas.microsoft.com/office/drawing/2010/main">
                  <a:noFill/>
                </a14:hiddenFill>
              </a:ext>
            </a:extLst>
          </p:spPr>
        </p:cxnSp>
        <p:cxnSp>
          <p:nvCxnSpPr>
            <p:cNvPr id="27668" name="AutoShape 45">
              <a:extLst>
                <a:ext uri="{FF2B5EF4-FFF2-40B4-BE49-F238E27FC236}">
                  <a16:creationId xmlns:a16="http://schemas.microsoft.com/office/drawing/2014/main" id="{18C5A6AE-9D46-446D-8B5F-2E27D23EEBDD}"/>
                </a:ext>
              </a:extLst>
            </p:cNvPr>
            <p:cNvCxnSpPr>
              <a:cxnSpLocks noChangeShapeType="1"/>
            </p:cNvCxnSpPr>
            <p:nvPr/>
          </p:nvCxnSpPr>
          <p:spPr bwMode="auto">
            <a:xfrm flipV="1">
              <a:off x="8985" y="2550"/>
              <a:ext cx="420" cy="255"/>
            </a:xfrm>
            <a:prstGeom prst="straightConnector1">
              <a:avLst/>
            </a:prstGeom>
            <a:noFill/>
            <a:ln w="19050">
              <a:solidFill>
                <a:srgbClr val="0070C0"/>
              </a:solidFill>
              <a:round/>
              <a:headEnd/>
              <a:tailEnd type="triangle" w="med" len="med"/>
            </a:ln>
            <a:extLst>
              <a:ext uri="{909E8E84-426E-40DD-AFC4-6F175D3DCCD1}">
                <a14:hiddenFill xmlns:a14="http://schemas.microsoft.com/office/drawing/2010/main">
                  <a:noFill/>
                </a14:hiddenFill>
              </a:ext>
            </a:extLst>
          </p:spPr>
        </p:cxnSp>
        <p:cxnSp>
          <p:nvCxnSpPr>
            <p:cNvPr id="27669" name="AutoShape 46">
              <a:extLst>
                <a:ext uri="{FF2B5EF4-FFF2-40B4-BE49-F238E27FC236}">
                  <a16:creationId xmlns:a16="http://schemas.microsoft.com/office/drawing/2014/main" id="{E9B24C4D-FD54-44FB-B286-E211B3083CF4}"/>
                </a:ext>
              </a:extLst>
            </p:cNvPr>
            <p:cNvCxnSpPr>
              <a:cxnSpLocks noChangeShapeType="1"/>
            </p:cNvCxnSpPr>
            <p:nvPr/>
          </p:nvCxnSpPr>
          <p:spPr bwMode="auto">
            <a:xfrm flipV="1">
              <a:off x="10005" y="3330"/>
              <a:ext cx="180" cy="46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70" name="AutoShape 47">
              <a:extLst>
                <a:ext uri="{FF2B5EF4-FFF2-40B4-BE49-F238E27FC236}">
                  <a16:creationId xmlns:a16="http://schemas.microsoft.com/office/drawing/2014/main" id="{0584CE50-3835-4EC1-BF33-BFC4CA34A7AF}"/>
                </a:ext>
              </a:extLst>
            </p:cNvPr>
            <p:cNvCxnSpPr>
              <a:cxnSpLocks noChangeShapeType="1"/>
            </p:cNvCxnSpPr>
            <p:nvPr/>
          </p:nvCxnSpPr>
          <p:spPr bwMode="auto">
            <a:xfrm flipH="1" flipV="1">
              <a:off x="9405" y="3585"/>
              <a:ext cx="600" cy="21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7671" name="AutoShape 48">
              <a:extLst>
                <a:ext uri="{FF2B5EF4-FFF2-40B4-BE49-F238E27FC236}">
                  <a16:creationId xmlns:a16="http://schemas.microsoft.com/office/drawing/2014/main" id="{2ECEB169-84DB-4125-A4F4-06B946443A44}"/>
                </a:ext>
              </a:extLst>
            </p:cNvPr>
            <p:cNvCxnSpPr>
              <a:cxnSpLocks noChangeShapeType="1"/>
            </p:cNvCxnSpPr>
            <p:nvPr/>
          </p:nvCxnSpPr>
          <p:spPr bwMode="auto">
            <a:xfrm>
              <a:off x="10005" y="3795"/>
              <a:ext cx="0" cy="39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27672" name="Arc 49">
              <a:extLst>
                <a:ext uri="{FF2B5EF4-FFF2-40B4-BE49-F238E27FC236}">
                  <a16:creationId xmlns:a16="http://schemas.microsoft.com/office/drawing/2014/main" id="{522B6272-5EC4-4AE2-8E5F-F94F6FC27A04}"/>
                </a:ext>
              </a:extLst>
            </p:cNvPr>
            <p:cNvSpPr>
              <a:spLocks/>
            </p:cNvSpPr>
            <p:nvPr/>
          </p:nvSpPr>
          <p:spPr bwMode="auto">
            <a:xfrm>
              <a:off x="9195" y="2160"/>
              <a:ext cx="210" cy="314"/>
            </a:xfrm>
            <a:custGeom>
              <a:avLst/>
              <a:gdLst>
                <a:gd name="T0" fmla="*/ 0 w 21600"/>
                <a:gd name="T1" fmla="*/ 0 h 28227"/>
                <a:gd name="T2" fmla="*/ 0 w 21600"/>
                <a:gd name="T3" fmla="*/ 0 h 28227"/>
                <a:gd name="T4" fmla="*/ 0 w 21600"/>
                <a:gd name="T5" fmla="*/ 0 h 28227"/>
                <a:gd name="T6" fmla="*/ 0 60000 65536"/>
                <a:gd name="T7" fmla="*/ 0 60000 65536"/>
                <a:gd name="T8" fmla="*/ 0 60000 65536"/>
                <a:gd name="T9" fmla="*/ 0 w 21600"/>
                <a:gd name="T10" fmla="*/ 0 h 28227"/>
                <a:gd name="T11" fmla="*/ 21600 w 21600"/>
                <a:gd name="T12" fmla="*/ 28227 h 28227"/>
              </a:gdLst>
              <a:ahLst/>
              <a:cxnLst>
                <a:cxn ang="T6">
                  <a:pos x="T0" y="T1"/>
                </a:cxn>
                <a:cxn ang="T7">
                  <a:pos x="T2" y="T3"/>
                </a:cxn>
                <a:cxn ang="T8">
                  <a:pos x="T4" y="T5"/>
                </a:cxn>
              </a:cxnLst>
              <a:rect l="T9" t="T10" r="T11" b="T12"/>
              <a:pathLst>
                <a:path w="21600" h="28227" fill="none" extrusionOk="0">
                  <a:moveTo>
                    <a:pt x="-1" y="0"/>
                  </a:moveTo>
                  <a:cubicBezTo>
                    <a:pt x="11929" y="0"/>
                    <a:pt x="21600" y="9670"/>
                    <a:pt x="21600" y="21600"/>
                  </a:cubicBezTo>
                  <a:cubicBezTo>
                    <a:pt x="21600" y="23849"/>
                    <a:pt x="21248" y="26085"/>
                    <a:pt x="20558" y="28227"/>
                  </a:cubicBezTo>
                </a:path>
                <a:path w="21600" h="28227" stroke="0" extrusionOk="0">
                  <a:moveTo>
                    <a:pt x="-1" y="0"/>
                  </a:moveTo>
                  <a:cubicBezTo>
                    <a:pt x="11929" y="0"/>
                    <a:pt x="21600" y="9670"/>
                    <a:pt x="21600" y="21600"/>
                  </a:cubicBezTo>
                  <a:cubicBezTo>
                    <a:pt x="21600" y="23849"/>
                    <a:pt x="21248" y="26085"/>
                    <a:pt x="20558" y="28227"/>
                  </a:cubicBezTo>
                  <a:lnTo>
                    <a:pt x="0" y="21600"/>
                  </a:lnTo>
                  <a:lnTo>
                    <a:pt x="-1" y="0"/>
                  </a:lnTo>
                  <a:close/>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58" name="Rectangle 53">
            <a:extLst>
              <a:ext uri="{FF2B5EF4-FFF2-40B4-BE49-F238E27FC236}">
                <a16:creationId xmlns:a16="http://schemas.microsoft.com/office/drawing/2014/main" id="{913F909E-9072-4371-BE72-12DCACCC5ABA}"/>
              </a:ext>
            </a:extLst>
          </p:cNvPr>
          <p:cNvSpPr>
            <a:spLocks noChangeArrowheads="1"/>
          </p:cNvSpPr>
          <p:nvPr/>
        </p:nvSpPr>
        <p:spPr bwMode="auto">
          <a:xfrm>
            <a:off x="6643688" y="2357438"/>
            <a:ext cx="3317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Times New Roman" panose="02020603050405020304" pitchFamily="18" charset="0"/>
                <a:cs typeface="Times New Roman" panose="02020603050405020304" pitchFamily="18" charset="0"/>
              </a:rPr>
              <a:t>θ</a:t>
            </a:r>
            <a:endParaRPr lang="en-US" altLang="id-ID" sz="2200">
              <a:latin typeface="Arial" panose="020B0604020202020204" pitchFamily="34" charset="0"/>
            </a:endParaRPr>
          </a:p>
        </p:txBody>
      </p:sp>
      <p:sp>
        <p:nvSpPr>
          <p:cNvPr id="27659" name="Rectangle 50">
            <a:extLst>
              <a:ext uri="{FF2B5EF4-FFF2-40B4-BE49-F238E27FC236}">
                <a16:creationId xmlns:a16="http://schemas.microsoft.com/office/drawing/2014/main" id="{19AC606D-C079-4F7A-BF53-D9D3049AB8A5}"/>
              </a:ext>
            </a:extLst>
          </p:cNvPr>
          <p:cNvSpPr>
            <a:spLocks noChangeArrowheads="1"/>
          </p:cNvSpPr>
          <p:nvPr/>
        </p:nvSpPr>
        <p:spPr bwMode="auto">
          <a:xfrm>
            <a:off x="7072313" y="4000500"/>
            <a:ext cx="2071687"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a:latin typeface="Calibri" panose="020F0502020204030204" pitchFamily="34" charset="0"/>
                <a:cs typeface="Times New Roman" panose="02020603050405020304" pitchFamily="18" charset="0"/>
              </a:rPr>
              <a:t>   </a:t>
            </a:r>
            <a:r>
              <a:rPr lang="en-US" altLang="id-ID" sz="2000" b="1">
                <a:latin typeface="Calibri" panose="020F0502020204030204" pitchFamily="34" charset="0"/>
                <a:cs typeface="Times New Roman" panose="02020603050405020304" pitchFamily="18" charset="0"/>
              </a:rPr>
              <a:t>Two equipotensial surfaces</a:t>
            </a:r>
            <a:endParaRPr lang="en-US" altLang="id-ID" sz="2000">
              <a:latin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23D778D-14D7-4540-97FA-1B1A4575F2C2}"/>
              </a:ext>
            </a:extLst>
          </p:cNvPr>
          <p:cNvSpPr>
            <a:spLocks noGrp="1"/>
          </p:cNvSpPr>
          <p:nvPr>
            <p:ph type="dt" sz="quarter" idx="10"/>
          </p:nvPr>
        </p:nvSpPr>
        <p:spPr>
          <a:xfrm>
            <a:off x="762000" y="1214438"/>
            <a:ext cx="8374062" cy="5499100"/>
          </a:xfrm>
        </p:spPr>
        <p:txBody>
          <a:bodyPr/>
          <a:lstStyle/>
          <a:p>
            <a:pPr>
              <a:defRPr/>
            </a:pPr>
            <a:r>
              <a:rPr lang="en-US" sz="2400" b="1" dirty="0"/>
              <a:t> The work done by the electric field may also be written as the scalar product or : </a:t>
            </a:r>
          </a:p>
          <a:p>
            <a:pPr>
              <a:defRPr/>
            </a:pPr>
            <a:r>
              <a:rPr lang="en-US" sz="2400" b="1" dirty="0"/>
              <a:t>          </a:t>
            </a:r>
          </a:p>
          <a:p>
            <a:pPr>
              <a:defRPr/>
            </a:pPr>
            <a:r>
              <a:rPr lang="en-US" sz="2400" b="1" dirty="0"/>
              <a:t> </a:t>
            </a:r>
          </a:p>
          <a:p>
            <a:pPr>
              <a:defRPr/>
            </a:pPr>
            <a:endParaRPr lang="en-US" sz="1000" b="1" dirty="0"/>
          </a:p>
          <a:p>
            <a:pPr>
              <a:defRPr/>
            </a:pPr>
            <a:r>
              <a:rPr lang="en-US" sz="2400" b="1" dirty="0"/>
              <a:t> Therefore,   </a:t>
            </a:r>
            <a:r>
              <a:rPr lang="en-US" sz="2800" b="1" dirty="0"/>
              <a:t>-</a:t>
            </a:r>
            <a:r>
              <a:rPr lang="en-US" sz="2800" b="1" i="1" dirty="0"/>
              <a:t>q</a:t>
            </a:r>
            <a:r>
              <a:rPr lang="en-US" sz="2800" b="1" baseline="-25000" dirty="0"/>
              <a:t>0</a:t>
            </a:r>
            <a:r>
              <a:rPr lang="en-US" sz="2800" b="1" i="1" dirty="0"/>
              <a:t>dV</a:t>
            </a:r>
            <a:r>
              <a:rPr lang="en-US" sz="2800" b="1" dirty="0"/>
              <a:t>=</a:t>
            </a:r>
            <a:r>
              <a:rPr lang="en-US" sz="2800" b="1" i="1" dirty="0"/>
              <a:t>q</a:t>
            </a:r>
            <a:r>
              <a:rPr lang="en-US" sz="2800" b="1" i="1" baseline="-25000" dirty="0"/>
              <a:t>0</a:t>
            </a:r>
            <a:r>
              <a:rPr lang="en-US" sz="2800" b="1" i="1" dirty="0"/>
              <a:t>E ( cos</a:t>
            </a:r>
            <a:r>
              <a:rPr lang="el-GR" sz="2800" b="1" dirty="0">
                <a:latin typeface="Times New Roman" pitchFamily="18" charset="0"/>
                <a:cs typeface="Times New Roman" pitchFamily="18" charset="0"/>
              </a:rPr>
              <a:t>θ</a:t>
            </a:r>
            <a:r>
              <a:rPr lang="en-US" sz="2800" b="1" i="1" dirty="0"/>
              <a:t>) ds</a:t>
            </a:r>
            <a:endParaRPr lang="en-US" sz="2800" dirty="0"/>
          </a:p>
          <a:p>
            <a:pPr>
              <a:defRPr/>
            </a:pPr>
            <a:endParaRPr lang="en-US" sz="2400" b="1" i="1" dirty="0"/>
          </a:p>
          <a:p>
            <a:pPr>
              <a:defRPr/>
            </a:pPr>
            <a:r>
              <a:rPr lang="en-US" sz="2400" b="1" i="1" dirty="0"/>
              <a:t> </a:t>
            </a:r>
            <a:r>
              <a:rPr lang="en-US" sz="2400" b="1" dirty="0"/>
              <a:t>That is,</a:t>
            </a:r>
          </a:p>
          <a:p>
            <a:pPr>
              <a:defRPr/>
            </a:pPr>
            <a:endParaRPr lang="en-US" sz="2400" b="1" dirty="0"/>
          </a:p>
          <a:p>
            <a:pPr>
              <a:defRPr/>
            </a:pPr>
            <a:r>
              <a:rPr lang="en-US" sz="2400" b="1" dirty="0"/>
              <a:t>  Since </a:t>
            </a:r>
            <a:r>
              <a:rPr lang="en-US" sz="2400" b="1" i="1" dirty="0"/>
              <a:t>E </a:t>
            </a:r>
            <a:r>
              <a:rPr lang="en-US" sz="2400" b="1" i="1" dirty="0" err="1"/>
              <a:t>cos</a:t>
            </a:r>
            <a:r>
              <a:rPr lang="en-US" sz="2400" b="1" i="1" dirty="0" err="1">
                <a:latin typeface="Symbol" pitchFamily="18" charset="2"/>
              </a:rPr>
              <a:t>q</a:t>
            </a:r>
            <a:r>
              <a:rPr lang="en-US" sz="2400" b="1" i="1" dirty="0"/>
              <a:t>  </a:t>
            </a:r>
            <a:r>
              <a:rPr lang="en-US" sz="2400" b="1" dirty="0"/>
              <a:t>is the component of E in the direction of </a:t>
            </a:r>
          </a:p>
          <a:p>
            <a:pPr>
              <a:defRPr/>
            </a:pPr>
            <a:r>
              <a:rPr lang="en-US" sz="2400" b="1" dirty="0"/>
              <a:t>  ds,</a:t>
            </a:r>
          </a:p>
          <a:p>
            <a:pPr>
              <a:defRPr/>
            </a:pPr>
            <a:endParaRPr lang="en-US" sz="2400" dirty="0"/>
          </a:p>
        </p:txBody>
      </p:sp>
      <p:sp>
        <p:nvSpPr>
          <p:cNvPr id="28675" name="Slide Number Placeholder 2">
            <a:extLst>
              <a:ext uri="{FF2B5EF4-FFF2-40B4-BE49-F238E27FC236}">
                <a16:creationId xmlns:a16="http://schemas.microsoft.com/office/drawing/2014/main" id="{9D6DCCCF-FAF1-47BC-BEAE-53C05F6A40D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7E51E4B0-4DE2-4740-9B89-FDC09E31A4E4}" type="slidenum">
              <a:rPr lang="en-US" altLang="id-ID" sz="1400" smtClean="0"/>
              <a:pPr>
                <a:spcBef>
                  <a:spcPct val="0"/>
                </a:spcBef>
                <a:buFontTx/>
                <a:buNone/>
              </a:pPr>
              <a:t>18</a:t>
            </a:fld>
            <a:endParaRPr lang="en-US" altLang="id-ID" sz="1400"/>
          </a:p>
        </p:txBody>
      </p:sp>
      <p:sp>
        <p:nvSpPr>
          <p:cNvPr id="28676" name="Rectangle 8">
            <a:extLst>
              <a:ext uri="{FF2B5EF4-FFF2-40B4-BE49-F238E27FC236}">
                <a16:creationId xmlns:a16="http://schemas.microsoft.com/office/drawing/2014/main" id="{B3FC870B-2DF6-4275-8D2F-C6FAB4B12F8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28677" name="Picture 7">
            <a:extLst>
              <a:ext uri="{FF2B5EF4-FFF2-40B4-BE49-F238E27FC236}">
                <a16:creationId xmlns:a16="http://schemas.microsoft.com/office/drawing/2014/main" id="{DF9E0327-AEAC-4A52-8E72-2CF533E1087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76400" y="2705100"/>
            <a:ext cx="4214812"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Rectangle 10">
            <a:extLst>
              <a:ext uri="{FF2B5EF4-FFF2-40B4-BE49-F238E27FC236}">
                <a16:creationId xmlns:a16="http://schemas.microsoft.com/office/drawing/2014/main" id="{3C718116-EF62-4CD0-B437-70E548FFDE0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28679" name="Rectangle 12">
            <a:extLst>
              <a:ext uri="{FF2B5EF4-FFF2-40B4-BE49-F238E27FC236}">
                <a16:creationId xmlns:a16="http://schemas.microsoft.com/office/drawing/2014/main" id="{007A6A38-8797-4C29-ABB3-52D8CC008D8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28680" name="Picture 11">
            <a:extLst>
              <a:ext uri="{FF2B5EF4-FFF2-40B4-BE49-F238E27FC236}">
                <a16:creationId xmlns:a16="http://schemas.microsoft.com/office/drawing/2014/main" id="{8EBC3222-54DB-496C-A00C-21367DC48175}"/>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62200" y="3952875"/>
            <a:ext cx="2500313"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1" name="Rectangle 14">
            <a:extLst>
              <a:ext uri="{FF2B5EF4-FFF2-40B4-BE49-F238E27FC236}">
                <a16:creationId xmlns:a16="http://schemas.microsoft.com/office/drawing/2014/main" id="{B963769C-0302-47D6-95F8-3BB7C2DF7BA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28682" name="Picture 13">
            <a:extLst>
              <a:ext uri="{FF2B5EF4-FFF2-40B4-BE49-F238E27FC236}">
                <a16:creationId xmlns:a16="http://schemas.microsoft.com/office/drawing/2014/main" id="{BAC0369C-CD6E-4647-AF68-9B067029E37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943100" y="5586413"/>
            <a:ext cx="1714500" cy="9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BA491F-5AA6-4D97-95BC-2DB2A130E4A9}"/>
              </a:ext>
            </a:extLst>
          </p:cNvPr>
          <p:cNvSpPr>
            <a:spLocks noGrp="1"/>
          </p:cNvSpPr>
          <p:nvPr>
            <p:ph type="dt" sz="quarter" idx="10"/>
          </p:nvPr>
        </p:nvSpPr>
        <p:spPr>
          <a:xfrm>
            <a:off x="990600" y="1514476"/>
            <a:ext cx="7916862" cy="3895724"/>
          </a:xfrm>
        </p:spPr>
        <p:txBody>
          <a:bodyPr/>
          <a:lstStyle/>
          <a:p>
            <a:pPr>
              <a:defRPr/>
            </a:pPr>
            <a:endParaRPr lang="en-US" sz="1200" b="1" dirty="0"/>
          </a:p>
          <a:p>
            <a:pPr>
              <a:defRPr/>
            </a:pPr>
            <a:r>
              <a:rPr lang="en-US" sz="2400" b="1" dirty="0"/>
              <a:t>If we take the </a:t>
            </a:r>
            <a:r>
              <a:rPr lang="en-US" sz="2400" b="1" i="1" dirty="0"/>
              <a:t>s </a:t>
            </a:r>
            <a:r>
              <a:rPr lang="en-US" sz="2400" b="1" dirty="0"/>
              <a:t>axis to be, in turn, the x, y, and z axes, the x, y, and z components of E at any point are </a:t>
            </a:r>
          </a:p>
          <a:p>
            <a:pPr>
              <a:defRPr/>
            </a:pPr>
            <a:endParaRPr lang="en-US" sz="2400" b="1" dirty="0">
              <a:solidFill>
                <a:srgbClr val="0070C0"/>
              </a:solidFill>
            </a:endParaRPr>
          </a:p>
          <a:p>
            <a:pPr>
              <a:defRPr/>
            </a:pPr>
            <a:endParaRPr lang="en-US" sz="2400" b="1" dirty="0">
              <a:solidFill>
                <a:srgbClr val="0070C0"/>
              </a:solidFill>
            </a:endParaRPr>
          </a:p>
          <a:p>
            <a:pPr>
              <a:defRPr/>
            </a:pPr>
            <a:endParaRPr lang="en-US" sz="2400" b="1" dirty="0">
              <a:solidFill>
                <a:srgbClr val="0070C0"/>
              </a:solidFill>
            </a:endParaRPr>
          </a:p>
          <a:p>
            <a:pPr>
              <a:defRPr/>
            </a:pPr>
            <a:endParaRPr lang="en-US" sz="2400" b="1" dirty="0"/>
          </a:p>
          <a:p>
            <a:pPr>
              <a:defRPr/>
            </a:pPr>
            <a:r>
              <a:rPr lang="en-US" sz="2400" b="1" dirty="0"/>
              <a:t>Therefore, the component of E in any direction is the negative of the rate at which the electric potential changes with distance in that direction.</a:t>
            </a:r>
          </a:p>
        </p:txBody>
      </p:sp>
      <p:sp>
        <p:nvSpPr>
          <p:cNvPr id="29699" name="Slide Number Placeholder 2">
            <a:extLst>
              <a:ext uri="{FF2B5EF4-FFF2-40B4-BE49-F238E27FC236}">
                <a16:creationId xmlns:a16="http://schemas.microsoft.com/office/drawing/2014/main" id="{7988F048-54E4-44FD-BC1E-5C23D88BEEF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8F000F5E-72A0-4C79-B9D1-2A49190DCF17}" type="slidenum">
              <a:rPr lang="en-US" altLang="id-ID" sz="1400" smtClean="0"/>
              <a:pPr>
                <a:spcBef>
                  <a:spcPct val="0"/>
                </a:spcBef>
                <a:buFontTx/>
                <a:buNone/>
              </a:pPr>
              <a:t>19</a:t>
            </a:fld>
            <a:endParaRPr lang="en-US" altLang="id-ID" sz="1400"/>
          </a:p>
        </p:txBody>
      </p:sp>
      <p:sp>
        <p:nvSpPr>
          <p:cNvPr id="29700" name="Rectangle 7">
            <a:extLst>
              <a:ext uri="{FF2B5EF4-FFF2-40B4-BE49-F238E27FC236}">
                <a16:creationId xmlns:a16="http://schemas.microsoft.com/office/drawing/2014/main" id="{D1151C2C-0DF5-4577-90AA-AAD18DC49DD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29701" name="Picture 6">
            <a:extLst>
              <a:ext uri="{FF2B5EF4-FFF2-40B4-BE49-F238E27FC236}">
                <a16:creationId xmlns:a16="http://schemas.microsoft.com/office/drawing/2014/main" id="{6CCF37A6-60D3-4ABF-B2A2-CE9FFC53635B}"/>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00162" y="2809875"/>
            <a:ext cx="5786438"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1">
            <a:extLst>
              <a:ext uri="{FF2B5EF4-FFF2-40B4-BE49-F238E27FC236}">
                <a16:creationId xmlns:a16="http://schemas.microsoft.com/office/drawing/2014/main" id="{AF9711B6-D300-44A8-900E-BE8DC1914729}"/>
              </a:ext>
            </a:extLst>
          </p:cNvPr>
          <p:cNvSpPr txBox="1">
            <a:spLocks noChangeArrowheads="1"/>
          </p:cNvSpPr>
          <p:nvPr/>
        </p:nvSpPr>
        <p:spPr bwMode="auto">
          <a:xfrm>
            <a:off x="3428999" y="609600"/>
            <a:ext cx="571500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8FD5"/>
                </a:solidFill>
                <a:latin typeface="Arial" panose="020B0604020202020204" pitchFamily="34" charset="0"/>
                <a:cs typeface="Arial" panose="020B0604020202020204" pitchFamily="34" charset="0"/>
              </a:rPr>
              <a:t>10. Electric Potential Energy of a System of Point Charges</a:t>
            </a:r>
          </a:p>
        </p:txBody>
      </p:sp>
      <p:sp>
        <p:nvSpPr>
          <p:cNvPr id="30723" name="Rectangle 2">
            <a:extLst>
              <a:ext uri="{FF2B5EF4-FFF2-40B4-BE49-F238E27FC236}">
                <a16:creationId xmlns:a16="http://schemas.microsoft.com/office/drawing/2014/main" id="{03CB3487-5D18-4218-9E28-69414A439173}"/>
              </a:ext>
            </a:extLst>
          </p:cNvPr>
          <p:cNvSpPr>
            <a:spLocks noChangeArrowheads="1"/>
          </p:cNvSpPr>
          <p:nvPr/>
        </p:nvSpPr>
        <p:spPr bwMode="auto">
          <a:xfrm>
            <a:off x="1066800" y="1695986"/>
            <a:ext cx="76962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2000" b="1" dirty="0">
                <a:solidFill>
                  <a:srgbClr val="002060"/>
                </a:solidFill>
                <a:latin typeface="Arial" panose="020B0604020202020204" pitchFamily="34" charset="0"/>
              </a:rPr>
              <a:t>The electric potential energy of a system of fixed point charges is equal to the work that must be done by an external agent to assemble the system, bringing each charge in from an infinite distance</a:t>
            </a:r>
            <a:r>
              <a:rPr lang="en-US" altLang="id-ID" sz="1800" dirty="0">
                <a:solidFill>
                  <a:srgbClr val="0070C0"/>
                </a:solidFill>
                <a:latin typeface="Arial" panose="020B0604020202020204" pitchFamily="34" charset="0"/>
              </a:rPr>
              <a:t>.</a:t>
            </a:r>
          </a:p>
        </p:txBody>
      </p:sp>
      <p:sp>
        <p:nvSpPr>
          <p:cNvPr id="30724" name="TextBox 4">
            <a:extLst>
              <a:ext uri="{FF2B5EF4-FFF2-40B4-BE49-F238E27FC236}">
                <a16:creationId xmlns:a16="http://schemas.microsoft.com/office/drawing/2014/main" id="{57042BD8-A2CF-48DA-986E-9893DB98970C}"/>
              </a:ext>
            </a:extLst>
          </p:cNvPr>
          <p:cNvSpPr txBox="1">
            <a:spLocks noChangeArrowheads="1"/>
          </p:cNvSpPr>
          <p:nvPr/>
        </p:nvSpPr>
        <p:spPr bwMode="auto">
          <a:xfrm>
            <a:off x="4610100" y="3279576"/>
            <a:ext cx="4314825" cy="31393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latin typeface="Arial" panose="020B0604020202020204" pitchFamily="34" charset="0"/>
              </a:rPr>
              <a:t>Fig. 9. shows two point charges </a:t>
            </a:r>
            <a:r>
              <a:rPr lang="en-US" altLang="id-ID" sz="1800" b="1" i="1" dirty="0">
                <a:latin typeface="Arial" panose="020B0604020202020204" pitchFamily="34" charset="0"/>
              </a:rPr>
              <a:t>q</a:t>
            </a:r>
            <a:r>
              <a:rPr lang="en-US" altLang="id-ID" sz="1800" b="1" i="1" baseline="-25000" dirty="0">
                <a:latin typeface="Arial" panose="020B0604020202020204" pitchFamily="34" charset="0"/>
              </a:rPr>
              <a:t>1</a:t>
            </a:r>
            <a:r>
              <a:rPr lang="en-US" altLang="id-ID" sz="1800" b="1" i="1" dirty="0">
                <a:latin typeface="Arial" panose="020B0604020202020204" pitchFamily="34" charset="0"/>
              </a:rPr>
              <a:t> and q</a:t>
            </a:r>
            <a:r>
              <a:rPr lang="en-US" altLang="id-ID" sz="1800" b="1" i="1" baseline="-25000" dirty="0">
                <a:latin typeface="Arial" panose="020B0604020202020204" pitchFamily="34" charset="0"/>
              </a:rPr>
              <a:t>2</a:t>
            </a:r>
            <a:r>
              <a:rPr lang="en-US" altLang="id-ID" sz="1800" b="1" i="1" dirty="0">
                <a:latin typeface="Arial" panose="020B0604020202020204" pitchFamily="34" charset="0"/>
              </a:rPr>
              <a:t>, </a:t>
            </a:r>
            <a:r>
              <a:rPr lang="en-US" altLang="id-ID" sz="1800" b="1" dirty="0">
                <a:latin typeface="Arial" panose="020B0604020202020204" pitchFamily="34" charset="0"/>
              </a:rPr>
              <a:t>separated by a distance</a:t>
            </a:r>
            <a:r>
              <a:rPr lang="en-US" altLang="id-ID" sz="1800" b="1" i="1" dirty="0">
                <a:latin typeface="Arial" panose="020B0604020202020204" pitchFamily="34" charset="0"/>
              </a:rPr>
              <a:t> r. </a:t>
            </a:r>
          </a:p>
          <a:p>
            <a:pPr marL="457200" indent="-457200" eaLnBrk="1" hangingPunct="1">
              <a:spcBef>
                <a:spcPct val="0"/>
              </a:spcBef>
              <a:buFontTx/>
              <a:buAutoNum type="arabicPeriod"/>
            </a:pPr>
            <a:r>
              <a:rPr lang="en-US" altLang="id-ID" sz="1800" b="1" dirty="0">
                <a:latin typeface="Arial" panose="020B0604020202020204" pitchFamily="34" charset="0"/>
              </a:rPr>
              <a:t>When we bring </a:t>
            </a:r>
            <a:r>
              <a:rPr lang="en-US" altLang="id-ID" sz="1800" b="1" i="1" dirty="0">
                <a:latin typeface="Arial" panose="020B0604020202020204" pitchFamily="34" charset="0"/>
              </a:rPr>
              <a:t>q</a:t>
            </a:r>
            <a:r>
              <a:rPr lang="en-US" altLang="id-ID" sz="1800" b="1" i="1" baseline="-25000" dirty="0">
                <a:latin typeface="Arial" panose="020B0604020202020204" pitchFamily="34" charset="0"/>
              </a:rPr>
              <a:t>1</a:t>
            </a:r>
            <a:r>
              <a:rPr lang="en-US" altLang="id-ID" sz="1800" b="1" i="1" dirty="0">
                <a:latin typeface="Arial" panose="020B0604020202020204" pitchFamily="34" charset="0"/>
              </a:rPr>
              <a:t> </a:t>
            </a:r>
            <a:r>
              <a:rPr lang="en-US" altLang="id-ID" sz="1800" b="1" dirty="0">
                <a:latin typeface="Arial" panose="020B0604020202020204" pitchFamily="34" charset="0"/>
              </a:rPr>
              <a:t>in from infinity and put it in place, we do no work because no electrostatic force</a:t>
            </a:r>
            <a:r>
              <a:rPr lang="en-US" altLang="id-ID" sz="1800" b="1" i="1" dirty="0">
                <a:latin typeface="Arial" panose="020B0604020202020204" pitchFamily="34" charset="0"/>
              </a:rPr>
              <a:t> </a:t>
            </a:r>
            <a:r>
              <a:rPr lang="en-US" altLang="id-ID" sz="1800" b="1" dirty="0">
                <a:latin typeface="Arial" panose="020B0604020202020204" pitchFamily="34" charset="0"/>
              </a:rPr>
              <a:t>acts on </a:t>
            </a:r>
            <a:r>
              <a:rPr lang="en-US" altLang="id-ID" sz="1800" b="1" i="1" dirty="0">
                <a:latin typeface="Arial" panose="020B0604020202020204" pitchFamily="34" charset="0"/>
              </a:rPr>
              <a:t>q</a:t>
            </a:r>
            <a:r>
              <a:rPr lang="en-US" altLang="id-ID" sz="1800" b="1" i="1" baseline="-25000" dirty="0">
                <a:latin typeface="Arial" panose="020B0604020202020204" pitchFamily="34" charset="0"/>
              </a:rPr>
              <a:t>1</a:t>
            </a:r>
            <a:r>
              <a:rPr lang="en-US" altLang="id-ID" sz="1800" b="1" i="1" dirty="0">
                <a:latin typeface="Arial" panose="020B0604020202020204" pitchFamily="34" charset="0"/>
              </a:rPr>
              <a:t>.</a:t>
            </a:r>
          </a:p>
          <a:p>
            <a:pPr marL="457200" indent="-457200" eaLnBrk="1" hangingPunct="1">
              <a:spcBef>
                <a:spcPct val="0"/>
              </a:spcBef>
              <a:buFontTx/>
              <a:buAutoNum type="arabicPeriod"/>
            </a:pPr>
            <a:r>
              <a:rPr lang="en-US" altLang="id-ID" sz="1800" b="1" dirty="0">
                <a:latin typeface="Arial" panose="020B0604020202020204" pitchFamily="34" charset="0"/>
              </a:rPr>
              <a:t>However, when we next bring</a:t>
            </a:r>
            <a:r>
              <a:rPr lang="en-US" altLang="id-ID" sz="1800" b="1" i="1" dirty="0">
                <a:latin typeface="Arial" panose="020B0604020202020204" pitchFamily="34" charset="0"/>
              </a:rPr>
              <a:t> q</a:t>
            </a:r>
            <a:r>
              <a:rPr lang="en-US" altLang="id-ID" sz="1800" b="1" i="1" baseline="-25000" dirty="0">
                <a:latin typeface="Arial" panose="020B0604020202020204" pitchFamily="34" charset="0"/>
              </a:rPr>
              <a:t>2</a:t>
            </a:r>
            <a:r>
              <a:rPr lang="en-US" altLang="id-ID" sz="1800" b="1" i="1" dirty="0">
                <a:latin typeface="Arial" panose="020B0604020202020204" pitchFamily="34" charset="0"/>
              </a:rPr>
              <a:t> </a:t>
            </a:r>
            <a:r>
              <a:rPr lang="en-US" altLang="id-ID" sz="1800" b="1" dirty="0">
                <a:latin typeface="Arial" panose="020B0604020202020204" pitchFamily="34" charset="0"/>
              </a:rPr>
              <a:t>in from infinity and put it in place, we must do work because </a:t>
            </a:r>
            <a:r>
              <a:rPr lang="en-US" altLang="id-ID" sz="1800" b="1" i="1" dirty="0">
                <a:latin typeface="Arial" panose="020B0604020202020204" pitchFamily="34" charset="0"/>
              </a:rPr>
              <a:t>q</a:t>
            </a:r>
            <a:r>
              <a:rPr lang="en-US" altLang="id-ID" sz="1800" b="1" i="1" baseline="-25000" dirty="0">
                <a:latin typeface="Arial" panose="020B0604020202020204" pitchFamily="34" charset="0"/>
              </a:rPr>
              <a:t>1 </a:t>
            </a:r>
            <a:r>
              <a:rPr lang="en-US" altLang="id-ID" sz="1800" b="1" dirty="0">
                <a:latin typeface="Arial" panose="020B0604020202020204" pitchFamily="34" charset="0"/>
              </a:rPr>
              <a:t>exerts an electrostatic force on </a:t>
            </a:r>
            <a:r>
              <a:rPr lang="en-US" altLang="id-ID" sz="1800" b="1" i="1" dirty="0">
                <a:latin typeface="Arial" panose="020B0604020202020204" pitchFamily="34" charset="0"/>
              </a:rPr>
              <a:t>q</a:t>
            </a:r>
            <a:r>
              <a:rPr lang="en-US" altLang="id-ID" sz="1800" b="1" i="1" baseline="-25000" dirty="0">
                <a:latin typeface="Arial" panose="020B0604020202020204" pitchFamily="34" charset="0"/>
              </a:rPr>
              <a:t>2</a:t>
            </a:r>
            <a:r>
              <a:rPr lang="en-US" altLang="id-ID" sz="1800" b="1" i="1" dirty="0">
                <a:latin typeface="Arial" panose="020B0604020202020204" pitchFamily="34" charset="0"/>
              </a:rPr>
              <a:t> </a:t>
            </a:r>
            <a:r>
              <a:rPr lang="en-US" altLang="id-ID" sz="1800" b="1" dirty="0">
                <a:latin typeface="Arial" panose="020B0604020202020204" pitchFamily="34" charset="0"/>
              </a:rPr>
              <a:t>during the move.</a:t>
            </a:r>
          </a:p>
        </p:txBody>
      </p:sp>
      <p:grpSp>
        <p:nvGrpSpPr>
          <p:cNvPr id="30725" name="Group 10">
            <a:extLst>
              <a:ext uri="{FF2B5EF4-FFF2-40B4-BE49-F238E27FC236}">
                <a16:creationId xmlns:a16="http://schemas.microsoft.com/office/drawing/2014/main" id="{288B25C1-088F-4BC5-AE63-DF5A1CDE9B94}"/>
              </a:ext>
            </a:extLst>
          </p:cNvPr>
          <p:cNvGrpSpPr>
            <a:grpSpLocks/>
          </p:cNvGrpSpPr>
          <p:nvPr/>
        </p:nvGrpSpPr>
        <p:grpSpPr bwMode="auto">
          <a:xfrm>
            <a:off x="1295400" y="3805237"/>
            <a:ext cx="2600325" cy="285750"/>
            <a:chOff x="2835" y="3405"/>
            <a:chExt cx="4095" cy="450"/>
          </a:xfrm>
        </p:grpSpPr>
        <p:sp>
          <p:nvSpPr>
            <p:cNvPr id="30728" name="Oval 11">
              <a:extLst>
                <a:ext uri="{FF2B5EF4-FFF2-40B4-BE49-F238E27FC236}">
                  <a16:creationId xmlns:a16="http://schemas.microsoft.com/office/drawing/2014/main" id="{52882DA0-1E47-421D-9479-4E1B35E4A269}"/>
                </a:ext>
              </a:extLst>
            </p:cNvPr>
            <p:cNvSpPr>
              <a:spLocks noChangeArrowheads="1"/>
            </p:cNvSpPr>
            <p:nvPr/>
          </p:nvSpPr>
          <p:spPr bwMode="auto">
            <a:xfrm>
              <a:off x="2835" y="3495"/>
              <a:ext cx="345" cy="360"/>
            </a:xfrm>
            <a:prstGeom prst="ellipse">
              <a:avLst/>
            </a:prstGeom>
            <a:solidFill>
              <a:srgbClr val="D9959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0729" name="Oval 12">
              <a:extLst>
                <a:ext uri="{FF2B5EF4-FFF2-40B4-BE49-F238E27FC236}">
                  <a16:creationId xmlns:a16="http://schemas.microsoft.com/office/drawing/2014/main" id="{BE121499-0944-4030-8C77-C4BB851B751B}"/>
                </a:ext>
              </a:extLst>
            </p:cNvPr>
            <p:cNvSpPr>
              <a:spLocks noChangeArrowheads="1"/>
            </p:cNvSpPr>
            <p:nvPr/>
          </p:nvSpPr>
          <p:spPr bwMode="auto">
            <a:xfrm>
              <a:off x="6585" y="3405"/>
              <a:ext cx="345" cy="360"/>
            </a:xfrm>
            <a:prstGeom prst="ellipse">
              <a:avLst/>
            </a:prstGeom>
            <a:solidFill>
              <a:srgbClr val="D99594"/>
            </a:soli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0730" name="AutoShape 13">
              <a:extLst>
                <a:ext uri="{FF2B5EF4-FFF2-40B4-BE49-F238E27FC236}">
                  <a16:creationId xmlns:a16="http://schemas.microsoft.com/office/drawing/2014/main" id="{255502E2-38B6-4CA3-B4DF-5885807866A3}"/>
                </a:ext>
              </a:extLst>
            </p:cNvPr>
            <p:cNvCxnSpPr>
              <a:cxnSpLocks noChangeShapeType="1"/>
            </p:cNvCxnSpPr>
            <p:nvPr/>
          </p:nvCxnSpPr>
          <p:spPr bwMode="auto">
            <a:xfrm>
              <a:off x="5115" y="3645"/>
              <a:ext cx="147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0731" name="AutoShape 14">
              <a:extLst>
                <a:ext uri="{FF2B5EF4-FFF2-40B4-BE49-F238E27FC236}">
                  <a16:creationId xmlns:a16="http://schemas.microsoft.com/office/drawing/2014/main" id="{22377A57-BD39-4DC1-97B9-6AFA6869F7AF}"/>
                </a:ext>
              </a:extLst>
            </p:cNvPr>
            <p:cNvCxnSpPr>
              <a:cxnSpLocks noChangeShapeType="1"/>
            </p:cNvCxnSpPr>
            <p:nvPr/>
          </p:nvCxnSpPr>
          <p:spPr bwMode="auto">
            <a:xfrm flipH="1">
              <a:off x="3180" y="3645"/>
              <a:ext cx="1440" cy="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30726" name="Rectangle 14">
            <a:extLst>
              <a:ext uri="{FF2B5EF4-FFF2-40B4-BE49-F238E27FC236}">
                <a16:creationId xmlns:a16="http://schemas.microsoft.com/office/drawing/2014/main" id="{B8C9D8FC-FC76-4BDC-835F-5D1242241195}"/>
              </a:ext>
            </a:extLst>
          </p:cNvPr>
          <p:cNvSpPr>
            <a:spLocks noChangeArrowheads="1"/>
          </p:cNvSpPr>
          <p:nvPr/>
        </p:nvSpPr>
        <p:spPr bwMode="auto">
          <a:xfrm>
            <a:off x="1223963" y="3376612"/>
            <a:ext cx="2825750"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a:latin typeface="Arial" panose="020B0604020202020204" pitchFamily="34" charset="0"/>
              </a:rPr>
              <a:t>q</a:t>
            </a:r>
            <a:r>
              <a:rPr lang="en-US" altLang="id-ID" sz="2000" b="1" i="1" baseline="-25000">
                <a:latin typeface="Arial" panose="020B0604020202020204" pitchFamily="34" charset="0"/>
              </a:rPr>
              <a:t>1                                           </a:t>
            </a:r>
            <a:r>
              <a:rPr lang="en-US" altLang="id-ID" sz="2000" b="1" i="1">
                <a:latin typeface="Arial" panose="020B0604020202020204" pitchFamily="34" charset="0"/>
              </a:rPr>
              <a:t>q</a:t>
            </a:r>
            <a:r>
              <a:rPr lang="en-US" altLang="id-ID" sz="2000" b="1" i="1" baseline="-25000">
                <a:latin typeface="Arial" panose="020B0604020202020204" pitchFamily="34" charset="0"/>
              </a:rPr>
              <a:t>2</a:t>
            </a:r>
            <a:r>
              <a:rPr lang="en-US" altLang="id-ID" sz="2000" b="1" i="1">
                <a:latin typeface="Arial" panose="020B0604020202020204" pitchFamily="34" charset="0"/>
              </a:rPr>
              <a:t> </a:t>
            </a:r>
          </a:p>
          <a:p>
            <a:pPr eaLnBrk="1" hangingPunct="1">
              <a:spcBef>
                <a:spcPct val="0"/>
              </a:spcBef>
              <a:buFontTx/>
              <a:buNone/>
            </a:pPr>
            <a:r>
              <a:rPr lang="en-US" altLang="id-ID" sz="2000" b="1" i="1">
                <a:latin typeface="Arial" panose="020B0604020202020204" pitchFamily="34" charset="0"/>
              </a:rPr>
              <a:t>+               </a:t>
            </a:r>
            <a:r>
              <a:rPr lang="en-US" altLang="id-ID" b="1">
                <a:latin typeface="Arial" panose="020B0604020202020204" pitchFamily="34" charset="0"/>
              </a:rPr>
              <a:t>r</a:t>
            </a:r>
            <a:r>
              <a:rPr lang="en-US" altLang="id-ID" sz="2000" b="1" i="1">
                <a:latin typeface="Arial" panose="020B0604020202020204" pitchFamily="34" charset="0"/>
              </a:rPr>
              <a:t>               +</a:t>
            </a:r>
            <a:endParaRPr lang="en-US" altLang="id-ID" sz="2000">
              <a:latin typeface="Arial" panose="020B0604020202020204" pitchFamily="34" charset="0"/>
            </a:endParaRPr>
          </a:p>
        </p:txBody>
      </p:sp>
      <p:sp>
        <p:nvSpPr>
          <p:cNvPr id="30727" name="Rectangle 15">
            <a:extLst>
              <a:ext uri="{FF2B5EF4-FFF2-40B4-BE49-F238E27FC236}">
                <a16:creationId xmlns:a16="http://schemas.microsoft.com/office/drawing/2014/main" id="{79D7ECC6-D7DB-4E48-976F-239C255DA847}"/>
              </a:ext>
            </a:extLst>
          </p:cNvPr>
          <p:cNvSpPr>
            <a:spLocks noChangeArrowheads="1"/>
          </p:cNvSpPr>
          <p:nvPr/>
        </p:nvSpPr>
        <p:spPr bwMode="auto">
          <a:xfrm>
            <a:off x="1172369" y="4359166"/>
            <a:ext cx="292893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1800" b="1" dirty="0">
                <a:solidFill>
                  <a:srgbClr val="002060"/>
                </a:solidFill>
                <a:latin typeface="Arial" panose="020B0604020202020204" pitchFamily="34" charset="0"/>
                <a:ea typeface="Times New Roman" panose="02020603050405020304" pitchFamily="18" charset="0"/>
                <a:cs typeface="Arial" panose="020B0604020202020204" pitchFamily="34" charset="0"/>
              </a:rPr>
              <a:t>Fig.9. Two charges held a fixed distance </a:t>
            </a:r>
            <a:r>
              <a:rPr lang="en-US" altLang="id-ID" sz="1800" b="1" i="1" dirty="0">
                <a:solidFill>
                  <a:srgbClr val="002060"/>
                </a:solidFill>
                <a:latin typeface="Arial" panose="020B0604020202020204" pitchFamily="34" charset="0"/>
                <a:ea typeface="Times New Roman" panose="02020603050405020304" pitchFamily="18" charset="0"/>
                <a:cs typeface="Arial" panose="020B0604020202020204" pitchFamily="34" charset="0"/>
              </a:rPr>
              <a:t>r</a:t>
            </a:r>
            <a:r>
              <a:rPr lang="en-US" altLang="id-ID" sz="1800" b="1" dirty="0">
                <a:solidFill>
                  <a:srgbClr val="002060"/>
                </a:solidFill>
                <a:latin typeface="Arial" panose="020B0604020202020204" pitchFamily="34" charset="0"/>
                <a:ea typeface="Times New Roman" panose="02020603050405020304" pitchFamily="18" charset="0"/>
                <a:cs typeface="Arial" panose="020B0604020202020204" pitchFamily="34" charset="0"/>
              </a:rPr>
              <a:t> apart</a:t>
            </a:r>
            <a:endParaRPr lang="en-US" altLang="id-ID" sz="1050" dirty="0">
              <a:solidFill>
                <a:srgbClr val="002060"/>
              </a:solidFill>
              <a:latin typeface="Arial" panose="020B0604020202020204" pitchFamily="34" charset="0"/>
              <a:ea typeface="Times New Roman" panose="02020603050405020304" pitchFamily="18" charset="0"/>
              <a:cs typeface="Arial" panose="020B0604020202020204" pitchFamily="3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E8636A-69E6-40F4-ABE1-9CFC54789E96}"/>
              </a:ext>
            </a:extLst>
          </p:cNvPr>
          <p:cNvSpPr>
            <a:spLocks noGrp="1"/>
          </p:cNvSpPr>
          <p:nvPr>
            <p:ph type="dt" sz="quarter" idx="10"/>
          </p:nvPr>
        </p:nvSpPr>
        <p:spPr>
          <a:xfrm>
            <a:off x="1068642" y="1548071"/>
            <a:ext cx="8069262" cy="1071570"/>
          </a:xfrm>
        </p:spPr>
        <p:txBody>
          <a:bodyPr/>
          <a:lstStyle/>
          <a:p>
            <a:pPr>
              <a:defRPr/>
            </a:pPr>
            <a:r>
              <a:rPr lang="en-US" sz="2400" b="1" dirty="0"/>
              <a:t>The work done is </a:t>
            </a:r>
            <a:r>
              <a:rPr lang="en-US" sz="2400" b="1" i="1" dirty="0"/>
              <a:t>q</a:t>
            </a:r>
            <a:r>
              <a:rPr lang="en-US" sz="2400" b="1" i="1" baseline="-25000" dirty="0"/>
              <a:t>2</a:t>
            </a:r>
            <a:r>
              <a:rPr lang="en-US" sz="2400" b="1" i="1" dirty="0"/>
              <a:t>V, </a:t>
            </a:r>
            <a:r>
              <a:rPr lang="en-US" sz="2400" b="1" dirty="0"/>
              <a:t>where </a:t>
            </a:r>
            <a:r>
              <a:rPr lang="en-US" sz="2400" b="1" i="1" dirty="0"/>
              <a:t>V </a:t>
            </a:r>
            <a:r>
              <a:rPr lang="en-US" sz="2400" b="1" dirty="0"/>
              <a:t>is the potential that has been set up by </a:t>
            </a:r>
            <a:r>
              <a:rPr lang="en-US" sz="2400" b="1" i="1" dirty="0"/>
              <a:t>q</a:t>
            </a:r>
            <a:r>
              <a:rPr lang="en-US" sz="2400" b="1" i="1" baseline="-25000" dirty="0"/>
              <a:t>1</a:t>
            </a:r>
            <a:r>
              <a:rPr lang="en-US" sz="2400" b="1" i="1" dirty="0"/>
              <a:t> </a:t>
            </a:r>
            <a:r>
              <a:rPr lang="en-US" sz="2400" b="1" dirty="0"/>
              <a:t>at the point where we put </a:t>
            </a:r>
            <a:r>
              <a:rPr lang="en-US" sz="2400" b="1" i="1" dirty="0"/>
              <a:t>q</a:t>
            </a:r>
            <a:r>
              <a:rPr lang="en-US" sz="2400" b="1" i="1" baseline="-25000" dirty="0"/>
              <a:t>2</a:t>
            </a:r>
            <a:r>
              <a:rPr lang="en-US" sz="2400" b="1" i="1" dirty="0"/>
              <a:t>. </a:t>
            </a:r>
            <a:endParaRPr lang="en-US" sz="2400" b="1" dirty="0"/>
          </a:p>
        </p:txBody>
      </p:sp>
      <p:sp>
        <p:nvSpPr>
          <p:cNvPr id="31747" name="Slide Number Placeholder 2">
            <a:extLst>
              <a:ext uri="{FF2B5EF4-FFF2-40B4-BE49-F238E27FC236}">
                <a16:creationId xmlns:a16="http://schemas.microsoft.com/office/drawing/2014/main" id="{8F11521F-95F5-43B0-9D46-534524B8954B}"/>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BC86AFFE-68D2-4424-AF8B-DD3B493DE1BF}" type="slidenum">
              <a:rPr lang="en-US" altLang="id-ID" sz="1400" smtClean="0"/>
              <a:pPr>
                <a:spcBef>
                  <a:spcPct val="0"/>
                </a:spcBef>
                <a:buFontTx/>
                <a:buNone/>
              </a:pPr>
              <a:t>21</a:t>
            </a:fld>
            <a:endParaRPr lang="en-US" altLang="id-ID" sz="1400"/>
          </a:p>
        </p:txBody>
      </p:sp>
      <p:pic>
        <p:nvPicPr>
          <p:cNvPr id="4" name="Picture 4">
            <a:extLst>
              <a:ext uri="{FF2B5EF4-FFF2-40B4-BE49-F238E27FC236}">
                <a16:creationId xmlns:a16="http://schemas.microsoft.com/office/drawing/2014/main" id="{28C46C2E-A79C-4FF8-8F07-81CEE1251C65}"/>
              </a:ext>
            </a:extLst>
          </p:cNvPr>
          <p:cNvPicPr>
            <a:picLocks noChangeAspect="1" noChangeArrowheads="1"/>
          </p:cNvPicPr>
          <p:nvPr/>
        </p:nvPicPr>
        <p:blipFill>
          <a:blip r:embed="rId2" cstate="print">
            <a:duotone>
              <a:prstClr val="black"/>
              <a:schemeClr val="accent4">
                <a:tint val="45000"/>
                <a:satMod val="400000"/>
              </a:schemeClr>
            </a:duotone>
          </a:blip>
          <a:srcRect/>
          <a:stretch>
            <a:fillRect/>
          </a:stretch>
        </p:blipFill>
        <p:spPr bwMode="auto">
          <a:xfrm>
            <a:off x="2357422" y="3962408"/>
            <a:ext cx="3857652" cy="1071570"/>
          </a:xfrm>
          <a:prstGeom prst="rect">
            <a:avLst/>
          </a:prstGeom>
          <a:noFill/>
          <a:ln w="9525">
            <a:noFill/>
            <a:miter lim="800000"/>
            <a:headEnd/>
            <a:tailEnd/>
          </a:ln>
        </p:spPr>
      </p:pic>
      <p:pic>
        <p:nvPicPr>
          <p:cNvPr id="5" name="Picture 3">
            <a:extLst>
              <a:ext uri="{FF2B5EF4-FFF2-40B4-BE49-F238E27FC236}">
                <a16:creationId xmlns:a16="http://schemas.microsoft.com/office/drawing/2014/main" id="{37F31790-74CB-4288-895F-193473C818ED}"/>
              </a:ext>
            </a:extLst>
          </p:cNvPr>
          <p:cNvPicPr>
            <a:picLocks noChangeAspect="1" noChangeArrowheads="1"/>
          </p:cNvPicPr>
          <p:nvPr/>
        </p:nvPicPr>
        <p:blipFill>
          <a:blip r:embed="rId3" cstate="print">
            <a:duotone>
              <a:prstClr val="black"/>
              <a:schemeClr val="accent4">
                <a:tint val="45000"/>
                <a:satMod val="400000"/>
              </a:schemeClr>
            </a:duotone>
          </a:blip>
          <a:srcRect/>
          <a:stretch>
            <a:fillRect/>
          </a:stretch>
        </p:blipFill>
        <p:spPr bwMode="auto">
          <a:xfrm>
            <a:off x="2357422" y="2819400"/>
            <a:ext cx="2500330" cy="1071570"/>
          </a:xfrm>
          <a:prstGeom prst="rect">
            <a:avLst/>
          </a:prstGeom>
          <a:noFill/>
          <a:ln w="9525">
            <a:noFill/>
            <a:miter lim="800000"/>
            <a:headEnd/>
            <a:tailEnd/>
          </a:ln>
        </p:spPr>
      </p:pic>
      <p:sp>
        <p:nvSpPr>
          <p:cNvPr id="6" name="Curved Right Arrow 5">
            <a:extLst>
              <a:ext uri="{FF2B5EF4-FFF2-40B4-BE49-F238E27FC236}">
                <a16:creationId xmlns:a16="http://schemas.microsoft.com/office/drawing/2014/main" id="{3BD6C802-434F-4CDF-BF74-0AAE8729F2F0}"/>
              </a:ext>
            </a:extLst>
          </p:cNvPr>
          <p:cNvSpPr/>
          <p:nvPr/>
        </p:nvSpPr>
        <p:spPr>
          <a:xfrm>
            <a:off x="2000250" y="3605220"/>
            <a:ext cx="285750" cy="857250"/>
          </a:xfrm>
          <a:prstGeom prst="curvedRightArrow">
            <a:avLst/>
          </a:prstGeom>
        </p:spPr>
        <p:style>
          <a:lnRef idx="2">
            <a:schemeClr val="accent2">
              <a:shade val="50000"/>
            </a:schemeClr>
          </a:lnRef>
          <a:fillRef idx="1">
            <a:schemeClr val="accent2"/>
          </a:fillRef>
          <a:effectRef idx="0">
            <a:schemeClr val="accent2"/>
          </a:effectRef>
          <a:fontRef idx="minor">
            <a:schemeClr val="lt1"/>
          </a:fontRef>
        </p:style>
        <p:txBody>
          <a:bodyPr anchor="ctr"/>
          <a:lstStyle/>
          <a:p>
            <a:pPr algn="ctr" eaLnBrk="1" hangingPunct="1">
              <a:defRPr/>
            </a:pPr>
            <a:endParaRPr lang="en-US">
              <a:solidFill>
                <a:schemeClr val="tx1"/>
              </a:solidFill>
            </a:endParaRPr>
          </a:p>
        </p:txBody>
      </p:sp>
      <p:sp>
        <p:nvSpPr>
          <p:cNvPr id="31751" name="Rectangle 6">
            <a:extLst>
              <a:ext uri="{FF2B5EF4-FFF2-40B4-BE49-F238E27FC236}">
                <a16:creationId xmlns:a16="http://schemas.microsoft.com/office/drawing/2014/main" id="{7A22D924-258A-43A1-B75B-13D3226AA8B1}"/>
              </a:ext>
            </a:extLst>
          </p:cNvPr>
          <p:cNvSpPr>
            <a:spLocks noChangeArrowheads="1"/>
          </p:cNvSpPr>
          <p:nvPr/>
        </p:nvSpPr>
        <p:spPr bwMode="auto">
          <a:xfrm>
            <a:off x="2643188" y="214313"/>
            <a:ext cx="650081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Electric Potential Energy of a System of Point Charges (cont.)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3">
            <a:extLst>
              <a:ext uri="{FF2B5EF4-FFF2-40B4-BE49-F238E27FC236}">
                <a16:creationId xmlns:a16="http://schemas.microsoft.com/office/drawing/2014/main" id="{2A58CC1A-381C-4D15-ACD2-120596CBE9F8}"/>
              </a:ext>
            </a:extLst>
          </p:cNvPr>
          <p:cNvSpPr txBox="1">
            <a:spLocks noChangeArrowheads="1"/>
          </p:cNvSpPr>
          <p:nvPr/>
        </p:nvSpPr>
        <p:spPr bwMode="auto">
          <a:xfrm>
            <a:off x="1016793" y="1404286"/>
            <a:ext cx="715803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i="1" u="sng" dirty="0">
                <a:solidFill>
                  <a:srgbClr val="002060"/>
                </a:solidFill>
                <a:latin typeface="Arial" panose="020B0604020202020204" pitchFamily="34" charset="0"/>
              </a:rPr>
              <a:t>Example, Potential Energy of a System of Three Charged Particles</a:t>
            </a:r>
            <a:r>
              <a:rPr lang="en-US" altLang="id-ID" sz="1800" b="1" u="sng" dirty="0">
                <a:latin typeface="Arial" panose="020B0604020202020204" pitchFamily="34" charset="0"/>
              </a:rPr>
              <a:t>:</a:t>
            </a:r>
          </a:p>
        </p:txBody>
      </p:sp>
      <p:sp>
        <p:nvSpPr>
          <p:cNvPr id="32771" name="Rectangle 6">
            <a:extLst>
              <a:ext uri="{FF2B5EF4-FFF2-40B4-BE49-F238E27FC236}">
                <a16:creationId xmlns:a16="http://schemas.microsoft.com/office/drawing/2014/main" id="{5D9340ED-EFEE-4626-BCDF-3C42045261DE}"/>
              </a:ext>
            </a:extLst>
          </p:cNvPr>
          <p:cNvSpPr>
            <a:spLocks noChangeArrowheads="1"/>
          </p:cNvSpPr>
          <p:nvPr/>
        </p:nvSpPr>
        <p:spPr bwMode="auto">
          <a:xfrm>
            <a:off x="1016793" y="2236993"/>
            <a:ext cx="79248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000" b="1" dirty="0">
                <a:latin typeface="Arial" panose="020B0604020202020204" pitchFamily="34" charset="0"/>
                <a:ea typeface="Times New Roman" panose="02020603050405020304" pitchFamily="18" charset="0"/>
                <a:cs typeface="Arial" panose="020B0604020202020204" pitchFamily="34" charset="0"/>
              </a:rPr>
              <a:t>Fig.10. shows three points of charge held in fixed positions by forces that are not shown. What is the electric potential energy U of this system of charges? Assume that d=12 cm and that q</a:t>
            </a:r>
            <a:r>
              <a:rPr lang="en-US" altLang="id-ID" sz="2000" b="1" baseline="-30000" dirty="0">
                <a:latin typeface="Arial" panose="020B0604020202020204" pitchFamily="34" charset="0"/>
                <a:ea typeface="Times New Roman" panose="02020603050405020304" pitchFamily="18" charset="0"/>
                <a:cs typeface="Arial" panose="020B0604020202020204" pitchFamily="34" charset="0"/>
              </a:rPr>
              <a:t>1</a:t>
            </a:r>
            <a:r>
              <a:rPr lang="en-US" altLang="id-ID" sz="2000" b="1" dirty="0">
                <a:latin typeface="Arial" panose="020B0604020202020204" pitchFamily="34" charset="0"/>
                <a:ea typeface="Times New Roman" panose="02020603050405020304" pitchFamily="18" charset="0"/>
                <a:cs typeface="Arial" panose="020B0604020202020204" pitchFamily="34" charset="0"/>
              </a:rPr>
              <a:t>=+q,   q</a:t>
            </a:r>
            <a:r>
              <a:rPr lang="en-US" altLang="id-ID" sz="2000" b="1" baseline="-30000" dirty="0">
                <a:latin typeface="Arial" panose="020B0604020202020204" pitchFamily="34" charset="0"/>
                <a:ea typeface="Times New Roman" panose="02020603050405020304" pitchFamily="18" charset="0"/>
                <a:cs typeface="Arial" panose="020B0604020202020204" pitchFamily="34" charset="0"/>
              </a:rPr>
              <a:t>2</a:t>
            </a:r>
            <a:r>
              <a:rPr lang="en-US" altLang="id-ID" sz="2000" b="1" dirty="0">
                <a:latin typeface="Arial" panose="020B0604020202020204" pitchFamily="34" charset="0"/>
                <a:ea typeface="Times New Roman" panose="02020603050405020304" pitchFamily="18" charset="0"/>
                <a:cs typeface="Arial" panose="020B0604020202020204" pitchFamily="34" charset="0"/>
              </a:rPr>
              <a:t>=-4q.   and q</a:t>
            </a:r>
            <a:r>
              <a:rPr lang="en-US" altLang="id-ID" sz="2000" b="1" baseline="-30000" dirty="0">
                <a:latin typeface="Arial" panose="020B0604020202020204" pitchFamily="34" charset="0"/>
                <a:ea typeface="Times New Roman" panose="02020603050405020304" pitchFamily="18" charset="0"/>
                <a:cs typeface="Arial" panose="020B0604020202020204" pitchFamily="34" charset="0"/>
              </a:rPr>
              <a:t>3</a:t>
            </a:r>
            <a:r>
              <a:rPr lang="en-US" altLang="id-ID" sz="2000" b="1" dirty="0">
                <a:latin typeface="Arial" panose="020B0604020202020204" pitchFamily="34" charset="0"/>
                <a:ea typeface="Times New Roman" panose="02020603050405020304" pitchFamily="18" charset="0"/>
                <a:cs typeface="Arial" panose="020B0604020202020204" pitchFamily="34" charset="0"/>
              </a:rPr>
              <a:t>=+2q,  in which q=150 </a:t>
            </a:r>
            <a:r>
              <a:rPr lang="en-US" altLang="id-ID" sz="2000" b="1" dirty="0" err="1">
                <a:latin typeface="Arial" panose="020B0604020202020204" pitchFamily="34" charset="0"/>
                <a:ea typeface="Times New Roman" panose="02020603050405020304" pitchFamily="18" charset="0"/>
                <a:cs typeface="Arial" panose="020B0604020202020204" pitchFamily="34" charset="0"/>
              </a:rPr>
              <a:t>nC</a:t>
            </a:r>
            <a:r>
              <a:rPr lang="en-US" altLang="id-ID" sz="2000" b="1" dirty="0">
                <a:latin typeface="Arial" panose="020B0604020202020204" pitchFamily="34" charset="0"/>
                <a:ea typeface="Times New Roman" panose="02020603050405020304" pitchFamily="18" charset="0"/>
                <a:cs typeface="Arial" panose="020B0604020202020204" pitchFamily="34" charset="0"/>
              </a:rPr>
              <a:t>.</a:t>
            </a:r>
            <a:endParaRPr lang="en-US" altLang="id-ID" sz="1100" dirty="0">
              <a:latin typeface="Arial" panose="020B0604020202020204" pitchFamily="34" charset="0"/>
              <a:ea typeface="Times New Roman" panose="02020603050405020304" pitchFamily="18" charset="0"/>
              <a:cs typeface="Arial" panose="020B0604020202020204" pitchFamily="34" charset="0"/>
            </a:endParaRPr>
          </a:p>
        </p:txBody>
      </p:sp>
      <p:grpSp>
        <p:nvGrpSpPr>
          <p:cNvPr id="2" name="Group 1">
            <a:extLst>
              <a:ext uri="{FF2B5EF4-FFF2-40B4-BE49-F238E27FC236}">
                <a16:creationId xmlns:a16="http://schemas.microsoft.com/office/drawing/2014/main" id="{31491B25-8DB7-46A9-B6CD-189CC0ECD355}"/>
              </a:ext>
            </a:extLst>
          </p:cNvPr>
          <p:cNvGrpSpPr/>
          <p:nvPr/>
        </p:nvGrpSpPr>
        <p:grpSpPr>
          <a:xfrm>
            <a:off x="1357313" y="3616528"/>
            <a:ext cx="3714750" cy="3216275"/>
            <a:chOff x="1527176" y="3531393"/>
            <a:chExt cx="3714750" cy="3216275"/>
          </a:xfrm>
        </p:grpSpPr>
        <p:sp>
          <p:nvSpPr>
            <p:cNvPr id="32772" name="Rectangle 21">
              <a:extLst>
                <a:ext uri="{FF2B5EF4-FFF2-40B4-BE49-F238E27FC236}">
                  <a16:creationId xmlns:a16="http://schemas.microsoft.com/office/drawing/2014/main" id="{E62CDAB2-7E2E-4AB3-9739-732699A18120}"/>
                </a:ext>
              </a:extLst>
            </p:cNvPr>
            <p:cNvSpPr>
              <a:spLocks noChangeArrowheads="1"/>
            </p:cNvSpPr>
            <p:nvPr/>
          </p:nvSpPr>
          <p:spPr bwMode="auto">
            <a:xfrm>
              <a:off x="1527176" y="6317456"/>
              <a:ext cx="46196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q</a:t>
              </a:r>
              <a:r>
                <a:rPr lang="en-US" altLang="id-ID" sz="2200" b="1" baseline="-30000">
                  <a:latin typeface="Arial" panose="020B0604020202020204" pitchFamily="34" charset="0"/>
                  <a:ea typeface="Times New Roman" panose="02020603050405020304" pitchFamily="18" charset="0"/>
                  <a:cs typeface="Arial" panose="020B0604020202020204" pitchFamily="34" charset="0"/>
                </a:rPr>
                <a:t>1</a:t>
              </a:r>
              <a:endParaRPr lang="en-US" altLang="id-ID" sz="2200">
                <a:latin typeface="Arial" panose="020B0604020202020204" pitchFamily="34" charset="0"/>
                <a:ea typeface="Times New Roman" panose="02020603050405020304" pitchFamily="18" charset="0"/>
                <a:cs typeface="Arial" panose="020B0604020202020204" pitchFamily="34" charset="0"/>
              </a:endParaRPr>
            </a:p>
          </p:txBody>
        </p:sp>
        <p:sp>
          <p:nvSpPr>
            <p:cNvPr id="32773" name="Rectangle 22">
              <a:extLst>
                <a:ext uri="{FF2B5EF4-FFF2-40B4-BE49-F238E27FC236}">
                  <a16:creationId xmlns:a16="http://schemas.microsoft.com/office/drawing/2014/main" id="{C02C1C0D-7996-4028-A4DB-6069861C3A7E}"/>
                </a:ext>
              </a:extLst>
            </p:cNvPr>
            <p:cNvSpPr>
              <a:spLocks noChangeArrowheads="1"/>
            </p:cNvSpPr>
            <p:nvPr/>
          </p:nvSpPr>
          <p:spPr bwMode="auto">
            <a:xfrm>
              <a:off x="4741864" y="6317456"/>
              <a:ext cx="500062"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q</a:t>
              </a:r>
              <a:r>
                <a:rPr lang="en-US" altLang="id-ID" sz="2200" b="1" baseline="-30000">
                  <a:latin typeface="Arial" panose="020B0604020202020204" pitchFamily="34" charset="0"/>
                  <a:ea typeface="Times New Roman" panose="02020603050405020304" pitchFamily="18" charset="0"/>
                  <a:cs typeface="Arial" panose="020B0604020202020204" pitchFamily="34" charset="0"/>
                </a:rPr>
                <a:t>3</a:t>
              </a:r>
              <a:endParaRPr lang="en-US" altLang="id-ID" sz="2200">
                <a:latin typeface="Arial" panose="020B0604020202020204" pitchFamily="34" charset="0"/>
                <a:ea typeface="Times New Roman" panose="02020603050405020304" pitchFamily="18" charset="0"/>
                <a:cs typeface="Arial" panose="020B0604020202020204" pitchFamily="34" charset="0"/>
              </a:endParaRPr>
            </a:p>
          </p:txBody>
        </p:sp>
        <p:sp>
          <p:nvSpPr>
            <p:cNvPr id="32774" name="Rectangle 23">
              <a:extLst>
                <a:ext uri="{FF2B5EF4-FFF2-40B4-BE49-F238E27FC236}">
                  <a16:creationId xmlns:a16="http://schemas.microsoft.com/office/drawing/2014/main" id="{B58D689C-42C9-4E1A-88D6-1013221AE574}"/>
                </a:ext>
              </a:extLst>
            </p:cNvPr>
            <p:cNvSpPr>
              <a:spLocks noChangeArrowheads="1"/>
            </p:cNvSpPr>
            <p:nvPr/>
          </p:nvSpPr>
          <p:spPr bwMode="auto">
            <a:xfrm>
              <a:off x="3170239" y="6317456"/>
              <a:ext cx="357187"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d</a:t>
              </a:r>
              <a:endParaRPr lang="en-US" altLang="id-ID" sz="2200">
                <a:latin typeface="Arial" panose="020B0604020202020204" pitchFamily="34" charset="0"/>
                <a:ea typeface="Times New Roman" panose="02020603050405020304" pitchFamily="18" charset="0"/>
                <a:cs typeface="Arial" panose="020B0604020202020204" pitchFamily="34" charset="0"/>
              </a:endParaRPr>
            </a:p>
          </p:txBody>
        </p:sp>
        <p:sp>
          <p:nvSpPr>
            <p:cNvPr id="32775" name="Rectangle 24">
              <a:extLst>
                <a:ext uri="{FF2B5EF4-FFF2-40B4-BE49-F238E27FC236}">
                  <a16:creationId xmlns:a16="http://schemas.microsoft.com/office/drawing/2014/main" id="{D1B84286-E9B2-420A-904E-D6B3C6A70722}"/>
                </a:ext>
              </a:extLst>
            </p:cNvPr>
            <p:cNvSpPr>
              <a:spLocks noChangeArrowheads="1"/>
            </p:cNvSpPr>
            <p:nvPr/>
          </p:nvSpPr>
          <p:spPr bwMode="auto">
            <a:xfrm>
              <a:off x="2098676" y="4602956"/>
              <a:ext cx="2259013"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 d                     d</a:t>
              </a:r>
              <a:endParaRPr lang="en-US" altLang="id-ID" sz="2200">
                <a:latin typeface="Arial" panose="020B0604020202020204" pitchFamily="34" charset="0"/>
                <a:ea typeface="Times New Roman" panose="02020603050405020304" pitchFamily="18" charset="0"/>
                <a:cs typeface="Arial" panose="020B0604020202020204" pitchFamily="34" charset="0"/>
              </a:endParaRPr>
            </a:p>
          </p:txBody>
        </p:sp>
        <p:sp>
          <p:nvSpPr>
            <p:cNvPr id="32776" name="Rectangle 25">
              <a:extLst>
                <a:ext uri="{FF2B5EF4-FFF2-40B4-BE49-F238E27FC236}">
                  <a16:creationId xmlns:a16="http://schemas.microsoft.com/office/drawing/2014/main" id="{26BBE780-905B-47E8-9A95-DE281A5C96CB}"/>
                </a:ext>
              </a:extLst>
            </p:cNvPr>
            <p:cNvSpPr>
              <a:spLocks noChangeArrowheads="1"/>
            </p:cNvSpPr>
            <p:nvPr/>
          </p:nvSpPr>
          <p:spPr bwMode="auto">
            <a:xfrm>
              <a:off x="3170239" y="3531393"/>
              <a:ext cx="461962"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latin typeface="Arial" panose="020B0604020202020204" pitchFamily="34" charset="0"/>
                  <a:ea typeface="Times New Roman" panose="02020603050405020304" pitchFamily="18" charset="0"/>
                  <a:cs typeface="Arial" panose="020B0604020202020204" pitchFamily="34" charset="0"/>
                </a:rPr>
                <a:t>q</a:t>
              </a:r>
              <a:r>
                <a:rPr lang="en-US" altLang="id-ID" sz="2200" b="1" baseline="-30000">
                  <a:latin typeface="Arial" panose="020B0604020202020204" pitchFamily="34" charset="0"/>
                  <a:ea typeface="Times New Roman" panose="02020603050405020304" pitchFamily="18" charset="0"/>
                  <a:cs typeface="Arial" panose="020B0604020202020204" pitchFamily="34" charset="0"/>
                </a:rPr>
                <a:t>2</a:t>
              </a:r>
              <a:endParaRPr lang="en-US" altLang="id-ID" sz="4400" b="1" baseline="-30000">
                <a:latin typeface="Arial" panose="020B0604020202020204" pitchFamily="34" charset="0"/>
                <a:ea typeface="Times New Roman" panose="02020603050405020304" pitchFamily="18" charset="0"/>
                <a:cs typeface="Arial" panose="020B0604020202020204" pitchFamily="34" charset="0"/>
              </a:endParaRPr>
            </a:p>
          </p:txBody>
        </p:sp>
        <p:grpSp>
          <p:nvGrpSpPr>
            <p:cNvPr id="32777" name="Group 22">
              <a:extLst>
                <a:ext uri="{FF2B5EF4-FFF2-40B4-BE49-F238E27FC236}">
                  <a16:creationId xmlns:a16="http://schemas.microsoft.com/office/drawing/2014/main" id="{D83A5891-9E16-4E6B-89F4-AB2724533AE9}"/>
                </a:ext>
              </a:extLst>
            </p:cNvPr>
            <p:cNvGrpSpPr>
              <a:grpSpLocks/>
            </p:cNvGrpSpPr>
            <p:nvPr/>
          </p:nvGrpSpPr>
          <p:grpSpPr bwMode="auto">
            <a:xfrm>
              <a:off x="1598614" y="3888581"/>
              <a:ext cx="3500437" cy="2500312"/>
              <a:chOff x="3495" y="5880"/>
              <a:chExt cx="3600" cy="3105"/>
            </a:xfrm>
          </p:grpSpPr>
          <p:sp>
            <p:nvSpPr>
              <p:cNvPr id="32781" name="Oval 23">
                <a:extLst>
                  <a:ext uri="{FF2B5EF4-FFF2-40B4-BE49-F238E27FC236}">
                    <a16:creationId xmlns:a16="http://schemas.microsoft.com/office/drawing/2014/main" id="{C0085CB0-BD03-4910-86AB-6F7E909FCF86}"/>
                  </a:ext>
                </a:extLst>
              </p:cNvPr>
              <p:cNvSpPr>
                <a:spLocks noChangeArrowheads="1"/>
              </p:cNvSpPr>
              <p:nvPr/>
            </p:nvSpPr>
            <p:spPr bwMode="auto">
              <a:xfrm>
                <a:off x="3495" y="8565"/>
                <a:ext cx="345" cy="420"/>
              </a:xfrm>
              <a:prstGeom prst="ellipse">
                <a:avLst/>
              </a:prstGeom>
              <a:gradFill rotWithShape="0">
                <a:gsLst>
                  <a:gs pos="0">
                    <a:srgbClr val="E36C0A"/>
                  </a:gs>
                  <a:gs pos="100000">
                    <a:srgbClr val="F9E2CE"/>
                  </a:gs>
                </a:gsLst>
                <a:lin ang="2700000" scaled="1"/>
              </a:gra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2782" name="Oval 24">
                <a:extLst>
                  <a:ext uri="{FF2B5EF4-FFF2-40B4-BE49-F238E27FC236}">
                    <a16:creationId xmlns:a16="http://schemas.microsoft.com/office/drawing/2014/main" id="{866C5DF1-DC3C-4BC3-B1B7-ABFFC273C7A5}"/>
                  </a:ext>
                </a:extLst>
              </p:cNvPr>
              <p:cNvSpPr>
                <a:spLocks noChangeArrowheads="1"/>
              </p:cNvSpPr>
              <p:nvPr/>
            </p:nvSpPr>
            <p:spPr bwMode="auto">
              <a:xfrm>
                <a:off x="5040" y="5880"/>
                <a:ext cx="345" cy="420"/>
              </a:xfrm>
              <a:prstGeom prst="ellipse">
                <a:avLst/>
              </a:prstGeom>
              <a:gradFill rotWithShape="0">
                <a:gsLst>
                  <a:gs pos="0">
                    <a:srgbClr val="F79646"/>
                  </a:gs>
                  <a:gs pos="100000">
                    <a:srgbClr val="FDEADA"/>
                  </a:gs>
                </a:gsLst>
                <a:lin ang="2700000" scaled="1"/>
              </a:gra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2783" name="Oval 25">
                <a:extLst>
                  <a:ext uri="{FF2B5EF4-FFF2-40B4-BE49-F238E27FC236}">
                    <a16:creationId xmlns:a16="http://schemas.microsoft.com/office/drawing/2014/main" id="{FCCDD187-2F63-4BA7-8468-26528EE6C5D0}"/>
                  </a:ext>
                </a:extLst>
              </p:cNvPr>
              <p:cNvSpPr>
                <a:spLocks noChangeArrowheads="1"/>
              </p:cNvSpPr>
              <p:nvPr/>
            </p:nvSpPr>
            <p:spPr bwMode="auto">
              <a:xfrm flipH="1">
                <a:off x="6735" y="8565"/>
                <a:ext cx="360" cy="420"/>
              </a:xfrm>
              <a:prstGeom prst="ellipse">
                <a:avLst/>
              </a:prstGeom>
              <a:gradFill rotWithShape="0">
                <a:gsLst>
                  <a:gs pos="0">
                    <a:srgbClr val="E36C0A"/>
                  </a:gs>
                  <a:gs pos="100000">
                    <a:srgbClr val="F9E2CE"/>
                  </a:gs>
                </a:gsLst>
                <a:lin ang="2700000" scaled="1"/>
              </a:gradFill>
              <a:ln w="9525">
                <a:solidFill>
                  <a:srgbClr val="000000"/>
                </a:solidFill>
                <a:round/>
                <a:headEnd/>
                <a:tailEnd/>
              </a:ln>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cxnSp>
            <p:nvCxnSpPr>
              <p:cNvPr id="32784" name="AutoShape 26">
                <a:extLst>
                  <a:ext uri="{FF2B5EF4-FFF2-40B4-BE49-F238E27FC236}">
                    <a16:creationId xmlns:a16="http://schemas.microsoft.com/office/drawing/2014/main" id="{F1B5CE6C-4164-4064-A523-8061CF36400D}"/>
                  </a:ext>
                </a:extLst>
              </p:cNvPr>
              <p:cNvCxnSpPr>
                <a:cxnSpLocks noChangeShapeType="1"/>
              </p:cNvCxnSpPr>
              <p:nvPr/>
            </p:nvCxnSpPr>
            <p:spPr bwMode="auto">
              <a:xfrm>
                <a:off x="3840" y="8806"/>
                <a:ext cx="2895" cy="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2785" name="AutoShape 27">
                <a:extLst>
                  <a:ext uri="{FF2B5EF4-FFF2-40B4-BE49-F238E27FC236}">
                    <a16:creationId xmlns:a16="http://schemas.microsoft.com/office/drawing/2014/main" id="{F0D21050-50AF-4AFA-AF0A-0CBE2737EACA}"/>
                  </a:ext>
                </a:extLst>
              </p:cNvPr>
              <p:cNvCxnSpPr>
                <a:cxnSpLocks noChangeShapeType="1"/>
              </p:cNvCxnSpPr>
              <p:nvPr/>
            </p:nvCxnSpPr>
            <p:spPr bwMode="auto">
              <a:xfrm flipV="1">
                <a:off x="3750" y="6225"/>
                <a:ext cx="1290" cy="234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2786" name="AutoShape 28">
                <a:extLst>
                  <a:ext uri="{FF2B5EF4-FFF2-40B4-BE49-F238E27FC236}">
                    <a16:creationId xmlns:a16="http://schemas.microsoft.com/office/drawing/2014/main" id="{EC5DAF1F-957B-4957-84AF-675175CE69AA}"/>
                  </a:ext>
                </a:extLst>
              </p:cNvPr>
              <p:cNvCxnSpPr>
                <a:cxnSpLocks noChangeShapeType="1"/>
              </p:cNvCxnSpPr>
              <p:nvPr/>
            </p:nvCxnSpPr>
            <p:spPr bwMode="auto">
              <a:xfrm flipH="1" flipV="1">
                <a:off x="5385" y="6225"/>
                <a:ext cx="1425" cy="2430"/>
              </a:xfrm>
              <a:prstGeom prst="straightConnector1">
                <a:avLst/>
              </a:prstGeom>
              <a:noFill/>
              <a:ln w="19050">
                <a:solidFill>
                  <a:srgbClr val="000000"/>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32787" name="AutoShape 29">
                <a:extLst>
                  <a:ext uri="{FF2B5EF4-FFF2-40B4-BE49-F238E27FC236}">
                    <a16:creationId xmlns:a16="http://schemas.microsoft.com/office/drawing/2014/main" id="{1711D304-E8B5-4C4E-A1C3-E60EC48AE663}"/>
                  </a:ext>
                </a:extLst>
              </p:cNvPr>
              <p:cNvCxnSpPr>
                <a:cxnSpLocks noChangeShapeType="1"/>
              </p:cNvCxnSpPr>
              <p:nvPr/>
            </p:nvCxnSpPr>
            <p:spPr bwMode="auto">
              <a:xfrm>
                <a:off x="5115" y="6090"/>
                <a:ext cx="19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88" name="AutoShape 30">
                <a:extLst>
                  <a:ext uri="{FF2B5EF4-FFF2-40B4-BE49-F238E27FC236}">
                    <a16:creationId xmlns:a16="http://schemas.microsoft.com/office/drawing/2014/main" id="{CE3B1D43-6BED-4C8C-991C-19E61CA2CBD4}"/>
                  </a:ext>
                </a:extLst>
              </p:cNvPr>
              <p:cNvCxnSpPr>
                <a:cxnSpLocks noChangeShapeType="1"/>
              </p:cNvCxnSpPr>
              <p:nvPr/>
            </p:nvCxnSpPr>
            <p:spPr bwMode="auto">
              <a:xfrm>
                <a:off x="3570" y="8806"/>
                <a:ext cx="180" cy="1"/>
              </a:xfrm>
              <a:prstGeom prst="straightConnector1">
                <a:avLst/>
              </a:prstGeom>
              <a:noFill/>
              <a:ln w="38100">
                <a:solidFill>
                  <a:srgbClr val="000000"/>
                </a:solidFill>
                <a:round/>
                <a:headEnd/>
                <a:tailEnd/>
              </a:ln>
              <a:extLst>
                <a:ext uri="{909E8E84-426E-40DD-AFC4-6F175D3DCCD1}">
                  <a14:hiddenFill xmlns:a14="http://schemas.microsoft.com/office/drawing/2010/main">
                    <a:noFill/>
                  </a14:hiddenFill>
                </a:ext>
              </a:extLst>
            </p:spPr>
          </p:cxnSp>
          <p:cxnSp>
            <p:nvCxnSpPr>
              <p:cNvPr id="32789" name="AutoShape 31">
                <a:extLst>
                  <a:ext uri="{FF2B5EF4-FFF2-40B4-BE49-F238E27FC236}">
                    <a16:creationId xmlns:a16="http://schemas.microsoft.com/office/drawing/2014/main" id="{C5467E78-D3EC-4595-B12D-5E7EBB1D2B00}"/>
                  </a:ext>
                </a:extLst>
              </p:cNvPr>
              <p:cNvCxnSpPr>
                <a:cxnSpLocks noChangeShapeType="1"/>
              </p:cNvCxnSpPr>
              <p:nvPr/>
            </p:nvCxnSpPr>
            <p:spPr bwMode="auto">
              <a:xfrm>
                <a:off x="3660" y="8655"/>
                <a:ext cx="0" cy="25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90" name="AutoShape 32">
                <a:extLst>
                  <a:ext uri="{FF2B5EF4-FFF2-40B4-BE49-F238E27FC236}">
                    <a16:creationId xmlns:a16="http://schemas.microsoft.com/office/drawing/2014/main" id="{2651344E-CF71-46C7-A746-C33885247945}"/>
                  </a:ext>
                </a:extLst>
              </p:cNvPr>
              <p:cNvCxnSpPr>
                <a:cxnSpLocks noChangeShapeType="1"/>
              </p:cNvCxnSpPr>
              <p:nvPr/>
            </p:nvCxnSpPr>
            <p:spPr bwMode="auto">
              <a:xfrm>
                <a:off x="6810" y="8806"/>
                <a:ext cx="18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32791" name="AutoShape 33">
                <a:extLst>
                  <a:ext uri="{FF2B5EF4-FFF2-40B4-BE49-F238E27FC236}">
                    <a16:creationId xmlns:a16="http://schemas.microsoft.com/office/drawing/2014/main" id="{927A1F5D-75DC-44A5-8E2C-0E9D6A203490}"/>
                  </a:ext>
                </a:extLst>
              </p:cNvPr>
              <p:cNvCxnSpPr>
                <a:cxnSpLocks noChangeShapeType="1"/>
              </p:cNvCxnSpPr>
              <p:nvPr/>
            </p:nvCxnSpPr>
            <p:spPr bwMode="auto">
              <a:xfrm>
                <a:off x="6900" y="8655"/>
                <a:ext cx="0" cy="25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grpSp>
      <p:sp>
        <p:nvSpPr>
          <p:cNvPr id="32778" name="Rectangle 46">
            <a:extLst>
              <a:ext uri="{FF2B5EF4-FFF2-40B4-BE49-F238E27FC236}">
                <a16:creationId xmlns:a16="http://schemas.microsoft.com/office/drawing/2014/main" id="{1B301B0C-FA24-41AB-9C01-D3388F84C65D}"/>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32779" name="Rectangle 47">
            <a:extLst>
              <a:ext uri="{FF2B5EF4-FFF2-40B4-BE49-F238E27FC236}">
                <a16:creationId xmlns:a16="http://schemas.microsoft.com/office/drawing/2014/main" id="{8EABBE94-D1E0-469D-BE47-40086625CE08}"/>
              </a:ext>
            </a:extLst>
          </p:cNvPr>
          <p:cNvSpPr>
            <a:spLocks noChangeArrowheads="1"/>
          </p:cNvSpPr>
          <p:nvPr/>
        </p:nvSpPr>
        <p:spPr bwMode="auto">
          <a:xfrm>
            <a:off x="5072063" y="3973716"/>
            <a:ext cx="300037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r>
              <a:rPr lang="en-US" altLang="id-ID" sz="2200" b="1" dirty="0">
                <a:latin typeface="Arial" panose="020B0604020202020204" pitchFamily="34" charset="0"/>
                <a:ea typeface="Times New Roman" panose="02020603050405020304" pitchFamily="18" charset="0"/>
                <a:cs typeface="Arial" panose="020B0604020202020204" pitchFamily="34" charset="0"/>
              </a:rPr>
              <a:t>Energy is associated with each pair of particles</a:t>
            </a:r>
          </a:p>
        </p:txBody>
      </p:sp>
      <p:sp>
        <p:nvSpPr>
          <p:cNvPr id="32780" name="Rectangle 22">
            <a:extLst>
              <a:ext uri="{FF2B5EF4-FFF2-40B4-BE49-F238E27FC236}">
                <a16:creationId xmlns:a16="http://schemas.microsoft.com/office/drawing/2014/main" id="{80D8994E-31FA-44B7-8F7D-FDFD9BB8EFE9}"/>
              </a:ext>
            </a:extLst>
          </p:cNvPr>
          <p:cNvSpPr>
            <a:spLocks noChangeArrowheads="1"/>
          </p:cNvSpPr>
          <p:nvPr/>
        </p:nvSpPr>
        <p:spPr bwMode="auto">
          <a:xfrm>
            <a:off x="2643188" y="214313"/>
            <a:ext cx="6500812"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US" altLang="id-ID" sz="2800" b="1" dirty="0">
                <a:solidFill>
                  <a:srgbClr val="0070C0"/>
                </a:solidFill>
                <a:latin typeface="Arial" panose="020B0604020202020204" pitchFamily="34" charset="0"/>
                <a:cs typeface="Arial" panose="020B0604020202020204" pitchFamily="34" charset="0"/>
              </a:rPr>
              <a:t>Electric Potential Energy of a System of Point Charges (cont.)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AU" sz="3200" dirty="0"/>
              <a:t>Electric Current</a:t>
            </a:r>
            <a:endParaRPr lang="id-ID" dirty="0"/>
          </a:p>
        </p:txBody>
      </p:sp>
    </p:spTree>
    <p:extLst>
      <p:ext uri="{BB962C8B-B14F-4D97-AF65-F5344CB8AC3E}">
        <p14:creationId xmlns:p14="http://schemas.microsoft.com/office/powerpoint/2010/main" val="3274411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3">
            <a:extLst>
              <a:ext uri="{FF2B5EF4-FFF2-40B4-BE49-F238E27FC236}">
                <a16:creationId xmlns:a16="http://schemas.microsoft.com/office/drawing/2014/main" id="{00B2788B-F2B3-45C5-AFA4-BD043D9755C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0B6B5FC4-25F0-4138-8ADB-9FC89D1F8C5A}" type="slidenum">
              <a:rPr lang="en-US" altLang="id-ID" sz="1400" smtClean="0"/>
              <a:pPr>
                <a:spcBef>
                  <a:spcPct val="0"/>
                </a:spcBef>
                <a:buFontTx/>
                <a:buNone/>
              </a:pPr>
              <a:t>24</a:t>
            </a:fld>
            <a:endParaRPr lang="en-US" altLang="id-ID" sz="1400"/>
          </a:p>
        </p:txBody>
      </p:sp>
      <p:pic>
        <p:nvPicPr>
          <p:cNvPr id="6147" name="Picture 2">
            <a:extLst>
              <a:ext uri="{FF2B5EF4-FFF2-40B4-BE49-F238E27FC236}">
                <a16:creationId xmlns:a16="http://schemas.microsoft.com/office/drawing/2014/main" id="{6D82E149-7C74-4E22-B5C2-5EC4512B8F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7538" y="2003425"/>
            <a:ext cx="3505200" cy="423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8" name="Picture 3">
            <a:extLst>
              <a:ext uri="{FF2B5EF4-FFF2-40B4-BE49-F238E27FC236}">
                <a16:creationId xmlns:a16="http://schemas.microsoft.com/office/drawing/2014/main" id="{11AD631B-DDF1-4638-BAAF-5A6F8CB9BE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6950" y="2028171"/>
            <a:ext cx="3600450" cy="393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9" name="TextBox 1">
            <a:extLst>
              <a:ext uri="{FF2B5EF4-FFF2-40B4-BE49-F238E27FC236}">
                <a16:creationId xmlns:a16="http://schemas.microsoft.com/office/drawing/2014/main" id="{9314A55D-E921-4556-A89D-E3EBDC1D2220}"/>
              </a:ext>
            </a:extLst>
          </p:cNvPr>
          <p:cNvSpPr txBox="1">
            <a:spLocks noChangeArrowheads="1"/>
          </p:cNvSpPr>
          <p:nvPr/>
        </p:nvSpPr>
        <p:spPr bwMode="auto">
          <a:xfrm>
            <a:off x="978288" y="1571123"/>
            <a:ext cx="2546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id-ID" altLang="id-ID" sz="2000" b="1" i="1" dirty="0">
                <a:solidFill>
                  <a:srgbClr val="0070C0"/>
                </a:solidFill>
                <a:latin typeface="Arial" panose="020B0604020202020204" pitchFamily="34" charset="0"/>
                <a:cs typeface="Arial" panose="020B0604020202020204" pitchFamily="34" charset="0"/>
              </a:rPr>
              <a:t>1. </a:t>
            </a:r>
            <a:r>
              <a:rPr lang="en-US" altLang="id-ID" sz="2000" b="1" i="1" dirty="0">
                <a:solidFill>
                  <a:srgbClr val="0070C0"/>
                </a:solidFill>
                <a:latin typeface="Arial" panose="020B0604020202020204" pitchFamily="34" charset="0"/>
                <a:cs typeface="Arial" panose="020B0604020202020204" pitchFamily="34" charset="0"/>
              </a:rPr>
              <a:t> Electric Current: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a:extLst>
              <a:ext uri="{FF2B5EF4-FFF2-40B4-BE49-F238E27FC236}">
                <a16:creationId xmlns:a16="http://schemas.microsoft.com/office/drawing/2014/main" id="{57434DE3-32FE-45D0-931A-FFF0928C37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7563" y="1586191"/>
            <a:ext cx="5517132" cy="23720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TextBox 2">
            <a:extLst>
              <a:ext uri="{FF2B5EF4-FFF2-40B4-BE49-F238E27FC236}">
                <a16:creationId xmlns:a16="http://schemas.microsoft.com/office/drawing/2014/main" id="{1E5FEDEB-7AA4-48A3-8A7A-30ECCA2AE014}"/>
              </a:ext>
            </a:extLst>
          </p:cNvPr>
          <p:cNvSpPr txBox="1">
            <a:spLocks noChangeArrowheads="1"/>
          </p:cNvSpPr>
          <p:nvPr/>
        </p:nvSpPr>
        <p:spPr bwMode="auto">
          <a:xfrm>
            <a:off x="1122090" y="4315292"/>
            <a:ext cx="756471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eaLnBrk="1" hangingPunct="1">
              <a:spcBef>
                <a:spcPct val="0"/>
              </a:spcBef>
              <a:buFontTx/>
              <a:buNone/>
            </a:pPr>
            <a:r>
              <a:rPr lang="en-US" altLang="id-ID" sz="2000" b="1" dirty="0">
                <a:latin typeface="Arial" panose="020B0604020202020204" pitchFamily="34" charset="0"/>
              </a:rPr>
              <a:t>The figure shows a section of a conductor, part of a conducting loop in which current has been established. If charge </a:t>
            </a:r>
            <a:r>
              <a:rPr lang="en-US" altLang="id-ID" sz="2000" b="1" i="1" dirty="0" err="1">
                <a:latin typeface="Arial" panose="020B0604020202020204" pitchFamily="34" charset="0"/>
              </a:rPr>
              <a:t>dq</a:t>
            </a:r>
            <a:r>
              <a:rPr lang="en-US" altLang="id-ID" sz="2000" b="1" i="1" dirty="0">
                <a:latin typeface="Arial" panose="020B0604020202020204" pitchFamily="34" charset="0"/>
              </a:rPr>
              <a:t> </a:t>
            </a:r>
            <a:r>
              <a:rPr lang="en-US" altLang="id-ID" sz="2000" b="1" dirty="0">
                <a:latin typeface="Arial" panose="020B0604020202020204" pitchFamily="34" charset="0"/>
              </a:rPr>
              <a:t>passes through a hypothetical plane (such as </a:t>
            </a:r>
            <a:r>
              <a:rPr lang="en-US" altLang="id-ID" sz="2000" b="1" i="1" dirty="0">
                <a:latin typeface="Arial" panose="020B0604020202020204" pitchFamily="34" charset="0"/>
              </a:rPr>
              <a:t>aa’) </a:t>
            </a:r>
            <a:r>
              <a:rPr lang="en-US" altLang="id-ID" sz="2000" b="1" dirty="0">
                <a:latin typeface="Arial" panose="020B0604020202020204" pitchFamily="34" charset="0"/>
              </a:rPr>
              <a:t>in time </a:t>
            </a:r>
            <a:r>
              <a:rPr lang="en-US" altLang="id-ID" sz="2000" b="1" i="1" dirty="0">
                <a:latin typeface="Arial" panose="020B0604020202020204" pitchFamily="34" charset="0"/>
              </a:rPr>
              <a:t>dt, </a:t>
            </a:r>
            <a:r>
              <a:rPr lang="en-US" altLang="id-ID" sz="2000" b="1" dirty="0">
                <a:latin typeface="Arial" panose="020B0604020202020204" pitchFamily="34" charset="0"/>
              </a:rPr>
              <a:t>then the current </a:t>
            </a:r>
            <a:r>
              <a:rPr lang="en-US" altLang="id-ID" sz="2000" b="1" dirty="0" err="1">
                <a:latin typeface="Arial" panose="020B0604020202020204" pitchFamily="34" charset="0"/>
              </a:rPr>
              <a:t>i</a:t>
            </a:r>
            <a:r>
              <a:rPr lang="en-US" altLang="id-ID" sz="2000" b="1" dirty="0">
                <a:latin typeface="Arial" panose="020B0604020202020204" pitchFamily="34" charset="0"/>
              </a:rPr>
              <a:t> through that plane is </a:t>
            </a:r>
          </a:p>
          <a:p>
            <a:pPr algn="just" eaLnBrk="1" hangingPunct="1">
              <a:spcBef>
                <a:spcPct val="0"/>
              </a:spcBef>
              <a:buFontTx/>
              <a:buNone/>
            </a:pPr>
            <a:endParaRPr lang="en-US" altLang="id-ID" sz="2000" b="1" dirty="0">
              <a:latin typeface="Arial" panose="020B0604020202020204" pitchFamily="34" charset="0"/>
            </a:endParaRPr>
          </a:p>
          <a:p>
            <a:pPr algn="just" eaLnBrk="1" hangingPunct="1">
              <a:spcBef>
                <a:spcPct val="0"/>
              </a:spcBef>
              <a:buFontTx/>
              <a:buNone/>
            </a:pPr>
            <a:r>
              <a:rPr lang="en-US" altLang="id-ID" sz="2000" b="1" dirty="0">
                <a:latin typeface="Arial" panose="020B0604020202020204" pitchFamily="34" charset="0"/>
              </a:rPr>
              <a:t>defined as:</a:t>
            </a:r>
          </a:p>
        </p:txBody>
      </p:sp>
      <p:sp>
        <p:nvSpPr>
          <p:cNvPr id="7172" name="Rectangle 7">
            <a:extLst>
              <a:ext uri="{FF2B5EF4-FFF2-40B4-BE49-F238E27FC236}">
                <a16:creationId xmlns:a16="http://schemas.microsoft.com/office/drawing/2014/main" id="{1CAF0558-6DB4-44BD-81E9-A65CC51B3230}"/>
              </a:ext>
            </a:extLst>
          </p:cNvPr>
          <p:cNvSpPr>
            <a:spLocks noChangeArrowheads="1"/>
          </p:cNvSpPr>
          <p:nvPr/>
        </p:nvSpPr>
        <p:spPr bwMode="auto">
          <a:xfrm>
            <a:off x="971601" y="1785938"/>
            <a:ext cx="2116657"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1800" b="1" dirty="0">
                <a:solidFill>
                  <a:srgbClr val="002060"/>
                </a:solidFill>
                <a:latin typeface="Arial" panose="020B0604020202020204" pitchFamily="34" charset="0"/>
              </a:rPr>
              <a:t>Fig.1. The current </a:t>
            </a:r>
            <a:r>
              <a:rPr lang="en-US" altLang="id-ID" sz="1800" b="1" i="1" dirty="0" err="1">
                <a:solidFill>
                  <a:srgbClr val="002060"/>
                </a:solidFill>
                <a:latin typeface="Times New Roman" panose="02020603050405020304" pitchFamily="18" charset="0"/>
                <a:cs typeface="Times New Roman" panose="02020603050405020304" pitchFamily="18" charset="0"/>
              </a:rPr>
              <a:t>i</a:t>
            </a:r>
            <a:r>
              <a:rPr lang="en-US" altLang="id-ID" sz="1800" b="1" i="1" dirty="0">
                <a:solidFill>
                  <a:srgbClr val="002060"/>
                </a:solidFill>
                <a:latin typeface="Times New Roman" panose="02020603050405020304" pitchFamily="18" charset="0"/>
                <a:cs typeface="Times New Roman" panose="02020603050405020304" pitchFamily="18" charset="0"/>
              </a:rPr>
              <a:t> </a:t>
            </a:r>
            <a:r>
              <a:rPr lang="en-US" altLang="id-ID" sz="1800" b="1" dirty="0">
                <a:solidFill>
                  <a:srgbClr val="002060"/>
                </a:solidFill>
                <a:latin typeface="Arial" panose="020B0604020202020204" pitchFamily="34" charset="0"/>
              </a:rPr>
              <a:t>through the conductor has the same value at planes aa’, bb’ , and cc’</a:t>
            </a:r>
            <a:endParaRPr lang="en-US" altLang="id-ID" sz="1800" dirty="0">
              <a:solidFill>
                <a:srgbClr val="002060"/>
              </a:solidFill>
              <a:latin typeface="Arial" panose="020B0604020202020204" pitchFamily="34" charset="0"/>
            </a:endParaRPr>
          </a:p>
        </p:txBody>
      </p:sp>
      <p:sp>
        <p:nvSpPr>
          <p:cNvPr id="7173" name="Rectangle 8">
            <a:extLst>
              <a:ext uri="{FF2B5EF4-FFF2-40B4-BE49-F238E27FC236}">
                <a16:creationId xmlns:a16="http://schemas.microsoft.com/office/drawing/2014/main" id="{4DF3FA6F-504B-40C1-A895-30F67C0EF096}"/>
              </a:ext>
            </a:extLst>
          </p:cNvPr>
          <p:cNvSpPr>
            <a:spLocks noChangeArrowheads="1"/>
          </p:cNvSpPr>
          <p:nvPr/>
        </p:nvSpPr>
        <p:spPr bwMode="auto">
          <a:xfrm>
            <a:off x="2786062" y="733614"/>
            <a:ext cx="3571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8FD5"/>
                </a:solidFill>
                <a:latin typeface="Arial" panose="020B0604020202020204" pitchFamily="34" charset="0"/>
                <a:cs typeface="Arial" panose="020B0604020202020204" pitchFamily="34" charset="0"/>
              </a:rPr>
              <a:t> Electric Current</a:t>
            </a:r>
            <a:r>
              <a:rPr lang="id-ID" altLang="id-ID" b="1" dirty="0">
                <a:solidFill>
                  <a:srgbClr val="008FD5"/>
                </a:solidFill>
                <a:latin typeface="Arial" panose="020B0604020202020204" pitchFamily="34" charset="0"/>
                <a:cs typeface="Arial" panose="020B0604020202020204" pitchFamily="34" charset="0"/>
              </a:rPr>
              <a:t> (cont)</a:t>
            </a:r>
            <a:endParaRPr lang="en-US" altLang="id-ID" b="1" i="1" dirty="0">
              <a:solidFill>
                <a:srgbClr val="008FD5"/>
              </a:solidFill>
              <a:latin typeface="Arial" panose="020B0604020202020204" pitchFamily="34" charset="0"/>
              <a:cs typeface="Arial" panose="020B0604020202020204" pitchFamily="34" charset="0"/>
            </a:endParaRPr>
          </a:p>
        </p:txBody>
      </p:sp>
      <p:sp>
        <p:nvSpPr>
          <p:cNvPr id="7174" name="Rectangle 8">
            <a:extLst>
              <a:ext uri="{FF2B5EF4-FFF2-40B4-BE49-F238E27FC236}">
                <a16:creationId xmlns:a16="http://schemas.microsoft.com/office/drawing/2014/main" id="{FC40117A-77E8-418A-9B35-89AB7C63B699}"/>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7175" name="Rectangle 9">
            <a:extLst>
              <a:ext uri="{FF2B5EF4-FFF2-40B4-BE49-F238E27FC236}">
                <a16:creationId xmlns:a16="http://schemas.microsoft.com/office/drawing/2014/main" id="{E3680529-B8C7-47CF-85AB-EE8D9B9C744F}"/>
              </a:ext>
            </a:extLst>
          </p:cNvPr>
          <p:cNvSpPr>
            <a:spLocks noChangeArrowheads="1"/>
          </p:cNvSpPr>
          <p:nvPr/>
        </p:nvSpPr>
        <p:spPr bwMode="auto">
          <a:xfrm>
            <a:off x="0" y="12096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7176" name="Rectangle 11">
            <a:extLst>
              <a:ext uri="{FF2B5EF4-FFF2-40B4-BE49-F238E27FC236}">
                <a16:creationId xmlns:a16="http://schemas.microsoft.com/office/drawing/2014/main" id="{381570F3-E0C4-4A12-9C4C-528209C12138}"/>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7177" name="Picture 10">
            <a:extLst>
              <a:ext uri="{FF2B5EF4-FFF2-40B4-BE49-F238E27FC236}">
                <a16:creationId xmlns:a16="http://schemas.microsoft.com/office/drawing/2014/main" id="{549E30DB-2545-4808-9078-CA79AD93C4AC}"/>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33700" y="5667524"/>
            <a:ext cx="46863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8" name="Rectangle 12">
            <a:extLst>
              <a:ext uri="{FF2B5EF4-FFF2-40B4-BE49-F238E27FC236}">
                <a16:creationId xmlns:a16="http://schemas.microsoft.com/office/drawing/2014/main" id="{BCE63F9E-062F-4327-8BAF-6EDAAEF44754}"/>
              </a:ext>
            </a:extLst>
          </p:cNvPr>
          <p:cNvSpPr>
            <a:spLocks noChangeArrowheads="1"/>
          </p:cNvSpPr>
          <p:nvPr/>
        </p:nvSpPr>
        <p:spPr bwMode="auto">
          <a:xfrm>
            <a:off x="0" y="12096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7179" name="Slide Number Placeholder 10">
            <a:extLst>
              <a:ext uri="{FF2B5EF4-FFF2-40B4-BE49-F238E27FC236}">
                <a16:creationId xmlns:a16="http://schemas.microsoft.com/office/drawing/2014/main" id="{71B68A8A-D30A-4E28-A447-99429BE85F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B4579F0B-4A23-433C-821A-3ADA97CACFAA}" type="slidenum">
              <a:rPr lang="en-US" altLang="id-ID" sz="1400" smtClean="0"/>
              <a:pPr>
                <a:spcBef>
                  <a:spcPct val="0"/>
                </a:spcBef>
                <a:buFontTx/>
                <a:buNone/>
              </a:pPr>
              <a:t>25</a:t>
            </a:fld>
            <a:endParaRPr lang="en-US" altLang="id-ID" sz="1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2">
            <a:extLst>
              <a:ext uri="{FF2B5EF4-FFF2-40B4-BE49-F238E27FC236}">
                <a16:creationId xmlns:a16="http://schemas.microsoft.com/office/drawing/2014/main" id="{304856E7-39AA-4B61-87C8-9B41C61BD20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79AEB84-BA36-479D-A08D-CE19AD2172B7}" type="slidenum">
              <a:rPr lang="en-US" altLang="id-ID" sz="1400" smtClean="0"/>
              <a:pPr>
                <a:spcBef>
                  <a:spcPct val="0"/>
                </a:spcBef>
                <a:buFontTx/>
                <a:buNone/>
              </a:pPr>
              <a:t>26</a:t>
            </a:fld>
            <a:endParaRPr lang="en-US" altLang="id-ID" sz="1400"/>
          </a:p>
        </p:txBody>
      </p:sp>
      <p:sp>
        <p:nvSpPr>
          <p:cNvPr id="8195" name="Rectangle 6">
            <a:extLst>
              <a:ext uri="{FF2B5EF4-FFF2-40B4-BE49-F238E27FC236}">
                <a16:creationId xmlns:a16="http://schemas.microsoft.com/office/drawing/2014/main" id="{24ECE005-879B-4D6F-A740-19286CA5088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8196" name="Picture 5">
            <a:extLst>
              <a:ext uri="{FF2B5EF4-FFF2-40B4-BE49-F238E27FC236}">
                <a16:creationId xmlns:a16="http://schemas.microsoft.com/office/drawing/2014/main" id="{15B67F56-A98C-49A6-8A87-5E06666F8F6C}"/>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38499" y="2566141"/>
            <a:ext cx="2667000" cy="827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8" name="Rectangle 5">
            <a:extLst>
              <a:ext uri="{FF2B5EF4-FFF2-40B4-BE49-F238E27FC236}">
                <a16:creationId xmlns:a16="http://schemas.microsoft.com/office/drawing/2014/main" id="{39601248-1DA2-40C2-AD61-9FE4A524CF73}"/>
              </a:ext>
            </a:extLst>
          </p:cNvPr>
          <p:cNvSpPr>
            <a:spLocks noChangeArrowheads="1"/>
          </p:cNvSpPr>
          <p:nvPr/>
        </p:nvSpPr>
        <p:spPr bwMode="auto">
          <a:xfrm>
            <a:off x="1080565" y="1737555"/>
            <a:ext cx="781578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The charge that passes through the plane in a time interval extending from 0 to </a:t>
            </a:r>
            <a:r>
              <a:rPr lang="en-US" altLang="id-ID" b="1" i="1" dirty="0">
                <a:latin typeface="Arial" panose="020B0604020202020204" pitchFamily="34" charset="0"/>
              </a:rPr>
              <a:t>t </a:t>
            </a:r>
            <a:r>
              <a:rPr lang="en-US" altLang="id-ID" b="1" dirty="0">
                <a:latin typeface="Arial" panose="020B0604020202020204" pitchFamily="34" charset="0"/>
              </a:rPr>
              <a:t>is:</a:t>
            </a:r>
          </a:p>
        </p:txBody>
      </p:sp>
      <p:sp>
        <p:nvSpPr>
          <p:cNvPr id="8199" name="Rectangle 6">
            <a:extLst>
              <a:ext uri="{FF2B5EF4-FFF2-40B4-BE49-F238E27FC236}">
                <a16:creationId xmlns:a16="http://schemas.microsoft.com/office/drawing/2014/main" id="{B1740CAC-5BEA-421E-BC4F-014230B3F32C}"/>
              </a:ext>
            </a:extLst>
          </p:cNvPr>
          <p:cNvSpPr>
            <a:spLocks noChangeArrowheads="1"/>
          </p:cNvSpPr>
          <p:nvPr/>
        </p:nvSpPr>
        <p:spPr bwMode="auto">
          <a:xfrm>
            <a:off x="1080564" y="3431412"/>
            <a:ext cx="7815783" cy="304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Under steady-state conditions, the current is the same for planes </a:t>
            </a:r>
            <a:r>
              <a:rPr lang="en-US" altLang="id-ID" b="1" i="1" dirty="0">
                <a:latin typeface="Arial" panose="020B0604020202020204" pitchFamily="34" charset="0"/>
              </a:rPr>
              <a:t>aa’, bb’, </a:t>
            </a:r>
            <a:r>
              <a:rPr lang="en-US" altLang="id-ID" b="1" dirty="0">
                <a:latin typeface="Arial" panose="020B0604020202020204" pitchFamily="34" charset="0"/>
              </a:rPr>
              <a:t>and </a:t>
            </a:r>
            <a:r>
              <a:rPr lang="en-US" altLang="id-ID" b="1" i="1" dirty="0">
                <a:latin typeface="Arial" panose="020B0604020202020204" pitchFamily="34" charset="0"/>
              </a:rPr>
              <a:t>cc’ </a:t>
            </a:r>
            <a:r>
              <a:rPr lang="en-US" altLang="id-ID" b="1" dirty="0">
                <a:latin typeface="Arial" panose="020B0604020202020204" pitchFamily="34" charset="0"/>
              </a:rPr>
              <a:t>and for all planes that pass completely through the conductor, no matter what their location or orientation.</a:t>
            </a:r>
          </a:p>
          <a:p>
            <a:pPr eaLnBrk="1" hangingPunct="1">
              <a:spcBef>
                <a:spcPct val="0"/>
              </a:spcBef>
              <a:buFontTx/>
              <a:buNone/>
            </a:pPr>
            <a:endParaRPr lang="en-US" altLang="id-ID"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The SI unit for current is the coulomb per second, or the ampere (A) : </a:t>
            </a:r>
            <a:r>
              <a:rPr lang="en-US" altLang="id-ID" b="1" i="1" dirty="0">
                <a:solidFill>
                  <a:srgbClr val="002060"/>
                </a:solidFill>
                <a:latin typeface="Arial" panose="020B0604020202020204" pitchFamily="34" charset="0"/>
              </a:rPr>
              <a:t>1 ampere = 1 A = 1 coulomb per second = 1C/s</a:t>
            </a:r>
          </a:p>
        </p:txBody>
      </p:sp>
      <p:sp>
        <p:nvSpPr>
          <p:cNvPr id="8" name="Rectangle 8">
            <a:extLst>
              <a:ext uri="{FF2B5EF4-FFF2-40B4-BE49-F238E27FC236}">
                <a16:creationId xmlns:a16="http://schemas.microsoft.com/office/drawing/2014/main" id="{9FED08E2-CDF9-4FFF-9136-8D8B23975557}"/>
              </a:ext>
            </a:extLst>
          </p:cNvPr>
          <p:cNvSpPr>
            <a:spLocks noChangeArrowheads="1"/>
          </p:cNvSpPr>
          <p:nvPr/>
        </p:nvSpPr>
        <p:spPr bwMode="auto">
          <a:xfrm>
            <a:off x="2786062" y="733614"/>
            <a:ext cx="3571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8FD5"/>
                </a:solidFill>
                <a:latin typeface="Arial" panose="020B0604020202020204" pitchFamily="34" charset="0"/>
                <a:cs typeface="Arial" panose="020B0604020202020204" pitchFamily="34" charset="0"/>
              </a:rPr>
              <a:t> Electric Current</a:t>
            </a:r>
            <a:r>
              <a:rPr lang="id-ID" altLang="id-ID" b="1" dirty="0">
                <a:solidFill>
                  <a:srgbClr val="008FD5"/>
                </a:solidFill>
                <a:latin typeface="Arial" panose="020B0604020202020204" pitchFamily="34" charset="0"/>
                <a:cs typeface="Arial" panose="020B0604020202020204" pitchFamily="34" charset="0"/>
              </a:rPr>
              <a:t> (cont)</a:t>
            </a:r>
            <a:endParaRPr lang="en-US" altLang="id-ID" b="1" i="1" dirty="0">
              <a:solidFill>
                <a:srgbClr val="008FD5"/>
              </a:solidFill>
              <a:latin typeface="Arial" panose="020B0604020202020204" pitchFamily="34" charset="0"/>
              <a:cs typeface="Arial" panose="020B06040202020202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1">
            <a:extLst>
              <a:ext uri="{FF2B5EF4-FFF2-40B4-BE49-F238E27FC236}">
                <a16:creationId xmlns:a16="http://schemas.microsoft.com/office/drawing/2014/main" id="{F6E652D2-B0BE-4696-9DDE-FEC594C5D8C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662B92F9-6A5A-4E7B-AB8F-C5F65A7F5042}" type="slidenum">
              <a:rPr lang="en-US" altLang="id-ID" sz="1400" smtClean="0"/>
              <a:pPr>
                <a:spcBef>
                  <a:spcPct val="0"/>
                </a:spcBef>
                <a:buFontTx/>
                <a:buNone/>
              </a:pPr>
              <a:t>27</a:t>
            </a:fld>
            <a:endParaRPr lang="en-US" altLang="id-ID" sz="1400"/>
          </a:p>
        </p:txBody>
      </p:sp>
      <p:sp>
        <p:nvSpPr>
          <p:cNvPr id="9219" name="TextBox 3">
            <a:extLst>
              <a:ext uri="{FF2B5EF4-FFF2-40B4-BE49-F238E27FC236}">
                <a16:creationId xmlns:a16="http://schemas.microsoft.com/office/drawing/2014/main" id="{C73C7D37-2348-480D-93B7-8E82D754F5D9}"/>
              </a:ext>
            </a:extLst>
          </p:cNvPr>
          <p:cNvSpPr txBox="1">
            <a:spLocks noChangeArrowheads="1"/>
          </p:cNvSpPr>
          <p:nvPr/>
        </p:nvSpPr>
        <p:spPr bwMode="auto">
          <a:xfrm>
            <a:off x="3275856" y="261348"/>
            <a:ext cx="5184576"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solidFill>
                  <a:srgbClr val="FF3300"/>
                </a:solidFill>
                <a:latin typeface="Times New Roman" panose="02020603050405020304" pitchFamily="18" charset="0"/>
              </a:rPr>
              <a:t>Example, Current is the Rate at which charge passes through a point:</a:t>
            </a:r>
          </a:p>
        </p:txBody>
      </p:sp>
      <p:grpSp>
        <p:nvGrpSpPr>
          <p:cNvPr id="9220" name="Group 14">
            <a:extLst>
              <a:ext uri="{FF2B5EF4-FFF2-40B4-BE49-F238E27FC236}">
                <a16:creationId xmlns:a16="http://schemas.microsoft.com/office/drawing/2014/main" id="{CAEDB763-E7F8-40F8-9CFD-7BED1CECE946}"/>
              </a:ext>
            </a:extLst>
          </p:cNvPr>
          <p:cNvGrpSpPr>
            <a:grpSpLocks/>
          </p:cNvGrpSpPr>
          <p:nvPr/>
        </p:nvGrpSpPr>
        <p:grpSpPr bwMode="auto">
          <a:xfrm>
            <a:off x="1187624" y="1556791"/>
            <a:ext cx="7956376" cy="5013871"/>
            <a:chOff x="0" y="445017"/>
            <a:chExt cx="9144000" cy="5517026"/>
          </a:xfrm>
        </p:grpSpPr>
        <p:pic>
          <p:nvPicPr>
            <p:cNvPr id="9221" name="Picture 2">
              <a:extLst>
                <a:ext uri="{FF2B5EF4-FFF2-40B4-BE49-F238E27FC236}">
                  <a16:creationId xmlns:a16="http://schemas.microsoft.com/office/drawing/2014/main" id="{CD3CA56F-626C-40D3-B831-CEC30C8610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47804"/>
              <a:ext cx="4572000" cy="551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2" name="Picture 3">
              <a:extLst>
                <a:ext uri="{FF2B5EF4-FFF2-40B4-BE49-F238E27FC236}">
                  <a16:creationId xmlns:a16="http://schemas.microsoft.com/office/drawing/2014/main" id="{960760DB-30A8-4F2C-AAC7-66E5D8B563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961248"/>
              <a:ext cx="4562475" cy="276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3" name="Picture 4">
              <a:extLst>
                <a:ext uri="{FF2B5EF4-FFF2-40B4-BE49-F238E27FC236}">
                  <a16:creationId xmlns:a16="http://schemas.microsoft.com/office/drawing/2014/main" id="{84121767-2BB5-462C-AC1C-A7F75F7DDC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b="33781"/>
            <a:stretch>
              <a:fillRect/>
            </a:stretch>
          </p:blipFill>
          <p:spPr bwMode="auto">
            <a:xfrm>
              <a:off x="0" y="3721617"/>
              <a:ext cx="4572000" cy="22404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4" name="Picture 5">
              <a:extLst>
                <a:ext uri="{FF2B5EF4-FFF2-40B4-BE49-F238E27FC236}">
                  <a16:creationId xmlns:a16="http://schemas.microsoft.com/office/drawing/2014/main" id="{76BBA184-6733-4FB9-BDCA-524547AC02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64608" y="445017"/>
              <a:ext cx="4279392"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5" name="Picture 6">
              <a:extLst>
                <a:ext uri="{FF2B5EF4-FFF2-40B4-BE49-F238E27FC236}">
                  <a16:creationId xmlns:a16="http://schemas.microsoft.com/office/drawing/2014/main" id="{51A19E33-F4BD-4B4F-9A98-93E5B8B76C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76800" y="1816617"/>
              <a:ext cx="4267199" cy="1863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26" name="Picture 7">
              <a:extLst>
                <a:ext uri="{FF2B5EF4-FFF2-40B4-BE49-F238E27FC236}">
                  <a16:creationId xmlns:a16="http://schemas.microsoft.com/office/drawing/2014/main" id="{24EBC2B8-A23E-47DC-8232-C86E255CC79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76800" y="3657600"/>
              <a:ext cx="4181475" cy="969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EFAD89E4-AE6E-41C1-93F9-D7663B489B98}"/>
              </a:ext>
            </a:extLst>
          </p:cNvPr>
          <p:cNvPicPr>
            <a:picLocks noChangeAspect="1" noChangeArrowheads="1"/>
          </p:cNvPicPr>
          <p:nvPr/>
        </p:nvPicPr>
        <p:blipFill>
          <a:blip r:embed="rId2" cstate="print">
            <a:duotone>
              <a:prstClr val="black"/>
              <a:schemeClr val="accent4">
                <a:tint val="45000"/>
                <a:satMod val="400000"/>
              </a:schemeClr>
            </a:duotone>
          </a:blip>
          <a:srcRect b="17206"/>
          <a:stretch>
            <a:fillRect/>
          </a:stretch>
        </p:blipFill>
        <p:spPr bwMode="auto">
          <a:xfrm>
            <a:off x="4352924" y="858838"/>
            <a:ext cx="4400552" cy="5715016"/>
          </a:xfrm>
          <a:prstGeom prst="rect">
            <a:avLst/>
          </a:prstGeom>
          <a:noFill/>
          <a:ln w="9525">
            <a:noFill/>
            <a:miter lim="800000"/>
            <a:headEnd/>
            <a:tailEnd/>
          </a:ln>
        </p:spPr>
      </p:pic>
      <p:sp>
        <p:nvSpPr>
          <p:cNvPr id="10243" name="Rectangle 4">
            <a:extLst>
              <a:ext uri="{FF2B5EF4-FFF2-40B4-BE49-F238E27FC236}">
                <a16:creationId xmlns:a16="http://schemas.microsoft.com/office/drawing/2014/main" id="{5F12A28E-0A91-4F01-953F-B7ECE70AA7C5}"/>
              </a:ext>
            </a:extLst>
          </p:cNvPr>
          <p:cNvSpPr>
            <a:spLocks noChangeArrowheads="1"/>
          </p:cNvSpPr>
          <p:nvPr/>
        </p:nvSpPr>
        <p:spPr bwMode="auto">
          <a:xfrm>
            <a:off x="953769" y="4221088"/>
            <a:ext cx="3261044"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Fig.2. The relation </a:t>
            </a:r>
            <a:r>
              <a:rPr lang="en-US" altLang="id-ID" sz="2000" b="1" i="1" dirty="0">
                <a:latin typeface="Arial" panose="020B0604020202020204" pitchFamily="34" charset="0"/>
              </a:rPr>
              <a:t>i</a:t>
            </a:r>
            <a:r>
              <a:rPr lang="en-US" altLang="id-ID" sz="2000" b="1" i="1" baseline="-25000" dirty="0">
                <a:latin typeface="Arial" panose="020B0604020202020204" pitchFamily="34" charset="0"/>
              </a:rPr>
              <a:t>0</a:t>
            </a:r>
            <a:r>
              <a:rPr lang="en-US" altLang="id-ID" sz="2000" b="1" i="1" dirty="0">
                <a:latin typeface="Arial" panose="020B0604020202020204" pitchFamily="34" charset="0"/>
              </a:rPr>
              <a:t> =i</a:t>
            </a:r>
            <a:r>
              <a:rPr lang="en-US" altLang="id-ID" sz="2000" b="1" i="1" baseline="-25000" dirty="0">
                <a:latin typeface="Arial" panose="020B0604020202020204" pitchFamily="34" charset="0"/>
              </a:rPr>
              <a:t>1</a:t>
            </a:r>
            <a:r>
              <a:rPr lang="en-US" altLang="id-ID" sz="2000" b="1" i="1" dirty="0">
                <a:latin typeface="Arial" panose="020B0604020202020204" pitchFamily="34" charset="0"/>
              </a:rPr>
              <a:t> + i</a:t>
            </a:r>
            <a:r>
              <a:rPr lang="en-US" altLang="id-ID" sz="2000" b="1" i="1" baseline="-25000" dirty="0">
                <a:latin typeface="Arial" panose="020B0604020202020204" pitchFamily="34" charset="0"/>
              </a:rPr>
              <a:t>2 </a:t>
            </a:r>
            <a:r>
              <a:rPr lang="en-US" altLang="id-ID" sz="2000" b="1" dirty="0">
                <a:latin typeface="Arial" panose="020B0604020202020204" pitchFamily="34" charset="0"/>
              </a:rPr>
              <a:t>is true at junction a no matter what the orientation in space of the three wires. Currents are scalars, not vector</a:t>
            </a:r>
            <a:endParaRPr lang="en-US" altLang="id-ID" sz="2000" dirty="0">
              <a:latin typeface="Arial" panose="020B0604020202020204" pitchFamily="34" charset="0"/>
            </a:endParaRPr>
          </a:p>
        </p:txBody>
      </p:sp>
      <p:sp>
        <p:nvSpPr>
          <p:cNvPr id="10244" name="Rectangle 6">
            <a:extLst>
              <a:ext uri="{FF2B5EF4-FFF2-40B4-BE49-F238E27FC236}">
                <a16:creationId xmlns:a16="http://schemas.microsoft.com/office/drawing/2014/main" id="{24946706-B1D5-4E0B-82AE-A2C38A778E0C}"/>
              </a:ext>
            </a:extLst>
          </p:cNvPr>
          <p:cNvSpPr>
            <a:spLocks noChangeArrowheads="1"/>
          </p:cNvSpPr>
          <p:nvPr/>
        </p:nvSpPr>
        <p:spPr bwMode="auto">
          <a:xfrm>
            <a:off x="953769" y="1628800"/>
            <a:ext cx="3246439" cy="22467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solidFill>
                  <a:srgbClr val="002060"/>
                </a:solidFill>
                <a:latin typeface="Arial" panose="020B0604020202020204" pitchFamily="34" charset="0"/>
              </a:rPr>
              <a:t>A current  arrow is drawn in the direction in which positive charge carriers would move, even if the actual charge carriers are negative and move in the opposite direction</a:t>
            </a:r>
            <a:endParaRPr lang="en-US" altLang="id-ID" sz="2000" dirty="0">
              <a:solidFill>
                <a:srgbClr val="002060"/>
              </a:solidFill>
              <a:latin typeface="Arial" panose="020B0604020202020204" pitchFamily="34" charset="0"/>
            </a:endParaRPr>
          </a:p>
        </p:txBody>
      </p:sp>
      <p:sp>
        <p:nvSpPr>
          <p:cNvPr id="10245" name="Rectangle 4">
            <a:extLst>
              <a:ext uri="{FF2B5EF4-FFF2-40B4-BE49-F238E27FC236}">
                <a16:creationId xmlns:a16="http://schemas.microsoft.com/office/drawing/2014/main" id="{FC029AD3-94E0-405C-97BF-380ADD6EBB20}"/>
              </a:ext>
            </a:extLst>
          </p:cNvPr>
          <p:cNvSpPr>
            <a:spLocks noChangeArrowheads="1"/>
          </p:cNvSpPr>
          <p:nvPr/>
        </p:nvSpPr>
        <p:spPr bwMode="auto">
          <a:xfrm>
            <a:off x="3143250" y="428625"/>
            <a:ext cx="3246438"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a:solidFill>
                  <a:schemeClr val="bg1"/>
                </a:solidFill>
                <a:latin typeface="Arial" panose="020B0604020202020204" pitchFamily="34" charset="0"/>
                <a:cs typeface="Arial" panose="020B0604020202020204" pitchFamily="34" charset="0"/>
              </a:rPr>
              <a:t>Electric Current (cont.)</a:t>
            </a:r>
            <a:endParaRPr lang="en-US" altLang="id-ID" sz="2200">
              <a:solidFill>
                <a:schemeClr val="bg1"/>
              </a:solidFill>
              <a:latin typeface="Arial" panose="020B0604020202020204" pitchFamily="34" charset="0"/>
            </a:endParaRPr>
          </a:p>
        </p:txBody>
      </p:sp>
      <p:sp>
        <p:nvSpPr>
          <p:cNvPr id="10246" name="Slide Number Placeholder 5">
            <a:extLst>
              <a:ext uri="{FF2B5EF4-FFF2-40B4-BE49-F238E27FC236}">
                <a16:creationId xmlns:a16="http://schemas.microsoft.com/office/drawing/2014/main" id="{167CDBF5-B039-494E-9D3D-9127125A987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DD092374-F9D8-4B77-AF28-3C677FBE0056}" type="slidenum">
              <a:rPr lang="en-US" altLang="id-ID" sz="1400" smtClean="0"/>
              <a:pPr>
                <a:spcBef>
                  <a:spcPct val="0"/>
                </a:spcBef>
                <a:buFontTx/>
                <a:buNone/>
              </a:pPr>
              <a:t>28</a:t>
            </a:fld>
            <a:endParaRPr lang="en-US" altLang="id-ID" sz="14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Box 1">
            <a:extLst>
              <a:ext uri="{FF2B5EF4-FFF2-40B4-BE49-F238E27FC236}">
                <a16:creationId xmlns:a16="http://schemas.microsoft.com/office/drawing/2014/main" id="{39D02DCA-49F2-43C9-B490-F71F64A5A6F1}"/>
              </a:ext>
            </a:extLst>
          </p:cNvPr>
          <p:cNvSpPr txBox="1">
            <a:spLocks noChangeArrowheads="1"/>
          </p:cNvSpPr>
          <p:nvPr/>
        </p:nvSpPr>
        <p:spPr bwMode="auto">
          <a:xfrm>
            <a:off x="3203848" y="1047395"/>
            <a:ext cx="29210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solidFill>
                  <a:srgbClr val="008FD5"/>
                </a:solidFill>
                <a:latin typeface="Arial" panose="020B0604020202020204" pitchFamily="34" charset="0"/>
                <a:cs typeface="Arial" panose="020B0604020202020204" pitchFamily="34" charset="0"/>
              </a:rPr>
              <a:t>2. Current Density</a:t>
            </a:r>
            <a:endParaRPr lang="en-US" altLang="id-ID" sz="2000" b="1" i="1" dirty="0">
              <a:solidFill>
                <a:srgbClr val="008FD5"/>
              </a:solidFill>
              <a:latin typeface="Arial" panose="020B0604020202020204" pitchFamily="34" charset="0"/>
              <a:cs typeface="Arial" panose="020B0604020202020204" pitchFamily="34" charset="0"/>
            </a:endParaRPr>
          </a:p>
        </p:txBody>
      </p:sp>
      <p:sp>
        <p:nvSpPr>
          <p:cNvPr id="11267" name="TextBox 2">
            <a:extLst>
              <a:ext uri="{FF2B5EF4-FFF2-40B4-BE49-F238E27FC236}">
                <a16:creationId xmlns:a16="http://schemas.microsoft.com/office/drawing/2014/main" id="{830C2BA7-AF15-4D50-9A31-1FA6AEDD97BB}"/>
              </a:ext>
            </a:extLst>
          </p:cNvPr>
          <p:cNvSpPr txBox="1">
            <a:spLocks noChangeArrowheads="1"/>
          </p:cNvSpPr>
          <p:nvPr/>
        </p:nvSpPr>
        <p:spPr bwMode="auto">
          <a:xfrm>
            <a:off x="899592" y="1623527"/>
            <a:ext cx="8244408" cy="529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The magnitude of current density, </a:t>
            </a:r>
            <a:r>
              <a:rPr lang="en-US" altLang="id-ID" b="1" i="1" dirty="0">
                <a:latin typeface="Arial" panose="020B0604020202020204" pitchFamily="34" charset="0"/>
              </a:rPr>
              <a:t>J</a:t>
            </a:r>
            <a:r>
              <a:rPr lang="en-US" altLang="id-ID" b="1" dirty="0">
                <a:latin typeface="Arial" panose="020B0604020202020204" pitchFamily="34" charset="0"/>
              </a:rPr>
              <a:t>, is equal to the current per unit area through any element of cross section. It has the same direction as the velocity of the moving charges if they are positive and the opposite </a:t>
            </a:r>
          </a:p>
          <a:p>
            <a:pPr eaLnBrk="1" hangingPunct="1">
              <a:spcBef>
                <a:spcPct val="0"/>
              </a:spcBef>
              <a:buFontTx/>
              <a:buNone/>
            </a:pPr>
            <a:endParaRPr lang="en-US" altLang="id-ID" sz="1200" b="1" dirty="0">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direction if they are negative.</a:t>
            </a:r>
          </a:p>
          <a:p>
            <a:pPr eaLnBrk="1" hangingPunct="1">
              <a:spcBef>
                <a:spcPct val="0"/>
              </a:spcBef>
              <a:buFontTx/>
              <a:buNone/>
            </a:pPr>
            <a:endParaRPr lang="en-US" altLang="id-ID" sz="1200" dirty="0">
              <a:solidFill>
                <a:srgbClr val="0070C0"/>
              </a:solidFill>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If the current is uniform across the surface and parallel to </a:t>
            </a:r>
            <a:r>
              <a:rPr lang="en-US" altLang="id-ID" sz="2200" b="1" i="1" dirty="0" err="1">
                <a:latin typeface="Arial" panose="020B0604020202020204" pitchFamily="34" charset="0"/>
              </a:rPr>
              <a:t>dA</a:t>
            </a:r>
            <a:r>
              <a:rPr lang="en-US" altLang="id-ID" sz="2200" b="1" dirty="0">
                <a:latin typeface="Arial" panose="020B0604020202020204" pitchFamily="34" charset="0"/>
              </a:rPr>
              <a:t>, then </a:t>
            </a:r>
            <a:r>
              <a:rPr lang="en-US" altLang="id-ID" sz="2200" b="1" i="1" dirty="0">
                <a:latin typeface="Arial" panose="020B0604020202020204" pitchFamily="34" charset="0"/>
              </a:rPr>
              <a:t>J</a:t>
            </a:r>
            <a:r>
              <a:rPr lang="en-US" altLang="id-ID" sz="2200" b="1" dirty="0">
                <a:latin typeface="Arial" panose="020B0604020202020204" pitchFamily="34" charset="0"/>
              </a:rPr>
              <a:t> is also uniform and parallel to </a:t>
            </a:r>
            <a:r>
              <a:rPr lang="en-US" altLang="id-ID" sz="2200" b="1" i="1" dirty="0" err="1">
                <a:latin typeface="Arial" panose="020B0604020202020204" pitchFamily="34" charset="0"/>
              </a:rPr>
              <a:t>dA</a:t>
            </a:r>
            <a:r>
              <a:rPr lang="en-US" altLang="id-ID" sz="2200" b="1" dirty="0" err="1">
                <a:latin typeface="Arial" panose="020B0604020202020204" pitchFamily="34" charset="0"/>
              </a:rPr>
              <a:t>.</a:t>
            </a:r>
            <a:endParaRPr lang="en-US" altLang="id-ID" sz="2200" b="1" dirty="0">
              <a:latin typeface="Arial" panose="020B0604020202020204" pitchFamily="34" charset="0"/>
            </a:endParaRPr>
          </a:p>
          <a:p>
            <a:pPr eaLnBrk="1" hangingPunct="1">
              <a:spcBef>
                <a:spcPct val="0"/>
              </a:spcBef>
              <a:buFontTx/>
              <a:buNone/>
            </a:pPr>
            <a:endParaRPr lang="en-US" altLang="id-ID" sz="1800" dirty="0">
              <a:solidFill>
                <a:srgbClr val="0070C0"/>
              </a:solidFill>
              <a:latin typeface="Arial" panose="020B0604020202020204" pitchFamily="34" charset="0"/>
            </a:endParaRPr>
          </a:p>
          <a:p>
            <a:pPr eaLnBrk="1" hangingPunct="1">
              <a:spcBef>
                <a:spcPct val="0"/>
              </a:spcBef>
              <a:buFontTx/>
              <a:buNone/>
            </a:pPr>
            <a:endParaRPr lang="en-US" altLang="id-ID" sz="1800" dirty="0">
              <a:solidFill>
                <a:srgbClr val="0070C0"/>
              </a:solidFill>
              <a:latin typeface="Arial" panose="020B0604020202020204" pitchFamily="34" charset="0"/>
            </a:endParaRPr>
          </a:p>
          <a:p>
            <a:pPr eaLnBrk="1" hangingPunct="1">
              <a:spcBef>
                <a:spcPct val="0"/>
              </a:spcBef>
              <a:buFontTx/>
              <a:buNone/>
            </a:pPr>
            <a:endParaRPr lang="en-US" altLang="id-ID" sz="1800" dirty="0">
              <a:solidFill>
                <a:srgbClr val="0070C0"/>
              </a:solidFill>
              <a:latin typeface="Arial" panose="020B0604020202020204" pitchFamily="34" charset="0"/>
            </a:endParaRPr>
          </a:p>
          <a:p>
            <a:pPr eaLnBrk="1" hangingPunct="1">
              <a:spcBef>
                <a:spcPct val="0"/>
              </a:spcBef>
              <a:buFontTx/>
              <a:buNone/>
            </a:pPr>
            <a:endParaRPr lang="en-US" altLang="id-ID" sz="1800" dirty="0">
              <a:solidFill>
                <a:srgbClr val="0070C0"/>
              </a:solidFill>
              <a:latin typeface="Arial" panose="020B0604020202020204" pitchFamily="34" charset="0"/>
            </a:endParaRPr>
          </a:p>
          <a:p>
            <a:pPr eaLnBrk="1" hangingPunct="1">
              <a:spcBef>
                <a:spcPct val="0"/>
              </a:spcBef>
              <a:buFontTx/>
              <a:buNone/>
            </a:pPr>
            <a:r>
              <a:rPr lang="en-US" altLang="id-ID" sz="2200" b="1" dirty="0">
                <a:latin typeface="Arial" panose="020B0604020202020204" pitchFamily="34" charset="0"/>
              </a:rPr>
              <a:t>Here, </a:t>
            </a:r>
            <a:r>
              <a:rPr lang="en-US" altLang="id-ID" sz="2200" b="1" i="1" dirty="0">
                <a:latin typeface="Arial" panose="020B0604020202020204" pitchFamily="34" charset="0"/>
              </a:rPr>
              <a:t>A </a:t>
            </a:r>
            <a:r>
              <a:rPr lang="en-US" altLang="id-ID" sz="2200" b="1" dirty="0">
                <a:latin typeface="Arial" panose="020B0604020202020204" pitchFamily="34" charset="0"/>
              </a:rPr>
              <a:t>is the total area of the surface.</a:t>
            </a:r>
            <a:r>
              <a:rPr lang="en-US" altLang="id-ID" sz="2200" b="1" i="1" dirty="0">
                <a:latin typeface="Arial" panose="020B0604020202020204" pitchFamily="34" charset="0"/>
              </a:rPr>
              <a:t> </a:t>
            </a:r>
          </a:p>
          <a:p>
            <a:pPr eaLnBrk="1" hangingPunct="1">
              <a:spcBef>
                <a:spcPct val="0"/>
              </a:spcBef>
              <a:buFontTx/>
              <a:buNone/>
            </a:pPr>
            <a:r>
              <a:rPr lang="en-US" altLang="id-ID" sz="2200" b="1" dirty="0">
                <a:latin typeface="Arial" panose="020B0604020202020204" pitchFamily="34" charset="0"/>
              </a:rPr>
              <a:t>The SI unit for current density is the ampere per square meter </a:t>
            </a:r>
            <a:r>
              <a:rPr lang="en-US" altLang="id-ID" sz="2200" b="1" dirty="0">
                <a:solidFill>
                  <a:srgbClr val="002060"/>
                </a:solidFill>
                <a:latin typeface="Arial" panose="020B0604020202020204" pitchFamily="34" charset="0"/>
              </a:rPr>
              <a:t>(A/m</a:t>
            </a:r>
            <a:r>
              <a:rPr lang="en-US" altLang="id-ID" sz="2200" b="1" baseline="30000" dirty="0">
                <a:solidFill>
                  <a:srgbClr val="002060"/>
                </a:solidFill>
                <a:latin typeface="Arial" panose="020B0604020202020204" pitchFamily="34" charset="0"/>
              </a:rPr>
              <a:t>2</a:t>
            </a:r>
            <a:r>
              <a:rPr lang="en-US" altLang="id-ID" sz="2200" b="1" dirty="0">
                <a:solidFill>
                  <a:srgbClr val="002060"/>
                </a:solidFill>
                <a:latin typeface="Arial" panose="020B0604020202020204" pitchFamily="34" charset="0"/>
              </a:rPr>
              <a:t>).</a:t>
            </a:r>
          </a:p>
        </p:txBody>
      </p:sp>
      <p:sp>
        <p:nvSpPr>
          <p:cNvPr id="11268" name="Rectangle 7">
            <a:extLst>
              <a:ext uri="{FF2B5EF4-FFF2-40B4-BE49-F238E27FC236}">
                <a16:creationId xmlns:a16="http://schemas.microsoft.com/office/drawing/2014/main" id="{94124148-CB47-4F98-865B-342DD4EC03CD}"/>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1269" name="Rectangle 8">
            <a:extLst>
              <a:ext uri="{FF2B5EF4-FFF2-40B4-BE49-F238E27FC236}">
                <a16:creationId xmlns:a16="http://schemas.microsoft.com/office/drawing/2014/main" id="{59E86D52-B89E-465D-86CE-588E9BBF4356}"/>
              </a:ext>
            </a:extLst>
          </p:cNvPr>
          <p:cNvSpPr>
            <a:spLocks noChangeArrowheads="1"/>
          </p:cNvSpPr>
          <p:nvPr/>
        </p:nvSpPr>
        <p:spPr bwMode="auto">
          <a:xfrm>
            <a:off x="0" y="10191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0" name="Rectangle 9">
            <a:extLst>
              <a:ext uri="{FF2B5EF4-FFF2-40B4-BE49-F238E27FC236}">
                <a16:creationId xmlns:a16="http://schemas.microsoft.com/office/drawing/2014/main" id="{3C633E84-2069-4FC9-8E9E-EA1D0839F806}"/>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1271" name="Picture 8">
            <a:extLst>
              <a:ext uri="{FF2B5EF4-FFF2-40B4-BE49-F238E27FC236}">
                <a16:creationId xmlns:a16="http://schemas.microsoft.com/office/drawing/2014/main" id="{459AA01F-6F3E-4BA9-B68C-693D9AF27E4E}"/>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436096" y="3029809"/>
            <a:ext cx="17145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2" name="Rectangle 10">
            <a:extLst>
              <a:ext uri="{FF2B5EF4-FFF2-40B4-BE49-F238E27FC236}">
                <a16:creationId xmlns:a16="http://schemas.microsoft.com/office/drawing/2014/main" id="{B1DC4754-E400-4236-9E8B-8EDDFDEB7A92}"/>
              </a:ext>
            </a:extLst>
          </p:cNvPr>
          <p:cNvSpPr>
            <a:spLocks noChangeArrowheads="1"/>
          </p:cNvSpPr>
          <p:nvPr/>
        </p:nvSpPr>
        <p:spPr bwMode="auto">
          <a:xfrm>
            <a:off x="0" y="12096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1273" name="Rectangle 12">
            <a:extLst>
              <a:ext uri="{FF2B5EF4-FFF2-40B4-BE49-F238E27FC236}">
                <a16:creationId xmlns:a16="http://schemas.microsoft.com/office/drawing/2014/main" id="{26137F21-8177-4A3F-8544-00B880782301}"/>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1274" name="Rectangle 15">
            <a:extLst>
              <a:ext uri="{FF2B5EF4-FFF2-40B4-BE49-F238E27FC236}">
                <a16:creationId xmlns:a16="http://schemas.microsoft.com/office/drawing/2014/main" id="{79C6F8B5-37C1-497E-B74D-49C5B663C98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1275" name="Picture 14">
            <a:extLst>
              <a:ext uri="{FF2B5EF4-FFF2-40B4-BE49-F238E27FC236}">
                <a16:creationId xmlns:a16="http://schemas.microsoft.com/office/drawing/2014/main" id="{C02BC5D4-351A-46CD-B1F8-191DBA5366C6}"/>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214438" y="4638869"/>
            <a:ext cx="542925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76" name="Slide Number Placeholder 11">
            <a:extLst>
              <a:ext uri="{FF2B5EF4-FFF2-40B4-BE49-F238E27FC236}">
                <a16:creationId xmlns:a16="http://schemas.microsoft.com/office/drawing/2014/main" id="{52CA02CB-764A-4B38-99E7-61F6D6418F0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B4B2516-CDD1-4A6E-A6E8-2743526B9C0A}" type="slidenum">
              <a:rPr lang="en-US" altLang="id-ID" sz="1400" smtClean="0"/>
              <a:pPr>
                <a:spcBef>
                  <a:spcPct val="0"/>
                </a:spcBef>
                <a:buFontTx/>
                <a:buNone/>
              </a:pPr>
              <a:t>29</a:t>
            </a:fld>
            <a:endParaRPr lang="en-US" altLang="id-ID"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Box 3">
            <a:extLst>
              <a:ext uri="{FF2B5EF4-FFF2-40B4-BE49-F238E27FC236}">
                <a16:creationId xmlns:a16="http://schemas.microsoft.com/office/drawing/2014/main" id="{107BB6EA-E1E6-43B5-98FB-88804465957D}"/>
              </a:ext>
            </a:extLst>
          </p:cNvPr>
          <p:cNvSpPr txBox="1">
            <a:spLocks noChangeArrowheads="1"/>
          </p:cNvSpPr>
          <p:nvPr/>
        </p:nvSpPr>
        <p:spPr bwMode="auto">
          <a:xfrm>
            <a:off x="971599" y="3857625"/>
            <a:ext cx="7934275" cy="2554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000" b="1" dirty="0">
                <a:latin typeface="Arial" panose="020B0604020202020204" pitchFamily="34" charset="0"/>
              </a:rPr>
              <a:t>When a conductor has a current passing through it, the electrons move randomly, but they tend to </a:t>
            </a:r>
            <a:r>
              <a:rPr lang="en-US" altLang="id-ID" sz="2000" b="1" i="1" dirty="0">
                <a:latin typeface="Arial" panose="020B0604020202020204" pitchFamily="34" charset="0"/>
              </a:rPr>
              <a:t>drift </a:t>
            </a:r>
            <a:r>
              <a:rPr lang="en-US" altLang="id-ID" sz="2000" b="1" dirty="0">
                <a:latin typeface="Arial" panose="020B0604020202020204" pitchFamily="34" charset="0"/>
              </a:rPr>
              <a:t>with a drift speed </a:t>
            </a:r>
            <a:r>
              <a:rPr lang="en-US" altLang="id-ID" sz="2000" b="1" i="1" dirty="0" err="1">
                <a:latin typeface="Arial" panose="020B0604020202020204" pitchFamily="34" charset="0"/>
              </a:rPr>
              <a:t>v</a:t>
            </a:r>
            <a:r>
              <a:rPr lang="en-US" altLang="id-ID" sz="2000" b="1" i="1" baseline="-25000" dirty="0" err="1">
                <a:latin typeface="Arial" panose="020B0604020202020204" pitchFamily="34" charset="0"/>
              </a:rPr>
              <a:t>d</a:t>
            </a:r>
            <a:r>
              <a:rPr lang="en-US" altLang="id-ID" sz="2000" b="1" i="1" dirty="0">
                <a:latin typeface="Arial" panose="020B0604020202020204" pitchFamily="34" charset="0"/>
              </a:rPr>
              <a:t> </a:t>
            </a:r>
            <a:r>
              <a:rPr lang="en-US" altLang="id-ID" sz="2000" b="1" dirty="0">
                <a:latin typeface="Arial" panose="020B0604020202020204" pitchFamily="34" charset="0"/>
              </a:rPr>
              <a:t>in the direction opposite that of the applied electric field that causes the current. </a:t>
            </a:r>
          </a:p>
          <a:p>
            <a:pPr eaLnBrk="1" hangingPunct="1">
              <a:spcBef>
                <a:spcPct val="0"/>
              </a:spcBef>
              <a:buFontTx/>
              <a:buNone/>
            </a:pPr>
            <a:endParaRPr lang="en-US" altLang="id-ID" sz="2000" b="1" dirty="0">
              <a:latin typeface="Arial" panose="020B0604020202020204" pitchFamily="34" charset="0"/>
            </a:endParaRPr>
          </a:p>
          <a:p>
            <a:pPr eaLnBrk="1" hangingPunct="1">
              <a:spcBef>
                <a:spcPct val="0"/>
              </a:spcBef>
              <a:buFontTx/>
              <a:buNone/>
            </a:pPr>
            <a:r>
              <a:rPr lang="en-US" altLang="id-ID" sz="2000" b="1" dirty="0">
                <a:latin typeface="Arial" panose="020B0604020202020204" pitchFamily="34" charset="0"/>
              </a:rPr>
              <a:t>The drift speed is tiny compared with the speeds in the random motion. In the figure, the equivalent drift of positive charge carriers is in the direction of the applied electric field, </a:t>
            </a:r>
            <a:r>
              <a:rPr lang="en-US" altLang="id-ID" sz="2000" b="1" i="1" dirty="0">
                <a:latin typeface="Arial" panose="020B0604020202020204" pitchFamily="34" charset="0"/>
              </a:rPr>
              <a:t>E</a:t>
            </a:r>
            <a:r>
              <a:rPr lang="en-US" altLang="id-ID" sz="2000" b="1" dirty="0">
                <a:latin typeface="Arial" panose="020B0604020202020204" pitchFamily="34" charset="0"/>
              </a:rPr>
              <a:t>.</a:t>
            </a:r>
          </a:p>
        </p:txBody>
      </p:sp>
      <p:sp>
        <p:nvSpPr>
          <p:cNvPr id="12294" name="Rectangle 37">
            <a:extLst>
              <a:ext uri="{FF2B5EF4-FFF2-40B4-BE49-F238E27FC236}">
                <a16:creationId xmlns:a16="http://schemas.microsoft.com/office/drawing/2014/main" id="{B062F740-18D0-4F07-A941-8E263D2741AF}"/>
              </a:ext>
            </a:extLst>
          </p:cNvPr>
          <p:cNvSpPr>
            <a:spLocks noChangeArrowheads="1"/>
          </p:cNvSpPr>
          <p:nvPr/>
        </p:nvSpPr>
        <p:spPr bwMode="auto">
          <a:xfrm>
            <a:off x="1017093" y="1674674"/>
            <a:ext cx="3684390" cy="1754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just">
              <a:spcBef>
                <a:spcPct val="0"/>
              </a:spcBef>
              <a:buFontTx/>
              <a:buNone/>
            </a:pPr>
            <a:r>
              <a:rPr lang="en-US" altLang="id-ID" sz="1800" b="1" dirty="0">
                <a:solidFill>
                  <a:srgbClr val="002060"/>
                </a:solidFill>
                <a:latin typeface="Calibri" panose="020F0502020204030204" pitchFamily="34" charset="0"/>
                <a:cs typeface="Times New Roman" panose="02020603050405020304" pitchFamily="18" charset="0"/>
              </a:rPr>
              <a:t>Fig.3.  Positive charge carriers drift at speed </a:t>
            </a:r>
            <a:r>
              <a:rPr lang="en-US" altLang="id-ID" sz="1800" b="1" dirty="0" err="1">
                <a:solidFill>
                  <a:srgbClr val="002060"/>
                </a:solidFill>
                <a:latin typeface="Calibri" panose="020F0502020204030204" pitchFamily="34" charset="0"/>
                <a:cs typeface="Times New Roman" panose="02020603050405020304" pitchFamily="18" charset="0"/>
              </a:rPr>
              <a:t>V</a:t>
            </a:r>
            <a:r>
              <a:rPr lang="en-US" altLang="id-ID" sz="1800" b="1" baseline="-30000" dirty="0" err="1">
                <a:solidFill>
                  <a:srgbClr val="002060"/>
                </a:solidFill>
                <a:latin typeface="Calibri" panose="020F0502020204030204" pitchFamily="34" charset="0"/>
                <a:cs typeface="Times New Roman" panose="02020603050405020304" pitchFamily="18" charset="0"/>
              </a:rPr>
              <a:t>d</a:t>
            </a:r>
            <a:r>
              <a:rPr lang="en-US" altLang="id-ID" sz="1800" b="1" dirty="0">
                <a:solidFill>
                  <a:srgbClr val="002060"/>
                </a:solidFill>
                <a:latin typeface="Calibri" panose="020F0502020204030204" pitchFamily="34" charset="0"/>
                <a:cs typeface="Times New Roman" panose="02020603050405020304" pitchFamily="18" charset="0"/>
              </a:rPr>
              <a:t> in the direction of applied electric field </a:t>
            </a:r>
            <a:r>
              <a:rPr lang="en-US" altLang="id-ID" sz="1800" b="1" i="1" dirty="0">
                <a:solidFill>
                  <a:srgbClr val="002060"/>
                </a:solidFill>
                <a:latin typeface="Calibri" panose="020F0502020204030204" pitchFamily="34" charset="0"/>
                <a:cs typeface="Times New Roman" panose="02020603050405020304" pitchFamily="18" charset="0"/>
              </a:rPr>
              <a:t>E</a:t>
            </a:r>
            <a:r>
              <a:rPr lang="en-US" altLang="id-ID" sz="1800" b="1" dirty="0">
                <a:solidFill>
                  <a:srgbClr val="002060"/>
                </a:solidFill>
                <a:latin typeface="Calibri" panose="020F0502020204030204" pitchFamily="34" charset="0"/>
                <a:cs typeface="Times New Roman" panose="02020603050405020304" pitchFamily="18" charset="0"/>
              </a:rPr>
              <a:t>. By convention, the direction of the current density </a:t>
            </a:r>
            <a:r>
              <a:rPr lang="en-US" altLang="id-ID" sz="1800" b="1" i="1" dirty="0">
                <a:solidFill>
                  <a:srgbClr val="002060"/>
                </a:solidFill>
                <a:latin typeface="Calibri" panose="020F0502020204030204" pitchFamily="34" charset="0"/>
                <a:cs typeface="Times New Roman" panose="02020603050405020304" pitchFamily="18" charset="0"/>
              </a:rPr>
              <a:t>J </a:t>
            </a:r>
            <a:r>
              <a:rPr lang="en-US" altLang="id-ID" sz="1800" b="1" dirty="0">
                <a:solidFill>
                  <a:srgbClr val="002060"/>
                </a:solidFill>
                <a:latin typeface="Calibri" panose="020F0502020204030204" pitchFamily="34" charset="0"/>
                <a:cs typeface="Times New Roman" panose="02020603050405020304" pitchFamily="18" charset="0"/>
              </a:rPr>
              <a:t> and the sense of the current arrow are drawn in that same direction.</a:t>
            </a:r>
            <a:endParaRPr lang="en-US" altLang="id-ID" sz="1800" dirty="0">
              <a:solidFill>
                <a:srgbClr val="002060"/>
              </a:solidFill>
              <a:latin typeface="Arial" panose="020B0604020202020204" pitchFamily="34" charset="0"/>
            </a:endParaRPr>
          </a:p>
        </p:txBody>
      </p:sp>
      <p:sp>
        <p:nvSpPr>
          <p:cNvPr id="12298" name="Rectangle 41">
            <a:extLst>
              <a:ext uri="{FF2B5EF4-FFF2-40B4-BE49-F238E27FC236}">
                <a16:creationId xmlns:a16="http://schemas.microsoft.com/office/drawing/2014/main" id="{8E003E26-8C45-4B31-BCE2-CB6DFAEB38CA}"/>
              </a:ext>
            </a:extLst>
          </p:cNvPr>
          <p:cNvSpPr>
            <a:spLocks noChangeArrowheads="1"/>
          </p:cNvSpPr>
          <p:nvPr/>
        </p:nvSpPr>
        <p:spPr bwMode="auto">
          <a:xfrm>
            <a:off x="3314723" y="728931"/>
            <a:ext cx="32480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8FD5"/>
                </a:solidFill>
                <a:latin typeface="Arial" panose="020B0604020202020204" pitchFamily="34" charset="0"/>
                <a:cs typeface="Arial" panose="020B0604020202020204" pitchFamily="34" charset="0"/>
              </a:rPr>
              <a:t>Current Density (cont.)</a:t>
            </a:r>
            <a:endParaRPr lang="en-US" altLang="id-ID" sz="2200" dirty="0">
              <a:solidFill>
                <a:srgbClr val="008FD5"/>
              </a:solidFill>
              <a:latin typeface="Arial" panose="020B0604020202020204" pitchFamily="34" charset="0"/>
            </a:endParaRPr>
          </a:p>
        </p:txBody>
      </p:sp>
      <p:sp>
        <p:nvSpPr>
          <p:cNvPr id="12299" name="Slide Number Placeholder 41">
            <a:extLst>
              <a:ext uri="{FF2B5EF4-FFF2-40B4-BE49-F238E27FC236}">
                <a16:creationId xmlns:a16="http://schemas.microsoft.com/office/drawing/2014/main" id="{EC76A110-1EA6-4D3C-B38C-D43398B16EA8}"/>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19C46863-D826-4DB0-BA2D-91C7DFD6CEAB}" type="slidenum">
              <a:rPr lang="en-US" altLang="id-ID" sz="1400" smtClean="0"/>
              <a:pPr>
                <a:spcBef>
                  <a:spcPct val="0"/>
                </a:spcBef>
                <a:buFontTx/>
                <a:buNone/>
              </a:pPr>
              <a:t>30</a:t>
            </a:fld>
            <a:endParaRPr lang="en-US" altLang="id-ID" sz="1400"/>
          </a:p>
        </p:txBody>
      </p:sp>
      <p:pic>
        <p:nvPicPr>
          <p:cNvPr id="3" name="Picture 2">
            <a:extLst>
              <a:ext uri="{FF2B5EF4-FFF2-40B4-BE49-F238E27FC236}">
                <a16:creationId xmlns:a16="http://schemas.microsoft.com/office/drawing/2014/main" id="{7D3310FF-EA1A-43BE-A9EB-E9D9F264BC87}"/>
              </a:ext>
            </a:extLst>
          </p:cNvPr>
          <p:cNvPicPr>
            <a:picLocks noChangeAspect="1"/>
          </p:cNvPicPr>
          <p:nvPr/>
        </p:nvPicPr>
        <p:blipFill>
          <a:blip r:embed="rId2"/>
          <a:stretch>
            <a:fillRect/>
          </a:stretch>
        </p:blipFill>
        <p:spPr>
          <a:xfrm>
            <a:off x="5014018" y="1194340"/>
            <a:ext cx="3429000" cy="2592893"/>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2">
            <a:extLst>
              <a:ext uri="{FF2B5EF4-FFF2-40B4-BE49-F238E27FC236}">
                <a16:creationId xmlns:a16="http://schemas.microsoft.com/office/drawing/2014/main" id="{710F3F3B-4795-4F8C-8C8B-8FF3ACBC1A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0C34888-2C81-4782-A54B-149D1B36ECB6}" type="slidenum">
              <a:rPr lang="en-US" altLang="id-ID" sz="1400" smtClean="0"/>
              <a:pPr>
                <a:spcBef>
                  <a:spcPct val="0"/>
                </a:spcBef>
                <a:buFontTx/>
                <a:buNone/>
              </a:pPr>
              <a:t>31</a:t>
            </a:fld>
            <a:endParaRPr lang="en-US" altLang="id-ID" sz="1400"/>
          </a:p>
        </p:txBody>
      </p:sp>
      <p:sp>
        <p:nvSpPr>
          <p:cNvPr id="13315" name="Rectangle 2">
            <a:extLst>
              <a:ext uri="{FF2B5EF4-FFF2-40B4-BE49-F238E27FC236}">
                <a16:creationId xmlns:a16="http://schemas.microsoft.com/office/drawing/2014/main" id="{D8120F2C-0985-4D18-9AEE-0666034231C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3316" name="Picture 1">
            <a:extLst>
              <a:ext uri="{FF2B5EF4-FFF2-40B4-BE49-F238E27FC236}">
                <a16:creationId xmlns:a16="http://schemas.microsoft.com/office/drawing/2014/main" id="{C6AE628C-724B-4825-9DA1-CEA99A313A9D}"/>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81289" y="4500564"/>
            <a:ext cx="4143375"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5">
            <a:extLst>
              <a:ext uri="{FF2B5EF4-FFF2-40B4-BE49-F238E27FC236}">
                <a16:creationId xmlns:a16="http://schemas.microsoft.com/office/drawing/2014/main" id="{09E1D82E-B939-47C0-A4B4-78C4EBAC298F}"/>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18" name="Rectangle 6">
            <a:extLst>
              <a:ext uri="{FF2B5EF4-FFF2-40B4-BE49-F238E27FC236}">
                <a16:creationId xmlns:a16="http://schemas.microsoft.com/office/drawing/2014/main" id="{9737CF25-690B-4AC0-9FE6-25B3AD3778F3}"/>
              </a:ext>
            </a:extLst>
          </p:cNvPr>
          <p:cNvSpPr>
            <a:spLocks noChangeArrowheads="1"/>
          </p:cNvSpPr>
          <p:nvPr/>
        </p:nvSpPr>
        <p:spPr bwMode="auto">
          <a:xfrm>
            <a:off x="0" y="100965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6" name="Right Arrow 15">
            <a:extLst>
              <a:ext uri="{FF2B5EF4-FFF2-40B4-BE49-F238E27FC236}">
                <a16:creationId xmlns:a16="http://schemas.microsoft.com/office/drawing/2014/main" id="{ED16430A-67BB-4D45-95EE-20BCF0E287D2}"/>
              </a:ext>
            </a:extLst>
          </p:cNvPr>
          <p:cNvSpPr/>
          <p:nvPr/>
        </p:nvSpPr>
        <p:spPr>
          <a:xfrm>
            <a:off x="5224476" y="5786439"/>
            <a:ext cx="444500" cy="255587"/>
          </a:xfrm>
          <a:prstGeom prst="rightArrow">
            <a:avLst/>
          </a:prstGeom>
        </p:spPr>
        <p:style>
          <a:lnRef idx="2">
            <a:schemeClr val="accent2"/>
          </a:lnRef>
          <a:fillRef idx="1">
            <a:schemeClr val="lt1"/>
          </a:fillRef>
          <a:effectRef idx="0">
            <a:schemeClr val="accent2"/>
          </a:effectRef>
          <a:fontRef idx="minor">
            <a:schemeClr val="dk1"/>
          </a:fontRef>
        </p:style>
        <p:txBody>
          <a:bodyPr anchor="ctr"/>
          <a:lstStyle/>
          <a:p>
            <a:pPr algn="ctr" eaLnBrk="1" hangingPunct="1">
              <a:defRPr/>
            </a:pPr>
            <a:endParaRPr lang="en-US">
              <a:solidFill>
                <a:srgbClr val="000000"/>
              </a:solidFill>
            </a:endParaRPr>
          </a:p>
        </p:txBody>
      </p:sp>
      <p:sp>
        <p:nvSpPr>
          <p:cNvPr id="13320" name="Rectangle 12">
            <a:extLst>
              <a:ext uri="{FF2B5EF4-FFF2-40B4-BE49-F238E27FC236}">
                <a16:creationId xmlns:a16="http://schemas.microsoft.com/office/drawing/2014/main" id="{608D8E1C-1D5C-4A2F-A035-0487EECA09D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3321" name="Picture 11">
            <a:extLst>
              <a:ext uri="{FF2B5EF4-FFF2-40B4-BE49-F238E27FC236}">
                <a16:creationId xmlns:a16="http://schemas.microsoft.com/office/drawing/2014/main" id="{B79B39DB-D8BF-41E2-A2E8-145F91293223}"/>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092838" y="5628482"/>
            <a:ext cx="1785938"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2" name="Rectangle 14">
            <a:extLst>
              <a:ext uri="{FF2B5EF4-FFF2-40B4-BE49-F238E27FC236}">
                <a16:creationId xmlns:a16="http://schemas.microsoft.com/office/drawing/2014/main" id="{3F9F2A50-667F-4020-AE3F-54F56AD25DE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pic>
        <p:nvPicPr>
          <p:cNvPr id="13323" name="Picture 13">
            <a:extLst>
              <a:ext uri="{FF2B5EF4-FFF2-40B4-BE49-F238E27FC236}">
                <a16:creationId xmlns:a16="http://schemas.microsoft.com/office/drawing/2014/main" id="{A5763269-C90A-4484-902A-C838302795F7}"/>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366976" y="5357814"/>
            <a:ext cx="2433638"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24" name="Rectangle 15">
            <a:extLst>
              <a:ext uri="{FF2B5EF4-FFF2-40B4-BE49-F238E27FC236}">
                <a16:creationId xmlns:a16="http://schemas.microsoft.com/office/drawing/2014/main" id="{6999B9FF-448D-400F-BC23-0890E459BEA7}"/>
              </a:ext>
            </a:extLst>
          </p:cNvPr>
          <p:cNvSpPr>
            <a:spLocks noChangeArrowheads="1"/>
          </p:cNvSpPr>
          <p:nvPr/>
        </p:nvSpPr>
        <p:spPr bwMode="auto">
          <a:xfrm>
            <a:off x="0" y="12858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3325" name="Rectangle 16">
            <a:extLst>
              <a:ext uri="{FF2B5EF4-FFF2-40B4-BE49-F238E27FC236}">
                <a16:creationId xmlns:a16="http://schemas.microsoft.com/office/drawing/2014/main" id="{DEEB73E6-9618-4FF0-8911-C086DC17777B}"/>
              </a:ext>
            </a:extLst>
          </p:cNvPr>
          <p:cNvSpPr>
            <a:spLocks noChangeArrowheads="1"/>
          </p:cNvSpPr>
          <p:nvPr/>
        </p:nvSpPr>
        <p:spPr bwMode="auto">
          <a:xfrm>
            <a:off x="3071813" y="428625"/>
            <a:ext cx="3324225" cy="430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sz="2200" b="1" dirty="0">
                <a:solidFill>
                  <a:srgbClr val="008FD5"/>
                </a:solidFill>
                <a:latin typeface="Arial" panose="020B0604020202020204" pitchFamily="34" charset="0"/>
                <a:cs typeface="Arial" panose="020B0604020202020204" pitchFamily="34" charset="0"/>
              </a:rPr>
              <a:t>Current Density (cont.)</a:t>
            </a:r>
            <a:endParaRPr lang="en-US" altLang="id-ID" sz="2200" dirty="0">
              <a:solidFill>
                <a:srgbClr val="008FD5"/>
              </a:solidFill>
              <a:latin typeface="Arial" panose="020B0604020202020204" pitchFamily="34" charset="0"/>
            </a:endParaRPr>
          </a:p>
        </p:txBody>
      </p:sp>
      <p:sp>
        <p:nvSpPr>
          <p:cNvPr id="13326" name="Rectangle 13">
            <a:extLst>
              <a:ext uri="{FF2B5EF4-FFF2-40B4-BE49-F238E27FC236}">
                <a16:creationId xmlns:a16="http://schemas.microsoft.com/office/drawing/2014/main" id="{153F827C-3F8E-482B-B64C-3DA323E0F4C7}"/>
              </a:ext>
            </a:extLst>
          </p:cNvPr>
          <p:cNvSpPr>
            <a:spLocks noChangeArrowheads="1"/>
          </p:cNvSpPr>
          <p:nvPr/>
        </p:nvSpPr>
        <p:spPr bwMode="auto">
          <a:xfrm>
            <a:off x="943595" y="1489869"/>
            <a:ext cx="7743205" cy="178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US" altLang="id-ID" b="1" dirty="0">
                <a:latin typeface="Arial" panose="020B0604020202020204" pitchFamily="34" charset="0"/>
              </a:rPr>
              <a:t>The total charge of the carriers in the length </a:t>
            </a:r>
            <a:r>
              <a:rPr lang="en-US" altLang="id-ID" b="1" i="1" dirty="0">
                <a:latin typeface="Arial" panose="020B0604020202020204" pitchFamily="34" charset="0"/>
              </a:rPr>
              <a:t>L, </a:t>
            </a:r>
            <a:r>
              <a:rPr lang="en-US" altLang="id-ID" b="1" dirty="0">
                <a:latin typeface="Arial" panose="020B0604020202020204" pitchFamily="34" charset="0"/>
              </a:rPr>
              <a:t>each with charge </a:t>
            </a:r>
            <a:r>
              <a:rPr lang="en-US" altLang="id-ID" b="1" i="1" dirty="0">
                <a:latin typeface="Arial" panose="020B0604020202020204" pitchFamily="34" charset="0"/>
              </a:rPr>
              <a:t>e, </a:t>
            </a:r>
            <a:r>
              <a:rPr lang="en-US" altLang="id-ID" b="1" dirty="0">
                <a:latin typeface="Arial" panose="020B0604020202020204" pitchFamily="34" charset="0"/>
              </a:rPr>
              <a:t>is then : </a:t>
            </a:r>
            <a:r>
              <a:rPr lang="en-US" altLang="id-ID" b="1" i="1" dirty="0">
                <a:solidFill>
                  <a:srgbClr val="0070C0"/>
                </a:solidFill>
                <a:latin typeface="Arial" panose="020B0604020202020204" pitchFamily="34" charset="0"/>
              </a:rPr>
              <a:t>q = (</a:t>
            </a:r>
            <a:r>
              <a:rPr lang="en-US" altLang="id-ID" b="1" i="1" dirty="0" err="1">
                <a:solidFill>
                  <a:srgbClr val="0070C0"/>
                </a:solidFill>
                <a:latin typeface="Arial" panose="020B0604020202020204" pitchFamily="34" charset="0"/>
              </a:rPr>
              <a:t>nAL</a:t>
            </a:r>
            <a:r>
              <a:rPr lang="en-US" altLang="id-ID" b="1" i="1" dirty="0">
                <a:solidFill>
                  <a:srgbClr val="0070C0"/>
                </a:solidFill>
                <a:latin typeface="Arial" panose="020B0604020202020204" pitchFamily="34" charset="0"/>
              </a:rPr>
              <a:t>)e.</a:t>
            </a:r>
          </a:p>
          <a:p>
            <a:pPr eaLnBrk="1" hangingPunct="1">
              <a:spcBef>
                <a:spcPct val="0"/>
              </a:spcBef>
              <a:buFontTx/>
              <a:buNone/>
            </a:pPr>
            <a:endParaRPr lang="en-US" altLang="id-ID" sz="1400" b="1" dirty="0">
              <a:solidFill>
                <a:srgbClr val="0070C0"/>
              </a:solidFill>
              <a:latin typeface="Arial" panose="020B0604020202020204" pitchFamily="34" charset="0"/>
            </a:endParaRPr>
          </a:p>
          <a:p>
            <a:pPr eaLnBrk="1" hangingPunct="1">
              <a:spcBef>
                <a:spcPct val="0"/>
              </a:spcBef>
              <a:buFontTx/>
              <a:buNone/>
            </a:pPr>
            <a:r>
              <a:rPr lang="en-US" altLang="id-ID" b="1" dirty="0">
                <a:latin typeface="Arial" panose="020B0604020202020204" pitchFamily="34" charset="0"/>
              </a:rPr>
              <a:t>The total charge moves through any cross section of the wire in the time interval : </a:t>
            </a:r>
          </a:p>
        </p:txBody>
      </p:sp>
      <p:pic>
        <p:nvPicPr>
          <p:cNvPr id="17" name="Picture 5">
            <a:extLst>
              <a:ext uri="{FF2B5EF4-FFF2-40B4-BE49-F238E27FC236}">
                <a16:creationId xmlns:a16="http://schemas.microsoft.com/office/drawing/2014/main" id="{07105634-6540-41BD-B0A6-C8BDA8ED46F3}"/>
              </a:ext>
            </a:extLst>
          </p:cNvPr>
          <p:cNvPicPr>
            <a:picLocks noChangeAspect="1" noChangeArrowheads="1"/>
          </p:cNvPicPr>
          <p:nvPr/>
        </p:nvPicPr>
        <p:blipFill>
          <a:blip r:embed="rId5" cstate="print">
            <a:duotone>
              <a:schemeClr val="accent6">
                <a:shade val="45000"/>
                <a:satMod val="135000"/>
              </a:schemeClr>
              <a:prstClr val="white"/>
            </a:duotone>
          </a:blip>
          <a:srcRect/>
          <a:stretch>
            <a:fillRect/>
          </a:stretch>
        </p:blipFill>
        <p:spPr bwMode="auto">
          <a:xfrm>
            <a:off x="3581400" y="3429000"/>
            <a:ext cx="1428760" cy="928694"/>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2">
            <a:extLst>
              <a:ext uri="{FF2B5EF4-FFF2-40B4-BE49-F238E27FC236}">
                <a16:creationId xmlns:a16="http://schemas.microsoft.com/office/drawing/2014/main" id="{710F3F3B-4795-4F8C-8C8B-8FF3ACBC1AE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A0C34888-2C81-4782-A54B-149D1B36ECB6}" type="slidenum">
              <a:rPr lang="en-US" altLang="id-ID" sz="1400" smtClean="0"/>
              <a:pPr>
                <a:spcBef>
                  <a:spcPct val="0"/>
                </a:spcBef>
                <a:buFontTx/>
                <a:buNone/>
              </a:pPr>
              <a:t>32</a:t>
            </a:fld>
            <a:endParaRPr lang="en-US" altLang="id-ID" sz="1400"/>
          </a:p>
        </p:txBody>
      </p:sp>
      <p:sp>
        <p:nvSpPr>
          <p:cNvPr id="13315" name="Rectangle 2">
            <a:extLst>
              <a:ext uri="{FF2B5EF4-FFF2-40B4-BE49-F238E27FC236}">
                <a16:creationId xmlns:a16="http://schemas.microsoft.com/office/drawing/2014/main" id="{D8120F2C-0985-4D18-9AEE-0666034231C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17" name="Rectangle 5">
            <a:extLst>
              <a:ext uri="{FF2B5EF4-FFF2-40B4-BE49-F238E27FC236}">
                <a16:creationId xmlns:a16="http://schemas.microsoft.com/office/drawing/2014/main" id="{09E1D82E-B939-47C0-A4B4-78C4EBAC298F}"/>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18" name="Rectangle 6">
            <a:extLst>
              <a:ext uri="{FF2B5EF4-FFF2-40B4-BE49-F238E27FC236}">
                <a16:creationId xmlns:a16="http://schemas.microsoft.com/office/drawing/2014/main" id="{9737CF25-690B-4AC0-9FE6-25B3AD3778F3}"/>
              </a:ext>
            </a:extLst>
          </p:cNvPr>
          <p:cNvSpPr>
            <a:spLocks noChangeArrowheads="1"/>
          </p:cNvSpPr>
          <p:nvPr/>
        </p:nvSpPr>
        <p:spPr bwMode="auto">
          <a:xfrm>
            <a:off x="0" y="100965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sp>
        <p:nvSpPr>
          <p:cNvPr id="13320" name="Rectangle 12">
            <a:extLst>
              <a:ext uri="{FF2B5EF4-FFF2-40B4-BE49-F238E27FC236}">
                <a16:creationId xmlns:a16="http://schemas.microsoft.com/office/drawing/2014/main" id="{608D8E1C-1D5C-4A2F-A035-0487EECA09D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22" name="Rectangle 14">
            <a:extLst>
              <a:ext uri="{FF2B5EF4-FFF2-40B4-BE49-F238E27FC236}">
                <a16:creationId xmlns:a16="http://schemas.microsoft.com/office/drawing/2014/main" id="{3F9F2A50-667F-4020-AE3F-54F56AD25DE2}"/>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endParaRPr lang="id-ID" altLang="id-ID" sz="1200">
              <a:latin typeface="Arial" panose="020B0604020202020204" pitchFamily="34" charset="0"/>
            </a:endParaRPr>
          </a:p>
        </p:txBody>
      </p:sp>
      <p:sp>
        <p:nvSpPr>
          <p:cNvPr id="13324" name="Rectangle 15">
            <a:extLst>
              <a:ext uri="{FF2B5EF4-FFF2-40B4-BE49-F238E27FC236}">
                <a16:creationId xmlns:a16="http://schemas.microsoft.com/office/drawing/2014/main" id="{6999B9FF-448D-400F-BC23-0890E459BEA7}"/>
              </a:ext>
            </a:extLst>
          </p:cNvPr>
          <p:cNvSpPr>
            <a:spLocks noChangeArrowheads="1"/>
          </p:cNvSpPr>
          <p:nvPr/>
        </p:nvSpPr>
        <p:spPr bwMode="auto">
          <a:xfrm>
            <a:off x="0" y="1285875"/>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endParaRPr lang="id-ID" altLang="id-ID" sz="1200">
              <a:latin typeface="Arial" panose="020B0604020202020204" pitchFamily="34" charset="0"/>
            </a:endParaRPr>
          </a:p>
        </p:txBody>
      </p:sp>
      <p:pic>
        <p:nvPicPr>
          <p:cNvPr id="2" name="Picture 1">
            <a:extLst>
              <a:ext uri="{FF2B5EF4-FFF2-40B4-BE49-F238E27FC236}">
                <a16:creationId xmlns:a16="http://schemas.microsoft.com/office/drawing/2014/main" id="{B36EFA71-4968-4E0F-9731-DEE3D641C68C}"/>
              </a:ext>
            </a:extLst>
          </p:cNvPr>
          <p:cNvPicPr>
            <a:picLocks noChangeAspect="1"/>
          </p:cNvPicPr>
          <p:nvPr/>
        </p:nvPicPr>
        <p:blipFill>
          <a:blip r:embed="rId2"/>
          <a:stretch>
            <a:fillRect/>
          </a:stretch>
        </p:blipFill>
        <p:spPr>
          <a:xfrm>
            <a:off x="1069470" y="1743075"/>
            <a:ext cx="5048779" cy="3133725"/>
          </a:xfrm>
          <a:prstGeom prst="rect">
            <a:avLst/>
          </a:prstGeom>
        </p:spPr>
      </p:pic>
      <p:pic>
        <p:nvPicPr>
          <p:cNvPr id="3" name="Picture 2">
            <a:extLst>
              <a:ext uri="{FF2B5EF4-FFF2-40B4-BE49-F238E27FC236}">
                <a16:creationId xmlns:a16="http://schemas.microsoft.com/office/drawing/2014/main" id="{43449CED-5BED-424F-8DA2-93E574383BA4}"/>
              </a:ext>
            </a:extLst>
          </p:cNvPr>
          <p:cNvPicPr>
            <a:picLocks noChangeAspect="1"/>
          </p:cNvPicPr>
          <p:nvPr/>
        </p:nvPicPr>
        <p:blipFill>
          <a:blip r:embed="rId3"/>
          <a:stretch>
            <a:fillRect/>
          </a:stretch>
        </p:blipFill>
        <p:spPr>
          <a:xfrm>
            <a:off x="6628419" y="1660880"/>
            <a:ext cx="2077431" cy="3588775"/>
          </a:xfrm>
          <a:prstGeom prst="rect">
            <a:avLst/>
          </a:prstGeom>
        </p:spPr>
      </p:pic>
      <p:sp>
        <p:nvSpPr>
          <p:cNvPr id="18" name="Rectangle 8">
            <a:extLst>
              <a:ext uri="{FF2B5EF4-FFF2-40B4-BE49-F238E27FC236}">
                <a16:creationId xmlns:a16="http://schemas.microsoft.com/office/drawing/2014/main" id="{6459109A-B7C0-4F41-AD2D-383F43B6E9E4}"/>
              </a:ext>
            </a:extLst>
          </p:cNvPr>
          <p:cNvSpPr>
            <a:spLocks noChangeArrowheads="1"/>
          </p:cNvSpPr>
          <p:nvPr/>
        </p:nvSpPr>
        <p:spPr bwMode="auto">
          <a:xfrm>
            <a:off x="3276600" y="954088"/>
            <a:ext cx="3571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HK" altLang="id-ID" b="1" dirty="0">
                <a:solidFill>
                  <a:srgbClr val="008FD5"/>
                </a:solidFill>
                <a:latin typeface="Arial" panose="020B0604020202020204" pitchFamily="34" charset="0"/>
                <a:cs typeface="Arial" panose="020B0604020202020204" pitchFamily="34" charset="0"/>
              </a:rPr>
              <a:t>3. AC and DC Current</a:t>
            </a:r>
            <a:endParaRPr lang="en-US" altLang="id-ID" b="1" i="1" dirty="0">
              <a:solidFill>
                <a:srgbClr val="008FD5"/>
              </a:solidFill>
              <a:latin typeface="Arial" panose="020B0604020202020204" pitchFamily="34" charset="0"/>
              <a:cs typeface="Arial" panose="020B0604020202020204" pitchFamily="34" charset="0"/>
            </a:endParaRPr>
          </a:p>
        </p:txBody>
      </p:sp>
      <p:sp>
        <p:nvSpPr>
          <p:cNvPr id="4" name="Rectangle 3">
            <a:extLst>
              <a:ext uri="{FF2B5EF4-FFF2-40B4-BE49-F238E27FC236}">
                <a16:creationId xmlns:a16="http://schemas.microsoft.com/office/drawing/2014/main" id="{F0924E30-B987-4BEE-8491-7CC080F553B2}"/>
              </a:ext>
            </a:extLst>
          </p:cNvPr>
          <p:cNvSpPr/>
          <p:nvPr/>
        </p:nvSpPr>
        <p:spPr>
          <a:xfrm>
            <a:off x="533400" y="5525880"/>
            <a:ext cx="7802539" cy="923330"/>
          </a:xfrm>
          <a:prstGeom prst="rect">
            <a:avLst/>
          </a:prstGeom>
        </p:spPr>
        <p:txBody>
          <a:bodyPr wrap="square">
            <a:spAutoFit/>
          </a:bodyPr>
          <a:lstStyle/>
          <a:p>
            <a:r>
              <a:rPr lang="en-US" dirty="0">
                <a:solidFill>
                  <a:srgbClr val="303030"/>
                </a:solidFill>
                <a:latin typeface="Barlow"/>
              </a:rPr>
              <a:t>Alternators create AC power by spinning a wire loop inside a magnetic field. This wave-like motion means that AC power can travel farther than DC power, a huge advantage when it comes to delivering power to consumers via power outlets.</a:t>
            </a:r>
            <a:endParaRPr lang="en-HK"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0135EA-9060-4B42-BA0F-26236E8C68CB}"/>
              </a:ext>
            </a:extLst>
          </p:cNvPr>
          <p:cNvSpPr/>
          <p:nvPr/>
        </p:nvSpPr>
        <p:spPr>
          <a:xfrm>
            <a:off x="1066800" y="1600200"/>
            <a:ext cx="7772400" cy="1477328"/>
          </a:xfrm>
          <a:prstGeom prst="rect">
            <a:avLst/>
          </a:prstGeom>
        </p:spPr>
        <p:txBody>
          <a:bodyPr wrap="square">
            <a:spAutoFit/>
          </a:bodyPr>
          <a:lstStyle/>
          <a:p>
            <a:pPr algn="just"/>
            <a:r>
              <a:rPr lang="en-HK" dirty="0">
                <a:latin typeface="Times-Roman"/>
              </a:rPr>
              <a:t>Historically, DC </a:t>
            </a:r>
            <a:r>
              <a:rPr lang="en-US" dirty="0">
                <a:latin typeface="Times-Roman"/>
              </a:rPr>
              <a:t>sources were the main means of providing electric power up until the late 1800s. At the end of that century, the battle of direct current versus alternating current began. Both had their advocates among the electrical engineers of the time. Because ac is more efficient and economical to transmit over long distances, ac systems ended up the winner.</a:t>
            </a:r>
            <a:endParaRPr lang="en-HK" dirty="0"/>
          </a:p>
        </p:txBody>
      </p:sp>
      <p:pic>
        <p:nvPicPr>
          <p:cNvPr id="7" name="Picture 6">
            <a:extLst>
              <a:ext uri="{FF2B5EF4-FFF2-40B4-BE49-F238E27FC236}">
                <a16:creationId xmlns:a16="http://schemas.microsoft.com/office/drawing/2014/main" id="{E6E4ECDA-E609-4D8C-A885-6A9F4058301F}"/>
              </a:ext>
            </a:extLst>
          </p:cNvPr>
          <p:cNvPicPr>
            <a:picLocks noChangeAspect="1"/>
          </p:cNvPicPr>
          <p:nvPr/>
        </p:nvPicPr>
        <p:blipFill>
          <a:blip r:embed="rId2"/>
          <a:stretch>
            <a:fillRect/>
          </a:stretch>
        </p:blipFill>
        <p:spPr>
          <a:xfrm>
            <a:off x="1085850" y="3195067"/>
            <a:ext cx="4568746" cy="968017"/>
          </a:xfrm>
          <a:prstGeom prst="rect">
            <a:avLst/>
          </a:prstGeom>
        </p:spPr>
      </p:pic>
      <p:pic>
        <p:nvPicPr>
          <p:cNvPr id="9" name="Picture 8">
            <a:extLst>
              <a:ext uri="{FF2B5EF4-FFF2-40B4-BE49-F238E27FC236}">
                <a16:creationId xmlns:a16="http://schemas.microsoft.com/office/drawing/2014/main" id="{8B4AAD30-07D5-4D52-9578-6631BA73706A}"/>
              </a:ext>
            </a:extLst>
          </p:cNvPr>
          <p:cNvPicPr>
            <a:picLocks noChangeAspect="1"/>
          </p:cNvPicPr>
          <p:nvPr/>
        </p:nvPicPr>
        <p:blipFill>
          <a:blip r:embed="rId3"/>
          <a:stretch>
            <a:fillRect/>
          </a:stretch>
        </p:blipFill>
        <p:spPr>
          <a:xfrm>
            <a:off x="1447800" y="4785174"/>
            <a:ext cx="2819401" cy="1118738"/>
          </a:xfrm>
          <a:prstGeom prst="rect">
            <a:avLst/>
          </a:prstGeom>
        </p:spPr>
      </p:pic>
      <p:pic>
        <p:nvPicPr>
          <p:cNvPr id="10" name="Picture 9">
            <a:extLst>
              <a:ext uri="{FF2B5EF4-FFF2-40B4-BE49-F238E27FC236}">
                <a16:creationId xmlns:a16="http://schemas.microsoft.com/office/drawing/2014/main" id="{63CF1201-04DE-4598-8251-125CD4E7F17D}"/>
              </a:ext>
            </a:extLst>
          </p:cNvPr>
          <p:cNvPicPr>
            <a:picLocks noChangeAspect="1"/>
          </p:cNvPicPr>
          <p:nvPr/>
        </p:nvPicPr>
        <p:blipFill>
          <a:blip r:embed="rId4"/>
          <a:stretch>
            <a:fillRect/>
          </a:stretch>
        </p:blipFill>
        <p:spPr>
          <a:xfrm>
            <a:off x="4772025" y="4280623"/>
            <a:ext cx="2952750" cy="2361268"/>
          </a:xfrm>
          <a:prstGeom prst="rect">
            <a:avLst/>
          </a:prstGeom>
        </p:spPr>
      </p:pic>
      <p:sp>
        <p:nvSpPr>
          <p:cNvPr id="8" name="Rectangle 8">
            <a:extLst>
              <a:ext uri="{FF2B5EF4-FFF2-40B4-BE49-F238E27FC236}">
                <a16:creationId xmlns:a16="http://schemas.microsoft.com/office/drawing/2014/main" id="{C30B7E95-CFD0-4578-81E0-DFB2361B0BF6}"/>
              </a:ext>
            </a:extLst>
          </p:cNvPr>
          <p:cNvSpPr>
            <a:spLocks noChangeArrowheads="1"/>
          </p:cNvSpPr>
          <p:nvPr/>
        </p:nvSpPr>
        <p:spPr bwMode="auto">
          <a:xfrm>
            <a:off x="3276600" y="954088"/>
            <a:ext cx="35718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eaLnBrk="1" hangingPunct="1">
              <a:spcBef>
                <a:spcPct val="0"/>
              </a:spcBef>
              <a:buFontTx/>
              <a:buNone/>
            </a:pPr>
            <a:r>
              <a:rPr lang="en-HK" altLang="id-ID" b="1" dirty="0">
                <a:solidFill>
                  <a:srgbClr val="008FD5"/>
                </a:solidFill>
                <a:latin typeface="Arial" panose="020B0604020202020204" pitchFamily="34" charset="0"/>
                <a:cs typeface="Arial" panose="020B0604020202020204" pitchFamily="34" charset="0"/>
              </a:rPr>
              <a:t>3. AC and DC Current</a:t>
            </a:r>
            <a:endParaRPr lang="en-US" altLang="id-ID" b="1" i="1" dirty="0">
              <a:solidFill>
                <a:srgbClr val="008FD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14498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a:extLst>
              <a:ext uri="{FF2B5EF4-FFF2-40B4-BE49-F238E27FC236}">
                <a16:creationId xmlns:a16="http://schemas.microsoft.com/office/drawing/2014/main" id="{88295969-84C6-4379-A5BC-68B45689B89D}"/>
              </a:ext>
            </a:extLst>
          </p:cNvPr>
          <p:cNvSpPr>
            <a:spLocks noChangeArrowheads="1"/>
          </p:cNvSpPr>
          <p:nvPr/>
        </p:nvSpPr>
        <p:spPr bwMode="auto">
          <a:xfrm>
            <a:off x="3043237" y="978110"/>
            <a:ext cx="46482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lgn="ctr" eaLnBrk="1" hangingPunct="1">
              <a:spcBef>
                <a:spcPct val="0"/>
              </a:spcBef>
              <a:buFontTx/>
              <a:buNone/>
            </a:pPr>
            <a:r>
              <a:rPr lang="en-HK" altLang="id-ID" b="1" dirty="0">
                <a:latin typeface="Arial" panose="020B0604020202020204" pitchFamily="34" charset="0"/>
                <a:cs typeface="Arial" panose="020B0604020202020204" pitchFamily="34" charset="0"/>
              </a:rPr>
              <a:t>Ammeter and Voltmeter</a:t>
            </a:r>
            <a:endParaRPr lang="en-US" altLang="id-ID" b="1" i="1"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F525FC13-D4F7-40B4-84D6-137C536CF83F}"/>
              </a:ext>
            </a:extLst>
          </p:cNvPr>
          <p:cNvPicPr>
            <a:picLocks noChangeAspect="1"/>
          </p:cNvPicPr>
          <p:nvPr/>
        </p:nvPicPr>
        <p:blipFill rotWithShape="1">
          <a:blip r:embed="rId2"/>
          <a:srcRect t="15873"/>
          <a:stretch/>
        </p:blipFill>
        <p:spPr>
          <a:xfrm>
            <a:off x="1295400" y="1850815"/>
            <a:ext cx="7245352" cy="4038600"/>
          </a:xfrm>
          <a:prstGeom prst="rect">
            <a:avLst/>
          </a:prstGeom>
        </p:spPr>
      </p:pic>
    </p:spTree>
    <p:extLst>
      <p:ext uri="{BB962C8B-B14F-4D97-AF65-F5344CB8AC3E}">
        <p14:creationId xmlns:p14="http://schemas.microsoft.com/office/powerpoint/2010/main" val="26389552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83880C0-F23F-4ADE-823B-F3DB4272EC00}"/>
              </a:ext>
            </a:extLst>
          </p:cNvPr>
          <p:cNvSpPr>
            <a:spLocks noGrp="1"/>
          </p:cNvSpPr>
          <p:nvPr>
            <p:ph type="dt" sz="quarter" idx="10"/>
          </p:nvPr>
        </p:nvSpPr>
        <p:spPr/>
        <p:txBody>
          <a:bodyPr/>
          <a:lstStyle/>
          <a:p>
            <a:pPr>
              <a:defRPr/>
            </a:pPr>
            <a:r>
              <a:rPr lang="en-US"/>
              <a:t>Bina Nusantara University</a:t>
            </a:r>
          </a:p>
        </p:txBody>
      </p:sp>
      <p:sp>
        <p:nvSpPr>
          <p:cNvPr id="5123" name="Slide Number Placeholder 2">
            <a:extLst>
              <a:ext uri="{FF2B5EF4-FFF2-40B4-BE49-F238E27FC236}">
                <a16:creationId xmlns:a16="http://schemas.microsoft.com/office/drawing/2014/main" id="{3DB5ADBE-12F4-4EF8-A10C-FFE5C33480F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400">
                <a:solidFill>
                  <a:schemeClr val="tx1"/>
                </a:solidFill>
                <a:latin typeface="Interstate" pitchFamily="2" charset="0"/>
              </a:defRPr>
            </a:lvl1pPr>
            <a:lvl2pPr marL="742950" indent="-285750">
              <a:spcBef>
                <a:spcPct val="20000"/>
              </a:spcBef>
              <a:buChar char="–"/>
              <a:defRPr sz="2000">
                <a:solidFill>
                  <a:schemeClr val="tx1"/>
                </a:solidFill>
                <a:latin typeface="Interstate" pitchFamily="2" charset="0"/>
              </a:defRPr>
            </a:lvl2pPr>
            <a:lvl3pPr marL="1143000" indent="-228600">
              <a:spcBef>
                <a:spcPct val="20000"/>
              </a:spcBef>
              <a:buChar char="•"/>
              <a:defRPr sz="2400">
                <a:solidFill>
                  <a:schemeClr val="tx1"/>
                </a:solidFill>
                <a:latin typeface="Interstate" pitchFamily="2" charset="0"/>
              </a:defRPr>
            </a:lvl3pPr>
            <a:lvl4pPr marL="1600200" indent="-228600">
              <a:spcBef>
                <a:spcPct val="20000"/>
              </a:spcBef>
              <a:buChar char="–"/>
              <a:defRPr sz="1600">
                <a:solidFill>
                  <a:schemeClr val="tx1"/>
                </a:solidFill>
                <a:latin typeface="Interstate" pitchFamily="2" charset="0"/>
              </a:defRPr>
            </a:lvl4pPr>
            <a:lvl5pPr marL="2057400" indent="-228600">
              <a:spcBef>
                <a:spcPct val="20000"/>
              </a:spcBef>
              <a:buChar char="»"/>
              <a:defRPr sz="1600">
                <a:solidFill>
                  <a:schemeClr val="tx1"/>
                </a:solidFill>
                <a:latin typeface="Interstate" pitchFamily="2" charset="0"/>
              </a:defRPr>
            </a:lvl5pPr>
            <a:lvl6pPr marL="2514600" indent="-228600" eaLnBrk="0" fontAlgn="base" hangingPunct="0">
              <a:spcBef>
                <a:spcPct val="20000"/>
              </a:spcBef>
              <a:spcAft>
                <a:spcPct val="0"/>
              </a:spcAft>
              <a:buChar char="»"/>
              <a:defRPr sz="1600">
                <a:solidFill>
                  <a:schemeClr val="tx1"/>
                </a:solidFill>
                <a:latin typeface="Interstate" pitchFamily="2" charset="0"/>
              </a:defRPr>
            </a:lvl6pPr>
            <a:lvl7pPr marL="2971800" indent="-228600" eaLnBrk="0" fontAlgn="base" hangingPunct="0">
              <a:spcBef>
                <a:spcPct val="20000"/>
              </a:spcBef>
              <a:spcAft>
                <a:spcPct val="0"/>
              </a:spcAft>
              <a:buChar char="»"/>
              <a:defRPr sz="1600">
                <a:solidFill>
                  <a:schemeClr val="tx1"/>
                </a:solidFill>
                <a:latin typeface="Interstate" pitchFamily="2" charset="0"/>
              </a:defRPr>
            </a:lvl7pPr>
            <a:lvl8pPr marL="3429000" indent="-228600" eaLnBrk="0" fontAlgn="base" hangingPunct="0">
              <a:spcBef>
                <a:spcPct val="20000"/>
              </a:spcBef>
              <a:spcAft>
                <a:spcPct val="0"/>
              </a:spcAft>
              <a:buChar char="»"/>
              <a:defRPr sz="1600">
                <a:solidFill>
                  <a:schemeClr val="tx1"/>
                </a:solidFill>
                <a:latin typeface="Interstate" pitchFamily="2" charset="0"/>
              </a:defRPr>
            </a:lvl8pPr>
            <a:lvl9pPr marL="3886200" indent="-228600" eaLnBrk="0" fontAlgn="base" hangingPunct="0">
              <a:spcBef>
                <a:spcPct val="20000"/>
              </a:spcBef>
              <a:spcAft>
                <a:spcPct val="0"/>
              </a:spcAft>
              <a:buChar char="»"/>
              <a:defRPr sz="1600">
                <a:solidFill>
                  <a:schemeClr val="tx1"/>
                </a:solidFill>
                <a:latin typeface="Interstate" pitchFamily="2" charset="0"/>
              </a:defRPr>
            </a:lvl9pPr>
          </a:lstStyle>
          <a:p>
            <a:pPr>
              <a:spcBef>
                <a:spcPct val="0"/>
              </a:spcBef>
              <a:buFontTx/>
              <a:buNone/>
            </a:pPr>
            <a:fld id="{CBDFD858-A6BE-46EA-92C4-D3515A2E3426}" type="slidenum">
              <a:rPr lang="en-US" altLang="id-ID" sz="1400" smtClean="0"/>
              <a:pPr>
                <a:spcBef>
                  <a:spcPct val="0"/>
                </a:spcBef>
                <a:buFontTx/>
                <a:buNone/>
              </a:pPr>
              <a:t>35</a:t>
            </a:fld>
            <a:endParaRPr lang="en-US" altLang="id-ID" sz="1400"/>
          </a:p>
        </p:txBody>
      </p:sp>
      <p:sp>
        <p:nvSpPr>
          <p:cNvPr id="6" name="Title 1">
            <a:extLst>
              <a:ext uri="{FF2B5EF4-FFF2-40B4-BE49-F238E27FC236}">
                <a16:creationId xmlns:a16="http://schemas.microsoft.com/office/drawing/2014/main" id="{1D44BFE4-AAD7-43C4-8E85-9859030C5291}"/>
              </a:ext>
            </a:extLst>
          </p:cNvPr>
          <p:cNvSpPr txBox="1">
            <a:spLocks/>
          </p:cNvSpPr>
          <p:nvPr/>
        </p:nvSpPr>
        <p:spPr>
          <a:xfrm>
            <a:off x="5105400" y="1908007"/>
            <a:ext cx="3673475" cy="3643312"/>
          </a:xfrm>
          <a:prstGeom prst="rect">
            <a:avLst/>
          </a:prstGeom>
        </p:spPr>
        <p:txBody>
          <a:bodyPr>
            <a:normAutofit fontScale="82500" lnSpcReduction="20000"/>
          </a:bodyPr>
          <a:lstStyle>
            <a:defPPr>
              <a:defRPr lang="en-US"/>
            </a:defPPr>
            <a:lvl1pPr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Arial" panose="020B0604020202020204" pitchFamily="34" charset="0"/>
                <a:ea typeface="+mn-ea"/>
                <a:cs typeface="+mn-cs"/>
              </a:defRPr>
            </a:lvl6pPr>
            <a:lvl7pPr marL="2743200" algn="l" defTabSz="914400" rtl="0" eaLnBrk="1" latinLnBrk="0" hangingPunct="1">
              <a:defRPr sz="1200" kern="1200">
                <a:solidFill>
                  <a:schemeClr val="tx1"/>
                </a:solidFill>
                <a:latin typeface="Arial" panose="020B0604020202020204" pitchFamily="34" charset="0"/>
                <a:ea typeface="+mn-ea"/>
                <a:cs typeface="+mn-cs"/>
              </a:defRPr>
            </a:lvl7pPr>
            <a:lvl8pPr marL="3200400" algn="l" defTabSz="914400" rtl="0" eaLnBrk="1" latinLnBrk="0" hangingPunct="1">
              <a:defRPr sz="1200" kern="1200">
                <a:solidFill>
                  <a:schemeClr val="tx1"/>
                </a:solidFill>
                <a:latin typeface="Arial" panose="020B0604020202020204" pitchFamily="34" charset="0"/>
                <a:ea typeface="+mn-ea"/>
                <a:cs typeface="+mn-cs"/>
              </a:defRPr>
            </a:lvl8pPr>
            <a:lvl9pPr marL="3657600" algn="l" defTabSz="914400" rtl="0" eaLnBrk="1" latinLnBrk="0" hangingPunct="1">
              <a:defRPr sz="1200" kern="1200">
                <a:solidFill>
                  <a:schemeClr val="tx1"/>
                </a:solidFill>
                <a:latin typeface="Arial" panose="020B0604020202020204" pitchFamily="34" charset="0"/>
                <a:ea typeface="+mn-ea"/>
                <a:cs typeface="+mn-cs"/>
              </a:defRPr>
            </a:lvl9pPr>
          </a:lstStyle>
          <a:p>
            <a:pPr algn="ctr">
              <a:defRPr/>
            </a:pPr>
            <a:br>
              <a:rPr lang="en-US" sz="2206" kern="0" dirty="0">
                <a:solidFill>
                  <a:schemeClr val="accent1"/>
                </a:solidFill>
              </a:rPr>
            </a:br>
            <a:r>
              <a:rPr lang="en-US" sz="2206" kern="0" dirty="0"/>
              <a:t>These slides have been adapted from </a:t>
            </a:r>
            <a:br>
              <a:rPr lang="en-US" sz="2206" kern="0" dirty="0">
                <a:solidFill>
                  <a:schemeClr val="accent1"/>
                </a:solidFill>
              </a:rPr>
            </a:br>
            <a:br>
              <a:rPr lang="en-US" sz="2206" kern="0" dirty="0">
                <a:solidFill>
                  <a:schemeClr val="accent1"/>
                </a:solidFill>
              </a:rPr>
            </a:br>
            <a:r>
              <a:rPr lang="en-AU" sz="2400" dirty="0"/>
              <a:t>Halliday D.; Resnick R. and Walker J. (201</a:t>
            </a:r>
            <a:r>
              <a:rPr lang="id-ID" sz="2400" dirty="0"/>
              <a:t>8</a:t>
            </a:r>
            <a:r>
              <a:rPr lang="en-AU" sz="2400" dirty="0"/>
              <a:t>). </a:t>
            </a:r>
            <a:r>
              <a:rPr lang="en-AU" sz="2400" i="1" dirty="0"/>
              <a:t>Fundamentals Of Physics ,Extended, </a:t>
            </a:r>
          </a:p>
          <a:p>
            <a:pPr algn="ctr">
              <a:defRPr/>
            </a:pPr>
            <a:r>
              <a:rPr lang="en-AU" sz="2400" i="1" dirty="0"/>
              <a:t> </a:t>
            </a:r>
            <a:r>
              <a:rPr lang="id-ID" sz="2400" i="1" dirty="0"/>
              <a:t>11th</a:t>
            </a:r>
            <a:r>
              <a:rPr lang="en-AU" sz="2400" dirty="0"/>
              <a:t> , John Wiley &amp; SONS Inc, New York,  ISBN: 978</a:t>
            </a:r>
            <a:r>
              <a:rPr lang="id-ID" sz="2400" dirty="0"/>
              <a:t>1119306856</a:t>
            </a:r>
            <a:endParaRPr lang="en-US" sz="2400" dirty="0"/>
          </a:p>
          <a:p>
            <a:pPr algn="ctr">
              <a:defRPr/>
            </a:pPr>
            <a:br>
              <a:rPr lang="en-US" sz="2206" kern="0" dirty="0"/>
            </a:br>
            <a:br>
              <a:rPr lang="en-US" sz="2206" kern="0" dirty="0"/>
            </a:br>
            <a:r>
              <a:rPr lang="en-US" sz="2206" kern="0" dirty="0"/>
              <a:t>Chapter  </a:t>
            </a:r>
            <a:r>
              <a:rPr lang="id-ID" sz="2206" kern="0" dirty="0"/>
              <a:t>24</a:t>
            </a:r>
            <a:br>
              <a:rPr lang="en-US" sz="2206" kern="0" dirty="0"/>
            </a:br>
            <a:endParaRPr lang="id-ID" sz="2206" kern="0" dirty="0"/>
          </a:p>
        </p:txBody>
      </p:sp>
      <p:pic>
        <p:nvPicPr>
          <p:cNvPr id="5125" name="Picture 6">
            <a:extLst>
              <a:ext uri="{FF2B5EF4-FFF2-40B4-BE49-F238E27FC236}">
                <a16:creationId xmlns:a16="http://schemas.microsoft.com/office/drawing/2014/main" id="{219F1D1C-9F4C-485D-965B-01D1DD2239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574631"/>
            <a:ext cx="3673475" cy="3976688"/>
          </a:xfrm>
          <a:prstGeom prst="rect">
            <a:avLst/>
          </a:prstGeom>
          <a:noFill/>
          <a:ln>
            <a:noFill/>
          </a:ln>
          <a:effectLst>
            <a:reflection blurRad="6350" stA="52000" endA="300" endPos="35000" dir="5400000" sy="-100000" algn="bl" rotWithShape="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9555854"/>
      </p:ext>
    </p:extLst>
  </p:cSld>
  <p:clrMapOvr>
    <a:masterClrMapping/>
  </p:clrMapOvr>
</p:sld>
</file>

<file path=ppt/theme/theme1.xml><?xml version="1.0" encoding="utf-8"?>
<a:theme xmlns:a="http://schemas.openxmlformats.org/drawingml/2006/main" name="Template PPT 2015">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dlc_DocId xmlns="9fdf624c-fedc-4f6c-b928-0c7bf4c9e100">J56STF5CZXNR-2061195910-86628</_dlc_DocId>
    <_dlc_DocIdUrl xmlns="9fdf624c-fedc-4f6c-b928-0c7bf4c9e100">
      <Url>https://binusianorg.sharepoint.com/sites/arc/_layouts/15/DocIdRedir.aspx?ID=J56STF5CZXNR-2061195910-86628</Url>
      <Description>J56STF5CZXNR-2061195910-86628</Description>
    </_dlc_DocIdUrl>
    <_Flow_SignoffStatus xmlns="47793baa-3cbb-486e-a055-4d42ce3882d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4340CFFCDDB44F9904404F1FA9688C" ma:contentTypeVersion="13" ma:contentTypeDescription="Create a new document." ma:contentTypeScope="" ma:versionID="9183272f4f6c896957098434a1637a8e">
  <xsd:schema xmlns:xsd="http://www.w3.org/2001/XMLSchema" xmlns:xs="http://www.w3.org/2001/XMLSchema" xmlns:p="http://schemas.microsoft.com/office/2006/metadata/properties" xmlns:ns2="9fdf624c-fedc-4f6c-b928-0c7bf4c9e100" xmlns:ns3="47793baa-3cbb-486e-a055-4d42ce3882d7" targetNamespace="http://schemas.microsoft.com/office/2006/metadata/properties" ma:root="true" ma:fieldsID="1b1595209de3451b81967f4d7e03cfd7" ns2:_="" ns3:_="">
    <xsd:import namespace="9fdf624c-fedc-4f6c-b928-0c7bf4c9e100"/>
    <xsd:import namespace="47793baa-3cbb-486e-a055-4d42ce3882d7"/>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2:SharedWithUsers" minOccurs="0"/>
                <xsd:element ref="ns2:SharedWithDetails" minOccurs="0"/>
                <xsd:element ref="ns3:MediaServiceLocation" minOccurs="0"/>
                <xsd:element ref="ns3:MediaServiceAutoKeyPoints" minOccurs="0"/>
                <xsd:element ref="ns3:MediaServiceKeyPoints" minOccurs="0"/>
                <xsd:element ref="ns3:_Flow_Signoff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df624c-fedc-4f6c-b928-0c7bf4c9e100"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7793baa-3cbb-486e-a055-4d42ce3882d7"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20" nillable="true" ma:displayName="Location" ma:internalName="MediaServiceLocation"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_Flow_SignoffStatus" ma:index="23" nillable="true" ma:displayName="Sign-off status" ma:internalName="Sign_x002d_off_x0020_status">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DA27E6A1-4B31-4B68-BB9B-EC8C8D90C2C4}">
  <ds:schemaRefs>
    <ds:schemaRef ds:uri="http://schemas.microsoft.com/sharepoint/v3/contenttype/forms"/>
  </ds:schemaRefs>
</ds:datastoreItem>
</file>

<file path=customXml/itemProps2.xml><?xml version="1.0" encoding="utf-8"?>
<ds:datastoreItem xmlns:ds="http://schemas.openxmlformats.org/officeDocument/2006/customXml" ds:itemID="{1F840B04-BA1C-4E6A-938B-F2AF8924BB09}">
  <ds:schemaRefs>
    <ds:schemaRef ds:uri="http://schemas.microsoft.com/office/2006/metadata/properties"/>
    <ds:schemaRef ds:uri="http://schemas.microsoft.com/office/infopath/2007/PartnerControls"/>
    <ds:schemaRef ds:uri="9fdf624c-fedc-4f6c-b928-0c7bf4c9e100"/>
    <ds:schemaRef ds:uri="47793baa-3cbb-486e-a055-4d42ce3882d7"/>
  </ds:schemaRefs>
</ds:datastoreItem>
</file>

<file path=customXml/itemProps3.xml><?xml version="1.0" encoding="utf-8"?>
<ds:datastoreItem xmlns:ds="http://schemas.openxmlformats.org/officeDocument/2006/customXml" ds:itemID="{874B9968-53CC-4620-AFAC-CC79FC0334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fdf624c-fedc-4f6c-b928-0c7bf4c9e100"/>
    <ds:schemaRef ds:uri="47793baa-3cbb-486e-a055-4d42ce3882d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B941729A-A63A-46AA-9831-382E5C608B0C}">
  <ds:schemaRefs>
    <ds:schemaRef ds:uri="http://schemas.microsoft.com/sharepoint/events"/>
  </ds:schemaRefs>
</ds:datastoreItem>
</file>

<file path=docProps/app.xml><?xml version="1.0" encoding="utf-8"?>
<Properties xmlns="http://schemas.openxmlformats.org/officeDocument/2006/extended-properties" xmlns:vt="http://schemas.openxmlformats.org/officeDocument/2006/docPropsVTypes">
  <Template>Template PPT 2015</Template>
  <TotalTime>1297</TotalTime>
  <Words>2487</Words>
  <Application>Microsoft Office PowerPoint</Application>
  <PresentationFormat>On-screen Show (4:3)</PresentationFormat>
  <Paragraphs>242</Paragraphs>
  <Slides>35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35</vt:i4>
      </vt:variant>
    </vt:vector>
  </HeadingPairs>
  <TitlesOfParts>
    <vt:vector size="46" baseType="lpstr">
      <vt:lpstr>Arial</vt:lpstr>
      <vt:lpstr>Barlow</vt:lpstr>
      <vt:lpstr>Calibri</vt:lpstr>
      <vt:lpstr>Interstate</vt:lpstr>
      <vt:lpstr>Open Sans</vt:lpstr>
      <vt:lpstr>Open Sans Light</vt:lpstr>
      <vt:lpstr>Open Sans Semibold</vt:lpstr>
      <vt:lpstr>Symbol</vt:lpstr>
      <vt:lpstr>Times New Roman</vt:lpstr>
      <vt:lpstr>Times-Roman</vt:lpstr>
      <vt:lpstr>Template PPT 2015</vt:lpstr>
      <vt:lpstr>Voltage and Current Session  2-3</vt:lpstr>
      <vt:lpstr>Electric Potential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Electric Current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Session  #</dc:title>
  <dc:creator>Yulia</dc:creator>
  <cp:lastModifiedBy>FABIAN</cp:lastModifiedBy>
  <cp:revision>41</cp:revision>
  <dcterms:created xsi:type="dcterms:W3CDTF">2015-05-04T03:33:03Z</dcterms:created>
  <dcterms:modified xsi:type="dcterms:W3CDTF">2024-08-11T18:19:00Z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0x010100144340CFFCDDB44F9904404F1FA9688C</vt:lpwstr>
  </property>
  <property fmtid="{D5CDD505-2E9C-101B-9397-08002B2CF9AE}" pid="3" name="_dlc_DocIdItemGuid">
    <vt:lpwstr>b5cd0a22-de41-4721-9623-974446a56cb4</vt:lpwstr>
  </property>
</Properties>
</file>