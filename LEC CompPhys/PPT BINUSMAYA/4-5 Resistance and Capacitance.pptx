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sldIdLst>
    <p:sldId id="480" r:id="rId6"/>
    <p:sldId id="261" r:id="rId7"/>
    <p:sldId id="301" r:id="rId8"/>
    <p:sldId id="277" r:id="rId9"/>
    <p:sldId id="302" r:id="rId10"/>
    <p:sldId id="278" r:id="rId11"/>
    <p:sldId id="303" r:id="rId12"/>
    <p:sldId id="281" r:id="rId13"/>
    <p:sldId id="304" r:id="rId14"/>
    <p:sldId id="285" r:id="rId15"/>
    <p:sldId id="305" r:id="rId16"/>
    <p:sldId id="286" r:id="rId17"/>
    <p:sldId id="306" r:id="rId18"/>
    <p:sldId id="300" r:id="rId19"/>
    <p:sldId id="295" r:id="rId20"/>
    <p:sldId id="289" r:id="rId21"/>
    <p:sldId id="269" r:id="rId22"/>
    <p:sldId id="296" r:id="rId23"/>
    <p:sldId id="290" r:id="rId24"/>
    <p:sldId id="270" r:id="rId25"/>
    <p:sldId id="294" r:id="rId26"/>
    <p:sldId id="271" r:id="rId27"/>
    <p:sldId id="272" r:id="rId28"/>
    <p:sldId id="274" r:id="rId29"/>
    <p:sldId id="291" r:id="rId30"/>
    <p:sldId id="275" r:id="rId31"/>
    <p:sldId id="297" r:id="rId32"/>
    <p:sldId id="292" r:id="rId33"/>
    <p:sldId id="279" r:id="rId34"/>
    <p:sldId id="298" r:id="rId35"/>
    <p:sldId id="280" r:id="rId36"/>
    <p:sldId id="282" r:id="rId37"/>
    <p:sldId id="283" r:id="rId38"/>
    <p:sldId id="299" r:id="rId39"/>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480"/>
          </p14:sldIdLst>
        </p14:section>
        <p14:section name="COURSE CONTENT" id="{F4927CBE-FA17-46D1-BAAE-887D0AF2CCBF}">
          <p14:sldIdLst>
            <p14:sldId id="261"/>
            <p14:sldId id="301"/>
            <p14:sldId id="277"/>
            <p14:sldId id="302"/>
            <p14:sldId id="278"/>
            <p14:sldId id="303"/>
            <p14:sldId id="281"/>
            <p14:sldId id="304"/>
            <p14:sldId id="285"/>
            <p14:sldId id="305"/>
            <p14:sldId id="286"/>
            <p14:sldId id="306"/>
            <p14:sldId id="300"/>
            <p14:sldId id="295"/>
            <p14:sldId id="289"/>
            <p14:sldId id="269"/>
            <p14:sldId id="296"/>
            <p14:sldId id="290"/>
            <p14:sldId id="270"/>
            <p14:sldId id="294"/>
            <p14:sldId id="271"/>
            <p14:sldId id="272"/>
            <p14:sldId id="274"/>
            <p14:sldId id="291"/>
            <p14:sldId id="275"/>
            <p14:sldId id="297"/>
            <p14:sldId id="292"/>
            <p14:sldId id="279"/>
            <p14:sldId id="298"/>
            <p14:sldId id="280"/>
            <p14:sldId id="282"/>
            <p14:sldId id="283"/>
            <p14:sldId id="299"/>
          </p14:sldIdLst>
        </p14:section>
        <p14:section name="REFERENCE" id="{82098E28-DACF-4424-86A1-E861B2DCC6FF}">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a:srgbClr val="008FD5"/>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8DCDB1-6A3A-4869-B3BD-2EB9A02176F6}" v="30" dt="2024-08-02T17:38:47.9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0" Type="http://schemas.openxmlformats.org/officeDocument/2006/relationships/slide" Target="slides/slide15.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userId="f46cf8bb-4ec7-4653-94a9-ff26fa22481f" providerId="ADAL" clId="{6F581805-F09B-4AB4-A4FE-A3CA7896998A}"/>
    <pc:docChg chg="undo custSel delSld modSld modSection">
      <pc:chgData name="Fabian" userId="f46cf8bb-4ec7-4653-94a9-ff26fa22481f" providerId="ADAL" clId="{6F581805-F09B-4AB4-A4FE-A3CA7896998A}" dt="2024-08-02T17:38:47.923" v="59" actId="14100"/>
      <pc:docMkLst>
        <pc:docMk/>
      </pc:docMkLst>
      <pc:sldChg chg="del">
        <pc:chgData name="Fabian" userId="f46cf8bb-4ec7-4653-94a9-ff26fa22481f" providerId="ADAL" clId="{6F581805-F09B-4AB4-A4FE-A3CA7896998A}" dt="2024-08-02T17:34:36.227" v="11" actId="2696"/>
        <pc:sldMkLst>
          <pc:docMk/>
          <pc:sldMk cId="4204421142" sldId="256"/>
        </pc:sldMkLst>
      </pc:sldChg>
      <pc:sldChg chg="delSp">
        <pc:chgData name="Fabian" userId="f46cf8bb-4ec7-4653-94a9-ff26fa22481f" providerId="ADAL" clId="{6F581805-F09B-4AB4-A4FE-A3CA7896998A}" dt="2024-08-02T17:38:25.528" v="53" actId="478"/>
        <pc:sldMkLst>
          <pc:docMk/>
          <pc:sldMk cId="0" sldId="269"/>
        </pc:sldMkLst>
        <pc:inkChg chg="del">
          <ac:chgData name="Fabian" userId="f46cf8bb-4ec7-4653-94a9-ff26fa22481f" providerId="ADAL" clId="{6F581805-F09B-4AB4-A4FE-A3CA7896998A}" dt="2024-08-02T17:38:25.528" v="53" actId="478"/>
          <ac:inkMkLst>
            <pc:docMk/>
            <pc:sldMk cId="0" sldId="269"/>
            <ac:inkMk id="2" creationId="{ADB0AE75-758D-41D2-AFD6-B5E4D34F5E02}"/>
          </ac:inkMkLst>
        </pc:inkChg>
      </pc:sldChg>
      <pc:sldChg chg="addSp delSp modSp">
        <pc:chgData name="Fabian" userId="f46cf8bb-4ec7-4653-94a9-ff26fa22481f" providerId="ADAL" clId="{6F581805-F09B-4AB4-A4FE-A3CA7896998A}" dt="2024-08-02T17:37:03.403" v="25" actId="1076"/>
        <pc:sldMkLst>
          <pc:docMk/>
          <pc:sldMk cId="0" sldId="277"/>
        </pc:sldMkLst>
        <pc:spChg chg="mod">
          <ac:chgData name="Fabian" userId="f46cf8bb-4ec7-4653-94a9-ff26fa22481f" providerId="ADAL" clId="{6F581805-F09B-4AB4-A4FE-A3CA7896998A}" dt="2024-08-02T17:37:03.403" v="25" actId="1076"/>
          <ac:spMkLst>
            <pc:docMk/>
            <pc:sldMk cId="0" sldId="277"/>
            <ac:spMk id="14339" creationId="{7B318FF0-94E9-4EE7-8741-E2AB4ADCB002}"/>
          </ac:spMkLst>
        </pc:spChg>
        <pc:picChg chg="add mod">
          <ac:chgData name="Fabian" userId="f46cf8bb-4ec7-4653-94a9-ff26fa22481f" providerId="ADAL" clId="{6F581805-F09B-4AB4-A4FE-A3CA7896998A}" dt="2024-08-02T17:37:01.556" v="23" actId="1076"/>
          <ac:picMkLst>
            <pc:docMk/>
            <pc:sldMk cId="0" sldId="277"/>
            <ac:picMk id="1026" creationId="{5DDDD9A4-2EAA-442C-B22F-F1833A2C5F99}"/>
          </ac:picMkLst>
        </pc:picChg>
        <pc:picChg chg="add del">
          <ac:chgData name="Fabian" userId="f46cf8bb-4ec7-4653-94a9-ff26fa22481f" providerId="ADAL" clId="{6F581805-F09B-4AB4-A4FE-A3CA7896998A}" dt="2024-08-02T17:36:50.137" v="18" actId="478"/>
          <ac:picMkLst>
            <pc:docMk/>
            <pc:sldMk cId="0" sldId="277"/>
            <ac:picMk id="14341" creationId="{DC154523-3A00-43C4-B188-FB8F791A90E8}"/>
          </ac:picMkLst>
        </pc:picChg>
        <pc:inkChg chg="del">
          <ac:chgData name="Fabian" userId="f46cf8bb-4ec7-4653-94a9-ff26fa22481f" providerId="ADAL" clId="{6F581805-F09B-4AB4-A4FE-A3CA7896998A}" dt="2024-08-02T17:31:48.988" v="2" actId="478"/>
          <ac:inkMkLst>
            <pc:docMk/>
            <pc:sldMk cId="0" sldId="277"/>
            <ac:inkMk id="3" creationId="{0CA1FDAC-D52E-4E66-98B9-0BAFBE7B736F}"/>
          </ac:inkMkLst>
        </pc:inkChg>
      </pc:sldChg>
      <pc:sldChg chg="delSp">
        <pc:chgData name="Fabian" userId="f46cf8bb-4ec7-4653-94a9-ff26fa22481f" providerId="ADAL" clId="{6F581805-F09B-4AB4-A4FE-A3CA7896998A}" dt="2024-08-02T17:31:50.879" v="3" actId="478"/>
        <pc:sldMkLst>
          <pc:docMk/>
          <pc:sldMk cId="0" sldId="278"/>
        </pc:sldMkLst>
        <pc:inkChg chg="del">
          <ac:chgData name="Fabian" userId="f46cf8bb-4ec7-4653-94a9-ff26fa22481f" providerId="ADAL" clId="{6F581805-F09B-4AB4-A4FE-A3CA7896998A}" dt="2024-08-02T17:31:50.879" v="3" actId="478"/>
          <ac:inkMkLst>
            <pc:docMk/>
            <pc:sldMk cId="0" sldId="278"/>
            <ac:inkMk id="2" creationId="{9E74D64B-FD6B-432A-B5B7-44C25BAD4DE3}"/>
          </ac:inkMkLst>
        </pc:inkChg>
      </pc:sldChg>
      <pc:sldChg chg="addSp delSp modSp">
        <pc:chgData name="Fabian" userId="f46cf8bb-4ec7-4653-94a9-ff26fa22481f" providerId="ADAL" clId="{6F581805-F09B-4AB4-A4FE-A3CA7896998A}" dt="2024-08-02T17:37:24.098" v="33" actId="207"/>
        <pc:sldMkLst>
          <pc:docMk/>
          <pc:sldMk cId="0" sldId="281"/>
        </pc:sldMkLst>
        <pc:spChg chg="add del">
          <ac:chgData name="Fabian" userId="f46cf8bb-4ec7-4653-94a9-ff26fa22481f" providerId="ADAL" clId="{6F581805-F09B-4AB4-A4FE-A3CA7896998A}" dt="2024-08-02T17:37:15.040" v="28" actId="478"/>
          <ac:spMkLst>
            <pc:docMk/>
            <pc:sldMk cId="0" sldId="281"/>
            <ac:spMk id="18435" creationId="{A0CED5E3-3252-4962-AFC6-A613D14A6EDC}"/>
          </ac:spMkLst>
        </pc:spChg>
        <pc:spChg chg="mod">
          <ac:chgData name="Fabian" userId="f46cf8bb-4ec7-4653-94a9-ff26fa22481f" providerId="ADAL" clId="{6F581805-F09B-4AB4-A4FE-A3CA7896998A}" dt="2024-08-02T17:37:24.098" v="33" actId="207"/>
          <ac:spMkLst>
            <pc:docMk/>
            <pc:sldMk cId="0" sldId="281"/>
            <ac:spMk id="18436" creationId="{9C80781A-AF00-4947-A8FC-0E4ACD22E8D4}"/>
          </ac:spMkLst>
        </pc:spChg>
        <pc:inkChg chg="del">
          <ac:chgData name="Fabian" userId="f46cf8bb-4ec7-4653-94a9-ff26fa22481f" providerId="ADAL" clId="{6F581805-F09B-4AB4-A4FE-A3CA7896998A}" dt="2024-08-02T17:37:20.755" v="31" actId="478"/>
          <ac:inkMkLst>
            <pc:docMk/>
            <pc:sldMk cId="0" sldId="281"/>
            <ac:inkMk id="3" creationId="{AE8B877A-6836-4079-967C-64FC74B62BE2}"/>
          </ac:inkMkLst>
        </pc:inkChg>
      </pc:sldChg>
      <pc:sldChg chg="modSp">
        <pc:chgData name="Fabian" userId="f46cf8bb-4ec7-4653-94a9-ff26fa22481f" providerId="ADAL" clId="{6F581805-F09B-4AB4-A4FE-A3CA7896998A}" dt="2024-08-02T17:38:42.029" v="58" actId="6549"/>
        <pc:sldMkLst>
          <pc:docMk/>
          <pc:sldMk cId="0" sldId="283"/>
        </pc:sldMkLst>
        <pc:spChg chg="mod">
          <ac:chgData name="Fabian" userId="f46cf8bb-4ec7-4653-94a9-ff26fa22481f" providerId="ADAL" clId="{6F581805-F09B-4AB4-A4FE-A3CA7896998A}" dt="2024-08-02T17:38:40.647" v="57" actId="14100"/>
          <ac:spMkLst>
            <pc:docMk/>
            <pc:sldMk cId="0" sldId="283"/>
            <ac:spMk id="26626" creationId="{A90CD972-D75C-47A9-A8D6-7E1703B51F0D}"/>
          </ac:spMkLst>
        </pc:spChg>
        <pc:spChg chg="mod">
          <ac:chgData name="Fabian" userId="f46cf8bb-4ec7-4653-94a9-ff26fa22481f" providerId="ADAL" clId="{6F581805-F09B-4AB4-A4FE-A3CA7896998A}" dt="2024-08-02T17:38:42.029" v="58" actId="6549"/>
          <ac:spMkLst>
            <pc:docMk/>
            <pc:sldMk cId="0" sldId="283"/>
            <ac:spMk id="26627" creationId="{C3F5370D-667A-4B42-BA7C-99535E7E89E5}"/>
          </ac:spMkLst>
        </pc:spChg>
      </pc:sldChg>
      <pc:sldChg chg="delSp">
        <pc:chgData name="Fabian" userId="f46cf8bb-4ec7-4653-94a9-ff26fa22481f" providerId="ADAL" clId="{6F581805-F09B-4AB4-A4FE-A3CA7896998A}" dt="2024-08-02T17:38:01.819" v="45" actId="478"/>
        <pc:sldMkLst>
          <pc:docMk/>
          <pc:sldMk cId="0" sldId="285"/>
        </pc:sldMkLst>
        <pc:inkChg chg="del">
          <ac:chgData name="Fabian" userId="f46cf8bb-4ec7-4653-94a9-ff26fa22481f" providerId="ADAL" clId="{6F581805-F09B-4AB4-A4FE-A3CA7896998A}" dt="2024-08-02T17:38:01.819" v="45" actId="478"/>
          <ac:inkMkLst>
            <pc:docMk/>
            <pc:sldMk cId="0" sldId="285"/>
            <ac:inkMk id="2" creationId="{549CEB56-F3B7-4536-BEFB-EAA76339C52E}"/>
          </ac:inkMkLst>
        </pc:inkChg>
      </pc:sldChg>
      <pc:sldChg chg="delSp modSp">
        <pc:chgData name="Fabian" userId="f46cf8bb-4ec7-4653-94a9-ff26fa22481f" providerId="ADAL" clId="{6F581805-F09B-4AB4-A4FE-A3CA7896998A}" dt="2024-08-02T17:38:13.850" v="49" actId="207"/>
        <pc:sldMkLst>
          <pc:docMk/>
          <pc:sldMk cId="0" sldId="286"/>
        </pc:sldMkLst>
        <pc:spChg chg="mod">
          <ac:chgData name="Fabian" userId="f46cf8bb-4ec7-4653-94a9-ff26fa22481f" providerId="ADAL" clId="{6F581805-F09B-4AB4-A4FE-A3CA7896998A}" dt="2024-08-02T17:38:13.850" v="49" actId="207"/>
          <ac:spMkLst>
            <pc:docMk/>
            <pc:sldMk cId="0" sldId="286"/>
            <ac:spMk id="22531" creationId="{4495E118-A8DC-49F4-AAD5-B59D9584AA26}"/>
          </ac:spMkLst>
        </pc:spChg>
        <pc:inkChg chg="del">
          <ac:chgData name="Fabian" userId="f46cf8bb-4ec7-4653-94a9-ff26fa22481f" providerId="ADAL" clId="{6F581805-F09B-4AB4-A4FE-A3CA7896998A}" dt="2024-08-02T17:38:09.925" v="47" actId="478"/>
          <ac:inkMkLst>
            <pc:docMk/>
            <pc:sldMk cId="0" sldId="286"/>
            <ac:inkMk id="2" creationId="{1E01A3E2-5E43-4DC0-9655-5A8A80F2E34F}"/>
          </ac:inkMkLst>
        </pc:inkChg>
      </pc:sldChg>
      <pc:sldChg chg="delSp">
        <pc:chgData name="Fabian" userId="f46cf8bb-4ec7-4653-94a9-ff26fa22481f" providerId="ADAL" clId="{6F581805-F09B-4AB4-A4FE-A3CA7896998A}" dt="2024-08-02T17:38:22.829" v="52" actId="478"/>
        <pc:sldMkLst>
          <pc:docMk/>
          <pc:sldMk cId="0" sldId="289"/>
        </pc:sldMkLst>
        <pc:inkChg chg="del">
          <ac:chgData name="Fabian" userId="f46cf8bb-4ec7-4653-94a9-ff26fa22481f" providerId="ADAL" clId="{6F581805-F09B-4AB4-A4FE-A3CA7896998A}" dt="2024-08-02T17:38:22.829" v="52" actId="478"/>
          <ac:inkMkLst>
            <pc:docMk/>
            <pc:sldMk cId="0" sldId="289"/>
            <ac:inkMk id="3" creationId="{A1823C52-6C91-47FD-9EF7-16707FE0B5C7}"/>
          </ac:inkMkLst>
        </pc:inkChg>
      </pc:sldChg>
      <pc:sldChg chg="delSp">
        <pc:chgData name="Fabian" userId="f46cf8bb-4ec7-4653-94a9-ff26fa22481f" providerId="ADAL" clId="{6F581805-F09B-4AB4-A4FE-A3CA7896998A}" dt="2024-08-02T17:38:30.585" v="55" actId="478"/>
        <pc:sldMkLst>
          <pc:docMk/>
          <pc:sldMk cId="0" sldId="290"/>
        </pc:sldMkLst>
        <pc:inkChg chg="del">
          <ac:chgData name="Fabian" userId="f46cf8bb-4ec7-4653-94a9-ff26fa22481f" providerId="ADAL" clId="{6F581805-F09B-4AB4-A4FE-A3CA7896998A}" dt="2024-08-02T17:38:30.585" v="55" actId="478"/>
          <ac:inkMkLst>
            <pc:docMk/>
            <pc:sldMk cId="0" sldId="290"/>
            <ac:inkMk id="3" creationId="{A59F886E-2585-46F3-BEC4-49852E41E142}"/>
          </ac:inkMkLst>
        </pc:inkChg>
      </pc:sldChg>
      <pc:sldChg chg="delSp">
        <pc:chgData name="Fabian" userId="f46cf8bb-4ec7-4653-94a9-ff26fa22481f" providerId="ADAL" clId="{6F581805-F09B-4AB4-A4FE-A3CA7896998A}" dt="2024-08-02T17:38:33.471" v="56" actId="478"/>
        <pc:sldMkLst>
          <pc:docMk/>
          <pc:sldMk cId="0" sldId="294"/>
        </pc:sldMkLst>
        <pc:inkChg chg="del">
          <ac:chgData name="Fabian" userId="f46cf8bb-4ec7-4653-94a9-ff26fa22481f" providerId="ADAL" clId="{6F581805-F09B-4AB4-A4FE-A3CA7896998A}" dt="2024-08-02T17:38:33.471" v="56" actId="478"/>
          <ac:inkMkLst>
            <pc:docMk/>
            <pc:sldMk cId="0" sldId="294"/>
            <ac:inkMk id="3" creationId="{FBDE684C-A065-4E9B-86C2-6D0A2D6DA28B}"/>
          </ac:inkMkLst>
        </pc:inkChg>
      </pc:sldChg>
      <pc:sldChg chg="delSp">
        <pc:chgData name="Fabian" userId="f46cf8bb-4ec7-4653-94a9-ff26fa22481f" providerId="ADAL" clId="{6F581805-F09B-4AB4-A4FE-A3CA7896998A}" dt="2024-08-02T17:38:27.863" v="54" actId="478"/>
        <pc:sldMkLst>
          <pc:docMk/>
          <pc:sldMk cId="0" sldId="296"/>
        </pc:sldMkLst>
        <pc:inkChg chg="del">
          <ac:chgData name="Fabian" userId="f46cf8bb-4ec7-4653-94a9-ff26fa22481f" providerId="ADAL" clId="{6F581805-F09B-4AB4-A4FE-A3CA7896998A}" dt="2024-08-02T17:38:27.863" v="54" actId="478"/>
          <ac:inkMkLst>
            <pc:docMk/>
            <pc:sldMk cId="0" sldId="296"/>
            <ac:inkMk id="3" creationId="{4D2934CF-A339-43C7-B839-83CFC2E5C0FC}"/>
          </ac:inkMkLst>
        </pc:inkChg>
      </pc:sldChg>
      <pc:sldChg chg="modSp">
        <pc:chgData name="Fabian" userId="f46cf8bb-4ec7-4653-94a9-ff26fa22481f" providerId="ADAL" clId="{6F581805-F09B-4AB4-A4FE-A3CA7896998A}" dt="2024-08-02T17:38:47.923" v="59" actId="14100"/>
        <pc:sldMkLst>
          <pc:docMk/>
          <pc:sldMk cId="0" sldId="299"/>
        </pc:sldMkLst>
        <pc:spChg chg="mod">
          <ac:chgData name="Fabian" userId="f46cf8bb-4ec7-4653-94a9-ff26fa22481f" providerId="ADAL" clId="{6F581805-F09B-4AB4-A4FE-A3CA7896998A}" dt="2024-08-02T17:38:47.923" v="59" actId="14100"/>
          <ac:spMkLst>
            <pc:docMk/>
            <pc:sldMk cId="0" sldId="299"/>
            <ac:spMk id="27650" creationId="{7E295210-68DC-40C3-8515-E3168BF3E9D7}"/>
          </ac:spMkLst>
        </pc:spChg>
      </pc:sldChg>
      <pc:sldChg chg="delSp">
        <pc:chgData name="Fabian" userId="f46cf8bb-4ec7-4653-94a9-ff26fa22481f" providerId="ADAL" clId="{6F581805-F09B-4AB4-A4FE-A3CA7896998A}" dt="2024-08-02T17:38:16.753" v="50" actId="478"/>
        <pc:sldMkLst>
          <pc:docMk/>
          <pc:sldMk cId="0" sldId="300"/>
        </pc:sldMkLst>
        <pc:inkChg chg="del">
          <ac:chgData name="Fabian" userId="f46cf8bb-4ec7-4653-94a9-ff26fa22481f" providerId="ADAL" clId="{6F581805-F09B-4AB4-A4FE-A3CA7896998A}" dt="2024-08-02T17:38:16.753" v="50" actId="478"/>
          <ac:inkMkLst>
            <pc:docMk/>
            <pc:sldMk cId="0" sldId="300"/>
            <ac:inkMk id="3" creationId="{C03EA578-927A-413E-BFD1-C678B3B13AFE}"/>
          </ac:inkMkLst>
        </pc:inkChg>
      </pc:sldChg>
      <pc:sldChg chg="delSp modSp">
        <pc:chgData name="Fabian" userId="f46cf8bb-4ec7-4653-94a9-ff26fa22481f" providerId="ADAL" clId="{6F581805-F09B-4AB4-A4FE-A3CA7896998A}" dt="2024-08-02T17:34:58.175" v="15" actId="1076"/>
        <pc:sldMkLst>
          <pc:docMk/>
          <pc:sldMk cId="0" sldId="301"/>
        </pc:sldMkLst>
        <pc:spChg chg="mod">
          <ac:chgData name="Fabian" userId="f46cf8bb-4ec7-4653-94a9-ff26fa22481f" providerId="ADAL" clId="{6F581805-F09B-4AB4-A4FE-A3CA7896998A}" dt="2024-08-02T17:34:58.175" v="15" actId="1076"/>
          <ac:spMkLst>
            <pc:docMk/>
            <pc:sldMk cId="0" sldId="301"/>
            <ac:spMk id="8" creationId="{940CC6E8-8163-4E32-905D-743792D2D81D}"/>
          </ac:spMkLst>
        </pc:spChg>
        <pc:picChg chg="mod">
          <ac:chgData name="Fabian" userId="f46cf8bb-4ec7-4653-94a9-ff26fa22481f" providerId="ADAL" clId="{6F581805-F09B-4AB4-A4FE-A3CA7896998A}" dt="2024-08-02T17:34:55.291" v="14" actId="1076"/>
          <ac:picMkLst>
            <pc:docMk/>
            <pc:sldMk cId="0" sldId="301"/>
            <ac:picMk id="5125" creationId="{EDA9A38B-AA95-4F38-AAC6-F589A844440F}"/>
          </ac:picMkLst>
        </pc:picChg>
        <pc:inkChg chg="del">
          <ac:chgData name="Fabian" userId="f46cf8bb-4ec7-4653-94a9-ff26fa22481f" providerId="ADAL" clId="{6F581805-F09B-4AB4-A4FE-A3CA7896998A}" dt="2024-08-02T17:31:46.125" v="1" actId="478"/>
          <ac:inkMkLst>
            <pc:docMk/>
            <pc:sldMk cId="0" sldId="301"/>
            <ac:inkMk id="2" creationId="{51F7FE61-F72A-46EE-91AE-D1093A61C808}"/>
          </ac:inkMkLst>
        </pc:inkChg>
      </pc:sldChg>
      <pc:sldChg chg="delSp modSp">
        <pc:chgData name="Fabian" userId="f46cf8bb-4ec7-4653-94a9-ff26fa22481f" providerId="ADAL" clId="{6F581805-F09B-4AB4-A4FE-A3CA7896998A}" dt="2024-08-02T17:37:17.466" v="30" actId="1076"/>
        <pc:sldMkLst>
          <pc:docMk/>
          <pc:sldMk cId="0" sldId="302"/>
        </pc:sldMkLst>
        <pc:picChg chg="mod">
          <ac:chgData name="Fabian" userId="f46cf8bb-4ec7-4653-94a9-ff26fa22481f" providerId="ADAL" clId="{6F581805-F09B-4AB4-A4FE-A3CA7896998A}" dt="2024-08-02T17:37:17.466" v="30" actId="1076"/>
          <ac:picMkLst>
            <pc:docMk/>
            <pc:sldMk cId="0" sldId="302"/>
            <ac:picMk id="1026" creationId="{AE160B3F-B5E9-4B16-931C-3227AD52E2C9}"/>
          </ac:picMkLst>
        </pc:picChg>
        <pc:inkChg chg="del">
          <ac:chgData name="Fabian" userId="f46cf8bb-4ec7-4653-94a9-ff26fa22481f" providerId="ADAL" clId="{6F581805-F09B-4AB4-A4FE-A3CA7896998A}" dt="2024-08-02T17:31:52.470" v="4" actId="478"/>
          <ac:inkMkLst>
            <pc:docMk/>
            <pc:sldMk cId="0" sldId="302"/>
            <ac:inkMk id="4" creationId="{60521D8C-1936-4C1F-80C0-F1E57C72F841}"/>
          </ac:inkMkLst>
        </pc:inkChg>
      </pc:sldChg>
      <pc:sldChg chg="delSp modSp">
        <pc:chgData name="Fabian" userId="f46cf8bb-4ec7-4653-94a9-ff26fa22481f" providerId="ADAL" clId="{6F581805-F09B-4AB4-A4FE-A3CA7896998A}" dt="2024-08-02T17:32:04.717" v="8" actId="207"/>
        <pc:sldMkLst>
          <pc:docMk/>
          <pc:sldMk cId="0" sldId="303"/>
        </pc:sldMkLst>
        <pc:spChg chg="mod">
          <ac:chgData name="Fabian" userId="f46cf8bb-4ec7-4653-94a9-ff26fa22481f" providerId="ADAL" clId="{6F581805-F09B-4AB4-A4FE-A3CA7896998A}" dt="2024-08-02T17:32:04.717" v="8" actId="207"/>
          <ac:spMkLst>
            <pc:docMk/>
            <pc:sldMk cId="0" sldId="303"/>
            <ac:spMk id="17425" creationId="{49A5E088-B81B-4F9F-B7B5-E06970B77016}"/>
          </ac:spMkLst>
        </pc:spChg>
        <pc:inkChg chg="del">
          <ac:chgData name="Fabian" userId="f46cf8bb-4ec7-4653-94a9-ff26fa22481f" providerId="ADAL" clId="{6F581805-F09B-4AB4-A4FE-A3CA7896998A}" dt="2024-08-02T17:31:55.054" v="5" actId="478"/>
          <ac:inkMkLst>
            <pc:docMk/>
            <pc:sldMk cId="0" sldId="303"/>
            <ac:inkMk id="2" creationId="{24E974ED-E4F3-49B7-B88F-33A83E418FEC}"/>
          </ac:inkMkLst>
        </pc:inkChg>
        <pc:inkChg chg="del">
          <ac:chgData name="Fabian" userId="f46cf8bb-4ec7-4653-94a9-ff26fa22481f" providerId="ADAL" clId="{6F581805-F09B-4AB4-A4FE-A3CA7896998A}" dt="2024-08-02T17:31:56.279" v="6" actId="478"/>
          <ac:inkMkLst>
            <pc:docMk/>
            <pc:sldMk cId="0" sldId="303"/>
            <ac:inkMk id="3" creationId="{52C71355-5436-4840-AAB8-1788132C71C7}"/>
          </ac:inkMkLst>
        </pc:inkChg>
      </pc:sldChg>
      <pc:sldChg chg="addSp delSp modSp">
        <pc:chgData name="Fabian" userId="f46cf8bb-4ec7-4653-94a9-ff26fa22481f" providerId="ADAL" clId="{6F581805-F09B-4AB4-A4FE-A3CA7896998A}" dt="2024-08-02T17:37:55.373" v="44" actId="164"/>
        <pc:sldMkLst>
          <pc:docMk/>
          <pc:sldMk cId="0" sldId="304"/>
        </pc:sldMkLst>
        <pc:grpChg chg="add mod">
          <ac:chgData name="Fabian" userId="f46cf8bb-4ec7-4653-94a9-ff26fa22481f" providerId="ADAL" clId="{6F581805-F09B-4AB4-A4FE-A3CA7896998A}" dt="2024-08-02T17:37:55.373" v="44" actId="164"/>
          <ac:grpSpMkLst>
            <pc:docMk/>
            <pc:sldMk cId="0" sldId="304"/>
            <ac:grpSpMk id="3" creationId="{EB73C204-BA71-4DF3-967F-302A0B18B337}"/>
          </ac:grpSpMkLst>
        </pc:grpChg>
        <pc:grpChg chg="del mod">
          <ac:chgData name="Fabian" userId="f46cf8bb-4ec7-4653-94a9-ff26fa22481f" providerId="ADAL" clId="{6F581805-F09B-4AB4-A4FE-A3CA7896998A}" dt="2024-08-02T17:37:34.859" v="36" actId="165"/>
          <ac:grpSpMkLst>
            <pc:docMk/>
            <pc:sldMk cId="0" sldId="304"/>
            <ac:grpSpMk id="19458" creationId="{645C54B1-3AD8-457A-9BB9-32BEFBEBD623}"/>
          </ac:grpSpMkLst>
        </pc:grpChg>
        <pc:picChg chg="mod topLvl">
          <ac:chgData name="Fabian" userId="f46cf8bb-4ec7-4653-94a9-ff26fa22481f" providerId="ADAL" clId="{6F581805-F09B-4AB4-A4FE-A3CA7896998A}" dt="2024-08-02T17:37:55.373" v="44" actId="164"/>
          <ac:picMkLst>
            <pc:docMk/>
            <pc:sldMk cId="0" sldId="304"/>
            <ac:picMk id="19461" creationId="{A648DBFB-B611-4FB2-9E8A-6F3FC15EEFE9}"/>
          </ac:picMkLst>
        </pc:picChg>
        <pc:picChg chg="mod topLvl">
          <ac:chgData name="Fabian" userId="f46cf8bb-4ec7-4653-94a9-ff26fa22481f" providerId="ADAL" clId="{6F581805-F09B-4AB4-A4FE-A3CA7896998A}" dt="2024-08-02T17:37:55.373" v="44" actId="164"/>
          <ac:picMkLst>
            <pc:docMk/>
            <pc:sldMk cId="0" sldId="304"/>
            <ac:picMk id="19462" creationId="{D9E64725-D8AF-400E-9200-EC12C5734BE2}"/>
          </ac:picMkLst>
        </pc:picChg>
        <pc:picChg chg="mod topLvl">
          <ac:chgData name="Fabian" userId="f46cf8bb-4ec7-4653-94a9-ff26fa22481f" providerId="ADAL" clId="{6F581805-F09B-4AB4-A4FE-A3CA7896998A}" dt="2024-08-02T17:37:55.373" v="44" actId="164"/>
          <ac:picMkLst>
            <pc:docMk/>
            <pc:sldMk cId="0" sldId="304"/>
            <ac:picMk id="19463" creationId="{098F9615-6DEE-43ED-AC23-26D294AB2809}"/>
          </ac:picMkLst>
        </pc:picChg>
        <pc:inkChg chg="del">
          <ac:chgData name="Fabian" userId="f46cf8bb-4ec7-4653-94a9-ff26fa22481f" providerId="ADAL" clId="{6F581805-F09B-4AB4-A4FE-A3CA7896998A}" dt="2024-08-02T17:37:26.300" v="34" actId="478"/>
          <ac:inkMkLst>
            <pc:docMk/>
            <pc:sldMk cId="0" sldId="304"/>
            <ac:inkMk id="2" creationId="{C7EDC06C-3EF8-41F4-BD8D-8BEFFE8B721E}"/>
          </ac:inkMkLst>
        </pc:inkChg>
      </pc:sldChg>
      <pc:sldChg chg="delSp">
        <pc:chgData name="Fabian" userId="f46cf8bb-4ec7-4653-94a9-ff26fa22481f" providerId="ADAL" clId="{6F581805-F09B-4AB4-A4FE-A3CA7896998A}" dt="2024-08-02T17:38:06.646" v="46" actId="478"/>
        <pc:sldMkLst>
          <pc:docMk/>
          <pc:sldMk cId="0" sldId="305"/>
        </pc:sldMkLst>
        <pc:inkChg chg="del">
          <ac:chgData name="Fabian" userId="f46cf8bb-4ec7-4653-94a9-ff26fa22481f" providerId="ADAL" clId="{6F581805-F09B-4AB4-A4FE-A3CA7896998A}" dt="2024-08-02T17:38:06.646" v="46" actId="478"/>
          <ac:inkMkLst>
            <pc:docMk/>
            <pc:sldMk cId="0" sldId="305"/>
            <ac:inkMk id="2" creationId="{EDE99E56-A6A5-4493-BD96-87D041D717B4}"/>
          </ac:inkMkLst>
        </pc:inkChg>
      </pc:sldChg>
      <pc:sldChg chg="delSp">
        <pc:chgData name="Fabian" userId="f46cf8bb-4ec7-4653-94a9-ff26fa22481f" providerId="ADAL" clId="{6F581805-F09B-4AB4-A4FE-A3CA7896998A}" dt="2024-08-02T17:38:20.060" v="51" actId="478"/>
        <pc:sldMkLst>
          <pc:docMk/>
          <pc:sldMk cId="3708656220" sldId="306"/>
        </pc:sldMkLst>
        <pc:inkChg chg="del">
          <ac:chgData name="Fabian" userId="f46cf8bb-4ec7-4653-94a9-ff26fa22481f" providerId="ADAL" clId="{6F581805-F09B-4AB4-A4FE-A3CA7896998A}" dt="2024-08-02T17:38:20.060" v="51" actId="478"/>
          <ac:inkMkLst>
            <pc:docMk/>
            <pc:sldMk cId="3708656220" sldId="306"/>
            <ac:inkMk id="2" creationId="{2E42269D-4397-43F3-B94C-A1A64BEEAA32}"/>
          </ac:inkMkLst>
        </pc:inkChg>
      </pc:sldChg>
      <pc:sldChg chg="del">
        <pc:chgData name="Fabian" userId="f46cf8bb-4ec7-4653-94a9-ff26fa22481f" providerId="ADAL" clId="{6F581805-F09B-4AB4-A4FE-A3CA7896998A}" dt="2024-08-02T17:31:44.018" v="0" actId="2696"/>
        <pc:sldMkLst>
          <pc:docMk/>
          <pc:sldMk cId="3277222628" sldId="307"/>
        </pc:sldMkLst>
      </pc:sldChg>
      <pc:sldChg chg="modSp">
        <pc:chgData name="Fabian" userId="f46cf8bb-4ec7-4653-94a9-ff26fa22481f" providerId="ADAL" clId="{6F581805-F09B-4AB4-A4FE-A3CA7896998A}" dt="2024-08-02T17:34:34.537" v="10" actId="6549"/>
        <pc:sldMkLst>
          <pc:docMk/>
          <pc:sldMk cId="3807564589" sldId="480"/>
        </pc:sldMkLst>
        <pc:spChg chg="mod">
          <ac:chgData name="Fabian" userId="f46cf8bb-4ec7-4653-94a9-ff26fa22481f" providerId="ADAL" clId="{6F581805-F09B-4AB4-A4FE-A3CA7896998A}" dt="2024-08-02T17:34:34.537" v="10" actId="6549"/>
          <ac:spMkLst>
            <pc:docMk/>
            <pc:sldMk cId="3807564589" sldId="480"/>
            <ac:spMk id="3" creationId="{05C0E2BF-BBBC-BF27-4255-C5149D193112}"/>
          </ac:spMkLst>
        </pc:sp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10-27T03:35:09.507"/>
    </inkml:context>
    <inkml:brush xml:id="br0">
      <inkml:brushProperty name="width" value="0.05292" units="cm"/>
      <inkml:brushProperty name="height" value="0.05292" units="cm"/>
      <inkml:brushProperty name="color" value="#FF0000"/>
    </inkml:brush>
  </inkml:definitions>
  <inkml:trace contextRef="#ctx0" brushRef="#br0">6252 7409 1820 0,'0'0'500'0,"0"0"-186"16,0 0-118-16,0 0-40 15,0 0-45-15,0 0-46 16,0-20 7-16,0 20-44 16,0 0-5-16,0 0 25 15,0 0-31-15,0 0 4 16,0 0-21-16,0 4 11 15,0 8-24-15,0 12 13 16,-22 10 0-16,-4 6-1 16,-5 7 1-16,4-1-6 15,0-6-29-15,4-4-40 16,11-8 2-16,2-8-63 16,1-6-70-16,5-10-94 0,4-4-214 15,-4 0-352-15</inkml:trace>
  <inkml:trace contextRef="#ctx0" brushRef="#br0" timeOffset="216.94">5918 7578 1309 0,'0'0'607'0,"0"0"-253"16,0 0-71-16,0 0-103 15,0 0-59-15,0 0-49 16,0 0-44-16,-9 0 18 15,32 1-29-15,25 3 11 0,10 1 13 16,14-3-32 0,-1-2 4-16,5 0-13 0,-10 0-11 15,-3 3-54-15,-18 0-180 16,-18 1-700-16</inkml:trace>
  <inkml:trace contextRef="#ctx0" brushRef="#br0" timeOffset="779.62">6163 7363 1458 0,'0'0'504'15,"0"0"-224"-15,0 0-125 16,0 0-6-16,0 0-67 16,-245-10-62-16,200 32 34 0,1 10-53 15,-5 10 14-15,14 11 4 16,4 6-18-16,17 6 24 16,14-3-25-16,0-6 0 15,31-7 14-15,18-12-13 16,9-9 11-16,9-12 2 15,8-9-14-15,6-7 55 16,4-9-22-16,-1-20-3 16,1-11 35-16,-9-9-35 15,-23-2 9-15,-13-3-14 16,-22 2-25-16,-18 5 20 16,0 4-20-16,0 11 0 0,-5 10-4 15,-12 8 4-15,-10 11-62 16,-18 8-130-16,1 15-336 15,3 7-920-15</inkml:trace>
  <inkml:trace contextRef="#ctx0" brushRef="#br0" timeOffset="1427.29">6154 9501 1874 0,'0'0'668'0,"0"0"-466"15,0 0-29-15,0 0-15 16,0 0-79-16,0 0-24 16,0 0-31-16,0 0-24 0,0 0 24 15,0 0-24-15,0 0 1 16,5 0 12-16,13 0-12 16,4 0 14-16,9 2-15 15,0-2 1-15,5 0 3 16,0 0-4-16,-1 0-32 15,5 0-56-15,-4 0-125 16,-5 0-259-16,-9-2-862 0</inkml:trace>
  <inkml:trace contextRef="#ctx0" brushRef="#br0" timeOffset="1857.18">6364 9332 1676 0,'0'0'479'16,"0"0"-272"-16,0 0-60 16,0 0 14-16,0 0-58 15,0 0-42-15,0 0-21 16,-254-31-35-16,209 40 29 16,1 9-34-16,-5 8 0 15,5 8 7-15,3 9-1 16,5 7-6-16,9 4 0 15,10 2 1-15,13-2 0 16,4-6-1-16,0-8 0 16,35-8-8-16,9-8 5 15,6-10 3-15,12-7 16 16,5-7-9-16,14-4 44 0,2-21-24 16,7-9-14-16,-5-6 13 15,-14-2-25-15,-18-4 4 16,-21 2-3-16,-24 0 4 15,-8 3 10-15,-8 8-16 16,-32 4 0-16,-5 9-3 16,-4 8 4-16,3 6-2 15,3 6-9-15,2 0-67 16,10 0-39-16,9 0-363 16,8 0-1541-16</inkml:trace>
  <inkml:trace contextRef="#ctx0" brushRef="#br0" timeOffset="16174.01">11203 7110 1146 0,'0'0'672'0,"0"0"-352"16,0 0-68-16,0 0-71 15,0 0-75-15,0 0 2 16,0 0-68-16,0 0-6 15,0 0 19-15,0 0-31 16,0 0 36-16,0 3 9 16,0-3-25-16,0 1 30 15,0-1-30-15,0 3-5 16,0-3 8-16,0 1-31 16,0-1 6-16,0 2-20 15,0 2 14-15,-4 4-28 16,-6 7 14-16,2 5 0 0,-5 4 12 15,-1 3-8 1,-8 2-2-16,0-2-2 0,-1 0 10 16,1 0 0-16,0-2-10 15,4 0 0-15,1-4 2 16,-2-1-1-16,11-6-1 16,-3-2 0-16,4-2 6 15,2-2-7-15,-3-4 1 16,2 1 0-16,6-2-1 15,-4 0 7-15,4-3-4 0,0 0-2 16,0 0 0 0,0 0-6-16,0 0 6 0,0 0 0 15,4-9 4-15,19-11 1 16,8-5 7-16,10-10-12 16,-2 1 0-16,-3 3 4 15,0 2-4-15,-10 3 0 16,1 4-5-16,-4 0 17 15,-6 4-9-15,1-1-3 16,-9 8 0-16,0-2-3 16,0 8 3-16,-4-1 0 15,-5 2-1-15,4 2 12 16,-4 2-13-16,0 0 2 16,0 0 0-16,0 0-4 15,0 0 4-15,0 0 0 0,0 0-1 16,0 0-3-16,0 0-7 15,0 0 5-15,0 0-12 16,0 2 8-16,0 8 5 16,0 3 5-16,0 6 0 15,0 1 10-15,4 2-5 16,1 0-5-16,4 2 0 16,-5 2 0-16,5 1 0 15,0 2 0-15,-5-1 0 16,6-4 8-16,-6-2-4 15,0-4-4-15,-4-4 0 16,0-3-8-16,0-8 12 16,0 1-4-16,0-4 14 15,0 3-13-15,0-3 37 16,0 0-29-16,0 0-4 0,0 0 30 16,0 0-25-16,-18 0 10 15,-13 0-18-15,-5 0 9 16,-3 1-7-16,-1 3-4 15,3 0 0-15,2 1-3 16,8-1 3-16,1 0 0 16,8-1 0-16,5 0 6 15,8-3 5-15,0 1-10 16,5-1-1-16,0 0 14 16,0 0-9-16,0 0-5 15,0 0 0-15,0 0 1 16,0 0-14-16,0 0 9 0,0 0-59 15,0 0-35 1,0-7-255-16,0-6-652 0</inkml:trace>
  <inkml:trace contextRef="#ctx0" brushRef="#br0" timeOffset="41085.37">7482 9210 275 0,'0'0'1053'0,"0"0"-675"16,0 0-67-16,0 0-49 15,0-14-35-15,0 10-54 16,0-2-45-16,0 2 5 0,0-2-59 16,8-1-4-16,-2 4 7 15,-1-1-27-15,-5-1 24 16,4 2-25-16,-4-1-26 16,0 3 26-16,0-2-37 15,0 1 3-15,0 0 7 16,0 2-21-16,0 0 9 15,0 0-10-15,0 0 0 16,0 0-17-16,0 0 17 16,0 12-9-16,0 10 8 15,0 12 2-15,0 10 11 16,0 3-12-16,0 3 0 16,0-1 3-16,0-5-2 15,0-1-1-15,0-6 0 16,0-8 8-16,0-3-11 0,0-4 3 15,0-4-37-15,-4-6 19 16,-7-2-62-16,8-4-34 16,-2-2-33-16,-8-4-100 15,4 0-123-15,4-6-1213 0</inkml:trace>
  <inkml:trace contextRef="#ctx0" brushRef="#br0" timeOffset="41360.53">7345 9569 1370 0,'0'0'500'0,"0"0"-203"0,0 0-20 15,0 0-95-15,0 0-78 16,0 0-24-16,0 0-67 16,0 0 1-16,0 0-14 15,0 0 0-15,0 2 1 16,0 1 0-16,0-1-1 15,12 1 31-15,7-1-20 16,2-2 25-16,6 0 8 16,0 0-24-16,0 0 18 15,4-2-36-15,0-6-2 16,1 0-45-16,-1-4-138 0,-10 2-211 16,-7 0-1300-16</inkml:trace>
  <inkml:trace contextRef="#ctx0" brushRef="#br0" timeOffset="41848.32">8128 9176 1913 0,'0'0'532'0,"0"0"-294"16,0 0-49-16,0 0-57 16,0 0-46-16,0 0-3 15,0 0-44-15,0-19-13 16,0 13 12-16,5-1-30 15,-1-4 11-15,0 4-19 16,2-1 8-16,-6 3-6 16,4 2-2-16,-4 0 0 15,0 3 0-15,0 0 9 16,0 0-7-16,0 0-2 16,0 0-9-16,0 0-2 15,0 5 3-15,0 13 4 0,0 12-4 16,0 9 16-1,0 8-4-15,0 3-4 16,0 4 0-16,0-1-2 0,0-3 2 16,0-4-14-16,-4-4-27 15,-6-4-74-15,-3-2-34 16,-1-8-135-16,5-9-376 0</inkml:trace>
  <inkml:trace contextRef="#ctx0" brushRef="#br0" timeOffset="42182.43">8004 9515 794 0,'0'0'1511'0,"0"0"-1182"16,0 0-142-1,0 0-17-15,0 0-65 0,0 0-73 16,0 0-4-16,-6-4-28 15,6 4-7-15,0 0-4 16,0 10 8-16,14 4 3 16,5 4 0-16,3 0 7 15,4-1-2-15,-4-2-5 16,1-3 0-16,4-3-1 16,-4-7 5-16,-2 1-4 0,2-3 0 15,-1 0 6 1,5 0 12-16,-5-11-18 0,5-6-6 15,-1-3-11-15,0-10-145 16,-2 5-166-16,-3 4-684 16</inkml:trace>
  <inkml:trace contextRef="#ctx0" brushRef="#br0" timeOffset="42537.47">9060 9157 1950 0,'0'0'440'16,"0"0"-213"-16,0 0-35 16,0 0-55-16,0 0-53 15,0 0-2-15,0 0-45 16,-9-29-16-16,9 29 3 15,0 0-20-15,0 0-4 16,0 0 0-16,0 0-8 16,0 2 0-16,0 8 8 15,0 6 0-15,0 6 2 16,0 6 4-16,0 6-5 16,0 2-1-16,0 4 5 15,0 0 4-15,0 3-9 16,-13-4-15-16,-1-1-50 15,-13 10-99-15,9-15-413 16,5-8 95-16</inkml:trace>
  <inkml:trace contextRef="#ctx0" brushRef="#br0" timeOffset="42862.16">8918 9471 1723 0,'0'0'403'0,"0"0"-130"16,0 0-92-16,0 0-64 15,0 0-58-15,0 0-57 16,0 0 14-16,0 5-16 0,0 7 0 16,0 7 4-1,4 0-3-15,5 6-1 0,4-2 0 16,-4-2 8-16,4-1 4 15,5-6-12-15,-1-2 0 16,2-2 38-16,-1-6-26 16,4-2 30-16,0-2 19 15,1 0-35-15,-2 0 12 16,2-6-38-16,8-19-37 16,-4 6-124-16,-9-3-707 0</inkml:trace>
  <inkml:trace contextRef="#ctx0" brushRef="#br0" timeOffset="43028.77">9283 9538 2294 0,'0'0'574'16,"0"0"-464"-16,0 0-31 16,0 0-52-16,0 0-11 15,0 0-16-15,0 0-66 16,0 3-75-16,0-3-359 15,0-3-1060-15</inkml:trace>
  <inkml:trace contextRef="#ctx0" brushRef="#br0" timeOffset="90982.76">15700 7874 1799 0,'0'0'398'0,"0"0"-152"16,0 0-70-16,0 0-26 15,0 0-86-15,0 0-39 16,0 0 48-16,0 0-36 15,0 0 23-15,0 0-4 16,0 0-23-16,0 0 32 0,0 0-33 16,0 0-16-1,0 0 32-15,0 3-40 0,0-3 10 16,0 0 10-16,0 0-17 16,0 0 25-16,0 0-24 15,0 0-6-15,0 0 30 16,0 0-34-16,0 0 7 15,0 0 1-15,0 0-1 16,0 0 11-16,0 0-15 16,0 0-5-16,0 0 26 15,0 0-21-15,0 0-3 16,0 0-2-16,0 0 7 16,0 0 14-16,0 0-21 15,0 0 0-15,0 0 0 16,0 0 1-16,0 0-1 0,0 0 0 15,0 0 4-15,0 0-17 16,0 0 13-16,0 0-5 16,0 0-5-16,0 0 1 15,0 0 9-15,4 0-1 16,0 0 6-16,5 0 5 16,0 0-10-16,0 0 0 15,0 0 2-15,0 0 3 16,4 0-5-16,6 0 0 15,-2 0 8-15,1 0-1 16,5 0-7-16,-2 0 0 16,6 0-7-16,-5 0 7 15,1 0 0-15,-6 0 0 0,2 0 1 16,-2 0 6 0,-3 0-7-16,-1 0 0 0,1 0-10 15,-1 0 14-15,-5 0-4 16,6 0 0-16,-1 0 4 15,5 0 1-15,-5 0-5 16,1 0 0-16,-1 0-7 16,-4 0 14-16,5 0-7 15,-6 0 0-15,1 0 4 16,1 0-9-16,-2 1 5 16,1 2-5-16,5-2-2 15,-1-1 9-15,1 3-2 16,-1-3 0-16,5 1 0 0,-1 1 1 15,-3 1-1-15,3-3 0 16,-3 0-9-16,-1 2 22 16,-4-2-13-16,0 0 0 15,0 0 0-15,0 1-5 16,-1-1 5-16,2 0 0 16,-2 3-1-16,5-3 7 15,6 0 0-15,-1 0-6 16,-1 0 0-16,1 2-5 15,0-2 5-15,0 0 0 16,-2 0-6-16,3 1 17 16,0-1-9-16,-6 3-2 15,5-3 0-15,-1 1-6 16,-3-1 6-16,-1 0 0 0,5 3-1 16,-5-3 8-16,5 0-12 15,0 0 5-15,4 0 0 16,-4 0 0-16,0 0 1 15,0 0-1-15,-1 0 0 16,6 0 0-16,-1 0 6 16,1 0-6-16,-2 0 0 15,-2 0-8-15,3 0 12 16,-5 0-4-16,2 0 0 16,2 0 3-16,2 0-1 15,-2 0-2-15,7 0 0 16,-6 0-5-16,0 0 6 15,-3 0-1-15,-3 0 0 0,3 0 9 16,-6 0-11 0,1 0 2-16,3 0 0 0,-3 0-5 15,-1 0 5-15,5 0 0 16,-1 0 0-16,2 0 7 16,-1 0-8-16,4 0 1 15,0 0 0-15,5 0-4 16,4 0 5-16,0 0-1 15,-4 0 0-15,4-3 5 16,-4 2-5-16,0-2 0 16,4 2 0-16,-9-1-4 15,0-1 5-15,-3 3-1 0,-6-1 0 16,0 1 3-16,-4-2-1 16,4 2-2-16,-4-3 0 15,5 3-7-15,-1 0 11 16,-4 0-4-16,4 0 0 15,5 0 0-15,4 0 4 16,0 0-4-16,5 0 0 16,5 0-6-16,-6 0 8 15,1 0-2-15,-9 0 0 16,0 0 0-16,-5 0 5 16,-4 0-5-16,0 0 0 15,0 0-7-15,-5 0 9 16,0 0-2-16,1 0 0 15,3 0 1-15,-3 0 2 16,4 0-3-16,1 0 0 16,3 0-7-16,5 0 15 0,-1 0-8 15,6 0 0-15,-1 0 3 16,-6 0-6-16,4 0 3 16,-7 0 0-16,-5 0-8 15,2 0 16-15,-6 0-8 16,1 0 0-16,3 0 1 15,2 0 1-15,3 0-2 16,0 0 0-16,5 0-9 16,9-2 16-16,0 1-7 15,4-2 0-15,-1-1 2 16,-2 3-4-16,-7 1 2 16,2-3 0-16,-9 3-7 0,-5-2 16 15,3 2-7 1,-2 0-2-16,-1-2 0 0,4 2-2 15,-4-2 2-15,4 1 0 16,1 1-8-16,3-3 20 16,-3 2-11-16,4-2-1 15,-5 3 0-15,0-2-7 16,0 2 7-16,1 0 0 16,4-2-4-16,0 2 14 15,4 0-12-15,0-2 2 16,0 2 0-16,-3 0-4 15,-2 0 4-15,1-1 0 16,-5 1-1-16,1 0 9 16,-1-3-9-16,1 2 1 0,-1-1 0 15,5-1-9-15,4 2 13 16,-4-1-4-16,4-3 0 16,0 3 9-16,1-2-12 15,-1 2 3-15,5-2 0 16,-10 2-4-16,1 0 5 15,-9 0-1-15,-5 2 0 16,1 0 6-16,0 0-7 16,-1-2 1-16,-4 2 0 15,5 0-7-15,3-2 7 16,1 2 0-16,1 0 0 0,-2-3 9 16,1 2-16-1,0 1 7-15,0-2 0 0,0 2 0 16,-1 0 0-16,2 0 0 15,3 0 0-15,-5 0 7 16,6-2-12-16,9 2 5 16,8-2 0-16,5 2-4 15,-1-1 4-15,1 1 0 16,-5-3 0-16,-9 3 4 16,-4 0-4-16,0 0 0 15,-5 0 0-15,1 0-6 16,-6 0 7-16,6 0-1 15,-5-1 0-15,4 1 5 16,1-2 1-16,-1 2-6 16,5 0 0-16,-2 0-11 0,8 0 15 15,-2 0-4 1,1 0 0-16,3 0 5 0,1 0-5 16,4 0 0-16,4 0 0 15,6 0-6-15,-1 0 7 16,5 0-1-16,-1 0 0 15,-4 0 0-15,-5 0 0 16,-3 0 0-16,4-3 0 16,0 2-5-16,3-2 8 15,1-1-3-15,1 2 0 16,-6-4 4-16,1 2-2 16,-5 0-2-16,0 0 0 15,-4-1-7-15,-4 1 12 0,3 3-5 16,0-2 0-1,10 0 3-15,-5 0-4 0,6-1 1 16,-2 1 0-16,1-1-8 16,-1 0 15-16,-4 2-7 15,-4 0 0-15,-4 2 4 16,-6-2-6-16,-7 2 2 16,-2 0 0-16,-3 0-10 15,-5 0 12-15,0 0-2 16,0 0 0-16,0 0 0 15,4 0-2-15,-4 0 2 16,4 0-5-16,-4 0-3 0,0 0-26 16,0 0-18-1,0 0-21-15,0 0-52 0,0 0-23 16,-8 6-141-16,-28 9-225 16,1-2-312-16</inkml:trace>
  <inkml:trace contextRef="#ctx0" brushRef="#br0" timeOffset="148002.13">20664 7163 55 0,'0'0'316'16,"0"0"-254"-16,0 0-5 16,0 0-35-16,0 0 76 0,0 0-18 15,0-28-78 1,0 24 9-16,0-5-11 0,0 4 13 16,22-6-28-16,-9 4 15 15,1-1-288-15</inkml:trace>
  <inkml:trace contextRef="#ctx0" brushRef="#br0" timeOffset="175733.94">21172 9574 2110 0,'0'0'340'15,"0"0"-219"-15,0 0-102 16,0 0-19-16,0 0-40 16,0 0-348-16</inkml:trace>
  <inkml:trace contextRef="#ctx0" brushRef="#br0" timeOffset="193731.84">20040 3259 2120 0,'0'0'441'0,"0"0"-347"15,0 0-62-15,0 0 83 16,0 0-50-16,0 0-16 16,0 0-49-16,-45-33 0 15,36 33-30-15,1 0-152 16,-11 14-80-16,2 9 47 16,-1-6-262-16</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dirty="0">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dirty="0"/>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dirty="0"/>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31/07/2024</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dirty="0"/>
          </a:p>
        </p:txBody>
      </p:sp>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dirty="0"/>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7" name="Date Placeholder 6"/>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DCDB711-2C49-44A0-9D25-A95FEAF85423}"/>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5" name="Rectangle 5">
            <a:extLst>
              <a:ext uri="{FF2B5EF4-FFF2-40B4-BE49-F238E27FC236}">
                <a16:creationId xmlns:a16="http://schemas.microsoft.com/office/drawing/2014/main" id="{8A982AB8-5CBE-4A44-B7F4-7494E7A469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AC24932-52A6-41F3-9123-D1A3E1C37798}"/>
              </a:ext>
            </a:extLst>
          </p:cNvPr>
          <p:cNvSpPr>
            <a:spLocks noGrp="1" noChangeArrowheads="1"/>
          </p:cNvSpPr>
          <p:nvPr>
            <p:ph type="sldNum" sz="quarter" idx="12"/>
          </p:nvPr>
        </p:nvSpPr>
        <p:spPr>
          <a:ln/>
        </p:spPr>
        <p:txBody>
          <a:bodyPr/>
          <a:lstStyle>
            <a:lvl1pPr>
              <a:defRPr/>
            </a:lvl1pPr>
          </a:lstStyle>
          <a:p>
            <a:pPr>
              <a:defRPr/>
            </a:pPr>
            <a:fld id="{CD27F960-0FDB-409C-86AA-66B6AD829EC2}" type="slidenum">
              <a:rPr lang="en-US" altLang="id-ID"/>
              <a:pPr>
                <a:defRPr/>
              </a:pPr>
              <a:t>‹#›</a:t>
            </a:fld>
            <a:endParaRPr lang="en-US" altLang="id-ID"/>
          </a:p>
        </p:txBody>
      </p:sp>
    </p:spTree>
    <p:extLst>
      <p:ext uri="{BB962C8B-B14F-4D97-AF65-F5344CB8AC3E}">
        <p14:creationId xmlns:p14="http://schemas.microsoft.com/office/powerpoint/2010/main" val="916781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502AAAE-2D62-41E1-8174-52B0E4BC4EED}"/>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3" name="Rectangle 5">
            <a:extLst>
              <a:ext uri="{FF2B5EF4-FFF2-40B4-BE49-F238E27FC236}">
                <a16:creationId xmlns:a16="http://schemas.microsoft.com/office/drawing/2014/main" id="{9F2B2735-848B-4DF2-8875-3622B77337D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06E7EE9A-FE62-449D-B06E-F63380801183}"/>
              </a:ext>
            </a:extLst>
          </p:cNvPr>
          <p:cNvSpPr>
            <a:spLocks noGrp="1" noChangeArrowheads="1"/>
          </p:cNvSpPr>
          <p:nvPr>
            <p:ph type="sldNum" sz="quarter" idx="12"/>
          </p:nvPr>
        </p:nvSpPr>
        <p:spPr>
          <a:ln/>
        </p:spPr>
        <p:txBody>
          <a:bodyPr/>
          <a:lstStyle>
            <a:lvl1pPr>
              <a:defRPr/>
            </a:lvl1pPr>
          </a:lstStyle>
          <a:p>
            <a:pPr>
              <a:defRPr/>
            </a:pPr>
            <a:fld id="{3E53E057-D97D-443D-9DF0-BC3E888CCEB6}" type="slidenum">
              <a:rPr lang="en-US" altLang="id-ID"/>
              <a:pPr>
                <a:defRPr/>
              </a:pPr>
              <a:t>‹#›</a:t>
            </a:fld>
            <a:endParaRPr lang="en-US" altLang="id-ID"/>
          </a:p>
        </p:txBody>
      </p:sp>
    </p:spTree>
    <p:extLst>
      <p:ext uri="{BB962C8B-B14F-4D97-AF65-F5344CB8AC3E}">
        <p14:creationId xmlns:p14="http://schemas.microsoft.com/office/powerpoint/2010/main" val="3243494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32287" y="-28773"/>
            <a:ext cx="9190184" cy="6915547"/>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450504" y="3377425"/>
            <a:ext cx="8239126" cy="952500"/>
          </a:xfrm>
          <a:prstGeom prst="rect">
            <a:avLst/>
          </a:prstGeom>
        </p:spPr>
        <p:txBody>
          <a:bodyPr/>
          <a:lstStyle>
            <a:lvl1pPr marL="0" indent="0" algn="ctr" defTabSz="309534">
              <a:lnSpc>
                <a:spcPct val="100000"/>
              </a:lnSpc>
              <a:spcBef>
                <a:spcPts val="0"/>
              </a:spcBef>
              <a:buSzTx/>
              <a:buNone/>
              <a:defRPr kumimoji="0" sz="1875"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171435" defTabSz="309534">
              <a:lnSpc>
                <a:spcPct val="100000"/>
              </a:lnSpc>
              <a:spcBef>
                <a:spcPts val="0"/>
              </a:spcBef>
              <a:buSzTx/>
              <a:buNone/>
              <a:defRPr sz="2063" b="1"/>
            </a:lvl2pPr>
            <a:lvl3pPr marL="0" indent="342869" defTabSz="309534">
              <a:lnSpc>
                <a:spcPct val="100000"/>
              </a:lnSpc>
              <a:spcBef>
                <a:spcPts val="0"/>
              </a:spcBef>
              <a:buSzTx/>
              <a:buNone/>
              <a:defRPr sz="2063" b="1"/>
            </a:lvl3pPr>
            <a:lvl4pPr marL="0" indent="514303" defTabSz="309534">
              <a:lnSpc>
                <a:spcPct val="100000"/>
              </a:lnSpc>
              <a:spcBef>
                <a:spcPts val="0"/>
              </a:spcBef>
              <a:buSzTx/>
              <a:buNone/>
              <a:defRPr sz="2063" b="1"/>
            </a:lvl4pPr>
            <a:lvl5pPr marL="0" indent="685737" defTabSz="309534">
              <a:lnSpc>
                <a:spcPct val="100000"/>
              </a:lnSpc>
              <a:spcBef>
                <a:spcPts val="0"/>
              </a:spcBef>
              <a:buSzTx/>
              <a:buNone/>
              <a:defRPr sz="2063"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452436" y="1287496"/>
            <a:ext cx="8239127" cy="1958910"/>
          </a:xfrm>
          <a:prstGeom prst="rect">
            <a:avLst/>
          </a:prstGeom>
        </p:spPr>
        <p:txBody>
          <a:bodyPr anchor="b">
            <a:normAutofit/>
          </a:bodyPr>
          <a:lstStyle>
            <a:lvl1pPr algn="ctr">
              <a:defRPr kumimoji="0" sz="45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3771822" y="5769292"/>
            <a:ext cx="1579759" cy="372944"/>
          </a:xfrm>
        </p:spPr>
        <p:txBody>
          <a:bodyPr>
            <a:normAutofit/>
          </a:bodyPr>
          <a:lstStyle>
            <a:lvl1pPr marL="0" indent="0" algn="ctr">
              <a:buNone/>
              <a:def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3771822" y="5550412"/>
            <a:ext cx="1521250" cy="1292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308046">
              <a:lnSpc>
                <a:spcPct val="80000"/>
              </a:lnSpc>
              <a:defRPr sz="3600">
                <a:solidFill>
                  <a:srgbClr val="FFFFFF"/>
                </a:solidFill>
                <a:latin typeface="Open Sans Light"/>
                <a:ea typeface="Open Sans Light"/>
                <a:cs typeface="Open Sans Light"/>
                <a:sym typeface="Open Sans"/>
              </a:defRPr>
            </a:pPr>
            <a:r>
              <a:rPr lang="en-US" sz="1050" dirty="0"/>
              <a:t>SUBJECT MATTER EXPERT</a:t>
            </a:r>
            <a:endParaRPr sz="105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14534" y="379104"/>
            <a:ext cx="1275884" cy="571501"/>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287525" y="379104"/>
            <a:ext cx="985725" cy="571500"/>
          </a:xfrm>
          <a:prstGeom prst="rect">
            <a:avLst/>
          </a:prstGeom>
          <a:ln w="12700">
            <a:miter lim="400000"/>
          </a:ln>
        </p:spPr>
      </p:pic>
    </p:spTree>
    <p:extLst>
      <p:ext uri="{BB962C8B-B14F-4D97-AF65-F5344CB8AC3E}">
        <p14:creationId xmlns:p14="http://schemas.microsoft.com/office/powerpoint/2010/main" val="649090737"/>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dirty="0"/>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31/07/2024</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3.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3.xml"/><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3.xml"/><Relationship Id="rId5" Type="http://schemas.openxmlformats.org/officeDocument/2006/relationships/image" Target="../media/image49.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3.xml"/><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altLang="en-US" sz="2738" dirty="0">
                <a:solidFill>
                  <a:schemeClr val="bg1"/>
                </a:solidFill>
                <a:latin typeface="Arial" panose="020B0604020202020204" pitchFamily="34" charset="0"/>
              </a:rPr>
              <a:t>SCIE6063</a:t>
            </a:r>
          </a:p>
          <a:p>
            <a:r>
              <a:rPr lang="en-US" altLang="en-US" sz="2738" dirty="0">
                <a:solidFill>
                  <a:schemeClr val="bg1"/>
                </a:solidFill>
                <a:latin typeface="Arial" panose="020B0604020202020204" pitchFamily="34" charset="0"/>
              </a:rPr>
              <a:t>COMPUTATIONAL PHYSICS</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a:bodyPr>
          <a:lstStyle/>
          <a:p>
            <a:r>
              <a:rPr lang="en-AU" sz="3600" dirty="0"/>
              <a:t>Resistance and Capacitance</a:t>
            </a:r>
            <a:br>
              <a:rPr lang="en-AU" sz="3600" dirty="0">
                <a:solidFill>
                  <a:schemeClr val="bg1"/>
                </a:solidFill>
              </a:rPr>
            </a:br>
            <a:r>
              <a:rPr lang="en-US" sz="2400" dirty="0">
                <a:solidFill>
                  <a:schemeClr val="bg1"/>
                </a:solidFill>
              </a:rPr>
              <a:t>Session  </a:t>
            </a:r>
            <a:r>
              <a:rPr lang="en-US" sz="2400" dirty="0"/>
              <a:t>4-5</a:t>
            </a:r>
            <a:endParaRPr lang="en-US" sz="2395" b="1" dirty="0">
              <a:solidFill>
                <a:schemeClr val="bg1"/>
              </a:solidFill>
            </a:endParaRP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June 2024</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sz="3200" dirty="0"/>
              <a:t>Resistance</a:t>
            </a:r>
            <a:endParaRPr lang="id-ID" dirty="0"/>
          </a:p>
        </p:txBody>
      </p:sp>
    </p:spTree>
    <p:extLst>
      <p:ext uri="{BB962C8B-B14F-4D97-AF65-F5344CB8AC3E}">
        <p14:creationId xmlns:p14="http://schemas.microsoft.com/office/powerpoint/2010/main" val="758115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191FD0A-CC3C-44AB-9BFF-B1E157B79416}"/>
              </a:ext>
            </a:extLst>
          </p:cNvPr>
          <p:cNvSpPr>
            <a:spLocks noGrp="1"/>
          </p:cNvSpPr>
          <p:nvPr>
            <p:ph type="dt" sz="quarter" idx="10"/>
          </p:nvPr>
        </p:nvSpPr>
        <p:spPr/>
        <p:txBody>
          <a:bodyPr/>
          <a:lstStyle/>
          <a:p>
            <a:pPr>
              <a:defRPr/>
            </a:pPr>
            <a:r>
              <a:rPr lang="en-US"/>
              <a:t>Bina Nusantara University</a:t>
            </a:r>
          </a:p>
        </p:txBody>
      </p:sp>
      <p:sp>
        <p:nvSpPr>
          <p:cNvPr id="5123" name="Slide Number Placeholder 4">
            <a:extLst>
              <a:ext uri="{FF2B5EF4-FFF2-40B4-BE49-F238E27FC236}">
                <a16:creationId xmlns:a16="http://schemas.microsoft.com/office/drawing/2014/main" id="{4D9B9D22-C66F-488E-A566-31734BD4F55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2C8C0C6A-FC1E-4924-ABA3-9B455126B11E}" type="slidenum">
              <a:rPr lang="en-US" altLang="id-ID" sz="1400" smtClean="0"/>
              <a:pPr>
                <a:spcBef>
                  <a:spcPct val="0"/>
                </a:spcBef>
                <a:buFontTx/>
                <a:buNone/>
              </a:pPr>
              <a:t>3</a:t>
            </a:fld>
            <a:endParaRPr lang="en-US" altLang="id-ID" sz="1400"/>
          </a:p>
        </p:txBody>
      </p:sp>
      <p:sp>
        <p:nvSpPr>
          <p:cNvPr id="8" name="Title 1">
            <a:extLst>
              <a:ext uri="{FF2B5EF4-FFF2-40B4-BE49-F238E27FC236}">
                <a16:creationId xmlns:a16="http://schemas.microsoft.com/office/drawing/2014/main" id="{940CC6E8-8163-4E32-905D-743792D2D81D}"/>
              </a:ext>
            </a:extLst>
          </p:cNvPr>
          <p:cNvSpPr txBox="1">
            <a:spLocks/>
          </p:cNvSpPr>
          <p:nvPr/>
        </p:nvSpPr>
        <p:spPr>
          <a:xfrm>
            <a:off x="5029200" y="1676400"/>
            <a:ext cx="3902075" cy="3643312"/>
          </a:xfrm>
          <a:prstGeom prst="rect">
            <a:avLst/>
          </a:prstGeom>
        </p:spPr>
        <p:txBody>
          <a:bodyPr>
            <a:normAutofit fontScale="82500" lnSpcReduction="20000"/>
          </a:bodyPr>
          <a:lstStyle>
            <a:defPPr>
              <a:defRPr lang="en-US"/>
            </a:defPPr>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Arial" panose="020B0604020202020204" pitchFamily="34" charset="0"/>
                <a:ea typeface="+mn-ea"/>
                <a:cs typeface="+mn-cs"/>
              </a:defRPr>
            </a:lvl6pPr>
            <a:lvl7pPr marL="2743200" algn="l" defTabSz="914400" rtl="0" eaLnBrk="1" latinLnBrk="0" hangingPunct="1">
              <a:defRPr sz="1200" kern="1200">
                <a:solidFill>
                  <a:schemeClr val="tx1"/>
                </a:solidFill>
                <a:latin typeface="Arial" panose="020B0604020202020204" pitchFamily="34" charset="0"/>
                <a:ea typeface="+mn-ea"/>
                <a:cs typeface="+mn-cs"/>
              </a:defRPr>
            </a:lvl7pPr>
            <a:lvl8pPr marL="3200400" algn="l" defTabSz="914400" rtl="0" eaLnBrk="1" latinLnBrk="0" hangingPunct="1">
              <a:defRPr sz="1200" kern="1200">
                <a:solidFill>
                  <a:schemeClr val="tx1"/>
                </a:solidFill>
                <a:latin typeface="Arial" panose="020B0604020202020204" pitchFamily="34" charset="0"/>
                <a:ea typeface="+mn-ea"/>
                <a:cs typeface="+mn-cs"/>
              </a:defRPr>
            </a:lvl8pPr>
            <a:lvl9pPr marL="3657600" algn="l" defTabSz="914400" rtl="0" eaLnBrk="1" latinLnBrk="0" hangingPunct="1">
              <a:defRPr sz="1200" kern="1200">
                <a:solidFill>
                  <a:schemeClr val="tx1"/>
                </a:solidFill>
                <a:latin typeface="Arial" panose="020B0604020202020204" pitchFamily="34" charset="0"/>
                <a:ea typeface="+mn-ea"/>
                <a:cs typeface="+mn-cs"/>
              </a:defRPr>
            </a:lvl9pPr>
          </a:lstStyle>
          <a:p>
            <a:pPr algn="ctr">
              <a:defRPr/>
            </a:pPr>
            <a:br>
              <a:rPr lang="en-US" sz="2206" b="1" kern="0" dirty="0">
                <a:solidFill>
                  <a:schemeClr val="accent1"/>
                </a:solidFill>
              </a:rPr>
            </a:br>
            <a:r>
              <a:rPr lang="en-US" sz="2206" b="1" kern="0" dirty="0"/>
              <a:t>These slides have been adapted from </a:t>
            </a:r>
            <a:br>
              <a:rPr lang="en-US" sz="2206" b="1" kern="0" dirty="0">
                <a:solidFill>
                  <a:schemeClr val="accent1"/>
                </a:solidFill>
              </a:rPr>
            </a:br>
            <a:br>
              <a:rPr lang="en-US" sz="2206" b="1" kern="0" dirty="0">
                <a:solidFill>
                  <a:schemeClr val="accent1"/>
                </a:solidFill>
              </a:rPr>
            </a:br>
            <a:r>
              <a:rPr lang="en-AU" sz="2400" b="1" dirty="0"/>
              <a:t>Halliday D.; Resnick R. and Walker J. (201</a:t>
            </a:r>
            <a:r>
              <a:rPr lang="id-ID" sz="2400" b="1" dirty="0"/>
              <a:t>8</a:t>
            </a:r>
            <a:r>
              <a:rPr lang="en-AU" sz="2400" b="1" dirty="0"/>
              <a:t>). </a:t>
            </a:r>
            <a:r>
              <a:rPr lang="en-AU" sz="2400" b="1" i="1" dirty="0"/>
              <a:t>Fundamentals Of Physics ,Extended, </a:t>
            </a:r>
          </a:p>
          <a:p>
            <a:pPr algn="ctr">
              <a:defRPr/>
            </a:pPr>
            <a:r>
              <a:rPr lang="en-AU" sz="2400" b="1" i="1" dirty="0"/>
              <a:t> </a:t>
            </a:r>
            <a:r>
              <a:rPr lang="id-ID" sz="2400" b="1" i="1" dirty="0"/>
              <a:t>11th</a:t>
            </a:r>
            <a:r>
              <a:rPr lang="en-AU" sz="2400" b="1" dirty="0"/>
              <a:t> , John Wiley &amp; SONS Inc, New York,  ISBN: 978</a:t>
            </a:r>
            <a:r>
              <a:rPr lang="id-ID" sz="2400" b="1" dirty="0"/>
              <a:t>1119306856</a:t>
            </a:r>
            <a:endParaRPr lang="en-US" sz="2400" b="1" dirty="0"/>
          </a:p>
          <a:p>
            <a:pPr algn="ctr">
              <a:defRPr/>
            </a:pPr>
            <a:br>
              <a:rPr lang="en-US" sz="2206" b="1" kern="0" dirty="0"/>
            </a:br>
            <a:br>
              <a:rPr lang="en-US" sz="2206" b="1" kern="0" dirty="0"/>
            </a:br>
            <a:r>
              <a:rPr lang="en-US" sz="2206" b="1" kern="0" dirty="0"/>
              <a:t>Chapter  </a:t>
            </a:r>
            <a:r>
              <a:rPr lang="id-ID" sz="2206" b="1" kern="0" dirty="0"/>
              <a:t>25</a:t>
            </a:r>
            <a:br>
              <a:rPr lang="en-US" sz="2206" b="1" kern="0" dirty="0"/>
            </a:br>
            <a:endParaRPr lang="id-ID" sz="2206" b="1" kern="0" dirty="0"/>
          </a:p>
        </p:txBody>
      </p:sp>
      <p:pic>
        <p:nvPicPr>
          <p:cNvPr id="5125" name="Picture 6">
            <a:extLst>
              <a:ext uri="{FF2B5EF4-FFF2-40B4-BE49-F238E27FC236}">
                <a16:creationId xmlns:a16="http://schemas.microsoft.com/office/drawing/2014/main" id="{EDA9A38B-AA95-4F38-AAC6-F589A84444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85847"/>
            <a:ext cx="3673475" cy="3976688"/>
          </a:xfrm>
          <a:prstGeom prst="rect">
            <a:avLst/>
          </a:prstGeom>
          <a:noFill/>
          <a:ln>
            <a:noFill/>
          </a:ln>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1">
            <a:extLst>
              <a:ext uri="{FF2B5EF4-FFF2-40B4-BE49-F238E27FC236}">
                <a16:creationId xmlns:a16="http://schemas.microsoft.com/office/drawing/2014/main" id="{FF972268-78A5-4BEC-A90C-1BFC1D6F5F57}"/>
              </a:ext>
            </a:extLst>
          </p:cNvPr>
          <p:cNvSpPr txBox="1">
            <a:spLocks noChangeArrowheads="1"/>
          </p:cNvSpPr>
          <p:nvPr/>
        </p:nvSpPr>
        <p:spPr bwMode="auto">
          <a:xfrm>
            <a:off x="1058278" y="1515974"/>
            <a:ext cx="40687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Resistance and Resistivity</a:t>
            </a:r>
          </a:p>
        </p:txBody>
      </p:sp>
      <p:sp>
        <p:nvSpPr>
          <p:cNvPr id="14339" name="TextBox 2">
            <a:extLst>
              <a:ext uri="{FF2B5EF4-FFF2-40B4-BE49-F238E27FC236}">
                <a16:creationId xmlns:a16="http://schemas.microsoft.com/office/drawing/2014/main" id="{7B318FF0-94E9-4EE7-8741-E2AB4ADCB002}"/>
              </a:ext>
            </a:extLst>
          </p:cNvPr>
          <p:cNvSpPr txBox="1">
            <a:spLocks noChangeArrowheads="1"/>
          </p:cNvSpPr>
          <p:nvPr/>
        </p:nvSpPr>
        <p:spPr bwMode="auto">
          <a:xfrm>
            <a:off x="1053198" y="2057400"/>
            <a:ext cx="7938402" cy="383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We determine the resistance between any two points of a conductor by applying a potential difference </a:t>
            </a:r>
            <a:r>
              <a:rPr lang="en-US" altLang="id-ID" sz="2000" b="1" i="1" dirty="0">
                <a:latin typeface="Arial" panose="020B0604020202020204" pitchFamily="34" charset="0"/>
              </a:rPr>
              <a:t>V </a:t>
            </a:r>
            <a:r>
              <a:rPr lang="en-US" altLang="id-ID" sz="2000" b="1" dirty="0">
                <a:latin typeface="Arial" panose="020B0604020202020204" pitchFamily="34" charset="0"/>
              </a:rPr>
              <a:t>between</a:t>
            </a:r>
            <a:r>
              <a:rPr lang="en-US" altLang="id-ID" sz="2000" b="1" i="1" dirty="0">
                <a:latin typeface="Arial" panose="020B0604020202020204" pitchFamily="34" charset="0"/>
              </a:rPr>
              <a:t> </a:t>
            </a:r>
            <a:r>
              <a:rPr lang="en-US" altLang="id-ID" sz="2000" b="1" dirty="0">
                <a:latin typeface="Arial" panose="020B0604020202020204" pitchFamily="34" charset="0"/>
              </a:rPr>
              <a:t>those points and measuring the current </a:t>
            </a:r>
            <a:r>
              <a:rPr lang="en-US" altLang="id-ID" sz="2000" b="1" i="1" dirty="0" err="1">
                <a:latin typeface="Arial" panose="020B0604020202020204" pitchFamily="34" charset="0"/>
              </a:rPr>
              <a:t>i</a:t>
            </a:r>
            <a:r>
              <a:rPr lang="en-US" altLang="id-ID" sz="2000" b="1" i="1" dirty="0">
                <a:latin typeface="Arial" panose="020B0604020202020204" pitchFamily="34" charset="0"/>
              </a:rPr>
              <a:t> </a:t>
            </a:r>
            <a:r>
              <a:rPr lang="en-US" altLang="id-ID" sz="2000" b="1" dirty="0">
                <a:latin typeface="Arial" panose="020B0604020202020204" pitchFamily="34" charset="0"/>
              </a:rPr>
              <a:t>that results. </a:t>
            </a: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 resistance</a:t>
            </a:r>
            <a:r>
              <a:rPr lang="en-US" altLang="id-ID" sz="2000" b="1" i="1" dirty="0">
                <a:latin typeface="Arial" panose="020B0604020202020204" pitchFamily="34" charset="0"/>
              </a:rPr>
              <a:t> R </a:t>
            </a:r>
            <a:r>
              <a:rPr lang="en-US" altLang="id-ID" sz="2000" b="1" dirty="0">
                <a:latin typeface="Arial" panose="020B0604020202020204" pitchFamily="34" charset="0"/>
              </a:rPr>
              <a:t>is then   </a:t>
            </a:r>
          </a:p>
          <a:p>
            <a:pPr eaLnBrk="1" hangingPunct="1">
              <a:spcBef>
                <a:spcPct val="0"/>
              </a:spcBef>
              <a:buFontTx/>
              <a:buNone/>
            </a:pPr>
            <a:r>
              <a:rPr lang="en-US" altLang="id-ID" dirty="0">
                <a:latin typeface="Arial" panose="020B0604020202020204" pitchFamily="34" charset="0"/>
              </a:rPr>
              <a:t>              </a:t>
            </a:r>
          </a:p>
          <a:p>
            <a:pPr eaLnBrk="1" hangingPunct="1">
              <a:spcBef>
                <a:spcPct val="0"/>
              </a:spcBef>
              <a:buFontTx/>
              <a:buNone/>
            </a:pPr>
            <a:r>
              <a:rPr lang="en-US" altLang="id-ID" sz="2000" b="1" dirty="0">
                <a:latin typeface="Arial" panose="020B0604020202020204" pitchFamily="34" charset="0"/>
              </a:rPr>
              <a:t>The SI unit for resistance is the ohm (symbol </a:t>
            </a:r>
            <a:r>
              <a:rPr lang="en-US" altLang="id-ID" sz="2000" b="1" dirty="0">
                <a:latin typeface="Symbol" panose="05050102010706020507" pitchFamily="18" charset="2"/>
              </a:rPr>
              <a:t>W</a:t>
            </a:r>
            <a:r>
              <a:rPr lang="en-US" altLang="id-ID" sz="2000" b="1" dirty="0">
                <a:latin typeface="Arial" panose="020B0604020202020204" pitchFamily="34" charset="0"/>
              </a:rPr>
              <a:t>). </a:t>
            </a:r>
          </a:p>
          <a:p>
            <a:pPr eaLnBrk="1" hangingPunct="1">
              <a:spcBef>
                <a:spcPct val="0"/>
              </a:spcBef>
              <a:buFontTx/>
              <a:buNone/>
            </a:pPr>
            <a:endParaRPr lang="en-US" altLang="id-ID" sz="1200" b="1" dirty="0">
              <a:solidFill>
                <a:srgbClr val="002060"/>
              </a:solidFill>
              <a:latin typeface="Arial" panose="020B0604020202020204" pitchFamily="34" charset="0"/>
            </a:endParaRPr>
          </a:p>
          <a:p>
            <a:pPr eaLnBrk="1" hangingPunct="1">
              <a:spcBef>
                <a:spcPct val="0"/>
              </a:spcBef>
              <a:buFontTx/>
              <a:buNone/>
            </a:pPr>
            <a:r>
              <a:rPr lang="en-US" altLang="id-ID" sz="2000" b="1" dirty="0">
                <a:solidFill>
                  <a:srgbClr val="002060"/>
                </a:solidFill>
                <a:latin typeface="Arial" panose="020B0604020202020204" pitchFamily="34" charset="0"/>
              </a:rPr>
              <a:t>1 ohm= 1 </a:t>
            </a:r>
            <a:r>
              <a:rPr lang="el-GR" altLang="id-ID" sz="2000" b="1" dirty="0">
                <a:solidFill>
                  <a:srgbClr val="002060"/>
                </a:solidFill>
                <a:latin typeface="Arial" panose="020B0604020202020204" pitchFamily="34" charset="0"/>
              </a:rPr>
              <a:t>Ω</a:t>
            </a:r>
            <a:r>
              <a:rPr lang="en-US" altLang="id-ID" sz="2000" b="1" dirty="0">
                <a:solidFill>
                  <a:srgbClr val="002060"/>
                </a:solidFill>
                <a:latin typeface="Arial" panose="020B0604020202020204" pitchFamily="34" charset="0"/>
              </a:rPr>
              <a:t> = 1 volt per ampere = 1 V/A</a:t>
            </a:r>
          </a:p>
          <a:p>
            <a:pPr eaLnBrk="1" hangingPunct="1">
              <a:spcBef>
                <a:spcPct val="0"/>
              </a:spcBef>
              <a:buFontTx/>
              <a:buNone/>
            </a:pPr>
            <a:endParaRPr lang="en-US" altLang="id-ID" sz="9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In a circuit diagram, we represent a resistor and a </a:t>
            </a:r>
          </a:p>
          <a:p>
            <a:pPr eaLnBrk="1" hangingPunct="1">
              <a:spcBef>
                <a:spcPct val="0"/>
              </a:spcBef>
              <a:buFontTx/>
              <a:buNone/>
            </a:pPr>
            <a:endParaRPr lang="en-US" altLang="id-ID" sz="9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resistance with the symbol	  </a:t>
            </a:r>
          </a:p>
        </p:txBody>
      </p:sp>
      <p:sp>
        <p:nvSpPr>
          <p:cNvPr id="2" name="Rectangle 9">
            <a:extLst>
              <a:ext uri="{FF2B5EF4-FFF2-40B4-BE49-F238E27FC236}">
                <a16:creationId xmlns:a16="http://schemas.microsoft.com/office/drawing/2014/main" id="{89D34382-3B31-41F7-8CD5-25D43DD25F3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4342" name="Picture 8">
            <a:extLst>
              <a:ext uri="{FF2B5EF4-FFF2-40B4-BE49-F238E27FC236}">
                <a16:creationId xmlns:a16="http://schemas.microsoft.com/office/drawing/2014/main" id="{AAB32322-57D5-4340-8350-119C18C0589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65566" y="3184889"/>
            <a:ext cx="3885777" cy="765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Slide Number Placeholder 6">
            <a:extLst>
              <a:ext uri="{FF2B5EF4-FFF2-40B4-BE49-F238E27FC236}">
                <a16:creationId xmlns:a16="http://schemas.microsoft.com/office/drawing/2014/main" id="{1A56DEAB-D48A-4F56-83F2-43B0C6517ED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4610E26A-5B3D-49FB-A130-141658FE7A64}" type="slidenum">
              <a:rPr lang="en-US" altLang="id-ID" sz="1400" smtClean="0"/>
              <a:pPr>
                <a:spcBef>
                  <a:spcPct val="0"/>
                </a:spcBef>
                <a:buFontTx/>
                <a:buNone/>
              </a:pPr>
              <a:t>4</a:t>
            </a:fld>
            <a:endParaRPr lang="en-US" altLang="id-ID" sz="1400"/>
          </a:p>
        </p:txBody>
      </p:sp>
      <p:pic>
        <p:nvPicPr>
          <p:cNvPr id="1026" name="Picture 2" descr="Resistor Symbol Icons - Free SVG &amp; PNG Resistor Symbol Images - Noun Project">
            <a:extLst>
              <a:ext uri="{FF2B5EF4-FFF2-40B4-BE49-F238E27FC236}">
                <a16:creationId xmlns:a16="http://schemas.microsoft.com/office/drawing/2014/main" id="{5DDDD9A4-2EAA-442C-B22F-F1833A2C5F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494678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2">
            <a:extLst>
              <a:ext uri="{FF2B5EF4-FFF2-40B4-BE49-F238E27FC236}">
                <a16:creationId xmlns:a16="http://schemas.microsoft.com/office/drawing/2014/main" id="{2F678CA8-49C0-4D45-BD69-590444BF00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C99EC72-C19F-48A5-AAB8-AB6FCC7EDAF5}" type="slidenum">
              <a:rPr lang="en-US" altLang="id-ID" sz="1400" smtClean="0"/>
              <a:pPr>
                <a:spcBef>
                  <a:spcPct val="0"/>
                </a:spcBef>
                <a:buFontTx/>
                <a:buNone/>
              </a:pPr>
              <a:t>5</a:t>
            </a:fld>
            <a:endParaRPr lang="en-US" altLang="id-ID" sz="1400"/>
          </a:p>
        </p:txBody>
      </p:sp>
      <p:sp>
        <p:nvSpPr>
          <p:cNvPr id="15364" name="Rectangle 4">
            <a:extLst>
              <a:ext uri="{FF2B5EF4-FFF2-40B4-BE49-F238E27FC236}">
                <a16:creationId xmlns:a16="http://schemas.microsoft.com/office/drawing/2014/main" id="{F5423D8B-4E6E-43A6-9AC0-5222C97F357D}"/>
              </a:ext>
            </a:extLst>
          </p:cNvPr>
          <p:cNvSpPr>
            <a:spLocks noChangeArrowheads="1"/>
          </p:cNvSpPr>
          <p:nvPr/>
        </p:nvSpPr>
        <p:spPr bwMode="auto">
          <a:xfrm>
            <a:off x="4788038" y="518815"/>
            <a:ext cx="13532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000" b="1" dirty="0">
                <a:latin typeface="Arial" panose="020B0604020202020204" pitchFamily="34" charset="0"/>
                <a:cs typeface="Arial" panose="020B0604020202020204" pitchFamily="34" charset="0"/>
              </a:rPr>
              <a:t>Resistors</a:t>
            </a:r>
            <a:endParaRPr lang="en-US" altLang="id-ID" sz="2000" dirty="0">
              <a:latin typeface="Arial" panose="020B0604020202020204" pitchFamily="34" charset="0"/>
            </a:endParaRPr>
          </a:p>
        </p:txBody>
      </p:sp>
      <p:pic>
        <p:nvPicPr>
          <p:cNvPr id="2" name="Picture 1">
            <a:extLst>
              <a:ext uri="{FF2B5EF4-FFF2-40B4-BE49-F238E27FC236}">
                <a16:creationId xmlns:a16="http://schemas.microsoft.com/office/drawing/2014/main" id="{292973FC-E467-4844-8E02-66CA1E710C1A}"/>
              </a:ext>
            </a:extLst>
          </p:cNvPr>
          <p:cNvPicPr>
            <a:picLocks noChangeAspect="1"/>
          </p:cNvPicPr>
          <p:nvPr/>
        </p:nvPicPr>
        <p:blipFill>
          <a:blip r:embed="rId2"/>
          <a:stretch>
            <a:fillRect/>
          </a:stretch>
        </p:blipFill>
        <p:spPr>
          <a:xfrm>
            <a:off x="6778714" y="1600200"/>
            <a:ext cx="2180365" cy="4191000"/>
          </a:xfrm>
          <a:prstGeom prst="rect">
            <a:avLst/>
          </a:prstGeom>
        </p:spPr>
      </p:pic>
      <p:pic>
        <p:nvPicPr>
          <p:cNvPr id="1026" name="Picture 2" descr="Cheat Sheet: Resistor Color Codes by adlerweb on DeviantArt">
            <a:extLst>
              <a:ext uri="{FF2B5EF4-FFF2-40B4-BE49-F238E27FC236}">
                <a16:creationId xmlns:a16="http://schemas.microsoft.com/office/drawing/2014/main" id="{AE160B3F-B5E9-4B16-931C-3227AD52E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263" y="3150152"/>
            <a:ext cx="5595937" cy="31477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w Do You Determine The Resistor Values In A Circuit?">
            <a:extLst>
              <a:ext uri="{FF2B5EF4-FFF2-40B4-BE49-F238E27FC236}">
                <a16:creationId xmlns:a16="http://schemas.microsoft.com/office/drawing/2014/main" id="{D2A11F77-D613-496A-80F9-7C02B75CA7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900" y="1542982"/>
            <a:ext cx="2696727" cy="135261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B011286-1375-49D2-A86D-D475786B255B}"/>
              </a:ext>
            </a:extLst>
          </p:cNvPr>
          <p:cNvSpPr/>
          <p:nvPr/>
        </p:nvSpPr>
        <p:spPr>
          <a:xfrm>
            <a:off x="3785711" y="2682968"/>
            <a:ext cx="2330446" cy="276999"/>
          </a:xfrm>
          <a:prstGeom prst="rect">
            <a:avLst/>
          </a:prstGeom>
        </p:spPr>
        <p:txBody>
          <a:bodyPr wrap="none">
            <a:spAutoFit/>
          </a:bodyPr>
          <a:lstStyle/>
          <a:p>
            <a:r>
              <a:rPr lang="en-HK" sz="1200" dirty="0"/>
              <a:t>https://www.electronicsforu.com/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3">
            <a:extLst>
              <a:ext uri="{FF2B5EF4-FFF2-40B4-BE49-F238E27FC236}">
                <a16:creationId xmlns:a16="http://schemas.microsoft.com/office/drawing/2014/main" id="{4042382E-EADA-4AFA-B7F0-4DF4A08C75BD}"/>
              </a:ext>
            </a:extLst>
          </p:cNvPr>
          <p:cNvSpPr txBox="1">
            <a:spLocks noChangeArrowheads="1"/>
          </p:cNvSpPr>
          <p:nvPr/>
        </p:nvSpPr>
        <p:spPr bwMode="auto">
          <a:xfrm>
            <a:off x="1187624" y="1578115"/>
            <a:ext cx="7072312" cy="295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The resistivity, </a:t>
            </a:r>
            <a:r>
              <a:rPr lang="en-US" altLang="id-ID" b="1" i="1">
                <a:latin typeface="Symbol" panose="05050102010706020507" pitchFamily="18" charset="2"/>
              </a:rPr>
              <a:t>r</a:t>
            </a:r>
            <a:r>
              <a:rPr lang="en-US" altLang="id-ID" b="1">
                <a:latin typeface="Arial" panose="020B0604020202020204" pitchFamily="34" charset="0"/>
              </a:rPr>
              <a:t>, of a resistor is defined as:</a:t>
            </a:r>
          </a:p>
          <a:p>
            <a:pPr eaLnBrk="1" hangingPunct="1">
              <a:spcBef>
                <a:spcPct val="0"/>
              </a:spcBef>
              <a:buFontTx/>
              <a:buNone/>
            </a:pPr>
            <a:endParaRPr lang="en-US" altLang="id-ID" sz="1800" b="1">
              <a:latin typeface="Arial" panose="020B0604020202020204" pitchFamily="34" charset="0"/>
            </a:endParaRPr>
          </a:p>
          <a:p>
            <a:pPr eaLnBrk="1" hangingPunct="1">
              <a:spcBef>
                <a:spcPct val="0"/>
              </a:spcBef>
              <a:buFontTx/>
              <a:buNone/>
            </a:pPr>
            <a:endParaRPr lang="en-US" altLang="id-ID" sz="1800" b="1">
              <a:latin typeface="Arial" panose="020B0604020202020204" pitchFamily="34" charset="0"/>
            </a:endParaRPr>
          </a:p>
          <a:p>
            <a:pPr eaLnBrk="1" hangingPunct="1">
              <a:spcBef>
                <a:spcPct val="0"/>
              </a:spcBef>
              <a:buFontTx/>
              <a:buNone/>
            </a:pPr>
            <a:endParaRPr lang="en-US" altLang="id-ID" sz="1800" b="1">
              <a:latin typeface="Arial" panose="020B0604020202020204" pitchFamily="34" charset="0"/>
            </a:endParaRPr>
          </a:p>
          <a:p>
            <a:pPr eaLnBrk="1" hangingPunct="1">
              <a:spcBef>
                <a:spcPct val="0"/>
              </a:spcBef>
              <a:buFontTx/>
              <a:buNone/>
            </a:pPr>
            <a:endParaRPr lang="en-US" altLang="id-ID" sz="1800" b="1">
              <a:latin typeface="Arial" panose="020B0604020202020204" pitchFamily="34" charset="0"/>
            </a:endParaRPr>
          </a:p>
          <a:p>
            <a:pPr eaLnBrk="1" hangingPunct="1">
              <a:spcBef>
                <a:spcPct val="0"/>
              </a:spcBef>
              <a:buFontTx/>
              <a:buNone/>
            </a:pPr>
            <a:r>
              <a:rPr lang="en-US" altLang="id-ID" b="1">
                <a:latin typeface="Arial" panose="020B0604020202020204" pitchFamily="34" charset="0"/>
              </a:rPr>
              <a:t>The SI unit for </a:t>
            </a:r>
            <a:r>
              <a:rPr lang="en-US" altLang="id-ID" b="1" i="1">
                <a:latin typeface="Symbol" panose="05050102010706020507" pitchFamily="18" charset="2"/>
              </a:rPr>
              <a:t>r</a:t>
            </a:r>
            <a:r>
              <a:rPr lang="en-US" altLang="id-ID" b="1">
                <a:latin typeface="Arial" panose="020B0604020202020204" pitchFamily="34" charset="0"/>
              </a:rPr>
              <a:t> is </a:t>
            </a:r>
            <a:r>
              <a:rPr lang="en-US" altLang="id-ID" b="1" i="1">
                <a:latin typeface="Symbol" panose="05050102010706020507" pitchFamily="18" charset="2"/>
              </a:rPr>
              <a:t>W</a:t>
            </a:r>
            <a:r>
              <a:rPr lang="en-US" altLang="id-ID" b="1" i="1">
                <a:latin typeface="Arial" panose="020B0604020202020204" pitchFamily="34" charset="0"/>
              </a:rPr>
              <a:t>.m.</a:t>
            </a:r>
            <a:r>
              <a:rPr lang="en-US" altLang="id-ID" b="1">
                <a:latin typeface="Arial" panose="020B0604020202020204" pitchFamily="34" charset="0"/>
              </a:rPr>
              <a:t> </a:t>
            </a:r>
          </a:p>
          <a:p>
            <a:pPr eaLnBrk="1" hangingPunct="1">
              <a:spcBef>
                <a:spcPct val="0"/>
              </a:spcBef>
              <a:buFontTx/>
              <a:buNone/>
            </a:pPr>
            <a:endParaRPr lang="en-US" altLang="id-ID" sz="1800" b="1">
              <a:latin typeface="Arial" panose="020B0604020202020204" pitchFamily="34" charset="0"/>
            </a:endParaRPr>
          </a:p>
          <a:p>
            <a:pPr eaLnBrk="1" hangingPunct="1">
              <a:spcBef>
                <a:spcPct val="0"/>
              </a:spcBef>
              <a:buFontTx/>
              <a:buNone/>
            </a:pPr>
            <a:r>
              <a:rPr lang="en-US" altLang="id-ID" b="1">
                <a:latin typeface="Arial" panose="020B0604020202020204" pitchFamily="34" charset="0"/>
              </a:rPr>
              <a:t>The conductivity </a:t>
            </a:r>
            <a:r>
              <a:rPr lang="en-US" altLang="id-ID" b="1" i="1">
                <a:latin typeface="Symbol" panose="05050102010706020507" pitchFamily="18" charset="2"/>
              </a:rPr>
              <a:t>s</a:t>
            </a:r>
            <a:r>
              <a:rPr lang="en-US" altLang="id-ID" b="1">
                <a:latin typeface="Arial" panose="020B0604020202020204" pitchFamily="34" charset="0"/>
              </a:rPr>
              <a:t> of a material is the reciprocal of its resistivity:</a:t>
            </a:r>
          </a:p>
        </p:txBody>
      </p:sp>
      <p:pic>
        <p:nvPicPr>
          <p:cNvPr id="15363" name="Picture 3">
            <a:extLst>
              <a:ext uri="{FF2B5EF4-FFF2-40B4-BE49-F238E27FC236}">
                <a16:creationId xmlns:a16="http://schemas.microsoft.com/office/drawing/2014/main" id="{D7331FDB-C975-4BBF-88B2-D89A8C067606}"/>
              </a:ext>
            </a:extLst>
          </p:cNvPr>
          <p:cNvPicPr>
            <a:picLocks noChangeAspect="1" noChangeArrowheads="1"/>
          </p:cNvPicPr>
          <p:nvPr/>
        </p:nvPicPr>
        <p:blipFill>
          <a:blip r:embed="rId2" cstate="print">
            <a:duotone>
              <a:prstClr val="black"/>
              <a:schemeClr val="accent4">
                <a:tint val="45000"/>
                <a:satMod val="400000"/>
              </a:schemeClr>
            </a:duotone>
          </a:blip>
          <a:srcRect l="7080" t="19231" r="7965" b="8974"/>
          <a:stretch>
            <a:fillRect/>
          </a:stretch>
        </p:blipFill>
        <p:spPr bwMode="auto">
          <a:xfrm>
            <a:off x="1259034" y="2149604"/>
            <a:ext cx="1200150" cy="785812"/>
          </a:xfrm>
          <a:prstGeom prst="rect">
            <a:avLst/>
          </a:prstGeom>
          <a:noFill/>
          <a:ln w="9525">
            <a:noFill/>
            <a:miter lim="800000"/>
            <a:headEnd/>
            <a:tailEnd/>
          </a:ln>
        </p:spPr>
      </p:pic>
      <p:pic>
        <p:nvPicPr>
          <p:cNvPr id="75780" name="Picture 4">
            <a:extLst>
              <a:ext uri="{FF2B5EF4-FFF2-40B4-BE49-F238E27FC236}">
                <a16:creationId xmlns:a16="http://schemas.microsoft.com/office/drawing/2014/main" id="{ACC1BCA1-FDCC-48AB-9956-13B0352D4A6B}"/>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3259298" y="2149604"/>
            <a:ext cx="1714512" cy="928694"/>
          </a:xfrm>
          <a:prstGeom prst="rect">
            <a:avLst/>
          </a:prstGeom>
          <a:noFill/>
          <a:ln w="9525">
            <a:noFill/>
            <a:miter lim="800000"/>
            <a:headEnd/>
            <a:tailEnd/>
          </a:ln>
        </p:spPr>
      </p:pic>
      <p:sp>
        <p:nvSpPr>
          <p:cNvPr id="7" name="Right Arrow 6">
            <a:extLst>
              <a:ext uri="{FF2B5EF4-FFF2-40B4-BE49-F238E27FC236}">
                <a16:creationId xmlns:a16="http://schemas.microsoft.com/office/drawing/2014/main" id="{00803786-BAE4-442E-B2AD-2933B6159A6A}"/>
              </a:ext>
            </a:extLst>
          </p:cNvPr>
          <p:cNvSpPr/>
          <p:nvPr/>
        </p:nvSpPr>
        <p:spPr>
          <a:xfrm>
            <a:off x="2759249" y="2506802"/>
            <a:ext cx="304800" cy="15240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endParaRPr lang="en-US">
              <a:solidFill>
                <a:srgbClr val="FFFFFF"/>
              </a:solidFill>
            </a:endParaRPr>
          </a:p>
        </p:txBody>
      </p:sp>
      <p:pic>
        <p:nvPicPr>
          <p:cNvPr id="15366" name="Picture 5">
            <a:extLst>
              <a:ext uri="{FF2B5EF4-FFF2-40B4-BE49-F238E27FC236}">
                <a16:creationId xmlns:a16="http://schemas.microsoft.com/office/drawing/2014/main" id="{B4AE293B-ADE3-40E0-AEE9-2806BF043104}"/>
              </a:ext>
            </a:extLst>
          </p:cNvPr>
          <p:cNvPicPr>
            <a:picLocks noChangeAspect="1" noChangeArrowheads="1"/>
          </p:cNvPicPr>
          <p:nvPr/>
        </p:nvPicPr>
        <p:blipFill>
          <a:blip r:embed="rId4" cstate="print">
            <a:duotone>
              <a:prstClr val="black"/>
              <a:schemeClr val="accent4">
                <a:tint val="45000"/>
                <a:satMod val="400000"/>
              </a:schemeClr>
            </a:duotone>
          </a:blip>
          <a:srcRect/>
          <a:stretch>
            <a:fillRect/>
          </a:stretch>
        </p:blipFill>
        <p:spPr bwMode="auto">
          <a:xfrm>
            <a:off x="1116186" y="4935677"/>
            <a:ext cx="1571625" cy="1285875"/>
          </a:xfrm>
          <a:prstGeom prst="rect">
            <a:avLst/>
          </a:prstGeom>
          <a:noFill/>
          <a:ln w="9525">
            <a:noFill/>
            <a:miter lim="800000"/>
            <a:headEnd/>
            <a:tailEnd/>
          </a:ln>
        </p:spPr>
      </p:pic>
      <p:pic>
        <p:nvPicPr>
          <p:cNvPr id="75782" name="Picture 6">
            <a:extLst>
              <a:ext uri="{FF2B5EF4-FFF2-40B4-BE49-F238E27FC236}">
                <a16:creationId xmlns:a16="http://schemas.microsoft.com/office/drawing/2014/main" id="{3B09542F-8E9C-4DDD-89AE-708ACA76E644}"/>
              </a:ext>
            </a:extLst>
          </p:cNvPr>
          <p:cNvPicPr>
            <a:picLocks noChangeAspect="1" noChangeArrowheads="1"/>
          </p:cNvPicPr>
          <p:nvPr/>
        </p:nvPicPr>
        <p:blipFill>
          <a:blip r:embed="rId5" cstate="print">
            <a:duotone>
              <a:prstClr val="black"/>
              <a:schemeClr val="accent4">
                <a:tint val="45000"/>
                <a:satMod val="400000"/>
              </a:schemeClr>
            </a:duotone>
          </a:blip>
          <a:srcRect/>
          <a:stretch>
            <a:fillRect/>
          </a:stretch>
        </p:blipFill>
        <p:spPr bwMode="auto">
          <a:xfrm>
            <a:off x="3402174" y="4935686"/>
            <a:ext cx="1643074" cy="928694"/>
          </a:xfrm>
          <a:prstGeom prst="rect">
            <a:avLst/>
          </a:prstGeom>
          <a:noFill/>
          <a:ln w="9525">
            <a:noFill/>
            <a:miter lim="800000"/>
            <a:headEnd/>
            <a:tailEnd/>
          </a:ln>
        </p:spPr>
      </p:pic>
      <p:sp>
        <p:nvSpPr>
          <p:cNvPr id="10" name="Right Arrow 9">
            <a:extLst>
              <a:ext uri="{FF2B5EF4-FFF2-40B4-BE49-F238E27FC236}">
                <a16:creationId xmlns:a16="http://schemas.microsoft.com/office/drawing/2014/main" id="{D960BC9E-B309-4CDF-B228-CAE855D34109}"/>
              </a:ext>
            </a:extLst>
          </p:cNvPr>
          <p:cNvSpPr/>
          <p:nvPr/>
        </p:nvSpPr>
        <p:spPr>
          <a:xfrm>
            <a:off x="2759249" y="5364302"/>
            <a:ext cx="304800" cy="15240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endParaRPr lang="en-US">
              <a:solidFill>
                <a:srgbClr val="FFFFFF"/>
              </a:solidFill>
            </a:endParaRPr>
          </a:p>
        </p:txBody>
      </p:sp>
      <p:sp>
        <p:nvSpPr>
          <p:cNvPr id="16393" name="Rectangle 8">
            <a:extLst>
              <a:ext uri="{FF2B5EF4-FFF2-40B4-BE49-F238E27FC236}">
                <a16:creationId xmlns:a16="http://schemas.microsoft.com/office/drawing/2014/main" id="{19CA61BD-427C-4E70-A54D-20F1E4F50A61}"/>
              </a:ext>
            </a:extLst>
          </p:cNvPr>
          <p:cNvSpPr>
            <a:spLocks noChangeArrowheads="1"/>
          </p:cNvSpPr>
          <p:nvPr/>
        </p:nvSpPr>
        <p:spPr bwMode="auto">
          <a:xfrm>
            <a:off x="2786063" y="642938"/>
            <a:ext cx="4270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solidFill>
                  <a:schemeClr val="bg1"/>
                </a:solidFill>
                <a:latin typeface="Arial" panose="020B0604020202020204" pitchFamily="34" charset="0"/>
                <a:cs typeface="Arial" panose="020B0604020202020204" pitchFamily="34" charset="0"/>
              </a:rPr>
              <a:t>Resistance and Resistivity (cont.)</a:t>
            </a:r>
            <a:endParaRPr lang="en-US" altLang="id-ID" sz="2000">
              <a:solidFill>
                <a:schemeClr val="bg1"/>
              </a:solidFill>
              <a:latin typeface="Arial" panose="020B0604020202020204" pitchFamily="34" charset="0"/>
            </a:endParaRPr>
          </a:p>
        </p:txBody>
      </p:sp>
      <p:sp>
        <p:nvSpPr>
          <p:cNvPr id="16394" name="Slide Number Placeholder 10">
            <a:extLst>
              <a:ext uri="{FF2B5EF4-FFF2-40B4-BE49-F238E27FC236}">
                <a16:creationId xmlns:a16="http://schemas.microsoft.com/office/drawing/2014/main" id="{2C348F1C-52D5-424D-8CD7-6B031480964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487DBF51-AE5B-489C-A95E-BCE36875FCF8}" type="slidenum">
              <a:rPr lang="en-US" altLang="id-ID" sz="1400" smtClean="0"/>
              <a:pPr>
                <a:spcBef>
                  <a:spcPct val="0"/>
                </a:spcBef>
                <a:buFontTx/>
                <a:buNone/>
              </a:pPr>
              <a:t>6</a:t>
            </a:fld>
            <a:endParaRPr lang="en-US" altLang="id-ID"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a:extLst>
              <a:ext uri="{FF2B5EF4-FFF2-40B4-BE49-F238E27FC236}">
                <a16:creationId xmlns:a16="http://schemas.microsoft.com/office/drawing/2014/main" id="{F70B6CE2-F33E-47F0-AE88-DC9DEB379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507" y="1529278"/>
            <a:ext cx="7755732" cy="646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3">
            <a:extLst>
              <a:ext uri="{FF2B5EF4-FFF2-40B4-BE49-F238E27FC236}">
                <a16:creationId xmlns:a16="http://schemas.microsoft.com/office/drawing/2014/main" id="{66FAAACC-EA87-4873-BB96-42A184EA6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9189" y="2257277"/>
            <a:ext cx="29718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4">
            <a:extLst>
              <a:ext uri="{FF2B5EF4-FFF2-40B4-BE49-F238E27FC236}">
                <a16:creationId xmlns:a16="http://schemas.microsoft.com/office/drawing/2014/main" id="{EF0ED284-61F7-4438-94F2-C0326A50CA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2" y="2924027"/>
            <a:ext cx="2166937"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5">
            <a:extLst>
              <a:ext uri="{FF2B5EF4-FFF2-40B4-BE49-F238E27FC236}">
                <a16:creationId xmlns:a16="http://schemas.microsoft.com/office/drawing/2014/main" id="{4B47E50E-899E-48A8-B29B-397F99E96E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2" y="3828902"/>
            <a:ext cx="20002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TextBox 6">
            <a:extLst>
              <a:ext uri="{FF2B5EF4-FFF2-40B4-BE49-F238E27FC236}">
                <a16:creationId xmlns:a16="http://schemas.microsoft.com/office/drawing/2014/main" id="{71167DF0-B41B-4E69-BD74-1EFEB32482E1}"/>
              </a:ext>
            </a:extLst>
          </p:cNvPr>
          <p:cNvSpPr txBox="1">
            <a:spLocks noChangeArrowheads="1"/>
          </p:cNvSpPr>
          <p:nvPr/>
        </p:nvSpPr>
        <p:spPr bwMode="auto">
          <a:xfrm>
            <a:off x="1002507" y="4572000"/>
            <a:ext cx="3712368" cy="1754326"/>
          </a:xfrm>
          <a:prstGeom prst="rect">
            <a:avLst/>
          </a:prstGeom>
          <a:solidFill>
            <a:schemeClr val="bg2">
              <a:lumMod val="20000"/>
              <a:lumOff val="80000"/>
            </a:schemeClr>
          </a:solidFill>
          <a:ln w="9525">
            <a:noFill/>
            <a:miter lim="800000"/>
            <a:headEnd/>
            <a:tailEnd/>
          </a:ln>
        </p:spPr>
        <p:txBody>
          <a:bodyPr wrap="square">
            <a:spAutoFit/>
          </a:bodyPr>
          <a:lstStyle/>
          <a:p>
            <a:pPr eaLnBrk="1" hangingPunct="1">
              <a:defRPr/>
            </a:pPr>
            <a:r>
              <a:rPr lang="en-US" sz="1800" b="1" dirty="0">
                <a:latin typeface="Arial" charset="0"/>
              </a:rPr>
              <a:t>If the streamlines representing the current density are uniform throughout the wire, the electric field, </a:t>
            </a:r>
            <a:r>
              <a:rPr lang="en-US" sz="1800" b="1" i="1" dirty="0">
                <a:latin typeface="Arial" charset="0"/>
              </a:rPr>
              <a:t>E</a:t>
            </a:r>
            <a:r>
              <a:rPr lang="en-US" sz="1800" b="1" dirty="0">
                <a:latin typeface="Arial" charset="0"/>
              </a:rPr>
              <a:t>, and the current density, </a:t>
            </a:r>
            <a:r>
              <a:rPr lang="en-US" sz="1800" b="1" i="1" dirty="0">
                <a:latin typeface="Arial" charset="0"/>
              </a:rPr>
              <a:t>J</a:t>
            </a:r>
            <a:r>
              <a:rPr lang="en-US" sz="1800" b="1" dirty="0">
                <a:latin typeface="Arial" charset="0"/>
              </a:rPr>
              <a:t>, will be constant for all points within the wire.</a:t>
            </a:r>
          </a:p>
        </p:txBody>
      </p:sp>
      <p:grpSp>
        <p:nvGrpSpPr>
          <p:cNvPr id="17415" name="Group 8">
            <a:extLst>
              <a:ext uri="{FF2B5EF4-FFF2-40B4-BE49-F238E27FC236}">
                <a16:creationId xmlns:a16="http://schemas.microsoft.com/office/drawing/2014/main" id="{D318B6FE-D5D9-4B6E-B609-1E2830EDC2DC}"/>
              </a:ext>
            </a:extLst>
          </p:cNvPr>
          <p:cNvGrpSpPr>
            <a:grpSpLocks/>
          </p:cNvGrpSpPr>
          <p:nvPr/>
        </p:nvGrpSpPr>
        <p:grpSpPr bwMode="auto">
          <a:xfrm>
            <a:off x="4705350" y="2242007"/>
            <a:ext cx="3981450" cy="1857375"/>
            <a:chOff x="2430" y="8370"/>
            <a:chExt cx="6270" cy="1455"/>
          </a:xfrm>
        </p:grpSpPr>
        <p:sp>
          <p:nvSpPr>
            <p:cNvPr id="17427" name="Oval 9">
              <a:extLst>
                <a:ext uri="{FF2B5EF4-FFF2-40B4-BE49-F238E27FC236}">
                  <a16:creationId xmlns:a16="http://schemas.microsoft.com/office/drawing/2014/main" id="{4E78D184-0D2E-4058-BEE7-F05A208C374A}"/>
                </a:ext>
              </a:extLst>
            </p:cNvPr>
            <p:cNvSpPr>
              <a:spLocks noChangeArrowheads="1"/>
            </p:cNvSpPr>
            <p:nvPr/>
          </p:nvSpPr>
          <p:spPr bwMode="auto">
            <a:xfrm>
              <a:off x="7305" y="8715"/>
              <a:ext cx="435" cy="750"/>
            </a:xfrm>
            <a:prstGeom prst="ellipse">
              <a:avLst/>
            </a:prstGeom>
            <a:gradFill rotWithShape="0">
              <a:gsLst>
                <a:gs pos="0">
                  <a:srgbClr val="DCE6F2"/>
                </a:gs>
                <a:gs pos="100000">
                  <a:srgbClr val="4F81BD"/>
                </a:gs>
              </a:gsLst>
              <a:lin ang="18900000" scaled="1"/>
            </a:gra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7428" name="Rectangle 10">
              <a:extLst>
                <a:ext uri="{FF2B5EF4-FFF2-40B4-BE49-F238E27FC236}">
                  <a16:creationId xmlns:a16="http://schemas.microsoft.com/office/drawing/2014/main" id="{0E7D783B-2A6B-466A-8E2F-5007E6625989}"/>
                </a:ext>
              </a:extLst>
            </p:cNvPr>
            <p:cNvSpPr>
              <a:spLocks noChangeArrowheads="1"/>
            </p:cNvSpPr>
            <p:nvPr/>
          </p:nvSpPr>
          <p:spPr bwMode="auto">
            <a:xfrm>
              <a:off x="3525" y="8715"/>
              <a:ext cx="3975" cy="749"/>
            </a:xfrm>
            <a:prstGeom prst="rect">
              <a:avLst/>
            </a:prstGeom>
            <a:gradFill rotWithShape="0">
              <a:gsLst>
                <a:gs pos="0">
                  <a:srgbClr val="DCE6F2"/>
                </a:gs>
                <a:gs pos="100000">
                  <a:srgbClr val="4F81BD"/>
                </a:gs>
              </a:gsLst>
              <a:lin ang="18900000" scaled="1"/>
            </a:gradFill>
            <a:ln w="9525">
              <a:solidFill>
                <a:srgbClr val="FFFFFF"/>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7429" name="AutoShape 11">
              <a:extLst>
                <a:ext uri="{FF2B5EF4-FFF2-40B4-BE49-F238E27FC236}">
                  <a16:creationId xmlns:a16="http://schemas.microsoft.com/office/drawing/2014/main" id="{689BC464-11AD-4BBC-A545-1DF59EC2BC31}"/>
                </a:ext>
              </a:extLst>
            </p:cNvPr>
            <p:cNvCxnSpPr>
              <a:cxnSpLocks noChangeShapeType="1"/>
            </p:cNvCxnSpPr>
            <p:nvPr/>
          </p:nvCxnSpPr>
          <p:spPr bwMode="auto">
            <a:xfrm>
              <a:off x="3390" y="83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430" name="AutoShape 12">
              <a:extLst>
                <a:ext uri="{FF2B5EF4-FFF2-40B4-BE49-F238E27FC236}">
                  <a16:creationId xmlns:a16="http://schemas.microsoft.com/office/drawing/2014/main" id="{DF36A2D3-05C4-469D-A994-DC2EE52FE07A}"/>
                </a:ext>
              </a:extLst>
            </p:cNvPr>
            <p:cNvCxnSpPr>
              <a:cxnSpLocks noChangeShapeType="1"/>
            </p:cNvCxnSpPr>
            <p:nvPr/>
          </p:nvCxnSpPr>
          <p:spPr bwMode="auto">
            <a:xfrm>
              <a:off x="7485" y="8370"/>
              <a:ext cx="15"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431" name="AutoShape 13">
              <a:extLst>
                <a:ext uri="{FF2B5EF4-FFF2-40B4-BE49-F238E27FC236}">
                  <a16:creationId xmlns:a16="http://schemas.microsoft.com/office/drawing/2014/main" id="{2C94CBE4-5B7F-47C8-8E3F-F5D950619A91}"/>
                </a:ext>
              </a:extLst>
            </p:cNvPr>
            <p:cNvCxnSpPr>
              <a:cxnSpLocks noChangeShapeType="1"/>
            </p:cNvCxnSpPr>
            <p:nvPr/>
          </p:nvCxnSpPr>
          <p:spPr bwMode="auto">
            <a:xfrm>
              <a:off x="3390" y="8505"/>
              <a:ext cx="1845" cy="2"/>
            </a:xfrm>
            <a:prstGeom prst="straightConnector1">
              <a:avLst/>
            </a:prstGeom>
            <a:noFill/>
            <a:ln w="9525">
              <a:solidFill>
                <a:srgbClr val="000000"/>
              </a:solidFill>
              <a:round/>
              <a:headEnd type="arrow" w="med" len="med"/>
              <a:tailEnd/>
            </a:ln>
            <a:extLst>
              <a:ext uri="{909E8E84-426E-40DD-AFC4-6F175D3DCCD1}">
                <a14:hiddenFill xmlns:a14="http://schemas.microsoft.com/office/drawing/2010/main">
                  <a:noFill/>
                </a14:hiddenFill>
              </a:ext>
            </a:extLst>
          </p:spPr>
        </p:cxnSp>
        <p:cxnSp>
          <p:nvCxnSpPr>
            <p:cNvPr id="17432" name="AutoShape 14">
              <a:extLst>
                <a:ext uri="{FF2B5EF4-FFF2-40B4-BE49-F238E27FC236}">
                  <a16:creationId xmlns:a16="http://schemas.microsoft.com/office/drawing/2014/main" id="{7C935CDA-7594-4728-A10E-1231D4EC69E0}"/>
                </a:ext>
              </a:extLst>
            </p:cNvPr>
            <p:cNvCxnSpPr>
              <a:cxnSpLocks noChangeShapeType="1"/>
            </p:cNvCxnSpPr>
            <p:nvPr/>
          </p:nvCxnSpPr>
          <p:spPr bwMode="auto">
            <a:xfrm>
              <a:off x="5745" y="8506"/>
              <a:ext cx="1755"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433" name="AutoShape 15">
              <a:extLst>
                <a:ext uri="{FF2B5EF4-FFF2-40B4-BE49-F238E27FC236}">
                  <a16:creationId xmlns:a16="http://schemas.microsoft.com/office/drawing/2014/main" id="{5AC1F49B-6CD2-4ED4-8BD7-403FE9CA4C54}"/>
                </a:ext>
              </a:extLst>
            </p:cNvPr>
            <p:cNvCxnSpPr>
              <a:cxnSpLocks noChangeShapeType="1"/>
            </p:cNvCxnSpPr>
            <p:nvPr/>
          </p:nvCxnSpPr>
          <p:spPr bwMode="auto">
            <a:xfrm>
              <a:off x="7740" y="9075"/>
              <a:ext cx="960" cy="0"/>
            </a:xfrm>
            <a:prstGeom prst="straightConnector1">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cxnSp>
        <p:sp>
          <p:nvSpPr>
            <p:cNvPr id="17434" name="Oval 16">
              <a:extLst>
                <a:ext uri="{FF2B5EF4-FFF2-40B4-BE49-F238E27FC236}">
                  <a16:creationId xmlns:a16="http://schemas.microsoft.com/office/drawing/2014/main" id="{05A99AE9-E895-460D-B485-29459DA81D4F}"/>
                </a:ext>
              </a:extLst>
            </p:cNvPr>
            <p:cNvSpPr>
              <a:spLocks noChangeArrowheads="1"/>
            </p:cNvSpPr>
            <p:nvPr/>
          </p:nvSpPr>
          <p:spPr bwMode="auto">
            <a:xfrm>
              <a:off x="3240" y="8715"/>
              <a:ext cx="420" cy="749"/>
            </a:xfrm>
            <a:prstGeom prst="ellipse">
              <a:avLst/>
            </a:prstGeom>
            <a:solidFill>
              <a:srgbClr val="B8CCE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7435" name="AutoShape 17">
              <a:extLst>
                <a:ext uri="{FF2B5EF4-FFF2-40B4-BE49-F238E27FC236}">
                  <a16:creationId xmlns:a16="http://schemas.microsoft.com/office/drawing/2014/main" id="{858B1743-990A-4C30-A612-B811D8AA2CA5}"/>
                </a:ext>
              </a:extLst>
            </p:cNvPr>
            <p:cNvCxnSpPr>
              <a:cxnSpLocks noChangeShapeType="1"/>
            </p:cNvCxnSpPr>
            <p:nvPr/>
          </p:nvCxnSpPr>
          <p:spPr bwMode="auto">
            <a:xfrm>
              <a:off x="3390" y="8714"/>
              <a:ext cx="4110"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436" name="AutoShape 18">
              <a:extLst>
                <a:ext uri="{FF2B5EF4-FFF2-40B4-BE49-F238E27FC236}">
                  <a16:creationId xmlns:a16="http://schemas.microsoft.com/office/drawing/2014/main" id="{6F7B5F49-F352-47F1-8F31-A7CA032B5CFD}"/>
                </a:ext>
              </a:extLst>
            </p:cNvPr>
            <p:cNvCxnSpPr>
              <a:cxnSpLocks noChangeShapeType="1"/>
            </p:cNvCxnSpPr>
            <p:nvPr/>
          </p:nvCxnSpPr>
          <p:spPr bwMode="auto">
            <a:xfrm>
              <a:off x="3390" y="9464"/>
              <a:ext cx="411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437" name="AutoShape 19">
              <a:extLst>
                <a:ext uri="{FF2B5EF4-FFF2-40B4-BE49-F238E27FC236}">
                  <a16:creationId xmlns:a16="http://schemas.microsoft.com/office/drawing/2014/main" id="{F7952724-F77A-4296-ACF0-F01D6C6B5EEC}"/>
                </a:ext>
              </a:extLst>
            </p:cNvPr>
            <p:cNvCxnSpPr>
              <a:cxnSpLocks noChangeShapeType="1"/>
            </p:cNvCxnSpPr>
            <p:nvPr/>
          </p:nvCxnSpPr>
          <p:spPr bwMode="auto">
            <a:xfrm>
              <a:off x="2430" y="9075"/>
              <a:ext cx="960" cy="0"/>
            </a:xfrm>
            <a:prstGeom prst="straightConnector1">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cxnSp>
        <p:cxnSp>
          <p:nvCxnSpPr>
            <p:cNvPr id="17438" name="AutoShape 20">
              <a:extLst>
                <a:ext uri="{FF2B5EF4-FFF2-40B4-BE49-F238E27FC236}">
                  <a16:creationId xmlns:a16="http://schemas.microsoft.com/office/drawing/2014/main" id="{215070C9-19A1-4B00-AEF7-7CEB8F6B3385}"/>
                </a:ext>
              </a:extLst>
            </p:cNvPr>
            <p:cNvCxnSpPr>
              <a:cxnSpLocks noChangeShapeType="1"/>
            </p:cNvCxnSpPr>
            <p:nvPr/>
          </p:nvCxnSpPr>
          <p:spPr bwMode="auto">
            <a:xfrm>
              <a:off x="3390" y="9555"/>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439" name="AutoShape 21">
              <a:extLst>
                <a:ext uri="{FF2B5EF4-FFF2-40B4-BE49-F238E27FC236}">
                  <a16:creationId xmlns:a16="http://schemas.microsoft.com/office/drawing/2014/main" id="{9C0082D6-844F-4E8B-AE25-0C9F69E2A9C9}"/>
                </a:ext>
              </a:extLst>
            </p:cNvPr>
            <p:cNvCxnSpPr>
              <a:cxnSpLocks noChangeShapeType="1"/>
            </p:cNvCxnSpPr>
            <p:nvPr/>
          </p:nvCxnSpPr>
          <p:spPr bwMode="auto">
            <a:xfrm>
              <a:off x="3390" y="9825"/>
              <a:ext cx="411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440" name="AutoShape 22">
              <a:extLst>
                <a:ext uri="{FF2B5EF4-FFF2-40B4-BE49-F238E27FC236}">
                  <a16:creationId xmlns:a16="http://schemas.microsoft.com/office/drawing/2014/main" id="{9E9947F4-EBA7-478E-BBEC-57896E6A8D33}"/>
                </a:ext>
              </a:extLst>
            </p:cNvPr>
            <p:cNvCxnSpPr>
              <a:cxnSpLocks noChangeShapeType="1"/>
            </p:cNvCxnSpPr>
            <p:nvPr/>
          </p:nvCxnSpPr>
          <p:spPr bwMode="auto">
            <a:xfrm flipV="1">
              <a:off x="7500" y="9555"/>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441" name="AutoShape 23">
              <a:extLst>
                <a:ext uri="{FF2B5EF4-FFF2-40B4-BE49-F238E27FC236}">
                  <a16:creationId xmlns:a16="http://schemas.microsoft.com/office/drawing/2014/main" id="{A721C437-07DC-4D4F-943C-91D50C9DCFC7}"/>
                </a:ext>
              </a:extLst>
            </p:cNvPr>
            <p:cNvCxnSpPr>
              <a:cxnSpLocks noChangeShapeType="1"/>
            </p:cNvCxnSpPr>
            <p:nvPr/>
          </p:nvCxnSpPr>
          <p:spPr bwMode="auto">
            <a:xfrm flipH="1">
              <a:off x="2955" y="9225"/>
              <a:ext cx="435" cy="40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17416" name="Rectangle 24">
            <a:extLst>
              <a:ext uri="{FF2B5EF4-FFF2-40B4-BE49-F238E27FC236}">
                <a16:creationId xmlns:a16="http://schemas.microsoft.com/office/drawing/2014/main" id="{83944E37-7551-4016-8148-B7DF96E1BDB8}"/>
              </a:ext>
            </a:extLst>
          </p:cNvPr>
          <p:cNvSpPr>
            <a:spLocks noChangeArrowheads="1"/>
          </p:cNvSpPr>
          <p:nvPr/>
        </p:nvSpPr>
        <p:spPr bwMode="auto">
          <a:xfrm>
            <a:off x="6491287" y="2099132"/>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a:latin typeface="Calibri" panose="020F0502020204030204" pitchFamily="34" charset="0"/>
                <a:cs typeface="Times New Roman" panose="02020603050405020304" pitchFamily="18" charset="0"/>
              </a:rPr>
              <a:t>L</a:t>
            </a:r>
            <a:endParaRPr lang="en-US" altLang="id-ID" sz="1200" b="1">
              <a:latin typeface="Arial" panose="020B0604020202020204" pitchFamily="34" charset="0"/>
            </a:endParaRPr>
          </a:p>
        </p:txBody>
      </p:sp>
      <p:sp>
        <p:nvSpPr>
          <p:cNvPr id="17417" name="Rectangle 27">
            <a:extLst>
              <a:ext uri="{FF2B5EF4-FFF2-40B4-BE49-F238E27FC236}">
                <a16:creationId xmlns:a16="http://schemas.microsoft.com/office/drawing/2014/main" id="{0C806BAA-B1ED-4A68-ACF3-986E0773815B}"/>
              </a:ext>
            </a:extLst>
          </p:cNvPr>
          <p:cNvSpPr>
            <a:spLocks noChangeArrowheads="1"/>
          </p:cNvSpPr>
          <p:nvPr/>
        </p:nvSpPr>
        <p:spPr bwMode="auto">
          <a:xfrm>
            <a:off x="6419850" y="4027945"/>
            <a:ext cx="366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a:latin typeface="Calibri" panose="020F0502020204030204" pitchFamily="34" charset="0"/>
                <a:cs typeface="Times New Roman" panose="02020603050405020304" pitchFamily="18" charset="0"/>
              </a:rPr>
              <a:t>V</a:t>
            </a:r>
            <a:endParaRPr lang="en-US" altLang="id-ID" b="1">
              <a:latin typeface="Arial" panose="020B0604020202020204" pitchFamily="34" charset="0"/>
            </a:endParaRPr>
          </a:p>
        </p:txBody>
      </p:sp>
      <p:sp>
        <p:nvSpPr>
          <p:cNvPr id="17418" name="Rectangle 28">
            <a:extLst>
              <a:ext uri="{FF2B5EF4-FFF2-40B4-BE49-F238E27FC236}">
                <a16:creationId xmlns:a16="http://schemas.microsoft.com/office/drawing/2014/main" id="{104D6B3A-C4BB-441F-AD6A-DB68F073D903}"/>
              </a:ext>
            </a:extLst>
          </p:cNvPr>
          <p:cNvSpPr>
            <a:spLocks noChangeArrowheads="1"/>
          </p:cNvSpPr>
          <p:nvPr/>
        </p:nvSpPr>
        <p:spPr bwMode="auto">
          <a:xfrm>
            <a:off x="4705350" y="3742195"/>
            <a:ext cx="3698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a:latin typeface="Calibri" panose="020F0502020204030204" pitchFamily="34" charset="0"/>
                <a:cs typeface="Times New Roman" panose="02020603050405020304" pitchFamily="18" charset="0"/>
              </a:rPr>
              <a:t>A</a:t>
            </a:r>
            <a:endParaRPr lang="en-US" altLang="id-ID" b="1">
              <a:latin typeface="Arial" panose="020B0604020202020204" pitchFamily="34" charset="0"/>
            </a:endParaRPr>
          </a:p>
        </p:txBody>
      </p:sp>
      <p:sp>
        <p:nvSpPr>
          <p:cNvPr id="17419" name="Rectangle 29">
            <a:extLst>
              <a:ext uri="{FF2B5EF4-FFF2-40B4-BE49-F238E27FC236}">
                <a16:creationId xmlns:a16="http://schemas.microsoft.com/office/drawing/2014/main" id="{028A3F9D-2567-49B3-B375-63C727CEBE12}"/>
              </a:ext>
            </a:extLst>
          </p:cNvPr>
          <p:cNvSpPr>
            <a:spLocks noChangeArrowheads="1"/>
          </p:cNvSpPr>
          <p:nvPr/>
        </p:nvSpPr>
        <p:spPr bwMode="auto">
          <a:xfrm>
            <a:off x="8562975" y="3027820"/>
            <a:ext cx="260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a:latin typeface="Calibri" panose="020F0502020204030204" pitchFamily="34" charset="0"/>
                <a:cs typeface="Times New Roman" panose="02020603050405020304" pitchFamily="18" charset="0"/>
              </a:rPr>
              <a:t>i</a:t>
            </a:r>
            <a:endParaRPr lang="en-US" altLang="id-ID" b="1">
              <a:latin typeface="Arial" panose="020B0604020202020204" pitchFamily="34" charset="0"/>
            </a:endParaRPr>
          </a:p>
        </p:txBody>
      </p:sp>
      <p:sp>
        <p:nvSpPr>
          <p:cNvPr id="17420" name="Rectangle 30">
            <a:extLst>
              <a:ext uri="{FF2B5EF4-FFF2-40B4-BE49-F238E27FC236}">
                <a16:creationId xmlns:a16="http://schemas.microsoft.com/office/drawing/2014/main" id="{B839FC70-49A6-465A-B0FE-7AF7B73AB724}"/>
              </a:ext>
            </a:extLst>
          </p:cNvPr>
          <p:cNvSpPr>
            <a:spLocks noChangeArrowheads="1"/>
          </p:cNvSpPr>
          <p:nvPr/>
        </p:nvSpPr>
        <p:spPr bwMode="auto">
          <a:xfrm>
            <a:off x="4419600" y="2884945"/>
            <a:ext cx="260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a:latin typeface="Calibri" panose="020F0502020204030204" pitchFamily="34" charset="0"/>
                <a:cs typeface="Times New Roman" panose="02020603050405020304" pitchFamily="18" charset="0"/>
              </a:rPr>
              <a:t>i</a:t>
            </a:r>
            <a:endParaRPr lang="en-US" altLang="id-ID" b="1">
              <a:latin typeface="Arial" panose="020B0604020202020204" pitchFamily="34" charset="0"/>
            </a:endParaRPr>
          </a:p>
        </p:txBody>
      </p:sp>
      <p:cxnSp>
        <p:nvCxnSpPr>
          <p:cNvPr id="17421" name="AutoShape 26">
            <a:extLst>
              <a:ext uri="{FF2B5EF4-FFF2-40B4-BE49-F238E27FC236}">
                <a16:creationId xmlns:a16="http://schemas.microsoft.com/office/drawing/2014/main" id="{72B1E341-CBE5-4AB7-8BAA-FCB060C18BF0}"/>
              </a:ext>
            </a:extLst>
          </p:cNvPr>
          <p:cNvCxnSpPr>
            <a:cxnSpLocks noChangeShapeType="1"/>
          </p:cNvCxnSpPr>
          <p:nvPr/>
        </p:nvCxnSpPr>
        <p:spPr bwMode="auto">
          <a:xfrm>
            <a:off x="347664" y="2876402"/>
            <a:ext cx="6667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422" name="AutoShape 27">
            <a:extLst>
              <a:ext uri="{FF2B5EF4-FFF2-40B4-BE49-F238E27FC236}">
                <a16:creationId xmlns:a16="http://schemas.microsoft.com/office/drawing/2014/main" id="{B9B14B36-B818-4EEB-8200-77F181DDF4C3}"/>
              </a:ext>
            </a:extLst>
          </p:cNvPr>
          <p:cNvCxnSpPr>
            <a:cxnSpLocks noChangeShapeType="1"/>
          </p:cNvCxnSpPr>
          <p:nvPr/>
        </p:nvCxnSpPr>
        <p:spPr bwMode="auto">
          <a:xfrm>
            <a:off x="414339" y="2876402"/>
            <a:ext cx="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7423" name="Rectangle 28">
            <a:extLst>
              <a:ext uri="{FF2B5EF4-FFF2-40B4-BE49-F238E27FC236}">
                <a16:creationId xmlns:a16="http://schemas.microsoft.com/office/drawing/2014/main" id="{98CBB9D3-2B0D-4D07-86EB-70851326B72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7424" name="Rectangle 29">
            <a:extLst>
              <a:ext uri="{FF2B5EF4-FFF2-40B4-BE49-F238E27FC236}">
                <a16:creationId xmlns:a16="http://schemas.microsoft.com/office/drawing/2014/main" id="{F3574C87-DF62-4647-BC27-4D5BCAE44C7F}"/>
              </a:ext>
            </a:extLst>
          </p:cNvPr>
          <p:cNvSpPr>
            <a:spLocks noChangeArrowheads="1"/>
          </p:cNvSpPr>
          <p:nvPr/>
        </p:nvSpPr>
        <p:spPr bwMode="auto">
          <a:xfrm>
            <a:off x="4921250" y="4630239"/>
            <a:ext cx="41433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dirty="0">
                <a:solidFill>
                  <a:srgbClr val="002060"/>
                </a:solidFill>
                <a:latin typeface="Arial" panose="020B0604020202020204" pitchFamily="34" charset="0"/>
                <a:cs typeface="Arial" panose="020B0604020202020204" pitchFamily="34" charset="0"/>
              </a:rPr>
              <a:t>Fig.5. A potential difference V is applied between the ends of a wire of length L and cross section A, establishing a current </a:t>
            </a:r>
            <a:r>
              <a:rPr lang="en-US" altLang="id-ID" sz="1800" b="1" i="1" dirty="0" err="1">
                <a:solidFill>
                  <a:srgbClr val="002060"/>
                </a:solidFill>
                <a:latin typeface="Arial" panose="020B0604020202020204" pitchFamily="34" charset="0"/>
                <a:cs typeface="Arial" panose="020B0604020202020204" pitchFamily="34" charset="0"/>
              </a:rPr>
              <a:t>i</a:t>
            </a:r>
            <a:r>
              <a:rPr lang="en-US" altLang="id-ID" sz="1800" b="1" i="1" dirty="0">
                <a:solidFill>
                  <a:srgbClr val="002060"/>
                </a:solidFill>
                <a:latin typeface="Arial" panose="020B0604020202020204" pitchFamily="34" charset="0"/>
                <a:cs typeface="Arial" panose="020B0604020202020204" pitchFamily="34" charset="0"/>
              </a:rPr>
              <a:t>.</a:t>
            </a:r>
            <a:endParaRPr lang="en-US" altLang="id-ID" sz="1800" dirty="0">
              <a:solidFill>
                <a:srgbClr val="002060"/>
              </a:solidFill>
              <a:latin typeface="Arial" panose="020B0604020202020204" pitchFamily="34" charset="0"/>
              <a:cs typeface="Arial" panose="020B0604020202020204" pitchFamily="34" charset="0"/>
            </a:endParaRPr>
          </a:p>
        </p:txBody>
      </p:sp>
      <p:sp>
        <p:nvSpPr>
          <p:cNvPr id="17425" name="Rectangle 32">
            <a:extLst>
              <a:ext uri="{FF2B5EF4-FFF2-40B4-BE49-F238E27FC236}">
                <a16:creationId xmlns:a16="http://schemas.microsoft.com/office/drawing/2014/main" id="{49A5E088-B81B-4F9F-B7B5-E06970B77016}"/>
              </a:ext>
            </a:extLst>
          </p:cNvPr>
          <p:cNvSpPr>
            <a:spLocks noChangeArrowheads="1"/>
          </p:cNvSpPr>
          <p:nvPr/>
        </p:nvSpPr>
        <p:spPr bwMode="auto">
          <a:xfrm>
            <a:off x="3429000" y="821310"/>
            <a:ext cx="4270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cs typeface="Arial" panose="020B0604020202020204" pitchFamily="34" charset="0"/>
              </a:rPr>
              <a:t>Resistance and Resistivity (cont.)</a:t>
            </a:r>
            <a:endParaRPr lang="en-US" altLang="id-ID" sz="2000" dirty="0">
              <a:latin typeface="Arial" panose="020B0604020202020204" pitchFamily="34" charset="0"/>
            </a:endParaRPr>
          </a:p>
        </p:txBody>
      </p:sp>
      <p:sp>
        <p:nvSpPr>
          <p:cNvPr id="17426" name="Slide Number Placeholder 32">
            <a:extLst>
              <a:ext uri="{FF2B5EF4-FFF2-40B4-BE49-F238E27FC236}">
                <a16:creationId xmlns:a16="http://schemas.microsoft.com/office/drawing/2014/main" id="{831608C0-6719-47AA-AB55-21217644E41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B9A842FA-9917-4BF4-B4B3-43F740458AEE}" type="slidenum">
              <a:rPr lang="en-US" altLang="id-ID" sz="1400" smtClean="0"/>
              <a:pPr>
                <a:spcBef>
                  <a:spcPct val="0"/>
                </a:spcBef>
                <a:buFontTx/>
                <a:buNone/>
              </a:pPr>
              <a:t>7</a:t>
            </a:fld>
            <a:endParaRPr lang="en-US" altLang="id-ID"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Box 3">
            <a:extLst>
              <a:ext uri="{FF2B5EF4-FFF2-40B4-BE49-F238E27FC236}">
                <a16:creationId xmlns:a16="http://schemas.microsoft.com/office/drawing/2014/main" id="{A0CED5E3-3252-4962-AFC6-A613D14A6EDC}"/>
              </a:ext>
            </a:extLst>
          </p:cNvPr>
          <p:cNvSpPr txBox="1">
            <a:spLocks noChangeArrowheads="1"/>
          </p:cNvSpPr>
          <p:nvPr/>
        </p:nvSpPr>
        <p:spPr bwMode="auto">
          <a:xfrm>
            <a:off x="1043608" y="1556792"/>
            <a:ext cx="7178559" cy="830263"/>
          </a:xfrm>
          <a:prstGeom prst="rect">
            <a:avLst/>
          </a:prstGeom>
          <a:noFill/>
          <a:ln w="9525">
            <a:noFill/>
            <a:miter lim="800000"/>
            <a:headEnd/>
            <a:tailEnd/>
          </a:ln>
        </p:spPr>
        <p:txBody>
          <a:bodyPr wrap="square">
            <a:spAutoFit/>
          </a:bodyPr>
          <a:lstStyle/>
          <a:p>
            <a:pPr eaLnBrk="1" hangingPunct="1">
              <a:defRPr/>
            </a:pPr>
            <a:r>
              <a:rPr lang="en-US" sz="2400" b="1" i="1" u="sng" dirty="0">
                <a:solidFill>
                  <a:schemeClr val="accent6">
                    <a:lumMod val="50000"/>
                  </a:schemeClr>
                </a:solidFill>
                <a:latin typeface="Arial" charset="0"/>
              </a:rPr>
              <a:t>Example, A material has resistivity, a block of the material has a resistance.:</a:t>
            </a:r>
          </a:p>
        </p:txBody>
      </p:sp>
      <p:sp>
        <p:nvSpPr>
          <p:cNvPr id="2" name="Rectangle 4">
            <a:extLst>
              <a:ext uri="{FF2B5EF4-FFF2-40B4-BE49-F238E27FC236}">
                <a16:creationId xmlns:a16="http://schemas.microsoft.com/office/drawing/2014/main" id="{3DB8A827-D859-4F8C-A25E-F4DDD599F386}"/>
              </a:ext>
            </a:extLst>
          </p:cNvPr>
          <p:cNvSpPr>
            <a:spLocks noChangeArrowheads="1"/>
          </p:cNvSpPr>
          <p:nvPr/>
        </p:nvSpPr>
        <p:spPr bwMode="auto">
          <a:xfrm>
            <a:off x="1082828" y="2492896"/>
            <a:ext cx="7705427"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dirty="0">
                <a:latin typeface="Arial" panose="020B0604020202020204" pitchFamily="34" charset="0"/>
                <a:ea typeface="Times New Roman" panose="02020603050405020304" pitchFamily="18" charset="0"/>
                <a:cs typeface="Arial" panose="020B0604020202020204" pitchFamily="34" charset="0"/>
              </a:rPr>
              <a:t>A rectangular block of iron has dimensions 1,2cmx1,2cmx15cm.  A potential difference is to be applied to the block between parallel sides and in such a way that those sides are equipotential surfaces. What is the resistance of the block if the two parallel sides:</a:t>
            </a:r>
            <a:endParaRPr lang="en-US" altLang="id-ID" dirty="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b="1" dirty="0">
                <a:latin typeface="Arial" panose="020B0604020202020204" pitchFamily="34" charset="0"/>
                <a:ea typeface="Times New Roman" panose="02020603050405020304" pitchFamily="18" charset="0"/>
                <a:cs typeface="Arial" panose="020B0604020202020204" pitchFamily="34" charset="0"/>
              </a:rPr>
              <a:t>(1) the square ends (with dimensions 1,2x1,2 cm) and (2) two rectangular sides (with dimensions 1,2x15 cm) </a:t>
            </a:r>
            <a:endParaRPr lang="en-US" altLang="id-ID" dirty="0">
              <a:latin typeface="Arial" panose="020B0604020202020204" pitchFamily="34" charset="0"/>
              <a:ea typeface="Times New Roman" panose="02020603050405020304" pitchFamily="18" charset="0"/>
              <a:cs typeface="Arial" panose="020B0604020202020204" pitchFamily="34" charset="0"/>
            </a:endParaRPr>
          </a:p>
        </p:txBody>
      </p:sp>
      <p:sp>
        <p:nvSpPr>
          <p:cNvPr id="18436" name="Rectangle 3">
            <a:extLst>
              <a:ext uri="{FF2B5EF4-FFF2-40B4-BE49-F238E27FC236}">
                <a16:creationId xmlns:a16="http://schemas.microsoft.com/office/drawing/2014/main" id="{9C80781A-AF00-4947-A8FC-0E4ACD22E8D4}"/>
              </a:ext>
            </a:extLst>
          </p:cNvPr>
          <p:cNvSpPr>
            <a:spLocks noChangeArrowheads="1"/>
          </p:cNvSpPr>
          <p:nvPr/>
        </p:nvSpPr>
        <p:spPr bwMode="auto">
          <a:xfrm>
            <a:off x="3326298" y="948784"/>
            <a:ext cx="4270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cs typeface="Arial" panose="020B0604020202020204" pitchFamily="34" charset="0"/>
              </a:rPr>
              <a:t>Resistance and Resistivity (cont.)</a:t>
            </a:r>
            <a:endParaRPr lang="en-US" altLang="id-ID" sz="2000" dirty="0">
              <a:latin typeface="Arial" panose="020B0604020202020204" pitchFamily="34" charset="0"/>
            </a:endParaRPr>
          </a:p>
        </p:txBody>
      </p:sp>
      <p:sp>
        <p:nvSpPr>
          <p:cNvPr id="18437" name="Slide Number Placeholder 4">
            <a:extLst>
              <a:ext uri="{FF2B5EF4-FFF2-40B4-BE49-F238E27FC236}">
                <a16:creationId xmlns:a16="http://schemas.microsoft.com/office/drawing/2014/main" id="{56C9CE2F-9E66-4A1D-AC41-4327AD2E52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9EAF0E28-C005-46F3-B310-086345D6515E}" type="slidenum">
              <a:rPr lang="en-US" altLang="id-ID" sz="1400" smtClean="0"/>
              <a:pPr>
                <a:spcBef>
                  <a:spcPct val="0"/>
                </a:spcBef>
                <a:buFontTx/>
                <a:buNone/>
              </a:pPr>
              <a:t>8</a:t>
            </a:fld>
            <a:endParaRPr lang="en-US" altLang="id-ID"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B73C204-BA71-4DF3-967F-302A0B18B337}"/>
              </a:ext>
            </a:extLst>
          </p:cNvPr>
          <p:cNvGrpSpPr/>
          <p:nvPr/>
        </p:nvGrpSpPr>
        <p:grpSpPr>
          <a:xfrm>
            <a:off x="1041896" y="2192229"/>
            <a:ext cx="7752806" cy="3255726"/>
            <a:chOff x="1041896" y="2192229"/>
            <a:chExt cx="7752806" cy="3255726"/>
          </a:xfrm>
        </p:grpSpPr>
        <p:pic>
          <p:nvPicPr>
            <p:cNvPr id="19461" name="Picture 2">
              <a:extLst>
                <a:ext uri="{FF2B5EF4-FFF2-40B4-BE49-F238E27FC236}">
                  <a16:creationId xmlns:a16="http://schemas.microsoft.com/office/drawing/2014/main" id="{A648DBFB-B611-4FB2-9E8A-6F3FC15EEF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96" y="2192229"/>
              <a:ext cx="7752806" cy="1056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3">
              <a:extLst>
                <a:ext uri="{FF2B5EF4-FFF2-40B4-BE49-F238E27FC236}">
                  <a16:creationId xmlns:a16="http://schemas.microsoft.com/office/drawing/2014/main" id="{D9E64725-D8AF-400E-9200-EC12C5734B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896" y="3449216"/>
              <a:ext cx="7752806" cy="890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4">
              <a:extLst>
                <a:ext uri="{FF2B5EF4-FFF2-40B4-BE49-F238E27FC236}">
                  <a16:creationId xmlns:a16="http://schemas.microsoft.com/office/drawing/2014/main" id="{098F9615-6DEE-43ED-AC23-26D294AB28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896" y="4540239"/>
              <a:ext cx="7752806" cy="90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459" name="TextBox 1">
            <a:extLst>
              <a:ext uri="{FF2B5EF4-FFF2-40B4-BE49-F238E27FC236}">
                <a16:creationId xmlns:a16="http://schemas.microsoft.com/office/drawing/2014/main" id="{DDABCE78-8C1C-4EEE-AFB1-7DC28F192574}"/>
              </a:ext>
            </a:extLst>
          </p:cNvPr>
          <p:cNvSpPr txBox="1">
            <a:spLocks noChangeArrowheads="1"/>
          </p:cNvSpPr>
          <p:nvPr/>
        </p:nvSpPr>
        <p:spPr bwMode="auto">
          <a:xfrm>
            <a:off x="1041896" y="1507352"/>
            <a:ext cx="8572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4. Ohm’s Law</a:t>
            </a:r>
          </a:p>
          <a:p>
            <a:pPr eaLnBrk="1" hangingPunct="1">
              <a:spcBef>
                <a:spcPct val="0"/>
              </a:spcBef>
              <a:buFontTx/>
              <a:buNone/>
            </a:pPr>
            <a:endParaRPr lang="en-US" altLang="id-ID" b="1" dirty="0">
              <a:latin typeface="Arial" panose="020B0604020202020204" pitchFamily="34" charset="0"/>
              <a:cs typeface="Arial" panose="020B0604020202020204" pitchFamily="34" charset="0"/>
            </a:endParaRPr>
          </a:p>
        </p:txBody>
      </p:sp>
      <p:sp>
        <p:nvSpPr>
          <p:cNvPr id="19460" name="Slide Number Placeholder 6">
            <a:extLst>
              <a:ext uri="{FF2B5EF4-FFF2-40B4-BE49-F238E27FC236}">
                <a16:creationId xmlns:a16="http://schemas.microsoft.com/office/drawing/2014/main" id="{9C45E077-71C9-42E2-B06E-41BB66C904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FA4339B4-2E4B-4DA8-9D91-37F1AB5FC0D5}" type="slidenum">
              <a:rPr lang="en-US" altLang="id-ID" sz="1400" smtClean="0"/>
              <a:pPr>
                <a:spcBef>
                  <a:spcPct val="0"/>
                </a:spcBef>
                <a:buFontTx/>
                <a:buNone/>
              </a:pPr>
              <a:t>9</a:t>
            </a:fld>
            <a:endParaRPr lang="en-US" altLang="id-ID"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1">
            <a:extLst>
              <a:ext uri="{FF2B5EF4-FFF2-40B4-BE49-F238E27FC236}">
                <a16:creationId xmlns:a16="http://schemas.microsoft.com/office/drawing/2014/main" id="{4410280A-2012-4DCF-92EB-03251D28365E}"/>
              </a:ext>
            </a:extLst>
          </p:cNvPr>
          <p:cNvSpPr txBox="1">
            <a:spLocks noChangeArrowheads="1"/>
          </p:cNvSpPr>
          <p:nvPr/>
        </p:nvSpPr>
        <p:spPr bwMode="auto">
          <a:xfrm>
            <a:off x="1079360" y="1412776"/>
            <a:ext cx="4321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5. Power in Electric Circuits</a:t>
            </a:r>
            <a:endParaRPr lang="en-US" altLang="id-ID" sz="2000" b="1" i="1" dirty="0">
              <a:latin typeface="Arial" panose="020B0604020202020204" pitchFamily="34" charset="0"/>
              <a:cs typeface="Arial" panose="020B0604020202020204" pitchFamily="34" charset="0"/>
            </a:endParaRPr>
          </a:p>
        </p:txBody>
      </p:sp>
      <p:sp>
        <p:nvSpPr>
          <p:cNvPr id="20483" name="TextBox 3">
            <a:extLst>
              <a:ext uri="{FF2B5EF4-FFF2-40B4-BE49-F238E27FC236}">
                <a16:creationId xmlns:a16="http://schemas.microsoft.com/office/drawing/2014/main" id="{8B5EBDD9-427D-4CDD-82D4-A8BBAE992F50}"/>
              </a:ext>
            </a:extLst>
          </p:cNvPr>
          <p:cNvSpPr txBox="1">
            <a:spLocks noChangeArrowheads="1"/>
          </p:cNvSpPr>
          <p:nvPr/>
        </p:nvSpPr>
        <p:spPr bwMode="auto">
          <a:xfrm>
            <a:off x="1079360" y="2001009"/>
            <a:ext cx="4455441" cy="4570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dirty="0">
                <a:latin typeface="Arial" panose="020B0604020202020204" pitchFamily="34" charset="0"/>
              </a:rPr>
              <a:t>In the figure,  there is an external conducting path between the two terminals of the battery. A steady current </a:t>
            </a:r>
            <a:r>
              <a:rPr lang="en-US" altLang="id-ID" sz="2000" i="1" dirty="0" err="1">
                <a:latin typeface="Arial" panose="020B0604020202020204" pitchFamily="34" charset="0"/>
              </a:rPr>
              <a:t>i</a:t>
            </a:r>
            <a:r>
              <a:rPr lang="en-US" altLang="id-ID" sz="2000" i="1" dirty="0">
                <a:latin typeface="Arial" panose="020B0604020202020204" pitchFamily="34" charset="0"/>
              </a:rPr>
              <a:t> </a:t>
            </a:r>
            <a:r>
              <a:rPr lang="en-US" altLang="id-ID" sz="2000" dirty="0">
                <a:latin typeface="Arial" panose="020B0604020202020204" pitchFamily="34" charset="0"/>
              </a:rPr>
              <a:t>is produced in the circuit, directed from terminal </a:t>
            </a:r>
            <a:r>
              <a:rPr lang="en-US" altLang="id-ID" sz="2000" i="1" dirty="0">
                <a:latin typeface="Arial" panose="020B0604020202020204" pitchFamily="34" charset="0"/>
              </a:rPr>
              <a:t>a </a:t>
            </a:r>
            <a:r>
              <a:rPr lang="en-US" altLang="id-ID" sz="2000" dirty="0">
                <a:latin typeface="Arial" panose="020B0604020202020204" pitchFamily="34" charset="0"/>
              </a:rPr>
              <a:t>to terminal </a:t>
            </a:r>
            <a:r>
              <a:rPr lang="en-US" altLang="id-ID" sz="2000" i="1" dirty="0">
                <a:latin typeface="Arial" panose="020B0604020202020204" pitchFamily="34" charset="0"/>
              </a:rPr>
              <a:t>b. </a:t>
            </a:r>
            <a:r>
              <a:rPr lang="en-US" altLang="id-ID" sz="2000" dirty="0">
                <a:latin typeface="Arial" panose="020B0604020202020204" pitchFamily="34" charset="0"/>
              </a:rPr>
              <a:t>The</a:t>
            </a:r>
            <a:r>
              <a:rPr lang="en-US" altLang="id-ID" sz="2000" i="1" dirty="0">
                <a:latin typeface="Arial" panose="020B0604020202020204" pitchFamily="34" charset="0"/>
              </a:rPr>
              <a:t> </a:t>
            </a:r>
            <a:r>
              <a:rPr lang="en-US" altLang="id-ID" sz="2000" dirty="0">
                <a:latin typeface="Arial" panose="020B0604020202020204" pitchFamily="34" charset="0"/>
              </a:rPr>
              <a:t>amount of charge </a:t>
            </a:r>
            <a:r>
              <a:rPr lang="en-US" altLang="id-ID" sz="2000" i="1" dirty="0" err="1">
                <a:latin typeface="Arial" panose="020B0604020202020204" pitchFamily="34" charset="0"/>
              </a:rPr>
              <a:t>dq</a:t>
            </a:r>
            <a:r>
              <a:rPr lang="en-US" altLang="id-ID" sz="2000" i="1" dirty="0">
                <a:latin typeface="Arial" panose="020B0604020202020204" pitchFamily="34" charset="0"/>
              </a:rPr>
              <a:t> </a:t>
            </a:r>
            <a:r>
              <a:rPr lang="en-US" altLang="id-ID" sz="2000" dirty="0">
                <a:latin typeface="Arial" panose="020B0604020202020204" pitchFamily="34" charset="0"/>
              </a:rPr>
              <a:t>that moves between those terminals in time interval </a:t>
            </a:r>
            <a:r>
              <a:rPr lang="en-US" altLang="id-ID" sz="2000" i="1" dirty="0">
                <a:latin typeface="Arial" panose="020B0604020202020204" pitchFamily="34" charset="0"/>
              </a:rPr>
              <a:t>dt </a:t>
            </a:r>
            <a:r>
              <a:rPr lang="en-US" altLang="id-ID" sz="2000" dirty="0">
                <a:latin typeface="Arial" panose="020B0604020202020204" pitchFamily="34" charset="0"/>
              </a:rPr>
              <a:t>is equal to </a:t>
            </a:r>
            <a:r>
              <a:rPr lang="en-US" altLang="id-ID" sz="2000" i="1" dirty="0" err="1">
                <a:latin typeface="Arial" panose="020B0604020202020204" pitchFamily="34" charset="0"/>
              </a:rPr>
              <a:t>idt</a:t>
            </a:r>
            <a:r>
              <a:rPr lang="en-US" altLang="id-ID" sz="2000" i="1" dirty="0">
                <a:latin typeface="Arial" panose="020B0604020202020204" pitchFamily="34" charset="0"/>
              </a:rPr>
              <a:t>. </a:t>
            </a:r>
          </a:p>
          <a:p>
            <a:pPr eaLnBrk="1" hangingPunct="1">
              <a:spcBef>
                <a:spcPct val="0"/>
              </a:spcBef>
              <a:buFontTx/>
              <a:buNone/>
            </a:pPr>
            <a:endParaRPr lang="en-US" altLang="id-ID" sz="700" i="1" dirty="0">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This charge </a:t>
            </a:r>
            <a:r>
              <a:rPr lang="en-US" altLang="id-ID" sz="2000" i="1" dirty="0" err="1">
                <a:latin typeface="Arial" panose="020B0604020202020204" pitchFamily="34" charset="0"/>
              </a:rPr>
              <a:t>dq</a:t>
            </a:r>
            <a:r>
              <a:rPr lang="en-US" altLang="id-ID" sz="2000" i="1" dirty="0">
                <a:latin typeface="Arial" panose="020B0604020202020204" pitchFamily="34" charset="0"/>
              </a:rPr>
              <a:t> </a:t>
            </a:r>
            <a:r>
              <a:rPr lang="en-US" altLang="id-ID" sz="2000" dirty="0">
                <a:latin typeface="Arial" panose="020B0604020202020204" pitchFamily="34" charset="0"/>
              </a:rPr>
              <a:t>moves through a decrease in potential of magnitude </a:t>
            </a:r>
            <a:r>
              <a:rPr lang="en-US" altLang="id-ID" sz="2000" i="1" dirty="0">
                <a:latin typeface="Arial" panose="020B0604020202020204" pitchFamily="34" charset="0"/>
              </a:rPr>
              <a:t>V, </a:t>
            </a:r>
            <a:r>
              <a:rPr lang="en-US" altLang="id-ID" sz="2000" dirty="0">
                <a:latin typeface="Arial" panose="020B0604020202020204" pitchFamily="34" charset="0"/>
              </a:rPr>
              <a:t>and thus its electric potential energy decreases in magnitude by the amount</a:t>
            </a:r>
          </a:p>
          <a:p>
            <a:pPr eaLnBrk="1" hangingPunct="1">
              <a:spcBef>
                <a:spcPct val="0"/>
              </a:spcBef>
              <a:buFontTx/>
              <a:buNone/>
            </a:pPr>
            <a:r>
              <a:rPr lang="en-US" altLang="id-ID" sz="2000" dirty="0">
                <a:latin typeface="Arial" panose="020B0604020202020204" pitchFamily="34" charset="0"/>
              </a:rPr>
              <a:t>               </a:t>
            </a:r>
            <a:r>
              <a:rPr lang="en-US" altLang="id-ID" i="1" dirty="0" err="1">
                <a:latin typeface="Arial" panose="020B0604020202020204" pitchFamily="34" charset="0"/>
              </a:rPr>
              <a:t>dU</a:t>
            </a:r>
            <a:r>
              <a:rPr lang="en-US" altLang="id-ID" i="1" dirty="0">
                <a:latin typeface="Arial" panose="020B0604020202020204" pitchFamily="34" charset="0"/>
              </a:rPr>
              <a:t> = </a:t>
            </a:r>
            <a:r>
              <a:rPr lang="en-US" altLang="id-ID" i="1" dirty="0" err="1">
                <a:latin typeface="Arial" panose="020B0604020202020204" pitchFamily="34" charset="0"/>
              </a:rPr>
              <a:t>dq</a:t>
            </a:r>
            <a:r>
              <a:rPr lang="en-US" altLang="id-ID" i="1" dirty="0">
                <a:latin typeface="Arial" panose="020B0604020202020204" pitchFamily="34" charset="0"/>
              </a:rPr>
              <a:t> V = </a:t>
            </a:r>
            <a:r>
              <a:rPr lang="en-US" altLang="id-ID" i="1" dirty="0">
                <a:latin typeface="Times New Roman" panose="02020603050405020304" pitchFamily="18" charset="0"/>
                <a:cs typeface="Times New Roman" panose="02020603050405020304" pitchFamily="18" charset="0"/>
              </a:rPr>
              <a:t>I</a:t>
            </a:r>
            <a:r>
              <a:rPr lang="en-US" altLang="id-ID" i="1" dirty="0">
                <a:latin typeface="Arial" panose="020B0604020202020204" pitchFamily="34" charset="0"/>
              </a:rPr>
              <a:t> dt V</a:t>
            </a:r>
          </a:p>
        </p:txBody>
      </p:sp>
      <p:grpSp>
        <p:nvGrpSpPr>
          <p:cNvPr id="20484" name="Group 6">
            <a:extLst>
              <a:ext uri="{FF2B5EF4-FFF2-40B4-BE49-F238E27FC236}">
                <a16:creationId xmlns:a16="http://schemas.microsoft.com/office/drawing/2014/main" id="{0AF03FF3-AE10-4FD5-80FB-685F7D60BCAF}"/>
              </a:ext>
            </a:extLst>
          </p:cNvPr>
          <p:cNvGrpSpPr>
            <a:grpSpLocks/>
          </p:cNvGrpSpPr>
          <p:nvPr/>
        </p:nvGrpSpPr>
        <p:grpSpPr bwMode="auto">
          <a:xfrm>
            <a:off x="5929313" y="2643188"/>
            <a:ext cx="2428875" cy="2857500"/>
            <a:chOff x="8342" y="5235"/>
            <a:chExt cx="2938" cy="4053"/>
          </a:xfrm>
        </p:grpSpPr>
        <p:sp>
          <p:nvSpPr>
            <p:cNvPr id="20489" name="Rectangle 7">
              <a:extLst>
                <a:ext uri="{FF2B5EF4-FFF2-40B4-BE49-F238E27FC236}">
                  <a16:creationId xmlns:a16="http://schemas.microsoft.com/office/drawing/2014/main" id="{8E412651-88F5-4FEA-9936-751570915BE8}"/>
                </a:ext>
              </a:extLst>
            </p:cNvPr>
            <p:cNvSpPr>
              <a:spLocks noChangeArrowheads="1"/>
            </p:cNvSpPr>
            <p:nvPr/>
          </p:nvSpPr>
          <p:spPr bwMode="auto">
            <a:xfrm>
              <a:off x="10470" y="6585"/>
              <a:ext cx="810" cy="1395"/>
            </a:xfrm>
            <a:prstGeom prst="rect">
              <a:avLst/>
            </a:prstGeom>
            <a:solidFill>
              <a:srgbClr val="BFBFBF"/>
            </a:solidFill>
            <a:ln w="9525">
              <a:solidFill>
                <a:srgbClr val="205867"/>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20490" name="AutoShape 8">
              <a:extLst>
                <a:ext uri="{FF2B5EF4-FFF2-40B4-BE49-F238E27FC236}">
                  <a16:creationId xmlns:a16="http://schemas.microsoft.com/office/drawing/2014/main" id="{8461FF11-0B02-4D4B-A504-EDE74EF2BB4D}"/>
                </a:ext>
              </a:extLst>
            </p:cNvPr>
            <p:cNvCxnSpPr>
              <a:cxnSpLocks noChangeShapeType="1"/>
            </p:cNvCxnSpPr>
            <p:nvPr/>
          </p:nvCxnSpPr>
          <p:spPr bwMode="auto">
            <a:xfrm>
              <a:off x="8610" y="5460"/>
              <a:ext cx="0" cy="172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491" name="AutoShape 9">
              <a:extLst>
                <a:ext uri="{FF2B5EF4-FFF2-40B4-BE49-F238E27FC236}">
                  <a16:creationId xmlns:a16="http://schemas.microsoft.com/office/drawing/2014/main" id="{28485910-A64E-4635-82DB-0A7260A313FC}"/>
                </a:ext>
              </a:extLst>
            </p:cNvPr>
            <p:cNvCxnSpPr>
              <a:cxnSpLocks noChangeShapeType="1"/>
            </p:cNvCxnSpPr>
            <p:nvPr/>
          </p:nvCxnSpPr>
          <p:spPr bwMode="auto">
            <a:xfrm>
              <a:off x="8601" y="7373"/>
              <a:ext cx="1" cy="17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492" name="AutoShape 10">
              <a:extLst>
                <a:ext uri="{FF2B5EF4-FFF2-40B4-BE49-F238E27FC236}">
                  <a16:creationId xmlns:a16="http://schemas.microsoft.com/office/drawing/2014/main" id="{EBDE5CDE-6E50-4046-B87B-B1EED50A176A}"/>
                </a:ext>
              </a:extLst>
            </p:cNvPr>
            <p:cNvCxnSpPr>
              <a:cxnSpLocks noChangeShapeType="1"/>
            </p:cNvCxnSpPr>
            <p:nvPr/>
          </p:nvCxnSpPr>
          <p:spPr bwMode="auto">
            <a:xfrm>
              <a:off x="8610" y="5460"/>
              <a:ext cx="228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493" name="AutoShape 11">
              <a:extLst>
                <a:ext uri="{FF2B5EF4-FFF2-40B4-BE49-F238E27FC236}">
                  <a16:creationId xmlns:a16="http://schemas.microsoft.com/office/drawing/2014/main" id="{AB51DDEB-2D6A-4227-989B-B86120B02BDD}"/>
                </a:ext>
              </a:extLst>
            </p:cNvPr>
            <p:cNvCxnSpPr>
              <a:cxnSpLocks noChangeShapeType="1"/>
            </p:cNvCxnSpPr>
            <p:nvPr/>
          </p:nvCxnSpPr>
          <p:spPr bwMode="auto">
            <a:xfrm>
              <a:off x="10890" y="5460"/>
              <a:ext cx="0" cy="13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494" name="AutoShape 12">
              <a:extLst>
                <a:ext uri="{FF2B5EF4-FFF2-40B4-BE49-F238E27FC236}">
                  <a16:creationId xmlns:a16="http://schemas.microsoft.com/office/drawing/2014/main" id="{792DF7D9-2366-4F62-B659-EFEFEB087025}"/>
                </a:ext>
              </a:extLst>
            </p:cNvPr>
            <p:cNvCxnSpPr>
              <a:cxnSpLocks noChangeShapeType="1"/>
            </p:cNvCxnSpPr>
            <p:nvPr/>
          </p:nvCxnSpPr>
          <p:spPr bwMode="auto">
            <a:xfrm>
              <a:off x="10890" y="7830"/>
              <a:ext cx="0" cy="124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495" name="AutoShape 13">
              <a:extLst>
                <a:ext uri="{FF2B5EF4-FFF2-40B4-BE49-F238E27FC236}">
                  <a16:creationId xmlns:a16="http://schemas.microsoft.com/office/drawing/2014/main" id="{1DD58833-93D5-44E7-BF17-0A0106F0C0CD}"/>
                </a:ext>
              </a:extLst>
            </p:cNvPr>
            <p:cNvCxnSpPr>
              <a:cxnSpLocks noChangeShapeType="1"/>
            </p:cNvCxnSpPr>
            <p:nvPr/>
          </p:nvCxnSpPr>
          <p:spPr bwMode="auto">
            <a:xfrm flipH="1">
              <a:off x="8626" y="9075"/>
              <a:ext cx="2264"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496" name="AutoShape 14">
              <a:extLst>
                <a:ext uri="{FF2B5EF4-FFF2-40B4-BE49-F238E27FC236}">
                  <a16:creationId xmlns:a16="http://schemas.microsoft.com/office/drawing/2014/main" id="{22365625-4315-46EC-B869-5D0DBB4862EA}"/>
                </a:ext>
              </a:extLst>
            </p:cNvPr>
            <p:cNvCxnSpPr>
              <a:cxnSpLocks noChangeShapeType="1"/>
            </p:cNvCxnSpPr>
            <p:nvPr/>
          </p:nvCxnSpPr>
          <p:spPr bwMode="auto">
            <a:xfrm flipH="1">
              <a:off x="8342" y="7185"/>
              <a:ext cx="523"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497" name="AutoShape 15">
              <a:extLst>
                <a:ext uri="{FF2B5EF4-FFF2-40B4-BE49-F238E27FC236}">
                  <a16:creationId xmlns:a16="http://schemas.microsoft.com/office/drawing/2014/main" id="{975A9A37-64CE-4331-B931-1AC8AEBEF32F}"/>
                </a:ext>
              </a:extLst>
            </p:cNvPr>
            <p:cNvCxnSpPr>
              <a:cxnSpLocks noChangeShapeType="1"/>
            </p:cNvCxnSpPr>
            <p:nvPr/>
          </p:nvCxnSpPr>
          <p:spPr bwMode="auto">
            <a:xfrm flipH="1">
              <a:off x="8475" y="7366"/>
              <a:ext cx="315"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0498" name="AutoShape 16">
              <a:extLst>
                <a:ext uri="{FF2B5EF4-FFF2-40B4-BE49-F238E27FC236}">
                  <a16:creationId xmlns:a16="http://schemas.microsoft.com/office/drawing/2014/main" id="{2E73A1B4-D035-4A9D-B1D5-EF0AB62C8979}"/>
                </a:ext>
              </a:extLst>
            </p:cNvPr>
            <p:cNvCxnSpPr>
              <a:cxnSpLocks noChangeShapeType="1"/>
            </p:cNvCxnSpPr>
            <p:nvPr/>
          </p:nvCxnSpPr>
          <p:spPr bwMode="auto">
            <a:xfrm>
              <a:off x="9360" y="5235"/>
              <a:ext cx="675"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499" name="AutoShape 17">
              <a:extLst>
                <a:ext uri="{FF2B5EF4-FFF2-40B4-BE49-F238E27FC236}">
                  <a16:creationId xmlns:a16="http://schemas.microsoft.com/office/drawing/2014/main" id="{486644F2-6B30-4729-A242-88225FB0B9E4}"/>
                </a:ext>
              </a:extLst>
            </p:cNvPr>
            <p:cNvCxnSpPr>
              <a:cxnSpLocks noChangeShapeType="1"/>
            </p:cNvCxnSpPr>
            <p:nvPr/>
          </p:nvCxnSpPr>
          <p:spPr bwMode="auto">
            <a:xfrm>
              <a:off x="10995" y="5596"/>
              <a:ext cx="0" cy="7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500" name="AutoShape 19">
              <a:extLst>
                <a:ext uri="{FF2B5EF4-FFF2-40B4-BE49-F238E27FC236}">
                  <a16:creationId xmlns:a16="http://schemas.microsoft.com/office/drawing/2014/main" id="{9C2C0AAD-76B0-4239-82B3-DA11D48BE440}"/>
                </a:ext>
              </a:extLst>
            </p:cNvPr>
            <p:cNvCxnSpPr>
              <a:cxnSpLocks noChangeShapeType="1"/>
            </p:cNvCxnSpPr>
            <p:nvPr/>
          </p:nvCxnSpPr>
          <p:spPr bwMode="auto">
            <a:xfrm rot="10800000">
              <a:off x="9555" y="9285"/>
              <a:ext cx="602" cy="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501" name="AutoShape 21">
              <a:extLst>
                <a:ext uri="{FF2B5EF4-FFF2-40B4-BE49-F238E27FC236}">
                  <a16:creationId xmlns:a16="http://schemas.microsoft.com/office/drawing/2014/main" id="{7380ABAC-F1D5-43F5-9660-2DCFEAAD926C}"/>
                </a:ext>
              </a:extLst>
            </p:cNvPr>
            <p:cNvCxnSpPr>
              <a:cxnSpLocks noChangeShapeType="1"/>
            </p:cNvCxnSpPr>
            <p:nvPr/>
          </p:nvCxnSpPr>
          <p:spPr bwMode="auto">
            <a:xfrm rot="16200000" flipV="1">
              <a:off x="8001" y="6450"/>
              <a:ext cx="855"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20485" name="Rectangle 5">
            <a:extLst>
              <a:ext uri="{FF2B5EF4-FFF2-40B4-BE49-F238E27FC236}">
                <a16:creationId xmlns:a16="http://schemas.microsoft.com/office/drawing/2014/main" id="{930D9786-E130-4249-8B13-20989D77AA05}"/>
              </a:ext>
            </a:extLst>
          </p:cNvPr>
          <p:cNvSpPr>
            <a:spLocks noChangeArrowheads="1"/>
          </p:cNvSpPr>
          <p:nvPr/>
        </p:nvSpPr>
        <p:spPr bwMode="auto">
          <a:xfrm>
            <a:off x="5652120" y="1163638"/>
            <a:ext cx="3206130" cy="557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latin typeface="Arial" panose="020B0604020202020204" pitchFamily="34" charset="0"/>
              </a:rPr>
              <a:t>The battery at the left supplies energy to the conduction electrons that form the current</a:t>
            </a:r>
          </a:p>
          <a:p>
            <a:pPr eaLnBrk="1" hangingPunct="1">
              <a:spcBef>
                <a:spcPct val="0"/>
              </a:spcBef>
              <a:buFontTx/>
              <a:buNone/>
            </a:pPr>
            <a:r>
              <a:rPr lang="en-US" altLang="id-ID" b="1" i="1" dirty="0">
                <a:latin typeface="Times New Roman" panose="02020603050405020304" pitchFamily="18" charset="0"/>
                <a:cs typeface="Times New Roman" panose="02020603050405020304" pitchFamily="18" charset="0"/>
              </a:rPr>
              <a:t>                         </a:t>
            </a:r>
            <a:r>
              <a:rPr lang="en-US" altLang="id-ID" b="1" i="1" dirty="0" err="1">
                <a:latin typeface="Times New Roman" panose="02020603050405020304" pitchFamily="18" charset="0"/>
                <a:cs typeface="Times New Roman" panose="02020603050405020304" pitchFamily="18" charset="0"/>
              </a:rPr>
              <a:t>i</a:t>
            </a:r>
            <a:endParaRPr lang="en-US" altLang="id-ID" b="1" i="1" dirty="0">
              <a:latin typeface="Times New Roman" panose="02020603050405020304" pitchFamily="18" charset="0"/>
              <a:cs typeface="Times New Roman" panose="02020603050405020304" pitchFamily="18" charset="0"/>
            </a:endParaRPr>
          </a:p>
          <a:p>
            <a:pPr eaLnBrk="1" hangingPunct="1">
              <a:spcBef>
                <a:spcPct val="0"/>
              </a:spcBef>
              <a:buFontTx/>
              <a:buNone/>
            </a:pPr>
            <a:endParaRPr lang="en-US" altLang="id-ID" sz="1200" b="1" dirty="0">
              <a:latin typeface="Arial" panose="020B0604020202020204" pitchFamily="34" charset="0"/>
            </a:endParaRPr>
          </a:p>
          <a:p>
            <a:pPr eaLnBrk="1" hangingPunct="1">
              <a:spcBef>
                <a:spcPct val="0"/>
              </a:spcBef>
              <a:buFontTx/>
              <a:buNone/>
            </a:pPr>
            <a:endParaRPr lang="en-US" altLang="id-ID" sz="1200" b="1" dirty="0">
              <a:latin typeface="Arial" panose="020B0604020202020204" pitchFamily="34" charset="0"/>
            </a:endParaRPr>
          </a:p>
          <a:p>
            <a:pPr eaLnBrk="1" hangingPunct="1">
              <a:spcBef>
                <a:spcPct val="0"/>
              </a:spcBef>
              <a:buFontTx/>
              <a:buNone/>
            </a:pPr>
            <a:r>
              <a:rPr lang="en-US" altLang="id-ID" sz="2000" b="1" i="1" dirty="0">
                <a:latin typeface="Times New Roman" panose="02020603050405020304" pitchFamily="18" charset="0"/>
                <a:cs typeface="Times New Roman" panose="02020603050405020304" pitchFamily="18" charset="0"/>
              </a:rPr>
              <a:t>        </a:t>
            </a:r>
            <a:r>
              <a:rPr lang="en-US" altLang="id-ID" sz="2000" b="1" i="1" dirty="0" err="1">
                <a:latin typeface="Times New Roman" panose="02020603050405020304" pitchFamily="18" charset="0"/>
                <a:cs typeface="Times New Roman" panose="02020603050405020304" pitchFamily="18" charset="0"/>
              </a:rPr>
              <a:t>i</a:t>
            </a:r>
            <a:r>
              <a:rPr lang="en-US" altLang="id-ID" sz="2000" b="1" i="1" dirty="0">
                <a:latin typeface="Times New Roman" panose="02020603050405020304" pitchFamily="18" charset="0"/>
                <a:cs typeface="Times New Roman" panose="02020603050405020304" pitchFamily="18" charset="0"/>
              </a:rPr>
              <a:t>                                   </a:t>
            </a:r>
            <a:r>
              <a:rPr lang="en-US" altLang="id-ID" sz="2000" b="1" i="1" dirty="0" err="1">
                <a:latin typeface="Times New Roman" panose="02020603050405020304" pitchFamily="18" charset="0"/>
                <a:cs typeface="Times New Roman" panose="02020603050405020304" pitchFamily="18" charset="0"/>
              </a:rPr>
              <a:t>i</a:t>
            </a:r>
            <a:endParaRPr lang="en-US" altLang="id-ID" sz="2000" b="1" dirty="0">
              <a:latin typeface="Arial" panose="020B0604020202020204" pitchFamily="34" charset="0"/>
            </a:endParaRPr>
          </a:p>
          <a:p>
            <a:pPr eaLnBrk="1" hangingPunct="1">
              <a:spcBef>
                <a:spcPct val="0"/>
              </a:spcBef>
              <a:buFontTx/>
              <a:buNone/>
            </a:pPr>
            <a:endParaRPr lang="en-US" altLang="id-ID" sz="1200" b="1" dirty="0">
              <a:latin typeface="Arial" panose="020B0604020202020204" pitchFamily="34" charset="0"/>
            </a:endParaRPr>
          </a:p>
          <a:p>
            <a:pPr eaLnBrk="1" hangingPunct="1">
              <a:spcBef>
                <a:spcPct val="0"/>
              </a:spcBef>
              <a:buFontTx/>
              <a:buNone/>
            </a:pPr>
            <a:r>
              <a:rPr lang="en-US" altLang="id-ID" sz="1200" b="1" dirty="0">
                <a:latin typeface="Arial" panose="020B0604020202020204" pitchFamily="34" charset="0"/>
              </a:rPr>
              <a:t>                                                          </a:t>
            </a:r>
          </a:p>
          <a:p>
            <a:pPr eaLnBrk="1" hangingPunct="1">
              <a:spcBef>
                <a:spcPct val="0"/>
              </a:spcBef>
              <a:buFontTx/>
              <a:buNone/>
            </a:pPr>
            <a:r>
              <a:rPr lang="en-US" altLang="id-ID" b="1" dirty="0">
                <a:latin typeface="Arial" panose="020B0604020202020204" pitchFamily="34" charset="0"/>
              </a:rPr>
              <a:t>                              ?</a:t>
            </a:r>
          </a:p>
          <a:p>
            <a:pPr eaLnBrk="1" hangingPunct="1">
              <a:spcBef>
                <a:spcPct val="0"/>
              </a:spcBef>
              <a:buFontTx/>
              <a:buNone/>
            </a:pPr>
            <a:r>
              <a:rPr lang="en-US" altLang="id-ID" sz="1200" b="1" dirty="0">
                <a:latin typeface="Arial" panose="020B0604020202020204" pitchFamily="34" charset="0"/>
              </a:rPr>
              <a:t>                                                        </a:t>
            </a: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endParaRPr lang="en-US" altLang="id-ID" sz="1200" b="1" dirty="0">
              <a:latin typeface="Arial" panose="020B0604020202020204" pitchFamily="34" charset="0"/>
            </a:endParaRPr>
          </a:p>
          <a:p>
            <a:pPr eaLnBrk="1" hangingPunct="1">
              <a:spcBef>
                <a:spcPct val="0"/>
              </a:spcBef>
              <a:buFontTx/>
              <a:buNone/>
            </a:pPr>
            <a:endParaRPr lang="en-US" altLang="id-ID" sz="1200" b="1" dirty="0">
              <a:latin typeface="Arial" panose="020B0604020202020204" pitchFamily="34" charset="0"/>
            </a:endParaRPr>
          </a:p>
          <a:p>
            <a:pPr eaLnBrk="1" hangingPunct="1">
              <a:spcBef>
                <a:spcPct val="0"/>
              </a:spcBef>
              <a:buFontTx/>
              <a:buNone/>
            </a:pPr>
            <a:endParaRPr lang="en-US" altLang="id-ID" sz="1200" b="1" dirty="0">
              <a:latin typeface="Arial" panose="020B0604020202020204" pitchFamily="34" charset="0"/>
            </a:endParaRPr>
          </a:p>
          <a:p>
            <a:pPr eaLnBrk="1" hangingPunct="1">
              <a:spcBef>
                <a:spcPct val="0"/>
              </a:spcBef>
              <a:buFontTx/>
              <a:buNone/>
            </a:pPr>
            <a:r>
              <a:rPr lang="en-US" altLang="id-ID" b="1" i="1" dirty="0">
                <a:latin typeface="Times New Roman" panose="02020603050405020304" pitchFamily="18" charset="0"/>
                <a:cs typeface="Times New Roman" panose="02020603050405020304" pitchFamily="18" charset="0"/>
              </a:rPr>
              <a:t>                  </a:t>
            </a:r>
            <a:r>
              <a:rPr lang="en-US" altLang="id-ID" b="1" i="1" dirty="0" err="1">
                <a:latin typeface="Times New Roman" panose="02020603050405020304" pitchFamily="18" charset="0"/>
                <a:cs typeface="Times New Roman" panose="02020603050405020304" pitchFamily="18" charset="0"/>
              </a:rPr>
              <a:t>i</a:t>
            </a:r>
            <a:endParaRPr lang="en-US" altLang="id-ID" b="1" dirty="0">
              <a:latin typeface="Arial" panose="020B0604020202020204" pitchFamily="34" charset="0"/>
            </a:endParaRPr>
          </a:p>
          <a:p>
            <a:pPr eaLnBrk="1" hangingPunct="1">
              <a:spcBef>
                <a:spcPct val="0"/>
              </a:spcBef>
              <a:buFontTx/>
              <a:buNone/>
            </a:pPr>
            <a:r>
              <a:rPr lang="en-US" altLang="id-ID" sz="1800" b="1" dirty="0">
                <a:solidFill>
                  <a:srgbClr val="002060"/>
                </a:solidFill>
                <a:latin typeface="Arial" panose="020B0604020202020204" pitchFamily="34" charset="0"/>
              </a:rPr>
              <a:t>Figure 6. A battery B sets up a current I in a circuit containing an unspecified conducting device</a:t>
            </a:r>
          </a:p>
        </p:txBody>
      </p:sp>
      <p:sp>
        <p:nvSpPr>
          <p:cNvPr id="20486" name="Slide Number Placeholder 18">
            <a:extLst>
              <a:ext uri="{FF2B5EF4-FFF2-40B4-BE49-F238E27FC236}">
                <a16:creationId xmlns:a16="http://schemas.microsoft.com/office/drawing/2014/main" id="{E59F990C-95EB-48AB-B9DD-985B54AF953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8592EB31-46D3-45F8-841B-D771F8A4D5B6}" type="slidenum">
              <a:rPr lang="en-US" altLang="id-ID" sz="1400" smtClean="0"/>
              <a:pPr>
                <a:spcBef>
                  <a:spcPct val="0"/>
                </a:spcBef>
                <a:buFontTx/>
                <a:buNone/>
              </a:pPr>
              <a:t>10</a:t>
            </a:fld>
            <a:endParaRPr lang="en-US" altLang="id-ID" sz="1400" dirty="0"/>
          </a:p>
        </p:txBody>
      </p:sp>
      <p:sp>
        <p:nvSpPr>
          <p:cNvPr id="20487" name="Rectangle 19">
            <a:extLst>
              <a:ext uri="{FF2B5EF4-FFF2-40B4-BE49-F238E27FC236}">
                <a16:creationId xmlns:a16="http://schemas.microsoft.com/office/drawing/2014/main" id="{397F582A-FC4B-4DAF-BCDD-89C70549D155}"/>
              </a:ext>
            </a:extLst>
          </p:cNvPr>
          <p:cNvSpPr>
            <a:spLocks noChangeArrowheads="1"/>
          </p:cNvSpPr>
          <p:nvPr/>
        </p:nvSpPr>
        <p:spPr bwMode="auto">
          <a:xfrm>
            <a:off x="8001000" y="3571875"/>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rPr>
              <a:t>a</a:t>
            </a:r>
            <a:endParaRPr lang="en-US" altLang="id-ID" sz="1800">
              <a:latin typeface="Arial" panose="020B0604020202020204" pitchFamily="34" charset="0"/>
            </a:endParaRPr>
          </a:p>
        </p:txBody>
      </p:sp>
      <p:sp>
        <p:nvSpPr>
          <p:cNvPr id="20488" name="Rectangle 20">
            <a:extLst>
              <a:ext uri="{FF2B5EF4-FFF2-40B4-BE49-F238E27FC236}">
                <a16:creationId xmlns:a16="http://schemas.microsoft.com/office/drawing/2014/main" id="{04FA3091-61ED-4004-9683-353D37DFFC65}"/>
              </a:ext>
            </a:extLst>
          </p:cNvPr>
          <p:cNvSpPr>
            <a:spLocks noChangeArrowheads="1"/>
          </p:cNvSpPr>
          <p:nvPr/>
        </p:nvSpPr>
        <p:spPr bwMode="auto">
          <a:xfrm>
            <a:off x="8001000" y="4286250"/>
            <a:ext cx="295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rPr>
              <a:t>b</a:t>
            </a:r>
            <a:endParaRPr lang="en-US" altLang="id-ID" sz="180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a:extLst>
              <a:ext uri="{FF2B5EF4-FFF2-40B4-BE49-F238E27FC236}">
                <a16:creationId xmlns:a16="http://schemas.microsoft.com/office/drawing/2014/main" id="{D5009B90-7DD4-4660-9B58-AF7C9D41B1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E676D16-0A9E-4F99-93B3-590E03A88E63}" type="slidenum">
              <a:rPr lang="en-US" altLang="id-ID" sz="1400" smtClean="0"/>
              <a:pPr>
                <a:spcBef>
                  <a:spcPct val="0"/>
                </a:spcBef>
                <a:buFontTx/>
                <a:buNone/>
              </a:pPr>
              <a:t>11</a:t>
            </a:fld>
            <a:endParaRPr lang="en-US" altLang="id-ID" sz="1400"/>
          </a:p>
        </p:txBody>
      </p:sp>
      <p:sp>
        <p:nvSpPr>
          <p:cNvPr id="21507" name="Rectangle 10">
            <a:extLst>
              <a:ext uri="{FF2B5EF4-FFF2-40B4-BE49-F238E27FC236}">
                <a16:creationId xmlns:a16="http://schemas.microsoft.com/office/drawing/2014/main" id="{13664961-65F5-4804-928D-361C6BDAEF32}"/>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1508" name="Rectangle 11">
            <a:extLst>
              <a:ext uri="{FF2B5EF4-FFF2-40B4-BE49-F238E27FC236}">
                <a16:creationId xmlns:a16="http://schemas.microsoft.com/office/drawing/2014/main" id="{8F34B5A4-6BE5-4FDC-96D5-289EA634741A}"/>
              </a:ext>
            </a:extLst>
          </p:cNvPr>
          <p:cNvSpPr>
            <a:spLocks noChangeArrowheads="1"/>
          </p:cNvSpPr>
          <p:nvPr/>
        </p:nvSpPr>
        <p:spPr bwMode="auto">
          <a:xfrm>
            <a:off x="685850" y="135579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21509" name="Rectangle 13">
            <a:extLst>
              <a:ext uri="{FF2B5EF4-FFF2-40B4-BE49-F238E27FC236}">
                <a16:creationId xmlns:a16="http://schemas.microsoft.com/office/drawing/2014/main" id="{458A6740-1ECF-4595-9A2A-FA7079F4661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1510" name="Rectangle 14">
            <a:extLst>
              <a:ext uri="{FF2B5EF4-FFF2-40B4-BE49-F238E27FC236}">
                <a16:creationId xmlns:a16="http://schemas.microsoft.com/office/drawing/2014/main" id="{34B3815C-C30F-412D-A4FB-76036B8BEB2D}"/>
              </a:ext>
            </a:extLst>
          </p:cNvPr>
          <p:cNvSpPr>
            <a:spLocks noChangeArrowheads="1"/>
          </p:cNvSpPr>
          <p:nvPr/>
        </p:nvSpPr>
        <p:spPr bwMode="auto">
          <a:xfrm>
            <a:off x="685850" y="135579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21511" name="Rectangle 16">
            <a:extLst>
              <a:ext uri="{FF2B5EF4-FFF2-40B4-BE49-F238E27FC236}">
                <a16:creationId xmlns:a16="http://schemas.microsoft.com/office/drawing/2014/main" id="{CCFCDABE-AE63-4608-849E-1BD36B077812}"/>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1512" name="Rectangle 17">
            <a:extLst>
              <a:ext uri="{FF2B5EF4-FFF2-40B4-BE49-F238E27FC236}">
                <a16:creationId xmlns:a16="http://schemas.microsoft.com/office/drawing/2014/main" id="{778B4B63-4148-42A3-AED4-929930F9B3CD}"/>
              </a:ext>
            </a:extLst>
          </p:cNvPr>
          <p:cNvSpPr>
            <a:spLocks noChangeArrowheads="1"/>
          </p:cNvSpPr>
          <p:nvPr/>
        </p:nvSpPr>
        <p:spPr bwMode="auto">
          <a:xfrm>
            <a:off x="685850" y="135579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21513" name="Rectangle 19">
            <a:extLst>
              <a:ext uri="{FF2B5EF4-FFF2-40B4-BE49-F238E27FC236}">
                <a16:creationId xmlns:a16="http://schemas.microsoft.com/office/drawing/2014/main" id="{A6AB7F0B-D224-4D4E-A4F7-CD41754F2312}"/>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1514" name="Rectangle 20">
            <a:extLst>
              <a:ext uri="{FF2B5EF4-FFF2-40B4-BE49-F238E27FC236}">
                <a16:creationId xmlns:a16="http://schemas.microsoft.com/office/drawing/2014/main" id="{BE6EDF4A-C6B0-4656-B35B-7CA716FD0552}"/>
              </a:ext>
            </a:extLst>
          </p:cNvPr>
          <p:cNvSpPr>
            <a:spLocks noChangeArrowheads="1"/>
          </p:cNvSpPr>
          <p:nvPr/>
        </p:nvSpPr>
        <p:spPr bwMode="auto">
          <a:xfrm>
            <a:off x="685850" y="135579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21515" name="Rectangle 22">
            <a:extLst>
              <a:ext uri="{FF2B5EF4-FFF2-40B4-BE49-F238E27FC236}">
                <a16:creationId xmlns:a16="http://schemas.microsoft.com/office/drawing/2014/main" id="{6D297920-0107-41D9-8861-08DD7CB9974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1516" name="Rectangle 17">
            <a:extLst>
              <a:ext uri="{FF2B5EF4-FFF2-40B4-BE49-F238E27FC236}">
                <a16:creationId xmlns:a16="http://schemas.microsoft.com/office/drawing/2014/main" id="{BF6ED8C1-A27A-408D-B22B-E245B15A160B}"/>
              </a:ext>
            </a:extLst>
          </p:cNvPr>
          <p:cNvSpPr>
            <a:spLocks noChangeArrowheads="1"/>
          </p:cNvSpPr>
          <p:nvPr/>
        </p:nvSpPr>
        <p:spPr bwMode="auto">
          <a:xfrm>
            <a:off x="2786063" y="500063"/>
            <a:ext cx="4124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solidFill>
                  <a:schemeClr val="bg1"/>
                </a:solidFill>
                <a:latin typeface="Arial" panose="020B0604020202020204" pitchFamily="34" charset="0"/>
                <a:cs typeface="Arial" panose="020B0604020202020204" pitchFamily="34" charset="0"/>
              </a:rPr>
              <a:t>Power in Electric Circuits (cont.)</a:t>
            </a:r>
            <a:endParaRPr lang="en-US" altLang="id-ID" sz="2000">
              <a:solidFill>
                <a:schemeClr val="bg1"/>
              </a:solidFill>
              <a:latin typeface="Arial" panose="020B0604020202020204" pitchFamily="34" charset="0"/>
            </a:endParaRPr>
          </a:p>
        </p:txBody>
      </p:sp>
      <p:sp>
        <p:nvSpPr>
          <p:cNvPr id="21517" name="Rectangle 18">
            <a:extLst>
              <a:ext uri="{FF2B5EF4-FFF2-40B4-BE49-F238E27FC236}">
                <a16:creationId xmlns:a16="http://schemas.microsoft.com/office/drawing/2014/main" id="{9D449C57-03AC-4B46-8421-8AC89FF0629C}"/>
              </a:ext>
            </a:extLst>
          </p:cNvPr>
          <p:cNvSpPr>
            <a:spLocks noChangeArrowheads="1"/>
          </p:cNvSpPr>
          <p:nvPr/>
        </p:nvSpPr>
        <p:spPr bwMode="auto">
          <a:xfrm>
            <a:off x="971600" y="1522486"/>
            <a:ext cx="82867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a:solidFill>
                  <a:srgbClr val="0070C0"/>
                </a:solidFill>
                <a:latin typeface="Arial" panose="020B0604020202020204" pitchFamily="34" charset="0"/>
              </a:rPr>
              <a:t>The power </a:t>
            </a:r>
            <a:r>
              <a:rPr lang="en-US" altLang="id-ID" sz="2200" i="1">
                <a:solidFill>
                  <a:srgbClr val="0070C0"/>
                </a:solidFill>
                <a:latin typeface="Arial" panose="020B0604020202020204" pitchFamily="34" charset="0"/>
              </a:rPr>
              <a:t>P </a:t>
            </a:r>
            <a:r>
              <a:rPr lang="en-US" altLang="id-ID" sz="2200">
                <a:solidFill>
                  <a:srgbClr val="0070C0"/>
                </a:solidFill>
                <a:latin typeface="Arial" panose="020B0604020202020204" pitchFamily="34" charset="0"/>
              </a:rPr>
              <a:t>associated with that transfer is the rate of transfer</a:t>
            </a:r>
            <a:r>
              <a:rPr lang="en-US" altLang="id-ID" sz="2200" i="1">
                <a:solidFill>
                  <a:srgbClr val="0070C0"/>
                </a:solidFill>
                <a:latin typeface="Arial" panose="020B0604020202020204" pitchFamily="34" charset="0"/>
              </a:rPr>
              <a:t> dU/dt, </a:t>
            </a:r>
            <a:r>
              <a:rPr lang="en-US" altLang="id-ID" sz="2200">
                <a:solidFill>
                  <a:srgbClr val="0070C0"/>
                </a:solidFill>
                <a:latin typeface="Arial" panose="020B0604020202020204" pitchFamily="34" charset="0"/>
              </a:rPr>
              <a:t>given by</a:t>
            </a:r>
          </a:p>
        </p:txBody>
      </p:sp>
      <p:grpSp>
        <p:nvGrpSpPr>
          <p:cNvPr id="21518" name="Group 15">
            <a:extLst>
              <a:ext uri="{FF2B5EF4-FFF2-40B4-BE49-F238E27FC236}">
                <a16:creationId xmlns:a16="http://schemas.microsoft.com/office/drawing/2014/main" id="{A860C0E1-0E4A-451D-BFC4-53FDCDB7377A}"/>
              </a:ext>
            </a:extLst>
          </p:cNvPr>
          <p:cNvGrpSpPr>
            <a:grpSpLocks/>
          </p:cNvGrpSpPr>
          <p:nvPr/>
        </p:nvGrpSpPr>
        <p:grpSpPr bwMode="auto">
          <a:xfrm>
            <a:off x="1400225" y="2451173"/>
            <a:ext cx="6310313" cy="2000250"/>
            <a:chOff x="152400" y="4254158"/>
            <a:chExt cx="6310313" cy="1310583"/>
          </a:xfrm>
        </p:grpSpPr>
        <p:pic>
          <p:nvPicPr>
            <p:cNvPr id="21" name="Picture 4">
              <a:extLst>
                <a:ext uri="{FF2B5EF4-FFF2-40B4-BE49-F238E27FC236}">
                  <a16:creationId xmlns:a16="http://schemas.microsoft.com/office/drawing/2014/main" id="{10C0C756-0813-41C9-842B-823325A074B4}"/>
                </a:ext>
              </a:extLst>
            </p:cNvPr>
            <p:cNvPicPr>
              <a:picLocks noChangeAspect="1" noChangeArrowheads="1"/>
            </p:cNvPicPr>
            <p:nvPr/>
          </p:nvPicPr>
          <p:blipFill>
            <a:blip r:embed="rId2"/>
            <a:srcRect/>
            <a:stretch>
              <a:fillRect/>
            </a:stretch>
          </p:blipFill>
          <p:spPr bwMode="auto">
            <a:xfrm>
              <a:off x="990600" y="4254158"/>
              <a:ext cx="3857625" cy="526313"/>
            </a:xfrm>
            <a:prstGeom prst="rect">
              <a:avLst/>
            </a:prstGeom>
            <a:ln>
              <a:headEnd/>
              <a:tailEnd/>
            </a:ln>
          </p:spPr>
          <p:style>
            <a:lnRef idx="2">
              <a:schemeClr val="accent2"/>
            </a:lnRef>
            <a:fillRef idx="1">
              <a:schemeClr val="lt1"/>
            </a:fillRef>
            <a:effectRef idx="0">
              <a:schemeClr val="accent2"/>
            </a:effectRef>
            <a:fontRef idx="minor">
              <a:schemeClr val="dk1"/>
            </a:fontRef>
          </p:style>
        </p:pic>
        <p:pic>
          <p:nvPicPr>
            <p:cNvPr id="22" name="Picture 5">
              <a:extLst>
                <a:ext uri="{FF2B5EF4-FFF2-40B4-BE49-F238E27FC236}">
                  <a16:creationId xmlns:a16="http://schemas.microsoft.com/office/drawing/2014/main" id="{78A62C9F-0791-4FF5-9BD2-909C6227055C}"/>
                </a:ext>
              </a:extLst>
            </p:cNvPr>
            <p:cNvPicPr>
              <a:picLocks noChangeAspect="1" noChangeArrowheads="1"/>
            </p:cNvPicPr>
            <p:nvPr/>
          </p:nvPicPr>
          <p:blipFill>
            <a:blip r:embed="rId3"/>
            <a:srcRect/>
            <a:stretch>
              <a:fillRect/>
            </a:stretch>
          </p:blipFill>
          <p:spPr bwMode="auto">
            <a:xfrm>
              <a:off x="152400" y="5092515"/>
              <a:ext cx="3043238" cy="472226"/>
            </a:xfrm>
            <a:prstGeom prst="rect">
              <a:avLst/>
            </a:prstGeom>
            <a:ln>
              <a:headEnd/>
              <a:tailEnd/>
            </a:ln>
          </p:spPr>
          <p:style>
            <a:lnRef idx="2">
              <a:schemeClr val="accent2"/>
            </a:lnRef>
            <a:fillRef idx="1">
              <a:schemeClr val="lt1"/>
            </a:fillRef>
            <a:effectRef idx="0">
              <a:schemeClr val="accent2"/>
            </a:effectRef>
            <a:fontRef idx="minor">
              <a:schemeClr val="dk1"/>
            </a:fontRef>
          </p:style>
        </p:pic>
        <p:pic>
          <p:nvPicPr>
            <p:cNvPr id="23" name="Picture 6">
              <a:extLst>
                <a:ext uri="{FF2B5EF4-FFF2-40B4-BE49-F238E27FC236}">
                  <a16:creationId xmlns:a16="http://schemas.microsoft.com/office/drawing/2014/main" id="{D09CFE3B-B131-4F63-BB6D-B73DCD399E19}"/>
                </a:ext>
              </a:extLst>
            </p:cNvPr>
            <p:cNvPicPr>
              <a:picLocks noChangeAspect="1" noChangeArrowheads="1"/>
            </p:cNvPicPr>
            <p:nvPr/>
          </p:nvPicPr>
          <p:blipFill>
            <a:blip r:embed="rId4"/>
            <a:srcRect/>
            <a:stretch>
              <a:fillRect/>
            </a:stretch>
          </p:blipFill>
          <p:spPr bwMode="auto">
            <a:xfrm>
              <a:off x="3657600" y="5029067"/>
              <a:ext cx="2805113" cy="480547"/>
            </a:xfrm>
            <a:prstGeom prst="rect">
              <a:avLst/>
            </a:prstGeom>
            <a:ln>
              <a:headEnd/>
              <a:tailEnd/>
            </a:ln>
          </p:spPr>
          <p:style>
            <a:lnRef idx="2">
              <a:schemeClr val="accent2"/>
            </a:lnRef>
            <a:fillRef idx="1">
              <a:schemeClr val="lt1"/>
            </a:fillRef>
            <a:effectRef idx="0">
              <a:schemeClr val="accent2"/>
            </a:effectRef>
            <a:fontRef idx="minor">
              <a:schemeClr val="dk1"/>
            </a:fontRef>
          </p:style>
        </p:pic>
      </p:grpSp>
      <p:sp>
        <p:nvSpPr>
          <p:cNvPr id="21519" name="TextBox 9">
            <a:extLst>
              <a:ext uri="{FF2B5EF4-FFF2-40B4-BE49-F238E27FC236}">
                <a16:creationId xmlns:a16="http://schemas.microsoft.com/office/drawing/2014/main" id="{0145A8E8-625E-409C-AC30-82FDF251CE0D}"/>
              </a:ext>
            </a:extLst>
          </p:cNvPr>
          <p:cNvSpPr txBox="1">
            <a:spLocks noChangeArrowheads="1"/>
          </p:cNvSpPr>
          <p:nvPr/>
        </p:nvSpPr>
        <p:spPr bwMode="auto">
          <a:xfrm>
            <a:off x="1115616" y="4757143"/>
            <a:ext cx="58928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solidFill>
                  <a:srgbClr val="0070C0"/>
                </a:solidFill>
                <a:latin typeface="Arial" panose="020B0604020202020204" pitchFamily="34" charset="0"/>
              </a:rPr>
              <a:t>The unit of power is the volt-ampere (V  A</a:t>
            </a:r>
            <a:r>
              <a:rPr lang="en-US" altLang="id-ID" sz="1800" dirty="0">
                <a:solidFill>
                  <a:srgbClr val="0070C0"/>
                </a:solidFill>
                <a:latin typeface="Arial" panose="020B0604020202020204" pitchFamily="34" charset="0"/>
              </a:rPr>
              <a:t>).</a:t>
            </a:r>
          </a:p>
        </p:txBody>
      </p:sp>
      <p:pic>
        <p:nvPicPr>
          <p:cNvPr id="21520" name="Picture 7">
            <a:extLst>
              <a:ext uri="{FF2B5EF4-FFF2-40B4-BE49-F238E27FC236}">
                <a16:creationId xmlns:a16="http://schemas.microsoft.com/office/drawing/2014/main" id="{FE577F6E-D664-4B03-BD02-18932CC51A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7241" y="5257205"/>
            <a:ext cx="5143500"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2">
            <a:extLst>
              <a:ext uri="{FF2B5EF4-FFF2-40B4-BE49-F238E27FC236}">
                <a16:creationId xmlns:a16="http://schemas.microsoft.com/office/drawing/2014/main" id="{8660F8BF-7038-4458-9EBB-8871574869E0}"/>
              </a:ext>
            </a:extLst>
          </p:cNvPr>
          <p:cNvSpPr txBox="1">
            <a:spLocks noChangeArrowheads="1"/>
          </p:cNvSpPr>
          <p:nvPr/>
        </p:nvSpPr>
        <p:spPr bwMode="auto">
          <a:xfrm>
            <a:off x="1042767" y="1700480"/>
            <a:ext cx="7671197"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i="1" u="sng" dirty="0">
                <a:solidFill>
                  <a:srgbClr val="161645"/>
                </a:solidFill>
                <a:latin typeface="Arial" panose="020B0604020202020204" pitchFamily="34" charset="0"/>
              </a:rPr>
              <a:t>Example, Rate of Energy Dissipation in a Wire Carrying Current:</a:t>
            </a:r>
          </a:p>
          <a:p>
            <a:pPr eaLnBrk="1" hangingPunct="1">
              <a:spcBef>
                <a:spcPct val="0"/>
              </a:spcBef>
              <a:buFontTx/>
              <a:buNone/>
            </a:pPr>
            <a:endParaRPr lang="en-US" altLang="id-ID" sz="2000" b="1" dirty="0">
              <a:solidFill>
                <a:srgbClr val="FF3300"/>
              </a:solidFill>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You are given a length of uniform heating wire made of a nickel-chromium-iron alloy called Nichrome: it has a resistance R of 72 Ω. At what rate is energy dissipated in each of the following situations?</a:t>
            </a:r>
          </a:p>
          <a:p>
            <a:pPr marL="457200" indent="-457200" eaLnBrk="1" hangingPunct="1">
              <a:spcBef>
                <a:spcPct val="0"/>
              </a:spcBef>
              <a:buFontTx/>
              <a:buAutoNum type="arabicPeriod"/>
            </a:pPr>
            <a:r>
              <a:rPr lang="en-US" altLang="id-ID" sz="2200" b="1" dirty="0">
                <a:latin typeface="Arial" panose="020B0604020202020204" pitchFamily="34" charset="0"/>
              </a:rPr>
              <a:t>A potential difference of 120 V is applied across the full length of the wire.</a:t>
            </a:r>
            <a:endParaRPr lang="en-US" altLang="id-ID" sz="2200" dirty="0">
              <a:latin typeface="Arial" panose="020B0604020202020204" pitchFamily="34" charset="0"/>
            </a:endParaRPr>
          </a:p>
          <a:p>
            <a:pPr marL="457200" indent="-457200" eaLnBrk="1" hangingPunct="1">
              <a:spcBef>
                <a:spcPct val="0"/>
              </a:spcBef>
              <a:buFontTx/>
              <a:buAutoNum type="arabicPeriod"/>
            </a:pPr>
            <a:r>
              <a:rPr lang="en-US" altLang="id-ID" sz="2200" b="1" dirty="0">
                <a:latin typeface="Arial" panose="020B0604020202020204" pitchFamily="34" charset="0"/>
              </a:rPr>
              <a:t>The wire is cut in half, and a potential difference of 120 V is applied across the length</a:t>
            </a:r>
            <a:endParaRPr lang="en-US" altLang="id-ID" sz="2200" b="1" dirty="0">
              <a:solidFill>
                <a:srgbClr val="FF3300"/>
              </a:solidFill>
              <a:latin typeface="Arial" panose="020B0604020202020204" pitchFamily="34" charset="0"/>
            </a:endParaRPr>
          </a:p>
        </p:txBody>
      </p:sp>
      <p:sp>
        <p:nvSpPr>
          <p:cNvPr id="22531" name="Rectangle 3">
            <a:extLst>
              <a:ext uri="{FF2B5EF4-FFF2-40B4-BE49-F238E27FC236}">
                <a16:creationId xmlns:a16="http://schemas.microsoft.com/office/drawing/2014/main" id="{4495E118-A8DC-49F4-AAD5-B59D9584AA26}"/>
              </a:ext>
            </a:extLst>
          </p:cNvPr>
          <p:cNvSpPr>
            <a:spLocks noChangeArrowheads="1"/>
          </p:cNvSpPr>
          <p:nvPr/>
        </p:nvSpPr>
        <p:spPr bwMode="auto">
          <a:xfrm>
            <a:off x="3126581" y="1100271"/>
            <a:ext cx="4124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cs typeface="Arial" panose="020B0604020202020204" pitchFamily="34" charset="0"/>
              </a:rPr>
              <a:t>Power in Electric Circuits (cont.)</a:t>
            </a:r>
            <a:endParaRPr lang="en-US" altLang="id-ID" sz="2000" dirty="0">
              <a:latin typeface="Arial" panose="020B0604020202020204" pitchFamily="34" charset="0"/>
            </a:endParaRPr>
          </a:p>
        </p:txBody>
      </p:sp>
      <p:sp>
        <p:nvSpPr>
          <p:cNvPr id="22532" name="Rectangle 4">
            <a:extLst>
              <a:ext uri="{FF2B5EF4-FFF2-40B4-BE49-F238E27FC236}">
                <a16:creationId xmlns:a16="http://schemas.microsoft.com/office/drawing/2014/main" id="{4E3956E6-97D0-4C76-B032-2D335343E9D0}"/>
              </a:ext>
            </a:extLst>
          </p:cNvPr>
          <p:cNvSpPr>
            <a:spLocks noChangeArrowheads="1"/>
          </p:cNvSpPr>
          <p:nvPr/>
        </p:nvSpPr>
        <p:spPr bwMode="auto">
          <a:xfrm>
            <a:off x="6143625" y="6286500"/>
            <a:ext cx="22145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1100" b="1">
                <a:latin typeface="Arial" panose="020B0604020202020204" pitchFamily="34" charset="0"/>
                <a:ea typeface="Times New Roman" panose="02020603050405020304" pitchFamily="18" charset="0"/>
                <a:cs typeface="Arial" panose="020B0604020202020204" pitchFamily="34" charset="0"/>
              </a:rPr>
              <a:t>Source: Halliday, et All 2010</a:t>
            </a:r>
          </a:p>
        </p:txBody>
      </p:sp>
      <p:sp>
        <p:nvSpPr>
          <p:cNvPr id="22533" name="Slide Number Placeholder 5">
            <a:extLst>
              <a:ext uri="{FF2B5EF4-FFF2-40B4-BE49-F238E27FC236}">
                <a16:creationId xmlns:a16="http://schemas.microsoft.com/office/drawing/2014/main" id="{8CD567D1-6061-46E7-A849-4442EA889794}"/>
              </a:ext>
            </a:extLst>
          </p:cNvPr>
          <p:cNvSpPr>
            <a:spLocks noGrp="1"/>
          </p:cNvSpPr>
          <p:nvPr>
            <p:ph type="sldNum" sz="quarter" idx="12"/>
          </p:nvPr>
        </p:nvSpPr>
        <p:spPr>
          <a:xfrm>
            <a:off x="8286750" y="6072188"/>
            <a:ext cx="4191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B1B080BD-3320-48BF-86E8-62370157A3F9}" type="slidenum">
              <a:rPr lang="en-US" altLang="id-ID" sz="1400" smtClean="0"/>
              <a:pPr>
                <a:spcBef>
                  <a:spcPct val="0"/>
                </a:spcBef>
                <a:buFontTx/>
                <a:buNone/>
              </a:pPr>
              <a:t>12</a:t>
            </a:fld>
            <a:endParaRPr lang="en-US" altLang="id-ID"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sz="3200" dirty="0"/>
              <a:t>Capacitance</a:t>
            </a:r>
            <a:endParaRPr lang="id-ID" dirty="0"/>
          </a:p>
        </p:txBody>
      </p:sp>
    </p:spTree>
    <p:extLst>
      <p:ext uri="{BB962C8B-B14F-4D97-AF65-F5344CB8AC3E}">
        <p14:creationId xmlns:p14="http://schemas.microsoft.com/office/powerpoint/2010/main" val="3708656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0A2B87-C9B3-4BFC-9A1F-DDE9A3B8DDD8}"/>
              </a:ext>
            </a:extLst>
          </p:cNvPr>
          <p:cNvSpPr>
            <a:spLocks noGrp="1"/>
          </p:cNvSpPr>
          <p:nvPr>
            <p:ph type="dt" sz="quarter" idx="10"/>
          </p:nvPr>
        </p:nvSpPr>
        <p:spPr/>
        <p:txBody>
          <a:bodyPr/>
          <a:lstStyle/>
          <a:p>
            <a:pPr>
              <a:defRPr/>
            </a:pPr>
            <a:r>
              <a:rPr lang="en-US"/>
              <a:t>Bina Nusantara University</a:t>
            </a:r>
          </a:p>
        </p:txBody>
      </p:sp>
      <p:sp>
        <p:nvSpPr>
          <p:cNvPr id="7171" name="Slide Number Placeholder 2">
            <a:extLst>
              <a:ext uri="{FF2B5EF4-FFF2-40B4-BE49-F238E27FC236}">
                <a16:creationId xmlns:a16="http://schemas.microsoft.com/office/drawing/2014/main" id="{AFB32937-DD0B-49BB-9728-7586A1DF1E1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8E140AF3-37BF-489A-905B-4E2C9D9C8C7C}" type="slidenum">
              <a:rPr lang="en-US" altLang="id-ID" sz="1400" smtClean="0"/>
              <a:pPr>
                <a:spcBef>
                  <a:spcPct val="0"/>
                </a:spcBef>
                <a:buFontTx/>
                <a:buNone/>
              </a:pPr>
              <a:t>14</a:t>
            </a:fld>
            <a:endParaRPr lang="en-US" altLang="id-ID" sz="1400"/>
          </a:p>
        </p:txBody>
      </p:sp>
      <p:pic>
        <p:nvPicPr>
          <p:cNvPr id="7172" name="Picture 6">
            <a:extLst>
              <a:ext uri="{FF2B5EF4-FFF2-40B4-BE49-F238E27FC236}">
                <a16:creationId xmlns:a16="http://schemas.microsoft.com/office/drawing/2014/main" id="{5FC160D0-E973-4B17-B1EF-49797E276C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838200"/>
            <a:ext cx="3886200" cy="5257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1">
            <a:extLst>
              <a:ext uri="{FF2B5EF4-FFF2-40B4-BE49-F238E27FC236}">
                <a16:creationId xmlns:a16="http://schemas.microsoft.com/office/drawing/2014/main" id="{81F35727-E977-47A5-987E-B862E642CED4}"/>
              </a:ext>
            </a:extLst>
          </p:cNvPr>
          <p:cNvSpPr>
            <a:spLocks noGrp="1"/>
          </p:cNvSpPr>
          <p:nvPr>
            <p:ph type="dt" sz="quarter" idx="10"/>
          </p:nvPr>
        </p:nvSpPr>
        <p:spPr>
          <a:xfrm>
            <a:off x="973096" y="4518807"/>
            <a:ext cx="8170904" cy="226299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dirty="0">
                <a:latin typeface="Arial" panose="020B0604020202020204" pitchFamily="34" charset="0"/>
                <a:cs typeface="Arial" panose="020B0604020202020204" pitchFamily="34" charset="0"/>
              </a:rPr>
              <a:t>Fig.1. (a) A parallel-plate capacitor, made up of two plates of area </a:t>
            </a:r>
            <a:r>
              <a:rPr lang="en-US" altLang="id-ID" sz="2200" b="1" dirty="0">
                <a:solidFill>
                  <a:srgbClr val="002060"/>
                </a:solidFill>
                <a:latin typeface="Arial" panose="020B0604020202020204" pitchFamily="34" charset="0"/>
                <a:cs typeface="Arial" panose="020B0604020202020204" pitchFamily="34" charset="0"/>
              </a:rPr>
              <a:t>A</a:t>
            </a:r>
            <a:r>
              <a:rPr lang="en-US" altLang="id-ID" sz="2200" b="1" dirty="0">
                <a:latin typeface="Arial" panose="020B0604020202020204" pitchFamily="34" charset="0"/>
                <a:cs typeface="Arial" panose="020B0604020202020204" pitchFamily="34" charset="0"/>
              </a:rPr>
              <a:t> separated by a distance </a:t>
            </a:r>
            <a:r>
              <a:rPr lang="en-US" altLang="id-ID" sz="2200" b="1" dirty="0">
                <a:solidFill>
                  <a:srgbClr val="002060"/>
                </a:solidFill>
                <a:latin typeface="Arial" panose="020B0604020202020204" pitchFamily="34" charset="0"/>
                <a:cs typeface="Arial" panose="020B0604020202020204" pitchFamily="34" charset="0"/>
              </a:rPr>
              <a:t>d</a:t>
            </a:r>
            <a:r>
              <a:rPr lang="en-US" altLang="id-ID" sz="2200" b="1" dirty="0">
                <a:latin typeface="Arial" panose="020B0604020202020204" pitchFamily="34" charset="0"/>
                <a:cs typeface="Arial" panose="020B0604020202020204" pitchFamily="34" charset="0"/>
              </a:rPr>
              <a:t>. The charges on the facing plate surfaces have the same magnitude q but opposite signs. (b) As the field lines show, the electric field due to the charged plates is uniform in the central region between the plates. The is not uniform at the edges of the plates, as indicated by “fringing” of the field lines there.</a:t>
            </a:r>
            <a:endParaRPr lang="en-US" altLang="id-ID" sz="2200" dirty="0">
              <a:latin typeface="Arial" panose="020B0604020202020204" pitchFamily="34" charset="0"/>
              <a:cs typeface="Arial" panose="020B0604020202020204" pitchFamily="34" charset="0"/>
            </a:endParaRPr>
          </a:p>
        </p:txBody>
      </p:sp>
      <p:sp>
        <p:nvSpPr>
          <p:cNvPr id="8195" name="Slide Number Placeholder 2">
            <a:extLst>
              <a:ext uri="{FF2B5EF4-FFF2-40B4-BE49-F238E27FC236}">
                <a16:creationId xmlns:a16="http://schemas.microsoft.com/office/drawing/2014/main" id="{296FE227-BFFD-4A5F-84A2-8C2F8AB8796D}"/>
              </a:ext>
            </a:extLst>
          </p:cNvPr>
          <p:cNvSpPr>
            <a:spLocks noGrp="1"/>
          </p:cNvSpPr>
          <p:nvPr>
            <p:ph type="sldNum" sz="quarter" idx="12"/>
          </p:nvPr>
        </p:nvSpPr>
        <p:spPr>
          <a:xfrm>
            <a:off x="3995738" y="2425700"/>
            <a:ext cx="28575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b="1"/>
              <a:t>V</a:t>
            </a:r>
          </a:p>
        </p:txBody>
      </p:sp>
      <p:grpSp>
        <p:nvGrpSpPr>
          <p:cNvPr id="8196" name="Group 2">
            <a:extLst>
              <a:ext uri="{FF2B5EF4-FFF2-40B4-BE49-F238E27FC236}">
                <a16:creationId xmlns:a16="http://schemas.microsoft.com/office/drawing/2014/main" id="{FC7431AC-C466-4162-9343-5117DA3A5B5B}"/>
              </a:ext>
            </a:extLst>
          </p:cNvPr>
          <p:cNvGrpSpPr>
            <a:grpSpLocks/>
          </p:cNvGrpSpPr>
          <p:nvPr/>
        </p:nvGrpSpPr>
        <p:grpSpPr bwMode="auto">
          <a:xfrm>
            <a:off x="1566863" y="1568450"/>
            <a:ext cx="6357937" cy="2286000"/>
            <a:chOff x="2205" y="7189"/>
            <a:chExt cx="7231" cy="2816"/>
          </a:xfrm>
        </p:grpSpPr>
        <p:sp>
          <p:nvSpPr>
            <p:cNvPr id="8206" name="Oval 3">
              <a:extLst>
                <a:ext uri="{FF2B5EF4-FFF2-40B4-BE49-F238E27FC236}">
                  <a16:creationId xmlns:a16="http://schemas.microsoft.com/office/drawing/2014/main" id="{BCEDE24B-E1A4-4E3A-8D1B-78A36CF47F2F}"/>
                </a:ext>
              </a:extLst>
            </p:cNvPr>
            <p:cNvSpPr>
              <a:spLocks noChangeArrowheads="1"/>
            </p:cNvSpPr>
            <p:nvPr/>
          </p:nvSpPr>
          <p:spPr bwMode="auto">
            <a:xfrm>
              <a:off x="6300" y="8055"/>
              <a:ext cx="795" cy="1470"/>
            </a:xfrm>
            <a:prstGeom prst="ellipse">
              <a:avLst/>
            </a:prstGeom>
            <a:solidFill>
              <a:srgbClr val="FFFFFF"/>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8207" name="Oval 4">
              <a:extLst>
                <a:ext uri="{FF2B5EF4-FFF2-40B4-BE49-F238E27FC236}">
                  <a16:creationId xmlns:a16="http://schemas.microsoft.com/office/drawing/2014/main" id="{36C09E4E-57D4-4ACA-A33F-E212596BD4B8}"/>
                </a:ext>
              </a:extLst>
            </p:cNvPr>
            <p:cNvSpPr>
              <a:spLocks noChangeArrowheads="1"/>
            </p:cNvSpPr>
            <p:nvPr/>
          </p:nvSpPr>
          <p:spPr bwMode="auto">
            <a:xfrm>
              <a:off x="6495" y="8251"/>
              <a:ext cx="450" cy="990"/>
            </a:xfrm>
            <a:prstGeom prst="ellipse">
              <a:avLst/>
            </a:prstGeom>
            <a:solidFill>
              <a:srgbClr val="FFFFFF"/>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8208" name="Oval 5">
              <a:extLst>
                <a:ext uri="{FF2B5EF4-FFF2-40B4-BE49-F238E27FC236}">
                  <a16:creationId xmlns:a16="http://schemas.microsoft.com/office/drawing/2014/main" id="{3DD68913-FD4D-4B5A-9D6F-501366FBC451}"/>
                </a:ext>
              </a:extLst>
            </p:cNvPr>
            <p:cNvSpPr>
              <a:spLocks noChangeArrowheads="1"/>
            </p:cNvSpPr>
            <p:nvPr/>
          </p:nvSpPr>
          <p:spPr bwMode="auto">
            <a:xfrm>
              <a:off x="8640" y="7965"/>
              <a:ext cx="795" cy="1470"/>
            </a:xfrm>
            <a:prstGeom prst="ellipse">
              <a:avLst/>
            </a:prstGeom>
            <a:solidFill>
              <a:srgbClr val="FFFFFF"/>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8209" name="Oval 6">
              <a:extLst>
                <a:ext uri="{FF2B5EF4-FFF2-40B4-BE49-F238E27FC236}">
                  <a16:creationId xmlns:a16="http://schemas.microsoft.com/office/drawing/2014/main" id="{7768E2C6-09B2-40DB-A8DD-04469A6654C5}"/>
                </a:ext>
              </a:extLst>
            </p:cNvPr>
            <p:cNvSpPr>
              <a:spLocks noChangeArrowheads="1"/>
            </p:cNvSpPr>
            <p:nvPr/>
          </p:nvSpPr>
          <p:spPr bwMode="auto">
            <a:xfrm>
              <a:off x="8790" y="8205"/>
              <a:ext cx="450" cy="990"/>
            </a:xfrm>
            <a:prstGeom prst="ellipse">
              <a:avLst/>
            </a:prstGeom>
            <a:solidFill>
              <a:srgbClr val="FFFFFF"/>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8210" name="Rectangle 7">
              <a:extLst>
                <a:ext uri="{FF2B5EF4-FFF2-40B4-BE49-F238E27FC236}">
                  <a16:creationId xmlns:a16="http://schemas.microsoft.com/office/drawing/2014/main" id="{240D89FD-589A-49A2-BAEC-C836BBF176DF}"/>
                </a:ext>
              </a:extLst>
            </p:cNvPr>
            <p:cNvSpPr>
              <a:spLocks noChangeArrowheads="1"/>
            </p:cNvSpPr>
            <p:nvPr/>
          </p:nvSpPr>
          <p:spPr bwMode="auto">
            <a:xfrm>
              <a:off x="6765" y="8483"/>
              <a:ext cx="2025" cy="517"/>
            </a:xfrm>
            <a:prstGeom prst="rect">
              <a:avLst/>
            </a:prstGeom>
            <a:solidFill>
              <a:srgbClr val="FFFFFF"/>
            </a:solidFill>
            <a:ln w="9525">
              <a:solidFill>
                <a:srgbClr val="FFFFFF"/>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8211" name="AutoShape 8">
              <a:extLst>
                <a:ext uri="{FF2B5EF4-FFF2-40B4-BE49-F238E27FC236}">
                  <a16:creationId xmlns:a16="http://schemas.microsoft.com/office/drawing/2014/main" id="{98C48AF7-E9CF-48D7-9EE3-AE72D2AAEBAD}"/>
                </a:ext>
              </a:extLst>
            </p:cNvPr>
            <p:cNvSpPr>
              <a:spLocks noChangeArrowheads="1"/>
            </p:cNvSpPr>
            <p:nvPr/>
          </p:nvSpPr>
          <p:spPr bwMode="auto">
            <a:xfrm>
              <a:off x="2280" y="8730"/>
              <a:ext cx="2580" cy="1005"/>
            </a:xfrm>
            <a:prstGeom prst="parallelogram">
              <a:avLst>
                <a:gd name="adj" fmla="val 64179"/>
              </a:avLst>
            </a:prstGeom>
            <a:solidFill>
              <a:srgbClr val="8DB3E2"/>
            </a:solidFill>
            <a:ln w="38100">
              <a:solidFill>
                <a:srgbClr val="0070C0"/>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8212" name="AutoShape 9">
              <a:extLst>
                <a:ext uri="{FF2B5EF4-FFF2-40B4-BE49-F238E27FC236}">
                  <a16:creationId xmlns:a16="http://schemas.microsoft.com/office/drawing/2014/main" id="{D83153E9-3A81-4663-80D2-B0BB95D24E22}"/>
                </a:ext>
              </a:extLst>
            </p:cNvPr>
            <p:cNvSpPr>
              <a:spLocks noChangeArrowheads="1"/>
            </p:cNvSpPr>
            <p:nvPr/>
          </p:nvSpPr>
          <p:spPr bwMode="auto">
            <a:xfrm>
              <a:off x="2205" y="8250"/>
              <a:ext cx="2655" cy="1050"/>
            </a:xfrm>
            <a:prstGeom prst="parallelogram">
              <a:avLst>
                <a:gd name="adj" fmla="val 63214"/>
              </a:avLst>
            </a:prstGeom>
            <a:solidFill>
              <a:srgbClr val="92CDDC"/>
            </a:solidFill>
            <a:ln w="28575">
              <a:solidFill>
                <a:srgbClr val="0070C0"/>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8213" name="AutoShape 10">
              <a:extLst>
                <a:ext uri="{FF2B5EF4-FFF2-40B4-BE49-F238E27FC236}">
                  <a16:creationId xmlns:a16="http://schemas.microsoft.com/office/drawing/2014/main" id="{A899D8AE-AAB8-43E6-8FF4-3183AAD16146}"/>
                </a:ext>
              </a:extLst>
            </p:cNvPr>
            <p:cNvCxnSpPr>
              <a:cxnSpLocks noChangeShapeType="1"/>
            </p:cNvCxnSpPr>
            <p:nvPr/>
          </p:nvCxnSpPr>
          <p:spPr bwMode="auto">
            <a:xfrm>
              <a:off x="4860" y="8250"/>
              <a:ext cx="135"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14" name="AutoShape 11">
              <a:extLst>
                <a:ext uri="{FF2B5EF4-FFF2-40B4-BE49-F238E27FC236}">
                  <a16:creationId xmlns:a16="http://schemas.microsoft.com/office/drawing/2014/main" id="{252E98F5-BDA6-47B8-AB6B-456C3C05BB39}"/>
                </a:ext>
              </a:extLst>
            </p:cNvPr>
            <p:cNvCxnSpPr>
              <a:cxnSpLocks noChangeShapeType="1"/>
            </p:cNvCxnSpPr>
            <p:nvPr/>
          </p:nvCxnSpPr>
          <p:spPr bwMode="auto">
            <a:xfrm>
              <a:off x="4860" y="8730"/>
              <a:ext cx="13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15" name="AutoShape 12">
              <a:extLst>
                <a:ext uri="{FF2B5EF4-FFF2-40B4-BE49-F238E27FC236}">
                  <a16:creationId xmlns:a16="http://schemas.microsoft.com/office/drawing/2014/main" id="{F974C3A6-35A5-497B-B5B1-B9F7DAF9D9D1}"/>
                </a:ext>
              </a:extLst>
            </p:cNvPr>
            <p:cNvCxnSpPr>
              <a:cxnSpLocks noChangeShapeType="1"/>
            </p:cNvCxnSpPr>
            <p:nvPr/>
          </p:nvCxnSpPr>
          <p:spPr bwMode="auto">
            <a:xfrm>
              <a:off x="4995" y="8250"/>
              <a:ext cx="1" cy="48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16" name="AutoShape 13">
              <a:extLst>
                <a:ext uri="{FF2B5EF4-FFF2-40B4-BE49-F238E27FC236}">
                  <a16:creationId xmlns:a16="http://schemas.microsoft.com/office/drawing/2014/main" id="{B5FD0881-1AE9-4179-A274-DEEC76F59465}"/>
                </a:ext>
              </a:extLst>
            </p:cNvPr>
            <p:cNvCxnSpPr>
              <a:cxnSpLocks noChangeShapeType="1"/>
            </p:cNvCxnSpPr>
            <p:nvPr/>
          </p:nvCxnSpPr>
          <p:spPr bwMode="auto">
            <a:xfrm>
              <a:off x="4480" y="8861"/>
              <a:ext cx="664" cy="1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17" name="AutoShape 14">
              <a:extLst>
                <a:ext uri="{FF2B5EF4-FFF2-40B4-BE49-F238E27FC236}">
                  <a16:creationId xmlns:a16="http://schemas.microsoft.com/office/drawing/2014/main" id="{4D824702-7A98-456F-8702-70CCA8DE3883}"/>
                </a:ext>
              </a:extLst>
            </p:cNvPr>
            <p:cNvCxnSpPr>
              <a:cxnSpLocks noChangeShapeType="1"/>
            </p:cNvCxnSpPr>
            <p:nvPr/>
          </p:nvCxnSpPr>
          <p:spPr bwMode="auto">
            <a:xfrm>
              <a:off x="4545" y="9195"/>
              <a:ext cx="599" cy="3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18" name="AutoShape 15">
              <a:extLst>
                <a:ext uri="{FF2B5EF4-FFF2-40B4-BE49-F238E27FC236}">
                  <a16:creationId xmlns:a16="http://schemas.microsoft.com/office/drawing/2014/main" id="{EB62651C-0A5F-41E9-B39B-E59D78D4B70A}"/>
                </a:ext>
              </a:extLst>
            </p:cNvPr>
            <p:cNvCxnSpPr>
              <a:cxnSpLocks noChangeShapeType="1"/>
            </p:cNvCxnSpPr>
            <p:nvPr/>
          </p:nvCxnSpPr>
          <p:spPr bwMode="auto">
            <a:xfrm>
              <a:off x="4995" y="8880"/>
              <a:ext cx="0" cy="315"/>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8219" name="AutoShape 16">
              <a:extLst>
                <a:ext uri="{FF2B5EF4-FFF2-40B4-BE49-F238E27FC236}">
                  <a16:creationId xmlns:a16="http://schemas.microsoft.com/office/drawing/2014/main" id="{0D5B6575-100A-45FB-B05A-97D277096DCB}"/>
                </a:ext>
              </a:extLst>
            </p:cNvPr>
            <p:cNvCxnSpPr>
              <a:cxnSpLocks noChangeShapeType="1"/>
            </p:cNvCxnSpPr>
            <p:nvPr/>
          </p:nvCxnSpPr>
          <p:spPr bwMode="auto">
            <a:xfrm flipV="1">
              <a:off x="4200" y="9435"/>
              <a:ext cx="75" cy="9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20" name="AutoShape 17">
              <a:extLst>
                <a:ext uri="{FF2B5EF4-FFF2-40B4-BE49-F238E27FC236}">
                  <a16:creationId xmlns:a16="http://schemas.microsoft.com/office/drawing/2014/main" id="{3D536C80-DB75-487C-BDF8-34BB4FBF4285}"/>
                </a:ext>
              </a:extLst>
            </p:cNvPr>
            <p:cNvCxnSpPr>
              <a:cxnSpLocks noChangeShapeType="1"/>
            </p:cNvCxnSpPr>
            <p:nvPr/>
          </p:nvCxnSpPr>
          <p:spPr bwMode="auto">
            <a:xfrm>
              <a:off x="4275" y="9435"/>
              <a:ext cx="585" cy="9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21" name="AutoShape 18">
              <a:extLst>
                <a:ext uri="{FF2B5EF4-FFF2-40B4-BE49-F238E27FC236}">
                  <a16:creationId xmlns:a16="http://schemas.microsoft.com/office/drawing/2014/main" id="{2DFEE857-305B-43B4-BA15-9A8E23F9D2CB}"/>
                </a:ext>
              </a:extLst>
            </p:cNvPr>
            <p:cNvCxnSpPr>
              <a:cxnSpLocks noChangeShapeType="1"/>
            </p:cNvCxnSpPr>
            <p:nvPr/>
          </p:nvCxnSpPr>
          <p:spPr bwMode="auto">
            <a:xfrm>
              <a:off x="2280" y="9300"/>
              <a:ext cx="0" cy="70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22" name="AutoShape 19">
              <a:extLst>
                <a:ext uri="{FF2B5EF4-FFF2-40B4-BE49-F238E27FC236}">
                  <a16:creationId xmlns:a16="http://schemas.microsoft.com/office/drawing/2014/main" id="{8B947709-B33D-414B-A9B2-B75306951ADF}"/>
                </a:ext>
              </a:extLst>
            </p:cNvPr>
            <p:cNvCxnSpPr>
              <a:cxnSpLocks noChangeShapeType="1"/>
            </p:cNvCxnSpPr>
            <p:nvPr/>
          </p:nvCxnSpPr>
          <p:spPr bwMode="auto">
            <a:xfrm>
              <a:off x="2280" y="10005"/>
              <a:ext cx="16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23" name="AutoShape 20">
              <a:extLst>
                <a:ext uri="{FF2B5EF4-FFF2-40B4-BE49-F238E27FC236}">
                  <a16:creationId xmlns:a16="http://schemas.microsoft.com/office/drawing/2014/main" id="{DD821FB5-BEE8-4B6F-B3DD-CDA9A40FD78C}"/>
                </a:ext>
              </a:extLst>
            </p:cNvPr>
            <p:cNvCxnSpPr>
              <a:cxnSpLocks noChangeShapeType="1"/>
            </p:cNvCxnSpPr>
            <p:nvPr/>
          </p:nvCxnSpPr>
          <p:spPr bwMode="auto">
            <a:xfrm>
              <a:off x="6930" y="8340"/>
              <a:ext cx="15" cy="6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24" name="AutoShape 21">
              <a:extLst>
                <a:ext uri="{FF2B5EF4-FFF2-40B4-BE49-F238E27FC236}">
                  <a16:creationId xmlns:a16="http://schemas.microsoft.com/office/drawing/2014/main" id="{34B08975-5F23-4501-A381-BC13A5723205}"/>
                </a:ext>
              </a:extLst>
            </p:cNvPr>
            <p:cNvCxnSpPr>
              <a:cxnSpLocks noChangeShapeType="1"/>
            </p:cNvCxnSpPr>
            <p:nvPr/>
          </p:nvCxnSpPr>
          <p:spPr bwMode="auto">
            <a:xfrm>
              <a:off x="7515" y="8340"/>
              <a:ext cx="1" cy="6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25" name="AutoShape 22">
              <a:extLst>
                <a:ext uri="{FF2B5EF4-FFF2-40B4-BE49-F238E27FC236}">
                  <a16:creationId xmlns:a16="http://schemas.microsoft.com/office/drawing/2014/main" id="{4664BCB5-ACD2-44BA-936A-5497D3345452}"/>
                </a:ext>
              </a:extLst>
            </p:cNvPr>
            <p:cNvCxnSpPr>
              <a:cxnSpLocks noChangeShapeType="1"/>
            </p:cNvCxnSpPr>
            <p:nvPr/>
          </p:nvCxnSpPr>
          <p:spPr bwMode="auto">
            <a:xfrm>
              <a:off x="7800" y="8340"/>
              <a:ext cx="15" cy="6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26" name="AutoShape 23">
              <a:extLst>
                <a:ext uri="{FF2B5EF4-FFF2-40B4-BE49-F238E27FC236}">
                  <a16:creationId xmlns:a16="http://schemas.microsoft.com/office/drawing/2014/main" id="{AE7A9B38-59A2-41EC-AE4F-7ABCFFC1F701}"/>
                </a:ext>
              </a:extLst>
            </p:cNvPr>
            <p:cNvCxnSpPr>
              <a:cxnSpLocks noChangeShapeType="1"/>
            </p:cNvCxnSpPr>
            <p:nvPr/>
          </p:nvCxnSpPr>
          <p:spPr bwMode="auto">
            <a:xfrm>
              <a:off x="8100" y="8340"/>
              <a:ext cx="15" cy="6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27" name="AutoShape 24">
              <a:extLst>
                <a:ext uri="{FF2B5EF4-FFF2-40B4-BE49-F238E27FC236}">
                  <a16:creationId xmlns:a16="http://schemas.microsoft.com/office/drawing/2014/main" id="{73F444E2-9E5E-46AC-92B7-065554D1136B}"/>
                </a:ext>
              </a:extLst>
            </p:cNvPr>
            <p:cNvCxnSpPr>
              <a:cxnSpLocks noChangeShapeType="1"/>
            </p:cNvCxnSpPr>
            <p:nvPr/>
          </p:nvCxnSpPr>
          <p:spPr bwMode="auto">
            <a:xfrm>
              <a:off x="8550" y="8340"/>
              <a:ext cx="15" cy="6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28" name="AutoShape 25">
              <a:extLst>
                <a:ext uri="{FF2B5EF4-FFF2-40B4-BE49-F238E27FC236}">
                  <a16:creationId xmlns:a16="http://schemas.microsoft.com/office/drawing/2014/main" id="{7657741E-039D-438F-AEC4-6F6117F05C16}"/>
                </a:ext>
              </a:extLst>
            </p:cNvPr>
            <p:cNvCxnSpPr>
              <a:cxnSpLocks noChangeShapeType="1"/>
            </p:cNvCxnSpPr>
            <p:nvPr/>
          </p:nvCxnSpPr>
          <p:spPr bwMode="auto">
            <a:xfrm>
              <a:off x="8790" y="8340"/>
              <a:ext cx="0" cy="6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29" name="AutoShape 26">
              <a:extLst>
                <a:ext uri="{FF2B5EF4-FFF2-40B4-BE49-F238E27FC236}">
                  <a16:creationId xmlns:a16="http://schemas.microsoft.com/office/drawing/2014/main" id="{651B9B45-AA08-48E8-969A-3F347E0E752C}"/>
                </a:ext>
              </a:extLst>
            </p:cNvPr>
            <p:cNvCxnSpPr>
              <a:cxnSpLocks noChangeShapeType="1"/>
            </p:cNvCxnSpPr>
            <p:nvPr/>
          </p:nvCxnSpPr>
          <p:spPr bwMode="auto">
            <a:xfrm>
              <a:off x="8340" y="8340"/>
              <a:ext cx="0" cy="6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30" name="AutoShape 27">
              <a:extLst>
                <a:ext uri="{FF2B5EF4-FFF2-40B4-BE49-F238E27FC236}">
                  <a16:creationId xmlns:a16="http://schemas.microsoft.com/office/drawing/2014/main" id="{1A2E15B4-C8FF-4E85-B97F-2D9FA85222D1}"/>
                </a:ext>
              </a:extLst>
            </p:cNvPr>
            <p:cNvCxnSpPr>
              <a:cxnSpLocks noChangeShapeType="1"/>
            </p:cNvCxnSpPr>
            <p:nvPr/>
          </p:nvCxnSpPr>
          <p:spPr bwMode="auto">
            <a:xfrm>
              <a:off x="7215" y="8340"/>
              <a:ext cx="15" cy="6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31" name="Rectangle 28">
              <a:extLst>
                <a:ext uri="{FF2B5EF4-FFF2-40B4-BE49-F238E27FC236}">
                  <a16:creationId xmlns:a16="http://schemas.microsoft.com/office/drawing/2014/main" id="{7D76C90D-B473-45ED-8081-9AF37C77A62B}"/>
                </a:ext>
              </a:extLst>
            </p:cNvPr>
            <p:cNvSpPr>
              <a:spLocks noChangeArrowheads="1"/>
            </p:cNvSpPr>
            <p:nvPr/>
          </p:nvSpPr>
          <p:spPr bwMode="auto">
            <a:xfrm>
              <a:off x="6765" y="8340"/>
              <a:ext cx="2130" cy="143"/>
            </a:xfrm>
            <a:prstGeom prst="rect">
              <a:avLst/>
            </a:prstGeom>
            <a:solidFill>
              <a:srgbClr val="92CDDC"/>
            </a:solidFill>
            <a:ln w="9525">
              <a:solidFill>
                <a:srgbClr val="000000"/>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8232" name="Rectangle 29">
              <a:extLst>
                <a:ext uri="{FF2B5EF4-FFF2-40B4-BE49-F238E27FC236}">
                  <a16:creationId xmlns:a16="http://schemas.microsoft.com/office/drawing/2014/main" id="{B56B4BE6-7BD8-4EA1-B446-ED53FFC17CF1}"/>
                </a:ext>
              </a:extLst>
            </p:cNvPr>
            <p:cNvSpPr>
              <a:spLocks noChangeArrowheads="1"/>
            </p:cNvSpPr>
            <p:nvPr/>
          </p:nvSpPr>
          <p:spPr bwMode="auto">
            <a:xfrm>
              <a:off x="6765" y="9000"/>
              <a:ext cx="2130" cy="143"/>
            </a:xfrm>
            <a:prstGeom prst="rect">
              <a:avLst/>
            </a:prstGeom>
            <a:solidFill>
              <a:srgbClr val="95B3D7"/>
            </a:solidFill>
            <a:ln w="9525">
              <a:solidFill>
                <a:srgbClr val="000000"/>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8233" name="AutoShape 30">
              <a:extLst>
                <a:ext uri="{FF2B5EF4-FFF2-40B4-BE49-F238E27FC236}">
                  <a16:creationId xmlns:a16="http://schemas.microsoft.com/office/drawing/2014/main" id="{F77353FF-DEB7-44FB-90A7-78F436994259}"/>
                </a:ext>
              </a:extLst>
            </p:cNvPr>
            <p:cNvCxnSpPr>
              <a:cxnSpLocks noChangeShapeType="1"/>
            </p:cNvCxnSpPr>
            <p:nvPr/>
          </p:nvCxnSpPr>
          <p:spPr bwMode="auto">
            <a:xfrm>
              <a:off x="9240" y="8580"/>
              <a:ext cx="1" cy="1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34" name="AutoShape 31">
              <a:extLst>
                <a:ext uri="{FF2B5EF4-FFF2-40B4-BE49-F238E27FC236}">
                  <a16:creationId xmlns:a16="http://schemas.microsoft.com/office/drawing/2014/main" id="{A06C2891-53F6-4CD1-9455-C9DD7D38BAAD}"/>
                </a:ext>
              </a:extLst>
            </p:cNvPr>
            <p:cNvCxnSpPr>
              <a:cxnSpLocks noChangeShapeType="1"/>
            </p:cNvCxnSpPr>
            <p:nvPr/>
          </p:nvCxnSpPr>
          <p:spPr bwMode="auto">
            <a:xfrm>
              <a:off x="9435" y="8580"/>
              <a:ext cx="1" cy="15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35" name="AutoShape 32">
              <a:extLst>
                <a:ext uri="{FF2B5EF4-FFF2-40B4-BE49-F238E27FC236}">
                  <a16:creationId xmlns:a16="http://schemas.microsoft.com/office/drawing/2014/main" id="{BCDA6E64-B41B-475E-9BFD-64FF77D75B91}"/>
                </a:ext>
              </a:extLst>
            </p:cNvPr>
            <p:cNvCxnSpPr>
              <a:cxnSpLocks noChangeShapeType="1"/>
            </p:cNvCxnSpPr>
            <p:nvPr/>
          </p:nvCxnSpPr>
          <p:spPr bwMode="auto">
            <a:xfrm>
              <a:off x="6495" y="8669"/>
              <a:ext cx="1" cy="15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36" name="AutoShape 33">
              <a:extLst>
                <a:ext uri="{FF2B5EF4-FFF2-40B4-BE49-F238E27FC236}">
                  <a16:creationId xmlns:a16="http://schemas.microsoft.com/office/drawing/2014/main" id="{D309E95B-CB55-495E-8547-19A271972E68}"/>
                </a:ext>
              </a:extLst>
            </p:cNvPr>
            <p:cNvCxnSpPr>
              <a:cxnSpLocks noChangeShapeType="1"/>
            </p:cNvCxnSpPr>
            <p:nvPr/>
          </p:nvCxnSpPr>
          <p:spPr bwMode="auto">
            <a:xfrm>
              <a:off x="6299" y="8669"/>
              <a:ext cx="1" cy="15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37" name="Freeform 34">
              <a:extLst>
                <a:ext uri="{FF2B5EF4-FFF2-40B4-BE49-F238E27FC236}">
                  <a16:creationId xmlns:a16="http://schemas.microsoft.com/office/drawing/2014/main" id="{C4C5A0EB-2E32-4579-8953-6C89228A8A50}"/>
                </a:ext>
              </a:extLst>
            </p:cNvPr>
            <p:cNvSpPr>
              <a:spLocks/>
            </p:cNvSpPr>
            <p:nvPr/>
          </p:nvSpPr>
          <p:spPr bwMode="auto">
            <a:xfrm>
              <a:off x="6675" y="8483"/>
              <a:ext cx="90" cy="517"/>
            </a:xfrm>
            <a:custGeom>
              <a:avLst/>
              <a:gdLst>
                <a:gd name="T0" fmla="*/ 90 w 90"/>
                <a:gd name="T1" fmla="*/ 0 h 517"/>
                <a:gd name="T2" fmla="*/ 0 w 90"/>
                <a:gd name="T3" fmla="*/ 248 h 517"/>
                <a:gd name="T4" fmla="*/ 90 w 90"/>
                <a:gd name="T5" fmla="*/ 517 h 517"/>
                <a:gd name="T6" fmla="*/ 0 60000 65536"/>
                <a:gd name="T7" fmla="*/ 0 60000 65536"/>
                <a:gd name="T8" fmla="*/ 0 60000 65536"/>
                <a:gd name="T9" fmla="*/ 0 w 90"/>
                <a:gd name="T10" fmla="*/ 0 h 517"/>
                <a:gd name="T11" fmla="*/ 90 w 90"/>
                <a:gd name="T12" fmla="*/ 517 h 517"/>
              </a:gdLst>
              <a:ahLst/>
              <a:cxnLst>
                <a:cxn ang="T6">
                  <a:pos x="T0" y="T1"/>
                </a:cxn>
                <a:cxn ang="T7">
                  <a:pos x="T2" y="T3"/>
                </a:cxn>
                <a:cxn ang="T8">
                  <a:pos x="T4" y="T5"/>
                </a:cxn>
              </a:cxnLst>
              <a:rect l="T9" t="T10" r="T11" b="T12"/>
              <a:pathLst>
                <a:path w="90" h="517">
                  <a:moveTo>
                    <a:pt x="90" y="0"/>
                  </a:moveTo>
                  <a:cubicBezTo>
                    <a:pt x="45" y="81"/>
                    <a:pt x="0" y="162"/>
                    <a:pt x="0" y="248"/>
                  </a:cubicBezTo>
                  <a:cubicBezTo>
                    <a:pt x="0" y="334"/>
                    <a:pt x="45" y="425"/>
                    <a:pt x="90" y="517"/>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8238" name="AutoShape 35">
              <a:extLst>
                <a:ext uri="{FF2B5EF4-FFF2-40B4-BE49-F238E27FC236}">
                  <a16:creationId xmlns:a16="http://schemas.microsoft.com/office/drawing/2014/main" id="{9E3C5D3E-E599-413F-8820-62EFD2DD0353}"/>
                </a:ext>
              </a:extLst>
            </p:cNvPr>
            <p:cNvCxnSpPr>
              <a:cxnSpLocks noChangeShapeType="1"/>
            </p:cNvCxnSpPr>
            <p:nvPr/>
          </p:nvCxnSpPr>
          <p:spPr bwMode="auto">
            <a:xfrm>
              <a:off x="6674" y="8669"/>
              <a:ext cx="1" cy="15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39" name="Freeform 36">
              <a:extLst>
                <a:ext uri="{FF2B5EF4-FFF2-40B4-BE49-F238E27FC236}">
                  <a16:creationId xmlns:a16="http://schemas.microsoft.com/office/drawing/2014/main" id="{959AA284-A571-40AF-B99B-C79E29DE14AA}"/>
                </a:ext>
              </a:extLst>
            </p:cNvPr>
            <p:cNvSpPr>
              <a:spLocks/>
            </p:cNvSpPr>
            <p:nvPr/>
          </p:nvSpPr>
          <p:spPr bwMode="auto">
            <a:xfrm>
              <a:off x="8895" y="8483"/>
              <a:ext cx="120" cy="517"/>
            </a:xfrm>
            <a:custGeom>
              <a:avLst/>
              <a:gdLst>
                <a:gd name="T0" fmla="*/ 0 w 120"/>
                <a:gd name="T1" fmla="*/ 0 h 517"/>
                <a:gd name="T2" fmla="*/ 120 w 120"/>
                <a:gd name="T3" fmla="*/ 186 h 517"/>
                <a:gd name="T4" fmla="*/ 0 w 120"/>
                <a:gd name="T5" fmla="*/ 517 h 517"/>
                <a:gd name="T6" fmla="*/ 0 60000 65536"/>
                <a:gd name="T7" fmla="*/ 0 60000 65536"/>
                <a:gd name="T8" fmla="*/ 0 60000 65536"/>
                <a:gd name="T9" fmla="*/ 0 w 120"/>
                <a:gd name="T10" fmla="*/ 0 h 517"/>
                <a:gd name="T11" fmla="*/ 120 w 120"/>
                <a:gd name="T12" fmla="*/ 517 h 517"/>
              </a:gdLst>
              <a:ahLst/>
              <a:cxnLst>
                <a:cxn ang="T6">
                  <a:pos x="T0" y="T1"/>
                </a:cxn>
                <a:cxn ang="T7">
                  <a:pos x="T2" y="T3"/>
                </a:cxn>
                <a:cxn ang="T8">
                  <a:pos x="T4" y="T5"/>
                </a:cxn>
              </a:cxnLst>
              <a:rect l="T9" t="T10" r="T11" b="T12"/>
              <a:pathLst>
                <a:path w="120" h="517">
                  <a:moveTo>
                    <a:pt x="0" y="0"/>
                  </a:moveTo>
                  <a:cubicBezTo>
                    <a:pt x="60" y="50"/>
                    <a:pt x="120" y="100"/>
                    <a:pt x="120" y="186"/>
                  </a:cubicBezTo>
                  <a:cubicBezTo>
                    <a:pt x="120" y="272"/>
                    <a:pt x="20" y="482"/>
                    <a:pt x="0" y="517"/>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8240" name="AutoShape 37">
              <a:extLst>
                <a:ext uri="{FF2B5EF4-FFF2-40B4-BE49-F238E27FC236}">
                  <a16:creationId xmlns:a16="http://schemas.microsoft.com/office/drawing/2014/main" id="{F44003FD-E280-434F-94BA-6509A9E59A2E}"/>
                </a:ext>
              </a:extLst>
            </p:cNvPr>
            <p:cNvCxnSpPr>
              <a:cxnSpLocks noChangeShapeType="1"/>
            </p:cNvCxnSpPr>
            <p:nvPr/>
          </p:nvCxnSpPr>
          <p:spPr bwMode="auto">
            <a:xfrm>
              <a:off x="9014" y="8580"/>
              <a:ext cx="1" cy="15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241" name="Freeform 38">
              <a:extLst>
                <a:ext uri="{FF2B5EF4-FFF2-40B4-BE49-F238E27FC236}">
                  <a16:creationId xmlns:a16="http://schemas.microsoft.com/office/drawing/2014/main" id="{7A4EA143-BBD7-49EF-8A3B-72B41CDC5A4F}"/>
                </a:ext>
              </a:extLst>
            </p:cNvPr>
            <p:cNvSpPr>
              <a:spLocks/>
            </p:cNvSpPr>
            <p:nvPr/>
          </p:nvSpPr>
          <p:spPr bwMode="auto">
            <a:xfrm>
              <a:off x="8428" y="7680"/>
              <a:ext cx="137" cy="2055"/>
            </a:xfrm>
            <a:custGeom>
              <a:avLst/>
              <a:gdLst>
                <a:gd name="T0" fmla="*/ 122 w 137"/>
                <a:gd name="T1" fmla="*/ 0 h 1980"/>
                <a:gd name="T2" fmla="*/ 2 w 137"/>
                <a:gd name="T3" fmla="*/ 1706 h 1980"/>
                <a:gd name="T4" fmla="*/ 137 w 137"/>
                <a:gd name="T5" fmla="*/ 3459 h 1980"/>
                <a:gd name="T6" fmla="*/ 0 60000 65536"/>
                <a:gd name="T7" fmla="*/ 0 60000 65536"/>
                <a:gd name="T8" fmla="*/ 0 60000 65536"/>
                <a:gd name="T9" fmla="*/ 0 w 137"/>
                <a:gd name="T10" fmla="*/ 0 h 1980"/>
                <a:gd name="T11" fmla="*/ 137 w 137"/>
                <a:gd name="T12" fmla="*/ 1980 h 1980"/>
              </a:gdLst>
              <a:ahLst/>
              <a:cxnLst>
                <a:cxn ang="T6">
                  <a:pos x="T0" y="T1"/>
                </a:cxn>
                <a:cxn ang="T7">
                  <a:pos x="T2" y="T3"/>
                </a:cxn>
                <a:cxn ang="T8">
                  <a:pos x="T4" y="T5"/>
                </a:cxn>
              </a:cxnLst>
              <a:rect l="T9" t="T10" r="T11" b="T12"/>
              <a:pathLst>
                <a:path w="137" h="1980">
                  <a:moveTo>
                    <a:pt x="122" y="0"/>
                  </a:moveTo>
                  <a:cubicBezTo>
                    <a:pt x="61" y="323"/>
                    <a:pt x="0" y="646"/>
                    <a:pt x="2" y="976"/>
                  </a:cubicBezTo>
                  <a:cubicBezTo>
                    <a:pt x="4" y="1306"/>
                    <a:pt x="70" y="1643"/>
                    <a:pt x="137" y="1980"/>
                  </a:cubicBezTo>
                </a:path>
              </a:pathLst>
            </a:custGeom>
            <a:noFill/>
            <a:ln w="952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42" name="Freeform 39">
              <a:extLst>
                <a:ext uri="{FF2B5EF4-FFF2-40B4-BE49-F238E27FC236}">
                  <a16:creationId xmlns:a16="http://schemas.microsoft.com/office/drawing/2014/main" id="{F4222EC6-6027-4364-8DD4-2E9B75FEFB58}"/>
                </a:ext>
              </a:extLst>
            </p:cNvPr>
            <p:cNvSpPr>
              <a:spLocks/>
            </p:cNvSpPr>
            <p:nvPr/>
          </p:nvSpPr>
          <p:spPr bwMode="auto">
            <a:xfrm>
              <a:off x="7215" y="7680"/>
              <a:ext cx="137" cy="2055"/>
            </a:xfrm>
            <a:custGeom>
              <a:avLst/>
              <a:gdLst>
                <a:gd name="T0" fmla="*/ 0 w 137"/>
                <a:gd name="T1" fmla="*/ 0 h 2055"/>
                <a:gd name="T2" fmla="*/ 135 w 137"/>
                <a:gd name="T3" fmla="*/ 1051 h 2055"/>
                <a:gd name="T4" fmla="*/ 15 w 137"/>
                <a:gd name="T5" fmla="*/ 2055 h 2055"/>
                <a:gd name="T6" fmla="*/ 0 60000 65536"/>
                <a:gd name="T7" fmla="*/ 0 60000 65536"/>
                <a:gd name="T8" fmla="*/ 0 60000 65536"/>
                <a:gd name="T9" fmla="*/ 0 w 137"/>
                <a:gd name="T10" fmla="*/ 0 h 2055"/>
                <a:gd name="T11" fmla="*/ 137 w 137"/>
                <a:gd name="T12" fmla="*/ 2055 h 2055"/>
              </a:gdLst>
              <a:ahLst/>
              <a:cxnLst>
                <a:cxn ang="T6">
                  <a:pos x="T0" y="T1"/>
                </a:cxn>
                <a:cxn ang="T7">
                  <a:pos x="T2" y="T3"/>
                </a:cxn>
                <a:cxn ang="T8">
                  <a:pos x="T4" y="T5"/>
                </a:cxn>
              </a:cxnLst>
              <a:rect l="T9" t="T10" r="T11" b="T12"/>
              <a:pathLst>
                <a:path w="137" h="2055">
                  <a:moveTo>
                    <a:pt x="0" y="0"/>
                  </a:moveTo>
                  <a:cubicBezTo>
                    <a:pt x="66" y="354"/>
                    <a:pt x="133" y="709"/>
                    <a:pt x="135" y="1051"/>
                  </a:cubicBezTo>
                  <a:cubicBezTo>
                    <a:pt x="137" y="1393"/>
                    <a:pt x="76" y="1724"/>
                    <a:pt x="15" y="2055"/>
                  </a:cubicBezTo>
                </a:path>
              </a:pathLst>
            </a:custGeom>
            <a:noFill/>
            <a:ln w="952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8243" name="AutoShape 40">
              <a:extLst>
                <a:ext uri="{FF2B5EF4-FFF2-40B4-BE49-F238E27FC236}">
                  <a16:creationId xmlns:a16="http://schemas.microsoft.com/office/drawing/2014/main" id="{DC34B85A-E641-4DD9-8F70-29F9F9EC7AC4}"/>
                </a:ext>
              </a:extLst>
            </p:cNvPr>
            <p:cNvCxnSpPr>
              <a:cxnSpLocks noChangeShapeType="1"/>
            </p:cNvCxnSpPr>
            <p:nvPr/>
          </p:nvCxnSpPr>
          <p:spPr bwMode="auto">
            <a:xfrm flipV="1">
              <a:off x="6765" y="7680"/>
              <a:ext cx="165" cy="37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44" name="AutoShape 41">
              <a:extLst>
                <a:ext uri="{FF2B5EF4-FFF2-40B4-BE49-F238E27FC236}">
                  <a16:creationId xmlns:a16="http://schemas.microsoft.com/office/drawing/2014/main" id="{E5A419D7-7BBD-4D80-BFFF-52C4A89F2734}"/>
                </a:ext>
              </a:extLst>
            </p:cNvPr>
            <p:cNvCxnSpPr>
              <a:cxnSpLocks noChangeShapeType="1"/>
            </p:cNvCxnSpPr>
            <p:nvPr/>
          </p:nvCxnSpPr>
          <p:spPr bwMode="auto">
            <a:xfrm flipH="1" flipV="1">
              <a:off x="6930" y="7680"/>
              <a:ext cx="317" cy="28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45" name="AutoShape 42">
              <a:extLst>
                <a:ext uri="{FF2B5EF4-FFF2-40B4-BE49-F238E27FC236}">
                  <a16:creationId xmlns:a16="http://schemas.microsoft.com/office/drawing/2014/main" id="{81FB8A0D-F195-4B56-AA70-E241140ADDEA}"/>
                </a:ext>
              </a:extLst>
            </p:cNvPr>
            <p:cNvCxnSpPr>
              <a:cxnSpLocks noChangeShapeType="1"/>
            </p:cNvCxnSpPr>
            <p:nvPr/>
          </p:nvCxnSpPr>
          <p:spPr bwMode="auto">
            <a:xfrm rot="16200000" flipV="1">
              <a:off x="6686" y="7421"/>
              <a:ext cx="491" cy="2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46" name="AutoShape 43">
              <a:extLst>
                <a:ext uri="{FF2B5EF4-FFF2-40B4-BE49-F238E27FC236}">
                  <a16:creationId xmlns:a16="http://schemas.microsoft.com/office/drawing/2014/main" id="{374D631B-5499-4E91-87F9-789E0364AC31}"/>
                </a:ext>
              </a:extLst>
            </p:cNvPr>
            <p:cNvCxnSpPr>
              <a:cxnSpLocks noChangeShapeType="1"/>
            </p:cNvCxnSpPr>
            <p:nvPr/>
          </p:nvCxnSpPr>
          <p:spPr bwMode="auto">
            <a:xfrm flipV="1">
              <a:off x="7800" y="8055"/>
              <a:ext cx="120" cy="28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47" name="AutoShape 44">
              <a:extLst>
                <a:ext uri="{FF2B5EF4-FFF2-40B4-BE49-F238E27FC236}">
                  <a16:creationId xmlns:a16="http://schemas.microsoft.com/office/drawing/2014/main" id="{FF77C920-5F98-4990-8EC1-31459186A6AB}"/>
                </a:ext>
              </a:extLst>
            </p:cNvPr>
            <p:cNvCxnSpPr>
              <a:cxnSpLocks noChangeShapeType="1"/>
            </p:cNvCxnSpPr>
            <p:nvPr/>
          </p:nvCxnSpPr>
          <p:spPr bwMode="auto">
            <a:xfrm>
              <a:off x="7920" y="8055"/>
              <a:ext cx="10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48" name="AutoShape 45">
              <a:extLst>
                <a:ext uri="{FF2B5EF4-FFF2-40B4-BE49-F238E27FC236}">
                  <a16:creationId xmlns:a16="http://schemas.microsoft.com/office/drawing/2014/main" id="{D55C8500-C6F1-4EB1-9E5A-0F3C5DC11956}"/>
                </a:ext>
              </a:extLst>
            </p:cNvPr>
            <p:cNvCxnSpPr>
              <a:cxnSpLocks noChangeShapeType="1"/>
            </p:cNvCxnSpPr>
            <p:nvPr/>
          </p:nvCxnSpPr>
          <p:spPr bwMode="auto">
            <a:xfrm flipV="1">
              <a:off x="8565" y="7965"/>
              <a:ext cx="75" cy="37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49" name="AutoShape 46">
              <a:extLst>
                <a:ext uri="{FF2B5EF4-FFF2-40B4-BE49-F238E27FC236}">
                  <a16:creationId xmlns:a16="http://schemas.microsoft.com/office/drawing/2014/main" id="{112A082C-3FB6-4838-BC15-11B7F4941529}"/>
                </a:ext>
              </a:extLst>
            </p:cNvPr>
            <p:cNvCxnSpPr>
              <a:cxnSpLocks noChangeShapeType="1"/>
            </p:cNvCxnSpPr>
            <p:nvPr/>
          </p:nvCxnSpPr>
          <p:spPr bwMode="auto">
            <a:xfrm flipH="1" flipV="1">
              <a:off x="7095" y="7365"/>
              <a:ext cx="120" cy="31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50" name="AutoShape 47">
              <a:extLst>
                <a:ext uri="{FF2B5EF4-FFF2-40B4-BE49-F238E27FC236}">
                  <a16:creationId xmlns:a16="http://schemas.microsoft.com/office/drawing/2014/main" id="{77CBA9C3-33AB-40B8-94AC-F59AD816DB84}"/>
                </a:ext>
              </a:extLst>
            </p:cNvPr>
            <p:cNvCxnSpPr>
              <a:cxnSpLocks noChangeShapeType="1"/>
            </p:cNvCxnSpPr>
            <p:nvPr/>
          </p:nvCxnSpPr>
          <p:spPr bwMode="auto">
            <a:xfrm flipV="1">
              <a:off x="8550" y="7365"/>
              <a:ext cx="90" cy="31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251" name="AutoShape 48">
              <a:extLst>
                <a:ext uri="{FF2B5EF4-FFF2-40B4-BE49-F238E27FC236}">
                  <a16:creationId xmlns:a16="http://schemas.microsoft.com/office/drawing/2014/main" id="{8851634E-1160-4549-B2FD-380B206DD97B}"/>
                </a:ext>
              </a:extLst>
            </p:cNvPr>
            <p:cNvCxnSpPr>
              <a:cxnSpLocks noChangeShapeType="1"/>
            </p:cNvCxnSpPr>
            <p:nvPr/>
          </p:nvCxnSpPr>
          <p:spPr bwMode="auto">
            <a:xfrm>
              <a:off x="8640" y="9143"/>
              <a:ext cx="0" cy="292"/>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8197" name="Rectangle 50">
            <a:extLst>
              <a:ext uri="{FF2B5EF4-FFF2-40B4-BE49-F238E27FC236}">
                <a16:creationId xmlns:a16="http://schemas.microsoft.com/office/drawing/2014/main" id="{1B66D570-E0B2-4008-A6E8-50F7DD35F6DA}"/>
              </a:ext>
            </a:extLst>
          </p:cNvPr>
          <p:cNvSpPr>
            <a:spLocks noChangeArrowheads="1"/>
          </p:cNvSpPr>
          <p:nvPr/>
        </p:nvSpPr>
        <p:spPr bwMode="auto">
          <a:xfrm>
            <a:off x="4067175" y="2854325"/>
            <a:ext cx="341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d</a:t>
            </a:r>
            <a:endParaRPr lang="en-US" altLang="id-ID" sz="2000">
              <a:latin typeface="Arial" panose="020B0604020202020204" pitchFamily="34" charset="0"/>
            </a:endParaRPr>
          </a:p>
        </p:txBody>
      </p:sp>
      <p:sp>
        <p:nvSpPr>
          <p:cNvPr id="8198" name="Rectangle 51">
            <a:extLst>
              <a:ext uri="{FF2B5EF4-FFF2-40B4-BE49-F238E27FC236}">
                <a16:creationId xmlns:a16="http://schemas.microsoft.com/office/drawing/2014/main" id="{BA67A0EC-D024-483C-88FE-E23330F97D17}"/>
              </a:ext>
            </a:extLst>
          </p:cNvPr>
          <p:cNvSpPr>
            <a:spLocks noChangeArrowheads="1"/>
          </p:cNvSpPr>
          <p:nvPr/>
        </p:nvSpPr>
        <p:spPr bwMode="auto">
          <a:xfrm>
            <a:off x="2566988" y="2425700"/>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A</a:t>
            </a:r>
            <a:endParaRPr lang="en-US" altLang="id-ID" sz="2000">
              <a:latin typeface="Arial" panose="020B0604020202020204" pitchFamily="34" charset="0"/>
            </a:endParaRPr>
          </a:p>
        </p:txBody>
      </p:sp>
      <p:sp>
        <p:nvSpPr>
          <p:cNvPr id="8199" name="Rectangle 52">
            <a:extLst>
              <a:ext uri="{FF2B5EF4-FFF2-40B4-BE49-F238E27FC236}">
                <a16:creationId xmlns:a16="http://schemas.microsoft.com/office/drawing/2014/main" id="{73FC1295-39EE-471D-BBE1-7EE3CD389CEA}"/>
              </a:ext>
            </a:extLst>
          </p:cNvPr>
          <p:cNvSpPr>
            <a:spLocks noChangeArrowheads="1"/>
          </p:cNvSpPr>
          <p:nvPr/>
        </p:nvSpPr>
        <p:spPr bwMode="auto">
          <a:xfrm>
            <a:off x="6567488" y="1997075"/>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A</a:t>
            </a:r>
            <a:endParaRPr lang="en-US" altLang="id-ID" sz="2000">
              <a:latin typeface="Arial" panose="020B0604020202020204" pitchFamily="34" charset="0"/>
            </a:endParaRPr>
          </a:p>
        </p:txBody>
      </p:sp>
      <p:sp>
        <p:nvSpPr>
          <p:cNvPr id="8200" name="Rectangle 54">
            <a:extLst>
              <a:ext uri="{FF2B5EF4-FFF2-40B4-BE49-F238E27FC236}">
                <a16:creationId xmlns:a16="http://schemas.microsoft.com/office/drawing/2014/main" id="{F2EEAA2C-5090-4E8B-B111-E0D13D49CFB8}"/>
              </a:ext>
            </a:extLst>
          </p:cNvPr>
          <p:cNvSpPr>
            <a:spLocks noChangeArrowheads="1"/>
          </p:cNvSpPr>
          <p:nvPr/>
        </p:nvSpPr>
        <p:spPr bwMode="auto">
          <a:xfrm>
            <a:off x="7138988" y="1711325"/>
            <a:ext cx="490537"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+q</a:t>
            </a:r>
          </a:p>
          <a:p>
            <a:pPr eaLnBrk="1" hangingPunct="1">
              <a:spcBef>
                <a:spcPct val="0"/>
              </a:spcBef>
              <a:buFontTx/>
              <a:buNone/>
            </a:pPr>
            <a:endParaRPr lang="en-US" altLang="id-ID" sz="2000" b="1">
              <a:latin typeface="Arial" panose="020B0604020202020204" pitchFamily="34" charset="0"/>
            </a:endParaRPr>
          </a:p>
          <a:p>
            <a:pPr eaLnBrk="1" hangingPunct="1">
              <a:spcBef>
                <a:spcPct val="0"/>
              </a:spcBef>
              <a:buFontTx/>
              <a:buNone/>
            </a:pPr>
            <a:endParaRPr lang="en-US" altLang="id-ID" sz="2000" b="1">
              <a:latin typeface="Arial" panose="020B0604020202020204" pitchFamily="34" charset="0"/>
            </a:endParaRPr>
          </a:p>
          <a:p>
            <a:pPr eaLnBrk="1" hangingPunct="1">
              <a:spcBef>
                <a:spcPct val="0"/>
              </a:spcBef>
              <a:buFontTx/>
              <a:buNone/>
            </a:pPr>
            <a:endParaRPr lang="en-US" altLang="id-ID" b="1">
              <a:latin typeface="Arial" panose="020B0604020202020204" pitchFamily="34" charset="0"/>
            </a:endParaRPr>
          </a:p>
          <a:p>
            <a:pPr eaLnBrk="1" hangingPunct="1">
              <a:spcBef>
                <a:spcPct val="0"/>
              </a:spcBef>
              <a:buFontTx/>
              <a:buNone/>
            </a:pPr>
            <a:r>
              <a:rPr lang="en-US" altLang="id-ID" sz="2000" b="1">
                <a:latin typeface="Arial" panose="020B0604020202020204" pitchFamily="34" charset="0"/>
              </a:rPr>
              <a:t>-q</a:t>
            </a:r>
            <a:endParaRPr lang="en-US" altLang="id-ID" sz="2000">
              <a:latin typeface="Arial" panose="020B0604020202020204" pitchFamily="34" charset="0"/>
            </a:endParaRPr>
          </a:p>
        </p:txBody>
      </p:sp>
      <p:sp>
        <p:nvSpPr>
          <p:cNvPr id="8201" name="Rectangle 55">
            <a:extLst>
              <a:ext uri="{FF2B5EF4-FFF2-40B4-BE49-F238E27FC236}">
                <a16:creationId xmlns:a16="http://schemas.microsoft.com/office/drawing/2014/main" id="{6213CCB1-DD6F-4B97-832D-D8657BA618B9}"/>
              </a:ext>
            </a:extLst>
          </p:cNvPr>
          <p:cNvSpPr>
            <a:spLocks noChangeArrowheads="1"/>
          </p:cNvSpPr>
          <p:nvPr/>
        </p:nvSpPr>
        <p:spPr bwMode="auto">
          <a:xfrm>
            <a:off x="4781550" y="1282700"/>
            <a:ext cx="2360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Electric field lines</a:t>
            </a:r>
            <a:endParaRPr lang="en-US" altLang="id-ID" sz="2000">
              <a:latin typeface="Arial" panose="020B0604020202020204" pitchFamily="34" charset="0"/>
            </a:endParaRPr>
          </a:p>
        </p:txBody>
      </p:sp>
      <p:sp>
        <p:nvSpPr>
          <p:cNvPr id="8202" name="Rectangle 58">
            <a:extLst>
              <a:ext uri="{FF2B5EF4-FFF2-40B4-BE49-F238E27FC236}">
                <a16:creationId xmlns:a16="http://schemas.microsoft.com/office/drawing/2014/main" id="{523DE1BB-EF35-4F7B-B733-272692571595}"/>
              </a:ext>
            </a:extLst>
          </p:cNvPr>
          <p:cNvSpPr>
            <a:spLocks noChangeArrowheads="1"/>
          </p:cNvSpPr>
          <p:nvPr/>
        </p:nvSpPr>
        <p:spPr bwMode="auto">
          <a:xfrm>
            <a:off x="6281738" y="3497262"/>
            <a:ext cx="582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(b) </a:t>
            </a:r>
            <a:endParaRPr lang="en-US" altLang="id-ID" sz="2000">
              <a:latin typeface="Arial" panose="020B0604020202020204" pitchFamily="34" charset="0"/>
            </a:endParaRPr>
          </a:p>
        </p:txBody>
      </p:sp>
      <p:sp>
        <p:nvSpPr>
          <p:cNvPr id="8203" name="Rectangle 59">
            <a:extLst>
              <a:ext uri="{FF2B5EF4-FFF2-40B4-BE49-F238E27FC236}">
                <a16:creationId xmlns:a16="http://schemas.microsoft.com/office/drawing/2014/main" id="{3C9FDB07-919C-4CCA-B5FC-4B97C26F285E}"/>
              </a:ext>
            </a:extLst>
          </p:cNvPr>
          <p:cNvSpPr>
            <a:spLocks noChangeArrowheads="1"/>
          </p:cNvSpPr>
          <p:nvPr/>
        </p:nvSpPr>
        <p:spPr bwMode="auto">
          <a:xfrm>
            <a:off x="1209675" y="3711575"/>
            <a:ext cx="25717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Bottom side of top plate has charge +q</a:t>
            </a:r>
            <a:endParaRPr lang="en-US" altLang="id-ID" sz="2000">
              <a:latin typeface="Arial" panose="020B0604020202020204" pitchFamily="34" charset="0"/>
            </a:endParaRPr>
          </a:p>
        </p:txBody>
      </p:sp>
      <p:sp>
        <p:nvSpPr>
          <p:cNvPr id="8204" name="Rectangle 49">
            <a:extLst>
              <a:ext uri="{FF2B5EF4-FFF2-40B4-BE49-F238E27FC236}">
                <a16:creationId xmlns:a16="http://schemas.microsoft.com/office/drawing/2014/main" id="{A143A757-90C6-4539-9DA3-7603312286DE}"/>
              </a:ext>
            </a:extLst>
          </p:cNvPr>
          <p:cNvSpPr>
            <a:spLocks noChangeArrowheads="1"/>
          </p:cNvSpPr>
          <p:nvPr/>
        </p:nvSpPr>
        <p:spPr bwMode="auto">
          <a:xfrm>
            <a:off x="3781425" y="3425825"/>
            <a:ext cx="22145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Top side of bottom plate has charge -q</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8205" name="Rectangle 58">
            <a:extLst>
              <a:ext uri="{FF2B5EF4-FFF2-40B4-BE49-F238E27FC236}">
                <a16:creationId xmlns:a16="http://schemas.microsoft.com/office/drawing/2014/main" id="{AE5BDE79-449A-4740-A3E9-FB663FB875D2}"/>
              </a:ext>
            </a:extLst>
          </p:cNvPr>
          <p:cNvSpPr>
            <a:spLocks noChangeArrowheads="1"/>
          </p:cNvSpPr>
          <p:nvPr/>
        </p:nvSpPr>
        <p:spPr bwMode="auto">
          <a:xfrm>
            <a:off x="3571875" y="428625"/>
            <a:ext cx="34050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Capacitance(cont.)</a:t>
            </a:r>
            <a:endParaRPr lang="en-US" altLang="id-ID" sz="2800" dirty="0">
              <a:solidFill>
                <a:srgbClr val="0070C0"/>
              </a:solidFill>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A087113-0CB2-4CC5-80C1-FB2B444B423F}"/>
                  </a:ext>
                </a:extLst>
              </p14:cNvPr>
              <p14:cNvContentPartPr/>
              <p14:nvPr/>
            </p14:nvContentPartPr>
            <p14:xfrm>
              <a:off x="2052000" y="1161360"/>
              <a:ext cx="5570280" cy="2370600"/>
            </p14:xfrm>
          </p:contentPart>
        </mc:Choice>
        <mc:Fallback xmlns="">
          <p:pic>
            <p:nvPicPr>
              <p:cNvPr id="2" name="Ink 1">
                <a:extLst>
                  <a:ext uri="{FF2B5EF4-FFF2-40B4-BE49-F238E27FC236}">
                    <a16:creationId xmlns:a16="http://schemas.microsoft.com/office/drawing/2014/main" id="{5A087113-0CB2-4CC5-80C1-FB2B444B423F}"/>
                  </a:ext>
                </a:extLst>
              </p:cNvPr>
              <p:cNvPicPr/>
              <p:nvPr/>
            </p:nvPicPr>
            <p:blipFill>
              <a:blip r:embed="rId3"/>
              <a:stretch>
                <a:fillRect/>
              </a:stretch>
            </p:blipFill>
            <p:spPr>
              <a:xfrm>
                <a:off x="2042640" y="1152000"/>
                <a:ext cx="5589000" cy="238932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B4AB53-A9EA-4EDC-9B76-87820B0DE937}"/>
              </a:ext>
            </a:extLst>
          </p:cNvPr>
          <p:cNvSpPr>
            <a:spLocks noGrp="1"/>
          </p:cNvSpPr>
          <p:nvPr>
            <p:ph type="dt" sz="quarter" idx="10"/>
          </p:nvPr>
        </p:nvSpPr>
        <p:spPr>
          <a:xfrm>
            <a:off x="312738" y="1428750"/>
            <a:ext cx="8545512" cy="5284788"/>
          </a:xfrm>
        </p:spPr>
        <p:txBody>
          <a:bodyPr/>
          <a:lstStyle/>
          <a:p>
            <a:pPr>
              <a:defRPr/>
            </a:pPr>
            <a:r>
              <a:rPr lang="en-US"/>
              <a:t> </a:t>
            </a:r>
          </a:p>
        </p:txBody>
      </p:sp>
      <p:sp>
        <p:nvSpPr>
          <p:cNvPr id="9219" name="Slide Number Placeholder 2">
            <a:extLst>
              <a:ext uri="{FF2B5EF4-FFF2-40B4-BE49-F238E27FC236}">
                <a16:creationId xmlns:a16="http://schemas.microsoft.com/office/drawing/2014/main" id="{10D6A4E9-B99A-4156-9F79-C8C97292970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939C65C2-5C3E-4070-ACA3-646D4D75FB2B}" type="slidenum">
              <a:rPr lang="en-US" altLang="id-ID" sz="1400" smtClean="0"/>
              <a:pPr>
                <a:spcBef>
                  <a:spcPct val="0"/>
                </a:spcBef>
                <a:buFontTx/>
                <a:buNone/>
              </a:pPr>
              <a:t>16</a:t>
            </a:fld>
            <a:endParaRPr lang="en-US" altLang="id-ID" sz="1400"/>
          </a:p>
        </p:txBody>
      </p:sp>
      <p:sp>
        <p:nvSpPr>
          <p:cNvPr id="9220" name="TextBox 3">
            <a:extLst>
              <a:ext uri="{FF2B5EF4-FFF2-40B4-BE49-F238E27FC236}">
                <a16:creationId xmlns:a16="http://schemas.microsoft.com/office/drawing/2014/main" id="{6A7695DE-FDA3-43AE-8E30-AF037ADF0A68}"/>
              </a:ext>
            </a:extLst>
          </p:cNvPr>
          <p:cNvSpPr txBox="1">
            <a:spLocks noChangeArrowheads="1"/>
          </p:cNvSpPr>
          <p:nvPr/>
        </p:nvSpPr>
        <p:spPr bwMode="auto">
          <a:xfrm>
            <a:off x="914400" y="1752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latin typeface="Arial" panose="020B0604020202020204" pitchFamily="34" charset="0"/>
              </a:rPr>
              <a:t>When a capacitor is charged, its plates have charges of equal magnitudes but opposite signs: </a:t>
            </a:r>
            <a:r>
              <a:rPr lang="en-US" altLang="id-ID" sz="2200" b="1" i="1" dirty="0">
                <a:latin typeface="Arial" panose="020B0604020202020204" pitchFamily="34" charset="0"/>
              </a:rPr>
              <a:t>q+ </a:t>
            </a:r>
            <a:r>
              <a:rPr lang="en-US" altLang="id-ID" sz="2200" b="1" dirty="0">
                <a:latin typeface="Arial" panose="020B0604020202020204" pitchFamily="34" charset="0"/>
              </a:rPr>
              <a:t>and </a:t>
            </a:r>
            <a:r>
              <a:rPr lang="en-US" altLang="id-ID" sz="2200" b="1" i="1" dirty="0">
                <a:latin typeface="Arial" panose="020B0604020202020204" pitchFamily="34" charset="0"/>
              </a:rPr>
              <a:t>q-. </a:t>
            </a:r>
            <a:r>
              <a:rPr lang="en-US" altLang="id-ID" sz="2200" b="1" dirty="0">
                <a:latin typeface="Arial" panose="020B0604020202020204" pitchFamily="34" charset="0"/>
              </a:rPr>
              <a:t>However, we refer to the charge of a capacitor as being </a:t>
            </a:r>
            <a:r>
              <a:rPr lang="en-US" altLang="id-ID" sz="2200" b="1" i="1" dirty="0">
                <a:latin typeface="Arial" panose="020B0604020202020204" pitchFamily="34" charset="0"/>
              </a:rPr>
              <a:t>q</a:t>
            </a:r>
            <a:r>
              <a:rPr lang="en-US" altLang="id-ID" sz="2200" b="1" dirty="0">
                <a:latin typeface="Arial" panose="020B0604020202020204" pitchFamily="34" charset="0"/>
              </a:rPr>
              <a:t>, the absolute value of these charges on the plates</a:t>
            </a:r>
            <a:r>
              <a:rPr lang="en-US" altLang="id-ID" sz="2200" b="1" i="1" dirty="0">
                <a:latin typeface="Arial" panose="020B0604020202020204" pitchFamily="34" charset="0"/>
              </a:rPr>
              <a:t>.</a:t>
            </a:r>
          </a:p>
          <a:p>
            <a:pPr eaLnBrk="1" hangingPunct="1">
              <a:spcBef>
                <a:spcPct val="0"/>
              </a:spcBef>
              <a:buFontTx/>
              <a:buNone/>
            </a:pPr>
            <a:r>
              <a:rPr lang="en-US" altLang="id-ID" sz="2200" b="1" i="1" dirty="0">
                <a:solidFill>
                  <a:srgbClr val="222268"/>
                </a:solidFill>
                <a:latin typeface="Arial" panose="020B0604020202020204" pitchFamily="34" charset="0"/>
              </a:rPr>
              <a:t>                           q= CV</a:t>
            </a:r>
          </a:p>
          <a:p>
            <a:pPr eaLnBrk="1" hangingPunct="1">
              <a:spcBef>
                <a:spcPct val="0"/>
              </a:spcBef>
              <a:buFontTx/>
              <a:buNone/>
            </a:pPr>
            <a:r>
              <a:rPr lang="en-US" altLang="id-ID" sz="2200" b="1" dirty="0">
                <a:latin typeface="Arial" panose="020B0604020202020204" pitchFamily="34" charset="0"/>
              </a:rPr>
              <a:t>The charge </a:t>
            </a:r>
            <a:r>
              <a:rPr lang="en-US" altLang="id-ID" sz="2200" b="1" i="1" dirty="0">
                <a:latin typeface="Arial" panose="020B0604020202020204" pitchFamily="34" charset="0"/>
              </a:rPr>
              <a:t>q </a:t>
            </a:r>
            <a:r>
              <a:rPr lang="en-US" altLang="id-ID" sz="2200" b="1" dirty="0">
                <a:latin typeface="Arial" panose="020B0604020202020204" pitchFamily="34" charset="0"/>
              </a:rPr>
              <a:t>and the potential difference</a:t>
            </a:r>
            <a:r>
              <a:rPr lang="en-US" altLang="id-ID" sz="2200" b="1" i="1" dirty="0">
                <a:latin typeface="Arial" panose="020B0604020202020204" pitchFamily="34" charset="0"/>
              </a:rPr>
              <a:t> V </a:t>
            </a:r>
            <a:r>
              <a:rPr lang="en-US" altLang="id-ID" sz="2200" b="1" dirty="0">
                <a:latin typeface="Arial" panose="020B0604020202020204" pitchFamily="34" charset="0"/>
              </a:rPr>
              <a:t>for a capacitor are proportional to each other:</a:t>
            </a:r>
          </a:p>
          <a:p>
            <a:pPr eaLnBrk="1" hangingPunct="1">
              <a:spcBef>
                <a:spcPct val="0"/>
              </a:spcBef>
              <a:buFontTx/>
              <a:buNone/>
            </a:pPr>
            <a:endParaRPr lang="en-US" altLang="id-ID" sz="2200" b="1" dirty="0">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The proportionality constant </a:t>
            </a:r>
            <a:r>
              <a:rPr lang="en-US" altLang="id-ID" sz="2200" b="1" i="1" dirty="0">
                <a:latin typeface="Arial" panose="020B0604020202020204" pitchFamily="34" charset="0"/>
              </a:rPr>
              <a:t>C is called the </a:t>
            </a:r>
            <a:r>
              <a:rPr lang="en-US" altLang="id-ID" sz="2200" b="1" i="1" dirty="0">
                <a:solidFill>
                  <a:srgbClr val="002060"/>
                </a:solidFill>
                <a:latin typeface="Arial" panose="020B0604020202020204" pitchFamily="34" charset="0"/>
              </a:rPr>
              <a:t>capacitance </a:t>
            </a:r>
            <a:r>
              <a:rPr lang="en-US" altLang="id-ID" sz="2200" b="1" dirty="0">
                <a:solidFill>
                  <a:srgbClr val="002060"/>
                </a:solidFill>
                <a:latin typeface="Arial" panose="020B0604020202020204" pitchFamily="34" charset="0"/>
              </a:rPr>
              <a:t>of the capacitor.</a:t>
            </a:r>
            <a:r>
              <a:rPr lang="en-US" altLang="id-ID" sz="2200" b="1" dirty="0">
                <a:latin typeface="Arial" panose="020B0604020202020204" pitchFamily="34" charset="0"/>
              </a:rPr>
              <a:t> Its value depends only on the geometry of the plates and not on their charge or potential difference.</a:t>
            </a:r>
          </a:p>
          <a:p>
            <a:pPr eaLnBrk="1" hangingPunct="1">
              <a:spcBef>
                <a:spcPct val="0"/>
              </a:spcBef>
              <a:buFontTx/>
              <a:buNone/>
            </a:pPr>
            <a:endParaRPr lang="en-US" altLang="id-ID" sz="2200" b="1" dirty="0">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The SI unit is called the </a:t>
            </a:r>
            <a:r>
              <a:rPr lang="en-US" altLang="id-ID" sz="2200" b="1" i="1" dirty="0">
                <a:latin typeface="Arial" panose="020B0604020202020204" pitchFamily="34" charset="0"/>
              </a:rPr>
              <a:t>farad (F): </a:t>
            </a:r>
          </a:p>
          <a:p>
            <a:pPr eaLnBrk="1" hangingPunct="1">
              <a:spcBef>
                <a:spcPct val="0"/>
              </a:spcBef>
              <a:buFontTx/>
              <a:buNone/>
            </a:pPr>
            <a:r>
              <a:rPr lang="en-US" altLang="id-ID" sz="2200" b="1" i="1" dirty="0">
                <a:solidFill>
                  <a:srgbClr val="222268"/>
                </a:solidFill>
                <a:latin typeface="Arial" panose="020B0604020202020204" pitchFamily="34" charset="0"/>
              </a:rPr>
              <a:t>1 farad  (1 F)= 1 coulomb per volt =1 C/V.</a:t>
            </a:r>
          </a:p>
        </p:txBody>
      </p:sp>
      <p:sp>
        <p:nvSpPr>
          <p:cNvPr id="9221" name="Rectangle 5">
            <a:extLst>
              <a:ext uri="{FF2B5EF4-FFF2-40B4-BE49-F238E27FC236}">
                <a16:creationId xmlns:a16="http://schemas.microsoft.com/office/drawing/2014/main" id="{93B9E9D8-8E1A-4D8C-9A39-63298E61D119}"/>
              </a:ext>
            </a:extLst>
          </p:cNvPr>
          <p:cNvSpPr>
            <a:spLocks noChangeArrowheads="1"/>
          </p:cNvSpPr>
          <p:nvPr/>
        </p:nvSpPr>
        <p:spPr bwMode="auto">
          <a:xfrm>
            <a:off x="3571875" y="428625"/>
            <a:ext cx="34050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Capacitance(cont.)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1">
            <a:extLst>
              <a:ext uri="{FF2B5EF4-FFF2-40B4-BE49-F238E27FC236}">
                <a16:creationId xmlns:a16="http://schemas.microsoft.com/office/drawing/2014/main" id="{86560158-C2AC-4D17-8428-0594EC33B33D}"/>
              </a:ext>
            </a:extLst>
          </p:cNvPr>
          <p:cNvSpPr txBox="1">
            <a:spLocks noChangeArrowheads="1"/>
          </p:cNvSpPr>
          <p:nvPr/>
        </p:nvSpPr>
        <p:spPr bwMode="auto">
          <a:xfrm>
            <a:off x="3286125" y="457200"/>
            <a:ext cx="47148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2. Calculating the Capacitance</a:t>
            </a:r>
          </a:p>
          <a:p>
            <a:pPr eaLnBrk="1" hangingPunct="1">
              <a:spcBef>
                <a:spcPct val="0"/>
              </a:spcBef>
              <a:buFontTx/>
              <a:buNone/>
            </a:pPr>
            <a:r>
              <a:rPr lang="en-US" altLang="id-ID" b="1" dirty="0">
                <a:solidFill>
                  <a:srgbClr val="FF3300"/>
                </a:solidFill>
                <a:latin typeface="Arial" panose="020B0604020202020204" pitchFamily="34" charset="0"/>
              </a:rPr>
              <a:t>   </a:t>
            </a:r>
            <a:r>
              <a:rPr lang="en-US" altLang="id-ID" b="1" i="1" u="sng" dirty="0">
                <a:solidFill>
                  <a:srgbClr val="002060"/>
                </a:solidFill>
                <a:latin typeface="Arial" panose="020B0604020202020204" pitchFamily="34" charset="0"/>
              </a:rPr>
              <a:t>Parallel-Plate Capacitor</a:t>
            </a:r>
            <a:endParaRPr lang="en-US" altLang="id-ID" b="1" i="1" u="sng" dirty="0">
              <a:solidFill>
                <a:srgbClr val="002060"/>
              </a:solidFill>
              <a:latin typeface="Arial" panose="020B0604020202020204" pitchFamily="34" charset="0"/>
              <a:cs typeface="Arial" panose="020B0604020202020204" pitchFamily="34" charset="0"/>
            </a:endParaRPr>
          </a:p>
        </p:txBody>
      </p:sp>
      <p:grpSp>
        <p:nvGrpSpPr>
          <p:cNvPr id="10243" name="Group 7">
            <a:extLst>
              <a:ext uri="{FF2B5EF4-FFF2-40B4-BE49-F238E27FC236}">
                <a16:creationId xmlns:a16="http://schemas.microsoft.com/office/drawing/2014/main" id="{5DE33DFE-ED39-431E-BEE9-03F0E1EF08B2}"/>
              </a:ext>
            </a:extLst>
          </p:cNvPr>
          <p:cNvGrpSpPr>
            <a:grpSpLocks/>
          </p:cNvGrpSpPr>
          <p:nvPr/>
        </p:nvGrpSpPr>
        <p:grpSpPr bwMode="auto">
          <a:xfrm>
            <a:off x="857250" y="2428875"/>
            <a:ext cx="4000500" cy="1785938"/>
            <a:chOff x="7170" y="3180"/>
            <a:chExt cx="4320" cy="2040"/>
          </a:xfrm>
        </p:grpSpPr>
        <p:sp>
          <p:nvSpPr>
            <p:cNvPr id="10253" name="Rectangle 8">
              <a:extLst>
                <a:ext uri="{FF2B5EF4-FFF2-40B4-BE49-F238E27FC236}">
                  <a16:creationId xmlns:a16="http://schemas.microsoft.com/office/drawing/2014/main" id="{F5A2AD48-7E9D-431E-ACF6-098200A73459}"/>
                </a:ext>
              </a:extLst>
            </p:cNvPr>
            <p:cNvSpPr>
              <a:spLocks noChangeArrowheads="1"/>
            </p:cNvSpPr>
            <p:nvPr/>
          </p:nvSpPr>
          <p:spPr bwMode="auto">
            <a:xfrm>
              <a:off x="7680" y="3180"/>
              <a:ext cx="3420" cy="375"/>
            </a:xfrm>
            <a:prstGeom prst="rect">
              <a:avLst/>
            </a:prstGeom>
            <a:solidFill>
              <a:srgbClr val="B8CCE4"/>
            </a:solidFill>
            <a:ln w="9525">
              <a:solidFill>
                <a:srgbClr val="000000"/>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0254" name="Rectangle 9">
              <a:extLst>
                <a:ext uri="{FF2B5EF4-FFF2-40B4-BE49-F238E27FC236}">
                  <a16:creationId xmlns:a16="http://schemas.microsoft.com/office/drawing/2014/main" id="{A922FAE8-BE23-4162-8236-FC437158BF3E}"/>
                </a:ext>
              </a:extLst>
            </p:cNvPr>
            <p:cNvSpPr>
              <a:spLocks noChangeArrowheads="1"/>
            </p:cNvSpPr>
            <p:nvPr/>
          </p:nvSpPr>
          <p:spPr bwMode="auto">
            <a:xfrm>
              <a:off x="7680" y="4515"/>
              <a:ext cx="3420" cy="375"/>
            </a:xfrm>
            <a:prstGeom prst="rect">
              <a:avLst/>
            </a:prstGeom>
            <a:solidFill>
              <a:srgbClr val="95B3D7"/>
            </a:solidFill>
            <a:ln w="9525">
              <a:solidFill>
                <a:srgbClr val="000000"/>
              </a:solidFill>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0255" name="AutoShape 10">
              <a:extLst>
                <a:ext uri="{FF2B5EF4-FFF2-40B4-BE49-F238E27FC236}">
                  <a16:creationId xmlns:a16="http://schemas.microsoft.com/office/drawing/2014/main" id="{9FE8EA99-2C93-4D7B-BFB4-436E1DCEEF16}"/>
                </a:ext>
              </a:extLst>
            </p:cNvPr>
            <p:cNvCxnSpPr>
              <a:cxnSpLocks noChangeShapeType="1"/>
            </p:cNvCxnSpPr>
            <p:nvPr/>
          </p:nvCxnSpPr>
          <p:spPr bwMode="auto">
            <a:xfrm>
              <a:off x="7800" y="3465"/>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56" name="AutoShape 11">
              <a:extLst>
                <a:ext uri="{FF2B5EF4-FFF2-40B4-BE49-F238E27FC236}">
                  <a16:creationId xmlns:a16="http://schemas.microsoft.com/office/drawing/2014/main" id="{BF9F42A7-4845-4BF3-B214-00CFA0A2DF54}"/>
                </a:ext>
              </a:extLst>
            </p:cNvPr>
            <p:cNvCxnSpPr>
              <a:cxnSpLocks noChangeShapeType="1"/>
            </p:cNvCxnSpPr>
            <p:nvPr/>
          </p:nvCxnSpPr>
          <p:spPr bwMode="auto">
            <a:xfrm>
              <a:off x="7920" y="3345"/>
              <a:ext cx="2" cy="2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57" name="AutoShape 12">
              <a:extLst>
                <a:ext uri="{FF2B5EF4-FFF2-40B4-BE49-F238E27FC236}">
                  <a16:creationId xmlns:a16="http://schemas.microsoft.com/office/drawing/2014/main" id="{FD5C31FC-22B9-480E-A2E0-101E91CF9834}"/>
                </a:ext>
              </a:extLst>
            </p:cNvPr>
            <p:cNvCxnSpPr>
              <a:cxnSpLocks noChangeShapeType="1"/>
            </p:cNvCxnSpPr>
            <p:nvPr/>
          </p:nvCxnSpPr>
          <p:spPr bwMode="auto">
            <a:xfrm>
              <a:off x="7800" y="4680"/>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58" name="AutoShape 13">
              <a:extLst>
                <a:ext uri="{FF2B5EF4-FFF2-40B4-BE49-F238E27FC236}">
                  <a16:creationId xmlns:a16="http://schemas.microsoft.com/office/drawing/2014/main" id="{49DC8312-264A-4999-BD9B-6C106E326492}"/>
                </a:ext>
              </a:extLst>
            </p:cNvPr>
            <p:cNvCxnSpPr>
              <a:cxnSpLocks noChangeShapeType="1"/>
            </p:cNvCxnSpPr>
            <p:nvPr/>
          </p:nvCxnSpPr>
          <p:spPr bwMode="auto">
            <a:xfrm>
              <a:off x="8205" y="4680"/>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59" name="AutoShape 14">
              <a:extLst>
                <a:ext uri="{FF2B5EF4-FFF2-40B4-BE49-F238E27FC236}">
                  <a16:creationId xmlns:a16="http://schemas.microsoft.com/office/drawing/2014/main" id="{3C1D3034-D04F-4E5C-817B-A1639289A2EA}"/>
                </a:ext>
              </a:extLst>
            </p:cNvPr>
            <p:cNvCxnSpPr>
              <a:cxnSpLocks noChangeShapeType="1"/>
            </p:cNvCxnSpPr>
            <p:nvPr/>
          </p:nvCxnSpPr>
          <p:spPr bwMode="auto">
            <a:xfrm>
              <a:off x="8640" y="4680"/>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0" name="AutoShape 15">
              <a:extLst>
                <a:ext uri="{FF2B5EF4-FFF2-40B4-BE49-F238E27FC236}">
                  <a16:creationId xmlns:a16="http://schemas.microsoft.com/office/drawing/2014/main" id="{1FA7D540-C85C-4912-98CA-C5E0CF3787EE}"/>
                </a:ext>
              </a:extLst>
            </p:cNvPr>
            <p:cNvCxnSpPr>
              <a:cxnSpLocks noChangeShapeType="1"/>
            </p:cNvCxnSpPr>
            <p:nvPr/>
          </p:nvCxnSpPr>
          <p:spPr bwMode="auto">
            <a:xfrm>
              <a:off x="9031" y="4680"/>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1" name="AutoShape 16">
              <a:extLst>
                <a:ext uri="{FF2B5EF4-FFF2-40B4-BE49-F238E27FC236}">
                  <a16:creationId xmlns:a16="http://schemas.microsoft.com/office/drawing/2014/main" id="{A755BDE4-5FBE-4D9F-BA0B-E95FD58D0E15}"/>
                </a:ext>
              </a:extLst>
            </p:cNvPr>
            <p:cNvCxnSpPr>
              <a:cxnSpLocks noChangeShapeType="1"/>
            </p:cNvCxnSpPr>
            <p:nvPr/>
          </p:nvCxnSpPr>
          <p:spPr bwMode="auto">
            <a:xfrm>
              <a:off x="9959" y="4680"/>
              <a:ext cx="24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2" name="AutoShape 17">
              <a:extLst>
                <a:ext uri="{FF2B5EF4-FFF2-40B4-BE49-F238E27FC236}">
                  <a16:creationId xmlns:a16="http://schemas.microsoft.com/office/drawing/2014/main" id="{DA193ABD-4B22-4530-B9DB-D292BCDADCAF}"/>
                </a:ext>
              </a:extLst>
            </p:cNvPr>
            <p:cNvCxnSpPr>
              <a:cxnSpLocks noChangeShapeType="1"/>
            </p:cNvCxnSpPr>
            <p:nvPr/>
          </p:nvCxnSpPr>
          <p:spPr bwMode="auto">
            <a:xfrm>
              <a:off x="10343" y="4680"/>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3" name="AutoShape 18">
              <a:extLst>
                <a:ext uri="{FF2B5EF4-FFF2-40B4-BE49-F238E27FC236}">
                  <a16:creationId xmlns:a16="http://schemas.microsoft.com/office/drawing/2014/main" id="{1A417349-12F8-47EA-9796-85BD67FB54C2}"/>
                </a:ext>
              </a:extLst>
            </p:cNvPr>
            <p:cNvCxnSpPr>
              <a:cxnSpLocks noChangeShapeType="1"/>
            </p:cNvCxnSpPr>
            <p:nvPr/>
          </p:nvCxnSpPr>
          <p:spPr bwMode="auto">
            <a:xfrm>
              <a:off x="10695" y="4680"/>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4" name="AutoShape 19">
              <a:extLst>
                <a:ext uri="{FF2B5EF4-FFF2-40B4-BE49-F238E27FC236}">
                  <a16:creationId xmlns:a16="http://schemas.microsoft.com/office/drawing/2014/main" id="{05716071-27B1-45CA-B239-207C18D20946}"/>
                </a:ext>
              </a:extLst>
            </p:cNvPr>
            <p:cNvCxnSpPr>
              <a:cxnSpLocks noChangeShapeType="1"/>
            </p:cNvCxnSpPr>
            <p:nvPr/>
          </p:nvCxnSpPr>
          <p:spPr bwMode="auto">
            <a:xfrm>
              <a:off x="8205" y="3465"/>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5" name="AutoShape 20">
              <a:extLst>
                <a:ext uri="{FF2B5EF4-FFF2-40B4-BE49-F238E27FC236}">
                  <a16:creationId xmlns:a16="http://schemas.microsoft.com/office/drawing/2014/main" id="{7C95FF6C-92C5-43DC-AA63-4D1F7A0C45FC}"/>
                </a:ext>
              </a:extLst>
            </p:cNvPr>
            <p:cNvCxnSpPr>
              <a:cxnSpLocks noChangeShapeType="1"/>
            </p:cNvCxnSpPr>
            <p:nvPr/>
          </p:nvCxnSpPr>
          <p:spPr bwMode="auto">
            <a:xfrm>
              <a:off x="8640" y="3465"/>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6" name="AutoShape 21">
              <a:extLst>
                <a:ext uri="{FF2B5EF4-FFF2-40B4-BE49-F238E27FC236}">
                  <a16:creationId xmlns:a16="http://schemas.microsoft.com/office/drawing/2014/main" id="{EE9CEEC5-F0D7-4702-A6E9-933E8F28991E}"/>
                </a:ext>
              </a:extLst>
            </p:cNvPr>
            <p:cNvCxnSpPr>
              <a:cxnSpLocks noChangeShapeType="1"/>
            </p:cNvCxnSpPr>
            <p:nvPr/>
          </p:nvCxnSpPr>
          <p:spPr bwMode="auto">
            <a:xfrm>
              <a:off x="9014" y="3465"/>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7" name="AutoShape 22">
              <a:extLst>
                <a:ext uri="{FF2B5EF4-FFF2-40B4-BE49-F238E27FC236}">
                  <a16:creationId xmlns:a16="http://schemas.microsoft.com/office/drawing/2014/main" id="{31D11417-28BF-4C72-819B-B444F41A151D}"/>
                </a:ext>
              </a:extLst>
            </p:cNvPr>
            <p:cNvCxnSpPr>
              <a:cxnSpLocks noChangeShapeType="1"/>
            </p:cNvCxnSpPr>
            <p:nvPr/>
          </p:nvCxnSpPr>
          <p:spPr bwMode="auto">
            <a:xfrm>
              <a:off x="9466" y="3465"/>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8" name="AutoShape 23">
              <a:extLst>
                <a:ext uri="{FF2B5EF4-FFF2-40B4-BE49-F238E27FC236}">
                  <a16:creationId xmlns:a16="http://schemas.microsoft.com/office/drawing/2014/main" id="{8E47A567-0FCD-4953-8C2D-BA8518A1667C}"/>
                </a:ext>
              </a:extLst>
            </p:cNvPr>
            <p:cNvCxnSpPr>
              <a:cxnSpLocks noChangeShapeType="1"/>
            </p:cNvCxnSpPr>
            <p:nvPr/>
          </p:nvCxnSpPr>
          <p:spPr bwMode="auto">
            <a:xfrm>
              <a:off x="9929" y="3465"/>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69" name="AutoShape 24">
              <a:extLst>
                <a:ext uri="{FF2B5EF4-FFF2-40B4-BE49-F238E27FC236}">
                  <a16:creationId xmlns:a16="http://schemas.microsoft.com/office/drawing/2014/main" id="{EEC49776-7410-4FFC-9821-09F23C231010}"/>
                </a:ext>
              </a:extLst>
            </p:cNvPr>
            <p:cNvCxnSpPr>
              <a:cxnSpLocks noChangeShapeType="1"/>
            </p:cNvCxnSpPr>
            <p:nvPr/>
          </p:nvCxnSpPr>
          <p:spPr bwMode="auto">
            <a:xfrm>
              <a:off x="10695" y="3465"/>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0" name="AutoShape 25">
              <a:extLst>
                <a:ext uri="{FF2B5EF4-FFF2-40B4-BE49-F238E27FC236}">
                  <a16:creationId xmlns:a16="http://schemas.microsoft.com/office/drawing/2014/main" id="{375F2480-38F1-4A8A-B5D9-472ECA6F9256}"/>
                </a:ext>
              </a:extLst>
            </p:cNvPr>
            <p:cNvCxnSpPr>
              <a:cxnSpLocks noChangeShapeType="1"/>
            </p:cNvCxnSpPr>
            <p:nvPr/>
          </p:nvCxnSpPr>
          <p:spPr bwMode="auto">
            <a:xfrm>
              <a:off x="8338" y="3345"/>
              <a:ext cx="0" cy="2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1" name="AutoShape 26">
              <a:extLst>
                <a:ext uri="{FF2B5EF4-FFF2-40B4-BE49-F238E27FC236}">
                  <a16:creationId xmlns:a16="http://schemas.microsoft.com/office/drawing/2014/main" id="{5BEE47BC-DA7B-4494-8CC2-6CF605BBB447}"/>
                </a:ext>
              </a:extLst>
            </p:cNvPr>
            <p:cNvCxnSpPr>
              <a:cxnSpLocks noChangeShapeType="1"/>
            </p:cNvCxnSpPr>
            <p:nvPr/>
          </p:nvCxnSpPr>
          <p:spPr bwMode="auto">
            <a:xfrm>
              <a:off x="8730" y="3345"/>
              <a:ext cx="1" cy="2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2" name="AutoShape 27">
              <a:extLst>
                <a:ext uri="{FF2B5EF4-FFF2-40B4-BE49-F238E27FC236}">
                  <a16:creationId xmlns:a16="http://schemas.microsoft.com/office/drawing/2014/main" id="{5FE362F8-202B-4E0D-A894-EB5259C580D9}"/>
                </a:ext>
              </a:extLst>
            </p:cNvPr>
            <p:cNvCxnSpPr>
              <a:cxnSpLocks noChangeShapeType="1"/>
            </p:cNvCxnSpPr>
            <p:nvPr/>
          </p:nvCxnSpPr>
          <p:spPr bwMode="auto">
            <a:xfrm>
              <a:off x="9134" y="3345"/>
              <a:ext cx="1" cy="22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3" name="AutoShape 28">
              <a:extLst>
                <a:ext uri="{FF2B5EF4-FFF2-40B4-BE49-F238E27FC236}">
                  <a16:creationId xmlns:a16="http://schemas.microsoft.com/office/drawing/2014/main" id="{AD94A164-2183-4A5A-B768-ABE2918E81F3}"/>
                </a:ext>
              </a:extLst>
            </p:cNvPr>
            <p:cNvCxnSpPr>
              <a:cxnSpLocks noChangeShapeType="1"/>
            </p:cNvCxnSpPr>
            <p:nvPr/>
          </p:nvCxnSpPr>
          <p:spPr bwMode="auto">
            <a:xfrm>
              <a:off x="9584" y="3345"/>
              <a:ext cx="1" cy="22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4" name="AutoShape 29">
              <a:extLst>
                <a:ext uri="{FF2B5EF4-FFF2-40B4-BE49-F238E27FC236}">
                  <a16:creationId xmlns:a16="http://schemas.microsoft.com/office/drawing/2014/main" id="{A41C9803-CCC5-4B2E-8615-1F9F419474B4}"/>
                </a:ext>
              </a:extLst>
            </p:cNvPr>
            <p:cNvCxnSpPr>
              <a:cxnSpLocks noChangeShapeType="1"/>
            </p:cNvCxnSpPr>
            <p:nvPr/>
          </p:nvCxnSpPr>
          <p:spPr bwMode="auto">
            <a:xfrm>
              <a:off x="10067" y="3345"/>
              <a:ext cx="0" cy="2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5" name="AutoShape 30">
              <a:extLst>
                <a:ext uri="{FF2B5EF4-FFF2-40B4-BE49-F238E27FC236}">
                  <a16:creationId xmlns:a16="http://schemas.microsoft.com/office/drawing/2014/main" id="{2E7085CD-04FB-4745-89AC-CE0E94CBF240}"/>
                </a:ext>
              </a:extLst>
            </p:cNvPr>
            <p:cNvCxnSpPr>
              <a:cxnSpLocks noChangeShapeType="1"/>
            </p:cNvCxnSpPr>
            <p:nvPr/>
          </p:nvCxnSpPr>
          <p:spPr bwMode="auto">
            <a:xfrm>
              <a:off x="10815" y="3360"/>
              <a:ext cx="1" cy="2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76" name="AutoShape 31">
              <a:extLst>
                <a:ext uri="{FF2B5EF4-FFF2-40B4-BE49-F238E27FC236}">
                  <a16:creationId xmlns:a16="http://schemas.microsoft.com/office/drawing/2014/main" id="{389F2BDE-E7A8-4F7A-9EE1-C484EC3F60E5}"/>
                </a:ext>
              </a:extLst>
            </p:cNvPr>
            <p:cNvCxnSpPr>
              <a:cxnSpLocks noChangeShapeType="1"/>
            </p:cNvCxnSpPr>
            <p:nvPr/>
          </p:nvCxnSpPr>
          <p:spPr bwMode="auto">
            <a:xfrm>
              <a:off x="7920" y="3555"/>
              <a:ext cx="1" cy="94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77" name="AutoShape 32">
              <a:extLst>
                <a:ext uri="{FF2B5EF4-FFF2-40B4-BE49-F238E27FC236}">
                  <a16:creationId xmlns:a16="http://schemas.microsoft.com/office/drawing/2014/main" id="{1F3CA176-F5FD-49FC-8011-94715ED866BC}"/>
                </a:ext>
              </a:extLst>
            </p:cNvPr>
            <p:cNvCxnSpPr>
              <a:cxnSpLocks noChangeShapeType="1"/>
            </p:cNvCxnSpPr>
            <p:nvPr/>
          </p:nvCxnSpPr>
          <p:spPr bwMode="auto">
            <a:xfrm>
              <a:off x="8338" y="3570"/>
              <a:ext cx="1" cy="94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78" name="AutoShape 33">
              <a:extLst>
                <a:ext uri="{FF2B5EF4-FFF2-40B4-BE49-F238E27FC236}">
                  <a16:creationId xmlns:a16="http://schemas.microsoft.com/office/drawing/2014/main" id="{3E9C7F7D-77DE-422F-A65D-D712494058AB}"/>
                </a:ext>
              </a:extLst>
            </p:cNvPr>
            <p:cNvCxnSpPr>
              <a:cxnSpLocks noChangeShapeType="1"/>
            </p:cNvCxnSpPr>
            <p:nvPr/>
          </p:nvCxnSpPr>
          <p:spPr bwMode="auto">
            <a:xfrm>
              <a:off x="8733" y="3570"/>
              <a:ext cx="1" cy="94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79" name="AutoShape 34">
              <a:extLst>
                <a:ext uri="{FF2B5EF4-FFF2-40B4-BE49-F238E27FC236}">
                  <a16:creationId xmlns:a16="http://schemas.microsoft.com/office/drawing/2014/main" id="{C8D2C299-C494-45BD-B3E0-10A1497E7F03}"/>
                </a:ext>
              </a:extLst>
            </p:cNvPr>
            <p:cNvCxnSpPr>
              <a:cxnSpLocks noChangeShapeType="1"/>
            </p:cNvCxnSpPr>
            <p:nvPr/>
          </p:nvCxnSpPr>
          <p:spPr bwMode="auto">
            <a:xfrm>
              <a:off x="9135" y="3555"/>
              <a:ext cx="1" cy="94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80" name="AutoShape 35">
              <a:extLst>
                <a:ext uri="{FF2B5EF4-FFF2-40B4-BE49-F238E27FC236}">
                  <a16:creationId xmlns:a16="http://schemas.microsoft.com/office/drawing/2014/main" id="{78D9649F-BB94-4667-B4BE-C2C436F8A651}"/>
                </a:ext>
              </a:extLst>
            </p:cNvPr>
            <p:cNvCxnSpPr>
              <a:cxnSpLocks noChangeShapeType="1"/>
            </p:cNvCxnSpPr>
            <p:nvPr/>
          </p:nvCxnSpPr>
          <p:spPr bwMode="auto">
            <a:xfrm>
              <a:off x="9585" y="3570"/>
              <a:ext cx="1" cy="94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81" name="AutoShape 36">
              <a:extLst>
                <a:ext uri="{FF2B5EF4-FFF2-40B4-BE49-F238E27FC236}">
                  <a16:creationId xmlns:a16="http://schemas.microsoft.com/office/drawing/2014/main" id="{758038CE-A513-48C5-AFDD-5DD458D75DFF}"/>
                </a:ext>
              </a:extLst>
            </p:cNvPr>
            <p:cNvCxnSpPr>
              <a:cxnSpLocks noChangeShapeType="1"/>
            </p:cNvCxnSpPr>
            <p:nvPr/>
          </p:nvCxnSpPr>
          <p:spPr bwMode="auto">
            <a:xfrm>
              <a:off x="10064" y="3570"/>
              <a:ext cx="1" cy="94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82" name="AutoShape 37">
              <a:extLst>
                <a:ext uri="{FF2B5EF4-FFF2-40B4-BE49-F238E27FC236}">
                  <a16:creationId xmlns:a16="http://schemas.microsoft.com/office/drawing/2014/main" id="{016CB94E-809F-45D1-98DE-5885C744521F}"/>
                </a:ext>
              </a:extLst>
            </p:cNvPr>
            <p:cNvCxnSpPr>
              <a:cxnSpLocks noChangeShapeType="1"/>
            </p:cNvCxnSpPr>
            <p:nvPr/>
          </p:nvCxnSpPr>
          <p:spPr bwMode="auto">
            <a:xfrm>
              <a:off x="10467" y="3570"/>
              <a:ext cx="1" cy="94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83" name="AutoShape 38">
              <a:extLst>
                <a:ext uri="{FF2B5EF4-FFF2-40B4-BE49-F238E27FC236}">
                  <a16:creationId xmlns:a16="http://schemas.microsoft.com/office/drawing/2014/main" id="{64326DEF-1729-4853-A5E7-D248EA6FC7C8}"/>
                </a:ext>
              </a:extLst>
            </p:cNvPr>
            <p:cNvCxnSpPr>
              <a:cxnSpLocks noChangeShapeType="1"/>
            </p:cNvCxnSpPr>
            <p:nvPr/>
          </p:nvCxnSpPr>
          <p:spPr bwMode="auto">
            <a:xfrm>
              <a:off x="7920" y="3885"/>
              <a:ext cx="0" cy="21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84" name="AutoShape 39">
              <a:extLst>
                <a:ext uri="{FF2B5EF4-FFF2-40B4-BE49-F238E27FC236}">
                  <a16:creationId xmlns:a16="http://schemas.microsoft.com/office/drawing/2014/main" id="{9795DA78-4250-4DE8-85BA-75555CFFB9C4}"/>
                </a:ext>
              </a:extLst>
            </p:cNvPr>
            <p:cNvCxnSpPr>
              <a:cxnSpLocks noChangeShapeType="1"/>
            </p:cNvCxnSpPr>
            <p:nvPr/>
          </p:nvCxnSpPr>
          <p:spPr bwMode="auto">
            <a:xfrm>
              <a:off x="8338" y="3915"/>
              <a:ext cx="0" cy="21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85" name="AutoShape 40">
              <a:extLst>
                <a:ext uri="{FF2B5EF4-FFF2-40B4-BE49-F238E27FC236}">
                  <a16:creationId xmlns:a16="http://schemas.microsoft.com/office/drawing/2014/main" id="{81BB4A36-34D9-4871-9644-5680163E39E3}"/>
                </a:ext>
              </a:extLst>
            </p:cNvPr>
            <p:cNvCxnSpPr>
              <a:cxnSpLocks noChangeShapeType="1"/>
            </p:cNvCxnSpPr>
            <p:nvPr/>
          </p:nvCxnSpPr>
          <p:spPr bwMode="auto">
            <a:xfrm>
              <a:off x="8733" y="3915"/>
              <a:ext cx="0" cy="21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86" name="AutoShape 41">
              <a:extLst>
                <a:ext uri="{FF2B5EF4-FFF2-40B4-BE49-F238E27FC236}">
                  <a16:creationId xmlns:a16="http://schemas.microsoft.com/office/drawing/2014/main" id="{38970645-6AE6-4BC4-988D-06E5686CE137}"/>
                </a:ext>
              </a:extLst>
            </p:cNvPr>
            <p:cNvCxnSpPr>
              <a:cxnSpLocks noChangeShapeType="1"/>
            </p:cNvCxnSpPr>
            <p:nvPr/>
          </p:nvCxnSpPr>
          <p:spPr bwMode="auto">
            <a:xfrm>
              <a:off x="9136" y="3885"/>
              <a:ext cx="0" cy="21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87" name="AutoShape 42">
              <a:extLst>
                <a:ext uri="{FF2B5EF4-FFF2-40B4-BE49-F238E27FC236}">
                  <a16:creationId xmlns:a16="http://schemas.microsoft.com/office/drawing/2014/main" id="{28F6FCF9-8885-4B36-B33F-D5760D7CBCC1}"/>
                </a:ext>
              </a:extLst>
            </p:cNvPr>
            <p:cNvCxnSpPr>
              <a:cxnSpLocks noChangeShapeType="1"/>
            </p:cNvCxnSpPr>
            <p:nvPr/>
          </p:nvCxnSpPr>
          <p:spPr bwMode="auto">
            <a:xfrm>
              <a:off x="9585" y="3885"/>
              <a:ext cx="0" cy="21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88" name="AutoShape 43">
              <a:extLst>
                <a:ext uri="{FF2B5EF4-FFF2-40B4-BE49-F238E27FC236}">
                  <a16:creationId xmlns:a16="http://schemas.microsoft.com/office/drawing/2014/main" id="{522F5F74-3DB4-423D-926D-EE67A0C55B76}"/>
                </a:ext>
              </a:extLst>
            </p:cNvPr>
            <p:cNvCxnSpPr>
              <a:cxnSpLocks noChangeShapeType="1"/>
            </p:cNvCxnSpPr>
            <p:nvPr/>
          </p:nvCxnSpPr>
          <p:spPr bwMode="auto">
            <a:xfrm>
              <a:off x="10064" y="3885"/>
              <a:ext cx="0" cy="21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89" name="AutoShape 44">
              <a:extLst>
                <a:ext uri="{FF2B5EF4-FFF2-40B4-BE49-F238E27FC236}">
                  <a16:creationId xmlns:a16="http://schemas.microsoft.com/office/drawing/2014/main" id="{CF88A132-3B03-445A-868B-13B3DEEC46E9}"/>
                </a:ext>
              </a:extLst>
            </p:cNvPr>
            <p:cNvCxnSpPr>
              <a:cxnSpLocks noChangeShapeType="1"/>
            </p:cNvCxnSpPr>
            <p:nvPr/>
          </p:nvCxnSpPr>
          <p:spPr bwMode="auto">
            <a:xfrm>
              <a:off x="10464" y="3885"/>
              <a:ext cx="0" cy="21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90" name="AutoShape 45">
              <a:extLst>
                <a:ext uri="{FF2B5EF4-FFF2-40B4-BE49-F238E27FC236}">
                  <a16:creationId xmlns:a16="http://schemas.microsoft.com/office/drawing/2014/main" id="{9E42A943-DB34-4D8E-8678-0C9D0739E59B}"/>
                </a:ext>
              </a:extLst>
            </p:cNvPr>
            <p:cNvCxnSpPr>
              <a:cxnSpLocks noChangeShapeType="1"/>
            </p:cNvCxnSpPr>
            <p:nvPr/>
          </p:nvCxnSpPr>
          <p:spPr bwMode="auto">
            <a:xfrm>
              <a:off x="10815" y="3915"/>
              <a:ext cx="0" cy="21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91" name="AutoShape 46">
              <a:extLst>
                <a:ext uri="{FF2B5EF4-FFF2-40B4-BE49-F238E27FC236}">
                  <a16:creationId xmlns:a16="http://schemas.microsoft.com/office/drawing/2014/main" id="{FD02194F-CFD4-4FF6-BD09-09B60BCC68DA}"/>
                </a:ext>
              </a:extLst>
            </p:cNvPr>
            <p:cNvCxnSpPr>
              <a:cxnSpLocks noChangeShapeType="1"/>
            </p:cNvCxnSpPr>
            <p:nvPr/>
          </p:nvCxnSpPr>
          <p:spPr bwMode="auto">
            <a:xfrm>
              <a:off x="10814" y="3555"/>
              <a:ext cx="1" cy="94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92" name="AutoShape 47">
              <a:extLst>
                <a:ext uri="{FF2B5EF4-FFF2-40B4-BE49-F238E27FC236}">
                  <a16:creationId xmlns:a16="http://schemas.microsoft.com/office/drawing/2014/main" id="{35A165E8-252E-4E13-B36D-866009832E68}"/>
                </a:ext>
              </a:extLst>
            </p:cNvPr>
            <p:cNvCxnSpPr>
              <a:cxnSpLocks noChangeShapeType="1"/>
            </p:cNvCxnSpPr>
            <p:nvPr/>
          </p:nvCxnSpPr>
          <p:spPr bwMode="auto">
            <a:xfrm>
              <a:off x="9451" y="4680"/>
              <a:ext cx="24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93" name="AutoShape 48">
              <a:extLst>
                <a:ext uri="{FF2B5EF4-FFF2-40B4-BE49-F238E27FC236}">
                  <a16:creationId xmlns:a16="http://schemas.microsoft.com/office/drawing/2014/main" id="{EF0DFA75-F4ED-4B11-908A-910FB3F7A3D2}"/>
                </a:ext>
              </a:extLst>
            </p:cNvPr>
            <p:cNvCxnSpPr>
              <a:cxnSpLocks noChangeShapeType="1"/>
            </p:cNvCxnSpPr>
            <p:nvPr/>
          </p:nvCxnSpPr>
          <p:spPr bwMode="auto">
            <a:xfrm>
              <a:off x="10343" y="3465"/>
              <a:ext cx="2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94" name="AutoShape 49">
              <a:extLst>
                <a:ext uri="{FF2B5EF4-FFF2-40B4-BE49-F238E27FC236}">
                  <a16:creationId xmlns:a16="http://schemas.microsoft.com/office/drawing/2014/main" id="{5E43E555-FCF5-45D7-8A09-3DD6AC247B90}"/>
                </a:ext>
              </a:extLst>
            </p:cNvPr>
            <p:cNvCxnSpPr>
              <a:cxnSpLocks noChangeShapeType="1"/>
            </p:cNvCxnSpPr>
            <p:nvPr/>
          </p:nvCxnSpPr>
          <p:spPr bwMode="auto">
            <a:xfrm>
              <a:off x="10469" y="3345"/>
              <a:ext cx="0" cy="2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295" name="AutoShape 50">
              <a:extLst>
                <a:ext uri="{FF2B5EF4-FFF2-40B4-BE49-F238E27FC236}">
                  <a16:creationId xmlns:a16="http://schemas.microsoft.com/office/drawing/2014/main" id="{B8C57347-772B-4E3E-9636-D4A683450F21}"/>
                </a:ext>
              </a:extLst>
            </p:cNvPr>
            <p:cNvCxnSpPr>
              <a:cxnSpLocks noChangeShapeType="1"/>
            </p:cNvCxnSpPr>
            <p:nvPr/>
          </p:nvCxnSpPr>
          <p:spPr bwMode="auto">
            <a:xfrm>
              <a:off x="7920" y="3345"/>
              <a:ext cx="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296" name="AutoShape 51">
              <a:extLst>
                <a:ext uri="{FF2B5EF4-FFF2-40B4-BE49-F238E27FC236}">
                  <a16:creationId xmlns:a16="http://schemas.microsoft.com/office/drawing/2014/main" id="{7DE9268B-88C9-4649-B26A-628A0D2BDB5A}"/>
                </a:ext>
              </a:extLst>
            </p:cNvPr>
            <p:cNvCxnSpPr>
              <a:cxnSpLocks noChangeShapeType="1"/>
            </p:cNvCxnSpPr>
            <p:nvPr/>
          </p:nvCxnSpPr>
          <p:spPr bwMode="auto">
            <a:xfrm>
              <a:off x="7470" y="3360"/>
              <a:ext cx="3780" cy="0"/>
            </a:xfrm>
            <a:prstGeom prst="straightConnector1">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cxnSp>
        <p:cxnSp>
          <p:nvCxnSpPr>
            <p:cNvPr id="10297" name="AutoShape 52">
              <a:extLst>
                <a:ext uri="{FF2B5EF4-FFF2-40B4-BE49-F238E27FC236}">
                  <a16:creationId xmlns:a16="http://schemas.microsoft.com/office/drawing/2014/main" id="{F4979994-2820-4B3D-9AEE-31E9EF9ED030}"/>
                </a:ext>
              </a:extLst>
            </p:cNvPr>
            <p:cNvCxnSpPr>
              <a:cxnSpLocks noChangeShapeType="1"/>
            </p:cNvCxnSpPr>
            <p:nvPr/>
          </p:nvCxnSpPr>
          <p:spPr bwMode="auto">
            <a:xfrm>
              <a:off x="7470" y="3360"/>
              <a:ext cx="0" cy="525"/>
            </a:xfrm>
            <a:prstGeom prst="straightConnector1">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cxnSp>
        <p:cxnSp>
          <p:nvCxnSpPr>
            <p:cNvPr id="10298" name="AutoShape 53">
              <a:extLst>
                <a:ext uri="{FF2B5EF4-FFF2-40B4-BE49-F238E27FC236}">
                  <a16:creationId xmlns:a16="http://schemas.microsoft.com/office/drawing/2014/main" id="{B64C2E25-300B-430D-8A47-FCFB4E6AAD48}"/>
                </a:ext>
              </a:extLst>
            </p:cNvPr>
            <p:cNvCxnSpPr>
              <a:cxnSpLocks noChangeShapeType="1"/>
            </p:cNvCxnSpPr>
            <p:nvPr/>
          </p:nvCxnSpPr>
          <p:spPr bwMode="auto">
            <a:xfrm>
              <a:off x="7470" y="3885"/>
              <a:ext cx="3780" cy="0"/>
            </a:xfrm>
            <a:prstGeom prst="straightConnector1">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cxnSp>
        <p:cxnSp>
          <p:nvCxnSpPr>
            <p:cNvPr id="10299" name="AutoShape 54">
              <a:extLst>
                <a:ext uri="{FF2B5EF4-FFF2-40B4-BE49-F238E27FC236}">
                  <a16:creationId xmlns:a16="http://schemas.microsoft.com/office/drawing/2014/main" id="{0F9D1BFA-64F1-43E0-88AB-963603180AEC}"/>
                </a:ext>
              </a:extLst>
            </p:cNvPr>
            <p:cNvCxnSpPr>
              <a:cxnSpLocks noChangeShapeType="1"/>
            </p:cNvCxnSpPr>
            <p:nvPr/>
          </p:nvCxnSpPr>
          <p:spPr bwMode="auto">
            <a:xfrm>
              <a:off x="11250" y="3360"/>
              <a:ext cx="0" cy="525"/>
            </a:xfrm>
            <a:prstGeom prst="straightConnector1">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cxnSp>
        <p:cxnSp>
          <p:nvCxnSpPr>
            <p:cNvPr id="10300" name="AutoShape 55">
              <a:extLst>
                <a:ext uri="{FF2B5EF4-FFF2-40B4-BE49-F238E27FC236}">
                  <a16:creationId xmlns:a16="http://schemas.microsoft.com/office/drawing/2014/main" id="{75D8A14B-7A11-4668-92A2-9D878AA1EC74}"/>
                </a:ext>
              </a:extLst>
            </p:cNvPr>
            <p:cNvCxnSpPr>
              <a:cxnSpLocks noChangeShapeType="1"/>
            </p:cNvCxnSpPr>
            <p:nvPr/>
          </p:nvCxnSpPr>
          <p:spPr bwMode="auto">
            <a:xfrm flipV="1">
              <a:off x="9345" y="3360"/>
              <a:ext cx="0" cy="1320"/>
            </a:xfrm>
            <a:prstGeom prst="straightConnector1">
              <a:avLst/>
            </a:prstGeom>
            <a:noFill/>
            <a:ln w="9525">
              <a:solidFill>
                <a:srgbClr val="0070C0"/>
              </a:solidFill>
              <a:round/>
              <a:headEnd/>
              <a:tailEnd/>
            </a:ln>
            <a:extLst>
              <a:ext uri="{909E8E84-426E-40DD-AFC4-6F175D3DCCD1}">
                <a14:hiddenFill xmlns:a14="http://schemas.microsoft.com/office/drawing/2010/main">
                  <a:noFill/>
                </a14:hiddenFill>
              </a:ext>
            </a:extLst>
          </p:spPr>
        </p:cxnSp>
        <p:sp>
          <p:nvSpPr>
            <p:cNvPr id="10301" name="Oval 56">
              <a:extLst>
                <a:ext uri="{FF2B5EF4-FFF2-40B4-BE49-F238E27FC236}">
                  <a16:creationId xmlns:a16="http://schemas.microsoft.com/office/drawing/2014/main" id="{5679A672-44D4-4762-91C3-89D89C70E1B5}"/>
                </a:ext>
              </a:extLst>
            </p:cNvPr>
            <p:cNvSpPr>
              <a:spLocks noChangeArrowheads="1"/>
            </p:cNvSpPr>
            <p:nvPr/>
          </p:nvSpPr>
          <p:spPr bwMode="auto">
            <a:xfrm>
              <a:off x="9256" y="3322"/>
              <a:ext cx="143" cy="143"/>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0302" name="Oval 57">
              <a:extLst>
                <a:ext uri="{FF2B5EF4-FFF2-40B4-BE49-F238E27FC236}">
                  <a16:creationId xmlns:a16="http://schemas.microsoft.com/office/drawing/2014/main" id="{A6731F5F-A4E6-41FF-B9BD-E9FF91CC703C}"/>
                </a:ext>
              </a:extLst>
            </p:cNvPr>
            <p:cNvSpPr>
              <a:spLocks noChangeArrowheads="1"/>
            </p:cNvSpPr>
            <p:nvPr/>
          </p:nvSpPr>
          <p:spPr bwMode="auto">
            <a:xfrm>
              <a:off x="9256" y="4537"/>
              <a:ext cx="143" cy="143"/>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0303" name="AutoShape 58">
              <a:extLst>
                <a:ext uri="{FF2B5EF4-FFF2-40B4-BE49-F238E27FC236}">
                  <a16:creationId xmlns:a16="http://schemas.microsoft.com/office/drawing/2014/main" id="{3364FF71-104E-4E84-8A76-04B322E9703D}"/>
                </a:ext>
              </a:extLst>
            </p:cNvPr>
            <p:cNvCxnSpPr>
              <a:cxnSpLocks noChangeShapeType="1"/>
            </p:cNvCxnSpPr>
            <p:nvPr/>
          </p:nvCxnSpPr>
          <p:spPr bwMode="auto">
            <a:xfrm flipV="1">
              <a:off x="9345" y="4095"/>
              <a:ext cx="0" cy="120"/>
            </a:xfrm>
            <a:prstGeom prst="straightConnector1">
              <a:avLst/>
            </a:prstGeom>
            <a:noFill/>
            <a:ln w="9525">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10304" name="AutoShape 59">
              <a:extLst>
                <a:ext uri="{FF2B5EF4-FFF2-40B4-BE49-F238E27FC236}">
                  <a16:creationId xmlns:a16="http://schemas.microsoft.com/office/drawing/2014/main" id="{7E545846-55E1-42F6-B48C-4F4F8C7A1025}"/>
                </a:ext>
              </a:extLst>
            </p:cNvPr>
            <p:cNvCxnSpPr>
              <a:cxnSpLocks noChangeShapeType="1"/>
            </p:cNvCxnSpPr>
            <p:nvPr/>
          </p:nvCxnSpPr>
          <p:spPr bwMode="auto">
            <a:xfrm>
              <a:off x="11250" y="3570"/>
              <a:ext cx="240" cy="16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305" name="AutoShape 60">
              <a:extLst>
                <a:ext uri="{FF2B5EF4-FFF2-40B4-BE49-F238E27FC236}">
                  <a16:creationId xmlns:a16="http://schemas.microsoft.com/office/drawing/2014/main" id="{184387D9-E39A-4169-A92C-63A62C14D97F}"/>
                </a:ext>
              </a:extLst>
            </p:cNvPr>
            <p:cNvCxnSpPr>
              <a:cxnSpLocks noChangeShapeType="1"/>
            </p:cNvCxnSpPr>
            <p:nvPr/>
          </p:nvCxnSpPr>
          <p:spPr bwMode="auto">
            <a:xfrm>
              <a:off x="11490" y="3735"/>
              <a:ext cx="0" cy="15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306" name="AutoShape 61">
              <a:extLst>
                <a:ext uri="{FF2B5EF4-FFF2-40B4-BE49-F238E27FC236}">
                  <a16:creationId xmlns:a16="http://schemas.microsoft.com/office/drawing/2014/main" id="{8BC7FBDB-0953-4F29-BF4E-2F22B5635E8C}"/>
                </a:ext>
              </a:extLst>
            </p:cNvPr>
            <p:cNvCxnSpPr>
              <a:cxnSpLocks noChangeShapeType="1"/>
            </p:cNvCxnSpPr>
            <p:nvPr/>
          </p:nvCxnSpPr>
          <p:spPr bwMode="auto">
            <a:xfrm>
              <a:off x="7170" y="3555"/>
              <a:ext cx="43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307" name="AutoShape 62">
              <a:extLst>
                <a:ext uri="{FF2B5EF4-FFF2-40B4-BE49-F238E27FC236}">
                  <a16:creationId xmlns:a16="http://schemas.microsoft.com/office/drawing/2014/main" id="{93CF1BDD-2646-41FB-BB07-F3077F474313}"/>
                </a:ext>
              </a:extLst>
            </p:cNvPr>
            <p:cNvCxnSpPr>
              <a:cxnSpLocks noChangeShapeType="1"/>
            </p:cNvCxnSpPr>
            <p:nvPr/>
          </p:nvCxnSpPr>
          <p:spPr bwMode="auto">
            <a:xfrm>
              <a:off x="7170" y="4499"/>
              <a:ext cx="43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308" name="AutoShape 63">
              <a:extLst>
                <a:ext uri="{FF2B5EF4-FFF2-40B4-BE49-F238E27FC236}">
                  <a16:creationId xmlns:a16="http://schemas.microsoft.com/office/drawing/2014/main" id="{05385482-140C-4FFB-A99B-DFE5781BE229}"/>
                </a:ext>
              </a:extLst>
            </p:cNvPr>
            <p:cNvCxnSpPr>
              <a:cxnSpLocks noChangeShapeType="1"/>
            </p:cNvCxnSpPr>
            <p:nvPr/>
          </p:nvCxnSpPr>
          <p:spPr bwMode="auto">
            <a:xfrm>
              <a:off x="7365" y="3570"/>
              <a:ext cx="0" cy="929"/>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0309" name="AutoShape 64">
              <a:extLst>
                <a:ext uri="{FF2B5EF4-FFF2-40B4-BE49-F238E27FC236}">
                  <a16:creationId xmlns:a16="http://schemas.microsoft.com/office/drawing/2014/main" id="{CB09CC0F-B001-47CE-8B07-D34DDEB99150}"/>
                </a:ext>
              </a:extLst>
            </p:cNvPr>
            <p:cNvCxnSpPr>
              <a:cxnSpLocks noChangeShapeType="1"/>
            </p:cNvCxnSpPr>
            <p:nvPr/>
          </p:nvCxnSpPr>
          <p:spPr bwMode="auto">
            <a:xfrm flipH="1">
              <a:off x="7680" y="3555"/>
              <a:ext cx="525" cy="46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310" name="AutoShape 65">
              <a:extLst>
                <a:ext uri="{FF2B5EF4-FFF2-40B4-BE49-F238E27FC236}">
                  <a16:creationId xmlns:a16="http://schemas.microsoft.com/office/drawing/2014/main" id="{4B24858A-FDE4-4B79-A644-DAE4B9B4E931}"/>
                </a:ext>
              </a:extLst>
            </p:cNvPr>
            <p:cNvCxnSpPr>
              <a:cxnSpLocks noChangeShapeType="1"/>
            </p:cNvCxnSpPr>
            <p:nvPr/>
          </p:nvCxnSpPr>
          <p:spPr bwMode="auto">
            <a:xfrm>
              <a:off x="7680" y="4020"/>
              <a:ext cx="0" cy="10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311" name="AutoShape 66">
              <a:extLst>
                <a:ext uri="{FF2B5EF4-FFF2-40B4-BE49-F238E27FC236}">
                  <a16:creationId xmlns:a16="http://schemas.microsoft.com/office/drawing/2014/main" id="{BAF115BC-E2AE-418C-A4C6-82CA0BC36680}"/>
                </a:ext>
              </a:extLst>
            </p:cNvPr>
            <p:cNvCxnSpPr>
              <a:cxnSpLocks noChangeShapeType="1"/>
            </p:cNvCxnSpPr>
            <p:nvPr/>
          </p:nvCxnSpPr>
          <p:spPr bwMode="auto">
            <a:xfrm>
              <a:off x="9345" y="4020"/>
              <a:ext cx="106"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312" name="AutoShape 67">
              <a:extLst>
                <a:ext uri="{FF2B5EF4-FFF2-40B4-BE49-F238E27FC236}">
                  <a16:creationId xmlns:a16="http://schemas.microsoft.com/office/drawing/2014/main" id="{DA73EA4B-4E3A-411D-8BAA-3947D1BC4BB9}"/>
                </a:ext>
              </a:extLst>
            </p:cNvPr>
            <p:cNvCxnSpPr>
              <a:cxnSpLocks noChangeShapeType="1"/>
            </p:cNvCxnSpPr>
            <p:nvPr/>
          </p:nvCxnSpPr>
          <p:spPr bwMode="auto">
            <a:xfrm>
              <a:off x="9451" y="4020"/>
              <a:ext cx="374" cy="120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10244" name="Rectangle 66">
            <a:extLst>
              <a:ext uri="{FF2B5EF4-FFF2-40B4-BE49-F238E27FC236}">
                <a16:creationId xmlns:a16="http://schemas.microsoft.com/office/drawing/2014/main" id="{DB2C380A-9504-412F-B136-F2D87EE67F89}"/>
              </a:ext>
            </a:extLst>
          </p:cNvPr>
          <p:cNvSpPr>
            <a:spLocks noChangeArrowheads="1"/>
          </p:cNvSpPr>
          <p:nvPr/>
        </p:nvSpPr>
        <p:spPr bwMode="auto">
          <a:xfrm>
            <a:off x="4714875" y="3071813"/>
            <a:ext cx="14097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solidFill>
                  <a:srgbClr val="002060"/>
                </a:solidFill>
                <a:latin typeface="Arial" panose="020B0604020202020204" pitchFamily="34" charset="0"/>
              </a:rPr>
              <a:t>Gaussian </a:t>
            </a:r>
          </a:p>
          <a:p>
            <a:pPr eaLnBrk="1" hangingPunct="1">
              <a:spcBef>
                <a:spcPct val="0"/>
              </a:spcBef>
              <a:buFontTx/>
              <a:buNone/>
            </a:pPr>
            <a:r>
              <a:rPr lang="en-US" altLang="id-ID" sz="2000" b="1">
                <a:solidFill>
                  <a:srgbClr val="002060"/>
                </a:solidFill>
                <a:latin typeface="Arial" panose="020B0604020202020204" pitchFamily="34" charset="0"/>
              </a:rPr>
              <a:t>surface </a:t>
            </a:r>
            <a:endParaRPr lang="en-US" altLang="id-ID" sz="2000">
              <a:solidFill>
                <a:srgbClr val="002060"/>
              </a:solidFill>
              <a:latin typeface="Arial" panose="020B0604020202020204" pitchFamily="34" charset="0"/>
            </a:endParaRPr>
          </a:p>
        </p:txBody>
      </p:sp>
      <p:sp>
        <p:nvSpPr>
          <p:cNvPr id="10245" name="Rectangle 67">
            <a:extLst>
              <a:ext uri="{FF2B5EF4-FFF2-40B4-BE49-F238E27FC236}">
                <a16:creationId xmlns:a16="http://schemas.microsoft.com/office/drawing/2014/main" id="{104E8434-1176-495A-9869-65DA0A93DA51}"/>
              </a:ext>
            </a:extLst>
          </p:cNvPr>
          <p:cNvSpPr>
            <a:spLocks noChangeArrowheads="1"/>
          </p:cNvSpPr>
          <p:nvPr/>
        </p:nvSpPr>
        <p:spPr bwMode="auto">
          <a:xfrm>
            <a:off x="714375" y="3000375"/>
            <a:ext cx="341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d</a:t>
            </a:r>
            <a:endParaRPr lang="en-US" altLang="id-ID" sz="2000">
              <a:latin typeface="Arial" panose="020B0604020202020204" pitchFamily="34" charset="0"/>
            </a:endParaRPr>
          </a:p>
        </p:txBody>
      </p:sp>
      <p:sp>
        <p:nvSpPr>
          <p:cNvPr id="10246" name="Rectangle 68">
            <a:extLst>
              <a:ext uri="{FF2B5EF4-FFF2-40B4-BE49-F238E27FC236}">
                <a16:creationId xmlns:a16="http://schemas.microsoft.com/office/drawing/2014/main" id="{20E4262E-524A-4EE7-A299-DCE8B70C44B2}"/>
              </a:ext>
            </a:extLst>
          </p:cNvPr>
          <p:cNvSpPr>
            <a:spLocks noChangeArrowheads="1"/>
          </p:cNvSpPr>
          <p:nvPr/>
        </p:nvSpPr>
        <p:spPr bwMode="auto">
          <a:xfrm>
            <a:off x="1143000" y="3143250"/>
            <a:ext cx="35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A</a:t>
            </a:r>
            <a:r>
              <a:rPr lang="en-US" altLang="id-ID" sz="1200" b="1" i="1">
                <a:latin typeface="Arial" panose="020B0604020202020204" pitchFamily="34" charset="0"/>
              </a:rPr>
              <a:t> </a:t>
            </a:r>
            <a:endParaRPr lang="en-US" altLang="id-ID" sz="1200">
              <a:latin typeface="Arial" panose="020B0604020202020204" pitchFamily="34" charset="0"/>
            </a:endParaRPr>
          </a:p>
        </p:txBody>
      </p:sp>
      <p:sp>
        <p:nvSpPr>
          <p:cNvPr id="10247" name="Rectangle 69">
            <a:extLst>
              <a:ext uri="{FF2B5EF4-FFF2-40B4-BE49-F238E27FC236}">
                <a16:creationId xmlns:a16="http://schemas.microsoft.com/office/drawing/2014/main" id="{EC8936D9-0A00-490A-A4DD-CE198478CA4F}"/>
              </a:ext>
            </a:extLst>
          </p:cNvPr>
          <p:cNvSpPr>
            <a:spLocks noChangeArrowheads="1"/>
          </p:cNvSpPr>
          <p:nvPr/>
        </p:nvSpPr>
        <p:spPr bwMode="auto">
          <a:xfrm>
            <a:off x="2286000" y="2643188"/>
            <a:ext cx="490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+q</a:t>
            </a:r>
            <a:endParaRPr lang="en-US" altLang="id-ID" sz="2000">
              <a:latin typeface="Arial" panose="020B0604020202020204" pitchFamily="34" charset="0"/>
            </a:endParaRPr>
          </a:p>
        </p:txBody>
      </p:sp>
      <p:sp>
        <p:nvSpPr>
          <p:cNvPr id="10248" name="Rectangle 70">
            <a:extLst>
              <a:ext uri="{FF2B5EF4-FFF2-40B4-BE49-F238E27FC236}">
                <a16:creationId xmlns:a16="http://schemas.microsoft.com/office/drawing/2014/main" id="{E6D8397B-F43C-4743-A706-C71AF55C5132}"/>
              </a:ext>
            </a:extLst>
          </p:cNvPr>
          <p:cNvSpPr>
            <a:spLocks noChangeArrowheads="1"/>
          </p:cNvSpPr>
          <p:nvPr/>
        </p:nvSpPr>
        <p:spPr bwMode="auto">
          <a:xfrm>
            <a:off x="2357438" y="3286125"/>
            <a:ext cx="490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-q</a:t>
            </a:r>
            <a:endParaRPr lang="en-US" altLang="id-ID" sz="2000">
              <a:latin typeface="Arial" panose="020B0604020202020204" pitchFamily="34" charset="0"/>
            </a:endParaRPr>
          </a:p>
        </p:txBody>
      </p:sp>
      <p:sp>
        <p:nvSpPr>
          <p:cNvPr id="10249" name="Rectangle 71">
            <a:extLst>
              <a:ext uri="{FF2B5EF4-FFF2-40B4-BE49-F238E27FC236}">
                <a16:creationId xmlns:a16="http://schemas.microsoft.com/office/drawing/2014/main" id="{657DCC10-A22F-4898-981F-3B472DA60B61}"/>
              </a:ext>
            </a:extLst>
          </p:cNvPr>
          <p:cNvSpPr>
            <a:spLocks noChangeArrowheads="1"/>
          </p:cNvSpPr>
          <p:nvPr/>
        </p:nvSpPr>
        <p:spPr bwMode="auto">
          <a:xfrm>
            <a:off x="3357563" y="4000500"/>
            <a:ext cx="1508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solidFill>
                  <a:srgbClr val="002060"/>
                </a:solidFill>
                <a:latin typeface="Arial" panose="020B0604020202020204" pitchFamily="34" charset="0"/>
              </a:rPr>
              <a:t>Path of</a:t>
            </a:r>
          </a:p>
          <a:p>
            <a:pPr eaLnBrk="1" hangingPunct="1">
              <a:spcBef>
                <a:spcPct val="0"/>
              </a:spcBef>
              <a:buFontTx/>
              <a:buNone/>
            </a:pPr>
            <a:r>
              <a:rPr lang="en-US" altLang="id-ID" sz="2000" b="1">
                <a:solidFill>
                  <a:srgbClr val="002060"/>
                </a:solidFill>
                <a:latin typeface="Arial" panose="020B0604020202020204" pitchFamily="34" charset="0"/>
              </a:rPr>
              <a:t>integration</a:t>
            </a:r>
            <a:endParaRPr lang="en-US" altLang="id-ID" sz="2000">
              <a:solidFill>
                <a:srgbClr val="002060"/>
              </a:solidFill>
              <a:latin typeface="Arial" panose="020B0604020202020204" pitchFamily="34" charset="0"/>
            </a:endParaRPr>
          </a:p>
        </p:txBody>
      </p:sp>
      <p:sp>
        <p:nvSpPr>
          <p:cNvPr id="10250" name="Rectangle 68">
            <a:extLst>
              <a:ext uri="{FF2B5EF4-FFF2-40B4-BE49-F238E27FC236}">
                <a16:creationId xmlns:a16="http://schemas.microsoft.com/office/drawing/2014/main" id="{457EA23C-8868-477F-BD55-7A6ACA08A543}"/>
              </a:ext>
            </a:extLst>
          </p:cNvPr>
          <p:cNvSpPr>
            <a:spLocks noChangeArrowheads="1"/>
          </p:cNvSpPr>
          <p:nvPr/>
        </p:nvSpPr>
        <p:spPr bwMode="auto">
          <a:xfrm>
            <a:off x="428625" y="4857750"/>
            <a:ext cx="8429625"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a:latin typeface="Arial" panose="020B0604020202020204" pitchFamily="34" charset="0"/>
                <a:ea typeface="Times New Roman" panose="02020603050405020304" pitchFamily="18" charset="0"/>
                <a:cs typeface="Arial" panose="020B0604020202020204" pitchFamily="34" charset="0"/>
              </a:rPr>
              <a:t>Fig.2. A charged parallel-plate capacitor.  A Gaussian surface encloses the charge on the positive plate. The integration of equation of the potential difference is taken along a path extending directly from the negative plate to the positive plate.</a:t>
            </a:r>
            <a:endParaRPr lang="en-US" altLang="id-ID" sz="2200">
              <a:latin typeface="Arial" panose="020B0604020202020204" pitchFamily="34" charset="0"/>
              <a:ea typeface="Times New Roman" panose="02020603050405020304" pitchFamily="18" charset="0"/>
              <a:cs typeface="Arial" panose="020B0604020202020204" pitchFamily="34" charset="0"/>
            </a:endParaRPr>
          </a:p>
        </p:txBody>
      </p:sp>
      <p:sp>
        <p:nvSpPr>
          <p:cNvPr id="10251" name="Rectangle 69">
            <a:extLst>
              <a:ext uri="{FF2B5EF4-FFF2-40B4-BE49-F238E27FC236}">
                <a16:creationId xmlns:a16="http://schemas.microsoft.com/office/drawing/2014/main" id="{4382E240-C856-4C98-A960-49BB6403A4D5}"/>
              </a:ext>
            </a:extLst>
          </p:cNvPr>
          <p:cNvSpPr>
            <a:spLocks noChangeArrowheads="1"/>
          </p:cNvSpPr>
          <p:nvPr/>
        </p:nvSpPr>
        <p:spPr bwMode="auto">
          <a:xfrm>
            <a:off x="4857750" y="6211888"/>
            <a:ext cx="40719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0252" name="Rectangle 70">
            <a:extLst>
              <a:ext uri="{FF2B5EF4-FFF2-40B4-BE49-F238E27FC236}">
                <a16:creationId xmlns:a16="http://schemas.microsoft.com/office/drawing/2014/main" id="{11201C12-F6A7-4AE7-9937-2234828C70B5}"/>
              </a:ext>
            </a:extLst>
          </p:cNvPr>
          <p:cNvSpPr>
            <a:spLocks noChangeArrowheads="1"/>
          </p:cNvSpPr>
          <p:nvPr/>
        </p:nvSpPr>
        <p:spPr bwMode="auto">
          <a:xfrm>
            <a:off x="5072063" y="1643063"/>
            <a:ext cx="37861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b="1" i="1">
                <a:solidFill>
                  <a:srgbClr val="002060"/>
                </a:solidFill>
                <a:latin typeface="Arial" panose="020B0604020202020204" pitchFamily="34" charset="0"/>
                <a:ea typeface="Times New Roman" panose="02020603050405020304" pitchFamily="18" charset="0"/>
                <a:cs typeface="Arial" panose="020B0604020202020204" pitchFamily="34" charset="0"/>
              </a:rPr>
              <a:t>We use Gauss</a:t>
            </a:r>
            <a:r>
              <a:rPr lang="en-US" altLang="id-ID" sz="2000" b="1" i="1">
                <a:solidFill>
                  <a:srgbClr val="002060"/>
                </a:solidFill>
                <a:latin typeface="Calibri" panose="020F0502020204030204" pitchFamily="34" charset="0"/>
                <a:ea typeface="Times New Roman" panose="02020603050405020304" pitchFamily="18" charset="0"/>
                <a:cs typeface="Arial" panose="020B0604020202020204" pitchFamily="34" charset="0"/>
              </a:rPr>
              <a:t>’</a:t>
            </a:r>
            <a:r>
              <a:rPr lang="en-US" altLang="id-ID" sz="2000" b="1" i="1">
                <a:solidFill>
                  <a:srgbClr val="002060"/>
                </a:solidFill>
                <a:latin typeface="Arial" panose="020B0604020202020204" pitchFamily="34" charset="0"/>
                <a:ea typeface="Times New Roman" panose="02020603050405020304" pitchFamily="18" charset="0"/>
                <a:cs typeface="Arial" panose="020B0604020202020204" pitchFamily="34" charset="0"/>
              </a:rPr>
              <a:t> law to relate q and E. Then we integrate to get the potential difference</a:t>
            </a:r>
            <a:r>
              <a:rPr lang="en-US" altLang="id-ID" sz="1800" b="1">
                <a:latin typeface="Arial" panose="020B0604020202020204" pitchFamily="34" charset="0"/>
                <a:ea typeface="Times New Roman" panose="02020603050405020304" pitchFamily="18" charset="0"/>
                <a:cs typeface="Arial" panose="020B0604020202020204" pitchFamily="34" charset="0"/>
              </a:rPr>
              <a:t>.</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745393-ADAA-48B8-84FF-0B5BDADEC69C}"/>
              </a:ext>
            </a:extLst>
          </p:cNvPr>
          <p:cNvSpPr>
            <a:spLocks noGrp="1"/>
          </p:cNvSpPr>
          <p:nvPr>
            <p:ph type="dt" sz="quarter" idx="10"/>
          </p:nvPr>
        </p:nvSpPr>
        <p:spPr>
          <a:xfrm>
            <a:off x="838201" y="1182707"/>
            <a:ext cx="8305800" cy="5530831"/>
          </a:xfrm>
        </p:spPr>
        <p:txBody>
          <a:bodyPr/>
          <a:lstStyle/>
          <a:p>
            <a:pPr>
              <a:defRPr/>
            </a:pPr>
            <a:r>
              <a:rPr lang="en-US" sz="2400" b="1" dirty="0">
                <a:latin typeface="Arial" charset="0"/>
                <a:cs typeface="Arial" charset="0"/>
              </a:rPr>
              <a:t>To relate the electric field E  between the plates of a capacitor to the charge </a:t>
            </a:r>
            <a:r>
              <a:rPr lang="en-US" sz="2400" b="1" i="1" dirty="0">
                <a:latin typeface="Arial" charset="0"/>
                <a:cs typeface="Arial" charset="0"/>
              </a:rPr>
              <a:t>q </a:t>
            </a:r>
            <a:r>
              <a:rPr lang="en-US" sz="2400" b="1" dirty="0">
                <a:latin typeface="Arial" charset="0"/>
                <a:cs typeface="Arial" charset="0"/>
              </a:rPr>
              <a:t>on</a:t>
            </a:r>
            <a:r>
              <a:rPr lang="en-US" sz="2400" b="1" i="1" dirty="0">
                <a:latin typeface="Arial" charset="0"/>
                <a:cs typeface="Arial" charset="0"/>
              </a:rPr>
              <a:t> </a:t>
            </a:r>
            <a:r>
              <a:rPr lang="en-US" sz="2400" b="1" dirty="0">
                <a:latin typeface="Arial" charset="0"/>
                <a:cs typeface="Arial" charset="0"/>
              </a:rPr>
              <a:t>either plate, we </a:t>
            </a:r>
          </a:p>
          <a:p>
            <a:pPr>
              <a:defRPr/>
            </a:pPr>
            <a:endParaRPr lang="en-US" sz="2400" b="1" dirty="0"/>
          </a:p>
          <a:p>
            <a:pPr>
              <a:defRPr/>
            </a:pPr>
            <a:r>
              <a:rPr lang="en-US" sz="2400" b="1" dirty="0">
                <a:latin typeface="Arial" charset="0"/>
                <a:cs typeface="Arial" charset="0"/>
              </a:rPr>
              <a:t>use Gauss’ law:</a:t>
            </a:r>
          </a:p>
          <a:p>
            <a:pPr>
              <a:defRPr/>
            </a:pPr>
            <a:endParaRPr lang="en-US" sz="1400" b="1" dirty="0">
              <a:latin typeface="Arial" charset="0"/>
              <a:cs typeface="Arial" charset="0"/>
            </a:endParaRPr>
          </a:p>
          <a:p>
            <a:pPr>
              <a:defRPr/>
            </a:pPr>
            <a:r>
              <a:rPr lang="en-US" sz="2400" b="1" dirty="0">
                <a:latin typeface="Arial" charset="0"/>
                <a:cs typeface="Arial" charset="0"/>
              </a:rPr>
              <a:t>Here </a:t>
            </a:r>
            <a:r>
              <a:rPr lang="en-US" sz="2400" b="1" i="1" dirty="0">
                <a:latin typeface="Arial" charset="0"/>
                <a:cs typeface="Arial" charset="0"/>
              </a:rPr>
              <a:t>q </a:t>
            </a:r>
            <a:r>
              <a:rPr lang="en-US" sz="2400" b="1" dirty="0">
                <a:latin typeface="Arial" charset="0"/>
                <a:cs typeface="Arial" charset="0"/>
              </a:rPr>
              <a:t>is the charge enclosed by a Gaussian surface </a:t>
            </a:r>
          </a:p>
          <a:p>
            <a:pPr>
              <a:defRPr/>
            </a:pPr>
            <a:endParaRPr lang="en-US" sz="1200" b="1" dirty="0">
              <a:latin typeface="Arial" charset="0"/>
              <a:cs typeface="Arial" charset="0"/>
            </a:endParaRPr>
          </a:p>
          <a:p>
            <a:pPr>
              <a:defRPr/>
            </a:pPr>
            <a:r>
              <a:rPr lang="en-US" sz="2400" b="1" dirty="0">
                <a:latin typeface="Arial" charset="0"/>
                <a:cs typeface="Arial" charset="0"/>
              </a:rPr>
              <a:t>and                       is the net electric flux through that </a:t>
            </a:r>
          </a:p>
          <a:p>
            <a:pPr>
              <a:defRPr/>
            </a:pPr>
            <a:endParaRPr lang="en-US" sz="1200" b="1" dirty="0">
              <a:latin typeface="Arial" charset="0"/>
              <a:cs typeface="Arial" charset="0"/>
            </a:endParaRPr>
          </a:p>
          <a:p>
            <a:pPr>
              <a:defRPr/>
            </a:pPr>
            <a:r>
              <a:rPr lang="en-US" sz="2400" b="1" dirty="0">
                <a:latin typeface="Arial" charset="0"/>
                <a:cs typeface="Arial" charset="0"/>
              </a:rPr>
              <a:t>surface. </a:t>
            </a:r>
          </a:p>
          <a:p>
            <a:pPr>
              <a:defRPr/>
            </a:pPr>
            <a:r>
              <a:rPr lang="en-US" sz="2400" b="1" dirty="0">
                <a:latin typeface="Arial" charset="0"/>
                <a:cs typeface="Arial" charset="0"/>
              </a:rPr>
              <a:t>In our special case in the figure, </a:t>
            </a:r>
          </a:p>
          <a:p>
            <a:pPr>
              <a:defRPr/>
            </a:pPr>
            <a:r>
              <a:rPr lang="en-US" sz="1000" b="1" i="1" dirty="0">
                <a:latin typeface="Arial" charset="0"/>
                <a:cs typeface="Arial" charset="0"/>
              </a:rPr>
              <a:t> </a:t>
            </a:r>
          </a:p>
          <a:p>
            <a:pPr>
              <a:defRPr/>
            </a:pPr>
            <a:r>
              <a:rPr lang="en-US" sz="2400" b="1" i="1" dirty="0">
                <a:latin typeface="Arial" charset="0"/>
                <a:cs typeface="Arial" charset="0"/>
              </a:rPr>
              <a:t>            </a:t>
            </a:r>
            <a:r>
              <a:rPr lang="en-US" sz="2400" b="1" i="1" dirty="0">
                <a:solidFill>
                  <a:srgbClr val="002060"/>
                </a:solidFill>
                <a:latin typeface="Arial" charset="0"/>
                <a:cs typeface="Arial" charset="0"/>
              </a:rPr>
              <a:t>q</a:t>
            </a:r>
            <a:r>
              <a:rPr lang="en-US" sz="2400" b="1" dirty="0">
                <a:solidFill>
                  <a:srgbClr val="002060"/>
                </a:solidFill>
                <a:latin typeface="Arial" charset="0"/>
                <a:cs typeface="Arial" charset="0"/>
              </a:rPr>
              <a:t> = ε</a:t>
            </a:r>
            <a:r>
              <a:rPr lang="en-US" sz="2400" b="1" baseline="-25000" dirty="0">
                <a:solidFill>
                  <a:srgbClr val="002060"/>
                </a:solidFill>
                <a:latin typeface="Arial" charset="0"/>
                <a:cs typeface="Arial" charset="0"/>
              </a:rPr>
              <a:t>0 </a:t>
            </a:r>
            <a:r>
              <a:rPr lang="en-US" sz="2400" b="1" i="1" dirty="0">
                <a:solidFill>
                  <a:srgbClr val="002060"/>
                </a:solidFill>
                <a:latin typeface="Arial" charset="0"/>
                <a:cs typeface="Arial" charset="0"/>
              </a:rPr>
              <a:t>EA</a:t>
            </a:r>
            <a:endParaRPr lang="en-US" sz="2400" b="1" dirty="0">
              <a:solidFill>
                <a:srgbClr val="002060"/>
              </a:solidFill>
              <a:latin typeface="Arial" charset="0"/>
              <a:cs typeface="Arial" charset="0"/>
            </a:endParaRPr>
          </a:p>
          <a:p>
            <a:pPr>
              <a:defRPr/>
            </a:pPr>
            <a:endParaRPr lang="en-US" sz="1000" b="1" dirty="0">
              <a:latin typeface="Arial" charset="0"/>
              <a:cs typeface="Arial" charset="0"/>
            </a:endParaRPr>
          </a:p>
          <a:p>
            <a:pPr>
              <a:defRPr/>
            </a:pPr>
            <a:r>
              <a:rPr lang="en-US" sz="2400" b="1" dirty="0">
                <a:latin typeface="Arial" charset="0"/>
                <a:cs typeface="Arial" charset="0"/>
              </a:rPr>
              <a:t>in which </a:t>
            </a:r>
            <a:r>
              <a:rPr lang="en-US" sz="2400" b="1" i="1" dirty="0">
                <a:latin typeface="Arial" charset="0"/>
                <a:cs typeface="Arial" charset="0"/>
              </a:rPr>
              <a:t>A </a:t>
            </a:r>
            <a:r>
              <a:rPr lang="en-US" sz="2400" b="1" dirty="0">
                <a:latin typeface="Arial" charset="0"/>
                <a:cs typeface="Arial" charset="0"/>
              </a:rPr>
              <a:t>is the area of that part of the Gaussian surface through which there is a flux</a:t>
            </a:r>
            <a:r>
              <a:rPr lang="en-US" sz="2400" dirty="0">
                <a:latin typeface="Arial" charset="0"/>
                <a:cs typeface="Arial" charset="0"/>
              </a:rPr>
              <a:t>. </a:t>
            </a:r>
            <a:endParaRPr lang="en-US" sz="2400" b="1" dirty="0">
              <a:latin typeface="Arial" charset="0"/>
              <a:cs typeface="Arial" charset="0"/>
            </a:endParaRPr>
          </a:p>
        </p:txBody>
      </p:sp>
      <p:sp>
        <p:nvSpPr>
          <p:cNvPr id="11267" name="Slide Number Placeholder 2">
            <a:extLst>
              <a:ext uri="{FF2B5EF4-FFF2-40B4-BE49-F238E27FC236}">
                <a16:creationId xmlns:a16="http://schemas.microsoft.com/office/drawing/2014/main" id="{315FAF60-DC19-4938-B8AB-8947062900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56EBF6F9-5908-48BA-B5FF-C1099E2661C5}" type="slidenum">
              <a:rPr lang="en-US" altLang="id-ID" sz="1400" smtClean="0"/>
              <a:pPr>
                <a:spcBef>
                  <a:spcPct val="0"/>
                </a:spcBef>
                <a:buFontTx/>
                <a:buNone/>
              </a:pPr>
              <a:t>18</a:t>
            </a:fld>
            <a:endParaRPr lang="en-US" altLang="id-ID" sz="1400"/>
          </a:p>
        </p:txBody>
      </p:sp>
      <p:sp>
        <p:nvSpPr>
          <p:cNvPr id="11268" name="Rectangle 7">
            <a:extLst>
              <a:ext uri="{FF2B5EF4-FFF2-40B4-BE49-F238E27FC236}">
                <a16:creationId xmlns:a16="http://schemas.microsoft.com/office/drawing/2014/main" id="{36660D41-CF8D-4CCF-A796-1C7D1467D0B7}"/>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1269" name="Picture 6">
            <a:extLst>
              <a:ext uri="{FF2B5EF4-FFF2-40B4-BE49-F238E27FC236}">
                <a16:creationId xmlns:a16="http://schemas.microsoft.com/office/drawing/2014/main" id="{F3BD8921-4C1F-4ECD-B6DB-A9FAE3381A1B}"/>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81400" y="2276475"/>
            <a:ext cx="2286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Rectangle 8">
            <a:extLst>
              <a:ext uri="{FF2B5EF4-FFF2-40B4-BE49-F238E27FC236}">
                <a16:creationId xmlns:a16="http://schemas.microsoft.com/office/drawing/2014/main" id="{05DE4D4A-10D5-4F3E-8E04-AAFA7147FD04}"/>
              </a:ext>
            </a:extLst>
          </p:cNvPr>
          <p:cNvSpPr>
            <a:spLocks noChangeArrowheads="1"/>
          </p:cNvSpPr>
          <p:nvPr/>
        </p:nvSpPr>
        <p:spPr bwMode="auto">
          <a:xfrm>
            <a:off x="0" y="101917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1" name="Rectangle 10">
            <a:extLst>
              <a:ext uri="{FF2B5EF4-FFF2-40B4-BE49-F238E27FC236}">
                <a16:creationId xmlns:a16="http://schemas.microsoft.com/office/drawing/2014/main" id="{D2F84B49-9F57-45EA-B22E-1CE255F0E6D6}"/>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1272" name="Picture 9">
            <a:extLst>
              <a:ext uri="{FF2B5EF4-FFF2-40B4-BE49-F238E27FC236}">
                <a16:creationId xmlns:a16="http://schemas.microsoft.com/office/drawing/2014/main" id="{3D482800-7B0F-4DFC-941C-8AB21062837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52600" y="3581400"/>
            <a:ext cx="1219200" cy="770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3" name="Rectangle 11">
            <a:extLst>
              <a:ext uri="{FF2B5EF4-FFF2-40B4-BE49-F238E27FC236}">
                <a16:creationId xmlns:a16="http://schemas.microsoft.com/office/drawing/2014/main" id="{AC19E5D1-01B7-4DDA-85CF-549DCD3B04E4}"/>
              </a:ext>
            </a:extLst>
          </p:cNvPr>
          <p:cNvSpPr>
            <a:spLocks noChangeArrowheads="1"/>
          </p:cNvSpPr>
          <p:nvPr/>
        </p:nvSpPr>
        <p:spPr bwMode="auto">
          <a:xfrm>
            <a:off x="0" y="101917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4" name="Rectangle 9">
            <a:extLst>
              <a:ext uri="{FF2B5EF4-FFF2-40B4-BE49-F238E27FC236}">
                <a16:creationId xmlns:a16="http://schemas.microsoft.com/office/drawing/2014/main" id="{719183C4-1D29-4CB6-9C80-0360FE6CAD38}"/>
              </a:ext>
            </a:extLst>
          </p:cNvPr>
          <p:cNvSpPr>
            <a:spLocks noChangeArrowheads="1"/>
          </p:cNvSpPr>
          <p:nvPr/>
        </p:nvSpPr>
        <p:spPr bwMode="auto">
          <a:xfrm>
            <a:off x="3095625" y="228600"/>
            <a:ext cx="57435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Calculating the Capacitance (cont.)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8A11EE-6F36-4C34-8FD4-1D8B931D976E}"/>
              </a:ext>
            </a:extLst>
          </p:cNvPr>
          <p:cNvSpPr>
            <a:spLocks noGrp="1"/>
          </p:cNvSpPr>
          <p:nvPr>
            <p:ph type="dt" sz="quarter" idx="10"/>
          </p:nvPr>
        </p:nvSpPr>
        <p:spPr>
          <a:xfrm>
            <a:off x="922338" y="1411306"/>
            <a:ext cx="8078788" cy="2660631"/>
          </a:xfrm>
        </p:spPr>
        <p:txBody>
          <a:bodyPr/>
          <a:lstStyle/>
          <a:p>
            <a:pPr>
              <a:defRPr/>
            </a:pPr>
            <a:r>
              <a:rPr lang="en-US" sz="2000" b="1" dirty="0">
                <a:latin typeface="Arial" charset="0"/>
                <a:cs typeface="Arial" charset="0"/>
              </a:rPr>
              <a:t>The potential difference between the plates of a capacitor </a:t>
            </a:r>
          </a:p>
          <a:p>
            <a:pPr>
              <a:defRPr/>
            </a:pPr>
            <a:endParaRPr lang="en-US" sz="2000" b="1" dirty="0"/>
          </a:p>
          <a:p>
            <a:pPr>
              <a:defRPr/>
            </a:pPr>
            <a:r>
              <a:rPr lang="en-US" sz="2000" b="1" dirty="0">
                <a:latin typeface="Arial" charset="0"/>
                <a:cs typeface="Arial" charset="0"/>
              </a:rPr>
              <a:t>is related to the field </a:t>
            </a:r>
            <a:r>
              <a:rPr lang="en-US" sz="2000" b="1" i="1" dirty="0">
                <a:latin typeface="Arial" charset="0"/>
                <a:cs typeface="Arial" charset="0"/>
              </a:rPr>
              <a:t>E </a:t>
            </a:r>
            <a:r>
              <a:rPr lang="en-US" sz="2000" b="1" dirty="0">
                <a:latin typeface="Arial" charset="0"/>
                <a:cs typeface="Arial" charset="0"/>
              </a:rPr>
              <a:t>by</a:t>
            </a:r>
          </a:p>
          <a:p>
            <a:pPr>
              <a:defRPr/>
            </a:pPr>
            <a:endParaRPr lang="en-US" sz="2000" dirty="0">
              <a:latin typeface="Arial" charset="0"/>
              <a:cs typeface="Arial" charset="0"/>
            </a:endParaRPr>
          </a:p>
          <a:p>
            <a:pPr>
              <a:defRPr/>
            </a:pPr>
            <a:r>
              <a:rPr lang="en-US" sz="2000" b="1" dirty="0">
                <a:latin typeface="Arial" charset="0"/>
                <a:cs typeface="Arial" charset="0"/>
              </a:rPr>
              <a:t>If </a:t>
            </a:r>
            <a:r>
              <a:rPr lang="en-US" sz="2000" b="1" i="1" dirty="0">
                <a:latin typeface="Arial" charset="0"/>
                <a:cs typeface="Arial" charset="0"/>
              </a:rPr>
              <a:t>V </a:t>
            </a:r>
            <a:r>
              <a:rPr lang="en-US" sz="2000" b="1" dirty="0">
                <a:latin typeface="Arial" charset="0"/>
                <a:cs typeface="Arial" charset="0"/>
              </a:rPr>
              <a:t>is the difference </a:t>
            </a:r>
            <a:r>
              <a:rPr lang="en-US" sz="2000" b="1" i="1" dirty="0" err="1">
                <a:latin typeface="Arial" charset="0"/>
                <a:cs typeface="Arial" charset="0"/>
              </a:rPr>
              <a:t>V</a:t>
            </a:r>
            <a:r>
              <a:rPr lang="en-US" sz="2000" b="1" i="1" baseline="-25000" dirty="0" err="1">
                <a:latin typeface="Arial" charset="0"/>
                <a:cs typeface="Arial" charset="0"/>
              </a:rPr>
              <a:t>f</a:t>
            </a:r>
            <a:r>
              <a:rPr lang="en-US" sz="2000" b="1" i="1" dirty="0">
                <a:latin typeface="Arial" charset="0"/>
                <a:cs typeface="Arial" charset="0"/>
              </a:rPr>
              <a:t> -V</a:t>
            </a:r>
            <a:r>
              <a:rPr lang="en-US" sz="2000" b="1" i="1" baseline="-25000" dirty="0">
                <a:latin typeface="Arial" charset="0"/>
                <a:cs typeface="Arial" charset="0"/>
              </a:rPr>
              <a:t>i</a:t>
            </a:r>
            <a:r>
              <a:rPr lang="en-US" sz="2000" b="1" i="1" dirty="0">
                <a:latin typeface="Arial" charset="0"/>
                <a:cs typeface="Arial" charset="0"/>
              </a:rPr>
              <a:t> ,</a:t>
            </a:r>
          </a:p>
          <a:p>
            <a:pPr>
              <a:defRPr/>
            </a:pPr>
            <a:endParaRPr lang="en-US" sz="2000" dirty="0">
              <a:latin typeface="Arial" charset="0"/>
              <a:cs typeface="Arial" charset="0"/>
            </a:endParaRPr>
          </a:p>
          <a:p>
            <a:pPr>
              <a:defRPr/>
            </a:pPr>
            <a:r>
              <a:rPr lang="en-US" sz="2000" b="1" dirty="0">
                <a:latin typeface="Arial" charset="0"/>
                <a:cs typeface="Arial" charset="0"/>
              </a:rPr>
              <a:t>Then : </a:t>
            </a:r>
          </a:p>
        </p:txBody>
      </p:sp>
      <p:sp>
        <p:nvSpPr>
          <p:cNvPr id="12291" name="Slide Number Placeholder 2">
            <a:extLst>
              <a:ext uri="{FF2B5EF4-FFF2-40B4-BE49-F238E27FC236}">
                <a16:creationId xmlns:a16="http://schemas.microsoft.com/office/drawing/2014/main" id="{9F58CDA9-1F68-40F0-8066-44CF3950A6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C803B8D1-34A0-4B46-A44C-1EBFEE9B3E48}" type="slidenum">
              <a:rPr lang="en-US" altLang="id-ID" sz="1400" smtClean="0"/>
              <a:pPr>
                <a:spcBef>
                  <a:spcPct val="0"/>
                </a:spcBef>
                <a:buFontTx/>
                <a:buNone/>
              </a:pPr>
              <a:t>19</a:t>
            </a:fld>
            <a:endParaRPr lang="en-US" altLang="id-ID" sz="1400"/>
          </a:p>
        </p:txBody>
      </p:sp>
      <p:sp>
        <p:nvSpPr>
          <p:cNvPr id="12292" name="Rectangle 11">
            <a:extLst>
              <a:ext uri="{FF2B5EF4-FFF2-40B4-BE49-F238E27FC236}">
                <a16:creationId xmlns:a16="http://schemas.microsoft.com/office/drawing/2014/main" id="{6B9F94BA-B7E8-4DCD-95A8-3A5DDB0DFE45}"/>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2293" name="Rectangle 14">
            <a:extLst>
              <a:ext uri="{FF2B5EF4-FFF2-40B4-BE49-F238E27FC236}">
                <a16:creationId xmlns:a16="http://schemas.microsoft.com/office/drawing/2014/main" id="{B139BD99-F60F-4D8B-9B9E-07A2B5206C5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2294" name="Picture 13">
            <a:extLst>
              <a:ext uri="{FF2B5EF4-FFF2-40B4-BE49-F238E27FC236}">
                <a16:creationId xmlns:a16="http://schemas.microsoft.com/office/drawing/2014/main" id="{2DE11DE4-56B4-46D1-9112-B67BBE014B5E}"/>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28838" y="3200400"/>
            <a:ext cx="3357562"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Rectangle 17">
            <a:extLst>
              <a:ext uri="{FF2B5EF4-FFF2-40B4-BE49-F238E27FC236}">
                <a16:creationId xmlns:a16="http://schemas.microsoft.com/office/drawing/2014/main" id="{9DBFBC1A-7B88-4A56-9BAB-9D82FD56A8CE}"/>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2296" name="Picture 16">
            <a:extLst>
              <a:ext uri="{FF2B5EF4-FFF2-40B4-BE49-F238E27FC236}">
                <a16:creationId xmlns:a16="http://schemas.microsoft.com/office/drawing/2014/main" id="{0B0DA92A-F7D8-45CE-A401-AF84893E6DF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00188" y="4286250"/>
            <a:ext cx="21431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7" name="Rectangle 20">
            <a:extLst>
              <a:ext uri="{FF2B5EF4-FFF2-40B4-BE49-F238E27FC236}">
                <a16:creationId xmlns:a16="http://schemas.microsoft.com/office/drawing/2014/main" id="{03FDC834-69C1-41DB-8EDC-5E0A19887C7F}"/>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8" name="Curved Right Arrow 17">
            <a:extLst>
              <a:ext uri="{FF2B5EF4-FFF2-40B4-BE49-F238E27FC236}">
                <a16:creationId xmlns:a16="http://schemas.microsoft.com/office/drawing/2014/main" id="{ECA55C54-4674-4D9D-920C-70DF22001C48}"/>
              </a:ext>
            </a:extLst>
          </p:cNvPr>
          <p:cNvSpPr/>
          <p:nvPr/>
        </p:nvSpPr>
        <p:spPr>
          <a:xfrm>
            <a:off x="928688" y="4286250"/>
            <a:ext cx="71437" cy="4603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tx1"/>
              </a:solidFill>
            </a:endParaRPr>
          </a:p>
        </p:txBody>
      </p:sp>
      <p:sp>
        <p:nvSpPr>
          <p:cNvPr id="19" name="Curved Right Arrow 18">
            <a:extLst>
              <a:ext uri="{FF2B5EF4-FFF2-40B4-BE49-F238E27FC236}">
                <a16:creationId xmlns:a16="http://schemas.microsoft.com/office/drawing/2014/main" id="{2EF941A9-BDE9-4D53-AEAA-9D518BD2564E}"/>
              </a:ext>
            </a:extLst>
          </p:cNvPr>
          <p:cNvSpPr/>
          <p:nvPr/>
        </p:nvSpPr>
        <p:spPr>
          <a:xfrm>
            <a:off x="1071563" y="3929063"/>
            <a:ext cx="357187" cy="64293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tx1"/>
              </a:solidFill>
            </a:endParaRPr>
          </a:p>
        </p:txBody>
      </p:sp>
      <p:sp>
        <p:nvSpPr>
          <p:cNvPr id="20" name="Curved Right Arrow 19">
            <a:extLst>
              <a:ext uri="{FF2B5EF4-FFF2-40B4-BE49-F238E27FC236}">
                <a16:creationId xmlns:a16="http://schemas.microsoft.com/office/drawing/2014/main" id="{1B9CBE6C-8BE3-4CE1-B5EA-8AB3674A32CC}"/>
              </a:ext>
            </a:extLst>
          </p:cNvPr>
          <p:cNvSpPr/>
          <p:nvPr/>
        </p:nvSpPr>
        <p:spPr>
          <a:xfrm>
            <a:off x="1000125" y="4857750"/>
            <a:ext cx="357188" cy="92868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tx1"/>
              </a:solidFill>
            </a:endParaRPr>
          </a:p>
        </p:txBody>
      </p:sp>
      <p:sp>
        <p:nvSpPr>
          <p:cNvPr id="12301" name="Rectangle 18">
            <a:extLst>
              <a:ext uri="{FF2B5EF4-FFF2-40B4-BE49-F238E27FC236}">
                <a16:creationId xmlns:a16="http://schemas.microsoft.com/office/drawing/2014/main" id="{B36B5C62-B7B0-4744-A57D-8E2F53EBBEDC}"/>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2302" name="Picture 17">
            <a:extLst>
              <a:ext uri="{FF2B5EF4-FFF2-40B4-BE49-F238E27FC236}">
                <a16:creationId xmlns:a16="http://schemas.microsoft.com/office/drawing/2014/main" id="{CAEC9667-A83C-4A28-8B47-BE13FDA4976B}"/>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10163" y="2062163"/>
            <a:ext cx="2357437"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3" name="Rectangle 21">
            <a:extLst>
              <a:ext uri="{FF2B5EF4-FFF2-40B4-BE49-F238E27FC236}">
                <a16:creationId xmlns:a16="http://schemas.microsoft.com/office/drawing/2014/main" id="{02D70474-71B6-43B7-83BC-2D50D880A20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2304" name="Picture 20">
            <a:extLst>
              <a:ext uri="{FF2B5EF4-FFF2-40B4-BE49-F238E27FC236}">
                <a16:creationId xmlns:a16="http://schemas.microsoft.com/office/drawing/2014/main" id="{A8098984-0ECC-4B0E-B93A-3C1DC2C15251}"/>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28750" y="5357813"/>
            <a:ext cx="5786438"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5" name="Rectangle 20">
            <a:extLst>
              <a:ext uri="{FF2B5EF4-FFF2-40B4-BE49-F238E27FC236}">
                <a16:creationId xmlns:a16="http://schemas.microsoft.com/office/drawing/2014/main" id="{5B0D6316-169E-4A60-A9E3-E5634E6955B2}"/>
              </a:ext>
            </a:extLst>
          </p:cNvPr>
          <p:cNvSpPr>
            <a:spLocks noChangeArrowheads="1"/>
          </p:cNvSpPr>
          <p:nvPr/>
        </p:nvSpPr>
        <p:spPr bwMode="auto">
          <a:xfrm>
            <a:off x="2995612" y="228600"/>
            <a:ext cx="586263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Calculating the Capacitance (cont.)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
            <a:extLst>
              <a:ext uri="{FF2B5EF4-FFF2-40B4-BE49-F238E27FC236}">
                <a16:creationId xmlns:a16="http://schemas.microsoft.com/office/drawing/2014/main" id="{B1E32EED-4F40-4F84-A0B7-FF61005537E9}"/>
              </a:ext>
            </a:extLst>
          </p:cNvPr>
          <p:cNvSpPr txBox="1">
            <a:spLocks noChangeArrowheads="1"/>
          </p:cNvSpPr>
          <p:nvPr/>
        </p:nvSpPr>
        <p:spPr bwMode="auto">
          <a:xfrm>
            <a:off x="773113" y="1519238"/>
            <a:ext cx="34178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solidFill>
                  <a:srgbClr val="0070C0"/>
                </a:solidFill>
                <a:latin typeface="Arial" panose="020B0604020202020204" pitchFamily="34" charset="0"/>
                <a:cs typeface="Arial" panose="020B0604020202020204" pitchFamily="34" charset="0"/>
              </a:rPr>
              <a:t> </a:t>
            </a:r>
            <a:r>
              <a:rPr lang="en-US" altLang="id-ID" b="1" i="1" u="sng" dirty="0">
                <a:solidFill>
                  <a:srgbClr val="0070C0"/>
                </a:solidFill>
                <a:latin typeface="Arial" panose="020B0604020202020204" pitchFamily="34" charset="0"/>
                <a:cs typeface="Arial" panose="020B0604020202020204" pitchFamily="34" charset="0"/>
              </a:rPr>
              <a:t>Cylindrical Capacitor </a:t>
            </a:r>
          </a:p>
        </p:txBody>
      </p:sp>
      <p:sp>
        <p:nvSpPr>
          <p:cNvPr id="13315" name="TextBox 3">
            <a:extLst>
              <a:ext uri="{FF2B5EF4-FFF2-40B4-BE49-F238E27FC236}">
                <a16:creationId xmlns:a16="http://schemas.microsoft.com/office/drawing/2014/main" id="{83CF52BC-B44B-420F-884A-2DEB2B18909C}"/>
              </a:ext>
            </a:extLst>
          </p:cNvPr>
          <p:cNvSpPr txBox="1">
            <a:spLocks noChangeArrowheads="1"/>
          </p:cNvSpPr>
          <p:nvPr/>
        </p:nvSpPr>
        <p:spPr bwMode="auto">
          <a:xfrm>
            <a:off x="1158874" y="2036762"/>
            <a:ext cx="4056063" cy="303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latin typeface="Arial" panose="020B0604020202020204" pitchFamily="34" charset="0"/>
              </a:rPr>
              <a:t>As a Gaussian surface, we choose a cylinder of length </a:t>
            </a:r>
            <a:r>
              <a:rPr lang="en-US" altLang="id-ID" sz="1800" b="1" i="1" dirty="0">
                <a:latin typeface="Arial" panose="020B0604020202020204" pitchFamily="34" charset="0"/>
              </a:rPr>
              <a:t>L </a:t>
            </a:r>
            <a:r>
              <a:rPr lang="en-US" altLang="id-ID" sz="1800" b="1" dirty="0">
                <a:latin typeface="Arial" panose="020B0604020202020204" pitchFamily="34" charset="0"/>
              </a:rPr>
              <a:t>and radius</a:t>
            </a:r>
            <a:r>
              <a:rPr lang="en-US" altLang="id-ID" sz="1800" b="1" i="1" dirty="0">
                <a:latin typeface="Arial" panose="020B0604020202020204" pitchFamily="34" charset="0"/>
              </a:rPr>
              <a:t> r, </a:t>
            </a:r>
            <a:r>
              <a:rPr lang="en-US" altLang="id-ID" sz="1800" b="1" dirty="0">
                <a:latin typeface="Arial" panose="020B0604020202020204" pitchFamily="34" charset="0"/>
              </a:rPr>
              <a:t>closed</a:t>
            </a:r>
            <a:r>
              <a:rPr lang="en-US" altLang="id-ID" sz="1800" b="1" i="1" dirty="0">
                <a:latin typeface="Arial" panose="020B0604020202020204" pitchFamily="34" charset="0"/>
              </a:rPr>
              <a:t> </a:t>
            </a:r>
            <a:r>
              <a:rPr lang="en-US" altLang="id-ID" sz="1800" b="1" dirty="0">
                <a:latin typeface="Arial" panose="020B0604020202020204" pitchFamily="34" charset="0"/>
              </a:rPr>
              <a:t>by end caps and placed as is shown. </a:t>
            </a:r>
          </a:p>
          <a:p>
            <a:pPr eaLnBrk="1" hangingPunct="1">
              <a:spcBef>
                <a:spcPct val="0"/>
              </a:spcBef>
              <a:buFontTx/>
              <a:buNone/>
            </a:pPr>
            <a:endParaRPr lang="en-US" altLang="id-ID" sz="1100" b="1" dirty="0">
              <a:latin typeface="Arial" panose="020B0604020202020204" pitchFamily="34" charset="0"/>
            </a:endParaRPr>
          </a:p>
          <a:p>
            <a:pPr eaLnBrk="1" hangingPunct="1">
              <a:spcBef>
                <a:spcPct val="0"/>
              </a:spcBef>
              <a:buFontTx/>
              <a:buNone/>
            </a:pPr>
            <a:r>
              <a:rPr lang="en-US" altLang="id-ID" sz="1800" b="1" dirty="0">
                <a:latin typeface="Arial" panose="020B0604020202020204" pitchFamily="34" charset="0"/>
              </a:rPr>
              <a:t>It is coaxial with the cylinders and encloses the central cylinder and thus also the charge </a:t>
            </a:r>
            <a:r>
              <a:rPr lang="en-US" altLang="id-ID" sz="1800" b="1" i="1" dirty="0">
                <a:latin typeface="Arial" panose="020B0604020202020204" pitchFamily="34" charset="0"/>
              </a:rPr>
              <a:t>q </a:t>
            </a:r>
            <a:r>
              <a:rPr lang="en-US" altLang="id-ID" sz="1800" b="1" dirty="0">
                <a:latin typeface="Arial" panose="020B0604020202020204" pitchFamily="34" charset="0"/>
              </a:rPr>
              <a:t>on that cylinder</a:t>
            </a:r>
            <a:r>
              <a:rPr lang="en-US" altLang="id-ID" sz="1800" b="1" i="1" dirty="0">
                <a:latin typeface="Arial" panose="020B0604020202020204" pitchFamily="34" charset="0"/>
              </a:rPr>
              <a:t>. </a:t>
            </a:r>
          </a:p>
          <a:p>
            <a:pPr eaLnBrk="1" hangingPunct="1">
              <a:spcBef>
                <a:spcPct val="0"/>
              </a:spcBef>
              <a:buFontTx/>
              <a:buNone/>
            </a:pPr>
            <a:r>
              <a:rPr lang="en-US" altLang="id-ID" sz="1800" b="1" i="1" dirty="0">
                <a:latin typeface="Arial" panose="020B0604020202020204" pitchFamily="34" charset="0"/>
              </a:rPr>
              <a:t>  </a:t>
            </a:r>
          </a:p>
          <a:p>
            <a:pPr eaLnBrk="1" hangingPunct="1">
              <a:spcBef>
                <a:spcPct val="0"/>
              </a:spcBef>
              <a:buFontTx/>
              <a:buNone/>
            </a:pPr>
            <a:r>
              <a:rPr lang="en-US" altLang="id-ID" sz="1800" b="1" i="1" dirty="0">
                <a:solidFill>
                  <a:srgbClr val="002060"/>
                </a:solidFill>
                <a:latin typeface="Arial" panose="020B0604020202020204" pitchFamily="34" charset="0"/>
              </a:rPr>
              <a:t>q</a:t>
            </a:r>
            <a:r>
              <a:rPr lang="en-US" altLang="id-ID" sz="1800" b="1" dirty="0">
                <a:solidFill>
                  <a:srgbClr val="002060"/>
                </a:solidFill>
                <a:latin typeface="Arial" panose="020B0604020202020204" pitchFamily="34" charset="0"/>
              </a:rPr>
              <a:t> = ε</a:t>
            </a:r>
            <a:r>
              <a:rPr lang="en-US" altLang="id-ID" sz="1800" b="1" baseline="-25000" dirty="0">
                <a:solidFill>
                  <a:srgbClr val="002060"/>
                </a:solidFill>
                <a:latin typeface="Arial" panose="020B0604020202020204" pitchFamily="34" charset="0"/>
              </a:rPr>
              <a:t>0 </a:t>
            </a:r>
            <a:r>
              <a:rPr lang="en-US" altLang="id-ID" sz="1800" b="1" i="1" dirty="0">
                <a:solidFill>
                  <a:srgbClr val="002060"/>
                </a:solidFill>
                <a:latin typeface="Arial" panose="020B0604020202020204" pitchFamily="34" charset="0"/>
              </a:rPr>
              <a:t>EA = </a:t>
            </a:r>
            <a:r>
              <a:rPr lang="en-US" altLang="id-ID" sz="1800" b="1" dirty="0">
                <a:solidFill>
                  <a:srgbClr val="002060"/>
                </a:solidFill>
                <a:latin typeface="Arial" panose="020B0604020202020204" pitchFamily="34" charset="0"/>
              </a:rPr>
              <a:t>ε</a:t>
            </a:r>
            <a:r>
              <a:rPr lang="en-US" altLang="id-ID" sz="1800" b="1" baseline="-25000" dirty="0">
                <a:solidFill>
                  <a:srgbClr val="002060"/>
                </a:solidFill>
                <a:latin typeface="Arial" panose="020B0604020202020204" pitchFamily="34" charset="0"/>
              </a:rPr>
              <a:t>0 </a:t>
            </a:r>
            <a:r>
              <a:rPr lang="en-US" altLang="id-ID" sz="1800" b="1" i="1" dirty="0">
                <a:solidFill>
                  <a:srgbClr val="002060"/>
                </a:solidFill>
                <a:latin typeface="Arial" panose="020B0604020202020204" pitchFamily="34" charset="0"/>
              </a:rPr>
              <a:t>E(2</a:t>
            </a:r>
            <a:r>
              <a:rPr lang="el-GR" altLang="id-ID" sz="1800" b="1" i="1" dirty="0">
                <a:solidFill>
                  <a:srgbClr val="002060"/>
                </a:solidFill>
                <a:latin typeface="Times New Roman" panose="02020603050405020304" pitchFamily="18" charset="0"/>
                <a:cs typeface="Times New Roman" panose="02020603050405020304" pitchFamily="18" charset="0"/>
              </a:rPr>
              <a:t>π</a:t>
            </a:r>
            <a:r>
              <a:rPr lang="en-US" altLang="id-ID" sz="1800" b="1" i="1" dirty="0" err="1">
                <a:solidFill>
                  <a:srgbClr val="002060"/>
                </a:solidFill>
                <a:latin typeface="Times New Roman" panose="02020603050405020304" pitchFamily="18" charset="0"/>
                <a:cs typeface="Times New Roman" panose="02020603050405020304" pitchFamily="18" charset="0"/>
              </a:rPr>
              <a:t>rL</a:t>
            </a:r>
            <a:r>
              <a:rPr lang="en-US" altLang="id-ID" sz="1800" b="1" i="1" dirty="0">
                <a:solidFill>
                  <a:srgbClr val="002060"/>
                </a:solidFill>
                <a:latin typeface="Times New Roman" panose="02020603050405020304" pitchFamily="18" charset="0"/>
                <a:cs typeface="Times New Roman" panose="02020603050405020304" pitchFamily="18" charset="0"/>
              </a:rPr>
              <a:t>)</a:t>
            </a:r>
            <a:endParaRPr lang="en-US" altLang="id-ID" sz="1200" b="1" i="1" dirty="0">
              <a:latin typeface="Arial" panose="020B0604020202020204" pitchFamily="34" charset="0"/>
            </a:endParaRPr>
          </a:p>
        </p:txBody>
      </p:sp>
      <p:sp>
        <p:nvSpPr>
          <p:cNvPr id="13316" name="Rectangle 13">
            <a:extLst>
              <a:ext uri="{FF2B5EF4-FFF2-40B4-BE49-F238E27FC236}">
                <a16:creationId xmlns:a16="http://schemas.microsoft.com/office/drawing/2014/main" id="{B710BAEA-66CD-4E5A-87F8-B76953BC8065}"/>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17" name="Rectangle 14">
            <a:extLst>
              <a:ext uri="{FF2B5EF4-FFF2-40B4-BE49-F238E27FC236}">
                <a16:creationId xmlns:a16="http://schemas.microsoft.com/office/drawing/2014/main" id="{E1FCCCCD-BADC-49B7-BBA1-D74DB0ABD887}"/>
              </a:ext>
            </a:extLst>
          </p:cNvPr>
          <p:cNvSpPr>
            <a:spLocks noChangeArrowheads="1"/>
          </p:cNvSpPr>
          <p:nvPr/>
        </p:nvSpPr>
        <p:spPr bwMode="auto">
          <a:xfrm>
            <a:off x="0" y="120015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grpSp>
        <p:nvGrpSpPr>
          <p:cNvPr id="13318" name="Group 84">
            <a:extLst>
              <a:ext uri="{FF2B5EF4-FFF2-40B4-BE49-F238E27FC236}">
                <a16:creationId xmlns:a16="http://schemas.microsoft.com/office/drawing/2014/main" id="{02A26D85-7D41-4FD7-8A65-51FE8D970AF0}"/>
              </a:ext>
            </a:extLst>
          </p:cNvPr>
          <p:cNvGrpSpPr>
            <a:grpSpLocks/>
          </p:cNvGrpSpPr>
          <p:nvPr/>
        </p:nvGrpSpPr>
        <p:grpSpPr bwMode="auto">
          <a:xfrm>
            <a:off x="5715000" y="1500188"/>
            <a:ext cx="2571750" cy="3214687"/>
            <a:chOff x="6735" y="2640"/>
            <a:chExt cx="4335" cy="4860"/>
          </a:xfrm>
        </p:grpSpPr>
        <p:sp>
          <p:nvSpPr>
            <p:cNvPr id="13327" name="Oval 85">
              <a:extLst>
                <a:ext uri="{FF2B5EF4-FFF2-40B4-BE49-F238E27FC236}">
                  <a16:creationId xmlns:a16="http://schemas.microsoft.com/office/drawing/2014/main" id="{CAB20E21-6015-4AAB-A56C-66DA504E6DC8}"/>
                </a:ext>
              </a:extLst>
            </p:cNvPr>
            <p:cNvSpPr>
              <a:spLocks noChangeArrowheads="1"/>
            </p:cNvSpPr>
            <p:nvPr/>
          </p:nvSpPr>
          <p:spPr bwMode="auto">
            <a:xfrm>
              <a:off x="6735" y="2895"/>
              <a:ext cx="4335" cy="4455"/>
            </a:xfrm>
            <a:prstGeom prst="ellipse">
              <a:avLst/>
            </a:prstGeom>
            <a:solidFill>
              <a:srgbClr val="95B3D7"/>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28" name="Oval 86">
              <a:extLst>
                <a:ext uri="{FF2B5EF4-FFF2-40B4-BE49-F238E27FC236}">
                  <a16:creationId xmlns:a16="http://schemas.microsoft.com/office/drawing/2014/main" id="{FD1BA87F-D076-40A7-B633-B682FFAA9D06}"/>
                </a:ext>
              </a:extLst>
            </p:cNvPr>
            <p:cNvSpPr>
              <a:spLocks noChangeArrowheads="1"/>
            </p:cNvSpPr>
            <p:nvPr/>
          </p:nvSpPr>
          <p:spPr bwMode="auto">
            <a:xfrm>
              <a:off x="6900" y="3135"/>
              <a:ext cx="3990" cy="4020"/>
            </a:xfrm>
            <a:prstGeom prst="ellipse">
              <a:avLst/>
            </a:prstGeom>
            <a:solidFill>
              <a:srgbClr val="FFFFFF"/>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29" name="Oval 87">
              <a:extLst>
                <a:ext uri="{FF2B5EF4-FFF2-40B4-BE49-F238E27FC236}">
                  <a16:creationId xmlns:a16="http://schemas.microsoft.com/office/drawing/2014/main" id="{3C747759-B258-4D41-9593-9F6520D9CBCC}"/>
                </a:ext>
              </a:extLst>
            </p:cNvPr>
            <p:cNvSpPr>
              <a:spLocks noChangeArrowheads="1"/>
            </p:cNvSpPr>
            <p:nvPr/>
          </p:nvSpPr>
          <p:spPr bwMode="auto">
            <a:xfrm>
              <a:off x="7463" y="3690"/>
              <a:ext cx="3030" cy="2940"/>
            </a:xfrm>
            <a:prstGeom prst="ellipse">
              <a:avLst/>
            </a:prstGeom>
            <a:solidFill>
              <a:srgbClr val="FFFFFF"/>
            </a:solidFill>
            <a:ln w="9525">
              <a:solidFill>
                <a:srgbClr val="FF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3330" name="AutoShape 88">
              <a:extLst>
                <a:ext uri="{FF2B5EF4-FFF2-40B4-BE49-F238E27FC236}">
                  <a16:creationId xmlns:a16="http://schemas.microsoft.com/office/drawing/2014/main" id="{1958E7D7-B38E-40D9-99B2-082199E1C498}"/>
                </a:ext>
              </a:extLst>
            </p:cNvPr>
            <p:cNvCxnSpPr>
              <a:cxnSpLocks noChangeShapeType="1"/>
            </p:cNvCxnSpPr>
            <p:nvPr/>
          </p:nvCxnSpPr>
          <p:spPr bwMode="auto">
            <a:xfrm>
              <a:off x="8362" y="3210"/>
              <a:ext cx="1148" cy="38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31" name="AutoShape 89">
              <a:extLst>
                <a:ext uri="{FF2B5EF4-FFF2-40B4-BE49-F238E27FC236}">
                  <a16:creationId xmlns:a16="http://schemas.microsoft.com/office/drawing/2014/main" id="{AF5C6B0C-19EA-47AD-9A75-B1A210540C9C}"/>
                </a:ext>
              </a:extLst>
            </p:cNvPr>
            <p:cNvCxnSpPr>
              <a:cxnSpLocks noChangeShapeType="1"/>
            </p:cNvCxnSpPr>
            <p:nvPr/>
          </p:nvCxnSpPr>
          <p:spPr bwMode="auto">
            <a:xfrm flipV="1">
              <a:off x="6983" y="4620"/>
              <a:ext cx="3817" cy="93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32" name="AutoShape 90">
              <a:extLst>
                <a:ext uri="{FF2B5EF4-FFF2-40B4-BE49-F238E27FC236}">
                  <a16:creationId xmlns:a16="http://schemas.microsoft.com/office/drawing/2014/main" id="{4F3A69F0-72B6-47E7-9266-D9E272EB7A8B}"/>
                </a:ext>
              </a:extLst>
            </p:cNvPr>
            <p:cNvCxnSpPr>
              <a:cxnSpLocks noChangeShapeType="1"/>
            </p:cNvCxnSpPr>
            <p:nvPr/>
          </p:nvCxnSpPr>
          <p:spPr bwMode="auto">
            <a:xfrm>
              <a:off x="8460" y="2640"/>
              <a:ext cx="24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33" name="AutoShape 91">
              <a:extLst>
                <a:ext uri="{FF2B5EF4-FFF2-40B4-BE49-F238E27FC236}">
                  <a16:creationId xmlns:a16="http://schemas.microsoft.com/office/drawing/2014/main" id="{0C306985-18B1-4130-8819-DD2DBEBAC4F1}"/>
                </a:ext>
              </a:extLst>
            </p:cNvPr>
            <p:cNvCxnSpPr>
              <a:cxnSpLocks noChangeShapeType="1"/>
            </p:cNvCxnSpPr>
            <p:nvPr/>
          </p:nvCxnSpPr>
          <p:spPr bwMode="auto">
            <a:xfrm flipV="1">
              <a:off x="6983" y="4170"/>
              <a:ext cx="75" cy="19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4" name="AutoShape 92">
              <a:extLst>
                <a:ext uri="{FF2B5EF4-FFF2-40B4-BE49-F238E27FC236}">
                  <a16:creationId xmlns:a16="http://schemas.microsoft.com/office/drawing/2014/main" id="{B0516117-2390-4FCC-9C6A-4EDEFBBB98A4}"/>
                </a:ext>
              </a:extLst>
            </p:cNvPr>
            <p:cNvCxnSpPr>
              <a:cxnSpLocks noChangeShapeType="1"/>
            </p:cNvCxnSpPr>
            <p:nvPr/>
          </p:nvCxnSpPr>
          <p:spPr bwMode="auto">
            <a:xfrm flipV="1">
              <a:off x="7426" y="3532"/>
              <a:ext cx="224" cy="17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5" name="AutoShape 93">
              <a:extLst>
                <a:ext uri="{FF2B5EF4-FFF2-40B4-BE49-F238E27FC236}">
                  <a16:creationId xmlns:a16="http://schemas.microsoft.com/office/drawing/2014/main" id="{DF8B0C8D-D24B-4756-8267-48F4A739399B}"/>
                </a:ext>
              </a:extLst>
            </p:cNvPr>
            <p:cNvCxnSpPr>
              <a:cxnSpLocks noChangeShapeType="1"/>
            </p:cNvCxnSpPr>
            <p:nvPr/>
          </p:nvCxnSpPr>
          <p:spPr bwMode="auto">
            <a:xfrm>
              <a:off x="6899" y="5430"/>
              <a:ext cx="1" cy="30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6" name="AutoShape 94">
              <a:extLst>
                <a:ext uri="{FF2B5EF4-FFF2-40B4-BE49-F238E27FC236}">
                  <a16:creationId xmlns:a16="http://schemas.microsoft.com/office/drawing/2014/main" id="{75A4D425-8D11-4D8B-A967-F5B7FE56F387}"/>
                </a:ext>
              </a:extLst>
            </p:cNvPr>
            <p:cNvCxnSpPr>
              <a:cxnSpLocks noChangeShapeType="1"/>
            </p:cNvCxnSpPr>
            <p:nvPr/>
          </p:nvCxnSpPr>
          <p:spPr bwMode="auto">
            <a:xfrm>
              <a:off x="7305" y="6511"/>
              <a:ext cx="195" cy="12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7" name="AutoShape 95">
              <a:extLst>
                <a:ext uri="{FF2B5EF4-FFF2-40B4-BE49-F238E27FC236}">
                  <a16:creationId xmlns:a16="http://schemas.microsoft.com/office/drawing/2014/main" id="{B6BE4F44-4FF4-428C-9E85-CB60310B9A4F}"/>
                </a:ext>
              </a:extLst>
            </p:cNvPr>
            <p:cNvCxnSpPr>
              <a:cxnSpLocks noChangeShapeType="1"/>
            </p:cNvCxnSpPr>
            <p:nvPr/>
          </p:nvCxnSpPr>
          <p:spPr bwMode="auto">
            <a:xfrm>
              <a:off x="8362" y="7155"/>
              <a:ext cx="218" cy="12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8" name="AutoShape 96">
              <a:extLst>
                <a:ext uri="{FF2B5EF4-FFF2-40B4-BE49-F238E27FC236}">
                  <a16:creationId xmlns:a16="http://schemas.microsoft.com/office/drawing/2014/main" id="{81CC0689-3FA2-4CE5-9F6E-F54E0D5403AD}"/>
                </a:ext>
              </a:extLst>
            </p:cNvPr>
            <p:cNvCxnSpPr>
              <a:cxnSpLocks noChangeShapeType="1"/>
            </p:cNvCxnSpPr>
            <p:nvPr/>
          </p:nvCxnSpPr>
          <p:spPr bwMode="auto">
            <a:xfrm>
              <a:off x="9398" y="7155"/>
              <a:ext cx="26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39" name="AutoShape 97">
              <a:extLst>
                <a:ext uri="{FF2B5EF4-FFF2-40B4-BE49-F238E27FC236}">
                  <a16:creationId xmlns:a16="http://schemas.microsoft.com/office/drawing/2014/main" id="{C1A44A7C-96A8-40D8-BB17-02A5E29EA446}"/>
                </a:ext>
              </a:extLst>
            </p:cNvPr>
            <p:cNvCxnSpPr>
              <a:cxnSpLocks noChangeShapeType="1"/>
            </p:cNvCxnSpPr>
            <p:nvPr/>
          </p:nvCxnSpPr>
          <p:spPr bwMode="auto">
            <a:xfrm flipV="1">
              <a:off x="10319" y="6451"/>
              <a:ext cx="112" cy="17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0" name="AutoShape 98">
              <a:extLst>
                <a:ext uri="{FF2B5EF4-FFF2-40B4-BE49-F238E27FC236}">
                  <a16:creationId xmlns:a16="http://schemas.microsoft.com/office/drawing/2014/main" id="{A3EF7057-2255-418B-86DB-D62E383CF3B4}"/>
                </a:ext>
              </a:extLst>
            </p:cNvPr>
            <p:cNvCxnSpPr>
              <a:cxnSpLocks noChangeShapeType="1"/>
            </p:cNvCxnSpPr>
            <p:nvPr/>
          </p:nvCxnSpPr>
          <p:spPr bwMode="auto">
            <a:xfrm>
              <a:off x="10890" y="4439"/>
              <a:ext cx="0" cy="18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1" name="AutoShape 99">
              <a:extLst>
                <a:ext uri="{FF2B5EF4-FFF2-40B4-BE49-F238E27FC236}">
                  <a16:creationId xmlns:a16="http://schemas.microsoft.com/office/drawing/2014/main" id="{E215D68C-B24F-4AC7-82D8-3662FBECF292}"/>
                </a:ext>
              </a:extLst>
            </p:cNvPr>
            <p:cNvCxnSpPr>
              <a:cxnSpLocks noChangeShapeType="1"/>
            </p:cNvCxnSpPr>
            <p:nvPr/>
          </p:nvCxnSpPr>
          <p:spPr bwMode="auto">
            <a:xfrm>
              <a:off x="10192" y="3532"/>
              <a:ext cx="112" cy="15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2" name="AutoShape 100">
              <a:extLst>
                <a:ext uri="{FF2B5EF4-FFF2-40B4-BE49-F238E27FC236}">
                  <a16:creationId xmlns:a16="http://schemas.microsoft.com/office/drawing/2014/main" id="{EC914760-CBED-417B-B632-0E329F93A7D3}"/>
                </a:ext>
              </a:extLst>
            </p:cNvPr>
            <p:cNvCxnSpPr>
              <a:cxnSpLocks noChangeShapeType="1"/>
            </p:cNvCxnSpPr>
            <p:nvPr/>
          </p:nvCxnSpPr>
          <p:spPr bwMode="auto">
            <a:xfrm>
              <a:off x="9277" y="3045"/>
              <a:ext cx="233"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3" name="AutoShape 101">
              <a:extLst>
                <a:ext uri="{FF2B5EF4-FFF2-40B4-BE49-F238E27FC236}">
                  <a16:creationId xmlns:a16="http://schemas.microsoft.com/office/drawing/2014/main" id="{927FBB71-CDFF-45CE-8ADA-E9631C10F5DF}"/>
                </a:ext>
              </a:extLst>
            </p:cNvPr>
            <p:cNvCxnSpPr>
              <a:cxnSpLocks noChangeShapeType="1"/>
            </p:cNvCxnSpPr>
            <p:nvPr/>
          </p:nvCxnSpPr>
          <p:spPr bwMode="auto">
            <a:xfrm>
              <a:off x="8250" y="3135"/>
              <a:ext cx="11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4" name="AutoShape 102">
              <a:extLst>
                <a:ext uri="{FF2B5EF4-FFF2-40B4-BE49-F238E27FC236}">
                  <a16:creationId xmlns:a16="http://schemas.microsoft.com/office/drawing/2014/main" id="{B06EC11D-FE80-4E08-BE49-7D77B357D897}"/>
                </a:ext>
              </a:extLst>
            </p:cNvPr>
            <p:cNvCxnSpPr>
              <a:cxnSpLocks noChangeShapeType="1"/>
            </p:cNvCxnSpPr>
            <p:nvPr/>
          </p:nvCxnSpPr>
          <p:spPr bwMode="auto">
            <a:xfrm>
              <a:off x="7575" y="3532"/>
              <a:ext cx="2729" cy="309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45" name="AutoShape 103">
              <a:extLst>
                <a:ext uri="{FF2B5EF4-FFF2-40B4-BE49-F238E27FC236}">
                  <a16:creationId xmlns:a16="http://schemas.microsoft.com/office/drawing/2014/main" id="{EBC2A700-26EA-478A-997B-5C71B3392F89}"/>
                </a:ext>
              </a:extLst>
            </p:cNvPr>
            <p:cNvCxnSpPr>
              <a:cxnSpLocks noChangeShapeType="1"/>
            </p:cNvCxnSpPr>
            <p:nvPr/>
          </p:nvCxnSpPr>
          <p:spPr bwMode="auto">
            <a:xfrm flipV="1">
              <a:off x="8430" y="3135"/>
              <a:ext cx="960" cy="39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46" name="AutoShape 104">
              <a:extLst>
                <a:ext uri="{FF2B5EF4-FFF2-40B4-BE49-F238E27FC236}">
                  <a16:creationId xmlns:a16="http://schemas.microsoft.com/office/drawing/2014/main" id="{27B301B9-5BC3-4511-8553-2BEE10FE43DB}"/>
                </a:ext>
              </a:extLst>
            </p:cNvPr>
            <p:cNvCxnSpPr>
              <a:cxnSpLocks noChangeShapeType="1"/>
            </p:cNvCxnSpPr>
            <p:nvPr/>
          </p:nvCxnSpPr>
          <p:spPr bwMode="auto">
            <a:xfrm flipV="1">
              <a:off x="7463" y="3690"/>
              <a:ext cx="2729" cy="282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47" name="AutoShape 105">
              <a:extLst>
                <a:ext uri="{FF2B5EF4-FFF2-40B4-BE49-F238E27FC236}">
                  <a16:creationId xmlns:a16="http://schemas.microsoft.com/office/drawing/2014/main" id="{C974FE86-D030-4A9C-B683-C8BA8D8DCE70}"/>
                </a:ext>
              </a:extLst>
            </p:cNvPr>
            <p:cNvCxnSpPr>
              <a:cxnSpLocks noChangeShapeType="1"/>
            </p:cNvCxnSpPr>
            <p:nvPr/>
          </p:nvCxnSpPr>
          <p:spPr bwMode="auto">
            <a:xfrm>
              <a:off x="7058" y="4260"/>
              <a:ext cx="3742" cy="162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348" name="AutoShape 106">
              <a:extLst>
                <a:ext uri="{FF2B5EF4-FFF2-40B4-BE49-F238E27FC236}">
                  <a16:creationId xmlns:a16="http://schemas.microsoft.com/office/drawing/2014/main" id="{F3D6C985-8D7A-439E-8A3C-4E1D615CF676}"/>
                </a:ext>
              </a:extLst>
            </p:cNvPr>
            <p:cNvCxnSpPr>
              <a:cxnSpLocks noChangeShapeType="1"/>
            </p:cNvCxnSpPr>
            <p:nvPr/>
          </p:nvCxnSpPr>
          <p:spPr bwMode="auto">
            <a:xfrm flipV="1">
              <a:off x="10800" y="5731"/>
              <a:ext cx="90" cy="23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3349" name="AutoShape 107">
              <a:extLst>
                <a:ext uri="{FF2B5EF4-FFF2-40B4-BE49-F238E27FC236}">
                  <a16:creationId xmlns:a16="http://schemas.microsoft.com/office/drawing/2014/main" id="{277EA967-D4D7-46BB-AF6D-D0C9FEBFF833}"/>
                </a:ext>
              </a:extLst>
            </p:cNvPr>
            <p:cNvCxnSpPr>
              <a:cxnSpLocks noChangeShapeType="1"/>
            </p:cNvCxnSpPr>
            <p:nvPr/>
          </p:nvCxnSpPr>
          <p:spPr bwMode="auto">
            <a:xfrm flipH="1">
              <a:off x="8655" y="3990"/>
              <a:ext cx="525" cy="2145"/>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3350" name="AutoShape 108">
              <a:extLst>
                <a:ext uri="{FF2B5EF4-FFF2-40B4-BE49-F238E27FC236}">
                  <a16:creationId xmlns:a16="http://schemas.microsoft.com/office/drawing/2014/main" id="{D117B24D-F99E-418D-B5A3-793209CA2673}"/>
                </a:ext>
              </a:extLst>
            </p:cNvPr>
            <p:cNvCxnSpPr>
              <a:cxnSpLocks noChangeShapeType="1"/>
            </p:cNvCxnSpPr>
            <p:nvPr/>
          </p:nvCxnSpPr>
          <p:spPr bwMode="auto">
            <a:xfrm flipH="1">
              <a:off x="7920" y="4785"/>
              <a:ext cx="2145" cy="525"/>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3351" name="AutoShape 109">
              <a:extLst>
                <a:ext uri="{FF2B5EF4-FFF2-40B4-BE49-F238E27FC236}">
                  <a16:creationId xmlns:a16="http://schemas.microsoft.com/office/drawing/2014/main" id="{F6C93510-6A83-43EB-A79E-ED512344CC54}"/>
                </a:ext>
              </a:extLst>
            </p:cNvPr>
            <p:cNvCxnSpPr>
              <a:cxnSpLocks noChangeShapeType="1"/>
            </p:cNvCxnSpPr>
            <p:nvPr/>
          </p:nvCxnSpPr>
          <p:spPr bwMode="auto">
            <a:xfrm>
              <a:off x="8580" y="3915"/>
              <a:ext cx="697" cy="2310"/>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3352" name="AutoShape 110">
              <a:extLst>
                <a:ext uri="{FF2B5EF4-FFF2-40B4-BE49-F238E27FC236}">
                  <a16:creationId xmlns:a16="http://schemas.microsoft.com/office/drawing/2014/main" id="{401CD26B-C720-4459-92CC-B5BA1A5DE7D3}"/>
                </a:ext>
              </a:extLst>
            </p:cNvPr>
            <p:cNvCxnSpPr>
              <a:cxnSpLocks noChangeShapeType="1"/>
            </p:cNvCxnSpPr>
            <p:nvPr/>
          </p:nvCxnSpPr>
          <p:spPr bwMode="auto">
            <a:xfrm>
              <a:off x="8212" y="4260"/>
              <a:ext cx="1448" cy="1620"/>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3353" name="AutoShape 111">
              <a:extLst>
                <a:ext uri="{FF2B5EF4-FFF2-40B4-BE49-F238E27FC236}">
                  <a16:creationId xmlns:a16="http://schemas.microsoft.com/office/drawing/2014/main" id="{B2FC3361-0F4D-4EB7-91AC-6E843E65CEF8}"/>
                </a:ext>
              </a:extLst>
            </p:cNvPr>
            <p:cNvCxnSpPr>
              <a:cxnSpLocks noChangeShapeType="1"/>
            </p:cNvCxnSpPr>
            <p:nvPr/>
          </p:nvCxnSpPr>
          <p:spPr bwMode="auto">
            <a:xfrm>
              <a:off x="7920" y="4620"/>
              <a:ext cx="2145" cy="930"/>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3354" name="AutoShape 112">
              <a:extLst>
                <a:ext uri="{FF2B5EF4-FFF2-40B4-BE49-F238E27FC236}">
                  <a16:creationId xmlns:a16="http://schemas.microsoft.com/office/drawing/2014/main" id="{A410C79D-5562-4D49-A4C4-7E0EE8851F41}"/>
                </a:ext>
              </a:extLst>
            </p:cNvPr>
            <p:cNvCxnSpPr>
              <a:cxnSpLocks noChangeShapeType="1"/>
            </p:cNvCxnSpPr>
            <p:nvPr/>
          </p:nvCxnSpPr>
          <p:spPr bwMode="auto">
            <a:xfrm flipH="1">
              <a:off x="8100" y="4260"/>
              <a:ext cx="1560" cy="1620"/>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13355" name="Oval 113">
              <a:extLst>
                <a:ext uri="{FF2B5EF4-FFF2-40B4-BE49-F238E27FC236}">
                  <a16:creationId xmlns:a16="http://schemas.microsoft.com/office/drawing/2014/main" id="{E3802D9B-F48D-4935-8008-A85DADEC1ABF}"/>
                </a:ext>
              </a:extLst>
            </p:cNvPr>
            <p:cNvSpPr>
              <a:spLocks noChangeArrowheads="1"/>
            </p:cNvSpPr>
            <p:nvPr/>
          </p:nvSpPr>
          <p:spPr bwMode="auto">
            <a:xfrm>
              <a:off x="8430" y="4439"/>
              <a:ext cx="930" cy="1200"/>
            </a:xfrm>
            <a:prstGeom prst="ellipse">
              <a:avLst/>
            </a:prstGeom>
            <a:solidFill>
              <a:srgbClr val="B8CCE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3356" name="AutoShape 114">
              <a:extLst>
                <a:ext uri="{FF2B5EF4-FFF2-40B4-BE49-F238E27FC236}">
                  <a16:creationId xmlns:a16="http://schemas.microsoft.com/office/drawing/2014/main" id="{49A782FE-4851-4F1C-9CF0-FAB6EFA15ABC}"/>
                </a:ext>
              </a:extLst>
            </p:cNvPr>
            <p:cNvCxnSpPr>
              <a:cxnSpLocks noChangeShapeType="1"/>
            </p:cNvCxnSpPr>
            <p:nvPr/>
          </p:nvCxnSpPr>
          <p:spPr bwMode="auto">
            <a:xfrm flipV="1">
              <a:off x="8895" y="4439"/>
              <a:ext cx="0" cy="616"/>
            </a:xfrm>
            <a:prstGeom prst="straightConnector1">
              <a:avLst/>
            </a:prstGeom>
            <a:noFill/>
            <a:ln w="952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13357" name="AutoShape 115">
              <a:extLst>
                <a:ext uri="{FF2B5EF4-FFF2-40B4-BE49-F238E27FC236}">
                  <a16:creationId xmlns:a16="http://schemas.microsoft.com/office/drawing/2014/main" id="{CB38DB96-DE10-4C89-B36D-42EF6F19D86D}"/>
                </a:ext>
              </a:extLst>
            </p:cNvPr>
            <p:cNvCxnSpPr>
              <a:cxnSpLocks noChangeShapeType="1"/>
            </p:cNvCxnSpPr>
            <p:nvPr/>
          </p:nvCxnSpPr>
          <p:spPr bwMode="auto">
            <a:xfrm>
              <a:off x="8910" y="5055"/>
              <a:ext cx="1282" cy="869"/>
            </a:xfrm>
            <a:prstGeom prst="straightConnector1">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13358" name="AutoShape 116">
              <a:extLst>
                <a:ext uri="{FF2B5EF4-FFF2-40B4-BE49-F238E27FC236}">
                  <a16:creationId xmlns:a16="http://schemas.microsoft.com/office/drawing/2014/main" id="{4421339D-4CFF-4F2E-AB8B-DC27F73EBC0D}"/>
                </a:ext>
              </a:extLst>
            </p:cNvPr>
            <p:cNvCxnSpPr>
              <a:cxnSpLocks noChangeShapeType="1"/>
            </p:cNvCxnSpPr>
            <p:nvPr/>
          </p:nvCxnSpPr>
          <p:spPr bwMode="auto">
            <a:xfrm flipV="1">
              <a:off x="8895" y="3990"/>
              <a:ext cx="1598" cy="1065"/>
            </a:xfrm>
            <a:prstGeom prst="straightConnector1">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grpSp>
          <p:nvGrpSpPr>
            <p:cNvPr id="13359" name="Group 117">
              <a:extLst>
                <a:ext uri="{FF2B5EF4-FFF2-40B4-BE49-F238E27FC236}">
                  <a16:creationId xmlns:a16="http://schemas.microsoft.com/office/drawing/2014/main" id="{1F728B62-B390-4C4D-9255-674168CC0794}"/>
                </a:ext>
              </a:extLst>
            </p:cNvPr>
            <p:cNvGrpSpPr>
              <a:grpSpLocks/>
            </p:cNvGrpSpPr>
            <p:nvPr/>
          </p:nvGrpSpPr>
          <p:grpSpPr bwMode="auto">
            <a:xfrm>
              <a:off x="9007" y="4560"/>
              <a:ext cx="195" cy="225"/>
              <a:chOff x="7800" y="8580"/>
              <a:chExt cx="195" cy="225"/>
            </a:xfrm>
          </p:grpSpPr>
          <p:cxnSp>
            <p:nvCxnSpPr>
              <p:cNvPr id="13399" name="AutoShape 118">
                <a:extLst>
                  <a:ext uri="{FF2B5EF4-FFF2-40B4-BE49-F238E27FC236}">
                    <a16:creationId xmlns:a16="http://schemas.microsoft.com/office/drawing/2014/main" id="{68D68C04-5A72-42DE-903A-FC66E6FC18ED}"/>
                  </a:ext>
                </a:extLst>
              </p:cNvPr>
              <p:cNvCxnSpPr>
                <a:cxnSpLocks noChangeShapeType="1"/>
              </p:cNvCxnSpPr>
              <p:nvPr/>
            </p:nvCxnSpPr>
            <p:spPr bwMode="auto">
              <a:xfrm>
                <a:off x="7800" y="8700"/>
                <a:ext cx="19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400" name="AutoShape 119">
                <a:extLst>
                  <a:ext uri="{FF2B5EF4-FFF2-40B4-BE49-F238E27FC236}">
                    <a16:creationId xmlns:a16="http://schemas.microsoft.com/office/drawing/2014/main" id="{D558EEA9-3286-4A2E-BFC9-43473815C593}"/>
                  </a:ext>
                </a:extLst>
              </p:cNvPr>
              <p:cNvCxnSpPr>
                <a:cxnSpLocks noChangeShapeType="1"/>
              </p:cNvCxnSpPr>
              <p:nvPr/>
            </p:nvCxnSpPr>
            <p:spPr bwMode="auto">
              <a:xfrm>
                <a:off x="7920" y="8580"/>
                <a:ext cx="0" cy="2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3360" name="AutoShape 120">
              <a:extLst>
                <a:ext uri="{FF2B5EF4-FFF2-40B4-BE49-F238E27FC236}">
                  <a16:creationId xmlns:a16="http://schemas.microsoft.com/office/drawing/2014/main" id="{43D2F868-8BBA-4DF1-A07D-C792900A682A}"/>
                </a:ext>
              </a:extLst>
            </p:cNvPr>
            <p:cNvCxnSpPr>
              <a:cxnSpLocks noChangeShapeType="1"/>
            </p:cNvCxnSpPr>
            <p:nvPr/>
          </p:nvCxnSpPr>
          <p:spPr bwMode="auto">
            <a:xfrm>
              <a:off x="8505" y="5177"/>
              <a:ext cx="15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61" name="AutoShape 121">
              <a:extLst>
                <a:ext uri="{FF2B5EF4-FFF2-40B4-BE49-F238E27FC236}">
                  <a16:creationId xmlns:a16="http://schemas.microsoft.com/office/drawing/2014/main" id="{A19DCA24-0089-4971-8AC1-23B944741DCC}"/>
                </a:ext>
              </a:extLst>
            </p:cNvPr>
            <p:cNvCxnSpPr>
              <a:cxnSpLocks noChangeShapeType="1"/>
            </p:cNvCxnSpPr>
            <p:nvPr/>
          </p:nvCxnSpPr>
          <p:spPr bwMode="auto">
            <a:xfrm>
              <a:off x="8580" y="5055"/>
              <a:ext cx="0" cy="2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nvGrpSpPr>
            <p:cNvPr id="13362" name="Group 122">
              <a:extLst>
                <a:ext uri="{FF2B5EF4-FFF2-40B4-BE49-F238E27FC236}">
                  <a16:creationId xmlns:a16="http://schemas.microsoft.com/office/drawing/2014/main" id="{C5E8FEEB-A8EB-4474-A89D-D273A8657F95}"/>
                </a:ext>
              </a:extLst>
            </p:cNvPr>
            <p:cNvGrpSpPr>
              <a:grpSpLocks/>
            </p:cNvGrpSpPr>
            <p:nvPr/>
          </p:nvGrpSpPr>
          <p:grpSpPr bwMode="auto">
            <a:xfrm>
              <a:off x="9105" y="4830"/>
              <a:ext cx="195" cy="225"/>
              <a:chOff x="7800" y="8580"/>
              <a:chExt cx="195" cy="225"/>
            </a:xfrm>
          </p:grpSpPr>
          <p:cxnSp>
            <p:nvCxnSpPr>
              <p:cNvPr id="13397" name="AutoShape 123">
                <a:extLst>
                  <a:ext uri="{FF2B5EF4-FFF2-40B4-BE49-F238E27FC236}">
                    <a16:creationId xmlns:a16="http://schemas.microsoft.com/office/drawing/2014/main" id="{A29970CC-B934-4FDE-B913-B6CFBDD5D4B8}"/>
                  </a:ext>
                </a:extLst>
              </p:cNvPr>
              <p:cNvCxnSpPr>
                <a:cxnSpLocks noChangeShapeType="1"/>
              </p:cNvCxnSpPr>
              <p:nvPr/>
            </p:nvCxnSpPr>
            <p:spPr bwMode="auto">
              <a:xfrm>
                <a:off x="7800" y="8700"/>
                <a:ext cx="19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98" name="AutoShape 124">
                <a:extLst>
                  <a:ext uri="{FF2B5EF4-FFF2-40B4-BE49-F238E27FC236}">
                    <a16:creationId xmlns:a16="http://schemas.microsoft.com/office/drawing/2014/main" id="{70D2F099-68DD-452C-B671-2B6225914AE5}"/>
                  </a:ext>
                </a:extLst>
              </p:cNvPr>
              <p:cNvCxnSpPr>
                <a:cxnSpLocks noChangeShapeType="1"/>
              </p:cNvCxnSpPr>
              <p:nvPr/>
            </p:nvCxnSpPr>
            <p:spPr bwMode="auto">
              <a:xfrm>
                <a:off x="7920" y="8580"/>
                <a:ext cx="0" cy="2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3363" name="Group 125">
              <a:extLst>
                <a:ext uri="{FF2B5EF4-FFF2-40B4-BE49-F238E27FC236}">
                  <a16:creationId xmlns:a16="http://schemas.microsoft.com/office/drawing/2014/main" id="{5696C3D6-7F5B-4774-8989-C5D8E2C1569A}"/>
                </a:ext>
              </a:extLst>
            </p:cNvPr>
            <p:cNvGrpSpPr>
              <a:grpSpLocks/>
            </p:cNvGrpSpPr>
            <p:nvPr/>
          </p:nvGrpSpPr>
          <p:grpSpPr bwMode="auto">
            <a:xfrm>
              <a:off x="9082" y="5205"/>
              <a:ext cx="195" cy="225"/>
              <a:chOff x="7800" y="8580"/>
              <a:chExt cx="195" cy="225"/>
            </a:xfrm>
          </p:grpSpPr>
          <p:cxnSp>
            <p:nvCxnSpPr>
              <p:cNvPr id="13395" name="AutoShape 126">
                <a:extLst>
                  <a:ext uri="{FF2B5EF4-FFF2-40B4-BE49-F238E27FC236}">
                    <a16:creationId xmlns:a16="http://schemas.microsoft.com/office/drawing/2014/main" id="{268B3629-65BC-4F16-883E-8EA667E96DB7}"/>
                  </a:ext>
                </a:extLst>
              </p:cNvPr>
              <p:cNvCxnSpPr>
                <a:cxnSpLocks noChangeShapeType="1"/>
              </p:cNvCxnSpPr>
              <p:nvPr/>
            </p:nvCxnSpPr>
            <p:spPr bwMode="auto">
              <a:xfrm>
                <a:off x="7800" y="8700"/>
                <a:ext cx="19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96" name="AutoShape 127">
                <a:extLst>
                  <a:ext uri="{FF2B5EF4-FFF2-40B4-BE49-F238E27FC236}">
                    <a16:creationId xmlns:a16="http://schemas.microsoft.com/office/drawing/2014/main" id="{851832BD-640E-42C4-B7CE-AD94740FEEB2}"/>
                  </a:ext>
                </a:extLst>
              </p:cNvPr>
              <p:cNvCxnSpPr>
                <a:cxnSpLocks noChangeShapeType="1"/>
              </p:cNvCxnSpPr>
              <p:nvPr/>
            </p:nvCxnSpPr>
            <p:spPr bwMode="auto">
              <a:xfrm>
                <a:off x="7920" y="8580"/>
                <a:ext cx="0" cy="2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3364" name="Group 128">
              <a:extLst>
                <a:ext uri="{FF2B5EF4-FFF2-40B4-BE49-F238E27FC236}">
                  <a16:creationId xmlns:a16="http://schemas.microsoft.com/office/drawing/2014/main" id="{72E2CB25-2B2C-43D0-9BDC-0247BD816FF4}"/>
                </a:ext>
              </a:extLst>
            </p:cNvPr>
            <p:cNvGrpSpPr>
              <a:grpSpLocks/>
            </p:cNvGrpSpPr>
            <p:nvPr/>
          </p:nvGrpSpPr>
          <p:grpSpPr bwMode="auto">
            <a:xfrm>
              <a:off x="8910" y="5325"/>
              <a:ext cx="195" cy="225"/>
              <a:chOff x="7800" y="8580"/>
              <a:chExt cx="195" cy="225"/>
            </a:xfrm>
          </p:grpSpPr>
          <p:cxnSp>
            <p:nvCxnSpPr>
              <p:cNvPr id="13393" name="AutoShape 129">
                <a:extLst>
                  <a:ext uri="{FF2B5EF4-FFF2-40B4-BE49-F238E27FC236}">
                    <a16:creationId xmlns:a16="http://schemas.microsoft.com/office/drawing/2014/main" id="{A2044111-D905-4F65-AB9A-AACB17CD34CA}"/>
                  </a:ext>
                </a:extLst>
              </p:cNvPr>
              <p:cNvCxnSpPr>
                <a:cxnSpLocks noChangeShapeType="1"/>
              </p:cNvCxnSpPr>
              <p:nvPr/>
            </p:nvCxnSpPr>
            <p:spPr bwMode="auto">
              <a:xfrm>
                <a:off x="7800" y="8700"/>
                <a:ext cx="195" cy="1"/>
              </a:xfrm>
              <a:prstGeom prst="straightConnector1">
                <a:avLst/>
              </a:prstGeom>
              <a:noFill/>
              <a:ln w="19050">
                <a:solidFill>
                  <a:srgbClr val="00B050"/>
                </a:solidFill>
                <a:round/>
                <a:headEnd/>
                <a:tailEnd/>
              </a:ln>
              <a:extLst>
                <a:ext uri="{909E8E84-426E-40DD-AFC4-6F175D3DCCD1}">
                  <a14:hiddenFill xmlns:a14="http://schemas.microsoft.com/office/drawing/2010/main">
                    <a:noFill/>
                  </a14:hiddenFill>
                </a:ext>
              </a:extLst>
            </p:spPr>
          </p:cxnSp>
          <p:cxnSp>
            <p:nvCxnSpPr>
              <p:cNvPr id="13394" name="AutoShape 130">
                <a:extLst>
                  <a:ext uri="{FF2B5EF4-FFF2-40B4-BE49-F238E27FC236}">
                    <a16:creationId xmlns:a16="http://schemas.microsoft.com/office/drawing/2014/main" id="{AA2F42B1-1968-4EED-8B88-D59C02858488}"/>
                  </a:ext>
                </a:extLst>
              </p:cNvPr>
              <p:cNvCxnSpPr>
                <a:cxnSpLocks noChangeShapeType="1"/>
              </p:cNvCxnSpPr>
              <p:nvPr/>
            </p:nvCxnSpPr>
            <p:spPr bwMode="auto">
              <a:xfrm>
                <a:off x="7920" y="8580"/>
                <a:ext cx="0" cy="2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3365" name="Group 131">
              <a:extLst>
                <a:ext uri="{FF2B5EF4-FFF2-40B4-BE49-F238E27FC236}">
                  <a16:creationId xmlns:a16="http://schemas.microsoft.com/office/drawing/2014/main" id="{5F11E74C-D3D1-4E7B-BC75-DBBE0C717938}"/>
                </a:ext>
              </a:extLst>
            </p:cNvPr>
            <p:cNvGrpSpPr>
              <a:grpSpLocks/>
            </p:cNvGrpSpPr>
            <p:nvPr/>
          </p:nvGrpSpPr>
          <p:grpSpPr bwMode="auto">
            <a:xfrm>
              <a:off x="8700" y="5325"/>
              <a:ext cx="195" cy="225"/>
              <a:chOff x="7800" y="8580"/>
              <a:chExt cx="195" cy="225"/>
            </a:xfrm>
          </p:grpSpPr>
          <p:cxnSp>
            <p:nvCxnSpPr>
              <p:cNvPr id="13391" name="AutoShape 132">
                <a:extLst>
                  <a:ext uri="{FF2B5EF4-FFF2-40B4-BE49-F238E27FC236}">
                    <a16:creationId xmlns:a16="http://schemas.microsoft.com/office/drawing/2014/main" id="{5643E478-D511-4FCF-ACE4-F12C23F85E36}"/>
                  </a:ext>
                </a:extLst>
              </p:cNvPr>
              <p:cNvCxnSpPr>
                <a:cxnSpLocks noChangeShapeType="1"/>
              </p:cNvCxnSpPr>
              <p:nvPr/>
            </p:nvCxnSpPr>
            <p:spPr bwMode="auto">
              <a:xfrm>
                <a:off x="7800" y="8700"/>
                <a:ext cx="19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92" name="AutoShape 133">
                <a:extLst>
                  <a:ext uri="{FF2B5EF4-FFF2-40B4-BE49-F238E27FC236}">
                    <a16:creationId xmlns:a16="http://schemas.microsoft.com/office/drawing/2014/main" id="{849C2E4D-EBDB-44BF-8852-539019AD7470}"/>
                  </a:ext>
                </a:extLst>
              </p:cNvPr>
              <p:cNvCxnSpPr>
                <a:cxnSpLocks noChangeShapeType="1"/>
              </p:cNvCxnSpPr>
              <p:nvPr/>
            </p:nvCxnSpPr>
            <p:spPr bwMode="auto">
              <a:xfrm>
                <a:off x="7920" y="8580"/>
                <a:ext cx="0" cy="2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3366" name="Group 134">
              <a:extLst>
                <a:ext uri="{FF2B5EF4-FFF2-40B4-BE49-F238E27FC236}">
                  <a16:creationId xmlns:a16="http://schemas.microsoft.com/office/drawing/2014/main" id="{DA4A1F0D-AAB2-4595-B50A-7E2FDCD64F89}"/>
                </a:ext>
              </a:extLst>
            </p:cNvPr>
            <p:cNvGrpSpPr>
              <a:grpSpLocks/>
            </p:cNvGrpSpPr>
            <p:nvPr/>
          </p:nvGrpSpPr>
          <p:grpSpPr bwMode="auto">
            <a:xfrm>
              <a:off x="8520" y="5280"/>
              <a:ext cx="195" cy="225"/>
              <a:chOff x="7800" y="8580"/>
              <a:chExt cx="195" cy="225"/>
            </a:xfrm>
          </p:grpSpPr>
          <p:cxnSp>
            <p:nvCxnSpPr>
              <p:cNvPr id="13389" name="AutoShape 135">
                <a:extLst>
                  <a:ext uri="{FF2B5EF4-FFF2-40B4-BE49-F238E27FC236}">
                    <a16:creationId xmlns:a16="http://schemas.microsoft.com/office/drawing/2014/main" id="{B62F27B3-19DD-4B56-BCE9-E2700ED4D908}"/>
                  </a:ext>
                </a:extLst>
              </p:cNvPr>
              <p:cNvCxnSpPr>
                <a:cxnSpLocks noChangeShapeType="1"/>
              </p:cNvCxnSpPr>
              <p:nvPr/>
            </p:nvCxnSpPr>
            <p:spPr bwMode="auto">
              <a:xfrm>
                <a:off x="7800" y="8700"/>
                <a:ext cx="19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90" name="AutoShape 136">
                <a:extLst>
                  <a:ext uri="{FF2B5EF4-FFF2-40B4-BE49-F238E27FC236}">
                    <a16:creationId xmlns:a16="http://schemas.microsoft.com/office/drawing/2014/main" id="{530A5A19-EE58-479A-B0CE-E6259A295CA3}"/>
                  </a:ext>
                </a:extLst>
              </p:cNvPr>
              <p:cNvCxnSpPr>
                <a:cxnSpLocks noChangeShapeType="1"/>
              </p:cNvCxnSpPr>
              <p:nvPr/>
            </p:nvCxnSpPr>
            <p:spPr bwMode="auto">
              <a:xfrm>
                <a:off x="7920" y="8580"/>
                <a:ext cx="0" cy="2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3367" name="Group 137">
              <a:extLst>
                <a:ext uri="{FF2B5EF4-FFF2-40B4-BE49-F238E27FC236}">
                  <a16:creationId xmlns:a16="http://schemas.microsoft.com/office/drawing/2014/main" id="{3504A261-BA23-4775-AB3A-CC355482F658}"/>
                </a:ext>
              </a:extLst>
            </p:cNvPr>
            <p:cNvGrpSpPr>
              <a:grpSpLocks/>
            </p:cNvGrpSpPr>
            <p:nvPr/>
          </p:nvGrpSpPr>
          <p:grpSpPr bwMode="auto">
            <a:xfrm>
              <a:off x="8865" y="4501"/>
              <a:ext cx="195" cy="225"/>
              <a:chOff x="7800" y="8580"/>
              <a:chExt cx="195" cy="225"/>
            </a:xfrm>
          </p:grpSpPr>
          <p:cxnSp>
            <p:nvCxnSpPr>
              <p:cNvPr id="13387" name="AutoShape 138">
                <a:extLst>
                  <a:ext uri="{FF2B5EF4-FFF2-40B4-BE49-F238E27FC236}">
                    <a16:creationId xmlns:a16="http://schemas.microsoft.com/office/drawing/2014/main" id="{F999F397-2511-4736-B3A0-FA795170CFD2}"/>
                  </a:ext>
                </a:extLst>
              </p:cNvPr>
              <p:cNvCxnSpPr>
                <a:cxnSpLocks noChangeShapeType="1"/>
              </p:cNvCxnSpPr>
              <p:nvPr/>
            </p:nvCxnSpPr>
            <p:spPr bwMode="auto">
              <a:xfrm>
                <a:off x="7800" y="8700"/>
                <a:ext cx="19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88" name="AutoShape 139">
                <a:extLst>
                  <a:ext uri="{FF2B5EF4-FFF2-40B4-BE49-F238E27FC236}">
                    <a16:creationId xmlns:a16="http://schemas.microsoft.com/office/drawing/2014/main" id="{515FE81A-2BE9-4305-A526-4D932C68193C}"/>
                  </a:ext>
                </a:extLst>
              </p:cNvPr>
              <p:cNvCxnSpPr>
                <a:cxnSpLocks noChangeShapeType="1"/>
              </p:cNvCxnSpPr>
              <p:nvPr/>
            </p:nvCxnSpPr>
            <p:spPr bwMode="auto">
              <a:xfrm>
                <a:off x="7920" y="8580"/>
                <a:ext cx="0" cy="2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3368" name="Group 140">
              <a:extLst>
                <a:ext uri="{FF2B5EF4-FFF2-40B4-BE49-F238E27FC236}">
                  <a16:creationId xmlns:a16="http://schemas.microsoft.com/office/drawing/2014/main" id="{6419386F-1FCC-4F23-BBAB-1DDA4AF9C6CC}"/>
                </a:ext>
              </a:extLst>
            </p:cNvPr>
            <p:cNvGrpSpPr>
              <a:grpSpLocks/>
            </p:cNvGrpSpPr>
            <p:nvPr/>
          </p:nvGrpSpPr>
          <p:grpSpPr bwMode="auto">
            <a:xfrm>
              <a:off x="8670" y="4439"/>
              <a:ext cx="195" cy="225"/>
              <a:chOff x="7800" y="8580"/>
              <a:chExt cx="195" cy="225"/>
            </a:xfrm>
          </p:grpSpPr>
          <p:cxnSp>
            <p:nvCxnSpPr>
              <p:cNvPr id="13385" name="AutoShape 141">
                <a:extLst>
                  <a:ext uri="{FF2B5EF4-FFF2-40B4-BE49-F238E27FC236}">
                    <a16:creationId xmlns:a16="http://schemas.microsoft.com/office/drawing/2014/main" id="{749BB28A-82B6-49C4-8FE7-87DBBCEA855B}"/>
                  </a:ext>
                </a:extLst>
              </p:cNvPr>
              <p:cNvCxnSpPr>
                <a:cxnSpLocks noChangeShapeType="1"/>
              </p:cNvCxnSpPr>
              <p:nvPr/>
            </p:nvCxnSpPr>
            <p:spPr bwMode="auto">
              <a:xfrm>
                <a:off x="7800" y="8700"/>
                <a:ext cx="19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86" name="AutoShape 142">
                <a:extLst>
                  <a:ext uri="{FF2B5EF4-FFF2-40B4-BE49-F238E27FC236}">
                    <a16:creationId xmlns:a16="http://schemas.microsoft.com/office/drawing/2014/main" id="{C26831DB-76C3-4C89-8351-3870DF92A045}"/>
                  </a:ext>
                </a:extLst>
              </p:cNvPr>
              <p:cNvCxnSpPr>
                <a:cxnSpLocks noChangeShapeType="1"/>
              </p:cNvCxnSpPr>
              <p:nvPr/>
            </p:nvCxnSpPr>
            <p:spPr bwMode="auto">
              <a:xfrm>
                <a:off x="7920" y="8580"/>
                <a:ext cx="0" cy="2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3369" name="Group 143">
              <a:extLst>
                <a:ext uri="{FF2B5EF4-FFF2-40B4-BE49-F238E27FC236}">
                  <a16:creationId xmlns:a16="http://schemas.microsoft.com/office/drawing/2014/main" id="{A73C5FF2-040A-4E3C-BCAE-BBD4595A1A62}"/>
                </a:ext>
              </a:extLst>
            </p:cNvPr>
            <p:cNvGrpSpPr>
              <a:grpSpLocks/>
            </p:cNvGrpSpPr>
            <p:nvPr/>
          </p:nvGrpSpPr>
          <p:grpSpPr bwMode="auto">
            <a:xfrm>
              <a:off x="8550" y="4560"/>
              <a:ext cx="195" cy="225"/>
              <a:chOff x="7800" y="8580"/>
              <a:chExt cx="195" cy="225"/>
            </a:xfrm>
          </p:grpSpPr>
          <p:cxnSp>
            <p:nvCxnSpPr>
              <p:cNvPr id="13383" name="AutoShape 144">
                <a:extLst>
                  <a:ext uri="{FF2B5EF4-FFF2-40B4-BE49-F238E27FC236}">
                    <a16:creationId xmlns:a16="http://schemas.microsoft.com/office/drawing/2014/main" id="{198662C4-2671-4477-BD11-B8E7B56EFCD5}"/>
                  </a:ext>
                </a:extLst>
              </p:cNvPr>
              <p:cNvCxnSpPr>
                <a:cxnSpLocks noChangeShapeType="1"/>
              </p:cNvCxnSpPr>
              <p:nvPr/>
            </p:nvCxnSpPr>
            <p:spPr bwMode="auto">
              <a:xfrm>
                <a:off x="7800" y="8700"/>
                <a:ext cx="19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84" name="AutoShape 145">
                <a:extLst>
                  <a:ext uri="{FF2B5EF4-FFF2-40B4-BE49-F238E27FC236}">
                    <a16:creationId xmlns:a16="http://schemas.microsoft.com/office/drawing/2014/main" id="{DE8B089D-49D1-4924-9CB0-73BB32743A8E}"/>
                  </a:ext>
                </a:extLst>
              </p:cNvPr>
              <p:cNvCxnSpPr>
                <a:cxnSpLocks noChangeShapeType="1"/>
              </p:cNvCxnSpPr>
              <p:nvPr/>
            </p:nvCxnSpPr>
            <p:spPr bwMode="auto">
              <a:xfrm>
                <a:off x="7920" y="8580"/>
                <a:ext cx="0" cy="2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grpSp>
          <p:nvGrpSpPr>
            <p:cNvPr id="13370" name="Group 146">
              <a:extLst>
                <a:ext uri="{FF2B5EF4-FFF2-40B4-BE49-F238E27FC236}">
                  <a16:creationId xmlns:a16="http://schemas.microsoft.com/office/drawing/2014/main" id="{87C5B616-E345-40C1-AFF4-D302DD097E2F}"/>
                </a:ext>
              </a:extLst>
            </p:cNvPr>
            <p:cNvGrpSpPr>
              <a:grpSpLocks/>
            </p:cNvGrpSpPr>
            <p:nvPr/>
          </p:nvGrpSpPr>
          <p:grpSpPr bwMode="auto">
            <a:xfrm>
              <a:off x="8430" y="4726"/>
              <a:ext cx="195" cy="225"/>
              <a:chOff x="7800" y="8580"/>
              <a:chExt cx="195" cy="225"/>
            </a:xfrm>
          </p:grpSpPr>
          <p:cxnSp>
            <p:nvCxnSpPr>
              <p:cNvPr id="13381" name="AutoShape 147">
                <a:extLst>
                  <a:ext uri="{FF2B5EF4-FFF2-40B4-BE49-F238E27FC236}">
                    <a16:creationId xmlns:a16="http://schemas.microsoft.com/office/drawing/2014/main" id="{BB5A6163-CB3C-4A8C-859D-88F82975A56A}"/>
                  </a:ext>
                </a:extLst>
              </p:cNvPr>
              <p:cNvCxnSpPr>
                <a:cxnSpLocks noChangeShapeType="1"/>
              </p:cNvCxnSpPr>
              <p:nvPr/>
            </p:nvCxnSpPr>
            <p:spPr bwMode="auto">
              <a:xfrm>
                <a:off x="7800" y="8700"/>
                <a:ext cx="19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382" name="AutoShape 148">
                <a:extLst>
                  <a:ext uri="{FF2B5EF4-FFF2-40B4-BE49-F238E27FC236}">
                    <a16:creationId xmlns:a16="http://schemas.microsoft.com/office/drawing/2014/main" id="{8AF3D00C-22B3-4659-A9A8-8A0A35ACC10F}"/>
                  </a:ext>
                </a:extLst>
              </p:cNvPr>
              <p:cNvCxnSpPr>
                <a:cxnSpLocks noChangeShapeType="1"/>
              </p:cNvCxnSpPr>
              <p:nvPr/>
            </p:nvCxnSpPr>
            <p:spPr bwMode="auto">
              <a:xfrm>
                <a:off x="7920" y="8580"/>
                <a:ext cx="0" cy="22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3371" name="AutoShape 149">
              <a:extLst>
                <a:ext uri="{FF2B5EF4-FFF2-40B4-BE49-F238E27FC236}">
                  <a16:creationId xmlns:a16="http://schemas.microsoft.com/office/drawing/2014/main" id="{9CA4DB06-D4A9-4145-9DCE-953D3B843757}"/>
                </a:ext>
              </a:extLst>
            </p:cNvPr>
            <p:cNvCxnSpPr>
              <a:cxnSpLocks noChangeShapeType="1"/>
            </p:cNvCxnSpPr>
            <p:nvPr/>
          </p:nvCxnSpPr>
          <p:spPr bwMode="auto">
            <a:xfrm>
              <a:off x="8985" y="6630"/>
              <a:ext cx="120" cy="85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3372" name="AutoShape 150">
              <a:extLst>
                <a:ext uri="{FF2B5EF4-FFF2-40B4-BE49-F238E27FC236}">
                  <a16:creationId xmlns:a16="http://schemas.microsoft.com/office/drawing/2014/main" id="{89FAE44B-21DD-40DB-8101-DEA4A63817BC}"/>
                </a:ext>
              </a:extLst>
            </p:cNvPr>
            <p:cNvCxnSpPr>
              <a:cxnSpLocks noChangeShapeType="1"/>
            </p:cNvCxnSpPr>
            <p:nvPr/>
          </p:nvCxnSpPr>
          <p:spPr bwMode="auto">
            <a:xfrm>
              <a:off x="9127" y="7485"/>
              <a:ext cx="150" cy="1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3373" name="Oval 151">
              <a:extLst>
                <a:ext uri="{FF2B5EF4-FFF2-40B4-BE49-F238E27FC236}">
                  <a16:creationId xmlns:a16="http://schemas.microsoft.com/office/drawing/2014/main" id="{305D9D2C-FE2A-4C41-94F6-9AECC4E4A94E}"/>
                </a:ext>
              </a:extLst>
            </p:cNvPr>
            <p:cNvSpPr>
              <a:spLocks noChangeArrowheads="1"/>
            </p:cNvSpPr>
            <p:nvPr/>
          </p:nvSpPr>
          <p:spPr bwMode="auto">
            <a:xfrm>
              <a:off x="7845" y="6840"/>
              <a:ext cx="143" cy="158"/>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74" name="Oval 152">
              <a:extLst>
                <a:ext uri="{FF2B5EF4-FFF2-40B4-BE49-F238E27FC236}">
                  <a16:creationId xmlns:a16="http://schemas.microsoft.com/office/drawing/2014/main" id="{891D5ED0-DF53-4AF9-AFA7-4E9A7DA3AFA1}"/>
                </a:ext>
              </a:extLst>
            </p:cNvPr>
            <p:cNvSpPr>
              <a:spLocks noChangeArrowheads="1"/>
            </p:cNvSpPr>
            <p:nvPr/>
          </p:nvSpPr>
          <p:spPr bwMode="auto">
            <a:xfrm>
              <a:off x="8655" y="5310"/>
              <a:ext cx="143" cy="158"/>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3375" name="AutoShape 153">
              <a:extLst>
                <a:ext uri="{FF2B5EF4-FFF2-40B4-BE49-F238E27FC236}">
                  <a16:creationId xmlns:a16="http://schemas.microsoft.com/office/drawing/2014/main" id="{6374606F-4D73-4BE5-B890-04D5D8FE0276}"/>
                </a:ext>
              </a:extLst>
            </p:cNvPr>
            <p:cNvCxnSpPr>
              <a:cxnSpLocks noChangeShapeType="1"/>
            </p:cNvCxnSpPr>
            <p:nvPr/>
          </p:nvCxnSpPr>
          <p:spPr bwMode="auto">
            <a:xfrm flipV="1">
              <a:off x="7920" y="5414"/>
              <a:ext cx="833" cy="1426"/>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13376" name="AutoShape 154">
              <a:extLst>
                <a:ext uri="{FF2B5EF4-FFF2-40B4-BE49-F238E27FC236}">
                  <a16:creationId xmlns:a16="http://schemas.microsoft.com/office/drawing/2014/main" id="{9232A7CA-0CE9-49EA-8C4D-70CDE4A0BB43}"/>
                </a:ext>
              </a:extLst>
            </p:cNvPr>
            <p:cNvCxnSpPr>
              <a:cxnSpLocks noChangeShapeType="1"/>
            </p:cNvCxnSpPr>
            <p:nvPr/>
          </p:nvCxnSpPr>
          <p:spPr bwMode="auto">
            <a:xfrm flipV="1">
              <a:off x="7845" y="6330"/>
              <a:ext cx="367" cy="600"/>
            </a:xfrm>
            <a:prstGeom prst="straightConnector1">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13377" name="AutoShape 156">
              <a:extLst>
                <a:ext uri="{FF2B5EF4-FFF2-40B4-BE49-F238E27FC236}">
                  <a16:creationId xmlns:a16="http://schemas.microsoft.com/office/drawing/2014/main" id="{D059D651-8490-4ECC-BB71-37642A107FD7}"/>
                </a:ext>
              </a:extLst>
            </p:cNvPr>
            <p:cNvCxnSpPr>
              <a:cxnSpLocks noChangeShapeType="1"/>
            </p:cNvCxnSpPr>
            <p:nvPr/>
          </p:nvCxnSpPr>
          <p:spPr bwMode="auto">
            <a:xfrm rot="10800000" flipV="1">
              <a:off x="7143" y="6589"/>
              <a:ext cx="815" cy="506"/>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3378" name="AutoShape 157">
              <a:extLst>
                <a:ext uri="{FF2B5EF4-FFF2-40B4-BE49-F238E27FC236}">
                  <a16:creationId xmlns:a16="http://schemas.microsoft.com/office/drawing/2014/main" id="{F933911E-7C95-4622-80E8-74B19DB5D475}"/>
                </a:ext>
              </a:extLst>
            </p:cNvPr>
            <p:cNvCxnSpPr>
              <a:cxnSpLocks noChangeShapeType="1"/>
            </p:cNvCxnSpPr>
            <p:nvPr/>
          </p:nvCxnSpPr>
          <p:spPr bwMode="auto">
            <a:xfrm rot="16200000" flipV="1">
              <a:off x="7092" y="7145"/>
              <a:ext cx="203" cy="102"/>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3379" name="AutoShape 158">
              <a:extLst>
                <a:ext uri="{FF2B5EF4-FFF2-40B4-BE49-F238E27FC236}">
                  <a16:creationId xmlns:a16="http://schemas.microsoft.com/office/drawing/2014/main" id="{07C6E1A0-144F-45F1-9185-E54860A12531}"/>
                </a:ext>
              </a:extLst>
            </p:cNvPr>
            <p:cNvCxnSpPr>
              <a:cxnSpLocks noChangeShapeType="1"/>
            </p:cNvCxnSpPr>
            <p:nvPr/>
          </p:nvCxnSpPr>
          <p:spPr bwMode="auto">
            <a:xfrm flipH="1" flipV="1">
              <a:off x="8700" y="2640"/>
              <a:ext cx="210" cy="179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3380" name="Freeform 159">
              <a:extLst>
                <a:ext uri="{FF2B5EF4-FFF2-40B4-BE49-F238E27FC236}">
                  <a16:creationId xmlns:a16="http://schemas.microsoft.com/office/drawing/2014/main" id="{ED17905E-361E-485D-AB26-36C5F503E461}"/>
                </a:ext>
              </a:extLst>
            </p:cNvPr>
            <p:cNvSpPr>
              <a:spLocks/>
            </p:cNvSpPr>
            <p:nvPr/>
          </p:nvSpPr>
          <p:spPr bwMode="auto">
            <a:xfrm>
              <a:off x="9640" y="2730"/>
              <a:ext cx="245" cy="997"/>
            </a:xfrm>
            <a:custGeom>
              <a:avLst/>
              <a:gdLst>
                <a:gd name="T0" fmla="*/ 245 w 245"/>
                <a:gd name="T1" fmla="*/ 675 h 997"/>
                <a:gd name="T2" fmla="*/ 20 w 245"/>
                <a:gd name="T3" fmla="*/ 885 h 997"/>
                <a:gd name="T4" fmla="*/ 125 w 245"/>
                <a:gd name="T5" fmla="*/ 0 h 997"/>
                <a:gd name="T6" fmla="*/ 0 60000 65536"/>
                <a:gd name="T7" fmla="*/ 0 60000 65536"/>
                <a:gd name="T8" fmla="*/ 0 60000 65536"/>
                <a:gd name="T9" fmla="*/ 0 w 245"/>
                <a:gd name="T10" fmla="*/ 0 h 997"/>
                <a:gd name="T11" fmla="*/ 245 w 245"/>
                <a:gd name="T12" fmla="*/ 997 h 997"/>
              </a:gdLst>
              <a:ahLst/>
              <a:cxnLst>
                <a:cxn ang="T6">
                  <a:pos x="T0" y="T1"/>
                </a:cxn>
                <a:cxn ang="T7">
                  <a:pos x="T2" y="T3"/>
                </a:cxn>
                <a:cxn ang="T8">
                  <a:pos x="T4" y="T5"/>
                </a:cxn>
              </a:cxnLst>
              <a:rect l="T9" t="T10" r="T11" b="T12"/>
              <a:pathLst>
                <a:path w="245" h="997">
                  <a:moveTo>
                    <a:pt x="245" y="675"/>
                  </a:moveTo>
                  <a:cubicBezTo>
                    <a:pt x="142" y="836"/>
                    <a:pt x="40" y="997"/>
                    <a:pt x="20" y="885"/>
                  </a:cubicBezTo>
                  <a:cubicBezTo>
                    <a:pt x="0" y="773"/>
                    <a:pt x="62" y="386"/>
                    <a:pt x="125"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3319" name="Rectangle 160">
            <a:extLst>
              <a:ext uri="{FF2B5EF4-FFF2-40B4-BE49-F238E27FC236}">
                <a16:creationId xmlns:a16="http://schemas.microsoft.com/office/drawing/2014/main" id="{9A1E0707-E776-4239-B101-F6D49D0FA6F4}"/>
              </a:ext>
            </a:extLst>
          </p:cNvPr>
          <p:cNvSpPr>
            <a:spLocks noChangeArrowheads="1"/>
          </p:cNvSpPr>
          <p:nvPr/>
        </p:nvSpPr>
        <p:spPr bwMode="auto">
          <a:xfrm>
            <a:off x="5572125" y="1071563"/>
            <a:ext cx="12858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solidFill>
                  <a:srgbClr val="002060"/>
                </a:solidFill>
                <a:latin typeface="Arial" panose="020B0604020202020204" pitchFamily="34" charset="0"/>
                <a:ea typeface="Times New Roman" panose="02020603050405020304" pitchFamily="18" charset="0"/>
                <a:cs typeface="Arial" panose="020B0604020202020204" pitchFamily="34" charset="0"/>
              </a:rPr>
              <a:t>Total charge +q</a:t>
            </a:r>
            <a:endParaRPr lang="en-US" altLang="id-ID" sz="120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3320" name="Rectangle 162">
            <a:extLst>
              <a:ext uri="{FF2B5EF4-FFF2-40B4-BE49-F238E27FC236}">
                <a16:creationId xmlns:a16="http://schemas.microsoft.com/office/drawing/2014/main" id="{D0376566-D60C-4AC7-9DE4-6C92BB364AAC}"/>
              </a:ext>
            </a:extLst>
          </p:cNvPr>
          <p:cNvSpPr>
            <a:spLocks noChangeArrowheads="1"/>
          </p:cNvSpPr>
          <p:nvPr/>
        </p:nvSpPr>
        <p:spPr bwMode="auto">
          <a:xfrm>
            <a:off x="6929438" y="4714875"/>
            <a:ext cx="2214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solidFill>
                  <a:srgbClr val="002060"/>
                </a:solidFill>
                <a:latin typeface="Arial" panose="020B0604020202020204" pitchFamily="34" charset="0"/>
                <a:ea typeface="Times New Roman" panose="02020603050405020304" pitchFamily="18" charset="0"/>
                <a:cs typeface="Arial" panose="020B0604020202020204" pitchFamily="34" charset="0"/>
              </a:rPr>
              <a:t>Gaussian surface</a:t>
            </a:r>
            <a:endParaRPr lang="en-US" altLang="id-ID" sz="120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3321" name="Rectangle 163">
            <a:extLst>
              <a:ext uri="{FF2B5EF4-FFF2-40B4-BE49-F238E27FC236}">
                <a16:creationId xmlns:a16="http://schemas.microsoft.com/office/drawing/2014/main" id="{DA894E3F-C94F-464E-84F1-8CAF674814E9}"/>
              </a:ext>
            </a:extLst>
          </p:cNvPr>
          <p:cNvSpPr>
            <a:spLocks noChangeArrowheads="1"/>
          </p:cNvSpPr>
          <p:nvPr/>
        </p:nvSpPr>
        <p:spPr bwMode="auto">
          <a:xfrm>
            <a:off x="4857750" y="4214813"/>
            <a:ext cx="1428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solidFill>
                  <a:srgbClr val="002060"/>
                </a:solidFill>
                <a:latin typeface="Arial" panose="020B0604020202020204" pitchFamily="34" charset="0"/>
                <a:ea typeface="Times New Roman" panose="02020603050405020304" pitchFamily="18" charset="0"/>
                <a:cs typeface="Arial" panose="020B0604020202020204" pitchFamily="34" charset="0"/>
              </a:rPr>
              <a:t>Path of integration</a:t>
            </a:r>
            <a:endParaRPr lang="en-US" altLang="id-ID" sz="120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3322" name="Rectangle 164">
            <a:extLst>
              <a:ext uri="{FF2B5EF4-FFF2-40B4-BE49-F238E27FC236}">
                <a16:creationId xmlns:a16="http://schemas.microsoft.com/office/drawing/2014/main" id="{BD685DD7-3E01-43A7-BEBC-EB16A88F0010}"/>
              </a:ext>
            </a:extLst>
          </p:cNvPr>
          <p:cNvSpPr>
            <a:spLocks noChangeArrowheads="1"/>
          </p:cNvSpPr>
          <p:nvPr/>
        </p:nvSpPr>
        <p:spPr bwMode="auto">
          <a:xfrm>
            <a:off x="4357688" y="5287873"/>
            <a:ext cx="45005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dirty="0">
                <a:solidFill>
                  <a:srgbClr val="002060"/>
                </a:solidFill>
                <a:latin typeface="Arial" panose="020B0604020202020204" pitchFamily="34" charset="0"/>
                <a:ea typeface="Times New Roman" panose="02020603050405020304" pitchFamily="18" charset="0"/>
                <a:cs typeface="Arial" panose="020B0604020202020204" pitchFamily="34" charset="0"/>
              </a:rPr>
              <a:t>Fig.3. A cross section of a long cylindrical capacitor, showing a cylindrical Gaussian surface of radius </a:t>
            </a:r>
            <a:r>
              <a:rPr lang="en-US" altLang="id-ID" sz="18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r</a:t>
            </a:r>
            <a:r>
              <a:rPr lang="en-US" altLang="id-ID" sz="1800" b="1" dirty="0">
                <a:solidFill>
                  <a:srgbClr val="002060"/>
                </a:solidFill>
                <a:latin typeface="Arial" panose="020B0604020202020204" pitchFamily="34" charset="0"/>
                <a:ea typeface="Times New Roman" panose="02020603050405020304" pitchFamily="18" charset="0"/>
                <a:cs typeface="Arial" panose="020B0604020202020204" pitchFamily="34" charset="0"/>
              </a:rPr>
              <a:t> and the radial path of integration</a:t>
            </a:r>
            <a:endParaRPr lang="en-US" altLang="id-ID" sz="1100"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3323" name="Rectangle 167">
            <a:extLst>
              <a:ext uri="{FF2B5EF4-FFF2-40B4-BE49-F238E27FC236}">
                <a16:creationId xmlns:a16="http://schemas.microsoft.com/office/drawing/2014/main" id="{2AEF69C1-7460-4E57-A125-CF10B180746B}"/>
              </a:ext>
            </a:extLst>
          </p:cNvPr>
          <p:cNvSpPr>
            <a:spLocks noChangeArrowheads="1"/>
          </p:cNvSpPr>
          <p:nvPr/>
        </p:nvSpPr>
        <p:spPr bwMode="auto">
          <a:xfrm>
            <a:off x="7429500" y="3429000"/>
            <a:ext cx="354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r </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3324" name="Rectangle 168">
            <a:extLst>
              <a:ext uri="{FF2B5EF4-FFF2-40B4-BE49-F238E27FC236}">
                <a16:creationId xmlns:a16="http://schemas.microsoft.com/office/drawing/2014/main" id="{4589CE29-61CF-452B-8420-77B380427B98}"/>
              </a:ext>
            </a:extLst>
          </p:cNvPr>
          <p:cNvSpPr>
            <a:spLocks noChangeArrowheads="1"/>
          </p:cNvSpPr>
          <p:nvPr/>
        </p:nvSpPr>
        <p:spPr bwMode="auto">
          <a:xfrm>
            <a:off x="6786563" y="27146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a</a:t>
            </a:r>
            <a:endParaRPr lang="en-US" altLang="id-ID" sz="2000">
              <a:latin typeface="Arial" panose="020B0604020202020204" pitchFamily="34" charset="0"/>
            </a:endParaRPr>
          </a:p>
        </p:txBody>
      </p:sp>
      <p:sp>
        <p:nvSpPr>
          <p:cNvPr id="13325" name="Rectangle 169">
            <a:extLst>
              <a:ext uri="{FF2B5EF4-FFF2-40B4-BE49-F238E27FC236}">
                <a16:creationId xmlns:a16="http://schemas.microsoft.com/office/drawing/2014/main" id="{B599E31A-4B34-4EBF-9FA5-E33B33EE2E0B}"/>
              </a:ext>
            </a:extLst>
          </p:cNvPr>
          <p:cNvSpPr>
            <a:spLocks noChangeArrowheads="1"/>
          </p:cNvSpPr>
          <p:nvPr/>
        </p:nvSpPr>
        <p:spPr bwMode="auto">
          <a:xfrm>
            <a:off x="7572375" y="2500313"/>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b</a:t>
            </a:r>
            <a:endParaRPr lang="en-US" altLang="id-ID" sz="2000">
              <a:latin typeface="Arial" panose="020B0604020202020204" pitchFamily="34" charset="0"/>
            </a:endParaRPr>
          </a:p>
        </p:txBody>
      </p:sp>
      <p:sp>
        <p:nvSpPr>
          <p:cNvPr id="13326" name="Rectangle 87">
            <a:extLst>
              <a:ext uri="{FF2B5EF4-FFF2-40B4-BE49-F238E27FC236}">
                <a16:creationId xmlns:a16="http://schemas.microsoft.com/office/drawing/2014/main" id="{6DBD3406-44C7-4A62-883E-7D752A3FB418}"/>
              </a:ext>
            </a:extLst>
          </p:cNvPr>
          <p:cNvSpPr>
            <a:spLocks noChangeArrowheads="1"/>
          </p:cNvSpPr>
          <p:nvPr/>
        </p:nvSpPr>
        <p:spPr bwMode="auto">
          <a:xfrm>
            <a:off x="2714624" y="428625"/>
            <a:ext cx="64293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Calculating the Capacitance (cont.)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E66324-3FBA-4584-B3C8-876431B574C2}"/>
              </a:ext>
            </a:extLst>
          </p:cNvPr>
          <p:cNvSpPr>
            <a:spLocks noGrp="1"/>
          </p:cNvSpPr>
          <p:nvPr>
            <p:ph type="dt" sz="quarter" idx="10"/>
          </p:nvPr>
        </p:nvSpPr>
        <p:spPr/>
        <p:txBody>
          <a:bodyPr/>
          <a:lstStyle/>
          <a:p>
            <a:pPr>
              <a:defRPr/>
            </a:pPr>
            <a:r>
              <a:rPr lang="en-US"/>
              <a:t>Bina Nusantara University</a:t>
            </a:r>
          </a:p>
        </p:txBody>
      </p:sp>
      <p:sp>
        <p:nvSpPr>
          <p:cNvPr id="14339" name="Slide Number Placeholder 2">
            <a:extLst>
              <a:ext uri="{FF2B5EF4-FFF2-40B4-BE49-F238E27FC236}">
                <a16:creationId xmlns:a16="http://schemas.microsoft.com/office/drawing/2014/main" id="{6FD5F83F-281A-4971-BAFB-7080D4C45A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AC90D2E-2D55-41A1-A061-9546ACF67221}" type="slidenum">
              <a:rPr lang="en-US" altLang="id-ID" sz="1400" smtClean="0"/>
              <a:pPr>
                <a:spcBef>
                  <a:spcPct val="0"/>
                </a:spcBef>
                <a:buFontTx/>
                <a:buNone/>
              </a:pPr>
              <a:t>21</a:t>
            </a:fld>
            <a:endParaRPr lang="en-US" altLang="id-ID" sz="1400"/>
          </a:p>
        </p:txBody>
      </p:sp>
      <p:pic>
        <p:nvPicPr>
          <p:cNvPr id="14340" name="Picture 5">
            <a:extLst>
              <a:ext uri="{FF2B5EF4-FFF2-40B4-BE49-F238E27FC236}">
                <a16:creationId xmlns:a16="http://schemas.microsoft.com/office/drawing/2014/main" id="{311E42DB-8BE6-45E7-90FB-5A0514AABE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4025" y="3000375"/>
            <a:ext cx="6357937"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Rectangle 2">
            <a:extLst>
              <a:ext uri="{FF2B5EF4-FFF2-40B4-BE49-F238E27FC236}">
                <a16:creationId xmlns:a16="http://schemas.microsoft.com/office/drawing/2014/main" id="{0E00A868-8A67-47B9-9BA8-38861BDD78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0246" name="Picture 1">
            <a:extLst>
              <a:ext uri="{FF2B5EF4-FFF2-40B4-BE49-F238E27FC236}">
                <a16:creationId xmlns:a16="http://schemas.microsoft.com/office/drawing/2014/main" id="{90EFA32D-09E8-44BD-8E48-A84B875504A6}"/>
              </a:ext>
            </a:extLst>
          </p:cNvPr>
          <p:cNvPicPr>
            <a:picLocks noChangeAspect="1" noChangeArrowheads="1"/>
          </p:cNvPicPr>
          <p:nvPr/>
        </p:nvPicPr>
        <p:blipFill>
          <a:blip r:embed="rId3" cstate="print">
            <a:clrChange>
              <a:clrFrom>
                <a:srgbClr val="FFFFFF"/>
              </a:clrFrom>
              <a:clrTo>
                <a:srgbClr val="FFFFFF">
                  <a:alpha val="0"/>
                </a:srgbClr>
              </a:clrTo>
            </a:clrChange>
            <a:duotone>
              <a:prstClr val="black"/>
              <a:schemeClr val="accent3">
                <a:tint val="45000"/>
                <a:satMod val="400000"/>
              </a:schemeClr>
            </a:duotone>
          </a:blip>
          <a:srcRect/>
          <a:stretch>
            <a:fillRect/>
          </a:stretch>
        </p:blipFill>
        <p:spPr bwMode="auto">
          <a:xfrm>
            <a:off x="2009775" y="4429125"/>
            <a:ext cx="6143625" cy="1285875"/>
          </a:xfrm>
          <a:prstGeom prst="rect">
            <a:avLst/>
          </a:prstGeom>
          <a:noFill/>
          <a:ln w="9525">
            <a:noFill/>
            <a:miter lim="800000"/>
            <a:headEnd/>
            <a:tailEnd/>
          </a:ln>
        </p:spPr>
      </p:pic>
      <p:sp>
        <p:nvSpPr>
          <p:cNvPr id="14343" name="Rectangle 3">
            <a:extLst>
              <a:ext uri="{FF2B5EF4-FFF2-40B4-BE49-F238E27FC236}">
                <a16:creationId xmlns:a16="http://schemas.microsoft.com/office/drawing/2014/main" id="{D4BBD0E5-7ED5-41B4-9283-2EFE311FCD5B}"/>
              </a:ext>
            </a:extLst>
          </p:cNvPr>
          <p:cNvSpPr>
            <a:spLocks noChangeArrowheads="1"/>
          </p:cNvSpPr>
          <p:nvPr/>
        </p:nvSpPr>
        <p:spPr bwMode="auto">
          <a:xfrm>
            <a:off x="0" y="149542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pic>
        <p:nvPicPr>
          <p:cNvPr id="14344" name="Picture 12">
            <a:extLst>
              <a:ext uri="{FF2B5EF4-FFF2-40B4-BE49-F238E27FC236}">
                <a16:creationId xmlns:a16="http://schemas.microsoft.com/office/drawing/2014/main" id="{D0FC6381-CD31-4B5C-83F2-24C49C0688BB}"/>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81212" y="2071688"/>
            <a:ext cx="22860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5" name="Rectangle 8">
            <a:extLst>
              <a:ext uri="{FF2B5EF4-FFF2-40B4-BE49-F238E27FC236}">
                <a16:creationId xmlns:a16="http://schemas.microsoft.com/office/drawing/2014/main" id="{1D84FA6A-5682-4700-BCE9-07643EB54B52}"/>
              </a:ext>
            </a:extLst>
          </p:cNvPr>
          <p:cNvSpPr>
            <a:spLocks noChangeArrowheads="1"/>
          </p:cNvSpPr>
          <p:nvPr/>
        </p:nvSpPr>
        <p:spPr bwMode="auto">
          <a:xfrm>
            <a:off x="2714624" y="428625"/>
            <a:ext cx="59721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Calculating the Capacitance (cont.)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1">
            <a:extLst>
              <a:ext uri="{FF2B5EF4-FFF2-40B4-BE49-F238E27FC236}">
                <a16:creationId xmlns:a16="http://schemas.microsoft.com/office/drawing/2014/main" id="{1E593599-7C97-4B69-A48F-91ED6B4833BD}"/>
              </a:ext>
            </a:extLst>
          </p:cNvPr>
          <p:cNvSpPr txBox="1">
            <a:spLocks noChangeArrowheads="1"/>
          </p:cNvSpPr>
          <p:nvPr/>
        </p:nvSpPr>
        <p:spPr bwMode="auto">
          <a:xfrm>
            <a:off x="866775" y="1371600"/>
            <a:ext cx="3248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dirty="0">
                <a:latin typeface="Arial" panose="020B0604020202020204" pitchFamily="34" charset="0"/>
                <a:cs typeface="Arial" panose="020B0604020202020204" pitchFamily="34" charset="0"/>
              </a:rPr>
              <a:t> </a:t>
            </a:r>
            <a:r>
              <a:rPr lang="en-US" altLang="id-ID" b="1" i="1" u="sng" dirty="0">
                <a:latin typeface="Arial" panose="020B0604020202020204" pitchFamily="34" charset="0"/>
                <a:cs typeface="Arial" panose="020B0604020202020204" pitchFamily="34" charset="0"/>
              </a:rPr>
              <a:t>Spherical Capacitor</a:t>
            </a:r>
          </a:p>
        </p:txBody>
      </p:sp>
      <p:pic>
        <p:nvPicPr>
          <p:cNvPr id="15363" name="Picture 2">
            <a:extLst>
              <a:ext uri="{FF2B5EF4-FFF2-40B4-BE49-F238E27FC236}">
                <a16:creationId xmlns:a16="http://schemas.microsoft.com/office/drawing/2014/main" id="{BA05669D-96EB-4339-BFE2-7D2E59E08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1857375"/>
            <a:ext cx="300037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3">
            <a:extLst>
              <a:ext uri="{FF2B5EF4-FFF2-40B4-BE49-F238E27FC236}">
                <a16:creationId xmlns:a16="http://schemas.microsoft.com/office/drawing/2014/main" id="{B09BC8E2-F343-4559-8A28-B822E59FDC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1125" y="2857500"/>
            <a:ext cx="2428875"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4">
            <a:extLst>
              <a:ext uri="{FF2B5EF4-FFF2-40B4-BE49-F238E27FC236}">
                <a16:creationId xmlns:a16="http://schemas.microsoft.com/office/drawing/2014/main" id="{F5F03890-8772-459A-8270-F706C7996E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786188"/>
            <a:ext cx="5643563"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Picture 5">
            <a:extLst>
              <a:ext uri="{FF2B5EF4-FFF2-40B4-BE49-F238E27FC236}">
                <a16:creationId xmlns:a16="http://schemas.microsoft.com/office/drawing/2014/main" id="{0D8D2D2C-DBD9-4FBF-B6EE-70AD96B73E83}"/>
              </a:ext>
            </a:extLst>
          </p:cNvPr>
          <p:cNvPicPr>
            <a:picLocks noChangeAspect="1" noChangeArrowheads="1"/>
          </p:cNvPicPr>
          <p:nvPr/>
        </p:nvPicPr>
        <p:blipFill>
          <a:blip r:embed="rId5" cstate="print">
            <a:duotone>
              <a:prstClr val="black"/>
              <a:schemeClr val="accent4">
                <a:tint val="45000"/>
                <a:satMod val="400000"/>
              </a:schemeClr>
            </a:duotone>
          </a:blip>
          <a:srcRect/>
          <a:stretch>
            <a:fillRect/>
          </a:stretch>
        </p:blipFill>
        <p:spPr bwMode="auto">
          <a:xfrm>
            <a:off x="928662" y="5214950"/>
            <a:ext cx="3929090" cy="10715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Right Arrow 7">
            <a:extLst>
              <a:ext uri="{FF2B5EF4-FFF2-40B4-BE49-F238E27FC236}">
                <a16:creationId xmlns:a16="http://schemas.microsoft.com/office/drawing/2014/main" id="{558C0C17-9274-42D4-B57C-808FAB537070}"/>
              </a:ext>
            </a:extLst>
          </p:cNvPr>
          <p:cNvSpPr/>
          <p:nvPr/>
        </p:nvSpPr>
        <p:spPr>
          <a:xfrm>
            <a:off x="914400" y="3071813"/>
            <a:ext cx="457200" cy="1524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sp>
        <p:nvSpPr>
          <p:cNvPr id="9" name="Right Arrow 8">
            <a:extLst>
              <a:ext uri="{FF2B5EF4-FFF2-40B4-BE49-F238E27FC236}">
                <a16:creationId xmlns:a16="http://schemas.microsoft.com/office/drawing/2014/main" id="{9C7DAB17-E90B-4C28-8805-FCA09FAB4800}"/>
              </a:ext>
            </a:extLst>
          </p:cNvPr>
          <p:cNvSpPr/>
          <p:nvPr/>
        </p:nvSpPr>
        <p:spPr>
          <a:xfrm>
            <a:off x="357188" y="5643563"/>
            <a:ext cx="457200" cy="1524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grpSp>
        <p:nvGrpSpPr>
          <p:cNvPr id="15369" name="Group 10">
            <a:extLst>
              <a:ext uri="{FF2B5EF4-FFF2-40B4-BE49-F238E27FC236}">
                <a16:creationId xmlns:a16="http://schemas.microsoft.com/office/drawing/2014/main" id="{EF242E08-C2E9-4FC4-8764-58BE784D7E71}"/>
              </a:ext>
            </a:extLst>
          </p:cNvPr>
          <p:cNvGrpSpPr>
            <a:grpSpLocks/>
          </p:cNvGrpSpPr>
          <p:nvPr/>
        </p:nvGrpSpPr>
        <p:grpSpPr bwMode="auto">
          <a:xfrm>
            <a:off x="5857875" y="1357313"/>
            <a:ext cx="2714625" cy="3357562"/>
            <a:chOff x="7800" y="2970"/>
            <a:chExt cx="3090" cy="4350"/>
          </a:xfrm>
        </p:grpSpPr>
        <p:sp>
          <p:nvSpPr>
            <p:cNvPr id="15382" name="Oval 11">
              <a:extLst>
                <a:ext uri="{FF2B5EF4-FFF2-40B4-BE49-F238E27FC236}">
                  <a16:creationId xmlns:a16="http://schemas.microsoft.com/office/drawing/2014/main" id="{3A4889F2-88A3-4A64-9D17-DF570A89042D}"/>
                </a:ext>
              </a:extLst>
            </p:cNvPr>
            <p:cNvSpPr>
              <a:spLocks noChangeArrowheads="1"/>
            </p:cNvSpPr>
            <p:nvPr/>
          </p:nvSpPr>
          <p:spPr bwMode="auto">
            <a:xfrm>
              <a:off x="7800" y="3120"/>
              <a:ext cx="3090" cy="3855"/>
            </a:xfrm>
            <a:prstGeom prst="ellipse">
              <a:avLst/>
            </a:prstGeom>
            <a:solidFill>
              <a:srgbClr val="B8CCE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5383" name="Oval 12">
              <a:extLst>
                <a:ext uri="{FF2B5EF4-FFF2-40B4-BE49-F238E27FC236}">
                  <a16:creationId xmlns:a16="http://schemas.microsoft.com/office/drawing/2014/main" id="{ACD7D7EE-E841-417A-A21D-77B9260B7F54}"/>
                </a:ext>
              </a:extLst>
            </p:cNvPr>
            <p:cNvSpPr>
              <a:spLocks noChangeArrowheads="1"/>
            </p:cNvSpPr>
            <p:nvPr/>
          </p:nvSpPr>
          <p:spPr bwMode="auto">
            <a:xfrm>
              <a:off x="8025" y="3375"/>
              <a:ext cx="2610" cy="3345"/>
            </a:xfrm>
            <a:prstGeom prst="ellipse">
              <a:avLst/>
            </a:prstGeom>
            <a:solidFill>
              <a:srgbClr val="FFFFFF"/>
            </a:solidFill>
            <a:ln w="9525">
              <a:solidFill>
                <a:srgbClr val="0070C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5384" name="Oval 13">
              <a:extLst>
                <a:ext uri="{FF2B5EF4-FFF2-40B4-BE49-F238E27FC236}">
                  <a16:creationId xmlns:a16="http://schemas.microsoft.com/office/drawing/2014/main" id="{4CE0C529-E881-4ADC-821E-8CA41D30A4BD}"/>
                </a:ext>
              </a:extLst>
            </p:cNvPr>
            <p:cNvSpPr>
              <a:spLocks noChangeArrowheads="1"/>
            </p:cNvSpPr>
            <p:nvPr/>
          </p:nvSpPr>
          <p:spPr bwMode="auto">
            <a:xfrm>
              <a:off x="8445" y="3975"/>
              <a:ext cx="1755" cy="2160"/>
            </a:xfrm>
            <a:prstGeom prst="ellipse">
              <a:avLst/>
            </a:prstGeom>
            <a:solidFill>
              <a:srgbClr val="FFFFFF"/>
            </a:solidFill>
            <a:ln w="9525">
              <a:solidFill>
                <a:srgbClr val="C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5385" name="AutoShape 14">
              <a:extLst>
                <a:ext uri="{FF2B5EF4-FFF2-40B4-BE49-F238E27FC236}">
                  <a16:creationId xmlns:a16="http://schemas.microsoft.com/office/drawing/2014/main" id="{66D20A6C-086B-466D-B8E2-9B1BB7597D7F}"/>
                </a:ext>
              </a:extLst>
            </p:cNvPr>
            <p:cNvCxnSpPr>
              <a:cxnSpLocks noChangeShapeType="1"/>
            </p:cNvCxnSpPr>
            <p:nvPr/>
          </p:nvCxnSpPr>
          <p:spPr bwMode="auto">
            <a:xfrm>
              <a:off x="7935" y="5056"/>
              <a:ext cx="2700" cy="0"/>
            </a:xfrm>
            <a:prstGeom prst="straightConnector1">
              <a:avLst/>
            </a:prstGeom>
            <a:noFill/>
            <a:ln w="19050">
              <a:solidFill>
                <a:srgbClr val="00B0F0"/>
              </a:solidFill>
              <a:round/>
              <a:headEnd/>
              <a:tailEnd/>
            </a:ln>
            <a:extLst>
              <a:ext uri="{909E8E84-426E-40DD-AFC4-6F175D3DCCD1}">
                <a14:hiddenFill xmlns:a14="http://schemas.microsoft.com/office/drawing/2010/main">
                  <a:noFill/>
                </a14:hiddenFill>
              </a:ext>
            </a:extLst>
          </p:spPr>
        </p:cxnSp>
        <p:cxnSp>
          <p:nvCxnSpPr>
            <p:cNvPr id="15386" name="AutoShape 15">
              <a:extLst>
                <a:ext uri="{FF2B5EF4-FFF2-40B4-BE49-F238E27FC236}">
                  <a16:creationId xmlns:a16="http://schemas.microsoft.com/office/drawing/2014/main" id="{2E4C2194-458B-4EAF-BD55-9D2DB5A2DC13}"/>
                </a:ext>
              </a:extLst>
            </p:cNvPr>
            <p:cNvCxnSpPr>
              <a:cxnSpLocks noChangeShapeType="1"/>
            </p:cNvCxnSpPr>
            <p:nvPr/>
          </p:nvCxnSpPr>
          <p:spPr bwMode="auto">
            <a:xfrm flipH="1">
              <a:off x="9323" y="3225"/>
              <a:ext cx="7" cy="3585"/>
            </a:xfrm>
            <a:prstGeom prst="straightConnector1">
              <a:avLst/>
            </a:prstGeom>
            <a:noFill/>
            <a:ln w="19050">
              <a:solidFill>
                <a:srgbClr val="0070C0"/>
              </a:solidFill>
              <a:round/>
              <a:headEnd/>
              <a:tailEnd/>
            </a:ln>
            <a:extLst>
              <a:ext uri="{909E8E84-426E-40DD-AFC4-6F175D3DCCD1}">
                <a14:hiddenFill xmlns:a14="http://schemas.microsoft.com/office/drawing/2010/main">
                  <a:noFill/>
                </a14:hiddenFill>
              </a:ext>
            </a:extLst>
          </p:spPr>
        </p:cxnSp>
        <p:sp>
          <p:nvSpPr>
            <p:cNvPr id="15387" name="Oval 16">
              <a:extLst>
                <a:ext uri="{FF2B5EF4-FFF2-40B4-BE49-F238E27FC236}">
                  <a16:creationId xmlns:a16="http://schemas.microsoft.com/office/drawing/2014/main" id="{4A3F7385-A2BD-45AC-929B-F16B641E2E4E}"/>
                </a:ext>
              </a:extLst>
            </p:cNvPr>
            <p:cNvSpPr>
              <a:spLocks noChangeArrowheads="1"/>
            </p:cNvSpPr>
            <p:nvPr/>
          </p:nvSpPr>
          <p:spPr bwMode="auto">
            <a:xfrm>
              <a:off x="8895" y="4530"/>
              <a:ext cx="870" cy="1035"/>
            </a:xfrm>
            <a:prstGeom prst="ellipse">
              <a:avLst/>
            </a:prstGeom>
            <a:solidFill>
              <a:srgbClr val="B8CCE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grpSp>
          <p:nvGrpSpPr>
            <p:cNvPr id="15388" name="Group 17">
              <a:extLst>
                <a:ext uri="{FF2B5EF4-FFF2-40B4-BE49-F238E27FC236}">
                  <a16:creationId xmlns:a16="http://schemas.microsoft.com/office/drawing/2014/main" id="{B9A804BE-043C-401D-B5B4-5E7A0C273151}"/>
                </a:ext>
              </a:extLst>
            </p:cNvPr>
            <p:cNvGrpSpPr>
              <a:grpSpLocks/>
            </p:cNvGrpSpPr>
            <p:nvPr/>
          </p:nvGrpSpPr>
          <p:grpSpPr bwMode="auto">
            <a:xfrm>
              <a:off x="9473" y="5387"/>
              <a:ext cx="105" cy="122"/>
              <a:chOff x="5430" y="6690"/>
              <a:chExt cx="210" cy="270"/>
            </a:xfrm>
          </p:grpSpPr>
          <p:cxnSp>
            <p:nvCxnSpPr>
              <p:cNvPr id="15463" name="AutoShape 18">
                <a:extLst>
                  <a:ext uri="{FF2B5EF4-FFF2-40B4-BE49-F238E27FC236}">
                    <a16:creationId xmlns:a16="http://schemas.microsoft.com/office/drawing/2014/main" id="{D7C434EC-65D5-447D-9A29-7113D5CF565C}"/>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64" name="AutoShape 19">
                <a:extLst>
                  <a:ext uri="{FF2B5EF4-FFF2-40B4-BE49-F238E27FC236}">
                    <a16:creationId xmlns:a16="http://schemas.microsoft.com/office/drawing/2014/main" id="{F58914CE-8848-451A-A8FC-5EAF3CC3AF5C}"/>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nvGrpSpPr>
            <p:cNvPr id="15389" name="Group 20">
              <a:extLst>
                <a:ext uri="{FF2B5EF4-FFF2-40B4-BE49-F238E27FC236}">
                  <a16:creationId xmlns:a16="http://schemas.microsoft.com/office/drawing/2014/main" id="{07DD152E-B748-472B-84A0-DA12FD2B1CAB}"/>
                </a:ext>
              </a:extLst>
            </p:cNvPr>
            <p:cNvGrpSpPr>
              <a:grpSpLocks/>
            </p:cNvGrpSpPr>
            <p:nvPr/>
          </p:nvGrpSpPr>
          <p:grpSpPr bwMode="auto">
            <a:xfrm>
              <a:off x="9075" y="5357"/>
              <a:ext cx="105" cy="122"/>
              <a:chOff x="5430" y="6690"/>
              <a:chExt cx="210" cy="270"/>
            </a:xfrm>
          </p:grpSpPr>
          <p:cxnSp>
            <p:nvCxnSpPr>
              <p:cNvPr id="15461" name="AutoShape 21">
                <a:extLst>
                  <a:ext uri="{FF2B5EF4-FFF2-40B4-BE49-F238E27FC236}">
                    <a16:creationId xmlns:a16="http://schemas.microsoft.com/office/drawing/2014/main" id="{D7C12591-0D0B-4B3A-ABFE-B92B54C54F50}"/>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62" name="AutoShape 22">
                <a:extLst>
                  <a:ext uri="{FF2B5EF4-FFF2-40B4-BE49-F238E27FC236}">
                    <a16:creationId xmlns:a16="http://schemas.microsoft.com/office/drawing/2014/main" id="{F486DD28-1556-4A9D-973E-8C8114CBB624}"/>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nvGrpSpPr>
            <p:cNvPr id="15390" name="Group 23">
              <a:extLst>
                <a:ext uri="{FF2B5EF4-FFF2-40B4-BE49-F238E27FC236}">
                  <a16:creationId xmlns:a16="http://schemas.microsoft.com/office/drawing/2014/main" id="{451E1C6A-50C1-49BB-B542-2BFAAFF64B65}"/>
                </a:ext>
              </a:extLst>
            </p:cNvPr>
            <p:cNvGrpSpPr>
              <a:grpSpLocks/>
            </p:cNvGrpSpPr>
            <p:nvPr/>
          </p:nvGrpSpPr>
          <p:grpSpPr bwMode="auto">
            <a:xfrm>
              <a:off x="9473" y="4604"/>
              <a:ext cx="105" cy="122"/>
              <a:chOff x="5430" y="6690"/>
              <a:chExt cx="210" cy="270"/>
            </a:xfrm>
          </p:grpSpPr>
          <p:cxnSp>
            <p:nvCxnSpPr>
              <p:cNvPr id="15459" name="AutoShape 24">
                <a:extLst>
                  <a:ext uri="{FF2B5EF4-FFF2-40B4-BE49-F238E27FC236}">
                    <a16:creationId xmlns:a16="http://schemas.microsoft.com/office/drawing/2014/main" id="{B7D8A58E-9A12-419F-8BA3-133663435171}"/>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60" name="AutoShape 25">
                <a:extLst>
                  <a:ext uri="{FF2B5EF4-FFF2-40B4-BE49-F238E27FC236}">
                    <a16:creationId xmlns:a16="http://schemas.microsoft.com/office/drawing/2014/main" id="{D344D92E-38D4-4D48-B1E6-2216F1196E23}"/>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nvGrpSpPr>
            <p:cNvPr id="15391" name="Group 26">
              <a:extLst>
                <a:ext uri="{FF2B5EF4-FFF2-40B4-BE49-F238E27FC236}">
                  <a16:creationId xmlns:a16="http://schemas.microsoft.com/office/drawing/2014/main" id="{D1D63728-21DB-49D7-A90B-03A91BE939F0}"/>
                </a:ext>
              </a:extLst>
            </p:cNvPr>
            <p:cNvGrpSpPr>
              <a:grpSpLocks/>
            </p:cNvGrpSpPr>
            <p:nvPr/>
          </p:nvGrpSpPr>
          <p:grpSpPr bwMode="auto">
            <a:xfrm>
              <a:off x="9083" y="4604"/>
              <a:ext cx="105" cy="122"/>
              <a:chOff x="5430" y="6690"/>
              <a:chExt cx="210" cy="270"/>
            </a:xfrm>
          </p:grpSpPr>
          <p:cxnSp>
            <p:nvCxnSpPr>
              <p:cNvPr id="15457" name="AutoShape 27">
                <a:extLst>
                  <a:ext uri="{FF2B5EF4-FFF2-40B4-BE49-F238E27FC236}">
                    <a16:creationId xmlns:a16="http://schemas.microsoft.com/office/drawing/2014/main" id="{BD071652-1288-4EF3-A0A3-73213A1E03A6}"/>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58" name="AutoShape 28">
                <a:extLst>
                  <a:ext uri="{FF2B5EF4-FFF2-40B4-BE49-F238E27FC236}">
                    <a16:creationId xmlns:a16="http://schemas.microsoft.com/office/drawing/2014/main" id="{E7CA7679-A01F-4EE1-B2D7-7FFBBE4AF2F0}"/>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nvGrpSpPr>
            <p:cNvPr id="15392" name="Group 29">
              <a:extLst>
                <a:ext uri="{FF2B5EF4-FFF2-40B4-BE49-F238E27FC236}">
                  <a16:creationId xmlns:a16="http://schemas.microsoft.com/office/drawing/2014/main" id="{67BFB235-8FE6-4BE4-AE74-AB564DDECE90}"/>
                </a:ext>
              </a:extLst>
            </p:cNvPr>
            <p:cNvGrpSpPr>
              <a:grpSpLocks/>
            </p:cNvGrpSpPr>
            <p:nvPr/>
          </p:nvGrpSpPr>
          <p:grpSpPr bwMode="auto">
            <a:xfrm>
              <a:off x="8955" y="5195"/>
              <a:ext cx="105" cy="122"/>
              <a:chOff x="5430" y="6690"/>
              <a:chExt cx="210" cy="270"/>
            </a:xfrm>
          </p:grpSpPr>
          <p:cxnSp>
            <p:nvCxnSpPr>
              <p:cNvPr id="15455" name="AutoShape 30">
                <a:extLst>
                  <a:ext uri="{FF2B5EF4-FFF2-40B4-BE49-F238E27FC236}">
                    <a16:creationId xmlns:a16="http://schemas.microsoft.com/office/drawing/2014/main" id="{97DA3725-307E-447C-8CEC-FA760FADCADC}"/>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56" name="AutoShape 31">
                <a:extLst>
                  <a:ext uri="{FF2B5EF4-FFF2-40B4-BE49-F238E27FC236}">
                    <a16:creationId xmlns:a16="http://schemas.microsoft.com/office/drawing/2014/main" id="{595ED9B9-B923-4B40-AFC6-62BD06E50699}"/>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nvGrpSpPr>
            <p:cNvPr id="15393" name="Group 32">
              <a:extLst>
                <a:ext uri="{FF2B5EF4-FFF2-40B4-BE49-F238E27FC236}">
                  <a16:creationId xmlns:a16="http://schemas.microsoft.com/office/drawing/2014/main" id="{A4D279F4-B37B-490B-BA69-9268DD688771}"/>
                </a:ext>
              </a:extLst>
            </p:cNvPr>
            <p:cNvGrpSpPr>
              <a:grpSpLocks/>
            </p:cNvGrpSpPr>
            <p:nvPr/>
          </p:nvGrpSpPr>
          <p:grpSpPr bwMode="auto">
            <a:xfrm>
              <a:off x="9615" y="5250"/>
              <a:ext cx="105" cy="122"/>
              <a:chOff x="5430" y="6690"/>
              <a:chExt cx="210" cy="270"/>
            </a:xfrm>
          </p:grpSpPr>
          <p:cxnSp>
            <p:nvCxnSpPr>
              <p:cNvPr id="15453" name="AutoShape 33">
                <a:extLst>
                  <a:ext uri="{FF2B5EF4-FFF2-40B4-BE49-F238E27FC236}">
                    <a16:creationId xmlns:a16="http://schemas.microsoft.com/office/drawing/2014/main" id="{A2445C11-B20C-4B0F-80D2-3F6A1C2B0A6E}"/>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54" name="AutoShape 34">
                <a:extLst>
                  <a:ext uri="{FF2B5EF4-FFF2-40B4-BE49-F238E27FC236}">
                    <a16:creationId xmlns:a16="http://schemas.microsoft.com/office/drawing/2014/main" id="{370D6169-480D-40B3-A0AC-545CEB3FF4DE}"/>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nvGrpSpPr>
            <p:cNvPr id="15394" name="Group 35">
              <a:extLst>
                <a:ext uri="{FF2B5EF4-FFF2-40B4-BE49-F238E27FC236}">
                  <a16:creationId xmlns:a16="http://schemas.microsoft.com/office/drawing/2014/main" id="{80E54FAA-18CD-4FEF-BF51-96A115F211E8}"/>
                </a:ext>
              </a:extLst>
            </p:cNvPr>
            <p:cNvGrpSpPr>
              <a:grpSpLocks/>
            </p:cNvGrpSpPr>
            <p:nvPr/>
          </p:nvGrpSpPr>
          <p:grpSpPr bwMode="auto">
            <a:xfrm>
              <a:off x="8895" y="4959"/>
              <a:ext cx="105" cy="122"/>
              <a:chOff x="5430" y="6690"/>
              <a:chExt cx="210" cy="270"/>
            </a:xfrm>
          </p:grpSpPr>
          <p:cxnSp>
            <p:nvCxnSpPr>
              <p:cNvPr id="15451" name="AutoShape 36">
                <a:extLst>
                  <a:ext uri="{FF2B5EF4-FFF2-40B4-BE49-F238E27FC236}">
                    <a16:creationId xmlns:a16="http://schemas.microsoft.com/office/drawing/2014/main" id="{9A946FD8-AA4B-4578-9354-7B751FC0E773}"/>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52" name="AutoShape 37">
                <a:extLst>
                  <a:ext uri="{FF2B5EF4-FFF2-40B4-BE49-F238E27FC236}">
                    <a16:creationId xmlns:a16="http://schemas.microsoft.com/office/drawing/2014/main" id="{72789956-0975-4A45-BECD-E851918D0C95}"/>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nvGrpSpPr>
            <p:cNvPr id="15395" name="Group 38">
              <a:extLst>
                <a:ext uri="{FF2B5EF4-FFF2-40B4-BE49-F238E27FC236}">
                  <a16:creationId xmlns:a16="http://schemas.microsoft.com/office/drawing/2014/main" id="{2C002228-E779-43F3-924A-F59730DE60EE}"/>
                </a:ext>
              </a:extLst>
            </p:cNvPr>
            <p:cNvGrpSpPr>
              <a:grpSpLocks/>
            </p:cNvGrpSpPr>
            <p:nvPr/>
          </p:nvGrpSpPr>
          <p:grpSpPr bwMode="auto">
            <a:xfrm>
              <a:off x="9660" y="5022"/>
              <a:ext cx="105" cy="122"/>
              <a:chOff x="5430" y="6690"/>
              <a:chExt cx="210" cy="270"/>
            </a:xfrm>
          </p:grpSpPr>
          <p:cxnSp>
            <p:nvCxnSpPr>
              <p:cNvPr id="15449" name="AutoShape 39">
                <a:extLst>
                  <a:ext uri="{FF2B5EF4-FFF2-40B4-BE49-F238E27FC236}">
                    <a16:creationId xmlns:a16="http://schemas.microsoft.com/office/drawing/2014/main" id="{947EA6A3-7C8B-4835-A61A-2DD44922FA68}"/>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50" name="AutoShape 40">
                <a:extLst>
                  <a:ext uri="{FF2B5EF4-FFF2-40B4-BE49-F238E27FC236}">
                    <a16:creationId xmlns:a16="http://schemas.microsoft.com/office/drawing/2014/main" id="{CE8710FF-6AE4-487A-96B4-6E679B961BEC}"/>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nvGrpSpPr>
            <p:cNvPr id="15396" name="Group 41">
              <a:extLst>
                <a:ext uri="{FF2B5EF4-FFF2-40B4-BE49-F238E27FC236}">
                  <a16:creationId xmlns:a16="http://schemas.microsoft.com/office/drawing/2014/main" id="{3926597C-5A49-486C-8090-E484B0DDAF39}"/>
                </a:ext>
              </a:extLst>
            </p:cNvPr>
            <p:cNvGrpSpPr>
              <a:grpSpLocks/>
            </p:cNvGrpSpPr>
            <p:nvPr/>
          </p:nvGrpSpPr>
          <p:grpSpPr bwMode="auto">
            <a:xfrm>
              <a:off x="9270" y="4546"/>
              <a:ext cx="105" cy="122"/>
              <a:chOff x="5430" y="6690"/>
              <a:chExt cx="210" cy="270"/>
            </a:xfrm>
          </p:grpSpPr>
          <p:cxnSp>
            <p:nvCxnSpPr>
              <p:cNvPr id="15447" name="AutoShape 42">
                <a:extLst>
                  <a:ext uri="{FF2B5EF4-FFF2-40B4-BE49-F238E27FC236}">
                    <a16:creationId xmlns:a16="http://schemas.microsoft.com/office/drawing/2014/main" id="{A2A8F813-5842-4399-9CE7-6DE4825FBF0B}"/>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48" name="AutoShape 43">
                <a:extLst>
                  <a:ext uri="{FF2B5EF4-FFF2-40B4-BE49-F238E27FC236}">
                    <a16:creationId xmlns:a16="http://schemas.microsoft.com/office/drawing/2014/main" id="{C3839E3E-CC26-4A91-8387-25EBEF85D013}"/>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nvGrpSpPr>
            <p:cNvPr id="15397" name="Group 44">
              <a:extLst>
                <a:ext uri="{FF2B5EF4-FFF2-40B4-BE49-F238E27FC236}">
                  <a16:creationId xmlns:a16="http://schemas.microsoft.com/office/drawing/2014/main" id="{226B58AB-ABA4-4B7E-8F6D-F780698FBBCD}"/>
                </a:ext>
              </a:extLst>
            </p:cNvPr>
            <p:cNvGrpSpPr>
              <a:grpSpLocks/>
            </p:cNvGrpSpPr>
            <p:nvPr/>
          </p:nvGrpSpPr>
          <p:grpSpPr bwMode="auto">
            <a:xfrm>
              <a:off x="9270" y="5439"/>
              <a:ext cx="105" cy="122"/>
              <a:chOff x="5430" y="6690"/>
              <a:chExt cx="210" cy="270"/>
            </a:xfrm>
          </p:grpSpPr>
          <p:cxnSp>
            <p:nvCxnSpPr>
              <p:cNvPr id="15445" name="AutoShape 45">
                <a:extLst>
                  <a:ext uri="{FF2B5EF4-FFF2-40B4-BE49-F238E27FC236}">
                    <a16:creationId xmlns:a16="http://schemas.microsoft.com/office/drawing/2014/main" id="{82DB18A6-5C66-42E3-A395-AA7F36C42C59}"/>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46" name="AutoShape 46">
                <a:extLst>
                  <a:ext uri="{FF2B5EF4-FFF2-40B4-BE49-F238E27FC236}">
                    <a16:creationId xmlns:a16="http://schemas.microsoft.com/office/drawing/2014/main" id="{782F00EE-A122-4E4A-A0BE-0DA9812FC93E}"/>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nvGrpSpPr>
            <p:cNvPr id="15398" name="Group 47">
              <a:extLst>
                <a:ext uri="{FF2B5EF4-FFF2-40B4-BE49-F238E27FC236}">
                  <a16:creationId xmlns:a16="http://schemas.microsoft.com/office/drawing/2014/main" id="{6C91467B-317F-45FA-A9FD-8DFFC1138560}"/>
                </a:ext>
              </a:extLst>
            </p:cNvPr>
            <p:cNvGrpSpPr>
              <a:grpSpLocks/>
            </p:cNvGrpSpPr>
            <p:nvPr/>
          </p:nvGrpSpPr>
          <p:grpSpPr bwMode="auto">
            <a:xfrm>
              <a:off x="9608" y="4790"/>
              <a:ext cx="105" cy="122"/>
              <a:chOff x="5430" y="6690"/>
              <a:chExt cx="210" cy="270"/>
            </a:xfrm>
          </p:grpSpPr>
          <p:cxnSp>
            <p:nvCxnSpPr>
              <p:cNvPr id="15443" name="AutoShape 48">
                <a:extLst>
                  <a:ext uri="{FF2B5EF4-FFF2-40B4-BE49-F238E27FC236}">
                    <a16:creationId xmlns:a16="http://schemas.microsoft.com/office/drawing/2014/main" id="{10C3AB30-E1C4-4ACE-B2D5-BB36767770FF}"/>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44" name="AutoShape 49">
                <a:extLst>
                  <a:ext uri="{FF2B5EF4-FFF2-40B4-BE49-F238E27FC236}">
                    <a16:creationId xmlns:a16="http://schemas.microsoft.com/office/drawing/2014/main" id="{E5FA1DE5-AD95-4A77-8237-F1C91F69237D}"/>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nvGrpSpPr>
            <p:cNvPr id="15399" name="Group 50">
              <a:extLst>
                <a:ext uri="{FF2B5EF4-FFF2-40B4-BE49-F238E27FC236}">
                  <a16:creationId xmlns:a16="http://schemas.microsoft.com/office/drawing/2014/main" id="{6BFCB62B-3967-47A3-A734-53B665217593}"/>
                </a:ext>
              </a:extLst>
            </p:cNvPr>
            <p:cNvGrpSpPr>
              <a:grpSpLocks/>
            </p:cNvGrpSpPr>
            <p:nvPr/>
          </p:nvGrpSpPr>
          <p:grpSpPr bwMode="auto">
            <a:xfrm>
              <a:off x="8955" y="4749"/>
              <a:ext cx="105" cy="122"/>
              <a:chOff x="5430" y="6690"/>
              <a:chExt cx="210" cy="270"/>
            </a:xfrm>
          </p:grpSpPr>
          <p:cxnSp>
            <p:nvCxnSpPr>
              <p:cNvPr id="15441" name="AutoShape 51">
                <a:extLst>
                  <a:ext uri="{FF2B5EF4-FFF2-40B4-BE49-F238E27FC236}">
                    <a16:creationId xmlns:a16="http://schemas.microsoft.com/office/drawing/2014/main" id="{0ABE40BF-8753-4DD7-828E-AE94D55FC650}"/>
                  </a:ext>
                </a:extLst>
              </p:cNvPr>
              <p:cNvCxnSpPr>
                <a:cxnSpLocks noChangeShapeType="1"/>
              </p:cNvCxnSpPr>
              <p:nvPr/>
            </p:nvCxnSpPr>
            <p:spPr bwMode="auto">
              <a:xfrm>
                <a:off x="5430" y="6811"/>
                <a:ext cx="21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42" name="AutoShape 52">
                <a:extLst>
                  <a:ext uri="{FF2B5EF4-FFF2-40B4-BE49-F238E27FC236}">
                    <a16:creationId xmlns:a16="http://schemas.microsoft.com/office/drawing/2014/main" id="{E02CA8A9-FF90-4A9F-8625-38BD1DEDF6EF}"/>
                  </a:ext>
                </a:extLst>
              </p:cNvPr>
              <p:cNvCxnSpPr>
                <a:cxnSpLocks noChangeShapeType="1"/>
              </p:cNvCxnSpPr>
              <p:nvPr/>
            </p:nvCxnSpPr>
            <p:spPr bwMode="auto">
              <a:xfrm>
                <a:off x="5535" y="6690"/>
                <a:ext cx="0" cy="2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cxnSp>
          <p:nvCxnSpPr>
            <p:cNvPr id="15400" name="AutoShape 53">
              <a:extLst>
                <a:ext uri="{FF2B5EF4-FFF2-40B4-BE49-F238E27FC236}">
                  <a16:creationId xmlns:a16="http://schemas.microsoft.com/office/drawing/2014/main" id="{13C3F001-7186-42D0-AC92-B3466FEC94BF}"/>
                </a:ext>
              </a:extLst>
            </p:cNvPr>
            <p:cNvCxnSpPr>
              <a:cxnSpLocks noChangeShapeType="1"/>
            </p:cNvCxnSpPr>
            <p:nvPr/>
          </p:nvCxnSpPr>
          <p:spPr bwMode="auto">
            <a:xfrm>
              <a:off x="8085" y="6015"/>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01" name="AutoShape 54">
              <a:extLst>
                <a:ext uri="{FF2B5EF4-FFF2-40B4-BE49-F238E27FC236}">
                  <a16:creationId xmlns:a16="http://schemas.microsoft.com/office/drawing/2014/main" id="{0DA10581-726A-4822-9F72-9C625A6208C5}"/>
                </a:ext>
              </a:extLst>
            </p:cNvPr>
            <p:cNvCxnSpPr>
              <a:cxnSpLocks noChangeShapeType="1"/>
            </p:cNvCxnSpPr>
            <p:nvPr/>
          </p:nvCxnSpPr>
          <p:spPr bwMode="auto">
            <a:xfrm>
              <a:off x="8610" y="6645"/>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02" name="AutoShape 55">
              <a:extLst>
                <a:ext uri="{FF2B5EF4-FFF2-40B4-BE49-F238E27FC236}">
                  <a16:creationId xmlns:a16="http://schemas.microsoft.com/office/drawing/2014/main" id="{027A1D6D-2ECC-44DB-A179-4E9C2A5BFF92}"/>
                </a:ext>
              </a:extLst>
            </p:cNvPr>
            <p:cNvCxnSpPr>
              <a:cxnSpLocks noChangeShapeType="1"/>
            </p:cNvCxnSpPr>
            <p:nvPr/>
          </p:nvCxnSpPr>
          <p:spPr bwMode="auto">
            <a:xfrm>
              <a:off x="10095" y="6600"/>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03" name="AutoShape 56">
              <a:extLst>
                <a:ext uri="{FF2B5EF4-FFF2-40B4-BE49-F238E27FC236}">
                  <a16:creationId xmlns:a16="http://schemas.microsoft.com/office/drawing/2014/main" id="{88D5AF0F-801C-475A-9928-1CDE3A818896}"/>
                </a:ext>
              </a:extLst>
            </p:cNvPr>
            <p:cNvCxnSpPr>
              <a:cxnSpLocks noChangeShapeType="1"/>
            </p:cNvCxnSpPr>
            <p:nvPr/>
          </p:nvCxnSpPr>
          <p:spPr bwMode="auto">
            <a:xfrm>
              <a:off x="10575" y="5910"/>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04" name="AutoShape 57">
              <a:extLst>
                <a:ext uri="{FF2B5EF4-FFF2-40B4-BE49-F238E27FC236}">
                  <a16:creationId xmlns:a16="http://schemas.microsoft.com/office/drawing/2014/main" id="{08AEC64F-33F5-4FF6-B407-EF5E5936CB3C}"/>
                </a:ext>
              </a:extLst>
            </p:cNvPr>
            <p:cNvCxnSpPr>
              <a:cxnSpLocks noChangeShapeType="1"/>
            </p:cNvCxnSpPr>
            <p:nvPr/>
          </p:nvCxnSpPr>
          <p:spPr bwMode="auto">
            <a:xfrm>
              <a:off x="9292" y="6870"/>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05" name="AutoShape 58">
              <a:extLst>
                <a:ext uri="{FF2B5EF4-FFF2-40B4-BE49-F238E27FC236}">
                  <a16:creationId xmlns:a16="http://schemas.microsoft.com/office/drawing/2014/main" id="{AE919624-9045-4118-BC92-9C2411104C88}"/>
                </a:ext>
              </a:extLst>
            </p:cNvPr>
            <p:cNvCxnSpPr>
              <a:cxnSpLocks noChangeShapeType="1"/>
            </p:cNvCxnSpPr>
            <p:nvPr/>
          </p:nvCxnSpPr>
          <p:spPr bwMode="auto">
            <a:xfrm>
              <a:off x="9292" y="3225"/>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06" name="AutoShape 59">
              <a:extLst>
                <a:ext uri="{FF2B5EF4-FFF2-40B4-BE49-F238E27FC236}">
                  <a16:creationId xmlns:a16="http://schemas.microsoft.com/office/drawing/2014/main" id="{3C5F3FFE-93E0-4A89-82DF-CECD33D30EBF}"/>
                </a:ext>
              </a:extLst>
            </p:cNvPr>
            <p:cNvCxnSpPr>
              <a:cxnSpLocks noChangeShapeType="1"/>
            </p:cNvCxnSpPr>
            <p:nvPr/>
          </p:nvCxnSpPr>
          <p:spPr bwMode="auto">
            <a:xfrm>
              <a:off x="7830" y="5077"/>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07" name="AutoShape 60">
              <a:extLst>
                <a:ext uri="{FF2B5EF4-FFF2-40B4-BE49-F238E27FC236}">
                  <a16:creationId xmlns:a16="http://schemas.microsoft.com/office/drawing/2014/main" id="{BEA696CD-76CB-49A4-8F1C-8A41C6D105FE}"/>
                </a:ext>
              </a:extLst>
            </p:cNvPr>
            <p:cNvCxnSpPr>
              <a:cxnSpLocks noChangeShapeType="1"/>
            </p:cNvCxnSpPr>
            <p:nvPr/>
          </p:nvCxnSpPr>
          <p:spPr bwMode="auto">
            <a:xfrm>
              <a:off x="10635" y="5055"/>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08" name="AutoShape 61">
              <a:extLst>
                <a:ext uri="{FF2B5EF4-FFF2-40B4-BE49-F238E27FC236}">
                  <a16:creationId xmlns:a16="http://schemas.microsoft.com/office/drawing/2014/main" id="{668D5A26-FCF1-4999-A7BD-4822FE071DF2}"/>
                </a:ext>
              </a:extLst>
            </p:cNvPr>
            <p:cNvCxnSpPr>
              <a:cxnSpLocks noChangeShapeType="1"/>
            </p:cNvCxnSpPr>
            <p:nvPr/>
          </p:nvCxnSpPr>
          <p:spPr bwMode="auto">
            <a:xfrm>
              <a:off x="7995" y="4260"/>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09" name="AutoShape 62">
              <a:extLst>
                <a:ext uri="{FF2B5EF4-FFF2-40B4-BE49-F238E27FC236}">
                  <a16:creationId xmlns:a16="http://schemas.microsoft.com/office/drawing/2014/main" id="{FCD27520-19DE-4C58-8DB0-4FFD1113A026}"/>
                </a:ext>
              </a:extLst>
            </p:cNvPr>
            <p:cNvCxnSpPr>
              <a:cxnSpLocks noChangeShapeType="1"/>
            </p:cNvCxnSpPr>
            <p:nvPr/>
          </p:nvCxnSpPr>
          <p:spPr bwMode="auto">
            <a:xfrm>
              <a:off x="8505" y="3540"/>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10" name="AutoShape 63">
              <a:extLst>
                <a:ext uri="{FF2B5EF4-FFF2-40B4-BE49-F238E27FC236}">
                  <a16:creationId xmlns:a16="http://schemas.microsoft.com/office/drawing/2014/main" id="{7DA3FABA-26D9-4C71-BC04-9C082654D399}"/>
                </a:ext>
              </a:extLst>
            </p:cNvPr>
            <p:cNvCxnSpPr>
              <a:cxnSpLocks noChangeShapeType="1"/>
            </p:cNvCxnSpPr>
            <p:nvPr/>
          </p:nvCxnSpPr>
          <p:spPr bwMode="auto">
            <a:xfrm>
              <a:off x="9945" y="3450"/>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11" name="AutoShape 64">
              <a:extLst>
                <a:ext uri="{FF2B5EF4-FFF2-40B4-BE49-F238E27FC236}">
                  <a16:creationId xmlns:a16="http://schemas.microsoft.com/office/drawing/2014/main" id="{70B2D96E-9500-4841-A038-0D49401F8B9E}"/>
                </a:ext>
              </a:extLst>
            </p:cNvPr>
            <p:cNvCxnSpPr>
              <a:cxnSpLocks noChangeShapeType="1"/>
            </p:cNvCxnSpPr>
            <p:nvPr/>
          </p:nvCxnSpPr>
          <p:spPr bwMode="auto">
            <a:xfrm>
              <a:off x="10530" y="4170"/>
              <a:ext cx="1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5412" name="AutoShape 65">
              <a:extLst>
                <a:ext uri="{FF2B5EF4-FFF2-40B4-BE49-F238E27FC236}">
                  <a16:creationId xmlns:a16="http://schemas.microsoft.com/office/drawing/2014/main" id="{ED903278-FE72-4BB9-88B3-0DAA4E3B144A}"/>
                </a:ext>
              </a:extLst>
            </p:cNvPr>
            <p:cNvCxnSpPr>
              <a:cxnSpLocks noChangeShapeType="1"/>
            </p:cNvCxnSpPr>
            <p:nvPr/>
          </p:nvCxnSpPr>
          <p:spPr bwMode="auto">
            <a:xfrm flipV="1">
              <a:off x="8190" y="5290"/>
              <a:ext cx="810" cy="650"/>
            </a:xfrm>
            <a:prstGeom prst="straightConnector1">
              <a:avLst/>
            </a:prstGeom>
            <a:noFill/>
            <a:ln w="19050">
              <a:solidFill>
                <a:srgbClr val="0070C0"/>
              </a:solidFill>
              <a:round/>
              <a:headEnd/>
              <a:tailEnd/>
            </a:ln>
            <a:extLst>
              <a:ext uri="{909E8E84-426E-40DD-AFC4-6F175D3DCCD1}">
                <a14:hiddenFill xmlns:a14="http://schemas.microsoft.com/office/drawing/2010/main">
                  <a:noFill/>
                </a14:hiddenFill>
              </a:ext>
            </a:extLst>
          </p:spPr>
        </p:cxnSp>
        <p:cxnSp>
          <p:nvCxnSpPr>
            <p:cNvPr id="15413" name="AutoShape 66">
              <a:extLst>
                <a:ext uri="{FF2B5EF4-FFF2-40B4-BE49-F238E27FC236}">
                  <a16:creationId xmlns:a16="http://schemas.microsoft.com/office/drawing/2014/main" id="{58EB4A8B-FFF0-45F4-80DE-540BFE1F6F69}"/>
                </a:ext>
              </a:extLst>
            </p:cNvPr>
            <p:cNvCxnSpPr>
              <a:cxnSpLocks noChangeShapeType="1"/>
            </p:cNvCxnSpPr>
            <p:nvPr/>
          </p:nvCxnSpPr>
          <p:spPr bwMode="auto">
            <a:xfrm flipV="1">
              <a:off x="8715" y="5494"/>
              <a:ext cx="451" cy="1151"/>
            </a:xfrm>
            <a:prstGeom prst="straightConnector1">
              <a:avLst/>
            </a:prstGeom>
            <a:noFill/>
            <a:ln w="19050">
              <a:solidFill>
                <a:srgbClr val="0070C0"/>
              </a:solidFill>
              <a:round/>
              <a:headEnd/>
              <a:tailEnd/>
            </a:ln>
            <a:extLst>
              <a:ext uri="{909E8E84-426E-40DD-AFC4-6F175D3DCCD1}">
                <a14:hiddenFill xmlns:a14="http://schemas.microsoft.com/office/drawing/2010/main">
                  <a:noFill/>
                </a14:hiddenFill>
              </a:ext>
            </a:extLst>
          </p:spPr>
        </p:cxnSp>
        <p:cxnSp>
          <p:nvCxnSpPr>
            <p:cNvPr id="15414" name="AutoShape 67">
              <a:extLst>
                <a:ext uri="{FF2B5EF4-FFF2-40B4-BE49-F238E27FC236}">
                  <a16:creationId xmlns:a16="http://schemas.microsoft.com/office/drawing/2014/main" id="{F220DDA1-A9AC-4863-9736-70B5D889768A}"/>
                </a:ext>
              </a:extLst>
            </p:cNvPr>
            <p:cNvCxnSpPr>
              <a:cxnSpLocks noChangeShapeType="1"/>
            </p:cNvCxnSpPr>
            <p:nvPr/>
          </p:nvCxnSpPr>
          <p:spPr bwMode="auto">
            <a:xfrm>
              <a:off x="8025" y="4260"/>
              <a:ext cx="930" cy="585"/>
            </a:xfrm>
            <a:prstGeom prst="straightConnector1">
              <a:avLst/>
            </a:prstGeom>
            <a:noFill/>
            <a:ln w="19050">
              <a:solidFill>
                <a:srgbClr val="0070C0"/>
              </a:solidFill>
              <a:round/>
              <a:headEnd/>
              <a:tailEnd/>
            </a:ln>
            <a:extLst>
              <a:ext uri="{909E8E84-426E-40DD-AFC4-6F175D3DCCD1}">
                <a14:hiddenFill xmlns:a14="http://schemas.microsoft.com/office/drawing/2010/main">
                  <a:noFill/>
                </a14:hiddenFill>
              </a:ext>
            </a:extLst>
          </p:spPr>
        </p:cxnSp>
        <p:cxnSp>
          <p:nvCxnSpPr>
            <p:cNvPr id="15415" name="AutoShape 68">
              <a:extLst>
                <a:ext uri="{FF2B5EF4-FFF2-40B4-BE49-F238E27FC236}">
                  <a16:creationId xmlns:a16="http://schemas.microsoft.com/office/drawing/2014/main" id="{C47C16DF-86F4-4373-9C8C-B0B82742F97A}"/>
                </a:ext>
              </a:extLst>
            </p:cNvPr>
            <p:cNvCxnSpPr>
              <a:cxnSpLocks noChangeShapeType="1"/>
            </p:cNvCxnSpPr>
            <p:nvPr/>
          </p:nvCxnSpPr>
          <p:spPr bwMode="auto">
            <a:xfrm>
              <a:off x="8505" y="3540"/>
              <a:ext cx="578" cy="1128"/>
            </a:xfrm>
            <a:prstGeom prst="straightConnector1">
              <a:avLst/>
            </a:prstGeom>
            <a:noFill/>
            <a:ln w="19050">
              <a:solidFill>
                <a:srgbClr val="0070C0"/>
              </a:solidFill>
              <a:round/>
              <a:headEnd/>
              <a:tailEnd/>
            </a:ln>
            <a:extLst>
              <a:ext uri="{909E8E84-426E-40DD-AFC4-6F175D3DCCD1}">
                <a14:hiddenFill xmlns:a14="http://schemas.microsoft.com/office/drawing/2010/main">
                  <a:noFill/>
                </a14:hiddenFill>
              </a:ext>
            </a:extLst>
          </p:spPr>
        </p:cxnSp>
        <p:cxnSp>
          <p:nvCxnSpPr>
            <p:cNvPr id="15416" name="AutoShape 69">
              <a:extLst>
                <a:ext uri="{FF2B5EF4-FFF2-40B4-BE49-F238E27FC236}">
                  <a16:creationId xmlns:a16="http://schemas.microsoft.com/office/drawing/2014/main" id="{037A91C5-40CA-4DFF-8BF1-905B5ED589A5}"/>
                </a:ext>
              </a:extLst>
            </p:cNvPr>
            <p:cNvCxnSpPr>
              <a:cxnSpLocks noChangeShapeType="1"/>
            </p:cNvCxnSpPr>
            <p:nvPr/>
          </p:nvCxnSpPr>
          <p:spPr bwMode="auto">
            <a:xfrm>
              <a:off x="8505" y="4546"/>
              <a:ext cx="495" cy="299"/>
            </a:xfrm>
            <a:prstGeom prst="straightConnector1">
              <a:avLst/>
            </a:prstGeom>
            <a:noFill/>
            <a:ln w="19050">
              <a:solidFill>
                <a:srgbClr val="0070C0"/>
              </a:solidFill>
              <a:round/>
              <a:headEnd type="triangle" w="med" len="med"/>
              <a:tailEnd/>
            </a:ln>
            <a:extLst>
              <a:ext uri="{909E8E84-426E-40DD-AFC4-6F175D3DCCD1}">
                <a14:hiddenFill xmlns:a14="http://schemas.microsoft.com/office/drawing/2010/main">
                  <a:noFill/>
                </a14:hiddenFill>
              </a:ext>
            </a:extLst>
          </p:spPr>
        </p:cxnSp>
        <p:cxnSp>
          <p:nvCxnSpPr>
            <p:cNvPr id="15417" name="AutoShape 70">
              <a:extLst>
                <a:ext uri="{FF2B5EF4-FFF2-40B4-BE49-F238E27FC236}">
                  <a16:creationId xmlns:a16="http://schemas.microsoft.com/office/drawing/2014/main" id="{5AF0B4A6-EED3-4FFD-8EB2-C43EBAC8392D}"/>
                </a:ext>
              </a:extLst>
            </p:cNvPr>
            <p:cNvCxnSpPr>
              <a:cxnSpLocks noChangeShapeType="1"/>
            </p:cNvCxnSpPr>
            <p:nvPr/>
          </p:nvCxnSpPr>
          <p:spPr bwMode="auto">
            <a:xfrm>
              <a:off x="8835" y="4155"/>
              <a:ext cx="233" cy="504"/>
            </a:xfrm>
            <a:prstGeom prst="straightConnector1">
              <a:avLst/>
            </a:prstGeom>
            <a:noFill/>
            <a:ln w="9525">
              <a:solidFill>
                <a:srgbClr val="0070C0"/>
              </a:solidFill>
              <a:round/>
              <a:headEnd type="triangle" w="med" len="med"/>
              <a:tailEnd/>
            </a:ln>
            <a:extLst>
              <a:ext uri="{909E8E84-426E-40DD-AFC4-6F175D3DCCD1}">
                <a14:hiddenFill xmlns:a14="http://schemas.microsoft.com/office/drawing/2010/main">
                  <a:noFill/>
                </a14:hiddenFill>
              </a:ext>
            </a:extLst>
          </p:spPr>
        </p:cxnSp>
        <p:cxnSp>
          <p:nvCxnSpPr>
            <p:cNvPr id="15418" name="AutoShape 71">
              <a:extLst>
                <a:ext uri="{FF2B5EF4-FFF2-40B4-BE49-F238E27FC236}">
                  <a16:creationId xmlns:a16="http://schemas.microsoft.com/office/drawing/2014/main" id="{F3918625-778E-43FD-BC6E-DD52F4F8D10D}"/>
                </a:ext>
              </a:extLst>
            </p:cNvPr>
            <p:cNvCxnSpPr>
              <a:cxnSpLocks noChangeShapeType="1"/>
            </p:cNvCxnSpPr>
            <p:nvPr/>
          </p:nvCxnSpPr>
          <p:spPr bwMode="auto">
            <a:xfrm>
              <a:off x="9323" y="5546"/>
              <a:ext cx="1" cy="589"/>
            </a:xfrm>
            <a:prstGeom prst="straightConnector1">
              <a:avLst/>
            </a:prstGeom>
            <a:noFill/>
            <a:ln w="19050">
              <a:solidFill>
                <a:srgbClr val="0070C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5419" name="AutoShape 72">
              <a:extLst>
                <a:ext uri="{FF2B5EF4-FFF2-40B4-BE49-F238E27FC236}">
                  <a16:creationId xmlns:a16="http://schemas.microsoft.com/office/drawing/2014/main" id="{2588320B-6240-4458-87D5-4E73C1A96674}"/>
                </a:ext>
              </a:extLst>
            </p:cNvPr>
            <p:cNvCxnSpPr>
              <a:cxnSpLocks noChangeShapeType="1"/>
            </p:cNvCxnSpPr>
            <p:nvPr/>
          </p:nvCxnSpPr>
          <p:spPr bwMode="auto">
            <a:xfrm flipH="1">
              <a:off x="8978" y="5509"/>
              <a:ext cx="188" cy="506"/>
            </a:xfrm>
            <a:prstGeom prst="straightConnector1">
              <a:avLst/>
            </a:prstGeom>
            <a:noFill/>
            <a:ln w="1905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15420" name="AutoShape 73">
              <a:extLst>
                <a:ext uri="{FF2B5EF4-FFF2-40B4-BE49-F238E27FC236}">
                  <a16:creationId xmlns:a16="http://schemas.microsoft.com/office/drawing/2014/main" id="{D45A784E-960A-4B17-837E-2C76B6557876}"/>
                </a:ext>
              </a:extLst>
            </p:cNvPr>
            <p:cNvCxnSpPr>
              <a:cxnSpLocks noChangeShapeType="1"/>
            </p:cNvCxnSpPr>
            <p:nvPr/>
          </p:nvCxnSpPr>
          <p:spPr bwMode="auto">
            <a:xfrm flipH="1">
              <a:off x="8610" y="5305"/>
              <a:ext cx="345" cy="290"/>
            </a:xfrm>
            <a:prstGeom prst="straightConnector1">
              <a:avLst/>
            </a:prstGeom>
            <a:noFill/>
            <a:ln w="1905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15421" name="AutoShape 74">
              <a:extLst>
                <a:ext uri="{FF2B5EF4-FFF2-40B4-BE49-F238E27FC236}">
                  <a16:creationId xmlns:a16="http://schemas.microsoft.com/office/drawing/2014/main" id="{F9387B09-B4A9-448B-8F8B-21391B5DD344}"/>
                </a:ext>
              </a:extLst>
            </p:cNvPr>
            <p:cNvCxnSpPr>
              <a:cxnSpLocks noChangeShapeType="1"/>
            </p:cNvCxnSpPr>
            <p:nvPr/>
          </p:nvCxnSpPr>
          <p:spPr bwMode="auto">
            <a:xfrm>
              <a:off x="8445" y="5077"/>
              <a:ext cx="450" cy="0"/>
            </a:xfrm>
            <a:prstGeom prst="straightConnector1">
              <a:avLst/>
            </a:prstGeom>
            <a:noFill/>
            <a:ln w="19050">
              <a:solidFill>
                <a:srgbClr val="0070C0"/>
              </a:solidFill>
              <a:round/>
              <a:headEnd type="triangle" w="med" len="med"/>
              <a:tailEnd/>
            </a:ln>
            <a:extLst>
              <a:ext uri="{909E8E84-426E-40DD-AFC4-6F175D3DCCD1}">
                <a14:hiddenFill xmlns:a14="http://schemas.microsoft.com/office/drawing/2010/main">
                  <a:noFill/>
                </a14:hiddenFill>
              </a:ext>
            </a:extLst>
          </p:spPr>
        </p:cxnSp>
        <p:cxnSp>
          <p:nvCxnSpPr>
            <p:cNvPr id="15422" name="AutoShape 75">
              <a:extLst>
                <a:ext uri="{FF2B5EF4-FFF2-40B4-BE49-F238E27FC236}">
                  <a16:creationId xmlns:a16="http://schemas.microsoft.com/office/drawing/2014/main" id="{86689AD1-A4DA-41D1-BA86-9D90F1598975}"/>
                </a:ext>
              </a:extLst>
            </p:cNvPr>
            <p:cNvCxnSpPr>
              <a:cxnSpLocks noChangeShapeType="1"/>
            </p:cNvCxnSpPr>
            <p:nvPr/>
          </p:nvCxnSpPr>
          <p:spPr bwMode="auto">
            <a:xfrm>
              <a:off x="9765" y="5055"/>
              <a:ext cx="435" cy="0"/>
            </a:xfrm>
            <a:prstGeom prst="straightConnector1">
              <a:avLst/>
            </a:prstGeom>
            <a:noFill/>
            <a:ln w="1905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15423" name="AutoShape 76">
              <a:extLst>
                <a:ext uri="{FF2B5EF4-FFF2-40B4-BE49-F238E27FC236}">
                  <a16:creationId xmlns:a16="http://schemas.microsoft.com/office/drawing/2014/main" id="{06B13936-5BEF-420E-B558-456A58D0C436}"/>
                </a:ext>
              </a:extLst>
            </p:cNvPr>
            <p:cNvCxnSpPr>
              <a:cxnSpLocks noChangeShapeType="1"/>
            </p:cNvCxnSpPr>
            <p:nvPr/>
          </p:nvCxnSpPr>
          <p:spPr bwMode="auto">
            <a:xfrm>
              <a:off x="9683" y="5290"/>
              <a:ext cx="427" cy="256"/>
            </a:xfrm>
            <a:prstGeom prst="straightConnector1">
              <a:avLst/>
            </a:prstGeom>
            <a:noFill/>
            <a:ln w="1905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15424" name="AutoShape 77">
              <a:extLst>
                <a:ext uri="{FF2B5EF4-FFF2-40B4-BE49-F238E27FC236}">
                  <a16:creationId xmlns:a16="http://schemas.microsoft.com/office/drawing/2014/main" id="{E49D28EA-0674-46D4-A6A5-A6F728871FB7}"/>
                </a:ext>
              </a:extLst>
            </p:cNvPr>
            <p:cNvCxnSpPr>
              <a:cxnSpLocks noChangeShapeType="1"/>
            </p:cNvCxnSpPr>
            <p:nvPr/>
          </p:nvCxnSpPr>
          <p:spPr bwMode="auto">
            <a:xfrm>
              <a:off x="9683" y="5290"/>
              <a:ext cx="952" cy="620"/>
            </a:xfrm>
            <a:prstGeom prst="straightConnector1">
              <a:avLst/>
            </a:prstGeom>
            <a:noFill/>
            <a:ln w="19050">
              <a:solidFill>
                <a:srgbClr val="0070C0"/>
              </a:solidFill>
              <a:round/>
              <a:headEnd/>
              <a:tailEnd/>
            </a:ln>
            <a:extLst>
              <a:ext uri="{909E8E84-426E-40DD-AFC4-6F175D3DCCD1}">
                <a14:hiddenFill xmlns:a14="http://schemas.microsoft.com/office/drawing/2010/main">
                  <a:noFill/>
                </a14:hiddenFill>
              </a:ext>
            </a:extLst>
          </p:spPr>
        </p:cxnSp>
        <p:cxnSp>
          <p:nvCxnSpPr>
            <p:cNvPr id="15425" name="AutoShape 78">
              <a:extLst>
                <a:ext uri="{FF2B5EF4-FFF2-40B4-BE49-F238E27FC236}">
                  <a16:creationId xmlns:a16="http://schemas.microsoft.com/office/drawing/2014/main" id="{1F9C99C6-946D-4624-AE27-74331D61EC9B}"/>
                </a:ext>
              </a:extLst>
            </p:cNvPr>
            <p:cNvCxnSpPr>
              <a:cxnSpLocks noChangeShapeType="1"/>
            </p:cNvCxnSpPr>
            <p:nvPr/>
          </p:nvCxnSpPr>
          <p:spPr bwMode="auto">
            <a:xfrm flipV="1">
              <a:off x="9720" y="4170"/>
              <a:ext cx="810" cy="579"/>
            </a:xfrm>
            <a:prstGeom prst="straightConnector1">
              <a:avLst/>
            </a:prstGeom>
            <a:noFill/>
            <a:ln w="19050">
              <a:solidFill>
                <a:srgbClr val="0070C0"/>
              </a:solidFill>
              <a:round/>
              <a:headEnd/>
              <a:tailEnd/>
            </a:ln>
            <a:extLst>
              <a:ext uri="{909E8E84-426E-40DD-AFC4-6F175D3DCCD1}">
                <a14:hiddenFill xmlns:a14="http://schemas.microsoft.com/office/drawing/2010/main">
                  <a:noFill/>
                </a14:hiddenFill>
              </a:ext>
            </a:extLst>
          </p:spPr>
        </p:cxnSp>
        <p:cxnSp>
          <p:nvCxnSpPr>
            <p:cNvPr id="15426" name="AutoShape 79">
              <a:extLst>
                <a:ext uri="{FF2B5EF4-FFF2-40B4-BE49-F238E27FC236}">
                  <a16:creationId xmlns:a16="http://schemas.microsoft.com/office/drawing/2014/main" id="{80CB7714-BE1D-4E72-BCA6-CA6EDBC6F26B}"/>
                </a:ext>
              </a:extLst>
            </p:cNvPr>
            <p:cNvCxnSpPr>
              <a:cxnSpLocks noChangeShapeType="1"/>
            </p:cNvCxnSpPr>
            <p:nvPr/>
          </p:nvCxnSpPr>
          <p:spPr bwMode="auto">
            <a:xfrm flipV="1">
              <a:off x="9713" y="4500"/>
              <a:ext cx="367" cy="260"/>
            </a:xfrm>
            <a:prstGeom prst="straightConnector1">
              <a:avLst/>
            </a:prstGeom>
            <a:noFill/>
            <a:ln w="1905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15427" name="AutoShape 80">
              <a:extLst>
                <a:ext uri="{FF2B5EF4-FFF2-40B4-BE49-F238E27FC236}">
                  <a16:creationId xmlns:a16="http://schemas.microsoft.com/office/drawing/2014/main" id="{3DE7C0C2-3684-4B4D-900B-3389D4AB8E9F}"/>
                </a:ext>
              </a:extLst>
            </p:cNvPr>
            <p:cNvCxnSpPr>
              <a:cxnSpLocks noChangeShapeType="1"/>
            </p:cNvCxnSpPr>
            <p:nvPr/>
          </p:nvCxnSpPr>
          <p:spPr bwMode="auto">
            <a:xfrm flipV="1">
              <a:off x="9323" y="3975"/>
              <a:ext cx="0" cy="571"/>
            </a:xfrm>
            <a:prstGeom prst="straightConnector1">
              <a:avLst/>
            </a:prstGeom>
            <a:noFill/>
            <a:ln w="1905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15428" name="AutoShape 81">
              <a:extLst>
                <a:ext uri="{FF2B5EF4-FFF2-40B4-BE49-F238E27FC236}">
                  <a16:creationId xmlns:a16="http://schemas.microsoft.com/office/drawing/2014/main" id="{EB596211-704B-486D-B5A8-8617F7CEC32B}"/>
                </a:ext>
              </a:extLst>
            </p:cNvPr>
            <p:cNvCxnSpPr>
              <a:cxnSpLocks noChangeShapeType="1"/>
            </p:cNvCxnSpPr>
            <p:nvPr/>
          </p:nvCxnSpPr>
          <p:spPr bwMode="auto">
            <a:xfrm flipV="1">
              <a:off x="9526" y="4082"/>
              <a:ext cx="239" cy="519"/>
            </a:xfrm>
            <a:prstGeom prst="straightConnector1">
              <a:avLst/>
            </a:prstGeom>
            <a:noFill/>
            <a:ln w="1905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15429" name="AutoShape 82">
              <a:extLst>
                <a:ext uri="{FF2B5EF4-FFF2-40B4-BE49-F238E27FC236}">
                  <a16:creationId xmlns:a16="http://schemas.microsoft.com/office/drawing/2014/main" id="{03AE4A9C-28AA-4291-9044-80F4F6ED77A3}"/>
                </a:ext>
              </a:extLst>
            </p:cNvPr>
            <p:cNvCxnSpPr>
              <a:cxnSpLocks noChangeShapeType="1"/>
            </p:cNvCxnSpPr>
            <p:nvPr/>
          </p:nvCxnSpPr>
          <p:spPr bwMode="auto">
            <a:xfrm flipV="1">
              <a:off x="9526" y="3450"/>
              <a:ext cx="524" cy="1151"/>
            </a:xfrm>
            <a:prstGeom prst="straightConnector1">
              <a:avLst/>
            </a:prstGeom>
            <a:noFill/>
            <a:ln w="19050">
              <a:solidFill>
                <a:srgbClr val="0070C0"/>
              </a:solidFill>
              <a:round/>
              <a:headEnd/>
              <a:tailEnd/>
            </a:ln>
            <a:extLst>
              <a:ext uri="{909E8E84-426E-40DD-AFC4-6F175D3DCCD1}">
                <a14:hiddenFill xmlns:a14="http://schemas.microsoft.com/office/drawing/2010/main">
                  <a:noFill/>
                </a14:hiddenFill>
              </a:ext>
            </a:extLst>
          </p:spPr>
        </p:cxnSp>
        <p:cxnSp>
          <p:nvCxnSpPr>
            <p:cNvPr id="15430" name="AutoShape 83">
              <a:extLst>
                <a:ext uri="{FF2B5EF4-FFF2-40B4-BE49-F238E27FC236}">
                  <a16:creationId xmlns:a16="http://schemas.microsoft.com/office/drawing/2014/main" id="{5287240B-7BDA-4787-A9A4-D16553E10CD4}"/>
                </a:ext>
              </a:extLst>
            </p:cNvPr>
            <p:cNvCxnSpPr>
              <a:cxnSpLocks noChangeShapeType="1"/>
            </p:cNvCxnSpPr>
            <p:nvPr/>
          </p:nvCxnSpPr>
          <p:spPr bwMode="auto">
            <a:xfrm>
              <a:off x="9578" y="5479"/>
              <a:ext cx="262" cy="461"/>
            </a:xfrm>
            <a:prstGeom prst="straightConnector1">
              <a:avLst/>
            </a:prstGeom>
            <a:noFill/>
            <a:ln w="1905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15431" name="AutoShape 84">
              <a:extLst>
                <a:ext uri="{FF2B5EF4-FFF2-40B4-BE49-F238E27FC236}">
                  <a16:creationId xmlns:a16="http://schemas.microsoft.com/office/drawing/2014/main" id="{AD470614-C742-4708-9168-34FFCBF1CA3A}"/>
                </a:ext>
              </a:extLst>
            </p:cNvPr>
            <p:cNvCxnSpPr>
              <a:cxnSpLocks noChangeShapeType="1"/>
            </p:cNvCxnSpPr>
            <p:nvPr/>
          </p:nvCxnSpPr>
          <p:spPr bwMode="auto">
            <a:xfrm>
              <a:off x="9578" y="5442"/>
              <a:ext cx="532" cy="1068"/>
            </a:xfrm>
            <a:prstGeom prst="straightConnector1">
              <a:avLst/>
            </a:prstGeom>
            <a:noFill/>
            <a:ln w="19050">
              <a:solidFill>
                <a:srgbClr val="0070C0"/>
              </a:solidFill>
              <a:round/>
              <a:headEnd/>
              <a:tailEnd/>
            </a:ln>
            <a:extLst>
              <a:ext uri="{909E8E84-426E-40DD-AFC4-6F175D3DCCD1}">
                <a14:hiddenFill xmlns:a14="http://schemas.microsoft.com/office/drawing/2010/main">
                  <a:noFill/>
                </a14:hiddenFill>
              </a:ext>
            </a:extLst>
          </p:spPr>
        </p:cxnSp>
        <p:cxnSp>
          <p:nvCxnSpPr>
            <p:cNvPr id="15432" name="AutoShape 85">
              <a:extLst>
                <a:ext uri="{FF2B5EF4-FFF2-40B4-BE49-F238E27FC236}">
                  <a16:creationId xmlns:a16="http://schemas.microsoft.com/office/drawing/2014/main" id="{8DC9D53C-34F3-499C-8130-DE07BD2D504B}"/>
                </a:ext>
              </a:extLst>
            </p:cNvPr>
            <p:cNvCxnSpPr>
              <a:cxnSpLocks noChangeShapeType="1"/>
            </p:cNvCxnSpPr>
            <p:nvPr/>
          </p:nvCxnSpPr>
          <p:spPr bwMode="auto">
            <a:xfrm flipV="1">
              <a:off x="8355" y="5372"/>
              <a:ext cx="653" cy="943"/>
            </a:xfrm>
            <a:prstGeom prst="straightConnector1">
              <a:avLst/>
            </a:prstGeom>
            <a:noFill/>
            <a:ln w="19050">
              <a:solidFill>
                <a:srgbClr val="00B050"/>
              </a:solidFill>
              <a:round/>
              <a:headEnd/>
              <a:tailEnd/>
            </a:ln>
            <a:extLst>
              <a:ext uri="{909E8E84-426E-40DD-AFC4-6F175D3DCCD1}">
                <a14:hiddenFill xmlns:a14="http://schemas.microsoft.com/office/drawing/2010/main">
                  <a:noFill/>
                </a14:hiddenFill>
              </a:ext>
            </a:extLst>
          </p:spPr>
        </p:cxnSp>
        <p:cxnSp>
          <p:nvCxnSpPr>
            <p:cNvPr id="15433" name="AutoShape 86">
              <a:extLst>
                <a:ext uri="{FF2B5EF4-FFF2-40B4-BE49-F238E27FC236}">
                  <a16:creationId xmlns:a16="http://schemas.microsoft.com/office/drawing/2014/main" id="{F99E8BA5-75E3-464A-84CB-FDE3A6D33621}"/>
                </a:ext>
              </a:extLst>
            </p:cNvPr>
            <p:cNvCxnSpPr>
              <a:cxnSpLocks noChangeShapeType="1"/>
            </p:cNvCxnSpPr>
            <p:nvPr/>
          </p:nvCxnSpPr>
          <p:spPr bwMode="auto">
            <a:xfrm flipV="1">
              <a:off x="8610" y="5595"/>
              <a:ext cx="225" cy="345"/>
            </a:xfrm>
            <a:prstGeom prst="straightConnector1">
              <a:avLst/>
            </a:prstGeom>
            <a:noFill/>
            <a:ln w="9525">
              <a:solidFill>
                <a:srgbClr val="00B050"/>
              </a:solidFill>
              <a:round/>
              <a:headEnd/>
              <a:tailEnd type="triangle" w="med" len="med"/>
            </a:ln>
            <a:extLst>
              <a:ext uri="{909E8E84-426E-40DD-AFC4-6F175D3DCCD1}">
                <a14:hiddenFill xmlns:a14="http://schemas.microsoft.com/office/drawing/2010/main">
                  <a:noFill/>
                </a14:hiddenFill>
              </a:ext>
            </a:extLst>
          </p:spPr>
        </p:cxnSp>
        <p:sp>
          <p:nvSpPr>
            <p:cNvPr id="15434" name="Oval 87">
              <a:extLst>
                <a:ext uri="{FF2B5EF4-FFF2-40B4-BE49-F238E27FC236}">
                  <a16:creationId xmlns:a16="http://schemas.microsoft.com/office/drawing/2014/main" id="{412152F4-31F4-4D76-9BB6-0FE8D5C8AF59}"/>
                </a:ext>
              </a:extLst>
            </p:cNvPr>
            <p:cNvSpPr>
              <a:spLocks noChangeArrowheads="1"/>
            </p:cNvSpPr>
            <p:nvPr/>
          </p:nvSpPr>
          <p:spPr bwMode="auto">
            <a:xfrm>
              <a:off x="9023" y="5275"/>
              <a:ext cx="71" cy="75"/>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5435" name="Oval 88">
              <a:extLst>
                <a:ext uri="{FF2B5EF4-FFF2-40B4-BE49-F238E27FC236}">
                  <a16:creationId xmlns:a16="http://schemas.microsoft.com/office/drawing/2014/main" id="{8290EBE2-7245-4B48-910D-E2E08C5A0E6E}"/>
                </a:ext>
              </a:extLst>
            </p:cNvPr>
            <p:cNvSpPr>
              <a:spLocks noChangeArrowheads="1"/>
            </p:cNvSpPr>
            <p:nvPr/>
          </p:nvSpPr>
          <p:spPr bwMode="auto">
            <a:xfrm>
              <a:off x="8284" y="6315"/>
              <a:ext cx="71" cy="75"/>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5436" name="AutoShape 89">
              <a:extLst>
                <a:ext uri="{FF2B5EF4-FFF2-40B4-BE49-F238E27FC236}">
                  <a16:creationId xmlns:a16="http://schemas.microsoft.com/office/drawing/2014/main" id="{886DB64E-693D-4D53-A018-6B8FFF06B9A3}"/>
                </a:ext>
              </a:extLst>
            </p:cNvPr>
            <p:cNvCxnSpPr>
              <a:cxnSpLocks noChangeShapeType="1"/>
            </p:cNvCxnSpPr>
            <p:nvPr/>
          </p:nvCxnSpPr>
          <p:spPr bwMode="auto">
            <a:xfrm>
              <a:off x="8505" y="6135"/>
              <a:ext cx="0" cy="118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5437" name="AutoShape 90">
              <a:extLst>
                <a:ext uri="{FF2B5EF4-FFF2-40B4-BE49-F238E27FC236}">
                  <a16:creationId xmlns:a16="http://schemas.microsoft.com/office/drawing/2014/main" id="{1DA2F805-6B25-444F-8790-377F06316896}"/>
                </a:ext>
              </a:extLst>
            </p:cNvPr>
            <p:cNvCxnSpPr>
              <a:cxnSpLocks noChangeShapeType="1"/>
            </p:cNvCxnSpPr>
            <p:nvPr/>
          </p:nvCxnSpPr>
          <p:spPr bwMode="auto">
            <a:xfrm>
              <a:off x="9945" y="5790"/>
              <a:ext cx="690" cy="72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5438" name="Freeform 91">
              <a:extLst>
                <a:ext uri="{FF2B5EF4-FFF2-40B4-BE49-F238E27FC236}">
                  <a16:creationId xmlns:a16="http://schemas.microsoft.com/office/drawing/2014/main" id="{F200B4E9-BAC8-48DF-8F4F-07164DB9C61D}"/>
                </a:ext>
              </a:extLst>
            </p:cNvPr>
            <p:cNvSpPr>
              <a:spLocks/>
            </p:cNvSpPr>
            <p:nvPr/>
          </p:nvSpPr>
          <p:spPr bwMode="auto">
            <a:xfrm>
              <a:off x="10093" y="3225"/>
              <a:ext cx="287" cy="857"/>
            </a:xfrm>
            <a:custGeom>
              <a:avLst/>
              <a:gdLst>
                <a:gd name="T0" fmla="*/ 182 w 287"/>
                <a:gd name="T1" fmla="*/ 645 h 857"/>
                <a:gd name="T2" fmla="*/ 17 w 287"/>
                <a:gd name="T3" fmla="*/ 750 h 857"/>
                <a:gd name="T4" fmla="*/ 287 w 287"/>
                <a:gd name="T5" fmla="*/ 0 h 857"/>
                <a:gd name="T6" fmla="*/ 0 60000 65536"/>
                <a:gd name="T7" fmla="*/ 0 60000 65536"/>
                <a:gd name="T8" fmla="*/ 0 60000 65536"/>
                <a:gd name="T9" fmla="*/ 0 w 287"/>
                <a:gd name="T10" fmla="*/ 0 h 857"/>
                <a:gd name="T11" fmla="*/ 287 w 287"/>
                <a:gd name="T12" fmla="*/ 857 h 857"/>
              </a:gdLst>
              <a:ahLst/>
              <a:cxnLst>
                <a:cxn ang="T6">
                  <a:pos x="T0" y="T1"/>
                </a:cxn>
                <a:cxn ang="T7">
                  <a:pos x="T2" y="T3"/>
                </a:cxn>
                <a:cxn ang="T8">
                  <a:pos x="T4" y="T5"/>
                </a:cxn>
              </a:cxnLst>
              <a:rect l="T9" t="T10" r="T11" b="T12"/>
              <a:pathLst>
                <a:path w="287" h="857">
                  <a:moveTo>
                    <a:pt x="182" y="645"/>
                  </a:moveTo>
                  <a:cubicBezTo>
                    <a:pt x="91" y="751"/>
                    <a:pt x="0" y="857"/>
                    <a:pt x="17" y="750"/>
                  </a:cubicBezTo>
                  <a:cubicBezTo>
                    <a:pt x="34" y="643"/>
                    <a:pt x="242" y="125"/>
                    <a:pt x="287"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5439" name="AutoShape 92">
              <a:extLst>
                <a:ext uri="{FF2B5EF4-FFF2-40B4-BE49-F238E27FC236}">
                  <a16:creationId xmlns:a16="http://schemas.microsoft.com/office/drawing/2014/main" id="{29AEAA84-F8B0-4331-9038-FFCDB48DCE7D}"/>
                </a:ext>
              </a:extLst>
            </p:cNvPr>
            <p:cNvCxnSpPr>
              <a:cxnSpLocks noChangeShapeType="1"/>
            </p:cNvCxnSpPr>
            <p:nvPr/>
          </p:nvCxnSpPr>
          <p:spPr bwMode="auto">
            <a:xfrm flipH="1" flipV="1">
              <a:off x="8895" y="2970"/>
              <a:ext cx="293" cy="168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5440" name="AutoShape 93">
              <a:extLst>
                <a:ext uri="{FF2B5EF4-FFF2-40B4-BE49-F238E27FC236}">
                  <a16:creationId xmlns:a16="http://schemas.microsoft.com/office/drawing/2014/main" id="{344C3AFB-CB03-4773-9DDD-BACEC907A8BC}"/>
                </a:ext>
              </a:extLst>
            </p:cNvPr>
            <p:cNvCxnSpPr>
              <a:cxnSpLocks noChangeShapeType="1"/>
            </p:cNvCxnSpPr>
            <p:nvPr/>
          </p:nvCxnSpPr>
          <p:spPr bwMode="auto">
            <a:xfrm flipH="1">
              <a:off x="8610" y="2970"/>
              <a:ext cx="28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15370" name="Rectangle 93">
            <a:extLst>
              <a:ext uri="{FF2B5EF4-FFF2-40B4-BE49-F238E27FC236}">
                <a16:creationId xmlns:a16="http://schemas.microsoft.com/office/drawing/2014/main" id="{95529491-30AF-4F48-B7E4-A4DC6FE0D95C}"/>
              </a:ext>
            </a:extLst>
          </p:cNvPr>
          <p:cNvSpPr>
            <a:spLocks noChangeArrowheads="1"/>
          </p:cNvSpPr>
          <p:nvPr/>
        </p:nvSpPr>
        <p:spPr bwMode="auto">
          <a:xfrm>
            <a:off x="5500688" y="5500688"/>
            <a:ext cx="33401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solidFill>
                  <a:srgbClr val="002060"/>
                </a:solidFill>
                <a:latin typeface="Arial" panose="020B0604020202020204" pitchFamily="34" charset="0"/>
                <a:ea typeface="Times New Roman" panose="02020603050405020304" pitchFamily="18" charset="0"/>
                <a:cs typeface="Arial" panose="020B0604020202020204" pitchFamily="34" charset="0"/>
              </a:rPr>
              <a:t>Fig.4. A cross section of a</a:t>
            </a:r>
          </a:p>
          <a:p>
            <a:pPr eaLnBrk="1" hangingPunct="1">
              <a:spcBef>
                <a:spcPct val="0"/>
              </a:spcBef>
              <a:buFontTx/>
              <a:buNone/>
            </a:pPr>
            <a:r>
              <a:rPr lang="en-US" altLang="id-ID" sz="2000" b="1">
                <a:solidFill>
                  <a:srgbClr val="002060"/>
                </a:solidFill>
                <a:latin typeface="Arial" panose="020B0604020202020204" pitchFamily="34" charset="0"/>
                <a:ea typeface="Times New Roman" panose="02020603050405020304" pitchFamily="18" charset="0"/>
                <a:cs typeface="Arial" panose="020B0604020202020204" pitchFamily="34" charset="0"/>
              </a:rPr>
              <a:t>Spherical Capacitor </a:t>
            </a:r>
            <a:endParaRPr lang="en-US" altLang="id-ID" sz="200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5371" name="Rectangle 160">
            <a:extLst>
              <a:ext uri="{FF2B5EF4-FFF2-40B4-BE49-F238E27FC236}">
                <a16:creationId xmlns:a16="http://schemas.microsoft.com/office/drawing/2014/main" id="{EC74E577-A100-4620-A5FD-FD1F9BCEA5B3}"/>
              </a:ext>
            </a:extLst>
          </p:cNvPr>
          <p:cNvSpPr>
            <a:spLocks noChangeArrowheads="1"/>
          </p:cNvSpPr>
          <p:nvPr/>
        </p:nvSpPr>
        <p:spPr bwMode="auto">
          <a:xfrm>
            <a:off x="5572125" y="1000125"/>
            <a:ext cx="12858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Total charge +q</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5372" name="Rectangle 161">
            <a:extLst>
              <a:ext uri="{FF2B5EF4-FFF2-40B4-BE49-F238E27FC236}">
                <a16:creationId xmlns:a16="http://schemas.microsoft.com/office/drawing/2014/main" id="{13368637-0943-4A1C-8426-80504CBB3999}"/>
              </a:ext>
            </a:extLst>
          </p:cNvPr>
          <p:cNvSpPr>
            <a:spLocks noChangeArrowheads="1"/>
          </p:cNvSpPr>
          <p:nvPr/>
        </p:nvSpPr>
        <p:spPr bwMode="auto">
          <a:xfrm>
            <a:off x="7715250" y="1000125"/>
            <a:ext cx="1428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Total charge </a:t>
            </a:r>
            <a:r>
              <a:rPr lang="en-US" altLang="id-ID" sz="1800" b="1">
                <a:latin typeface="Calibri" panose="020F0502020204030204" pitchFamily="34" charset="0"/>
                <a:ea typeface="Times New Roman" panose="02020603050405020304" pitchFamily="18" charset="0"/>
                <a:cs typeface="Arial" panose="020B0604020202020204" pitchFamily="34" charset="0"/>
              </a:rPr>
              <a:t>–</a:t>
            </a:r>
            <a:r>
              <a:rPr lang="en-US" altLang="id-ID" sz="1800" b="1">
                <a:latin typeface="Arial" panose="020B0604020202020204" pitchFamily="34" charset="0"/>
                <a:ea typeface="Times New Roman" panose="02020603050405020304" pitchFamily="18" charset="0"/>
                <a:cs typeface="Arial" panose="020B0604020202020204" pitchFamily="34" charset="0"/>
              </a:rPr>
              <a:t>q</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5373" name="Rectangle 163">
            <a:extLst>
              <a:ext uri="{FF2B5EF4-FFF2-40B4-BE49-F238E27FC236}">
                <a16:creationId xmlns:a16="http://schemas.microsoft.com/office/drawing/2014/main" id="{2843609E-70C7-4E1C-86D6-50E99926A593}"/>
              </a:ext>
            </a:extLst>
          </p:cNvPr>
          <p:cNvSpPr>
            <a:spLocks noChangeArrowheads="1"/>
          </p:cNvSpPr>
          <p:nvPr/>
        </p:nvSpPr>
        <p:spPr bwMode="auto">
          <a:xfrm>
            <a:off x="5643563" y="4500563"/>
            <a:ext cx="1428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Path of integration</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5374" name="Rectangle 162">
            <a:extLst>
              <a:ext uri="{FF2B5EF4-FFF2-40B4-BE49-F238E27FC236}">
                <a16:creationId xmlns:a16="http://schemas.microsoft.com/office/drawing/2014/main" id="{96140217-A8CA-49E2-95D4-0DD05090ECC2}"/>
              </a:ext>
            </a:extLst>
          </p:cNvPr>
          <p:cNvSpPr>
            <a:spLocks noChangeArrowheads="1"/>
          </p:cNvSpPr>
          <p:nvPr/>
        </p:nvSpPr>
        <p:spPr bwMode="auto">
          <a:xfrm>
            <a:off x="7715250" y="4071938"/>
            <a:ext cx="1428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Gaussian surface</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cxnSp>
        <p:nvCxnSpPr>
          <p:cNvPr id="100" name="Straight Arrow Connector 99">
            <a:extLst>
              <a:ext uri="{FF2B5EF4-FFF2-40B4-BE49-F238E27FC236}">
                <a16:creationId xmlns:a16="http://schemas.microsoft.com/office/drawing/2014/main" id="{FFF2B4B5-78A0-4312-B74B-58A2D871FEC0}"/>
              </a:ext>
            </a:extLst>
          </p:cNvPr>
          <p:cNvCxnSpPr/>
          <p:nvPr/>
        </p:nvCxnSpPr>
        <p:spPr>
          <a:xfrm>
            <a:off x="7215188" y="2928938"/>
            <a:ext cx="714375" cy="2143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02" name="Straight Arrow Connector 101">
            <a:extLst>
              <a:ext uri="{FF2B5EF4-FFF2-40B4-BE49-F238E27FC236}">
                <a16:creationId xmlns:a16="http://schemas.microsoft.com/office/drawing/2014/main" id="{ABC3E730-138C-4902-8DB9-B77C8BC7479D}"/>
              </a:ext>
            </a:extLst>
          </p:cNvPr>
          <p:cNvCxnSpPr/>
          <p:nvPr/>
        </p:nvCxnSpPr>
        <p:spPr>
          <a:xfrm rot="5400000" flipH="1" flipV="1">
            <a:off x="7108032" y="2750344"/>
            <a:ext cx="285750" cy="71437"/>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7AFD9CCF-7007-4EEF-874C-88C3BDBAE9AE}"/>
              </a:ext>
            </a:extLst>
          </p:cNvPr>
          <p:cNvCxnSpPr/>
          <p:nvPr/>
        </p:nvCxnSpPr>
        <p:spPr>
          <a:xfrm rot="16200000" flipH="1">
            <a:off x="6786563" y="3357563"/>
            <a:ext cx="1214437" cy="357187"/>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5378" name="Rectangle 104">
            <a:extLst>
              <a:ext uri="{FF2B5EF4-FFF2-40B4-BE49-F238E27FC236}">
                <a16:creationId xmlns:a16="http://schemas.microsoft.com/office/drawing/2014/main" id="{AB246F6B-782F-4F22-A143-4F07FBA5F54F}"/>
              </a:ext>
            </a:extLst>
          </p:cNvPr>
          <p:cNvSpPr>
            <a:spLocks noChangeArrowheads="1"/>
          </p:cNvSpPr>
          <p:nvPr/>
        </p:nvSpPr>
        <p:spPr bwMode="auto">
          <a:xfrm>
            <a:off x="7000875" y="257175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solidFill>
                  <a:srgbClr val="0070C0"/>
                </a:solidFill>
                <a:latin typeface="Arial" panose="020B0604020202020204" pitchFamily="34" charset="0"/>
                <a:ea typeface="Times New Roman" panose="02020603050405020304" pitchFamily="18" charset="0"/>
                <a:cs typeface="Arial" panose="020B0604020202020204" pitchFamily="34" charset="0"/>
              </a:rPr>
              <a:t>a</a:t>
            </a:r>
            <a:endParaRPr lang="en-US" altLang="id-ID" sz="1800">
              <a:solidFill>
                <a:srgbClr val="0070C0"/>
              </a:solidFill>
              <a:latin typeface="Arial" panose="020B0604020202020204" pitchFamily="34" charset="0"/>
              <a:ea typeface="Times New Roman" panose="02020603050405020304" pitchFamily="18" charset="0"/>
              <a:cs typeface="Arial" panose="020B0604020202020204" pitchFamily="34" charset="0"/>
            </a:endParaRPr>
          </a:p>
        </p:txBody>
      </p:sp>
      <p:sp>
        <p:nvSpPr>
          <p:cNvPr id="15379" name="Rectangle 105">
            <a:extLst>
              <a:ext uri="{FF2B5EF4-FFF2-40B4-BE49-F238E27FC236}">
                <a16:creationId xmlns:a16="http://schemas.microsoft.com/office/drawing/2014/main" id="{A93861EF-623F-45D1-BAE4-66E9D0BB826A}"/>
              </a:ext>
            </a:extLst>
          </p:cNvPr>
          <p:cNvSpPr>
            <a:spLocks noChangeArrowheads="1"/>
          </p:cNvSpPr>
          <p:nvPr/>
        </p:nvSpPr>
        <p:spPr bwMode="auto">
          <a:xfrm>
            <a:off x="7215188" y="3786188"/>
            <a:ext cx="325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solidFill>
                  <a:srgbClr val="0070C0"/>
                </a:solidFill>
                <a:latin typeface="Arial" panose="020B0604020202020204" pitchFamily="34" charset="0"/>
                <a:ea typeface="Times New Roman" panose="02020603050405020304" pitchFamily="18" charset="0"/>
                <a:cs typeface="Arial" panose="020B0604020202020204" pitchFamily="34" charset="0"/>
              </a:rPr>
              <a:t>b</a:t>
            </a:r>
            <a:endParaRPr lang="en-US" altLang="id-ID" sz="1800">
              <a:solidFill>
                <a:srgbClr val="0070C0"/>
              </a:solidFill>
              <a:latin typeface="Arial" panose="020B0604020202020204" pitchFamily="34" charset="0"/>
              <a:ea typeface="Times New Roman" panose="02020603050405020304" pitchFamily="18" charset="0"/>
              <a:cs typeface="Arial" panose="020B0604020202020204" pitchFamily="34" charset="0"/>
            </a:endParaRPr>
          </a:p>
        </p:txBody>
      </p:sp>
      <p:sp>
        <p:nvSpPr>
          <p:cNvPr id="15380" name="Rectangle 106">
            <a:extLst>
              <a:ext uri="{FF2B5EF4-FFF2-40B4-BE49-F238E27FC236}">
                <a16:creationId xmlns:a16="http://schemas.microsoft.com/office/drawing/2014/main" id="{18AF7326-2CD9-4F56-9956-672FE8328292}"/>
              </a:ext>
            </a:extLst>
          </p:cNvPr>
          <p:cNvSpPr>
            <a:spLocks noChangeArrowheads="1"/>
          </p:cNvSpPr>
          <p:nvPr/>
        </p:nvSpPr>
        <p:spPr bwMode="auto">
          <a:xfrm>
            <a:off x="7643813" y="2786063"/>
            <a:ext cx="2746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solidFill>
                  <a:srgbClr val="0070C0"/>
                </a:solidFill>
                <a:latin typeface="Arial" panose="020B0604020202020204" pitchFamily="34" charset="0"/>
                <a:ea typeface="Times New Roman" panose="02020603050405020304" pitchFamily="18" charset="0"/>
                <a:cs typeface="Arial" panose="020B0604020202020204" pitchFamily="34" charset="0"/>
              </a:rPr>
              <a:t>r</a:t>
            </a:r>
            <a:endParaRPr lang="en-US" altLang="id-ID" sz="1800">
              <a:solidFill>
                <a:srgbClr val="0070C0"/>
              </a:solidFill>
              <a:latin typeface="Arial" panose="020B0604020202020204" pitchFamily="34" charset="0"/>
              <a:ea typeface="Times New Roman" panose="02020603050405020304" pitchFamily="18" charset="0"/>
              <a:cs typeface="Arial" panose="020B0604020202020204" pitchFamily="34" charset="0"/>
            </a:endParaRPr>
          </a:p>
        </p:txBody>
      </p:sp>
      <p:sp>
        <p:nvSpPr>
          <p:cNvPr id="15381" name="Rectangle 104">
            <a:extLst>
              <a:ext uri="{FF2B5EF4-FFF2-40B4-BE49-F238E27FC236}">
                <a16:creationId xmlns:a16="http://schemas.microsoft.com/office/drawing/2014/main" id="{5F4FE365-1613-4AAF-8761-3F19A9FFB10F}"/>
              </a:ext>
            </a:extLst>
          </p:cNvPr>
          <p:cNvSpPr>
            <a:spLocks noChangeArrowheads="1"/>
          </p:cNvSpPr>
          <p:nvPr/>
        </p:nvSpPr>
        <p:spPr bwMode="auto">
          <a:xfrm>
            <a:off x="2714624" y="76200"/>
            <a:ext cx="62769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Calculating the Capacitance (cont.)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a:extLst>
              <a:ext uri="{FF2B5EF4-FFF2-40B4-BE49-F238E27FC236}">
                <a16:creationId xmlns:a16="http://schemas.microsoft.com/office/drawing/2014/main" id="{5D3B1652-3B7A-4CE1-9397-E627D4067E6F}"/>
              </a:ext>
            </a:extLst>
          </p:cNvPr>
          <p:cNvSpPr>
            <a:spLocks noChangeArrowheads="1"/>
          </p:cNvSpPr>
          <p:nvPr/>
        </p:nvSpPr>
        <p:spPr bwMode="auto">
          <a:xfrm>
            <a:off x="914400" y="1657349"/>
            <a:ext cx="8229600" cy="549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latin typeface="Arial" panose="020B0604020202020204" pitchFamily="34" charset="0"/>
              </a:rPr>
              <a:t>We can assign a capacitance to a single isolated spherical conductor of radius </a:t>
            </a:r>
            <a:r>
              <a:rPr lang="en-US" altLang="id-ID" sz="2200" b="1" i="1" dirty="0">
                <a:latin typeface="Arial" panose="020B0604020202020204" pitchFamily="34" charset="0"/>
              </a:rPr>
              <a:t>R </a:t>
            </a:r>
            <a:r>
              <a:rPr lang="en-US" altLang="id-ID" sz="2200" b="1" dirty="0">
                <a:latin typeface="Arial" panose="020B0604020202020204" pitchFamily="34" charset="0"/>
              </a:rPr>
              <a:t>by assuming that the “missing plate” is a conducting sphere of infinite radius.</a:t>
            </a:r>
          </a:p>
          <a:p>
            <a:pPr eaLnBrk="1" hangingPunct="1">
              <a:spcBef>
                <a:spcPct val="0"/>
              </a:spcBef>
              <a:buFontTx/>
              <a:buNone/>
            </a:pPr>
            <a:endParaRPr lang="en-US" altLang="id-ID" sz="2200" b="1" dirty="0">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The field lines that leave the surface of a positively charged isolated conductor must end somewhere; the walls of the room in which the conductor is housed can serve effectively as our sphere of infinite radius.</a:t>
            </a:r>
          </a:p>
          <a:p>
            <a:pPr eaLnBrk="1" hangingPunct="1">
              <a:spcBef>
                <a:spcPct val="0"/>
              </a:spcBef>
              <a:buFontTx/>
              <a:buNone/>
            </a:pPr>
            <a:r>
              <a:rPr lang="en-US" altLang="id-ID" sz="2200" b="1" dirty="0">
                <a:latin typeface="Arial" panose="020B0604020202020204" pitchFamily="34" charset="0"/>
              </a:rPr>
              <a:t>To find the capacitance of the conductor, we first rewrite the capacitance as:</a:t>
            </a:r>
          </a:p>
          <a:p>
            <a:pPr eaLnBrk="1" hangingPunct="1">
              <a:spcBef>
                <a:spcPct val="0"/>
              </a:spcBef>
              <a:buFontTx/>
              <a:buNone/>
            </a:pPr>
            <a:endParaRPr lang="en-US" altLang="id-ID" sz="2200" dirty="0">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Now letting </a:t>
            </a:r>
            <a:r>
              <a:rPr lang="en-US" altLang="id-ID" sz="2200" dirty="0">
                <a:latin typeface="Arial" panose="020B0604020202020204" pitchFamily="34" charset="0"/>
              </a:rPr>
              <a:t>b→∞, and substituting </a:t>
            </a:r>
            <a:r>
              <a:rPr lang="en-US" altLang="id-ID" sz="2200" i="1" dirty="0">
                <a:latin typeface="Arial" panose="020B0604020202020204" pitchFamily="34" charset="0"/>
              </a:rPr>
              <a:t>R</a:t>
            </a:r>
            <a:r>
              <a:rPr lang="en-US" altLang="id-ID" sz="2200" dirty="0">
                <a:latin typeface="Arial" panose="020B0604020202020204" pitchFamily="34" charset="0"/>
              </a:rPr>
              <a:t> for </a:t>
            </a:r>
            <a:r>
              <a:rPr lang="en-US" altLang="id-ID" sz="2200" i="1" dirty="0">
                <a:latin typeface="Arial" panose="020B0604020202020204" pitchFamily="34" charset="0"/>
              </a:rPr>
              <a:t>a</a:t>
            </a:r>
            <a:r>
              <a:rPr lang="en-US" altLang="id-ID" sz="2200" dirty="0">
                <a:latin typeface="Arial" panose="020B0604020202020204" pitchFamily="34" charset="0"/>
              </a:rPr>
              <a:t>, </a:t>
            </a:r>
          </a:p>
          <a:p>
            <a:pPr eaLnBrk="1" hangingPunct="1">
              <a:spcBef>
                <a:spcPct val="0"/>
              </a:spcBef>
              <a:buFontTx/>
              <a:buNone/>
            </a:pPr>
            <a:endParaRPr lang="en-US" altLang="id-ID" sz="2200" b="1" dirty="0">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                           (isolated sphere)</a:t>
            </a:r>
            <a:endParaRPr lang="en-US" altLang="id-ID" sz="2200" dirty="0">
              <a:latin typeface="Arial" panose="020B0604020202020204" pitchFamily="34" charset="0"/>
            </a:endParaRPr>
          </a:p>
          <a:p>
            <a:pPr eaLnBrk="1" hangingPunct="1">
              <a:spcBef>
                <a:spcPct val="0"/>
              </a:spcBef>
              <a:buFontTx/>
              <a:buNone/>
            </a:pPr>
            <a:endParaRPr lang="en-US" altLang="id-ID" sz="2200" dirty="0">
              <a:latin typeface="Arial" panose="020B0604020202020204" pitchFamily="34" charset="0"/>
            </a:endParaRPr>
          </a:p>
          <a:p>
            <a:pPr eaLnBrk="1" hangingPunct="1">
              <a:spcBef>
                <a:spcPct val="0"/>
              </a:spcBef>
              <a:buFontTx/>
              <a:buNone/>
            </a:pPr>
            <a:r>
              <a:rPr lang="en-US" altLang="id-ID" sz="2200" dirty="0">
                <a:latin typeface="Arial" panose="020B0604020202020204" pitchFamily="34" charset="0"/>
              </a:rPr>
              <a:t> </a:t>
            </a:r>
          </a:p>
        </p:txBody>
      </p:sp>
      <p:sp>
        <p:nvSpPr>
          <p:cNvPr id="16387" name="TextBox 2">
            <a:extLst>
              <a:ext uri="{FF2B5EF4-FFF2-40B4-BE49-F238E27FC236}">
                <a16:creationId xmlns:a16="http://schemas.microsoft.com/office/drawing/2014/main" id="{C457744D-CE4F-4C8A-AB3D-B53D61C99864}"/>
              </a:ext>
            </a:extLst>
          </p:cNvPr>
          <p:cNvSpPr txBox="1">
            <a:spLocks noChangeArrowheads="1"/>
          </p:cNvSpPr>
          <p:nvPr/>
        </p:nvSpPr>
        <p:spPr bwMode="auto">
          <a:xfrm>
            <a:off x="2932113" y="1071563"/>
            <a:ext cx="26304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solidFill>
                  <a:srgbClr val="0070C0"/>
                </a:solidFill>
                <a:latin typeface="Arial" panose="020B0604020202020204" pitchFamily="34" charset="0"/>
                <a:cs typeface="Arial" panose="020B0604020202020204" pitchFamily="34" charset="0"/>
              </a:rPr>
              <a:t> </a:t>
            </a:r>
            <a:r>
              <a:rPr lang="en-US" altLang="id-ID" b="1" i="1" u="sng" dirty="0">
                <a:solidFill>
                  <a:srgbClr val="0070C0"/>
                </a:solidFill>
                <a:latin typeface="Arial" panose="020B0604020202020204" pitchFamily="34" charset="0"/>
                <a:cs typeface="Arial" panose="020B0604020202020204" pitchFamily="34" charset="0"/>
              </a:rPr>
              <a:t>Isolated Sphere</a:t>
            </a:r>
            <a:r>
              <a:rPr lang="en-US" altLang="id-ID" sz="2000" b="1" i="1" dirty="0">
                <a:solidFill>
                  <a:srgbClr val="0070C0"/>
                </a:solidFill>
                <a:latin typeface="Arial" panose="020B0604020202020204" pitchFamily="34" charset="0"/>
                <a:cs typeface="Arial" panose="020B0604020202020204" pitchFamily="34" charset="0"/>
              </a:rPr>
              <a:t>:</a:t>
            </a:r>
          </a:p>
        </p:txBody>
      </p:sp>
      <p:sp>
        <p:nvSpPr>
          <p:cNvPr id="16388" name="Rectangle 7">
            <a:extLst>
              <a:ext uri="{FF2B5EF4-FFF2-40B4-BE49-F238E27FC236}">
                <a16:creationId xmlns:a16="http://schemas.microsoft.com/office/drawing/2014/main" id="{D4DF1410-73D9-4388-86E9-0617C3B2465A}"/>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6389" name="Picture 6">
            <a:extLst>
              <a:ext uri="{FF2B5EF4-FFF2-40B4-BE49-F238E27FC236}">
                <a16:creationId xmlns:a16="http://schemas.microsoft.com/office/drawing/2014/main" id="{419AD05E-4164-4492-A817-4B8C8A75D31A}"/>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53088" y="4800600"/>
            <a:ext cx="2500312"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Rectangle 8">
            <a:extLst>
              <a:ext uri="{FF2B5EF4-FFF2-40B4-BE49-F238E27FC236}">
                <a16:creationId xmlns:a16="http://schemas.microsoft.com/office/drawing/2014/main" id="{1F409739-CA8D-4A50-91CE-09934C02E317}"/>
              </a:ext>
            </a:extLst>
          </p:cNvPr>
          <p:cNvSpPr>
            <a:spLocks noChangeArrowheads="1"/>
          </p:cNvSpPr>
          <p:nvPr/>
        </p:nvSpPr>
        <p:spPr bwMode="auto">
          <a:xfrm>
            <a:off x="0" y="120015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6391" name="Rectangle 10">
            <a:extLst>
              <a:ext uri="{FF2B5EF4-FFF2-40B4-BE49-F238E27FC236}">
                <a16:creationId xmlns:a16="http://schemas.microsoft.com/office/drawing/2014/main" id="{C109B77E-D645-4506-8417-0AC056E915B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6392" name="Rectangle 12">
            <a:extLst>
              <a:ext uri="{FF2B5EF4-FFF2-40B4-BE49-F238E27FC236}">
                <a16:creationId xmlns:a16="http://schemas.microsoft.com/office/drawing/2014/main" id="{2823AF27-2086-42F0-AAFF-13E410B0251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6393" name="Picture 11">
            <a:extLst>
              <a:ext uri="{FF2B5EF4-FFF2-40B4-BE49-F238E27FC236}">
                <a16:creationId xmlns:a16="http://schemas.microsoft.com/office/drawing/2014/main" id="{AB881C4E-E768-4ECC-B421-23D4FFA3052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66800" y="6019800"/>
            <a:ext cx="171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4" name="Rectangle 9">
            <a:extLst>
              <a:ext uri="{FF2B5EF4-FFF2-40B4-BE49-F238E27FC236}">
                <a16:creationId xmlns:a16="http://schemas.microsoft.com/office/drawing/2014/main" id="{179885F3-B886-4B44-904B-FDD8146FDAE1}"/>
              </a:ext>
            </a:extLst>
          </p:cNvPr>
          <p:cNvSpPr>
            <a:spLocks noChangeArrowheads="1"/>
          </p:cNvSpPr>
          <p:nvPr/>
        </p:nvSpPr>
        <p:spPr bwMode="auto">
          <a:xfrm>
            <a:off x="2714624" y="228600"/>
            <a:ext cx="64293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Calculating the Capacitance (cont.)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1">
            <a:extLst>
              <a:ext uri="{FF2B5EF4-FFF2-40B4-BE49-F238E27FC236}">
                <a16:creationId xmlns:a16="http://schemas.microsoft.com/office/drawing/2014/main" id="{9B6A15B1-811E-43FD-8B0D-C69C41ABC1B7}"/>
              </a:ext>
            </a:extLst>
          </p:cNvPr>
          <p:cNvSpPr txBox="1">
            <a:spLocks noChangeArrowheads="1"/>
          </p:cNvSpPr>
          <p:nvPr/>
        </p:nvSpPr>
        <p:spPr bwMode="auto">
          <a:xfrm>
            <a:off x="948178" y="1448332"/>
            <a:ext cx="3740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3. Capacitors in Parallel</a:t>
            </a:r>
            <a:endParaRPr lang="en-US" altLang="id-ID" sz="2000" b="1" i="1" dirty="0">
              <a:solidFill>
                <a:srgbClr val="0070C0"/>
              </a:solidFill>
              <a:latin typeface="Arial" panose="020B0604020202020204" pitchFamily="34" charset="0"/>
              <a:cs typeface="Arial" panose="020B0604020202020204" pitchFamily="34" charset="0"/>
            </a:endParaRPr>
          </a:p>
        </p:txBody>
      </p:sp>
      <p:sp>
        <p:nvSpPr>
          <p:cNvPr id="13315" name="TextBox 5">
            <a:extLst>
              <a:ext uri="{FF2B5EF4-FFF2-40B4-BE49-F238E27FC236}">
                <a16:creationId xmlns:a16="http://schemas.microsoft.com/office/drawing/2014/main" id="{ACF046F6-74E0-4286-A1CC-445F23AF5A47}"/>
              </a:ext>
            </a:extLst>
          </p:cNvPr>
          <p:cNvSpPr txBox="1">
            <a:spLocks noChangeArrowheads="1"/>
          </p:cNvSpPr>
          <p:nvPr/>
        </p:nvSpPr>
        <p:spPr bwMode="auto">
          <a:xfrm>
            <a:off x="1041773" y="2092831"/>
            <a:ext cx="3411701" cy="4031873"/>
          </a:xfrm>
          <a:prstGeom prst="rect">
            <a:avLst/>
          </a:prstGeom>
          <a:solidFill>
            <a:schemeClr val="bg2">
              <a:lumMod val="20000"/>
              <a:lumOff val="80000"/>
            </a:schemeClr>
          </a:solidFill>
          <a:ln w="9525">
            <a:noFill/>
            <a:miter lim="800000"/>
            <a:headEnd/>
            <a:tailEnd/>
          </a:ln>
        </p:spPr>
        <p:txBody>
          <a:bodyPr wrap="square">
            <a:spAutoFit/>
          </a:bodyPr>
          <a:lstStyle/>
          <a:p>
            <a:pPr eaLnBrk="1" hangingPunct="1">
              <a:buFont typeface="Wingdings" pitchFamily="2" charset="2"/>
              <a:buChar char="v"/>
              <a:defRPr/>
            </a:pPr>
            <a:r>
              <a:rPr lang="en-US" sz="1600" b="1" dirty="0">
                <a:latin typeface="Arial" charset="0"/>
              </a:rPr>
              <a:t>When a potential difference </a:t>
            </a:r>
            <a:r>
              <a:rPr lang="en-US" sz="1600" b="1" i="1" dirty="0">
                <a:latin typeface="Arial" charset="0"/>
              </a:rPr>
              <a:t>V </a:t>
            </a:r>
            <a:r>
              <a:rPr lang="en-US" sz="1600" b="1" dirty="0">
                <a:latin typeface="Arial" charset="0"/>
              </a:rPr>
              <a:t>is applied across several capacitors connected in parallel, that potential difference </a:t>
            </a:r>
            <a:r>
              <a:rPr lang="en-US" sz="1600" b="1" i="1" dirty="0">
                <a:latin typeface="Arial" charset="0"/>
              </a:rPr>
              <a:t>V </a:t>
            </a:r>
            <a:r>
              <a:rPr lang="en-US" sz="1600" b="1" dirty="0">
                <a:latin typeface="Arial" charset="0"/>
              </a:rPr>
              <a:t>is applied across each capacitor. The total charge </a:t>
            </a:r>
            <a:r>
              <a:rPr lang="en-US" sz="1600" b="1" i="1" dirty="0">
                <a:latin typeface="Arial" charset="0"/>
              </a:rPr>
              <a:t>q </a:t>
            </a:r>
            <a:r>
              <a:rPr lang="en-US" sz="1600" b="1" dirty="0">
                <a:latin typeface="Arial" charset="0"/>
              </a:rPr>
              <a:t>stored on the capacitors is the sum of the charges stored on all the capacitors.</a:t>
            </a:r>
          </a:p>
          <a:p>
            <a:pPr eaLnBrk="1" hangingPunct="1">
              <a:defRPr/>
            </a:pPr>
            <a:endParaRPr lang="en-US" sz="1600" b="1" dirty="0">
              <a:latin typeface="Arial" charset="0"/>
            </a:endParaRPr>
          </a:p>
          <a:p>
            <a:pPr eaLnBrk="1" hangingPunct="1">
              <a:buFont typeface="Wingdings" pitchFamily="2" charset="2"/>
              <a:buChar char="v"/>
              <a:defRPr/>
            </a:pPr>
            <a:r>
              <a:rPr lang="en-US" sz="1600" b="1" dirty="0">
                <a:latin typeface="Arial" charset="0"/>
              </a:rPr>
              <a:t>Capacitors connected in parallel can be replaced with an equivalent capacitor that has the same total charge </a:t>
            </a:r>
            <a:r>
              <a:rPr lang="en-US" sz="1600" b="1" i="1" dirty="0">
                <a:latin typeface="Arial" charset="0"/>
              </a:rPr>
              <a:t>q </a:t>
            </a:r>
            <a:r>
              <a:rPr lang="en-US" sz="1600" b="1" dirty="0">
                <a:latin typeface="Arial" charset="0"/>
              </a:rPr>
              <a:t>and the same potential difference</a:t>
            </a:r>
            <a:r>
              <a:rPr lang="en-US" sz="1600" b="1" i="1" dirty="0">
                <a:latin typeface="Arial" charset="0"/>
              </a:rPr>
              <a:t> V </a:t>
            </a:r>
            <a:r>
              <a:rPr lang="en-US" sz="1600" b="1" dirty="0">
                <a:latin typeface="Arial" charset="0"/>
              </a:rPr>
              <a:t>as the actual capacitors.</a:t>
            </a:r>
          </a:p>
        </p:txBody>
      </p:sp>
      <p:grpSp>
        <p:nvGrpSpPr>
          <p:cNvPr id="17412" name="Group 5">
            <a:extLst>
              <a:ext uri="{FF2B5EF4-FFF2-40B4-BE49-F238E27FC236}">
                <a16:creationId xmlns:a16="http://schemas.microsoft.com/office/drawing/2014/main" id="{DC59D66D-1CF8-4F43-9F0E-20C6F2042A85}"/>
              </a:ext>
            </a:extLst>
          </p:cNvPr>
          <p:cNvGrpSpPr>
            <a:grpSpLocks/>
          </p:cNvGrpSpPr>
          <p:nvPr/>
        </p:nvGrpSpPr>
        <p:grpSpPr bwMode="auto">
          <a:xfrm>
            <a:off x="5000625" y="1500188"/>
            <a:ext cx="3714750" cy="3067050"/>
            <a:chOff x="2265" y="6675"/>
            <a:chExt cx="5085" cy="4830"/>
          </a:xfrm>
        </p:grpSpPr>
        <p:cxnSp>
          <p:nvCxnSpPr>
            <p:cNvPr id="17428" name="AutoShape 6">
              <a:extLst>
                <a:ext uri="{FF2B5EF4-FFF2-40B4-BE49-F238E27FC236}">
                  <a16:creationId xmlns:a16="http://schemas.microsoft.com/office/drawing/2014/main" id="{1C65F818-C3FC-43C2-8AD0-9248BE14AAB4}"/>
                </a:ext>
              </a:extLst>
            </p:cNvPr>
            <p:cNvCxnSpPr>
              <a:cxnSpLocks noChangeShapeType="1"/>
            </p:cNvCxnSpPr>
            <p:nvPr/>
          </p:nvCxnSpPr>
          <p:spPr bwMode="auto">
            <a:xfrm>
              <a:off x="2535" y="6930"/>
              <a:ext cx="463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29" name="AutoShape 7">
              <a:extLst>
                <a:ext uri="{FF2B5EF4-FFF2-40B4-BE49-F238E27FC236}">
                  <a16:creationId xmlns:a16="http://schemas.microsoft.com/office/drawing/2014/main" id="{1AE1DF2D-8409-4402-B2FE-B8C2FBE04603}"/>
                </a:ext>
              </a:extLst>
            </p:cNvPr>
            <p:cNvCxnSpPr>
              <a:cxnSpLocks noChangeShapeType="1"/>
            </p:cNvCxnSpPr>
            <p:nvPr/>
          </p:nvCxnSpPr>
          <p:spPr bwMode="auto">
            <a:xfrm>
              <a:off x="2535" y="6930"/>
              <a:ext cx="2" cy="81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30" name="AutoShape 8">
              <a:extLst>
                <a:ext uri="{FF2B5EF4-FFF2-40B4-BE49-F238E27FC236}">
                  <a16:creationId xmlns:a16="http://schemas.microsoft.com/office/drawing/2014/main" id="{E72DC488-C696-4E6E-8842-E412E0D62DD3}"/>
                </a:ext>
              </a:extLst>
            </p:cNvPr>
            <p:cNvCxnSpPr>
              <a:cxnSpLocks noChangeShapeType="1"/>
            </p:cNvCxnSpPr>
            <p:nvPr/>
          </p:nvCxnSpPr>
          <p:spPr bwMode="auto">
            <a:xfrm>
              <a:off x="4080" y="6930"/>
              <a:ext cx="0"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31" name="AutoShape 9">
              <a:extLst>
                <a:ext uri="{FF2B5EF4-FFF2-40B4-BE49-F238E27FC236}">
                  <a16:creationId xmlns:a16="http://schemas.microsoft.com/office/drawing/2014/main" id="{D88BA16C-9677-474C-A5B3-92B616090393}"/>
                </a:ext>
              </a:extLst>
            </p:cNvPr>
            <p:cNvCxnSpPr>
              <a:cxnSpLocks noChangeShapeType="1"/>
            </p:cNvCxnSpPr>
            <p:nvPr/>
          </p:nvCxnSpPr>
          <p:spPr bwMode="auto">
            <a:xfrm>
              <a:off x="5685" y="6930"/>
              <a:ext cx="0" cy="71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32" name="AutoShape 10">
              <a:extLst>
                <a:ext uri="{FF2B5EF4-FFF2-40B4-BE49-F238E27FC236}">
                  <a16:creationId xmlns:a16="http://schemas.microsoft.com/office/drawing/2014/main" id="{F06F830C-29B9-4DF3-9F9C-C67293586CCF}"/>
                </a:ext>
              </a:extLst>
            </p:cNvPr>
            <p:cNvCxnSpPr>
              <a:cxnSpLocks noChangeShapeType="1"/>
            </p:cNvCxnSpPr>
            <p:nvPr/>
          </p:nvCxnSpPr>
          <p:spPr bwMode="auto">
            <a:xfrm>
              <a:off x="7170" y="6930"/>
              <a:ext cx="1"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33" name="AutoShape 11">
              <a:extLst>
                <a:ext uri="{FF2B5EF4-FFF2-40B4-BE49-F238E27FC236}">
                  <a16:creationId xmlns:a16="http://schemas.microsoft.com/office/drawing/2014/main" id="{99C62E2B-0E5E-41CB-A3DD-DAAC104FF255}"/>
                </a:ext>
              </a:extLst>
            </p:cNvPr>
            <p:cNvCxnSpPr>
              <a:cxnSpLocks noChangeShapeType="1"/>
            </p:cNvCxnSpPr>
            <p:nvPr/>
          </p:nvCxnSpPr>
          <p:spPr bwMode="auto">
            <a:xfrm>
              <a:off x="2535" y="7875"/>
              <a:ext cx="1"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34" name="AutoShape 12">
              <a:extLst>
                <a:ext uri="{FF2B5EF4-FFF2-40B4-BE49-F238E27FC236}">
                  <a16:creationId xmlns:a16="http://schemas.microsoft.com/office/drawing/2014/main" id="{BE8E6742-4626-4AFC-A459-4C4C9E2983CB}"/>
                </a:ext>
              </a:extLst>
            </p:cNvPr>
            <p:cNvCxnSpPr>
              <a:cxnSpLocks noChangeShapeType="1"/>
            </p:cNvCxnSpPr>
            <p:nvPr/>
          </p:nvCxnSpPr>
          <p:spPr bwMode="auto">
            <a:xfrm>
              <a:off x="2265" y="7741"/>
              <a:ext cx="52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7435" name="AutoShape 13">
              <a:extLst>
                <a:ext uri="{FF2B5EF4-FFF2-40B4-BE49-F238E27FC236}">
                  <a16:creationId xmlns:a16="http://schemas.microsoft.com/office/drawing/2014/main" id="{E1803708-16DA-4DA9-B85D-023D2CC9D52F}"/>
                </a:ext>
              </a:extLst>
            </p:cNvPr>
            <p:cNvCxnSpPr>
              <a:cxnSpLocks noChangeShapeType="1"/>
            </p:cNvCxnSpPr>
            <p:nvPr/>
          </p:nvCxnSpPr>
          <p:spPr bwMode="auto">
            <a:xfrm>
              <a:off x="2370" y="7874"/>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36" name="AutoShape 14">
              <a:extLst>
                <a:ext uri="{FF2B5EF4-FFF2-40B4-BE49-F238E27FC236}">
                  <a16:creationId xmlns:a16="http://schemas.microsoft.com/office/drawing/2014/main" id="{13CC2CA5-425C-42B8-9896-36A695C6FBF4}"/>
                </a:ext>
              </a:extLst>
            </p:cNvPr>
            <p:cNvCxnSpPr>
              <a:cxnSpLocks noChangeShapeType="1"/>
            </p:cNvCxnSpPr>
            <p:nvPr/>
          </p:nvCxnSpPr>
          <p:spPr bwMode="auto">
            <a:xfrm>
              <a:off x="3900" y="7649"/>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37" name="AutoShape 15">
              <a:extLst>
                <a:ext uri="{FF2B5EF4-FFF2-40B4-BE49-F238E27FC236}">
                  <a16:creationId xmlns:a16="http://schemas.microsoft.com/office/drawing/2014/main" id="{8E5DB24D-901C-49F8-8E3E-D54160A28C62}"/>
                </a:ext>
              </a:extLst>
            </p:cNvPr>
            <p:cNvCxnSpPr>
              <a:cxnSpLocks noChangeShapeType="1"/>
            </p:cNvCxnSpPr>
            <p:nvPr/>
          </p:nvCxnSpPr>
          <p:spPr bwMode="auto">
            <a:xfrm>
              <a:off x="5505" y="7648"/>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38" name="AutoShape 16">
              <a:extLst>
                <a:ext uri="{FF2B5EF4-FFF2-40B4-BE49-F238E27FC236}">
                  <a16:creationId xmlns:a16="http://schemas.microsoft.com/office/drawing/2014/main" id="{A2789F18-99D5-4D3E-AA3F-A0384E0AF2D5}"/>
                </a:ext>
              </a:extLst>
            </p:cNvPr>
            <p:cNvCxnSpPr>
              <a:cxnSpLocks noChangeShapeType="1"/>
            </p:cNvCxnSpPr>
            <p:nvPr/>
          </p:nvCxnSpPr>
          <p:spPr bwMode="auto">
            <a:xfrm>
              <a:off x="7020" y="7649"/>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39" name="AutoShape 17">
              <a:extLst>
                <a:ext uri="{FF2B5EF4-FFF2-40B4-BE49-F238E27FC236}">
                  <a16:creationId xmlns:a16="http://schemas.microsoft.com/office/drawing/2014/main" id="{3749C912-C8A6-42E9-91B5-28A714122D8F}"/>
                </a:ext>
              </a:extLst>
            </p:cNvPr>
            <p:cNvCxnSpPr>
              <a:cxnSpLocks noChangeShapeType="1"/>
            </p:cNvCxnSpPr>
            <p:nvPr/>
          </p:nvCxnSpPr>
          <p:spPr bwMode="auto">
            <a:xfrm>
              <a:off x="3900" y="7873"/>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40" name="AutoShape 18">
              <a:extLst>
                <a:ext uri="{FF2B5EF4-FFF2-40B4-BE49-F238E27FC236}">
                  <a16:creationId xmlns:a16="http://schemas.microsoft.com/office/drawing/2014/main" id="{978F11D1-B169-4E0A-8C39-490016CBF428}"/>
                </a:ext>
              </a:extLst>
            </p:cNvPr>
            <p:cNvCxnSpPr>
              <a:cxnSpLocks noChangeShapeType="1"/>
            </p:cNvCxnSpPr>
            <p:nvPr/>
          </p:nvCxnSpPr>
          <p:spPr bwMode="auto">
            <a:xfrm>
              <a:off x="5505" y="7872"/>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41" name="AutoShape 19">
              <a:extLst>
                <a:ext uri="{FF2B5EF4-FFF2-40B4-BE49-F238E27FC236}">
                  <a16:creationId xmlns:a16="http://schemas.microsoft.com/office/drawing/2014/main" id="{2AE9A5B0-E958-4591-99A0-1C887CB93B2C}"/>
                </a:ext>
              </a:extLst>
            </p:cNvPr>
            <p:cNvCxnSpPr>
              <a:cxnSpLocks noChangeShapeType="1"/>
            </p:cNvCxnSpPr>
            <p:nvPr/>
          </p:nvCxnSpPr>
          <p:spPr bwMode="auto">
            <a:xfrm>
              <a:off x="7020" y="7871"/>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42" name="AutoShape 20">
              <a:extLst>
                <a:ext uri="{FF2B5EF4-FFF2-40B4-BE49-F238E27FC236}">
                  <a16:creationId xmlns:a16="http://schemas.microsoft.com/office/drawing/2014/main" id="{6DBAD14E-E831-40EE-B854-58A394E54EC2}"/>
                </a:ext>
              </a:extLst>
            </p:cNvPr>
            <p:cNvCxnSpPr>
              <a:cxnSpLocks noChangeShapeType="1"/>
            </p:cNvCxnSpPr>
            <p:nvPr/>
          </p:nvCxnSpPr>
          <p:spPr bwMode="auto">
            <a:xfrm>
              <a:off x="2535" y="8595"/>
              <a:ext cx="463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43" name="AutoShape 21">
              <a:extLst>
                <a:ext uri="{FF2B5EF4-FFF2-40B4-BE49-F238E27FC236}">
                  <a16:creationId xmlns:a16="http://schemas.microsoft.com/office/drawing/2014/main" id="{5B38C710-95D5-4786-AAF9-FEBBF320E971}"/>
                </a:ext>
              </a:extLst>
            </p:cNvPr>
            <p:cNvCxnSpPr>
              <a:cxnSpLocks noChangeShapeType="1"/>
            </p:cNvCxnSpPr>
            <p:nvPr/>
          </p:nvCxnSpPr>
          <p:spPr bwMode="auto">
            <a:xfrm>
              <a:off x="7168" y="7875"/>
              <a:ext cx="1"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44" name="AutoShape 22">
              <a:extLst>
                <a:ext uri="{FF2B5EF4-FFF2-40B4-BE49-F238E27FC236}">
                  <a16:creationId xmlns:a16="http://schemas.microsoft.com/office/drawing/2014/main" id="{401C6ABE-FAF0-4290-BF88-C7936F1FA266}"/>
                </a:ext>
              </a:extLst>
            </p:cNvPr>
            <p:cNvCxnSpPr>
              <a:cxnSpLocks noChangeShapeType="1"/>
            </p:cNvCxnSpPr>
            <p:nvPr/>
          </p:nvCxnSpPr>
          <p:spPr bwMode="auto">
            <a:xfrm>
              <a:off x="5685" y="7874"/>
              <a:ext cx="1"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45" name="AutoShape 23">
              <a:extLst>
                <a:ext uri="{FF2B5EF4-FFF2-40B4-BE49-F238E27FC236}">
                  <a16:creationId xmlns:a16="http://schemas.microsoft.com/office/drawing/2014/main" id="{D6C289CD-4ECD-45B2-ABAC-483C3B6CAF40}"/>
                </a:ext>
              </a:extLst>
            </p:cNvPr>
            <p:cNvCxnSpPr>
              <a:cxnSpLocks noChangeShapeType="1"/>
            </p:cNvCxnSpPr>
            <p:nvPr/>
          </p:nvCxnSpPr>
          <p:spPr bwMode="auto">
            <a:xfrm>
              <a:off x="4079" y="7874"/>
              <a:ext cx="1"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46" name="AutoShape 24">
              <a:extLst>
                <a:ext uri="{FF2B5EF4-FFF2-40B4-BE49-F238E27FC236}">
                  <a16:creationId xmlns:a16="http://schemas.microsoft.com/office/drawing/2014/main" id="{A2E4851C-E7A2-4E61-98E3-8E4E96958FB8}"/>
                </a:ext>
              </a:extLst>
            </p:cNvPr>
            <p:cNvCxnSpPr>
              <a:cxnSpLocks noChangeShapeType="1"/>
            </p:cNvCxnSpPr>
            <p:nvPr/>
          </p:nvCxnSpPr>
          <p:spPr bwMode="auto">
            <a:xfrm>
              <a:off x="2533" y="9780"/>
              <a:ext cx="1546"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47" name="AutoShape 25">
              <a:extLst>
                <a:ext uri="{FF2B5EF4-FFF2-40B4-BE49-F238E27FC236}">
                  <a16:creationId xmlns:a16="http://schemas.microsoft.com/office/drawing/2014/main" id="{01773FCA-62EE-4B76-BCCE-CF9EAC736199}"/>
                </a:ext>
              </a:extLst>
            </p:cNvPr>
            <p:cNvCxnSpPr>
              <a:cxnSpLocks noChangeShapeType="1"/>
            </p:cNvCxnSpPr>
            <p:nvPr/>
          </p:nvCxnSpPr>
          <p:spPr bwMode="auto">
            <a:xfrm>
              <a:off x="2536" y="11505"/>
              <a:ext cx="1546"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48" name="AutoShape 26">
              <a:extLst>
                <a:ext uri="{FF2B5EF4-FFF2-40B4-BE49-F238E27FC236}">
                  <a16:creationId xmlns:a16="http://schemas.microsoft.com/office/drawing/2014/main" id="{44A08647-5791-401A-82B2-B254F1174A12}"/>
                </a:ext>
              </a:extLst>
            </p:cNvPr>
            <p:cNvCxnSpPr>
              <a:cxnSpLocks noChangeShapeType="1"/>
            </p:cNvCxnSpPr>
            <p:nvPr/>
          </p:nvCxnSpPr>
          <p:spPr bwMode="auto">
            <a:xfrm>
              <a:off x="2536" y="10785"/>
              <a:ext cx="1"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49" name="AutoShape 27">
              <a:extLst>
                <a:ext uri="{FF2B5EF4-FFF2-40B4-BE49-F238E27FC236}">
                  <a16:creationId xmlns:a16="http://schemas.microsoft.com/office/drawing/2014/main" id="{D50E1DDB-ED09-49E4-8271-E61D926D6DFD}"/>
                </a:ext>
              </a:extLst>
            </p:cNvPr>
            <p:cNvCxnSpPr>
              <a:cxnSpLocks noChangeShapeType="1"/>
            </p:cNvCxnSpPr>
            <p:nvPr/>
          </p:nvCxnSpPr>
          <p:spPr bwMode="auto">
            <a:xfrm>
              <a:off x="4078" y="10785"/>
              <a:ext cx="1"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50" name="AutoShape 28">
              <a:extLst>
                <a:ext uri="{FF2B5EF4-FFF2-40B4-BE49-F238E27FC236}">
                  <a16:creationId xmlns:a16="http://schemas.microsoft.com/office/drawing/2014/main" id="{F61144D0-96D3-4C2B-BB6E-12CEA7A99E3A}"/>
                </a:ext>
              </a:extLst>
            </p:cNvPr>
            <p:cNvCxnSpPr>
              <a:cxnSpLocks noChangeShapeType="1"/>
            </p:cNvCxnSpPr>
            <p:nvPr/>
          </p:nvCxnSpPr>
          <p:spPr bwMode="auto">
            <a:xfrm>
              <a:off x="2516" y="9780"/>
              <a:ext cx="0" cy="82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51" name="AutoShape 29">
              <a:extLst>
                <a:ext uri="{FF2B5EF4-FFF2-40B4-BE49-F238E27FC236}">
                  <a16:creationId xmlns:a16="http://schemas.microsoft.com/office/drawing/2014/main" id="{64C54051-A339-4206-B98E-0B0973642319}"/>
                </a:ext>
              </a:extLst>
            </p:cNvPr>
            <p:cNvCxnSpPr>
              <a:cxnSpLocks noChangeShapeType="1"/>
            </p:cNvCxnSpPr>
            <p:nvPr/>
          </p:nvCxnSpPr>
          <p:spPr bwMode="auto">
            <a:xfrm>
              <a:off x="4079" y="9780"/>
              <a:ext cx="0" cy="71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52" name="AutoShape 30">
              <a:extLst>
                <a:ext uri="{FF2B5EF4-FFF2-40B4-BE49-F238E27FC236}">
                  <a16:creationId xmlns:a16="http://schemas.microsoft.com/office/drawing/2014/main" id="{BC0A0D72-5208-4209-AA45-1A4356FBD3A3}"/>
                </a:ext>
              </a:extLst>
            </p:cNvPr>
            <p:cNvCxnSpPr>
              <a:cxnSpLocks noChangeShapeType="1"/>
            </p:cNvCxnSpPr>
            <p:nvPr/>
          </p:nvCxnSpPr>
          <p:spPr bwMode="auto">
            <a:xfrm>
              <a:off x="3900" y="10785"/>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53" name="AutoShape 31">
              <a:extLst>
                <a:ext uri="{FF2B5EF4-FFF2-40B4-BE49-F238E27FC236}">
                  <a16:creationId xmlns:a16="http://schemas.microsoft.com/office/drawing/2014/main" id="{30790E98-5EDB-45AD-B697-A19A8CE7BD7C}"/>
                </a:ext>
              </a:extLst>
            </p:cNvPr>
            <p:cNvCxnSpPr>
              <a:cxnSpLocks noChangeShapeType="1"/>
            </p:cNvCxnSpPr>
            <p:nvPr/>
          </p:nvCxnSpPr>
          <p:spPr bwMode="auto">
            <a:xfrm>
              <a:off x="3900" y="10500"/>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54" name="AutoShape 32">
              <a:extLst>
                <a:ext uri="{FF2B5EF4-FFF2-40B4-BE49-F238E27FC236}">
                  <a16:creationId xmlns:a16="http://schemas.microsoft.com/office/drawing/2014/main" id="{94CE6218-0EF7-414E-A4E0-FF31FF1315CE}"/>
                </a:ext>
              </a:extLst>
            </p:cNvPr>
            <p:cNvCxnSpPr>
              <a:cxnSpLocks noChangeShapeType="1"/>
            </p:cNvCxnSpPr>
            <p:nvPr/>
          </p:nvCxnSpPr>
          <p:spPr bwMode="auto">
            <a:xfrm>
              <a:off x="2370" y="10783"/>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455" name="AutoShape 33">
              <a:extLst>
                <a:ext uri="{FF2B5EF4-FFF2-40B4-BE49-F238E27FC236}">
                  <a16:creationId xmlns:a16="http://schemas.microsoft.com/office/drawing/2014/main" id="{58258B2D-DF1A-4783-9BFA-8B724AD1D8AA}"/>
                </a:ext>
              </a:extLst>
            </p:cNvPr>
            <p:cNvCxnSpPr>
              <a:cxnSpLocks noChangeShapeType="1"/>
            </p:cNvCxnSpPr>
            <p:nvPr/>
          </p:nvCxnSpPr>
          <p:spPr bwMode="auto">
            <a:xfrm>
              <a:off x="2265" y="10604"/>
              <a:ext cx="52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7456" name="Oval 34">
              <a:extLst>
                <a:ext uri="{FF2B5EF4-FFF2-40B4-BE49-F238E27FC236}">
                  <a16:creationId xmlns:a16="http://schemas.microsoft.com/office/drawing/2014/main" id="{0767ED4A-71E0-4E15-B51B-9239F7AF84D9}"/>
                </a:ext>
              </a:extLst>
            </p:cNvPr>
            <p:cNvSpPr>
              <a:spLocks noChangeArrowheads="1"/>
            </p:cNvSpPr>
            <p:nvPr/>
          </p:nvSpPr>
          <p:spPr bwMode="auto">
            <a:xfrm>
              <a:off x="2516" y="6930"/>
              <a:ext cx="143" cy="143"/>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7457" name="Oval 35">
              <a:extLst>
                <a:ext uri="{FF2B5EF4-FFF2-40B4-BE49-F238E27FC236}">
                  <a16:creationId xmlns:a16="http://schemas.microsoft.com/office/drawing/2014/main" id="{3E0599D4-6ED1-45BE-BECF-BDC12FE509FE}"/>
                </a:ext>
              </a:extLst>
            </p:cNvPr>
            <p:cNvSpPr>
              <a:spLocks noChangeArrowheads="1"/>
            </p:cNvSpPr>
            <p:nvPr/>
          </p:nvSpPr>
          <p:spPr bwMode="auto">
            <a:xfrm>
              <a:off x="2516" y="8451"/>
              <a:ext cx="143" cy="143"/>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7458" name="AutoShape 36">
              <a:extLst>
                <a:ext uri="{FF2B5EF4-FFF2-40B4-BE49-F238E27FC236}">
                  <a16:creationId xmlns:a16="http://schemas.microsoft.com/office/drawing/2014/main" id="{8E26A082-684F-482C-BAF7-496B2614C2CA}"/>
                </a:ext>
              </a:extLst>
            </p:cNvPr>
            <p:cNvCxnSpPr>
              <a:cxnSpLocks noChangeShapeType="1"/>
            </p:cNvCxnSpPr>
            <p:nvPr/>
          </p:nvCxnSpPr>
          <p:spPr bwMode="auto">
            <a:xfrm flipV="1">
              <a:off x="2537" y="6675"/>
              <a:ext cx="253" cy="39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7459" name="AutoShape 37">
              <a:extLst>
                <a:ext uri="{FF2B5EF4-FFF2-40B4-BE49-F238E27FC236}">
                  <a16:creationId xmlns:a16="http://schemas.microsoft.com/office/drawing/2014/main" id="{DF771FF5-8AA9-40C0-AADE-BC6DCB5FBC13}"/>
                </a:ext>
              </a:extLst>
            </p:cNvPr>
            <p:cNvCxnSpPr>
              <a:cxnSpLocks noChangeShapeType="1"/>
            </p:cNvCxnSpPr>
            <p:nvPr/>
          </p:nvCxnSpPr>
          <p:spPr bwMode="auto">
            <a:xfrm>
              <a:off x="2659" y="8594"/>
              <a:ext cx="131" cy="2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sp>
        <p:nvSpPr>
          <p:cNvPr id="17413" name="Rectangle 38">
            <a:extLst>
              <a:ext uri="{FF2B5EF4-FFF2-40B4-BE49-F238E27FC236}">
                <a16:creationId xmlns:a16="http://schemas.microsoft.com/office/drawing/2014/main" id="{7AB75724-641F-4FBA-A3C5-8C6C68A3FDCE}"/>
              </a:ext>
            </a:extLst>
          </p:cNvPr>
          <p:cNvSpPr>
            <a:spLocks noChangeArrowheads="1"/>
          </p:cNvSpPr>
          <p:nvPr/>
        </p:nvSpPr>
        <p:spPr bwMode="auto">
          <a:xfrm>
            <a:off x="7000875" y="1643063"/>
            <a:ext cx="1071563"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2</a:t>
            </a: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V</a:t>
            </a:r>
            <a:endParaRPr lang="en-US" altLang="id-ID" sz="1800" b="1" baseline="-300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2      </a:t>
            </a:r>
            <a:r>
              <a:rPr lang="en-US" altLang="id-ID" sz="1800" b="1">
                <a:latin typeface="Arial" panose="020B0604020202020204" pitchFamily="34" charset="0"/>
                <a:ea typeface="Times New Roman" panose="02020603050405020304" pitchFamily="18" charset="0"/>
                <a:cs typeface="Arial" panose="020B0604020202020204" pitchFamily="34" charset="0"/>
              </a:rPr>
              <a:t>C</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2</a:t>
            </a:r>
            <a:endParaRPr lang="en-US" altLang="id-ID" sz="18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7414" name="Rectangle 38">
            <a:extLst>
              <a:ext uri="{FF2B5EF4-FFF2-40B4-BE49-F238E27FC236}">
                <a16:creationId xmlns:a16="http://schemas.microsoft.com/office/drawing/2014/main" id="{A93CA49F-44D5-42FC-8B3D-EB451822F0B4}"/>
              </a:ext>
            </a:extLst>
          </p:cNvPr>
          <p:cNvSpPr>
            <a:spLocks noChangeArrowheads="1"/>
          </p:cNvSpPr>
          <p:nvPr/>
        </p:nvSpPr>
        <p:spPr bwMode="auto">
          <a:xfrm>
            <a:off x="5857875" y="1714500"/>
            <a:ext cx="1071563"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3</a:t>
            </a: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V</a:t>
            </a:r>
            <a:endParaRPr lang="en-US" altLang="id-ID" sz="1800" b="1" baseline="-300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3      </a:t>
            </a:r>
            <a:r>
              <a:rPr lang="en-US" altLang="id-ID" sz="1800" b="1">
                <a:latin typeface="Arial" panose="020B0604020202020204" pitchFamily="34" charset="0"/>
                <a:ea typeface="Times New Roman" panose="02020603050405020304" pitchFamily="18" charset="0"/>
                <a:cs typeface="Arial" panose="020B0604020202020204" pitchFamily="34" charset="0"/>
              </a:rPr>
              <a:t>C</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3</a:t>
            </a:r>
            <a:endParaRPr lang="en-US" altLang="id-ID" sz="18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7415" name="Rectangle 38">
            <a:extLst>
              <a:ext uri="{FF2B5EF4-FFF2-40B4-BE49-F238E27FC236}">
                <a16:creationId xmlns:a16="http://schemas.microsoft.com/office/drawing/2014/main" id="{4205C351-8467-4C32-9585-9C47A1E6D1C5}"/>
              </a:ext>
            </a:extLst>
          </p:cNvPr>
          <p:cNvSpPr>
            <a:spLocks noChangeArrowheads="1"/>
          </p:cNvSpPr>
          <p:nvPr/>
        </p:nvSpPr>
        <p:spPr bwMode="auto">
          <a:xfrm>
            <a:off x="8072438" y="1643063"/>
            <a:ext cx="107156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1</a:t>
            </a: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V</a:t>
            </a:r>
            <a:endParaRPr lang="en-US" altLang="id-ID" sz="1800" b="1" baseline="-300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1      </a:t>
            </a:r>
            <a:r>
              <a:rPr lang="en-US" altLang="id-ID" sz="1800" b="1">
                <a:latin typeface="Arial" panose="020B0604020202020204" pitchFamily="34" charset="0"/>
                <a:ea typeface="Times New Roman" panose="02020603050405020304" pitchFamily="18" charset="0"/>
                <a:cs typeface="Arial" panose="020B0604020202020204" pitchFamily="34" charset="0"/>
              </a:rPr>
              <a:t>C</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1</a:t>
            </a:r>
            <a:endParaRPr lang="en-US" altLang="id-ID" sz="18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7416" name="Rectangle 39">
            <a:extLst>
              <a:ext uri="{FF2B5EF4-FFF2-40B4-BE49-F238E27FC236}">
                <a16:creationId xmlns:a16="http://schemas.microsoft.com/office/drawing/2014/main" id="{9CBCAE8C-2836-4076-8D3E-590FCFB8EF5E}"/>
              </a:ext>
            </a:extLst>
          </p:cNvPr>
          <p:cNvSpPr>
            <a:spLocks noChangeArrowheads="1"/>
          </p:cNvSpPr>
          <p:nvPr/>
        </p:nvSpPr>
        <p:spPr bwMode="auto">
          <a:xfrm>
            <a:off x="4857750" y="1857375"/>
            <a:ext cx="3571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a:t>
            </a:r>
            <a:endParaRPr lang="en-US" altLang="id-ID" sz="11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7417" name="Rectangle 39">
            <a:extLst>
              <a:ext uri="{FF2B5EF4-FFF2-40B4-BE49-F238E27FC236}">
                <a16:creationId xmlns:a16="http://schemas.microsoft.com/office/drawing/2014/main" id="{52F8E76E-C0D1-4BE0-A7F3-7E603BB4F68E}"/>
              </a:ext>
            </a:extLst>
          </p:cNvPr>
          <p:cNvSpPr>
            <a:spLocks noChangeArrowheads="1"/>
          </p:cNvSpPr>
          <p:nvPr/>
        </p:nvSpPr>
        <p:spPr bwMode="auto">
          <a:xfrm>
            <a:off x="4929188" y="3714750"/>
            <a:ext cx="3571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a:t>
            </a:r>
            <a:endParaRPr lang="en-US" altLang="id-ID" sz="11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7418" name="Rectangle 46">
            <a:extLst>
              <a:ext uri="{FF2B5EF4-FFF2-40B4-BE49-F238E27FC236}">
                <a16:creationId xmlns:a16="http://schemas.microsoft.com/office/drawing/2014/main" id="{94EB4448-C139-4CD3-833A-FEA82A5B226F}"/>
              </a:ext>
            </a:extLst>
          </p:cNvPr>
          <p:cNvSpPr>
            <a:spLocks noChangeArrowheads="1"/>
          </p:cNvSpPr>
          <p:nvPr/>
        </p:nvSpPr>
        <p:spPr bwMode="auto">
          <a:xfrm>
            <a:off x="4643438" y="3786188"/>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B</a:t>
            </a:r>
            <a:endParaRPr lang="en-US" altLang="id-ID" sz="2000">
              <a:latin typeface="Arial" panose="020B0604020202020204" pitchFamily="34" charset="0"/>
            </a:endParaRPr>
          </a:p>
        </p:txBody>
      </p:sp>
      <p:sp>
        <p:nvSpPr>
          <p:cNvPr id="17419" name="Rectangle 47">
            <a:extLst>
              <a:ext uri="{FF2B5EF4-FFF2-40B4-BE49-F238E27FC236}">
                <a16:creationId xmlns:a16="http://schemas.microsoft.com/office/drawing/2014/main" id="{28080B2E-419B-48DF-830C-AECF9D74D06B}"/>
              </a:ext>
            </a:extLst>
          </p:cNvPr>
          <p:cNvSpPr>
            <a:spLocks noChangeArrowheads="1"/>
          </p:cNvSpPr>
          <p:nvPr/>
        </p:nvSpPr>
        <p:spPr bwMode="auto">
          <a:xfrm>
            <a:off x="4714875" y="2000250"/>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B</a:t>
            </a:r>
            <a:endParaRPr lang="en-US" altLang="id-ID" sz="2000">
              <a:latin typeface="Arial" panose="020B0604020202020204" pitchFamily="34" charset="0"/>
            </a:endParaRPr>
          </a:p>
        </p:txBody>
      </p:sp>
      <p:sp>
        <p:nvSpPr>
          <p:cNvPr id="17420" name="Rectangle 38">
            <a:extLst>
              <a:ext uri="{FF2B5EF4-FFF2-40B4-BE49-F238E27FC236}">
                <a16:creationId xmlns:a16="http://schemas.microsoft.com/office/drawing/2014/main" id="{9999E6AC-EAE0-4750-A87C-66275FF2884F}"/>
              </a:ext>
            </a:extLst>
          </p:cNvPr>
          <p:cNvSpPr>
            <a:spLocks noChangeArrowheads="1"/>
          </p:cNvSpPr>
          <p:nvPr/>
        </p:nvSpPr>
        <p:spPr bwMode="auto">
          <a:xfrm>
            <a:off x="5857875" y="3571875"/>
            <a:ext cx="1071563"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endParaRPr lang="en-US" altLang="id-ID" sz="1800" b="1" baseline="-300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a:t>
            </a:r>
            <a:endParaRPr lang="en-US" altLang="id-ID" sz="1800" b="1" baseline="-300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     </a:t>
            </a:r>
            <a:r>
              <a:rPr lang="en-US" altLang="id-ID" sz="1800" b="1">
                <a:latin typeface="Arial" panose="020B0604020202020204" pitchFamily="34" charset="0"/>
                <a:ea typeface="Times New Roman" panose="02020603050405020304" pitchFamily="18" charset="0"/>
                <a:cs typeface="Arial" panose="020B0604020202020204" pitchFamily="34" charset="0"/>
              </a:rPr>
              <a:t>C</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eq</a:t>
            </a:r>
            <a:endParaRPr lang="en-US" altLang="id-ID" sz="18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cxnSp>
        <p:nvCxnSpPr>
          <p:cNvPr id="52" name="Straight Connector 51">
            <a:extLst>
              <a:ext uri="{FF2B5EF4-FFF2-40B4-BE49-F238E27FC236}">
                <a16:creationId xmlns:a16="http://schemas.microsoft.com/office/drawing/2014/main" id="{DD447FE0-E21B-4EC0-800D-3F9B9534F8A3}"/>
              </a:ext>
            </a:extLst>
          </p:cNvPr>
          <p:cNvCxnSpPr/>
          <p:nvPr/>
        </p:nvCxnSpPr>
        <p:spPr>
          <a:xfrm rot="5400000">
            <a:off x="4965700" y="4037013"/>
            <a:ext cx="1071563" cy="1587"/>
          </a:xfrm>
          <a:prstGeom prst="line">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7422" name="Rectangle 52">
            <a:extLst>
              <a:ext uri="{FF2B5EF4-FFF2-40B4-BE49-F238E27FC236}">
                <a16:creationId xmlns:a16="http://schemas.microsoft.com/office/drawing/2014/main" id="{05C65A20-A0D9-4240-BCED-BB396F143B9A}"/>
              </a:ext>
            </a:extLst>
          </p:cNvPr>
          <p:cNvSpPr>
            <a:spLocks noChangeArrowheads="1"/>
          </p:cNvSpPr>
          <p:nvPr/>
        </p:nvSpPr>
        <p:spPr bwMode="auto">
          <a:xfrm>
            <a:off x="5429250" y="3857625"/>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V</a:t>
            </a:r>
            <a:endParaRPr lang="en-US" altLang="id-ID" sz="2000">
              <a:latin typeface="Arial" panose="020B0604020202020204" pitchFamily="34" charset="0"/>
            </a:endParaRPr>
          </a:p>
        </p:txBody>
      </p:sp>
      <p:sp>
        <p:nvSpPr>
          <p:cNvPr id="17423" name="Rectangle 41">
            <a:extLst>
              <a:ext uri="{FF2B5EF4-FFF2-40B4-BE49-F238E27FC236}">
                <a16:creationId xmlns:a16="http://schemas.microsoft.com/office/drawing/2014/main" id="{EE81A402-01A7-4186-A3EE-41538288BF26}"/>
              </a:ext>
            </a:extLst>
          </p:cNvPr>
          <p:cNvSpPr>
            <a:spLocks noChangeArrowheads="1"/>
          </p:cNvSpPr>
          <p:nvPr/>
        </p:nvSpPr>
        <p:spPr bwMode="auto">
          <a:xfrm>
            <a:off x="4572000" y="4903262"/>
            <a:ext cx="441801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600" b="1" dirty="0">
                <a:solidFill>
                  <a:srgbClr val="002060"/>
                </a:solidFill>
                <a:latin typeface="Arial" panose="020B0604020202020204" pitchFamily="34" charset="0"/>
                <a:ea typeface="Times New Roman" panose="02020603050405020304" pitchFamily="18" charset="0"/>
                <a:cs typeface="Arial" panose="020B0604020202020204" pitchFamily="34" charset="0"/>
              </a:rPr>
              <a:t>Fig.5. (a) Three capacitors connected in parallel to battery B. </a:t>
            </a:r>
          </a:p>
          <a:p>
            <a:pPr>
              <a:spcBef>
                <a:spcPct val="0"/>
              </a:spcBef>
              <a:buFontTx/>
              <a:buNone/>
            </a:pPr>
            <a:r>
              <a:rPr lang="en-US" altLang="id-ID" sz="1600" b="1" dirty="0">
                <a:solidFill>
                  <a:srgbClr val="002060"/>
                </a:solidFill>
                <a:latin typeface="Arial" panose="020B0604020202020204" pitchFamily="34" charset="0"/>
                <a:ea typeface="Times New Roman" panose="02020603050405020304" pitchFamily="18" charset="0"/>
                <a:cs typeface="Arial" panose="020B0604020202020204" pitchFamily="34" charset="0"/>
              </a:rPr>
              <a:t>(b) The equivalent capacitor, with capacitance </a:t>
            </a:r>
            <a:r>
              <a:rPr lang="en-US" altLang="id-ID" sz="1600" b="1" dirty="0" err="1">
                <a:solidFill>
                  <a:srgbClr val="002060"/>
                </a:solidFill>
                <a:latin typeface="Arial" panose="020B0604020202020204" pitchFamily="34" charset="0"/>
                <a:ea typeface="Times New Roman" panose="02020603050405020304" pitchFamily="18" charset="0"/>
                <a:cs typeface="Arial" panose="020B0604020202020204" pitchFamily="34" charset="0"/>
              </a:rPr>
              <a:t>C</a:t>
            </a:r>
            <a:r>
              <a:rPr lang="en-US" altLang="id-ID" sz="1600" b="1" baseline="-300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eq</a:t>
            </a:r>
            <a:r>
              <a:rPr lang="en-US" altLang="id-ID" sz="1600" b="1" dirty="0">
                <a:solidFill>
                  <a:srgbClr val="002060"/>
                </a:solidFill>
                <a:latin typeface="Arial" panose="020B0604020202020204" pitchFamily="34" charset="0"/>
                <a:ea typeface="Times New Roman" panose="02020603050405020304" pitchFamily="18" charset="0"/>
                <a:cs typeface="Arial" panose="020B0604020202020204" pitchFamily="34" charset="0"/>
              </a:rPr>
              <a:t> replaces the parallel combination.</a:t>
            </a:r>
            <a:endParaRPr lang="en-US" altLang="id-ID" sz="1100"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7424" name="Rectangle 55">
            <a:extLst>
              <a:ext uri="{FF2B5EF4-FFF2-40B4-BE49-F238E27FC236}">
                <a16:creationId xmlns:a16="http://schemas.microsoft.com/office/drawing/2014/main" id="{F6BAF126-B862-4F1A-BBC8-0CE33B0D8F84}"/>
              </a:ext>
            </a:extLst>
          </p:cNvPr>
          <p:cNvSpPr>
            <a:spLocks noChangeArrowheads="1"/>
          </p:cNvSpPr>
          <p:nvPr/>
        </p:nvSpPr>
        <p:spPr bwMode="auto">
          <a:xfrm>
            <a:off x="5286375" y="2786063"/>
            <a:ext cx="1082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terminal</a:t>
            </a:r>
            <a:endParaRPr lang="en-US" altLang="id-ID" sz="1800">
              <a:latin typeface="Arial" panose="020B0604020202020204" pitchFamily="34" charset="0"/>
              <a:ea typeface="Times New Roman" panose="02020603050405020304" pitchFamily="18" charset="0"/>
              <a:cs typeface="Arial" panose="020B0604020202020204" pitchFamily="34" charset="0"/>
            </a:endParaRPr>
          </a:p>
        </p:txBody>
      </p:sp>
      <p:sp>
        <p:nvSpPr>
          <p:cNvPr id="17425" name="Rectangle 56">
            <a:extLst>
              <a:ext uri="{FF2B5EF4-FFF2-40B4-BE49-F238E27FC236}">
                <a16:creationId xmlns:a16="http://schemas.microsoft.com/office/drawing/2014/main" id="{B1240D03-DE37-44ED-9FF4-76F0917A7038}"/>
              </a:ext>
            </a:extLst>
          </p:cNvPr>
          <p:cNvSpPr>
            <a:spLocks noChangeArrowheads="1"/>
          </p:cNvSpPr>
          <p:nvPr/>
        </p:nvSpPr>
        <p:spPr bwMode="auto">
          <a:xfrm>
            <a:off x="5286375" y="1285875"/>
            <a:ext cx="1082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terminal</a:t>
            </a:r>
            <a:endParaRPr lang="en-US" altLang="id-ID" sz="1800">
              <a:latin typeface="Arial" panose="020B0604020202020204" pitchFamily="34" charset="0"/>
              <a:ea typeface="Times New Roman" panose="02020603050405020304" pitchFamily="18" charset="0"/>
              <a:cs typeface="Arial" panose="020B0604020202020204" pitchFamily="34" charset="0"/>
            </a:endParaRPr>
          </a:p>
        </p:txBody>
      </p:sp>
      <p:sp>
        <p:nvSpPr>
          <p:cNvPr id="17426" name="Rectangle 57">
            <a:extLst>
              <a:ext uri="{FF2B5EF4-FFF2-40B4-BE49-F238E27FC236}">
                <a16:creationId xmlns:a16="http://schemas.microsoft.com/office/drawing/2014/main" id="{B11123E2-B521-466B-AA00-6DA88F953F24}"/>
              </a:ext>
            </a:extLst>
          </p:cNvPr>
          <p:cNvSpPr>
            <a:spLocks noChangeArrowheads="1"/>
          </p:cNvSpPr>
          <p:nvPr/>
        </p:nvSpPr>
        <p:spPr bwMode="auto">
          <a:xfrm>
            <a:off x="6858000" y="2786063"/>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(a)</a:t>
            </a:r>
            <a:endParaRPr lang="en-US" altLang="id-ID" sz="1800">
              <a:latin typeface="Arial" panose="020B0604020202020204" pitchFamily="34" charset="0"/>
              <a:ea typeface="Times New Roman" panose="02020603050405020304" pitchFamily="18" charset="0"/>
              <a:cs typeface="Arial" panose="020B0604020202020204" pitchFamily="34" charset="0"/>
            </a:endParaRPr>
          </a:p>
        </p:txBody>
      </p:sp>
      <p:sp>
        <p:nvSpPr>
          <p:cNvPr id="17427" name="Rectangle 58">
            <a:extLst>
              <a:ext uri="{FF2B5EF4-FFF2-40B4-BE49-F238E27FC236}">
                <a16:creationId xmlns:a16="http://schemas.microsoft.com/office/drawing/2014/main" id="{881770C9-3043-4F5E-8103-5B0AEF0DB4D6}"/>
              </a:ext>
            </a:extLst>
          </p:cNvPr>
          <p:cNvSpPr>
            <a:spLocks noChangeArrowheads="1"/>
          </p:cNvSpPr>
          <p:nvPr/>
        </p:nvSpPr>
        <p:spPr bwMode="auto">
          <a:xfrm>
            <a:off x="5572125" y="4572000"/>
            <a:ext cx="479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(b)</a:t>
            </a:r>
            <a:endParaRPr lang="en-US" altLang="id-ID" sz="1800">
              <a:latin typeface="Arial" panose="020B0604020202020204" pitchFamily="34" charset="0"/>
              <a:ea typeface="Times New Roman" panose="02020603050405020304" pitchFamily="18"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FCEEC2-57FC-4826-8C0A-7FD584432F09}"/>
              </a:ext>
            </a:extLst>
          </p:cNvPr>
          <p:cNvSpPr>
            <a:spLocks noGrp="1"/>
          </p:cNvSpPr>
          <p:nvPr>
            <p:ph type="dt" sz="quarter" idx="10"/>
          </p:nvPr>
        </p:nvSpPr>
        <p:spPr>
          <a:xfrm>
            <a:off x="1382486" y="1733744"/>
            <a:ext cx="6831012" cy="2295525"/>
          </a:xfrm>
        </p:spPr>
        <p:txBody>
          <a:bodyPr/>
          <a:lstStyle/>
          <a:p>
            <a:pPr>
              <a:defRPr/>
            </a:pPr>
            <a:r>
              <a:rPr lang="en-US" sz="2400" b="1" dirty="0"/>
              <a:t>q</a:t>
            </a:r>
            <a:r>
              <a:rPr lang="en-US" sz="2400" b="1" baseline="-25000" dirty="0"/>
              <a:t>1 </a:t>
            </a:r>
            <a:r>
              <a:rPr lang="en-US" sz="2400" b="1" dirty="0"/>
              <a:t>=</a:t>
            </a:r>
            <a:r>
              <a:rPr lang="en-US" sz="2400" b="1" baseline="-25000" dirty="0"/>
              <a:t> </a:t>
            </a:r>
            <a:r>
              <a:rPr lang="en-US" sz="2400" b="1" dirty="0"/>
              <a:t>C</a:t>
            </a:r>
            <a:r>
              <a:rPr lang="en-US" sz="2400" b="1" baseline="-25000" dirty="0"/>
              <a:t>1</a:t>
            </a:r>
            <a:r>
              <a:rPr lang="en-US" sz="2400" b="1" dirty="0"/>
              <a:t> V ,  q</a:t>
            </a:r>
            <a:r>
              <a:rPr lang="en-US" sz="2400" b="1" baseline="-25000" dirty="0"/>
              <a:t>2</a:t>
            </a:r>
            <a:r>
              <a:rPr lang="en-US" sz="2400" b="1" dirty="0"/>
              <a:t> = C</a:t>
            </a:r>
            <a:r>
              <a:rPr lang="en-US" sz="2400" b="1" baseline="-25000" dirty="0"/>
              <a:t>2</a:t>
            </a:r>
            <a:r>
              <a:rPr lang="en-US" sz="2400" b="1" dirty="0"/>
              <a:t> V ,  q</a:t>
            </a:r>
            <a:r>
              <a:rPr lang="en-US" sz="2400" b="1" baseline="-25000" dirty="0"/>
              <a:t>3</a:t>
            </a:r>
            <a:r>
              <a:rPr lang="en-US" sz="2400" b="1" dirty="0"/>
              <a:t> = C</a:t>
            </a:r>
            <a:r>
              <a:rPr lang="en-US" sz="2400" b="1" baseline="-25000" dirty="0"/>
              <a:t>3</a:t>
            </a:r>
            <a:r>
              <a:rPr lang="en-US" sz="2400" b="1" dirty="0"/>
              <a:t> V</a:t>
            </a:r>
            <a:endParaRPr lang="en-US" sz="2400" dirty="0"/>
          </a:p>
          <a:p>
            <a:pPr>
              <a:defRPr/>
            </a:pPr>
            <a:r>
              <a:rPr lang="en-US" sz="1200" b="1" dirty="0"/>
              <a:t> </a:t>
            </a:r>
            <a:endParaRPr lang="en-US" sz="1200" dirty="0"/>
          </a:p>
          <a:p>
            <a:pPr>
              <a:defRPr/>
            </a:pPr>
            <a:r>
              <a:rPr lang="en-US" sz="2400" b="1" dirty="0"/>
              <a:t>q= q</a:t>
            </a:r>
            <a:r>
              <a:rPr lang="en-US" sz="2400" b="1" baseline="-25000" dirty="0"/>
              <a:t>1 </a:t>
            </a:r>
            <a:r>
              <a:rPr lang="en-US" sz="2400" b="1" dirty="0"/>
              <a:t>+ q</a:t>
            </a:r>
            <a:r>
              <a:rPr lang="en-US" sz="2400" b="1" baseline="-25000" dirty="0"/>
              <a:t>2</a:t>
            </a:r>
            <a:r>
              <a:rPr lang="en-US" sz="2400" b="1" dirty="0"/>
              <a:t> + q</a:t>
            </a:r>
            <a:r>
              <a:rPr lang="en-US" sz="2400" b="1" baseline="-25000" dirty="0"/>
              <a:t>3</a:t>
            </a:r>
            <a:r>
              <a:rPr lang="en-US" sz="2400" b="1" dirty="0"/>
              <a:t> = ( C</a:t>
            </a:r>
            <a:r>
              <a:rPr lang="en-US" sz="2400" b="1" baseline="-25000" dirty="0"/>
              <a:t>1</a:t>
            </a:r>
            <a:r>
              <a:rPr lang="en-US" sz="2400" b="1" dirty="0"/>
              <a:t> + C</a:t>
            </a:r>
            <a:r>
              <a:rPr lang="en-US" sz="2400" b="1" baseline="-25000" dirty="0"/>
              <a:t>2</a:t>
            </a:r>
            <a:r>
              <a:rPr lang="en-US" sz="2400" b="1" dirty="0"/>
              <a:t> + C</a:t>
            </a:r>
            <a:r>
              <a:rPr lang="en-US" sz="2400" b="1" baseline="-25000" dirty="0"/>
              <a:t>3</a:t>
            </a:r>
            <a:r>
              <a:rPr lang="en-US" sz="2400" b="1" dirty="0"/>
              <a:t> ) V</a:t>
            </a:r>
            <a:endParaRPr lang="en-US" sz="2400" dirty="0"/>
          </a:p>
          <a:p>
            <a:pPr>
              <a:defRPr/>
            </a:pPr>
            <a:r>
              <a:rPr lang="en-US" sz="1200" b="1" dirty="0"/>
              <a:t> </a:t>
            </a:r>
            <a:endParaRPr lang="en-US" sz="1200" dirty="0"/>
          </a:p>
          <a:p>
            <a:pPr>
              <a:defRPr/>
            </a:pPr>
            <a:r>
              <a:rPr lang="en-US" sz="2400" b="1" dirty="0" err="1">
                <a:solidFill>
                  <a:srgbClr val="002060"/>
                </a:solidFill>
              </a:rPr>
              <a:t>C</a:t>
            </a:r>
            <a:r>
              <a:rPr lang="en-US" sz="2400" b="1" baseline="-25000" dirty="0" err="1">
                <a:solidFill>
                  <a:srgbClr val="002060"/>
                </a:solidFill>
              </a:rPr>
              <a:t>eq</a:t>
            </a:r>
            <a:r>
              <a:rPr lang="en-US" sz="2400" b="1" dirty="0">
                <a:solidFill>
                  <a:srgbClr val="002060"/>
                </a:solidFill>
              </a:rPr>
              <a:t> = q/V = C</a:t>
            </a:r>
            <a:r>
              <a:rPr lang="en-US" sz="2400" b="1" baseline="-25000" dirty="0">
                <a:solidFill>
                  <a:srgbClr val="002060"/>
                </a:solidFill>
              </a:rPr>
              <a:t>1</a:t>
            </a:r>
            <a:r>
              <a:rPr lang="en-US" sz="2400" b="1" dirty="0">
                <a:solidFill>
                  <a:srgbClr val="002060"/>
                </a:solidFill>
              </a:rPr>
              <a:t> + C</a:t>
            </a:r>
            <a:r>
              <a:rPr lang="en-US" sz="2400" b="1" baseline="-25000" dirty="0">
                <a:solidFill>
                  <a:srgbClr val="002060"/>
                </a:solidFill>
              </a:rPr>
              <a:t>2</a:t>
            </a:r>
            <a:r>
              <a:rPr lang="en-US" sz="2400" b="1" dirty="0">
                <a:solidFill>
                  <a:srgbClr val="002060"/>
                </a:solidFill>
              </a:rPr>
              <a:t> + C</a:t>
            </a:r>
            <a:r>
              <a:rPr lang="en-US" sz="2400" b="1" baseline="-25000" dirty="0">
                <a:solidFill>
                  <a:srgbClr val="002060"/>
                </a:solidFill>
              </a:rPr>
              <a:t>3</a:t>
            </a:r>
            <a:endParaRPr lang="en-US" sz="2400" dirty="0">
              <a:solidFill>
                <a:srgbClr val="002060"/>
              </a:solidFill>
            </a:endParaRPr>
          </a:p>
          <a:p>
            <a:pPr>
              <a:defRPr/>
            </a:pPr>
            <a:endParaRPr lang="en-US" sz="2400" dirty="0"/>
          </a:p>
        </p:txBody>
      </p:sp>
      <p:sp>
        <p:nvSpPr>
          <p:cNvPr id="18435" name="Slide Number Placeholder 2">
            <a:extLst>
              <a:ext uri="{FF2B5EF4-FFF2-40B4-BE49-F238E27FC236}">
                <a16:creationId xmlns:a16="http://schemas.microsoft.com/office/drawing/2014/main" id="{6438E21B-9CF2-4D94-BE9C-6D243A08483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7D6B3607-BF05-4768-B889-84CE4336FD79}" type="slidenum">
              <a:rPr lang="en-US" altLang="id-ID" sz="1400" smtClean="0"/>
              <a:pPr>
                <a:spcBef>
                  <a:spcPct val="0"/>
                </a:spcBef>
                <a:buFontTx/>
                <a:buNone/>
              </a:pPr>
              <a:t>25</a:t>
            </a:fld>
            <a:endParaRPr lang="en-US" altLang="id-ID" sz="1400"/>
          </a:p>
        </p:txBody>
      </p:sp>
      <p:sp>
        <p:nvSpPr>
          <p:cNvPr id="18436" name="Rectangle 13">
            <a:extLst>
              <a:ext uri="{FF2B5EF4-FFF2-40B4-BE49-F238E27FC236}">
                <a16:creationId xmlns:a16="http://schemas.microsoft.com/office/drawing/2014/main" id="{94E58B09-0314-4ACD-A078-C1DB3596949F}"/>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8437" name="Rectangle 14">
            <a:extLst>
              <a:ext uri="{FF2B5EF4-FFF2-40B4-BE49-F238E27FC236}">
                <a16:creationId xmlns:a16="http://schemas.microsoft.com/office/drawing/2014/main" id="{6B3A322F-F0D2-42C3-848F-A09919279E3B}"/>
              </a:ext>
            </a:extLst>
          </p:cNvPr>
          <p:cNvSpPr>
            <a:spLocks noChangeArrowheads="1"/>
          </p:cNvSpPr>
          <p:nvPr/>
        </p:nvSpPr>
        <p:spPr bwMode="auto">
          <a:xfrm>
            <a:off x="10886" y="2457644"/>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8438" name="Rectangle 16">
            <a:extLst>
              <a:ext uri="{FF2B5EF4-FFF2-40B4-BE49-F238E27FC236}">
                <a16:creationId xmlns:a16="http://schemas.microsoft.com/office/drawing/2014/main" id="{A3A7267B-CDF4-4709-8FC2-B927A32E4546}"/>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8439" name="Picture 15">
            <a:extLst>
              <a:ext uri="{FF2B5EF4-FFF2-40B4-BE49-F238E27FC236}">
                <a16:creationId xmlns:a16="http://schemas.microsoft.com/office/drawing/2014/main" id="{78705D3C-E9F2-439A-8B89-39AD90861E6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25349" y="3753044"/>
            <a:ext cx="6357937"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Rectangle 17">
            <a:extLst>
              <a:ext uri="{FF2B5EF4-FFF2-40B4-BE49-F238E27FC236}">
                <a16:creationId xmlns:a16="http://schemas.microsoft.com/office/drawing/2014/main" id="{3ED8C501-2242-4377-8F9F-7DEE57A36641}"/>
              </a:ext>
            </a:extLst>
          </p:cNvPr>
          <p:cNvSpPr>
            <a:spLocks noChangeArrowheads="1"/>
          </p:cNvSpPr>
          <p:nvPr/>
        </p:nvSpPr>
        <p:spPr bwMode="auto">
          <a:xfrm>
            <a:off x="10886" y="1914719"/>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Box 2">
            <a:extLst>
              <a:ext uri="{FF2B5EF4-FFF2-40B4-BE49-F238E27FC236}">
                <a16:creationId xmlns:a16="http://schemas.microsoft.com/office/drawing/2014/main" id="{15407716-B599-4693-B18C-7F8F322B3290}"/>
              </a:ext>
            </a:extLst>
          </p:cNvPr>
          <p:cNvSpPr txBox="1">
            <a:spLocks noChangeArrowheads="1"/>
          </p:cNvSpPr>
          <p:nvPr/>
        </p:nvSpPr>
        <p:spPr bwMode="auto">
          <a:xfrm>
            <a:off x="3363913" y="304800"/>
            <a:ext cx="3570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4. Capacitors in Series</a:t>
            </a:r>
            <a:endParaRPr lang="en-US" altLang="id-ID" sz="2000" b="1" i="1" dirty="0">
              <a:solidFill>
                <a:srgbClr val="0070C0"/>
              </a:solidFill>
              <a:latin typeface="Arial" panose="020B0604020202020204" pitchFamily="34" charset="0"/>
              <a:cs typeface="Arial" panose="020B0604020202020204" pitchFamily="34" charset="0"/>
            </a:endParaRPr>
          </a:p>
        </p:txBody>
      </p:sp>
      <p:sp>
        <p:nvSpPr>
          <p:cNvPr id="15363" name="TextBox 3">
            <a:extLst>
              <a:ext uri="{FF2B5EF4-FFF2-40B4-BE49-F238E27FC236}">
                <a16:creationId xmlns:a16="http://schemas.microsoft.com/office/drawing/2014/main" id="{595C7E84-0407-41D0-9ED7-1A09D44D4161}"/>
              </a:ext>
            </a:extLst>
          </p:cNvPr>
          <p:cNvSpPr txBox="1">
            <a:spLocks noChangeArrowheads="1"/>
          </p:cNvSpPr>
          <p:nvPr/>
        </p:nvSpPr>
        <p:spPr bwMode="auto">
          <a:xfrm>
            <a:off x="1143001" y="1500188"/>
            <a:ext cx="3286124" cy="3323987"/>
          </a:xfrm>
          <a:prstGeom prst="rect">
            <a:avLst/>
          </a:prstGeom>
          <a:solidFill>
            <a:schemeClr val="bg2">
              <a:lumMod val="20000"/>
              <a:lumOff val="80000"/>
            </a:schemeClr>
          </a:solidFill>
          <a:ln w="9525">
            <a:noFill/>
            <a:miter lim="800000"/>
            <a:headEnd/>
            <a:tailEnd/>
          </a:ln>
        </p:spPr>
        <p:txBody>
          <a:bodyPr wrap="square">
            <a:spAutoFit/>
          </a:bodyPr>
          <a:lstStyle/>
          <a:p>
            <a:pPr eaLnBrk="1" hangingPunct="1">
              <a:buFont typeface="Wingdings" pitchFamily="2" charset="2"/>
              <a:buChar char="v"/>
              <a:defRPr/>
            </a:pPr>
            <a:r>
              <a:rPr lang="en-US" b="1" dirty="0">
                <a:latin typeface="Arial" charset="0"/>
              </a:rPr>
              <a:t>When a potential difference </a:t>
            </a:r>
            <a:r>
              <a:rPr lang="en-US" b="1" i="1" dirty="0">
                <a:latin typeface="Arial" charset="0"/>
              </a:rPr>
              <a:t>V </a:t>
            </a:r>
            <a:r>
              <a:rPr lang="en-US" b="1" dirty="0">
                <a:latin typeface="Arial" charset="0"/>
              </a:rPr>
              <a:t>is applied across several capacitors connected in</a:t>
            </a:r>
            <a:r>
              <a:rPr lang="en-US" b="1" i="1" dirty="0">
                <a:latin typeface="Arial" charset="0"/>
              </a:rPr>
              <a:t> </a:t>
            </a:r>
            <a:r>
              <a:rPr lang="en-US" b="1" dirty="0">
                <a:latin typeface="Arial" charset="0"/>
              </a:rPr>
              <a:t>series, the capacitors have identical charge </a:t>
            </a:r>
            <a:r>
              <a:rPr lang="en-US" b="1" i="1" dirty="0">
                <a:latin typeface="Arial" charset="0"/>
              </a:rPr>
              <a:t>q.</a:t>
            </a:r>
          </a:p>
          <a:p>
            <a:pPr eaLnBrk="1" hangingPunct="1">
              <a:defRPr/>
            </a:pPr>
            <a:r>
              <a:rPr lang="en-US" sz="1200" b="1" i="1" dirty="0">
                <a:latin typeface="Arial" charset="0"/>
              </a:rPr>
              <a:t> </a:t>
            </a:r>
          </a:p>
          <a:p>
            <a:pPr eaLnBrk="1" hangingPunct="1">
              <a:buFont typeface="Wingdings" pitchFamily="2" charset="2"/>
              <a:buChar char="v"/>
              <a:defRPr/>
            </a:pPr>
            <a:r>
              <a:rPr lang="en-US" b="1" dirty="0">
                <a:latin typeface="Arial" charset="0"/>
              </a:rPr>
              <a:t>The sum of the potential differences across all the capacitors is equal to the applied potential difference </a:t>
            </a:r>
            <a:r>
              <a:rPr lang="en-US" b="1" i="1" dirty="0">
                <a:latin typeface="Arial" charset="0"/>
              </a:rPr>
              <a:t>V.</a:t>
            </a:r>
          </a:p>
        </p:txBody>
      </p:sp>
      <p:sp>
        <p:nvSpPr>
          <p:cNvPr id="19460" name="Rectangle 38">
            <a:extLst>
              <a:ext uri="{FF2B5EF4-FFF2-40B4-BE49-F238E27FC236}">
                <a16:creationId xmlns:a16="http://schemas.microsoft.com/office/drawing/2014/main" id="{1B648748-E652-45F9-8F99-AC8652757667}"/>
              </a:ext>
            </a:extLst>
          </p:cNvPr>
          <p:cNvSpPr>
            <a:spLocks noChangeArrowheads="1"/>
          </p:cNvSpPr>
          <p:nvPr/>
        </p:nvSpPr>
        <p:spPr bwMode="auto">
          <a:xfrm>
            <a:off x="6357938" y="3500438"/>
            <a:ext cx="1214437"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3</a:t>
            </a: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V</a:t>
            </a:r>
            <a:endParaRPr lang="en-US" altLang="id-ID" sz="1800" b="1" baseline="-300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3     </a:t>
            </a:r>
            <a:r>
              <a:rPr lang="en-US" altLang="id-ID" sz="1800" b="1">
                <a:latin typeface="Arial" panose="020B0604020202020204" pitchFamily="34" charset="0"/>
                <a:ea typeface="Times New Roman" panose="02020603050405020304" pitchFamily="18" charset="0"/>
                <a:cs typeface="Arial" panose="020B0604020202020204" pitchFamily="34" charset="0"/>
              </a:rPr>
              <a:t>C</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3</a:t>
            </a:r>
            <a:endParaRPr lang="en-US" altLang="id-ID" sz="18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9461" name="Rectangle 38">
            <a:extLst>
              <a:ext uri="{FF2B5EF4-FFF2-40B4-BE49-F238E27FC236}">
                <a16:creationId xmlns:a16="http://schemas.microsoft.com/office/drawing/2014/main" id="{4D8F7C3E-D939-4E78-97BB-27A65026178B}"/>
              </a:ext>
            </a:extLst>
          </p:cNvPr>
          <p:cNvSpPr>
            <a:spLocks noChangeArrowheads="1"/>
          </p:cNvSpPr>
          <p:nvPr/>
        </p:nvSpPr>
        <p:spPr bwMode="auto">
          <a:xfrm>
            <a:off x="8072438" y="2071688"/>
            <a:ext cx="107156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endParaRPr lang="en-US" altLang="id-ID" sz="1800" b="1" baseline="-300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a:t>
            </a:r>
            <a:endParaRPr lang="en-US" altLang="id-ID" sz="1800" b="1" baseline="-300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      </a:t>
            </a:r>
            <a:r>
              <a:rPr lang="en-US" altLang="id-ID" sz="1800" b="1">
                <a:latin typeface="Arial" panose="020B0604020202020204" pitchFamily="34" charset="0"/>
                <a:ea typeface="Times New Roman" panose="02020603050405020304" pitchFamily="18" charset="0"/>
                <a:cs typeface="Arial" panose="020B0604020202020204" pitchFamily="34" charset="0"/>
              </a:rPr>
              <a:t>C</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eq</a:t>
            </a:r>
            <a:endParaRPr lang="en-US" altLang="id-ID" sz="18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9462" name="Rectangle 114">
            <a:extLst>
              <a:ext uri="{FF2B5EF4-FFF2-40B4-BE49-F238E27FC236}">
                <a16:creationId xmlns:a16="http://schemas.microsoft.com/office/drawing/2014/main" id="{D1AD8DC9-45D3-4FB0-9463-1E55255240BD}"/>
              </a:ext>
            </a:extLst>
          </p:cNvPr>
          <p:cNvSpPr>
            <a:spLocks noChangeArrowheads="1"/>
          </p:cNvSpPr>
          <p:nvPr/>
        </p:nvSpPr>
        <p:spPr bwMode="auto">
          <a:xfrm>
            <a:off x="5500688" y="3214688"/>
            <a:ext cx="42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V </a:t>
            </a:r>
            <a:endParaRPr lang="en-US" altLang="id-ID" sz="2000">
              <a:latin typeface="Arial" panose="020B0604020202020204" pitchFamily="34" charset="0"/>
            </a:endParaRPr>
          </a:p>
        </p:txBody>
      </p:sp>
      <p:sp>
        <p:nvSpPr>
          <p:cNvPr id="19463" name="Rectangle 115">
            <a:extLst>
              <a:ext uri="{FF2B5EF4-FFF2-40B4-BE49-F238E27FC236}">
                <a16:creationId xmlns:a16="http://schemas.microsoft.com/office/drawing/2014/main" id="{1AA06585-C415-4190-98B9-DBDFF1D26699}"/>
              </a:ext>
            </a:extLst>
          </p:cNvPr>
          <p:cNvSpPr>
            <a:spLocks noChangeArrowheads="1"/>
          </p:cNvSpPr>
          <p:nvPr/>
        </p:nvSpPr>
        <p:spPr bwMode="auto">
          <a:xfrm>
            <a:off x="7858125" y="2143125"/>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V </a:t>
            </a:r>
            <a:endParaRPr lang="en-US" altLang="id-ID" sz="2000">
              <a:latin typeface="Arial" panose="020B0604020202020204" pitchFamily="34" charset="0"/>
            </a:endParaRPr>
          </a:p>
        </p:txBody>
      </p:sp>
      <p:sp>
        <p:nvSpPr>
          <p:cNvPr id="19464" name="Rectangle 116">
            <a:extLst>
              <a:ext uri="{FF2B5EF4-FFF2-40B4-BE49-F238E27FC236}">
                <a16:creationId xmlns:a16="http://schemas.microsoft.com/office/drawing/2014/main" id="{DA0CF141-E626-4B52-AC4B-4F691FC7DD34}"/>
              </a:ext>
            </a:extLst>
          </p:cNvPr>
          <p:cNvSpPr>
            <a:spLocks noChangeArrowheads="1"/>
          </p:cNvSpPr>
          <p:nvPr/>
        </p:nvSpPr>
        <p:spPr bwMode="auto">
          <a:xfrm>
            <a:off x="5286375" y="1143000"/>
            <a:ext cx="1082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terminal</a:t>
            </a:r>
            <a:endParaRPr lang="en-US" altLang="id-ID" sz="1800">
              <a:latin typeface="Arial" panose="020B0604020202020204" pitchFamily="34" charset="0"/>
              <a:ea typeface="Times New Roman" panose="02020603050405020304" pitchFamily="18" charset="0"/>
              <a:cs typeface="Arial" panose="020B0604020202020204" pitchFamily="34" charset="0"/>
            </a:endParaRPr>
          </a:p>
        </p:txBody>
      </p:sp>
      <p:sp>
        <p:nvSpPr>
          <p:cNvPr id="19465" name="Rectangle 117">
            <a:extLst>
              <a:ext uri="{FF2B5EF4-FFF2-40B4-BE49-F238E27FC236}">
                <a16:creationId xmlns:a16="http://schemas.microsoft.com/office/drawing/2014/main" id="{30F110D1-2BCE-4BAA-8A51-B83B045A0DDE}"/>
              </a:ext>
            </a:extLst>
          </p:cNvPr>
          <p:cNvSpPr>
            <a:spLocks noChangeArrowheads="1"/>
          </p:cNvSpPr>
          <p:nvPr/>
        </p:nvSpPr>
        <p:spPr bwMode="auto">
          <a:xfrm>
            <a:off x="5143500" y="4714875"/>
            <a:ext cx="1082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terminal</a:t>
            </a:r>
            <a:endParaRPr lang="en-US" altLang="id-ID" sz="1800">
              <a:latin typeface="Arial" panose="020B0604020202020204" pitchFamily="34" charset="0"/>
              <a:ea typeface="Times New Roman" panose="02020603050405020304" pitchFamily="18" charset="0"/>
              <a:cs typeface="Arial" panose="020B0604020202020204" pitchFamily="34" charset="0"/>
            </a:endParaRPr>
          </a:p>
        </p:txBody>
      </p:sp>
      <p:sp>
        <p:nvSpPr>
          <p:cNvPr id="19466" name="Rectangle 119">
            <a:extLst>
              <a:ext uri="{FF2B5EF4-FFF2-40B4-BE49-F238E27FC236}">
                <a16:creationId xmlns:a16="http://schemas.microsoft.com/office/drawing/2014/main" id="{623D1FC8-2A2A-4BAE-838A-427E1E5F8097}"/>
              </a:ext>
            </a:extLst>
          </p:cNvPr>
          <p:cNvSpPr>
            <a:spLocks noChangeArrowheads="1"/>
          </p:cNvSpPr>
          <p:nvPr/>
        </p:nvSpPr>
        <p:spPr bwMode="auto">
          <a:xfrm>
            <a:off x="4429125" y="3286125"/>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B</a:t>
            </a:r>
            <a:endParaRPr lang="en-US" altLang="id-ID" sz="2000">
              <a:latin typeface="Arial" panose="020B0604020202020204" pitchFamily="34" charset="0"/>
            </a:endParaRPr>
          </a:p>
        </p:txBody>
      </p:sp>
      <p:sp>
        <p:nvSpPr>
          <p:cNvPr id="19467" name="Rectangle 120">
            <a:extLst>
              <a:ext uri="{FF2B5EF4-FFF2-40B4-BE49-F238E27FC236}">
                <a16:creationId xmlns:a16="http://schemas.microsoft.com/office/drawing/2014/main" id="{941D2BEC-A574-40E5-AC47-BC8764B34951}"/>
              </a:ext>
            </a:extLst>
          </p:cNvPr>
          <p:cNvSpPr>
            <a:spLocks noChangeArrowheads="1"/>
          </p:cNvSpPr>
          <p:nvPr/>
        </p:nvSpPr>
        <p:spPr bwMode="auto">
          <a:xfrm>
            <a:off x="7072313" y="2571750"/>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B</a:t>
            </a:r>
            <a:endParaRPr lang="en-US" altLang="id-ID" sz="2000">
              <a:latin typeface="Arial" panose="020B0604020202020204" pitchFamily="34" charset="0"/>
            </a:endParaRPr>
          </a:p>
        </p:txBody>
      </p:sp>
      <p:sp>
        <p:nvSpPr>
          <p:cNvPr id="19468" name="Rectangle 39">
            <a:extLst>
              <a:ext uri="{FF2B5EF4-FFF2-40B4-BE49-F238E27FC236}">
                <a16:creationId xmlns:a16="http://schemas.microsoft.com/office/drawing/2014/main" id="{B638A6A5-2A15-4677-B7D1-E96257A836D8}"/>
              </a:ext>
            </a:extLst>
          </p:cNvPr>
          <p:cNvSpPr>
            <a:spLocks noChangeArrowheads="1"/>
          </p:cNvSpPr>
          <p:nvPr/>
        </p:nvSpPr>
        <p:spPr bwMode="auto">
          <a:xfrm>
            <a:off x="4643438" y="3000375"/>
            <a:ext cx="3571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a:t>
            </a:r>
            <a:endParaRPr lang="en-US" altLang="id-ID" sz="11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9469" name="Rectangle 39">
            <a:extLst>
              <a:ext uri="{FF2B5EF4-FFF2-40B4-BE49-F238E27FC236}">
                <a16:creationId xmlns:a16="http://schemas.microsoft.com/office/drawing/2014/main" id="{9EAA4426-7690-4917-898F-583F89483A58}"/>
              </a:ext>
            </a:extLst>
          </p:cNvPr>
          <p:cNvSpPr>
            <a:spLocks noChangeArrowheads="1"/>
          </p:cNvSpPr>
          <p:nvPr/>
        </p:nvSpPr>
        <p:spPr bwMode="auto">
          <a:xfrm>
            <a:off x="7500938" y="2214563"/>
            <a:ext cx="3571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a:t>
            </a:r>
            <a:endParaRPr lang="en-US" altLang="id-ID" sz="11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a:t>
            </a: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9470" name="Rectangle 123">
            <a:extLst>
              <a:ext uri="{FF2B5EF4-FFF2-40B4-BE49-F238E27FC236}">
                <a16:creationId xmlns:a16="http://schemas.microsoft.com/office/drawing/2014/main" id="{E4B73164-E0A3-4EFA-AA7D-7D134E97BF62}"/>
              </a:ext>
            </a:extLst>
          </p:cNvPr>
          <p:cNvSpPr>
            <a:spLocks noChangeArrowheads="1"/>
          </p:cNvSpPr>
          <p:nvPr/>
        </p:nvSpPr>
        <p:spPr bwMode="auto">
          <a:xfrm>
            <a:off x="500063" y="5192104"/>
            <a:ext cx="842962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solidFill>
                  <a:srgbClr val="002060"/>
                </a:solidFill>
                <a:latin typeface="Arial" panose="020B0604020202020204" pitchFamily="34" charset="0"/>
              </a:rPr>
              <a:t>Fig. 6. (a) Three capacitors connected in series to battery B. </a:t>
            </a:r>
          </a:p>
          <a:p>
            <a:pPr eaLnBrk="1" hangingPunct="1">
              <a:spcBef>
                <a:spcPct val="0"/>
              </a:spcBef>
              <a:buFontTx/>
              <a:buNone/>
            </a:pPr>
            <a:r>
              <a:rPr lang="en-US" altLang="id-ID" sz="1800" b="1" dirty="0">
                <a:solidFill>
                  <a:srgbClr val="002060"/>
                </a:solidFill>
                <a:latin typeface="Arial" panose="020B0604020202020204" pitchFamily="34" charset="0"/>
              </a:rPr>
              <a:t>The battery maintains potential difference V between the top and bottom plates of the series combination.</a:t>
            </a:r>
          </a:p>
          <a:p>
            <a:pPr eaLnBrk="1" hangingPunct="1">
              <a:spcBef>
                <a:spcPct val="0"/>
              </a:spcBef>
              <a:buFontTx/>
              <a:buNone/>
            </a:pPr>
            <a:r>
              <a:rPr lang="en-US" altLang="id-ID" sz="1800" b="1" dirty="0">
                <a:solidFill>
                  <a:srgbClr val="002060"/>
                </a:solidFill>
                <a:latin typeface="Arial" panose="020B0604020202020204" pitchFamily="34" charset="0"/>
              </a:rPr>
              <a:t>(b) The equivalent capacitor with capacitance </a:t>
            </a:r>
            <a:r>
              <a:rPr lang="en-US" altLang="id-ID" sz="1800" b="1" dirty="0" err="1">
                <a:solidFill>
                  <a:srgbClr val="002060"/>
                </a:solidFill>
                <a:latin typeface="Arial" panose="020B0604020202020204" pitchFamily="34" charset="0"/>
              </a:rPr>
              <a:t>C</a:t>
            </a:r>
            <a:r>
              <a:rPr lang="en-US" altLang="id-ID" sz="1800" b="1" baseline="-25000" dirty="0" err="1">
                <a:solidFill>
                  <a:srgbClr val="002060"/>
                </a:solidFill>
                <a:latin typeface="Arial" panose="020B0604020202020204" pitchFamily="34" charset="0"/>
              </a:rPr>
              <a:t>eq</a:t>
            </a:r>
            <a:r>
              <a:rPr lang="en-US" altLang="id-ID" sz="1800" b="1" dirty="0">
                <a:solidFill>
                  <a:srgbClr val="002060"/>
                </a:solidFill>
                <a:latin typeface="Arial" panose="020B0604020202020204" pitchFamily="34" charset="0"/>
              </a:rPr>
              <a:t> replaces the series combination</a:t>
            </a:r>
            <a:endParaRPr lang="en-US" altLang="id-ID" sz="1800" dirty="0">
              <a:solidFill>
                <a:srgbClr val="002060"/>
              </a:solidFill>
              <a:latin typeface="Arial" panose="020B0604020202020204" pitchFamily="34" charset="0"/>
            </a:endParaRPr>
          </a:p>
        </p:txBody>
      </p:sp>
      <p:sp>
        <p:nvSpPr>
          <p:cNvPr id="19471" name="Rectangle 108">
            <a:extLst>
              <a:ext uri="{FF2B5EF4-FFF2-40B4-BE49-F238E27FC236}">
                <a16:creationId xmlns:a16="http://schemas.microsoft.com/office/drawing/2014/main" id="{E77E5B4D-DFA8-4FF8-9502-8E814269A7F1}"/>
              </a:ext>
            </a:extLst>
          </p:cNvPr>
          <p:cNvSpPr>
            <a:spLocks noChangeArrowheads="1"/>
          </p:cNvSpPr>
          <p:nvPr/>
        </p:nvSpPr>
        <p:spPr bwMode="auto">
          <a:xfrm>
            <a:off x="7429500" y="3357563"/>
            <a:ext cx="1500188"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i="1">
                <a:solidFill>
                  <a:srgbClr val="002060"/>
                </a:solidFill>
                <a:latin typeface="Arial" panose="020B0604020202020204" pitchFamily="34" charset="0"/>
                <a:ea typeface="Times New Roman" panose="02020603050405020304" pitchFamily="18" charset="0"/>
                <a:cs typeface="Arial" panose="020B0604020202020204" pitchFamily="34" charset="0"/>
              </a:rPr>
              <a:t>Series capacitors and their equivalent have the same q.</a:t>
            </a:r>
            <a:endParaRPr lang="en-US" altLang="id-ID" sz="1800" i="1">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grpSp>
        <p:nvGrpSpPr>
          <p:cNvPr id="19472" name="Group 109">
            <a:extLst>
              <a:ext uri="{FF2B5EF4-FFF2-40B4-BE49-F238E27FC236}">
                <a16:creationId xmlns:a16="http://schemas.microsoft.com/office/drawing/2014/main" id="{CB3C6230-958C-4D45-90E4-71A022040D54}"/>
              </a:ext>
            </a:extLst>
          </p:cNvPr>
          <p:cNvGrpSpPr>
            <a:grpSpLocks/>
          </p:cNvGrpSpPr>
          <p:nvPr/>
        </p:nvGrpSpPr>
        <p:grpSpPr bwMode="auto">
          <a:xfrm>
            <a:off x="4857750" y="1428750"/>
            <a:ext cx="3857625" cy="3357563"/>
            <a:chOff x="2385" y="10905"/>
            <a:chExt cx="5235" cy="4075"/>
          </a:xfrm>
        </p:grpSpPr>
        <p:sp>
          <p:nvSpPr>
            <p:cNvPr id="19476" name="Rectangle 111">
              <a:extLst>
                <a:ext uri="{FF2B5EF4-FFF2-40B4-BE49-F238E27FC236}">
                  <a16:creationId xmlns:a16="http://schemas.microsoft.com/office/drawing/2014/main" id="{9B71DE27-8C17-4276-A67A-D990FE48F984}"/>
                </a:ext>
              </a:extLst>
            </p:cNvPr>
            <p:cNvSpPr>
              <a:spLocks noChangeArrowheads="1"/>
            </p:cNvSpPr>
            <p:nvPr/>
          </p:nvSpPr>
          <p:spPr bwMode="auto">
            <a:xfrm>
              <a:off x="4712" y="11965"/>
              <a:ext cx="599" cy="941"/>
            </a:xfrm>
            <a:prstGeom prst="rect">
              <a:avLst/>
            </a:prstGeom>
            <a:solidFill>
              <a:srgbClr val="FFFFFF"/>
            </a:solidFill>
            <a:ln w="19050">
              <a:solidFill>
                <a:srgbClr val="C00000"/>
              </a:solidFill>
              <a:prstDash val="dash"/>
              <a:miter lim="800000"/>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9477" name="AutoShape 110">
              <a:extLst>
                <a:ext uri="{FF2B5EF4-FFF2-40B4-BE49-F238E27FC236}">
                  <a16:creationId xmlns:a16="http://schemas.microsoft.com/office/drawing/2014/main" id="{56FBC219-8DBF-4667-9B4B-7360221F7735}"/>
                </a:ext>
              </a:extLst>
            </p:cNvPr>
            <p:cNvCxnSpPr>
              <a:cxnSpLocks noChangeShapeType="1"/>
            </p:cNvCxnSpPr>
            <p:nvPr/>
          </p:nvCxnSpPr>
          <p:spPr bwMode="auto">
            <a:xfrm>
              <a:off x="5584" y="12046"/>
              <a:ext cx="52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9478" name="AutoShape 112">
              <a:extLst>
                <a:ext uri="{FF2B5EF4-FFF2-40B4-BE49-F238E27FC236}">
                  <a16:creationId xmlns:a16="http://schemas.microsoft.com/office/drawing/2014/main" id="{AF549E76-E946-43FC-B744-24C7B3C355D6}"/>
                </a:ext>
              </a:extLst>
            </p:cNvPr>
            <p:cNvCxnSpPr>
              <a:cxnSpLocks noChangeShapeType="1"/>
            </p:cNvCxnSpPr>
            <p:nvPr/>
          </p:nvCxnSpPr>
          <p:spPr bwMode="auto">
            <a:xfrm>
              <a:off x="2702" y="11160"/>
              <a:ext cx="2311"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79" name="AutoShape 113">
              <a:extLst>
                <a:ext uri="{FF2B5EF4-FFF2-40B4-BE49-F238E27FC236}">
                  <a16:creationId xmlns:a16="http://schemas.microsoft.com/office/drawing/2014/main" id="{DD3219E0-74D8-46D6-8ED6-158C1C53FF9E}"/>
                </a:ext>
              </a:extLst>
            </p:cNvPr>
            <p:cNvCxnSpPr>
              <a:cxnSpLocks noChangeShapeType="1"/>
            </p:cNvCxnSpPr>
            <p:nvPr/>
          </p:nvCxnSpPr>
          <p:spPr bwMode="auto">
            <a:xfrm>
              <a:off x="2705" y="11160"/>
              <a:ext cx="0" cy="193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80" name="AutoShape 114">
              <a:extLst>
                <a:ext uri="{FF2B5EF4-FFF2-40B4-BE49-F238E27FC236}">
                  <a16:creationId xmlns:a16="http://schemas.microsoft.com/office/drawing/2014/main" id="{0EC84884-557F-4E80-919A-DC54700739B2}"/>
                </a:ext>
              </a:extLst>
            </p:cNvPr>
            <p:cNvCxnSpPr>
              <a:cxnSpLocks noChangeShapeType="1"/>
            </p:cNvCxnSpPr>
            <p:nvPr/>
          </p:nvCxnSpPr>
          <p:spPr bwMode="auto">
            <a:xfrm>
              <a:off x="5013" y="11160"/>
              <a:ext cx="0"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81" name="AutoShape 115">
              <a:extLst>
                <a:ext uri="{FF2B5EF4-FFF2-40B4-BE49-F238E27FC236}">
                  <a16:creationId xmlns:a16="http://schemas.microsoft.com/office/drawing/2014/main" id="{A11A3AE2-05A2-412E-8A31-E0039350B0D8}"/>
                </a:ext>
              </a:extLst>
            </p:cNvPr>
            <p:cNvCxnSpPr>
              <a:cxnSpLocks noChangeShapeType="1"/>
            </p:cNvCxnSpPr>
            <p:nvPr/>
          </p:nvCxnSpPr>
          <p:spPr bwMode="auto">
            <a:xfrm rot="16200000" flipH="1">
              <a:off x="2632" y="14742"/>
              <a:ext cx="311" cy="16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9482" name="AutoShape 116">
              <a:extLst>
                <a:ext uri="{FF2B5EF4-FFF2-40B4-BE49-F238E27FC236}">
                  <a16:creationId xmlns:a16="http://schemas.microsoft.com/office/drawing/2014/main" id="{D907B90E-119B-417D-8347-7E2DFA209C6C}"/>
                </a:ext>
              </a:extLst>
            </p:cNvPr>
            <p:cNvCxnSpPr>
              <a:cxnSpLocks noChangeShapeType="1"/>
            </p:cNvCxnSpPr>
            <p:nvPr/>
          </p:nvCxnSpPr>
          <p:spPr bwMode="auto">
            <a:xfrm flipH="1">
              <a:off x="2705" y="14669"/>
              <a:ext cx="2304"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83" name="AutoShape 117">
              <a:extLst>
                <a:ext uri="{FF2B5EF4-FFF2-40B4-BE49-F238E27FC236}">
                  <a16:creationId xmlns:a16="http://schemas.microsoft.com/office/drawing/2014/main" id="{939D5B0D-C94B-4F57-89E1-E0D157C9D92F}"/>
                </a:ext>
              </a:extLst>
            </p:cNvPr>
            <p:cNvCxnSpPr>
              <a:cxnSpLocks noChangeShapeType="1"/>
            </p:cNvCxnSpPr>
            <p:nvPr/>
          </p:nvCxnSpPr>
          <p:spPr bwMode="auto">
            <a:xfrm flipH="1">
              <a:off x="2680" y="13227"/>
              <a:ext cx="22" cy="144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84" name="AutoShape 118">
              <a:extLst>
                <a:ext uri="{FF2B5EF4-FFF2-40B4-BE49-F238E27FC236}">
                  <a16:creationId xmlns:a16="http://schemas.microsoft.com/office/drawing/2014/main" id="{4BEF5433-ACB9-40DA-B31C-BB35D2893225}"/>
                </a:ext>
              </a:extLst>
            </p:cNvPr>
            <p:cNvCxnSpPr>
              <a:cxnSpLocks noChangeShapeType="1"/>
            </p:cNvCxnSpPr>
            <p:nvPr/>
          </p:nvCxnSpPr>
          <p:spPr bwMode="auto">
            <a:xfrm>
              <a:off x="2385" y="13093"/>
              <a:ext cx="617"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9485" name="AutoShape 119">
              <a:extLst>
                <a:ext uri="{FF2B5EF4-FFF2-40B4-BE49-F238E27FC236}">
                  <a16:creationId xmlns:a16="http://schemas.microsoft.com/office/drawing/2014/main" id="{17FBAA36-A3B9-491E-8C69-7BC79C030AD2}"/>
                </a:ext>
              </a:extLst>
            </p:cNvPr>
            <p:cNvCxnSpPr>
              <a:cxnSpLocks noChangeShapeType="1"/>
            </p:cNvCxnSpPr>
            <p:nvPr/>
          </p:nvCxnSpPr>
          <p:spPr bwMode="auto">
            <a:xfrm>
              <a:off x="2508" y="13226"/>
              <a:ext cx="388"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86" name="AutoShape 120">
              <a:extLst>
                <a:ext uri="{FF2B5EF4-FFF2-40B4-BE49-F238E27FC236}">
                  <a16:creationId xmlns:a16="http://schemas.microsoft.com/office/drawing/2014/main" id="{ABC20EC7-49EB-4A7A-9D8E-DEBC684E4F35}"/>
                </a:ext>
              </a:extLst>
            </p:cNvPr>
            <p:cNvCxnSpPr>
              <a:cxnSpLocks noChangeShapeType="1"/>
            </p:cNvCxnSpPr>
            <p:nvPr/>
          </p:nvCxnSpPr>
          <p:spPr bwMode="auto">
            <a:xfrm>
              <a:off x="4817" y="11880"/>
              <a:ext cx="387"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87" name="AutoShape 121">
              <a:extLst>
                <a:ext uri="{FF2B5EF4-FFF2-40B4-BE49-F238E27FC236}">
                  <a16:creationId xmlns:a16="http://schemas.microsoft.com/office/drawing/2014/main" id="{85C26FC8-E336-4492-B6FF-D28DFD48D595}"/>
                </a:ext>
              </a:extLst>
            </p:cNvPr>
            <p:cNvCxnSpPr>
              <a:cxnSpLocks noChangeShapeType="1"/>
            </p:cNvCxnSpPr>
            <p:nvPr/>
          </p:nvCxnSpPr>
          <p:spPr bwMode="auto">
            <a:xfrm>
              <a:off x="4817" y="12823"/>
              <a:ext cx="387"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88" name="AutoShape 122">
              <a:extLst>
                <a:ext uri="{FF2B5EF4-FFF2-40B4-BE49-F238E27FC236}">
                  <a16:creationId xmlns:a16="http://schemas.microsoft.com/office/drawing/2014/main" id="{7E46E984-028F-4B0F-97E3-545E121675C7}"/>
                </a:ext>
              </a:extLst>
            </p:cNvPr>
            <p:cNvCxnSpPr>
              <a:cxnSpLocks noChangeShapeType="1"/>
            </p:cNvCxnSpPr>
            <p:nvPr/>
          </p:nvCxnSpPr>
          <p:spPr bwMode="auto">
            <a:xfrm>
              <a:off x="4817" y="13721"/>
              <a:ext cx="387"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89" name="AutoShape 123">
              <a:extLst>
                <a:ext uri="{FF2B5EF4-FFF2-40B4-BE49-F238E27FC236}">
                  <a16:creationId xmlns:a16="http://schemas.microsoft.com/office/drawing/2014/main" id="{6BCA0D63-FA32-4FB7-9FE3-8F90E2160F5F}"/>
                </a:ext>
              </a:extLst>
            </p:cNvPr>
            <p:cNvCxnSpPr>
              <a:cxnSpLocks noChangeShapeType="1"/>
            </p:cNvCxnSpPr>
            <p:nvPr/>
          </p:nvCxnSpPr>
          <p:spPr bwMode="auto">
            <a:xfrm>
              <a:off x="4817" y="12103"/>
              <a:ext cx="387"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90" name="AutoShape 124">
              <a:extLst>
                <a:ext uri="{FF2B5EF4-FFF2-40B4-BE49-F238E27FC236}">
                  <a16:creationId xmlns:a16="http://schemas.microsoft.com/office/drawing/2014/main" id="{A362623D-8DCB-441F-9943-1E7F9F5A49D2}"/>
                </a:ext>
              </a:extLst>
            </p:cNvPr>
            <p:cNvCxnSpPr>
              <a:cxnSpLocks noChangeShapeType="1"/>
            </p:cNvCxnSpPr>
            <p:nvPr/>
          </p:nvCxnSpPr>
          <p:spPr bwMode="auto">
            <a:xfrm>
              <a:off x="4817" y="13002"/>
              <a:ext cx="387"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91" name="AutoShape 125">
              <a:extLst>
                <a:ext uri="{FF2B5EF4-FFF2-40B4-BE49-F238E27FC236}">
                  <a16:creationId xmlns:a16="http://schemas.microsoft.com/office/drawing/2014/main" id="{205D1FC6-BC7D-4232-92C3-DE950186F446}"/>
                </a:ext>
              </a:extLst>
            </p:cNvPr>
            <p:cNvCxnSpPr>
              <a:cxnSpLocks noChangeShapeType="1"/>
            </p:cNvCxnSpPr>
            <p:nvPr/>
          </p:nvCxnSpPr>
          <p:spPr bwMode="auto">
            <a:xfrm>
              <a:off x="4817" y="13948"/>
              <a:ext cx="387"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92" name="AutoShape 126">
              <a:extLst>
                <a:ext uri="{FF2B5EF4-FFF2-40B4-BE49-F238E27FC236}">
                  <a16:creationId xmlns:a16="http://schemas.microsoft.com/office/drawing/2014/main" id="{BAEC3CD5-1241-48F6-B902-D13DF8B82C18}"/>
                </a:ext>
              </a:extLst>
            </p:cNvPr>
            <p:cNvCxnSpPr>
              <a:cxnSpLocks noChangeShapeType="1"/>
            </p:cNvCxnSpPr>
            <p:nvPr/>
          </p:nvCxnSpPr>
          <p:spPr bwMode="auto">
            <a:xfrm>
              <a:off x="5010" y="13949"/>
              <a:ext cx="2"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93" name="AutoShape 127">
              <a:extLst>
                <a:ext uri="{FF2B5EF4-FFF2-40B4-BE49-F238E27FC236}">
                  <a16:creationId xmlns:a16="http://schemas.microsoft.com/office/drawing/2014/main" id="{D00A7545-B7B4-4FD8-981C-A83A12AD8B47}"/>
                </a:ext>
              </a:extLst>
            </p:cNvPr>
            <p:cNvCxnSpPr>
              <a:cxnSpLocks noChangeShapeType="1"/>
            </p:cNvCxnSpPr>
            <p:nvPr/>
          </p:nvCxnSpPr>
          <p:spPr bwMode="auto">
            <a:xfrm>
              <a:off x="5013" y="13001"/>
              <a:ext cx="1"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494" name="AutoShape 128">
              <a:extLst>
                <a:ext uri="{FF2B5EF4-FFF2-40B4-BE49-F238E27FC236}">
                  <a16:creationId xmlns:a16="http://schemas.microsoft.com/office/drawing/2014/main" id="{22446311-EDEA-4AD6-BED3-378B366CF9E5}"/>
                </a:ext>
              </a:extLst>
            </p:cNvPr>
            <p:cNvCxnSpPr>
              <a:cxnSpLocks noChangeShapeType="1"/>
            </p:cNvCxnSpPr>
            <p:nvPr/>
          </p:nvCxnSpPr>
          <p:spPr bwMode="auto">
            <a:xfrm>
              <a:off x="5012" y="12104"/>
              <a:ext cx="1"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9495" name="Oval 129">
              <a:extLst>
                <a:ext uri="{FF2B5EF4-FFF2-40B4-BE49-F238E27FC236}">
                  <a16:creationId xmlns:a16="http://schemas.microsoft.com/office/drawing/2014/main" id="{E26DF681-E1C3-4569-91C8-3E3CC65551E9}"/>
                </a:ext>
              </a:extLst>
            </p:cNvPr>
            <p:cNvSpPr>
              <a:spLocks noChangeArrowheads="1"/>
            </p:cNvSpPr>
            <p:nvPr/>
          </p:nvSpPr>
          <p:spPr bwMode="auto">
            <a:xfrm>
              <a:off x="2680" y="11160"/>
              <a:ext cx="168" cy="143"/>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9496" name="AutoShape 130">
              <a:extLst>
                <a:ext uri="{FF2B5EF4-FFF2-40B4-BE49-F238E27FC236}">
                  <a16:creationId xmlns:a16="http://schemas.microsoft.com/office/drawing/2014/main" id="{80719C87-C950-4AA2-8D23-AF34061EADE1}"/>
                </a:ext>
              </a:extLst>
            </p:cNvPr>
            <p:cNvCxnSpPr>
              <a:cxnSpLocks noChangeShapeType="1"/>
            </p:cNvCxnSpPr>
            <p:nvPr/>
          </p:nvCxnSpPr>
          <p:spPr bwMode="auto">
            <a:xfrm flipV="1">
              <a:off x="2705" y="10905"/>
              <a:ext cx="440" cy="39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9497" name="Oval 131">
              <a:extLst>
                <a:ext uri="{FF2B5EF4-FFF2-40B4-BE49-F238E27FC236}">
                  <a16:creationId xmlns:a16="http://schemas.microsoft.com/office/drawing/2014/main" id="{88E2166B-9527-41D2-9BA4-5EDB2537F691}"/>
                </a:ext>
              </a:extLst>
            </p:cNvPr>
            <p:cNvSpPr>
              <a:spLocks noChangeArrowheads="1"/>
            </p:cNvSpPr>
            <p:nvPr/>
          </p:nvSpPr>
          <p:spPr bwMode="auto">
            <a:xfrm>
              <a:off x="2680" y="14526"/>
              <a:ext cx="168" cy="143"/>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9498" name="AutoShape 132">
              <a:extLst>
                <a:ext uri="{FF2B5EF4-FFF2-40B4-BE49-F238E27FC236}">
                  <a16:creationId xmlns:a16="http://schemas.microsoft.com/office/drawing/2014/main" id="{F1B05784-2CF7-4009-A92D-3AC657782AF6}"/>
                </a:ext>
              </a:extLst>
            </p:cNvPr>
            <p:cNvCxnSpPr>
              <a:cxnSpLocks noChangeShapeType="1"/>
            </p:cNvCxnSpPr>
            <p:nvPr/>
          </p:nvCxnSpPr>
          <p:spPr bwMode="auto">
            <a:xfrm>
              <a:off x="3442" y="11160"/>
              <a:ext cx="0" cy="3509"/>
            </a:xfrm>
            <a:prstGeom prst="straightConnector1">
              <a:avLst/>
            </a:prstGeom>
            <a:noFill/>
            <a:ln w="19050">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cxnSp>
          <p:nvCxnSpPr>
            <p:cNvPr id="19499" name="AutoShape 133">
              <a:extLst>
                <a:ext uri="{FF2B5EF4-FFF2-40B4-BE49-F238E27FC236}">
                  <a16:creationId xmlns:a16="http://schemas.microsoft.com/office/drawing/2014/main" id="{698ADC03-32FA-4AC0-A33C-A7C3F342EF92}"/>
                </a:ext>
              </a:extLst>
            </p:cNvPr>
            <p:cNvCxnSpPr>
              <a:cxnSpLocks noChangeShapeType="1"/>
            </p:cNvCxnSpPr>
            <p:nvPr/>
          </p:nvCxnSpPr>
          <p:spPr bwMode="auto">
            <a:xfrm>
              <a:off x="5908" y="11234"/>
              <a:ext cx="154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500" name="AutoShape 134">
              <a:extLst>
                <a:ext uri="{FF2B5EF4-FFF2-40B4-BE49-F238E27FC236}">
                  <a16:creationId xmlns:a16="http://schemas.microsoft.com/office/drawing/2014/main" id="{9FC9EE58-A801-473D-9CEA-EF7E00ADEBC4}"/>
                </a:ext>
              </a:extLst>
            </p:cNvPr>
            <p:cNvCxnSpPr>
              <a:cxnSpLocks noChangeShapeType="1"/>
            </p:cNvCxnSpPr>
            <p:nvPr/>
          </p:nvCxnSpPr>
          <p:spPr bwMode="auto">
            <a:xfrm>
              <a:off x="5909" y="12984"/>
              <a:ext cx="1546"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501" name="AutoShape 135">
              <a:extLst>
                <a:ext uri="{FF2B5EF4-FFF2-40B4-BE49-F238E27FC236}">
                  <a16:creationId xmlns:a16="http://schemas.microsoft.com/office/drawing/2014/main" id="{7B4FECC5-64EF-424D-ACEC-920780FACB08}"/>
                </a:ext>
              </a:extLst>
            </p:cNvPr>
            <p:cNvCxnSpPr>
              <a:cxnSpLocks noChangeShapeType="1"/>
            </p:cNvCxnSpPr>
            <p:nvPr/>
          </p:nvCxnSpPr>
          <p:spPr bwMode="auto">
            <a:xfrm>
              <a:off x="5908" y="12264"/>
              <a:ext cx="1"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502" name="AutoShape 136">
              <a:extLst>
                <a:ext uri="{FF2B5EF4-FFF2-40B4-BE49-F238E27FC236}">
                  <a16:creationId xmlns:a16="http://schemas.microsoft.com/office/drawing/2014/main" id="{22F91F99-D2A2-4FAA-A855-CC8391CDF1CF}"/>
                </a:ext>
              </a:extLst>
            </p:cNvPr>
            <p:cNvCxnSpPr>
              <a:cxnSpLocks noChangeShapeType="1"/>
            </p:cNvCxnSpPr>
            <p:nvPr/>
          </p:nvCxnSpPr>
          <p:spPr bwMode="auto">
            <a:xfrm>
              <a:off x="7453" y="12264"/>
              <a:ext cx="1" cy="72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503" name="AutoShape 137">
              <a:extLst>
                <a:ext uri="{FF2B5EF4-FFF2-40B4-BE49-F238E27FC236}">
                  <a16:creationId xmlns:a16="http://schemas.microsoft.com/office/drawing/2014/main" id="{2C8E89D7-7187-4103-87DD-3C1544981E7F}"/>
                </a:ext>
              </a:extLst>
            </p:cNvPr>
            <p:cNvCxnSpPr>
              <a:cxnSpLocks noChangeShapeType="1"/>
            </p:cNvCxnSpPr>
            <p:nvPr/>
          </p:nvCxnSpPr>
          <p:spPr bwMode="auto">
            <a:xfrm>
              <a:off x="5908" y="11233"/>
              <a:ext cx="1" cy="85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504" name="AutoShape 138">
              <a:extLst>
                <a:ext uri="{FF2B5EF4-FFF2-40B4-BE49-F238E27FC236}">
                  <a16:creationId xmlns:a16="http://schemas.microsoft.com/office/drawing/2014/main" id="{52912055-D2E8-461F-AAA0-F79979619784}"/>
                </a:ext>
              </a:extLst>
            </p:cNvPr>
            <p:cNvCxnSpPr>
              <a:cxnSpLocks noChangeShapeType="1"/>
            </p:cNvCxnSpPr>
            <p:nvPr/>
          </p:nvCxnSpPr>
          <p:spPr bwMode="auto">
            <a:xfrm>
              <a:off x="7454" y="11233"/>
              <a:ext cx="0" cy="71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505" name="AutoShape 139">
              <a:extLst>
                <a:ext uri="{FF2B5EF4-FFF2-40B4-BE49-F238E27FC236}">
                  <a16:creationId xmlns:a16="http://schemas.microsoft.com/office/drawing/2014/main" id="{538C8648-5168-44F0-B04B-51EB681A5B45}"/>
                </a:ext>
              </a:extLst>
            </p:cNvPr>
            <p:cNvCxnSpPr>
              <a:cxnSpLocks noChangeShapeType="1"/>
            </p:cNvCxnSpPr>
            <p:nvPr/>
          </p:nvCxnSpPr>
          <p:spPr bwMode="auto">
            <a:xfrm>
              <a:off x="7290" y="12267"/>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506" name="AutoShape 140">
              <a:extLst>
                <a:ext uri="{FF2B5EF4-FFF2-40B4-BE49-F238E27FC236}">
                  <a16:creationId xmlns:a16="http://schemas.microsoft.com/office/drawing/2014/main" id="{2B93FCA3-3C95-4109-B1CD-6323C6DD569A}"/>
                </a:ext>
              </a:extLst>
            </p:cNvPr>
            <p:cNvCxnSpPr>
              <a:cxnSpLocks noChangeShapeType="1"/>
            </p:cNvCxnSpPr>
            <p:nvPr/>
          </p:nvCxnSpPr>
          <p:spPr bwMode="auto">
            <a:xfrm>
              <a:off x="7290" y="11952"/>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507" name="AutoShape 141">
              <a:extLst>
                <a:ext uri="{FF2B5EF4-FFF2-40B4-BE49-F238E27FC236}">
                  <a16:creationId xmlns:a16="http://schemas.microsoft.com/office/drawing/2014/main" id="{75992B80-546F-4EA1-B89C-73152991266B}"/>
                </a:ext>
              </a:extLst>
            </p:cNvPr>
            <p:cNvCxnSpPr>
              <a:cxnSpLocks noChangeShapeType="1"/>
            </p:cNvCxnSpPr>
            <p:nvPr/>
          </p:nvCxnSpPr>
          <p:spPr bwMode="auto">
            <a:xfrm>
              <a:off x="5728" y="12266"/>
              <a:ext cx="330" cy="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9508" name="AutoShape 142">
              <a:extLst>
                <a:ext uri="{FF2B5EF4-FFF2-40B4-BE49-F238E27FC236}">
                  <a16:creationId xmlns:a16="http://schemas.microsoft.com/office/drawing/2014/main" id="{0B6F6A2E-34C5-4849-B993-5AE60CA4B123}"/>
                </a:ext>
              </a:extLst>
            </p:cNvPr>
            <p:cNvCxnSpPr>
              <a:cxnSpLocks noChangeShapeType="1"/>
            </p:cNvCxnSpPr>
            <p:nvPr/>
          </p:nvCxnSpPr>
          <p:spPr bwMode="auto">
            <a:xfrm>
              <a:off x="6478" y="11279"/>
              <a:ext cx="0" cy="1724"/>
            </a:xfrm>
            <a:prstGeom prst="straightConnector1">
              <a:avLst/>
            </a:prstGeom>
            <a:noFill/>
            <a:ln w="19050">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grpSp>
      <p:sp>
        <p:nvSpPr>
          <p:cNvPr id="19473" name="Rectangle 38">
            <a:extLst>
              <a:ext uri="{FF2B5EF4-FFF2-40B4-BE49-F238E27FC236}">
                <a16:creationId xmlns:a16="http://schemas.microsoft.com/office/drawing/2014/main" id="{2D8D65EF-305E-4795-B4E5-0CD19A024806}"/>
              </a:ext>
            </a:extLst>
          </p:cNvPr>
          <p:cNvSpPr>
            <a:spLocks noChangeArrowheads="1"/>
          </p:cNvSpPr>
          <p:nvPr/>
        </p:nvSpPr>
        <p:spPr bwMode="auto">
          <a:xfrm>
            <a:off x="6286500" y="1857375"/>
            <a:ext cx="1071563"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1</a:t>
            </a:r>
          </a:p>
          <a:p>
            <a:pPr>
              <a:spcBef>
                <a:spcPct val="0"/>
              </a:spcBef>
              <a:buFontTx/>
              <a:buNone/>
            </a:pPr>
            <a:r>
              <a:rPr lang="en-US" altLang="id-ID" sz="1200" b="1">
                <a:latin typeface="Arial" panose="020B0604020202020204" pitchFamily="34" charset="0"/>
                <a:ea typeface="Times New Roman" panose="02020603050405020304" pitchFamily="18" charset="0"/>
                <a:cs typeface="Arial" panose="020B0604020202020204" pitchFamily="34" charset="0"/>
              </a:rPr>
              <a:t>      </a:t>
            </a:r>
            <a:r>
              <a:rPr lang="en-US" altLang="id-ID" sz="1800" b="1">
                <a:latin typeface="Arial" panose="020B0604020202020204" pitchFamily="34" charset="0"/>
                <a:ea typeface="Times New Roman" panose="02020603050405020304" pitchFamily="18" charset="0"/>
                <a:cs typeface="Arial" panose="020B0604020202020204" pitchFamily="34" charset="0"/>
              </a:rPr>
              <a:t>      V</a:t>
            </a:r>
            <a:endParaRPr lang="en-US" altLang="id-ID" sz="1800" b="1" baseline="-300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1    </a:t>
            </a:r>
            <a:r>
              <a:rPr lang="en-US" altLang="id-ID" sz="1800" b="1">
                <a:latin typeface="Arial" panose="020B0604020202020204" pitchFamily="34" charset="0"/>
                <a:ea typeface="Times New Roman" panose="02020603050405020304" pitchFamily="18" charset="0"/>
                <a:cs typeface="Arial" panose="020B0604020202020204" pitchFamily="34" charset="0"/>
              </a:rPr>
              <a:t>C</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1</a:t>
            </a:r>
            <a:endParaRPr lang="en-US" altLang="id-ID" sz="18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9474" name="Rectangle 38">
            <a:extLst>
              <a:ext uri="{FF2B5EF4-FFF2-40B4-BE49-F238E27FC236}">
                <a16:creationId xmlns:a16="http://schemas.microsoft.com/office/drawing/2014/main" id="{3959E8F1-DEAB-49A0-B9A6-948192B99CBC}"/>
              </a:ext>
            </a:extLst>
          </p:cNvPr>
          <p:cNvSpPr>
            <a:spLocks noChangeArrowheads="1"/>
          </p:cNvSpPr>
          <p:nvPr/>
        </p:nvSpPr>
        <p:spPr bwMode="auto">
          <a:xfrm>
            <a:off x="6357938" y="2714625"/>
            <a:ext cx="10715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2</a:t>
            </a:r>
          </a:p>
          <a:p>
            <a:pPr>
              <a:spcBef>
                <a:spcPct val="0"/>
              </a:spcBef>
              <a:buFontTx/>
              <a:buNone/>
            </a:pPr>
            <a:r>
              <a:rPr lang="en-US" altLang="id-ID" sz="800" b="1">
                <a:latin typeface="Arial" panose="020B0604020202020204" pitchFamily="34" charset="0"/>
                <a:ea typeface="Times New Roman" panose="02020603050405020304" pitchFamily="18" charset="0"/>
                <a:cs typeface="Arial" panose="020B0604020202020204" pitchFamily="34" charset="0"/>
              </a:rPr>
              <a:t>         </a:t>
            </a:r>
            <a:endParaRPr lang="en-US" altLang="id-ID" sz="800" b="1" baseline="-300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2    </a:t>
            </a:r>
            <a:r>
              <a:rPr lang="en-US" altLang="id-ID" sz="1800" b="1">
                <a:latin typeface="Arial" panose="020B0604020202020204" pitchFamily="34" charset="0"/>
                <a:ea typeface="Times New Roman" panose="02020603050405020304" pitchFamily="18" charset="0"/>
                <a:cs typeface="Arial" panose="020B0604020202020204" pitchFamily="34" charset="0"/>
              </a:rPr>
              <a:t>C</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2</a:t>
            </a:r>
            <a:endParaRPr lang="en-US" altLang="id-ID" sz="180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sz="1200">
              <a:latin typeface="Arial" panose="020B0604020202020204" pitchFamily="34" charset="0"/>
              <a:ea typeface="Times New Roman" panose="02020603050405020304" pitchFamily="18" charset="0"/>
              <a:cs typeface="Arial" panose="020B0604020202020204" pitchFamily="34" charset="0"/>
            </a:endParaRPr>
          </a:p>
        </p:txBody>
      </p:sp>
      <p:sp>
        <p:nvSpPr>
          <p:cNvPr id="19475" name="Rectangle 159">
            <a:extLst>
              <a:ext uri="{FF2B5EF4-FFF2-40B4-BE49-F238E27FC236}">
                <a16:creationId xmlns:a16="http://schemas.microsoft.com/office/drawing/2014/main" id="{99061088-E789-4CB8-8A18-B0E6D5C2820F}"/>
              </a:ext>
            </a:extLst>
          </p:cNvPr>
          <p:cNvSpPr>
            <a:spLocks noChangeArrowheads="1"/>
          </p:cNvSpPr>
          <p:nvPr/>
        </p:nvSpPr>
        <p:spPr bwMode="auto">
          <a:xfrm>
            <a:off x="6858000" y="2786063"/>
            <a:ext cx="42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V </a:t>
            </a:r>
            <a:endParaRPr lang="en-US" altLang="id-ID" sz="200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e Placeholder 1">
            <a:extLst>
              <a:ext uri="{FF2B5EF4-FFF2-40B4-BE49-F238E27FC236}">
                <a16:creationId xmlns:a16="http://schemas.microsoft.com/office/drawing/2014/main" id="{E403247C-4B7B-4A44-BDC6-41BEED42E9C9}"/>
              </a:ext>
            </a:extLst>
          </p:cNvPr>
          <p:cNvSpPr>
            <a:spLocks noGrp="1"/>
          </p:cNvSpPr>
          <p:nvPr>
            <p:ph type="dt" sz="quarter" idx="10"/>
          </p:nvPr>
        </p:nvSpPr>
        <p:spPr>
          <a:xfrm>
            <a:off x="923920" y="1066800"/>
            <a:ext cx="8143880" cy="24526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marL="342900" indent="-342900">
              <a:spcBef>
                <a:spcPct val="0"/>
              </a:spcBef>
              <a:buFont typeface="Wingdings" panose="05000000000000000000" pitchFamily="2" charset="2"/>
              <a:buChar char="v"/>
            </a:pPr>
            <a:r>
              <a:rPr lang="en-US" altLang="id-ID" b="1" dirty="0">
                <a:latin typeface="Arial" panose="020B0604020202020204" pitchFamily="34" charset="0"/>
                <a:cs typeface="Arial" panose="020B0604020202020204" pitchFamily="34" charset="0"/>
              </a:rPr>
              <a:t>Capacitors that are connected in series can be replaced with an equivalent capacitor that has the same charge </a:t>
            </a:r>
            <a:r>
              <a:rPr lang="en-US" altLang="id-ID" b="1" i="1" dirty="0">
                <a:latin typeface="Arial" panose="020B0604020202020204" pitchFamily="34" charset="0"/>
                <a:cs typeface="Arial" panose="020B0604020202020204" pitchFamily="34" charset="0"/>
              </a:rPr>
              <a:t>q </a:t>
            </a:r>
            <a:r>
              <a:rPr lang="en-US" altLang="id-ID" b="1" dirty="0">
                <a:latin typeface="Arial" panose="020B0604020202020204" pitchFamily="34" charset="0"/>
                <a:cs typeface="Arial" panose="020B0604020202020204" pitchFamily="34" charset="0"/>
              </a:rPr>
              <a:t>and the same total potential difference </a:t>
            </a:r>
            <a:r>
              <a:rPr lang="en-US" altLang="id-ID" b="1" i="1" dirty="0">
                <a:latin typeface="Arial" panose="020B0604020202020204" pitchFamily="34" charset="0"/>
                <a:cs typeface="Arial" panose="020B0604020202020204" pitchFamily="34" charset="0"/>
              </a:rPr>
              <a:t>V </a:t>
            </a:r>
            <a:r>
              <a:rPr lang="en-US" altLang="id-ID" b="1" dirty="0">
                <a:latin typeface="Arial" panose="020B0604020202020204" pitchFamily="34" charset="0"/>
                <a:cs typeface="Arial" panose="020B0604020202020204" pitchFamily="34" charset="0"/>
              </a:rPr>
              <a:t>as the actual series capacitors.</a:t>
            </a:r>
          </a:p>
        </p:txBody>
      </p:sp>
      <p:sp>
        <p:nvSpPr>
          <p:cNvPr id="20483" name="Slide Number Placeholder 2">
            <a:extLst>
              <a:ext uri="{FF2B5EF4-FFF2-40B4-BE49-F238E27FC236}">
                <a16:creationId xmlns:a16="http://schemas.microsoft.com/office/drawing/2014/main" id="{323F040D-8581-4D1A-AF8F-F1FFC0D5F21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26A6A0E-D686-4556-9838-3FC1E60AE478}" type="slidenum">
              <a:rPr lang="en-US" altLang="id-ID" sz="1400" smtClean="0"/>
              <a:pPr>
                <a:spcBef>
                  <a:spcPct val="0"/>
                </a:spcBef>
                <a:buFontTx/>
                <a:buNone/>
              </a:pPr>
              <a:t>27</a:t>
            </a:fld>
            <a:endParaRPr lang="en-US" altLang="id-ID" sz="1400"/>
          </a:p>
        </p:txBody>
      </p:sp>
      <p:sp>
        <p:nvSpPr>
          <p:cNvPr id="20484" name="Rectangle 2">
            <a:extLst>
              <a:ext uri="{FF2B5EF4-FFF2-40B4-BE49-F238E27FC236}">
                <a16:creationId xmlns:a16="http://schemas.microsoft.com/office/drawing/2014/main" id="{D60BF329-4305-4557-B76E-B4BD6049AEF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20485" name="Picture 1">
            <a:extLst>
              <a:ext uri="{FF2B5EF4-FFF2-40B4-BE49-F238E27FC236}">
                <a16:creationId xmlns:a16="http://schemas.microsoft.com/office/drawing/2014/main" id="{ED8B92F4-E27A-44F8-9688-50448D33AD1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00200" y="3342037"/>
            <a:ext cx="5143500"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Rectangle 4">
            <a:extLst>
              <a:ext uri="{FF2B5EF4-FFF2-40B4-BE49-F238E27FC236}">
                <a16:creationId xmlns:a16="http://schemas.microsoft.com/office/drawing/2014/main" id="{9E1F03F4-52B7-49D9-AC4A-2C34F2682D35}"/>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20487" name="Picture 3">
            <a:extLst>
              <a:ext uri="{FF2B5EF4-FFF2-40B4-BE49-F238E27FC236}">
                <a16:creationId xmlns:a16="http://schemas.microsoft.com/office/drawing/2014/main" id="{ACC3CF91-05C6-413A-82E8-AE31A94CD61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00200" y="4226867"/>
            <a:ext cx="4786313"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8" name="Rectangle 5">
            <a:extLst>
              <a:ext uri="{FF2B5EF4-FFF2-40B4-BE49-F238E27FC236}">
                <a16:creationId xmlns:a16="http://schemas.microsoft.com/office/drawing/2014/main" id="{A895EEBC-CB48-4473-9069-57ACC4DB3D84}"/>
              </a:ext>
            </a:extLst>
          </p:cNvPr>
          <p:cNvSpPr>
            <a:spLocks noChangeArrowheads="1"/>
          </p:cNvSpPr>
          <p:nvPr/>
        </p:nvSpPr>
        <p:spPr bwMode="auto">
          <a:xfrm>
            <a:off x="0" y="119062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pic>
        <p:nvPicPr>
          <p:cNvPr id="20489" name="Picture 16">
            <a:extLst>
              <a:ext uri="{FF2B5EF4-FFF2-40B4-BE49-F238E27FC236}">
                <a16:creationId xmlns:a16="http://schemas.microsoft.com/office/drawing/2014/main" id="{5F7A3588-4931-4C11-B788-152C494DEE8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23093" y="5317108"/>
            <a:ext cx="3232337" cy="1029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4" name="Picture 19">
            <a:extLst>
              <a:ext uri="{FF2B5EF4-FFF2-40B4-BE49-F238E27FC236}">
                <a16:creationId xmlns:a16="http://schemas.microsoft.com/office/drawing/2014/main" id="{9757A652-AE8E-46E7-BC49-15BA9F8AF1B9}"/>
              </a:ext>
            </a:extLst>
          </p:cNvPr>
          <p:cNvPicPr>
            <a:picLocks noChangeAspect="1" noChangeArrowheads="1"/>
          </p:cNvPicPr>
          <p:nvPr/>
        </p:nvPicPr>
        <p:blipFill>
          <a:blip r:embed="rId5" cstate="print">
            <a:clrChange>
              <a:clrFrom>
                <a:srgbClr val="FFFFFF"/>
              </a:clrFrom>
              <a:clrTo>
                <a:srgbClr val="FFFFFF">
                  <a:alpha val="0"/>
                </a:srgbClr>
              </a:clrTo>
            </a:clrChange>
            <a:duotone>
              <a:prstClr val="black"/>
              <a:schemeClr val="accent4">
                <a:tint val="45000"/>
                <a:satMod val="400000"/>
              </a:schemeClr>
            </a:duotone>
          </a:blip>
          <a:srcRect/>
          <a:stretch>
            <a:fillRect/>
          </a:stretch>
        </p:blipFill>
        <p:spPr bwMode="auto">
          <a:xfrm>
            <a:off x="5105400" y="5262581"/>
            <a:ext cx="2371725" cy="876507"/>
          </a:xfrm>
          <a:prstGeom prst="rect">
            <a:avLst/>
          </a:prstGeom>
          <a:noFill/>
          <a:ln w="9525">
            <a:noFill/>
            <a:miter lim="800000"/>
            <a:headEnd/>
            <a:tailEnd/>
          </a:ln>
        </p:spPr>
      </p:pic>
      <p:sp>
        <p:nvSpPr>
          <p:cNvPr id="20491" name="Rectangle 10">
            <a:extLst>
              <a:ext uri="{FF2B5EF4-FFF2-40B4-BE49-F238E27FC236}">
                <a16:creationId xmlns:a16="http://schemas.microsoft.com/office/drawing/2014/main" id="{DC094165-A702-41E4-A92A-71887D67ACFE}"/>
              </a:ext>
            </a:extLst>
          </p:cNvPr>
          <p:cNvSpPr>
            <a:spLocks noChangeArrowheads="1"/>
          </p:cNvSpPr>
          <p:nvPr/>
        </p:nvSpPr>
        <p:spPr bwMode="auto">
          <a:xfrm>
            <a:off x="3000375" y="428625"/>
            <a:ext cx="483978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a:solidFill>
                  <a:srgbClr val="0070C0"/>
                </a:solidFill>
                <a:latin typeface="Arial" panose="020B0604020202020204" pitchFamily="34" charset="0"/>
                <a:cs typeface="Arial" panose="020B0604020202020204" pitchFamily="34" charset="0"/>
              </a:rPr>
              <a:t>Capacitors in Series (cont.)</a:t>
            </a:r>
            <a:endParaRPr lang="en-US" altLang="id-ID" sz="2800">
              <a:solidFill>
                <a:srgbClr val="0070C0"/>
              </a:solidFill>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C7D441-9014-4BC2-BE44-B1C312441773}"/>
              </a:ext>
            </a:extLst>
          </p:cNvPr>
          <p:cNvSpPr>
            <a:spLocks noGrp="1"/>
          </p:cNvSpPr>
          <p:nvPr>
            <p:ph type="dt" sz="quarter" idx="10"/>
          </p:nvPr>
        </p:nvSpPr>
        <p:spPr/>
        <p:txBody>
          <a:bodyPr/>
          <a:lstStyle/>
          <a:p>
            <a:pPr>
              <a:defRPr/>
            </a:pPr>
            <a:r>
              <a:rPr lang="en-US"/>
              <a:t>Bina Nusantara University</a:t>
            </a:r>
          </a:p>
        </p:txBody>
      </p:sp>
      <p:sp>
        <p:nvSpPr>
          <p:cNvPr id="21507" name="Slide Number Placeholder 2">
            <a:extLst>
              <a:ext uri="{FF2B5EF4-FFF2-40B4-BE49-F238E27FC236}">
                <a16:creationId xmlns:a16="http://schemas.microsoft.com/office/drawing/2014/main" id="{242684F2-DAE4-415B-87A8-86A7EA4207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4002A6B-960F-4DE8-9F3D-5ADF83351067}" type="slidenum">
              <a:rPr lang="en-US" altLang="id-ID" sz="1400" smtClean="0"/>
              <a:pPr>
                <a:spcBef>
                  <a:spcPct val="0"/>
                </a:spcBef>
                <a:buFontTx/>
                <a:buNone/>
              </a:pPr>
              <a:t>28</a:t>
            </a:fld>
            <a:endParaRPr lang="en-US" altLang="id-ID" sz="1400"/>
          </a:p>
        </p:txBody>
      </p:sp>
      <p:pic>
        <p:nvPicPr>
          <p:cNvPr id="4" name="Picture 7">
            <a:extLst>
              <a:ext uri="{FF2B5EF4-FFF2-40B4-BE49-F238E27FC236}">
                <a16:creationId xmlns:a16="http://schemas.microsoft.com/office/drawing/2014/main" id="{C63DCDAF-3FF4-40AE-A69C-130025891BB6}"/>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2199856" y="3073095"/>
            <a:ext cx="5429288" cy="1428760"/>
          </a:xfrm>
          <a:prstGeom prst="rect">
            <a:avLst/>
          </a:prstGeom>
          <a:ln>
            <a:noFill/>
          </a:ln>
          <a:effectLst>
            <a:outerShdw blurRad="190500" algn="tl" rotWithShape="0">
              <a:srgbClr val="000000">
                <a:alpha val="70000"/>
              </a:srgbClr>
            </a:outerShdw>
          </a:effectLst>
        </p:spPr>
      </p:pic>
      <p:sp>
        <p:nvSpPr>
          <p:cNvPr id="21509" name="Rectangle 11">
            <a:extLst>
              <a:ext uri="{FF2B5EF4-FFF2-40B4-BE49-F238E27FC236}">
                <a16:creationId xmlns:a16="http://schemas.microsoft.com/office/drawing/2014/main" id="{686CC12F-ECBC-4180-9A13-BD0D5016825D}"/>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1510" name="Rectangle 12">
            <a:extLst>
              <a:ext uri="{FF2B5EF4-FFF2-40B4-BE49-F238E27FC236}">
                <a16:creationId xmlns:a16="http://schemas.microsoft.com/office/drawing/2014/main" id="{8A7C490F-3F2F-490E-98D2-5EA8C788B294}"/>
              </a:ext>
            </a:extLst>
          </p:cNvPr>
          <p:cNvSpPr>
            <a:spLocks noChangeArrowheads="1"/>
          </p:cNvSpPr>
          <p:nvPr/>
        </p:nvSpPr>
        <p:spPr bwMode="auto">
          <a:xfrm>
            <a:off x="0" y="130492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21511" name="Rectangle 14">
            <a:extLst>
              <a:ext uri="{FF2B5EF4-FFF2-40B4-BE49-F238E27FC236}">
                <a16:creationId xmlns:a16="http://schemas.microsoft.com/office/drawing/2014/main" id="{47DC6F2D-4754-46D2-815D-49BAD6F0A497}"/>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1512" name="Rectangle 15">
            <a:extLst>
              <a:ext uri="{FF2B5EF4-FFF2-40B4-BE49-F238E27FC236}">
                <a16:creationId xmlns:a16="http://schemas.microsoft.com/office/drawing/2014/main" id="{06F8E9CC-3D81-4752-93DC-099BE49976BF}"/>
              </a:ext>
            </a:extLst>
          </p:cNvPr>
          <p:cNvSpPr>
            <a:spLocks noChangeArrowheads="1"/>
          </p:cNvSpPr>
          <p:nvPr/>
        </p:nvSpPr>
        <p:spPr bwMode="auto">
          <a:xfrm>
            <a:off x="0" y="123825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21513" name="Rectangle 17">
            <a:extLst>
              <a:ext uri="{FF2B5EF4-FFF2-40B4-BE49-F238E27FC236}">
                <a16:creationId xmlns:a16="http://schemas.microsoft.com/office/drawing/2014/main" id="{027B5951-B29D-4966-8A7A-38C3A74B216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1514" name="Rectangle 18">
            <a:extLst>
              <a:ext uri="{FF2B5EF4-FFF2-40B4-BE49-F238E27FC236}">
                <a16:creationId xmlns:a16="http://schemas.microsoft.com/office/drawing/2014/main" id="{5D030BC5-662E-4965-8BA4-5F7AE3699461}"/>
              </a:ext>
            </a:extLst>
          </p:cNvPr>
          <p:cNvSpPr>
            <a:spLocks noChangeArrowheads="1"/>
          </p:cNvSpPr>
          <p:nvPr/>
        </p:nvSpPr>
        <p:spPr bwMode="auto">
          <a:xfrm>
            <a:off x="0" y="146685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21515" name="Rectangle 20">
            <a:extLst>
              <a:ext uri="{FF2B5EF4-FFF2-40B4-BE49-F238E27FC236}">
                <a16:creationId xmlns:a16="http://schemas.microsoft.com/office/drawing/2014/main" id="{C41ECF9F-A136-4452-8A0E-7D6764E74D3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1516" name="Rectangle 22">
            <a:extLst>
              <a:ext uri="{FF2B5EF4-FFF2-40B4-BE49-F238E27FC236}">
                <a16:creationId xmlns:a16="http://schemas.microsoft.com/office/drawing/2014/main" id="{F8104649-5EA2-487E-B5DC-A522EC50838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1517" name="Rectangle 12">
            <a:extLst>
              <a:ext uri="{FF2B5EF4-FFF2-40B4-BE49-F238E27FC236}">
                <a16:creationId xmlns:a16="http://schemas.microsoft.com/office/drawing/2014/main" id="{CB19580E-3398-4702-930B-B7FD62B405FA}"/>
              </a:ext>
            </a:extLst>
          </p:cNvPr>
          <p:cNvSpPr>
            <a:spLocks noChangeArrowheads="1"/>
          </p:cNvSpPr>
          <p:nvPr/>
        </p:nvSpPr>
        <p:spPr bwMode="auto">
          <a:xfrm>
            <a:off x="3000375" y="428625"/>
            <a:ext cx="483978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Capacitors in Series (cont.)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1">
            <a:extLst>
              <a:ext uri="{FF2B5EF4-FFF2-40B4-BE49-F238E27FC236}">
                <a16:creationId xmlns:a16="http://schemas.microsoft.com/office/drawing/2014/main" id="{82E7AF38-3459-44E3-B16E-0D08EB8F7A43}"/>
              </a:ext>
            </a:extLst>
          </p:cNvPr>
          <p:cNvSpPr txBox="1">
            <a:spLocks noChangeArrowheads="1"/>
          </p:cNvSpPr>
          <p:nvPr/>
        </p:nvSpPr>
        <p:spPr bwMode="auto">
          <a:xfrm>
            <a:off x="3171825" y="457200"/>
            <a:ext cx="5514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5. Energy Stored in an Electric Field</a:t>
            </a:r>
            <a:endParaRPr lang="en-US" altLang="id-ID" sz="2000" b="1" i="1" dirty="0">
              <a:solidFill>
                <a:srgbClr val="0070C0"/>
              </a:solidFill>
              <a:latin typeface="Arial" panose="020B0604020202020204" pitchFamily="34" charset="0"/>
              <a:cs typeface="Arial" panose="020B0604020202020204" pitchFamily="34" charset="0"/>
            </a:endParaRPr>
          </a:p>
        </p:txBody>
      </p:sp>
      <p:grpSp>
        <p:nvGrpSpPr>
          <p:cNvPr id="22531" name="Group 8">
            <a:extLst>
              <a:ext uri="{FF2B5EF4-FFF2-40B4-BE49-F238E27FC236}">
                <a16:creationId xmlns:a16="http://schemas.microsoft.com/office/drawing/2014/main" id="{525937D9-9152-4FD1-9B14-D5D1DFCD23E5}"/>
              </a:ext>
            </a:extLst>
          </p:cNvPr>
          <p:cNvGrpSpPr>
            <a:grpSpLocks/>
          </p:cNvGrpSpPr>
          <p:nvPr/>
        </p:nvGrpSpPr>
        <p:grpSpPr bwMode="auto">
          <a:xfrm>
            <a:off x="1071548" y="2887663"/>
            <a:ext cx="7615252" cy="3662542"/>
            <a:chOff x="461948" y="2247904"/>
            <a:chExt cx="7615252" cy="3662337"/>
          </a:xfrm>
        </p:grpSpPr>
        <p:sp>
          <p:nvSpPr>
            <p:cNvPr id="22533" name="Rectangle 3">
              <a:extLst>
                <a:ext uri="{FF2B5EF4-FFF2-40B4-BE49-F238E27FC236}">
                  <a16:creationId xmlns:a16="http://schemas.microsoft.com/office/drawing/2014/main" id="{7E99758B-99A6-4DC6-B77F-9468E3947213}"/>
                </a:ext>
              </a:extLst>
            </p:cNvPr>
            <p:cNvSpPr>
              <a:spLocks noChangeArrowheads="1"/>
            </p:cNvSpPr>
            <p:nvPr/>
          </p:nvSpPr>
          <p:spPr bwMode="auto">
            <a:xfrm>
              <a:off x="461948" y="2247904"/>
              <a:ext cx="7615252" cy="366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Suppose that, at a given instant, a charge </a:t>
              </a:r>
              <a:r>
                <a:rPr lang="en-US" altLang="id-ID" sz="2000" b="1" i="1" dirty="0">
                  <a:latin typeface="Arial" panose="020B0604020202020204" pitchFamily="34" charset="0"/>
                </a:rPr>
                <a:t>q’ </a:t>
              </a:r>
              <a:r>
                <a:rPr lang="en-US" altLang="id-ID" sz="2000" b="1" dirty="0">
                  <a:latin typeface="Arial" panose="020B0604020202020204" pitchFamily="34" charset="0"/>
                </a:rPr>
                <a:t>has been transferred from one plate of a capacitor to the other. The potential difference </a:t>
              </a:r>
              <a:r>
                <a:rPr lang="en-US" altLang="id-ID" sz="2000" b="1" i="1" dirty="0">
                  <a:latin typeface="Arial" panose="020B0604020202020204" pitchFamily="34" charset="0"/>
                </a:rPr>
                <a:t>V’ </a:t>
              </a:r>
              <a:r>
                <a:rPr lang="en-US" altLang="id-ID" sz="2000" b="1" dirty="0">
                  <a:latin typeface="Arial" panose="020B0604020202020204" pitchFamily="34" charset="0"/>
                </a:rPr>
                <a:t>between the plates at that instant will be </a:t>
              </a:r>
              <a:r>
                <a:rPr lang="en-US" altLang="id-ID" sz="2000" b="1" i="1" dirty="0">
                  <a:latin typeface="Arial" panose="020B0604020202020204" pitchFamily="34" charset="0"/>
                </a:rPr>
                <a:t>q’/C. </a:t>
              </a:r>
              <a:r>
                <a:rPr lang="en-US" altLang="id-ID" sz="2000" b="1" dirty="0">
                  <a:latin typeface="Arial" panose="020B0604020202020204" pitchFamily="34" charset="0"/>
                </a:rPr>
                <a:t>If an extra increment of charge </a:t>
              </a:r>
              <a:r>
                <a:rPr lang="en-US" altLang="id-ID" sz="2000" b="1" i="1" dirty="0" err="1">
                  <a:latin typeface="Arial" panose="020B0604020202020204" pitchFamily="34" charset="0"/>
                </a:rPr>
                <a:t>dq</a:t>
              </a:r>
              <a:r>
                <a:rPr lang="en-US" altLang="id-ID" sz="2000" b="1" i="1" dirty="0">
                  <a:latin typeface="Arial" panose="020B0604020202020204" pitchFamily="34" charset="0"/>
                </a:rPr>
                <a:t>’</a:t>
              </a:r>
              <a:r>
                <a:rPr lang="en-US" altLang="id-ID" sz="2000" b="1" dirty="0">
                  <a:latin typeface="Arial" panose="020B0604020202020204" pitchFamily="34" charset="0"/>
                </a:rPr>
                <a:t> is then transferred</a:t>
              </a:r>
              <a:r>
                <a:rPr lang="en-US" altLang="id-ID" sz="2000" b="1" i="1" dirty="0">
                  <a:latin typeface="Arial" panose="020B0604020202020204" pitchFamily="34" charset="0"/>
                </a:rPr>
                <a:t>, </a:t>
              </a:r>
              <a:r>
                <a:rPr lang="en-US" altLang="id-ID" sz="2000" b="1" dirty="0">
                  <a:latin typeface="Arial" panose="020B0604020202020204" pitchFamily="34" charset="0"/>
                </a:rPr>
                <a:t>the increment of work required will be,</a:t>
              </a: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endParaRPr lang="en-US" altLang="id-ID" sz="14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 work required to bring the total capacitor charge up to a final value </a:t>
              </a:r>
              <a:r>
                <a:rPr lang="en-US" altLang="id-ID" sz="2000" b="1" i="1" dirty="0">
                  <a:latin typeface="Arial" panose="020B0604020202020204" pitchFamily="34" charset="0"/>
                </a:rPr>
                <a:t>q </a:t>
              </a:r>
              <a:r>
                <a:rPr lang="en-US" altLang="id-ID" sz="2000" b="1" dirty="0">
                  <a:latin typeface="Arial" panose="020B0604020202020204" pitchFamily="34" charset="0"/>
                </a:rPr>
                <a:t>is</a:t>
              </a:r>
            </a:p>
            <a:p>
              <a:pPr eaLnBrk="1" hangingPunct="1">
                <a:spcBef>
                  <a:spcPct val="0"/>
                </a:spcBef>
                <a:buFontTx/>
                <a:buNone/>
              </a:pPr>
              <a:endParaRPr lang="en-US" altLang="id-ID" sz="1600" dirty="0">
                <a:solidFill>
                  <a:srgbClr val="0070C0"/>
                </a:solidFill>
                <a:latin typeface="Arial" panose="020B0604020202020204" pitchFamily="34" charset="0"/>
              </a:endParaRPr>
            </a:p>
            <a:p>
              <a:pPr eaLnBrk="1" hangingPunct="1">
                <a:spcBef>
                  <a:spcPct val="0"/>
                </a:spcBef>
                <a:buFontTx/>
                <a:buNone/>
              </a:pPr>
              <a:endParaRPr lang="en-US" altLang="id-ID" sz="2000" b="1" dirty="0">
                <a:latin typeface="Arial" panose="020B0604020202020204" pitchFamily="34" charset="0"/>
              </a:endParaRPr>
            </a:p>
          </p:txBody>
        </p:sp>
        <p:pic>
          <p:nvPicPr>
            <p:cNvPr id="22534" name="Picture 3">
              <a:extLst>
                <a:ext uri="{FF2B5EF4-FFF2-40B4-BE49-F238E27FC236}">
                  <a16:creationId xmlns:a16="http://schemas.microsoft.com/office/drawing/2014/main" id="{7EB8894B-0231-41DD-B8B8-6B54CA2FE1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3182" y="3855951"/>
              <a:ext cx="3286148" cy="684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4">
              <a:extLst>
                <a:ext uri="{FF2B5EF4-FFF2-40B4-BE49-F238E27FC236}">
                  <a16:creationId xmlns:a16="http://schemas.microsoft.com/office/drawing/2014/main" id="{97E0AD34-48D1-482B-8074-C02F1F1EE4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182" y="5100076"/>
              <a:ext cx="4286280" cy="684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532" name="Rectangle 9">
            <a:extLst>
              <a:ext uri="{FF2B5EF4-FFF2-40B4-BE49-F238E27FC236}">
                <a16:creationId xmlns:a16="http://schemas.microsoft.com/office/drawing/2014/main" id="{70C2277C-60A3-43CE-888A-9BD51CE2E233}"/>
              </a:ext>
            </a:extLst>
          </p:cNvPr>
          <p:cNvSpPr>
            <a:spLocks noChangeArrowheads="1"/>
          </p:cNvSpPr>
          <p:nvPr/>
        </p:nvSpPr>
        <p:spPr bwMode="auto">
          <a:xfrm>
            <a:off x="990600" y="1571625"/>
            <a:ext cx="79914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i="1" dirty="0">
                <a:solidFill>
                  <a:srgbClr val="002060"/>
                </a:solidFill>
                <a:latin typeface="Arial" panose="020B0604020202020204" pitchFamily="34" charset="0"/>
                <a:ea typeface="Times New Roman" panose="02020603050405020304" pitchFamily="18" charset="0"/>
                <a:cs typeface="Arial" panose="020B0604020202020204" pitchFamily="34" charset="0"/>
              </a:rPr>
              <a:t>The potential energy of a charged capacitor may be viewed as being stored in the </a:t>
            </a:r>
            <a:r>
              <a:rPr lang="en-US" altLang="id-ID" b="1" i="1" dirty="0" err="1">
                <a:solidFill>
                  <a:srgbClr val="002060"/>
                </a:solidFill>
                <a:latin typeface="Arial" panose="020B0604020202020204" pitchFamily="34" charset="0"/>
                <a:ea typeface="Times New Roman" panose="02020603050405020304" pitchFamily="18" charset="0"/>
                <a:cs typeface="Arial" panose="020B0604020202020204" pitchFamily="34" charset="0"/>
              </a:rPr>
              <a:t>electrin</a:t>
            </a:r>
            <a:r>
              <a:rPr lang="en-US" altLang="id-ID" b="1" i="1" dirty="0">
                <a:solidFill>
                  <a:srgbClr val="002060"/>
                </a:solidFill>
                <a:latin typeface="Arial" panose="020B0604020202020204" pitchFamily="34" charset="0"/>
                <a:ea typeface="Times New Roman" panose="02020603050405020304" pitchFamily="18" charset="0"/>
                <a:cs typeface="Arial" panose="020B0604020202020204" pitchFamily="34" charset="0"/>
              </a:rPr>
              <a:t> field between its plates.</a:t>
            </a:r>
            <a:endParaRPr lang="en-US" altLang="id-ID" dirty="0">
              <a:latin typeface="Arial" panose="020B0604020202020204" pitchFamily="34" charset="0"/>
              <a:ea typeface="Times New Roman" panose="02020603050405020304" pitchFamily="18"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Date Placeholder 1">
            <a:extLst>
              <a:ext uri="{FF2B5EF4-FFF2-40B4-BE49-F238E27FC236}">
                <a16:creationId xmlns:a16="http://schemas.microsoft.com/office/drawing/2014/main" id="{FF476AA3-7038-4E4D-B1F7-21F3DD6ED270}"/>
              </a:ext>
            </a:extLst>
          </p:cNvPr>
          <p:cNvSpPr>
            <a:spLocks noGrp="1"/>
          </p:cNvSpPr>
          <p:nvPr>
            <p:ph type="dt" sz="quarter" idx="10"/>
          </p:nvPr>
        </p:nvSpPr>
        <p:spPr>
          <a:xfrm>
            <a:off x="914400" y="1311294"/>
            <a:ext cx="7943850" cy="540224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dirty="0">
                <a:latin typeface="Arial" panose="020B0604020202020204" pitchFamily="34" charset="0"/>
                <a:cs typeface="Arial" panose="020B0604020202020204" pitchFamily="34" charset="0"/>
              </a:rPr>
              <a:t>This work is stored as potential energy </a:t>
            </a:r>
            <a:r>
              <a:rPr lang="en-US" altLang="id-ID" b="1" i="1" dirty="0">
                <a:latin typeface="Arial" panose="020B0604020202020204" pitchFamily="34" charset="0"/>
                <a:cs typeface="Arial" panose="020B0604020202020204" pitchFamily="34" charset="0"/>
              </a:rPr>
              <a:t>U </a:t>
            </a:r>
            <a:r>
              <a:rPr lang="en-US" altLang="id-ID" b="1" dirty="0">
                <a:latin typeface="Arial" panose="020B0604020202020204" pitchFamily="34" charset="0"/>
                <a:cs typeface="Arial" panose="020B0604020202020204" pitchFamily="34" charset="0"/>
              </a:rPr>
              <a:t>in the capacitor, so that,</a:t>
            </a:r>
          </a:p>
          <a:p>
            <a:pPr>
              <a:spcBef>
                <a:spcPct val="0"/>
              </a:spcBef>
              <a:buFontTx/>
              <a:buNone/>
            </a:pPr>
            <a:endParaRPr lang="en-US" altLang="id-ID" dirty="0">
              <a:solidFill>
                <a:srgbClr val="0070C0"/>
              </a:solidFill>
              <a:latin typeface="Arial" panose="020B0604020202020204" pitchFamily="34" charset="0"/>
              <a:cs typeface="Arial" panose="020B0604020202020204" pitchFamily="34" charset="0"/>
            </a:endParaRPr>
          </a:p>
          <a:p>
            <a:pPr>
              <a:spcBef>
                <a:spcPct val="0"/>
              </a:spcBef>
              <a:buFontTx/>
              <a:buNone/>
            </a:pPr>
            <a:endParaRPr lang="en-US" altLang="id-ID" b="1" dirty="0">
              <a:latin typeface="Arial" panose="020B0604020202020204" pitchFamily="34" charset="0"/>
              <a:cs typeface="Arial" panose="020B0604020202020204" pitchFamily="34" charset="0"/>
            </a:endParaRPr>
          </a:p>
          <a:p>
            <a:pPr>
              <a:spcBef>
                <a:spcPct val="0"/>
              </a:spcBef>
              <a:buFontTx/>
              <a:buNone/>
            </a:pPr>
            <a:r>
              <a:rPr lang="en-US" altLang="id-ID" b="1" dirty="0">
                <a:latin typeface="Arial" panose="020B0604020202020204" pitchFamily="34" charset="0"/>
                <a:cs typeface="Arial" panose="020B0604020202020204" pitchFamily="34" charset="0"/>
              </a:rPr>
              <a:t>This can also be expressed as: </a:t>
            </a:r>
            <a:r>
              <a:rPr lang="en-US" altLang="id-ID" sz="2800" b="1" dirty="0">
                <a:solidFill>
                  <a:srgbClr val="002060"/>
                </a:solidFill>
                <a:latin typeface="Arial" panose="020B0604020202020204" pitchFamily="34" charset="0"/>
                <a:cs typeface="Arial" panose="020B0604020202020204" pitchFamily="34" charset="0"/>
              </a:rPr>
              <a:t>U = ½ CV</a:t>
            </a:r>
            <a:r>
              <a:rPr lang="en-US" altLang="id-ID" sz="2800" b="1" baseline="30000" dirty="0">
                <a:solidFill>
                  <a:srgbClr val="002060"/>
                </a:solidFill>
                <a:latin typeface="Arial" panose="020B0604020202020204" pitchFamily="34" charset="0"/>
                <a:cs typeface="Arial" panose="020B0604020202020204" pitchFamily="34" charset="0"/>
              </a:rPr>
              <a:t>2  </a:t>
            </a:r>
            <a:r>
              <a:rPr lang="en-US" altLang="id-ID" sz="2800" b="1" dirty="0">
                <a:latin typeface="Arial" panose="020B0604020202020204" pitchFamily="34" charset="0"/>
                <a:cs typeface="Arial" panose="020B0604020202020204" pitchFamily="34" charset="0"/>
              </a:rPr>
              <a:t>(potential energy)</a:t>
            </a:r>
          </a:p>
        </p:txBody>
      </p:sp>
      <p:sp>
        <p:nvSpPr>
          <p:cNvPr id="23555" name="Slide Number Placeholder 2">
            <a:extLst>
              <a:ext uri="{FF2B5EF4-FFF2-40B4-BE49-F238E27FC236}">
                <a16:creationId xmlns:a16="http://schemas.microsoft.com/office/drawing/2014/main" id="{4EEBCFA0-970D-4B85-BEAB-A398B73F2DE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9B02D673-19D2-42AD-BC52-EFC738A5984B}" type="slidenum">
              <a:rPr lang="en-US" altLang="id-ID" sz="1400" smtClean="0"/>
              <a:pPr>
                <a:spcBef>
                  <a:spcPct val="0"/>
                </a:spcBef>
                <a:buFontTx/>
                <a:buNone/>
              </a:pPr>
              <a:t>30</a:t>
            </a:fld>
            <a:endParaRPr lang="en-US" altLang="id-ID" sz="1400"/>
          </a:p>
        </p:txBody>
      </p:sp>
      <p:sp>
        <p:nvSpPr>
          <p:cNvPr id="23556" name="Rectangle 2">
            <a:extLst>
              <a:ext uri="{FF2B5EF4-FFF2-40B4-BE49-F238E27FC236}">
                <a16:creationId xmlns:a16="http://schemas.microsoft.com/office/drawing/2014/main" id="{2107294C-7FBC-4343-86B0-3AB142747ABF}"/>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3557" name="Rectangle 3">
            <a:extLst>
              <a:ext uri="{FF2B5EF4-FFF2-40B4-BE49-F238E27FC236}">
                <a16:creationId xmlns:a16="http://schemas.microsoft.com/office/drawing/2014/main" id="{603F1FA5-1E83-4C1E-9D9C-9CDC1012F1F1}"/>
              </a:ext>
            </a:extLst>
          </p:cNvPr>
          <p:cNvSpPr>
            <a:spLocks noChangeArrowheads="1"/>
          </p:cNvSpPr>
          <p:nvPr/>
        </p:nvSpPr>
        <p:spPr bwMode="auto">
          <a:xfrm>
            <a:off x="0" y="12573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23558" name="Rectangle 5">
            <a:extLst>
              <a:ext uri="{FF2B5EF4-FFF2-40B4-BE49-F238E27FC236}">
                <a16:creationId xmlns:a16="http://schemas.microsoft.com/office/drawing/2014/main" id="{D85A751E-E51A-4D1C-B86C-F8FE20157BBE}"/>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23559" name="Picture 4">
            <a:extLst>
              <a:ext uri="{FF2B5EF4-FFF2-40B4-BE49-F238E27FC236}">
                <a16:creationId xmlns:a16="http://schemas.microsoft.com/office/drawing/2014/main" id="{761A0F7B-CE86-4C73-B416-631BFF13AA22}"/>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95600" y="1668483"/>
            <a:ext cx="1328737"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Rectangle 6">
            <a:extLst>
              <a:ext uri="{FF2B5EF4-FFF2-40B4-BE49-F238E27FC236}">
                <a16:creationId xmlns:a16="http://schemas.microsoft.com/office/drawing/2014/main" id="{47BF95D0-18A3-45DE-89D2-DE39CB3C7C87}"/>
              </a:ext>
            </a:extLst>
          </p:cNvPr>
          <p:cNvSpPr>
            <a:spLocks noChangeArrowheads="1"/>
          </p:cNvSpPr>
          <p:nvPr/>
        </p:nvSpPr>
        <p:spPr bwMode="auto">
          <a:xfrm>
            <a:off x="0" y="12573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23561" name="Rectangle 8">
            <a:extLst>
              <a:ext uri="{FF2B5EF4-FFF2-40B4-BE49-F238E27FC236}">
                <a16:creationId xmlns:a16="http://schemas.microsoft.com/office/drawing/2014/main" id="{8AFEF3BC-9C8A-4485-9057-61A8BF53650F}"/>
              </a:ext>
            </a:extLst>
          </p:cNvPr>
          <p:cNvSpPr>
            <a:spLocks noChangeArrowheads="1"/>
          </p:cNvSpPr>
          <p:nvPr/>
        </p:nvSpPr>
        <p:spPr bwMode="auto">
          <a:xfrm>
            <a:off x="3500438" y="357188"/>
            <a:ext cx="533082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Energy Stored in </a:t>
            </a:r>
          </a:p>
          <a:p>
            <a:pP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an Electric Field (cont.)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1">
            <a:extLst>
              <a:ext uri="{FF2B5EF4-FFF2-40B4-BE49-F238E27FC236}">
                <a16:creationId xmlns:a16="http://schemas.microsoft.com/office/drawing/2014/main" id="{DF51674D-9572-4D6C-B433-4AAE084E1F2C}"/>
              </a:ext>
            </a:extLst>
          </p:cNvPr>
          <p:cNvSpPr txBox="1">
            <a:spLocks noChangeArrowheads="1"/>
          </p:cNvSpPr>
          <p:nvPr/>
        </p:nvSpPr>
        <p:spPr bwMode="auto">
          <a:xfrm>
            <a:off x="914400" y="1500188"/>
            <a:ext cx="8458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latin typeface="Arial" panose="020B0604020202020204" pitchFamily="34" charset="0"/>
              </a:rPr>
              <a:t>In a parallel-plate capacitor, neglecting fringing, the electric field has the same value at all points between the plates. Thus, the energy density </a:t>
            </a:r>
            <a:r>
              <a:rPr lang="en-US" altLang="id-ID" sz="2200" b="1" i="1" dirty="0">
                <a:latin typeface="Arial" panose="020B0604020202020204" pitchFamily="34" charset="0"/>
              </a:rPr>
              <a:t>u </a:t>
            </a:r>
            <a:r>
              <a:rPr lang="en-US" altLang="id-ID" sz="2200" b="1" dirty="0">
                <a:latin typeface="Arial" panose="020B0604020202020204" pitchFamily="34" charset="0"/>
              </a:rPr>
              <a:t>that is, the potential energy per unit volume between the plates should also be uniform.</a:t>
            </a:r>
          </a:p>
          <a:p>
            <a:pPr eaLnBrk="1" hangingPunct="1">
              <a:spcBef>
                <a:spcPct val="0"/>
              </a:spcBef>
              <a:buFontTx/>
              <a:buNone/>
            </a:pPr>
            <a:endParaRPr lang="en-US" altLang="id-ID" sz="1200" dirty="0">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We can find </a:t>
            </a:r>
            <a:r>
              <a:rPr lang="en-US" altLang="id-ID" sz="2200" b="1" i="1" dirty="0">
                <a:latin typeface="Arial" panose="020B0604020202020204" pitchFamily="34" charset="0"/>
              </a:rPr>
              <a:t>u </a:t>
            </a:r>
            <a:r>
              <a:rPr lang="en-US" altLang="id-ID" sz="2200" b="1" dirty="0">
                <a:latin typeface="Arial" panose="020B0604020202020204" pitchFamily="34" charset="0"/>
              </a:rPr>
              <a:t>by dividing the total potential energy by the volume </a:t>
            </a:r>
            <a:r>
              <a:rPr lang="en-US" altLang="id-ID" sz="2200" b="1" i="1" dirty="0">
                <a:latin typeface="Arial" panose="020B0604020202020204" pitchFamily="34" charset="0"/>
              </a:rPr>
              <a:t>Ad of the </a:t>
            </a:r>
            <a:r>
              <a:rPr lang="en-US" altLang="id-ID" sz="2200" b="1" dirty="0">
                <a:latin typeface="Arial" panose="020B0604020202020204" pitchFamily="34" charset="0"/>
              </a:rPr>
              <a:t>space between the plates.</a:t>
            </a: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800" dirty="0">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But since(</a:t>
            </a:r>
            <a:r>
              <a:rPr lang="en-US" altLang="id-ID" sz="2200" b="1" i="1" dirty="0">
                <a:latin typeface="Arial" panose="020B0604020202020204" pitchFamily="34" charset="0"/>
              </a:rPr>
              <a:t>C =</a:t>
            </a:r>
            <a:r>
              <a:rPr lang="en-US" altLang="id-ID" sz="2200" b="1" i="1" dirty="0">
                <a:latin typeface="Symbol" panose="05050102010706020507" pitchFamily="18" charset="2"/>
              </a:rPr>
              <a:t>e</a:t>
            </a:r>
            <a:r>
              <a:rPr lang="en-US" altLang="id-ID" sz="2200" b="1" i="1" dirty="0">
                <a:latin typeface="Arial" panose="020B0604020202020204" pitchFamily="34" charset="0"/>
              </a:rPr>
              <a:t> </a:t>
            </a:r>
            <a:r>
              <a:rPr lang="en-US" altLang="id-ID" sz="2200" b="1" i="1" baseline="-25000" dirty="0">
                <a:latin typeface="Arial" panose="020B0604020202020204" pitchFamily="34" charset="0"/>
              </a:rPr>
              <a:t>0</a:t>
            </a:r>
            <a:r>
              <a:rPr lang="en-US" altLang="id-ID" sz="2200" b="1" i="1" dirty="0">
                <a:latin typeface="Arial" panose="020B0604020202020204" pitchFamily="34" charset="0"/>
              </a:rPr>
              <a:t>A/d), </a:t>
            </a:r>
            <a:r>
              <a:rPr lang="en-US" altLang="id-ID" sz="2200" b="1" dirty="0">
                <a:latin typeface="Arial" panose="020B0604020202020204" pitchFamily="34" charset="0"/>
              </a:rPr>
              <a:t>this result becomes</a:t>
            </a: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However, (</a:t>
            </a:r>
            <a:r>
              <a:rPr lang="en-US" altLang="id-ID" sz="2200" b="1" i="1" dirty="0">
                <a:latin typeface="Arial" panose="020B0604020202020204" pitchFamily="34" charset="0"/>
              </a:rPr>
              <a:t>E=-</a:t>
            </a:r>
            <a:r>
              <a:rPr lang="en-US" altLang="id-ID" sz="2200" b="1" i="1" dirty="0">
                <a:latin typeface="Symbol" panose="05050102010706020507" pitchFamily="18" charset="2"/>
              </a:rPr>
              <a:t>D</a:t>
            </a:r>
            <a:r>
              <a:rPr lang="en-US" altLang="id-ID" sz="2200" b="1" i="1" dirty="0">
                <a:latin typeface="Arial" panose="020B0604020202020204" pitchFamily="34" charset="0"/>
              </a:rPr>
              <a:t>V/</a:t>
            </a:r>
            <a:r>
              <a:rPr lang="en-US" altLang="id-ID" sz="2200" b="1" i="1" dirty="0">
                <a:latin typeface="Symbol" panose="05050102010706020507" pitchFamily="18" charset="2"/>
              </a:rPr>
              <a:t>D</a:t>
            </a:r>
            <a:r>
              <a:rPr lang="en-US" altLang="id-ID" sz="2200" b="1" i="1" dirty="0">
                <a:latin typeface="Arial" panose="020B0604020202020204" pitchFamily="34" charset="0"/>
              </a:rPr>
              <a:t>s), V/d </a:t>
            </a:r>
            <a:r>
              <a:rPr lang="en-US" altLang="id-ID" sz="2200" b="1" dirty="0">
                <a:latin typeface="Arial" panose="020B0604020202020204" pitchFamily="34" charset="0"/>
              </a:rPr>
              <a:t>equals the electric field magnitude </a:t>
            </a:r>
            <a:r>
              <a:rPr lang="en-US" altLang="id-ID" sz="2200" b="1" i="1" dirty="0">
                <a:latin typeface="Arial" panose="020B0604020202020204" pitchFamily="34" charset="0"/>
              </a:rPr>
              <a:t>E</a:t>
            </a:r>
            <a:r>
              <a:rPr lang="en-US" altLang="id-ID" sz="2200" b="1" dirty="0">
                <a:latin typeface="Arial" panose="020B0604020202020204" pitchFamily="34" charset="0"/>
              </a:rPr>
              <a:t>. Therefore</a:t>
            </a:r>
            <a:r>
              <a:rPr lang="en-US" altLang="id-ID" sz="1800" b="1" dirty="0">
                <a:latin typeface="Arial" panose="020B0604020202020204" pitchFamily="34" charset="0"/>
              </a:rPr>
              <a:t>.</a:t>
            </a:r>
          </a:p>
          <a:p>
            <a:pPr eaLnBrk="1" hangingPunct="1">
              <a:spcBef>
                <a:spcPct val="0"/>
              </a:spcBef>
              <a:buFontTx/>
              <a:buNone/>
            </a:pPr>
            <a:endParaRPr lang="en-US" altLang="id-ID" sz="1800" dirty="0">
              <a:latin typeface="Arial" panose="020B0604020202020204" pitchFamily="34" charset="0"/>
            </a:endParaRPr>
          </a:p>
        </p:txBody>
      </p:sp>
      <p:sp>
        <p:nvSpPr>
          <p:cNvPr id="24579" name="TextBox 2">
            <a:extLst>
              <a:ext uri="{FF2B5EF4-FFF2-40B4-BE49-F238E27FC236}">
                <a16:creationId xmlns:a16="http://schemas.microsoft.com/office/drawing/2014/main" id="{42CA7633-1B69-4950-BAFC-057856E8F062}"/>
              </a:ext>
            </a:extLst>
          </p:cNvPr>
          <p:cNvSpPr txBox="1">
            <a:spLocks noChangeArrowheads="1"/>
          </p:cNvSpPr>
          <p:nvPr/>
        </p:nvSpPr>
        <p:spPr bwMode="auto">
          <a:xfrm>
            <a:off x="3700462" y="1000125"/>
            <a:ext cx="28527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6. Energy Density</a:t>
            </a:r>
            <a:endParaRPr lang="en-US" altLang="id-ID" sz="2000" b="1" i="1" dirty="0">
              <a:solidFill>
                <a:srgbClr val="0070C0"/>
              </a:solidFill>
              <a:latin typeface="Arial" panose="020B0604020202020204" pitchFamily="34" charset="0"/>
              <a:cs typeface="Arial" panose="020B0604020202020204" pitchFamily="34" charset="0"/>
            </a:endParaRPr>
          </a:p>
        </p:txBody>
      </p:sp>
      <p:pic>
        <p:nvPicPr>
          <p:cNvPr id="18436" name="Picture 2">
            <a:extLst>
              <a:ext uri="{FF2B5EF4-FFF2-40B4-BE49-F238E27FC236}">
                <a16:creationId xmlns:a16="http://schemas.microsoft.com/office/drawing/2014/main" id="{DACF4EA6-2A91-4670-AFFA-483F439140CE}"/>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1300164" y="3829896"/>
            <a:ext cx="2057400" cy="746760"/>
          </a:xfrm>
          <a:prstGeom prst="rect">
            <a:avLst/>
          </a:prstGeom>
          <a:noFill/>
          <a:ln w="9525">
            <a:noFill/>
            <a:miter lim="800000"/>
            <a:headEnd/>
            <a:tailEnd/>
          </a:ln>
        </p:spPr>
      </p:pic>
      <p:pic>
        <p:nvPicPr>
          <p:cNvPr id="18437" name="Picture 3">
            <a:extLst>
              <a:ext uri="{FF2B5EF4-FFF2-40B4-BE49-F238E27FC236}">
                <a16:creationId xmlns:a16="http://schemas.microsoft.com/office/drawing/2014/main" id="{7237C5ED-0F43-4B76-B5DE-0A8EEA75E6D2}"/>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6553200" y="4386262"/>
            <a:ext cx="2057400" cy="900113"/>
          </a:xfrm>
          <a:prstGeom prst="rect">
            <a:avLst/>
          </a:prstGeom>
          <a:noFill/>
          <a:ln w="9525">
            <a:noFill/>
            <a:miter lim="800000"/>
            <a:headEnd/>
            <a:tailEnd/>
          </a:ln>
        </p:spPr>
      </p:pic>
      <p:pic>
        <p:nvPicPr>
          <p:cNvPr id="55300" name="Picture 4">
            <a:extLst>
              <a:ext uri="{FF2B5EF4-FFF2-40B4-BE49-F238E27FC236}">
                <a16:creationId xmlns:a16="http://schemas.microsoft.com/office/drawing/2014/main" id="{BDA76373-B628-4706-897C-A08D7899F9E3}"/>
              </a:ext>
            </a:extLst>
          </p:cNvPr>
          <p:cNvPicPr>
            <a:picLocks noChangeAspect="1" noChangeArrowheads="1"/>
          </p:cNvPicPr>
          <p:nvPr/>
        </p:nvPicPr>
        <p:blipFill>
          <a:blip r:embed="rId4" cstate="print">
            <a:duotone>
              <a:prstClr val="black"/>
              <a:schemeClr val="accent4">
                <a:tint val="45000"/>
                <a:satMod val="400000"/>
              </a:schemeClr>
            </a:duotone>
          </a:blip>
          <a:srcRect/>
          <a:stretch>
            <a:fillRect/>
          </a:stretch>
        </p:blipFill>
        <p:spPr bwMode="auto">
          <a:xfrm>
            <a:off x="2895600" y="5715000"/>
            <a:ext cx="3352800" cy="7467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1">
            <a:extLst>
              <a:ext uri="{FF2B5EF4-FFF2-40B4-BE49-F238E27FC236}">
                <a16:creationId xmlns:a16="http://schemas.microsoft.com/office/drawing/2014/main" id="{76D7A27D-D677-443A-9805-0FBD1BF70C8C}"/>
              </a:ext>
            </a:extLst>
          </p:cNvPr>
          <p:cNvSpPr txBox="1">
            <a:spLocks noChangeArrowheads="1"/>
          </p:cNvSpPr>
          <p:nvPr/>
        </p:nvSpPr>
        <p:spPr bwMode="auto">
          <a:xfrm>
            <a:off x="3390900" y="838200"/>
            <a:ext cx="445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7. Capacitor with a Dielectric</a:t>
            </a:r>
            <a:endParaRPr lang="en-US" altLang="id-ID" sz="2000" b="1" i="1" dirty="0">
              <a:solidFill>
                <a:srgbClr val="0070C0"/>
              </a:solidFill>
              <a:latin typeface="Arial" panose="020B0604020202020204" pitchFamily="34" charset="0"/>
              <a:cs typeface="Arial" panose="020B0604020202020204" pitchFamily="34" charset="0"/>
            </a:endParaRPr>
          </a:p>
        </p:txBody>
      </p:sp>
      <p:sp>
        <p:nvSpPr>
          <p:cNvPr id="25603" name="TextBox 4">
            <a:extLst>
              <a:ext uri="{FF2B5EF4-FFF2-40B4-BE49-F238E27FC236}">
                <a16:creationId xmlns:a16="http://schemas.microsoft.com/office/drawing/2014/main" id="{86E546C6-39E4-4B8A-8BF8-13CB6E672B2D}"/>
              </a:ext>
            </a:extLst>
          </p:cNvPr>
          <p:cNvSpPr txBox="1">
            <a:spLocks noChangeArrowheads="1"/>
          </p:cNvSpPr>
          <p:nvPr/>
        </p:nvSpPr>
        <p:spPr bwMode="auto">
          <a:xfrm>
            <a:off x="1043940" y="2895600"/>
            <a:ext cx="7315200"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1800" b="1" dirty="0">
                <a:latin typeface="Arial" panose="020B0604020202020204" pitchFamily="34" charset="0"/>
              </a:rPr>
              <a:t>A </a:t>
            </a:r>
            <a:r>
              <a:rPr lang="en-US" altLang="id-ID" sz="1800" b="1" i="1" dirty="0">
                <a:latin typeface="Arial" panose="020B0604020202020204" pitchFamily="34" charset="0"/>
              </a:rPr>
              <a:t>dielectric, </a:t>
            </a:r>
            <a:r>
              <a:rPr lang="en-US" altLang="id-ID" sz="1800" b="1" dirty="0">
                <a:latin typeface="Arial" panose="020B0604020202020204" pitchFamily="34" charset="0"/>
              </a:rPr>
              <a:t>is an insulating material such as mineral oil or plastic, and is characterized by a numerical factor </a:t>
            </a:r>
            <a:r>
              <a:rPr lang="en-US" altLang="id-ID" sz="1800" b="1" dirty="0">
                <a:latin typeface="Symbol" panose="05050102010706020507" pitchFamily="18" charset="2"/>
              </a:rPr>
              <a:t>k</a:t>
            </a:r>
            <a:r>
              <a:rPr lang="en-US" altLang="id-ID" sz="1800" b="1" dirty="0">
                <a:latin typeface="Arial" panose="020B0604020202020204" pitchFamily="34" charset="0"/>
              </a:rPr>
              <a:t>, called the </a:t>
            </a:r>
            <a:r>
              <a:rPr lang="en-US" altLang="id-ID" sz="1800" b="1" i="1" dirty="0">
                <a:latin typeface="Arial" panose="020B0604020202020204" pitchFamily="34" charset="0"/>
              </a:rPr>
              <a:t>dielectric constant of the material.</a:t>
            </a:r>
          </a:p>
          <a:p>
            <a:pPr algn="just" eaLnBrk="1" hangingPunct="1">
              <a:spcBef>
                <a:spcPct val="0"/>
              </a:spcBef>
              <a:buFontTx/>
              <a:buNone/>
            </a:pPr>
            <a:endParaRPr lang="en-US" altLang="id-ID" sz="1200" b="1" i="1" dirty="0">
              <a:latin typeface="Arial" panose="020B0604020202020204" pitchFamily="34" charset="0"/>
            </a:endParaRPr>
          </a:p>
          <a:p>
            <a:pPr algn="just" eaLnBrk="1" hangingPunct="1">
              <a:spcBef>
                <a:spcPct val="0"/>
              </a:spcBef>
              <a:buFontTx/>
              <a:buNone/>
            </a:pPr>
            <a:r>
              <a:rPr lang="en-US" altLang="id-ID" sz="1800" b="1" dirty="0">
                <a:latin typeface="Arial" panose="020B0604020202020204" pitchFamily="34" charset="0"/>
              </a:rPr>
              <a:t>Some dielectrics, such as strontium titanate, can increase the capacitance by more than two orders of magnitude.</a:t>
            </a:r>
          </a:p>
          <a:p>
            <a:pPr algn="just" eaLnBrk="1" hangingPunct="1">
              <a:spcBef>
                <a:spcPct val="0"/>
              </a:spcBef>
              <a:buFontTx/>
              <a:buNone/>
            </a:pPr>
            <a:endParaRPr lang="en-US" altLang="id-ID" sz="1200" b="1" dirty="0">
              <a:latin typeface="Arial" panose="020B0604020202020204" pitchFamily="34" charset="0"/>
            </a:endParaRPr>
          </a:p>
          <a:p>
            <a:pPr algn="just" eaLnBrk="1" hangingPunct="1">
              <a:spcBef>
                <a:spcPct val="0"/>
              </a:spcBef>
              <a:buFontTx/>
              <a:buNone/>
            </a:pPr>
            <a:r>
              <a:rPr lang="en-US" altLang="id-ID" sz="1800" b="1" dirty="0">
                <a:latin typeface="Arial" panose="020B0604020202020204" pitchFamily="34" charset="0"/>
              </a:rPr>
              <a:t>The introduction of a dielectric also limits the potential difference that can be applied between the plates to a certain value </a:t>
            </a:r>
            <a:r>
              <a:rPr lang="en-US" altLang="id-ID" sz="1800" b="1" i="1" dirty="0">
                <a:latin typeface="Arial" panose="020B0604020202020204" pitchFamily="34" charset="0"/>
              </a:rPr>
              <a:t>Vmax, </a:t>
            </a:r>
            <a:r>
              <a:rPr lang="en-US" altLang="id-ID" sz="1800" b="1" dirty="0">
                <a:latin typeface="Arial" panose="020B0604020202020204" pitchFamily="34" charset="0"/>
              </a:rPr>
              <a:t>called</a:t>
            </a:r>
            <a:r>
              <a:rPr lang="en-US" altLang="id-ID" sz="1800" b="1" i="1" dirty="0">
                <a:latin typeface="Arial" panose="020B0604020202020204" pitchFamily="34" charset="0"/>
              </a:rPr>
              <a:t> </a:t>
            </a:r>
            <a:r>
              <a:rPr lang="en-US" altLang="id-ID" sz="1800" b="1" dirty="0">
                <a:latin typeface="Arial" panose="020B0604020202020204" pitchFamily="34" charset="0"/>
              </a:rPr>
              <a:t>the breakdown potential</a:t>
            </a:r>
            <a:r>
              <a:rPr lang="en-US" altLang="id-ID" sz="1800" b="1" i="1" dirty="0">
                <a:latin typeface="Arial" panose="020B0604020202020204" pitchFamily="34" charset="0"/>
              </a:rPr>
              <a:t>. </a:t>
            </a:r>
            <a:r>
              <a:rPr lang="en-US" altLang="id-ID" sz="1800" b="1" dirty="0">
                <a:latin typeface="Arial" panose="020B0604020202020204" pitchFamily="34" charset="0"/>
              </a:rPr>
              <a:t>Every dielectric material has a characteristic </a:t>
            </a:r>
            <a:r>
              <a:rPr lang="en-US" altLang="id-ID" sz="1800" b="1" i="1" dirty="0">
                <a:latin typeface="Arial" panose="020B0604020202020204" pitchFamily="34" charset="0"/>
              </a:rPr>
              <a:t>dielectric strength, </a:t>
            </a:r>
            <a:r>
              <a:rPr lang="en-US" altLang="id-ID" sz="1800" b="1" dirty="0">
                <a:latin typeface="Arial" panose="020B0604020202020204" pitchFamily="34" charset="0"/>
              </a:rPr>
              <a:t>which is the maximum value of the electric field that it can tolerate without breakdown</a:t>
            </a:r>
            <a:r>
              <a:rPr lang="en-US" altLang="id-ID" sz="1800" dirty="0">
                <a:latin typeface="Arial" panose="020B0604020202020204" pitchFamily="34" charset="0"/>
              </a:rPr>
              <a:t>.</a:t>
            </a:r>
          </a:p>
        </p:txBody>
      </p:sp>
      <p:sp>
        <p:nvSpPr>
          <p:cNvPr id="25604" name="Rectangle 5">
            <a:extLst>
              <a:ext uri="{FF2B5EF4-FFF2-40B4-BE49-F238E27FC236}">
                <a16:creationId xmlns:a16="http://schemas.microsoft.com/office/drawing/2014/main" id="{FCCCF435-7297-43CA-B8F9-C90F6FEA7AB9}"/>
              </a:ext>
            </a:extLst>
          </p:cNvPr>
          <p:cNvSpPr>
            <a:spLocks noChangeArrowheads="1"/>
          </p:cNvSpPr>
          <p:nvPr/>
        </p:nvSpPr>
        <p:spPr bwMode="auto">
          <a:xfrm>
            <a:off x="1028700" y="1682124"/>
            <a:ext cx="8001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In a region completely filled by a dielectric material of dielectric constant </a:t>
            </a:r>
            <a:r>
              <a:rPr lang="en-US" altLang="id-ID" sz="2000" b="1" i="1" dirty="0">
                <a:solidFill>
                  <a:srgbClr val="002060"/>
                </a:solidFill>
                <a:ea typeface="Times New Roman" panose="02020603050405020304" pitchFamily="18" charset="0"/>
                <a:cs typeface="Arial" panose="020B0604020202020204" pitchFamily="34" charset="0"/>
              </a:rPr>
              <a:t>κ</a:t>
            </a:r>
            <a:r>
              <a:rPr lang="en-US" altLang="id-ID" sz="20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 all electrostatic equations containing the permittivity constant </a:t>
            </a:r>
            <a:r>
              <a:rPr lang="en-US" altLang="id-ID" sz="2000" b="1" i="1" dirty="0">
                <a:solidFill>
                  <a:srgbClr val="002060"/>
                </a:solidFill>
                <a:latin typeface="Times New Roman" panose="02020603050405020304" pitchFamily="18" charset="0"/>
                <a:ea typeface="Times New Roman" panose="02020603050405020304" pitchFamily="18" charset="0"/>
                <a:cs typeface="Arial" panose="020B0604020202020204" pitchFamily="34" charset="0"/>
              </a:rPr>
              <a:t>ε</a:t>
            </a:r>
            <a:r>
              <a:rPr lang="en-US" altLang="id-ID" sz="2000" b="1" i="1"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0</a:t>
            </a:r>
            <a:r>
              <a:rPr lang="en-US" altLang="id-ID" sz="20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 are to be modified by replacing </a:t>
            </a:r>
            <a:r>
              <a:rPr lang="en-US" altLang="id-ID" sz="2000" b="1" i="1" dirty="0">
                <a:solidFill>
                  <a:srgbClr val="002060"/>
                </a:solidFill>
                <a:latin typeface="Times New Roman" panose="02020603050405020304" pitchFamily="18" charset="0"/>
                <a:ea typeface="Times New Roman" panose="02020603050405020304" pitchFamily="18" charset="0"/>
                <a:cs typeface="Arial" panose="020B0604020202020204" pitchFamily="34" charset="0"/>
              </a:rPr>
              <a:t>ε</a:t>
            </a:r>
            <a:r>
              <a:rPr lang="en-US" altLang="id-ID" sz="2000" b="1" i="1"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0</a:t>
            </a:r>
            <a:r>
              <a:rPr lang="en-US" altLang="id-ID" sz="20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 with </a:t>
            </a:r>
            <a:r>
              <a:rPr lang="en-US" altLang="id-ID" sz="2000" b="1" i="1" dirty="0">
                <a:solidFill>
                  <a:srgbClr val="002060"/>
                </a:solidFill>
                <a:ea typeface="Times New Roman" panose="02020603050405020304" pitchFamily="18" charset="0"/>
                <a:cs typeface="Arial" panose="020B0604020202020204" pitchFamily="34" charset="0"/>
              </a:rPr>
              <a:t>κε</a:t>
            </a:r>
            <a:r>
              <a:rPr lang="en-US" altLang="id-ID" sz="2000" b="1" i="1" baseline="-30000" dirty="0">
                <a:solidFill>
                  <a:srgbClr val="002060"/>
                </a:solidFill>
                <a:ea typeface="Times New Roman" panose="02020603050405020304" pitchFamily="18" charset="0"/>
                <a:cs typeface="Arial" panose="020B0604020202020204" pitchFamily="34" charset="0"/>
              </a:rPr>
              <a:t>0</a:t>
            </a:r>
            <a:r>
              <a:rPr lang="en-US" altLang="id-ID" sz="20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a:t>
            </a:r>
            <a:endParaRPr lang="en-US" altLang="id-ID" sz="2000" dirty="0">
              <a:latin typeface="Arial" panose="020B0604020202020204" pitchFamily="34" charset="0"/>
              <a:ea typeface="Times New Roman" panose="02020603050405020304" pitchFamily="18"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3">
            <a:extLst>
              <a:ext uri="{FF2B5EF4-FFF2-40B4-BE49-F238E27FC236}">
                <a16:creationId xmlns:a16="http://schemas.microsoft.com/office/drawing/2014/main" id="{A90CD972-D75C-47A9-A8D6-7E1703B51F0D}"/>
              </a:ext>
            </a:extLst>
          </p:cNvPr>
          <p:cNvSpPr txBox="1">
            <a:spLocks noChangeArrowheads="1"/>
          </p:cNvSpPr>
          <p:nvPr/>
        </p:nvSpPr>
        <p:spPr bwMode="auto">
          <a:xfrm>
            <a:off x="1066800" y="1600200"/>
            <a:ext cx="8005762"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solidFill>
                  <a:srgbClr val="002060"/>
                </a:solidFill>
                <a:latin typeface="Arial" panose="020B0604020202020204" pitchFamily="34" charset="0"/>
              </a:rPr>
              <a:t>Example, Work and Energy when a Dielectric is inserted inside a Capacitor:</a:t>
            </a:r>
          </a:p>
        </p:txBody>
      </p:sp>
      <p:sp>
        <p:nvSpPr>
          <p:cNvPr id="26627" name="Rectangle 4">
            <a:extLst>
              <a:ext uri="{FF2B5EF4-FFF2-40B4-BE49-F238E27FC236}">
                <a16:creationId xmlns:a16="http://schemas.microsoft.com/office/drawing/2014/main" id="{C3F5370D-667A-4B42-BA7C-99535E7E89E5}"/>
              </a:ext>
            </a:extLst>
          </p:cNvPr>
          <p:cNvSpPr>
            <a:spLocks noChangeArrowheads="1"/>
          </p:cNvSpPr>
          <p:nvPr/>
        </p:nvSpPr>
        <p:spPr bwMode="auto">
          <a:xfrm>
            <a:off x="1066800" y="2805499"/>
            <a:ext cx="7472362"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a:spcBef>
                <a:spcPct val="0"/>
              </a:spcBef>
              <a:buFontTx/>
              <a:buNone/>
            </a:pPr>
            <a:r>
              <a:rPr lang="en-US" altLang="id-ID" sz="1800" b="1" dirty="0">
                <a:latin typeface="Arial" panose="020B0604020202020204" pitchFamily="34" charset="0"/>
                <a:cs typeface="Arial" panose="020B0604020202020204" pitchFamily="34" charset="0"/>
              </a:rPr>
              <a:t>A parallel-plate capacitor whose capacitance C is 13,5 pF is charged by a battery to a potential difference V=12,5 V between its plates. The charging battery is now disconnected, and a porcelain slab (κ=6,50) is slipped between the plates.</a:t>
            </a:r>
          </a:p>
          <a:p>
            <a:pPr algn="just">
              <a:spcBef>
                <a:spcPct val="0"/>
              </a:spcBef>
              <a:buFontTx/>
              <a:buNone/>
            </a:pPr>
            <a:endParaRPr lang="en-US" altLang="id-ID" sz="1000" dirty="0">
              <a:latin typeface="Arial" panose="020B0604020202020204" pitchFamily="34" charset="0"/>
              <a:cs typeface="Arial" panose="020B0604020202020204" pitchFamily="34" charset="0"/>
            </a:endParaRPr>
          </a:p>
          <a:p>
            <a:pPr algn="just">
              <a:spcBef>
                <a:spcPct val="0"/>
              </a:spcBef>
              <a:buFontTx/>
              <a:buNone/>
            </a:pPr>
            <a:r>
              <a:rPr lang="en-US" altLang="id-ID" sz="1800" b="1" dirty="0">
                <a:latin typeface="Arial" panose="020B0604020202020204" pitchFamily="34" charset="0"/>
                <a:cs typeface="Arial" panose="020B0604020202020204" pitchFamily="34" charset="0"/>
              </a:rPr>
              <a:t>a) What is the potential energy of the capacitor before the slab is inserted?</a:t>
            </a:r>
            <a:endParaRPr lang="en-US" altLang="id-ID" sz="1000" dirty="0">
              <a:latin typeface="Arial" panose="020B0604020202020204" pitchFamily="34" charset="0"/>
              <a:cs typeface="Arial" panose="020B0604020202020204" pitchFamily="34" charset="0"/>
            </a:endParaRPr>
          </a:p>
          <a:p>
            <a:pPr algn="just">
              <a:spcBef>
                <a:spcPct val="0"/>
              </a:spcBef>
              <a:buFontTx/>
              <a:buNone/>
            </a:pPr>
            <a:r>
              <a:rPr lang="en-US" altLang="id-ID" sz="1800" b="1" dirty="0">
                <a:latin typeface="Arial" panose="020B0604020202020204" pitchFamily="34" charset="0"/>
                <a:cs typeface="Arial" panose="020B0604020202020204" pitchFamily="34" charset="0"/>
              </a:rPr>
              <a:t>b) What is the potential energy of the capacitor of capacitor-slab device after the slab is inserted?</a:t>
            </a:r>
            <a:endParaRPr lang="en-US" altLang="id-ID" sz="1050" dirty="0">
              <a:latin typeface="Arial" panose="020B0604020202020204" pitchFamily="34" charset="0"/>
              <a:cs typeface="Arial" panose="020B0604020202020204" pitchFamily="34" charset="0"/>
            </a:endParaRPr>
          </a:p>
        </p:txBody>
      </p:sp>
      <p:sp>
        <p:nvSpPr>
          <p:cNvPr id="26628" name="Rectangle 4">
            <a:extLst>
              <a:ext uri="{FF2B5EF4-FFF2-40B4-BE49-F238E27FC236}">
                <a16:creationId xmlns:a16="http://schemas.microsoft.com/office/drawing/2014/main" id="{3BD18341-F6EC-4689-916B-DBA25348E8F6}"/>
              </a:ext>
            </a:extLst>
          </p:cNvPr>
          <p:cNvSpPr>
            <a:spLocks noChangeArrowheads="1"/>
          </p:cNvSpPr>
          <p:nvPr/>
        </p:nvSpPr>
        <p:spPr bwMode="auto">
          <a:xfrm>
            <a:off x="6143625" y="6357938"/>
            <a:ext cx="22145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1100" b="1">
                <a:latin typeface="Arial" panose="020B0604020202020204" pitchFamily="34" charset="0"/>
                <a:ea typeface="Times New Roman" panose="02020603050405020304" pitchFamily="18" charset="0"/>
                <a:cs typeface="Arial" panose="020B0604020202020204" pitchFamily="34" charset="0"/>
              </a:rPr>
              <a:t>Source: Halliday, et All 2010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e Placeholder 1">
            <a:extLst>
              <a:ext uri="{FF2B5EF4-FFF2-40B4-BE49-F238E27FC236}">
                <a16:creationId xmlns:a16="http://schemas.microsoft.com/office/drawing/2014/main" id="{7E295210-68DC-40C3-8515-E3168BF3E9D7}"/>
              </a:ext>
            </a:extLst>
          </p:cNvPr>
          <p:cNvSpPr>
            <a:spLocks noGrp="1"/>
          </p:cNvSpPr>
          <p:nvPr>
            <p:ph type="dt" sz="quarter" idx="10"/>
          </p:nvPr>
        </p:nvSpPr>
        <p:spPr>
          <a:xfrm>
            <a:off x="1143000" y="1905000"/>
            <a:ext cx="7543800" cy="1981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id-ID" altLang="id-ID" sz="2000" b="1" u="sng" dirty="0">
                <a:latin typeface="Arial" panose="020B0604020202020204" pitchFamily="34" charset="0"/>
                <a:cs typeface="Arial" panose="020B0604020202020204" pitchFamily="34" charset="0"/>
              </a:rPr>
              <a:t>Assignment</a:t>
            </a:r>
            <a:endParaRPr lang="en-US" altLang="id-ID" sz="2000" b="1" u="sng" dirty="0">
              <a:latin typeface="Arial" panose="020B0604020202020204" pitchFamily="34" charset="0"/>
              <a:cs typeface="Arial" panose="020B0604020202020204" pitchFamily="34" charset="0"/>
            </a:endParaRPr>
          </a:p>
          <a:p>
            <a:pPr>
              <a:spcBef>
                <a:spcPct val="0"/>
              </a:spcBef>
              <a:buFontTx/>
              <a:buNone/>
            </a:pPr>
            <a:endParaRPr lang="en-US" altLang="id-ID" sz="2000" b="1" u="sng" dirty="0">
              <a:latin typeface="Arial" panose="020B0604020202020204" pitchFamily="34" charset="0"/>
              <a:cs typeface="Arial" panose="020B0604020202020204" pitchFamily="34" charset="0"/>
            </a:endParaRPr>
          </a:p>
          <a:p>
            <a:pPr>
              <a:spcBef>
                <a:spcPct val="0"/>
              </a:spcBef>
              <a:buFontTx/>
              <a:buNone/>
            </a:pPr>
            <a:r>
              <a:rPr lang="en-US" altLang="id-ID" sz="2000" b="1" dirty="0">
                <a:latin typeface="Arial" panose="020B0604020202020204" pitchFamily="34" charset="0"/>
                <a:cs typeface="Arial" panose="020B0604020202020204" pitchFamily="34" charset="0"/>
              </a:rPr>
              <a:t>Do the problems in the text-book: Fundamental of Physics, Chapter 25 (Capacitance); p.</a:t>
            </a:r>
            <a:r>
              <a:rPr lang="id-ID" altLang="id-ID" sz="2000" b="1" dirty="0">
                <a:latin typeface="Arial" panose="020B0604020202020204" pitchFamily="34" charset="0"/>
                <a:cs typeface="Arial" panose="020B0604020202020204" pitchFamily="34" charset="0"/>
              </a:rPr>
              <a:t>739-744</a:t>
            </a:r>
            <a:endParaRPr lang="en-US" altLang="id-ID" sz="2000" dirty="0">
              <a:latin typeface="Arial" panose="020B0604020202020204" pitchFamily="34" charset="0"/>
              <a:cs typeface="Arial" panose="020B0604020202020204" pitchFamily="34" charset="0"/>
            </a:endParaRPr>
          </a:p>
          <a:p>
            <a:pPr>
              <a:spcBef>
                <a:spcPct val="0"/>
              </a:spcBef>
              <a:buFontTx/>
              <a:buNone/>
            </a:pPr>
            <a:r>
              <a:rPr lang="en-US" altLang="id-ID" sz="2000" b="1" dirty="0">
                <a:latin typeface="Arial" panose="020B0604020202020204" pitchFamily="34" charset="0"/>
                <a:cs typeface="Arial" panose="020B0604020202020204" pitchFamily="34" charset="0"/>
              </a:rPr>
              <a:t>Problems   Number:  3, 4, 8, 15, 32, and 42</a:t>
            </a:r>
            <a:endParaRPr lang="en-US" altLang="id-ID" sz="2000" dirty="0">
              <a:latin typeface="Arial" panose="020B0604020202020204" pitchFamily="34" charset="0"/>
              <a:cs typeface="Arial" panose="020B0604020202020204" pitchFamily="34" charset="0"/>
            </a:endParaRPr>
          </a:p>
          <a:p>
            <a:pPr>
              <a:spcBef>
                <a:spcPct val="0"/>
              </a:spcBef>
              <a:buFontTx/>
              <a:buNone/>
            </a:pPr>
            <a:endParaRPr lang="en-US" altLang="id-ID" sz="2000" b="1" u="sng" dirty="0">
              <a:latin typeface="Arial" panose="020B0604020202020204" pitchFamily="34" charset="0"/>
              <a:cs typeface="Arial" panose="020B0604020202020204" pitchFamily="34" charset="0"/>
            </a:endParaRPr>
          </a:p>
        </p:txBody>
      </p:sp>
      <p:sp>
        <p:nvSpPr>
          <p:cNvPr id="27651" name="Slide Number Placeholder 2">
            <a:extLst>
              <a:ext uri="{FF2B5EF4-FFF2-40B4-BE49-F238E27FC236}">
                <a16:creationId xmlns:a16="http://schemas.microsoft.com/office/drawing/2014/main" id="{9B93C5BF-8FF7-4AE3-B0E6-8DDECE1E47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829609DC-03F9-408D-B1A0-2E78172F92BB}" type="slidenum">
              <a:rPr lang="en-US" altLang="id-ID" sz="1400" smtClean="0"/>
              <a:pPr>
                <a:spcBef>
                  <a:spcPct val="0"/>
                </a:spcBef>
                <a:buFontTx/>
                <a:buNone/>
              </a:pPr>
              <a:t>34</a:t>
            </a:fld>
            <a:endParaRPr lang="en-US" altLang="id-ID" sz="1400"/>
          </a:p>
        </p:txBody>
      </p:sp>
    </p:spTree>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9fdf624c-fedc-4f6c-b928-0c7bf4c9e100">J56STF5CZXNR-2061195910-86628</_dlc_DocId>
    <_dlc_DocIdUrl xmlns="9fdf624c-fedc-4f6c-b928-0c7bf4c9e100">
      <Url>https://binusianorg.sharepoint.com/sites/arc/_layouts/15/DocIdRedir.aspx?ID=J56STF5CZXNR-2061195910-86628</Url>
      <Description>J56STF5CZXNR-2061195910-86628</Description>
    </_dlc_DocIdUrl>
    <_Flow_SignoffStatus xmlns="47793baa-3cbb-486e-a055-4d42ce3882d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3" ma:contentTypeDescription="Create a new document." ma:contentTypeScope="" ma:versionID="9183272f4f6c896957098434a1637a8e">
  <xsd:schema xmlns:xsd="http://www.w3.org/2001/XMLSchema" xmlns:xs="http://www.w3.org/2001/XMLSchema" xmlns:p="http://schemas.microsoft.com/office/2006/metadata/properties" xmlns:ns2="9fdf624c-fedc-4f6c-b928-0c7bf4c9e100" xmlns:ns3="47793baa-3cbb-486e-a055-4d42ce3882d7" targetNamespace="http://schemas.microsoft.com/office/2006/metadata/properties" ma:root="true" ma:fieldsID="1b1595209de3451b81967f4d7e03cfd7" ns2:_="" ns3:_="">
    <xsd:import namespace="9fdf624c-fedc-4f6c-b928-0c7bf4c9e100"/>
    <xsd:import namespace="47793baa-3cbb-486e-a055-4d42ce3882d7"/>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840B04-BA1C-4E6A-938B-F2AF8924BB09}">
  <ds:schemaRefs>
    <ds:schemaRef ds:uri="http://schemas.microsoft.com/office/2006/documentManagement/types"/>
    <ds:schemaRef ds:uri="http://purl.org/dc/terms/"/>
    <ds:schemaRef ds:uri="47793baa-3cbb-486e-a055-4d42ce3882d7"/>
    <ds:schemaRef ds:uri="9fdf624c-fedc-4f6c-b928-0c7bf4c9e100"/>
    <ds:schemaRef ds:uri="http://purl.org/dc/elements/1.1/"/>
    <ds:schemaRef ds:uri="http://schemas.microsoft.com/office/infopath/2007/PartnerControls"/>
    <ds:schemaRef ds:uri="http://www.w3.org/XML/1998/namespace"/>
    <ds:schemaRef ds:uri="http://schemas.microsoft.com/office/2006/metadata/propertie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DA27E6A1-4B31-4B68-BB9B-EC8C8D90C2C4}">
  <ds:schemaRefs>
    <ds:schemaRef ds:uri="http://schemas.microsoft.com/sharepoint/v3/contenttype/forms"/>
  </ds:schemaRefs>
</ds:datastoreItem>
</file>

<file path=customXml/itemProps3.xml><?xml version="1.0" encoding="utf-8"?>
<ds:datastoreItem xmlns:ds="http://schemas.openxmlformats.org/officeDocument/2006/customXml" ds:itemID="{B941729A-A63A-46AA-9831-382E5C608B0C}">
  <ds:schemaRefs>
    <ds:schemaRef ds:uri="http://schemas.microsoft.com/sharepoint/events"/>
  </ds:schemaRefs>
</ds:datastoreItem>
</file>

<file path=customXml/itemProps4.xml><?xml version="1.0" encoding="utf-8"?>
<ds:datastoreItem xmlns:ds="http://schemas.openxmlformats.org/officeDocument/2006/customXml" ds:itemID="{874B9968-53CC-4620-AFAC-CC79FC0334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PPT 2015</Template>
  <TotalTime>6046</TotalTime>
  <Words>2310</Words>
  <Application>Microsoft Office PowerPoint</Application>
  <PresentationFormat>On-screen Show (4:3)</PresentationFormat>
  <Paragraphs>309</Paragraphs>
  <Slides>34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Arial</vt:lpstr>
      <vt:lpstr>Calibri</vt:lpstr>
      <vt:lpstr>Interstate</vt:lpstr>
      <vt:lpstr>Open Sans</vt:lpstr>
      <vt:lpstr>Open Sans Light</vt:lpstr>
      <vt:lpstr>Open Sans Semibold</vt:lpstr>
      <vt:lpstr>Symbol</vt:lpstr>
      <vt:lpstr>Times New Roman</vt:lpstr>
      <vt:lpstr>Wingdings</vt:lpstr>
      <vt:lpstr>Template PPT 2015</vt:lpstr>
      <vt:lpstr>Resistance and Capacitance Session  4-5</vt:lpstr>
      <vt:lpstr>Resistance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Capacitance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FABIAN</cp:lastModifiedBy>
  <cp:revision>35</cp:revision>
  <dcterms:created xsi:type="dcterms:W3CDTF">2015-05-04T03:33:03Z</dcterms:created>
  <dcterms:modified xsi:type="dcterms:W3CDTF">2024-08-02T17:39:25Z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b5cd0a22-de41-4721-9623-974446a56cb4</vt:lpwstr>
  </property>
</Properties>
</file>