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1"/>
  </p:notesMasterIdLst>
  <p:handoutMasterIdLst>
    <p:handoutMasterId r:id="rId32"/>
  </p:handoutMasterIdLst>
  <p:sldIdLst>
    <p:sldId id="480" r:id="rId2"/>
    <p:sldId id="327" r:id="rId3"/>
    <p:sldId id="266" r:id="rId4"/>
    <p:sldId id="332" r:id="rId5"/>
    <p:sldId id="328" r:id="rId6"/>
    <p:sldId id="267" r:id="rId7"/>
    <p:sldId id="268" r:id="rId8"/>
    <p:sldId id="269" r:id="rId9"/>
    <p:sldId id="270" r:id="rId10"/>
    <p:sldId id="329" r:id="rId11"/>
    <p:sldId id="271" r:id="rId12"/>
    <p:sldId id="283" r:id="rId13"/>
    <p:sldId id="284" r:id="rId14"/>
    <p:sldId id="293" r:id="rId15"/>
    <p:sldId id="285" r:id="rId16"/>
    <p:sldId id="296" r:id="rId17"/>
    <p:sldId id="297" r:id="rId18"/>
    <p:sldId id="299" r:id="rId19"/>
    <p:sldId id="320" r:id="rId20"/>
    <p:sldId id="301" r:id="rId21"/>
    <p:sldId id="331" r:id="rId22"/>
    <p:sldId id="306" r:id="rId23"/>
    <p:sldId id="307" r:id="rId24"/>
    <p:sldId id="308" r:id="rId25"/>
    <p:sldId id="309" r:id="rId26"/>
    <p:sldId id="310" r:id="rId27"/>
    <p:sldId id="311" r:id="rId28"/>
    <p:sldId id="330" r:id="rId29"/>
    <p:sldId id="326" r:id="rId30"/>
  </p:sldIdLst>
  <p:sldSz cx="9144000" cy="6858000" type="screen4x3"/>
  <p:notesSz cx="6858000" cy="9144000"/>
  <p:defaultTextStyle>
    <a:defPPr>
      <a:defRPr lang="en-US"/>
    </a:defPPr>
    <a:lvl1pPr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Arial" panose="020B0604020202020204" pitchFamily="34" charset="0"/>
        <a:ea typeface="+mn-ea"/>
        <a:cs typeface="+mn-cs"/>
      </a:defRPr>
    </a:lvl6pPr>
    <a:lvl7pPr marL="2743200" algn="l" defTabSz="914400" rtl="0" eaLnBrk="1" latinLnBrk="0" hangingPunct="1">
      <a:defRPr sz="1200" kern="1200">
        <a:solidFill>
          <a:schemeClr val="tx1"/>
        </a:solidFill>
        <a:latin typeface="Arial" panose="020B0604020202020204" pitchFamily="34" charset="0"/>
        <a:ea typeface="+mn-ea"/>
        <a:cs typeface="+mn-cs"/>
      </a:defRPr>
    </a:lvl7pPr>
    <a:lvl8pPr marL="3200400" algn="l" defTabSz="914400" rtl="0" eaLnBrk="1" latinLnBrk="0" hangingPunct="1">
      <a:defRPr sz="1200" kern="1200">
        <a:solidFill>
          <a:schemeClr val="tx1"/>
        </a:solidFill>
        <a:latin typeface="Arial" panose="020B0604020202020204" pitchFamily="34" charset="0"/>
        <a:ea typeface="+mn-ea"/>
        <a:cs typeface="+mn-cs"/>
      </a:defRPr>
    </a:lvl8pPr>
    <a:lvl9pPr marL="3657600" algn="l" defTabSz="914400" rtl="0" eaLnBrk="1" latinLnBrk="0" hangingPunct="1">
      <a:defRPr sz="12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1BC29F-81E5-44C8-8BC1-20D01EE0B4ED}" v="2" dt="2024-08-03T15:47:19.3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60"/>
  </p:normalViewPr>
  <p:slideViewPr>
    <p:cSldViewPr>
      <p:cViewPr varScale="1">
        <p:scale>
          <a:sx n="94" d="100"/>
          <a:sy n="94" d="100"/>
        </p:scale>
        <p:origin x="1162" y="91"/>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1" d="100"/>
          <a:sy n="51" d="100"/>
        </p:scale>
        <p:origin x="-1266"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bian Surya Pramudya" userId="f46cf8bb-4ec7-4653-94a9-ff26fa22481f" providerId="ADAL" clId="{3C082956-2532-45F4-8F56-83D02B4CA7CC}"/>
    <pc:docChg chg="modSld">
      <pc:chgData name="Fabian Surya Pramudya" userId="f46cf8bb-4ec7-4653-94a9-ff26fa22481f" providerId="ADAL" clId="{3C082956-2532-45F4-8F56-83D02B4CA7CC}" dt="2022-12-06T00:40:07.198" v="1" actId="20577"/>
      <pc:docMkLst>
        <pc:docMk/>
      </pc:docMkLst>
      <pc:sldChg chg="modSp">
        <pc:chgData name="Fabian Surya Pramudya" userId="f46cf8bb-4ec7-4653-94a9-ff26fa22481f" providerId="ADAL" clId="{3C082956-2532-45F4-8F56-83D02B4CA7CC}" dt="2022-12-06T00:40:07.198" v="1" actId="20577"/>
        <pc:sldMkLst>
          <pc:docMk/>
          <pc:sldMk cId="4204421142" sldId="256"/>
        </pc:sldMkLst>
        <pc:spChg chg="mod">
          <ac:chgData name="Fabian Surya Pramudya" userId="f46cf8bb-4ec7-4653-94a9-ff26fa22481f" providerId="ADAL" clId="{3C082956-2532-45F4-8F56-83D02B4CA7CC}" dt="2022-12-06T00:40:07.198" v="1" actId="20577"/>
          <ac:spMkLst>
            <pc:docMk/>
            <pc:sldMk cId="4204421142" sldId="256"/>
            <ac:spMk id="8" creationId="{00000000-0000-0000-0000-000000000000}"/>
          </ac:spMkLst>
        </pc:spChg>
      </pc:sldChg>
    </pc:docChg>
  </pc:docChgLst>
  <pc:docChgLst>
    <pc:chgData name="Fabian" userId="f46cf8bb-4ec7-4653-94a9-ff26fa22481f" providerId="ADAL" clId="{3C082956-2532-45F4-8F56-83D02B4CA7CC}"/>
    <pc:docChg chg="delSld">
      <pc:chgData name="Fabian" userId="f46cf8bb-4ec7-4653-94a9-ff26fa22481f" providerId="ADAL" clId="{3C082956-2532-45F4-8F56-83D02B4CA7CC}" dt="2023-03-28T01:49:08.560" v="0" actId="2696"/>
      <pc:docMkLst>
        <pc:docMk/>
      </pc:docMkLst>
      <pc:sldChg chg="del">
        <pc:chgData name="Fabian" userId="f46cf8bb-4ec7-4653-94a9-ff26fa22481f" providerId="ADAL" clId="{3C082956-2532-45F4-8F56-83D02B4CA7CC}" dt="2023-03-28T01:49:08.560" v="0" actId="2696"/>
        <pc:sldMkLst>
          <pc:docMk/>
          <pc:sldMk cId="0" sldId="305"/>
        </pc:sldMkLst>
      </pc:sldChg>
    </pc:docChg>
  </pc:docChgLst>
  <pc:docChgLst>
    <pc:chgData name="Fabian" userId="f46cf8bb-4ec7-4653-94a9-ff26fa22481f" providerId="ADAL" clId="{241BC29F-81E5-44C8-8BC1-20D01EE0B4ED}"/>
    <pc:docChg chg="custSel addSld delSld modSld">
      <pc:chgData name="Fabian" userId="f46cf8bb-4ec7-4653-94a9-ff26fa22481f" providerId="ADAL" clId="{241BC29F-81E5-44C8-8BC1-20D01EE0B4ED}" dt="2024-08-03T15:48:09.203" v="26" actId="478"/>
      <pc:docMkLst>
        <pc:docMk/>
      </pc:docMkLst>
      <pc:sldChg chg="del">
        <pc:chgData name="Fabian" userId="f46cf8bb-4ec7-4653-94a9-ff26fa22481f" providerId="ADAL" clId="{241BC29F-81E5-44C8-8BC1-20D01EE0B4ED}" dt="2024-08-03T15:47:12.129" v="16" actId="2696"/>
        <pc:sldMkLst>
          <pc:docMk/>
          <pc:sldMk cId="4204421142" sldId="256"/>
        </pc:sldMkLst>
      </pc:sldChg>
      <pc:sldChg chg="delSp">
        <pc:chgData name="Fabian" userId="f46cf8bb-4ec7-4653-94a9-ff26fa22481f" providerId="ADAL" clId="{241BC29F-81E5-44C8-8BC1-20D01EE0B4ED}" dt="2024-08-03T15:47:39.358" v="20" actId="478"/>
        <pc:sldMkLst>
          <pc:docMk/>
          <pc:sldMk cId="0" sldId="268"/>
        </pc:sldMkLst>
        <pc:inkChg chg="del">
          <ac:chgData name="Fabian" userId="f46cf8bb-4ec7-4653-94a9-ff26fa22481f" providerId="ADAL" clId="{241BC29F-81E5-44C8-8BC1-20D01EE0B4ED}" dt="2024-08-03T15:47:39.358" v="20" actId="478"/>
          <ac:inkMkLst>
            <pc:docMk/>
            <pc:sldMk cId="0" sldId="268"/>
            <ac:inkMk id="2" creationId="{21915EBE-7233-4A19-8FD7-4BF5963EF434}"/>
          </ac:inkMkLst>
        </pc:inkChg>
      </pc:sldChg>
      <pc:sldChg chg="delSp">
        <pc:chgData name="Fabian" userId="f46cf8bb-4ec7-4653-94a9-ff26fa22481f" providerId="ADAL" clId="{241BC29F-81E5-44C8-8BC1-20D01EE0B4ED}" dt="2024-08-03T15:47:47.327" v="22" actId="478"/>
        <pc:sldMkLst>
          <pc:docMk/>
          <pc:sldMk cId="0" sldId="283"/>
        </pc:sldMkLst>
        <pc:inkChg chg="del">
          <ac:chgData name="Fabian" userId="f46cf8bb-4ec7-4653-94a9-ff26fa22481f" providerId="ADAL" clId="{241BC29F-81E5-44C8-8BC1-20D01EE0B4ED}" dt="2024-08-03T15:47:47.327" v="22" actId="478"/>
          <ac:inkMkLst>
            <pc:docMk/>
            <pc:sldMk cId="0" sldId="283"/>
            <ac:inkMk id="2" creationId="{DDDDE6F4-94A7-4CD8-8572-C45C8086B87B}"/>
          </ac:inkMkLst>
        </pc:inkChg>
      </pc:sldChg>
      <pc:sldChg chg="delSp">
        <pc:chgData name="Fabian" userId="f46cf8bb-4ec7-4653-94a9-ff26fa22481f" providerId="ADAL" clId="{241BC29F-81E5-44C8-8BC1-20D01EE0B4ED}" dt="2024-08-03T15:47:49.501" v="23" actId="478"/>
        <pc:sldMkLst>
          <pc:docMk/>
          <pc:sldMk cId="0" sldId="293"/>
        </pc:sldMkLst>
        <pc:inkChg chg="del">
          <ac:chgData name="Fabian" userId="f46cf8bb-4ec7-4653-94a9-ff26fa22481f" providerId="ADAL" clId="{241BC29F-81E5-44C8-8BC1-20D01EE0B4ED}" dt="2024-08-03T15:47:49.501" v="23" actId="478"/>
          <ac:inkMkLst>
            <pc:docMk/>
            <pc:sldMk cId="0" sldId="293"/>
            <ac:inkMk id="3" creationId="{91AF74F1-F80D-4D96-A89D-78913F0285D3}"/>
          </ac:inkMkLst>
        </pc:inkChg>
      </pc:sldChg>
      <pc:sldChg chg="delSp">
        <pc:chgData name="Fabian" userId="f46cf8bb-4ec7-4653-94a9-ff26fa22481f" providerId="ADAL" clId="{241BC29F-81E5-44C8-8BC1-20D01EE0B4ED}" dt="2024-08-03T15:48:09.203" v="26" actId="478"/>
        <pc:sldMkLst>
          <pc:docMk/>
          <pc:sldMk cId="0" sldId="306"/>
        </pc:sldMkLst>
        <pc:grpChg chg="del">
          <ac:chgData name="Fabian" userId="f46cf8bb-4ec7-4653-94a9-ff26fa22481f" providerId="ADAL" clId="{241BC29F-81E5-44C8-8BC1-20D01EE0B4ED}" dt="2024-08-03T15:47:56.813" v="25" actId="478"/>
          <ac:grpSpMkLst>
            <pc:docMk/>
            <pc:sldMk cId="0" sldId="306"/>
            <ac:grpSpMk id="51" creationId="{498F2B76-89B0-43E3-8A55-13E50D1ACE2D}"/>
          </ac:grpSpMkLst>
        </pc:grpChg>
        <pc:grpChg chg="del">
          <ac:chgData name="Fabian" userId="f46cf8bb-4ec7-4653-94a9-ff26fa22481f" providerId="ADAL" clId="{241BC29F-81E5-44C8-8BC1-20D01EE0B4ED}" dt="2024-08-03T15:47:54.343" v="24" actId="478"/>
          <ac:grpSpMkLst>
            <pc:docMk/>
            <pc:sldMk cId="0" sldId="306"/>
            <ac:grpSpMk id="59" creationId="{41B93382-F719-4435-BA5E-F50D2035FB38}"/>
          </ac:grpSpMkLst>
        </pc:grpChg>
        <pc:inkChg chg="del">
          <ac:chgData name="Fabian" userId="f46cf8bb-4ec7-4653-94a9-ff26fa22481f" providerId="ADAL" clId="{241BC29F-81E5-44C8-8BC1-20D01EE0B4ED}" dt="2024-08-03T15:48:09.203" v="26" actId="478"/>
          <ac:inkMkLst>
            <pc:docMk/>
            <pc:sldMk cId="0" sldId="306"/>
            <ac:inkMk id="52" creationId="{C18F5228-D3F0-4995-8098-BE51BF22EC6C}"/>
          </ac:inkMkLst>
        </pc:inkChg>
      </pc:sldChg>
      <pc:sldChg chg="modSp">
        <pc:chgData name="Fabian" userId="f46cf8bb-4ec7-4653-94a9-ff26fa22481f" providerId="ADAL" clId="{241BC29F-81E5-44C8-8BC1-20D01EE0B4ED}" dt="2024-08-03T15:47:23.481" v="19" actId="14100"/>
        <pc:sldMkLst>
          <pc:docMk/>
          <pc:sldMk cId="0" sldId="327"/>
        </pc:sldMkLst>
        <pc:spChg chg="mod">
          <ac:chgData name="Fabian" userId="f46cf8bb-4ec7-4653-94a9-ff26fa22481f" providerId="ADAL" clId="{241BC29F-81E5-44C8-8BC1-20D01EE0B4ED}" dt="2024-08-03T15:47:23.481" v="19" actId="14100"/>
          <ac:spMkLst>
            <pc:docMk/>
            <pc:sldMk cId="0" sldId="327"/>
            <ac:spMk id="6" creationId="{72AE1B87-3D6F-410D-A3DB-50F583480478}"/>
          </ac:spMkLst>
        </pc:spChg>
        <pc:picChg chg="mod">
          <ac:chgData name="Fabian" userId="f46cf8bb-4ec7-4653-94a9-ff26fa22481f" providerId="ADAL" clId="{241BC29F-81E5-44C8-8BC1-20D01EE0B4ED}" dt="2024-08-03T15:47:19.387" v="18" actId="14861"/>
          <ac:picMkLst>
            <pc:docMk/>
            <pc:sldMk cId="0" sldId="327"/>
            <ac:picMk id="5125" creationId="{1C5E5E1A-B518-49D9-A768-7FC2717F8B0D}"/>
          </ac:picMkLst>
        </pc:picChg>
      </pc:sldChg>
      <pc:sldChg chg="delSp">
        <pc:chgData name="Fabian" userId="f46cf8bb-4ec7-4653-94a9-ff26fa22481f" providerId="ADAL" clId="{241BC29F-81E5-44C8-8BC1-20D01EE0B4ED}" dt="2024-08-03T15:47:43.733" v="21" actId="478"/>
        <pc:sldMkLst>
          <pc:docMk/>
          <pc:sldMk cId="0" sldId="329"/>
        </pc:sldMkLst>
        <pc:inkChg chg="del">
          <ac:chgData name="Fabian" userId="f46cf8bb-4ec7-4653-94a9-ff26fa22481f" providerId="ADAL" clId="{241BC29F-81E5-44C8-8BC1-20D01EE0B4ED}" dt="2024-08-03T15:47:43.733" v="21" actId="478"/>
          <ac:inkMkLst>
            <pc:docMk/>
            <pc:sldMk cId="0" sldId="329"/>
            <ac:inkMk id="3" creationId="{9AD09641-CBF4-4DAF-9394-9C8A2DB1B337}"/>
          </ac:inkMkLst>
        </pc:inkChg>
      </pc:sldChg>
      <pc:sldChg chg="modSp add">
        <pc:chgData name="Fabian" userId="f46cf8bb-4ec7-4653-94a9-ff26fa22481f" providerId="ADAL" clId="{241BC29F-81E5-44C8-8BC1-20D01EE0B4ED}" dt="2024-08-03T15:47:14.063" v="17" actId="20577"/>
        <pc:sldMkLst>
          <pc:docMk/>
          <pc:sldMk cId="3807564589" sldId="480"/>
        </pc:sldMkLst>
        <pc:spChg chg="mod">
          <ac:chgData name="Fabian" userId="f46cf8bb-4ec7-4653-94a9-ff26fa22481f" providerId="ADAL" clId="{241BC29F-81E5-44C8-8BC1-20D01EE0B4ED}" dt="2024-08-03T15:47:14.063" v="17" actId="20577"/>
          <ac:spMkLst>
            <pc:docMk/>
            <pc:sldMk cId="3807564589" sldId="480"/>
            <ac:spMk id="3" creationId="{05C0E2BF-BBBC-BF27-4255-C5149D193112}"/>
          </ac:spMkLst>
        </pc:spChg>
      </pc:sldChg>
    </pc:docChg>
  </pc:docChgLst>
  <pc:docChgLst>
    <pc:chgData name="Fabian Surya Pramudya" userId="f46cf8bb-4ec7-4653-94a9-ff26fa22481f" providerId="ADAL" clId="{951343E5-8655-4A42-BDB5-4D09CCEBB212}"/>
    <pc:docChg chg="modSld">
      <pc:chgData name="Fabian Surya Pramudya" userId="f46cf8bb-4ec7-4653-94a9-ff26fa22481f" providerId="ADAL" clId="{951343E5-8655-4A42-BDB5-4D09CCEBB212}" dt="2022-04-05T06:53:20.022" v="6" actId="20577"/>
      <pc:docMkLst>
        <pc:docMk/>
      </pc:docMkLst>
      <pc:sldChg chg="modSp">
        <pc:chgData name="Fabian Surya Pramudya" userId="f46cf8bb-4ec7-4653-94a9-ff26fa22481f" providerId="ADAL" clId="{951343E5-8655-4A42-BDB5-4D09CCEBB212}" dt="2022-04-05T06:53:20.022" v="6" actId="20577"/>
        <pc:sldMkLst>
          <pc:docMk/>
          <pc:sldMk cId="4204421142" sldId="256"/>
        </pc:sldMkLst>
        <pc:spChg chg="mod">
          <ac:chgData name="Fabian Surya Pramudya" userId="f46cf8bb-4ec7-4653-94a9-ff26fa22481f" providerId="ADAL" clId="{951343E5-8655-4A42-BDB5-4D09CCEBB212}" dt="2022-04-05T06:53:15.819" v="0"/>
          <ac:spMkLst>
            <pc:docMk/>
            <pc:sldMk cId="4204421142" sldId="256"/>
            <ac:spMk id="4" creationId="{00000000-0000-0000-0000-000000000000}"/>
          </ac:spMkLst>
        </pc:spChg>
        <pc:spChg chg="mod">
          <ac:chgData name="Fabian Surya Pramudya" userId="f46cf8bb-4ec7-4653-94a9-ff26fa22481f" providerId="ADAL" clId="{951343E5-8655-4A42-BDB5-4D09CCEBB212}" dt="2022-04-05T06:53:20.022" v="6" actId="20577"/>
          <ac:spMkLst>
            <pc:docMk/>
            <pc:sldMk cId="4204421142" sldId="256"/>
            <ac:spMk id="8" creationId="{00000000-0000-0000-0000-000000000000}"/>
          </ac:spMkLst>
        </pc:spChg>
      </pc:sldChg>
    </pc:docChg>
  </pc:docChgLst>
  <pc:docChgLst>
    <pc:chgData name="Fabian" userId="f46cf8bb-4ec7-4653-94a9-ff26fa22481f" providerId="ADAL" clId="{F2534834-B78D-4FA3-9449-04B6EBDD861E}"/>
    <pc:docChg chg="undo custSel modSld">
      <pc:chgData name="Fabian" userId="f46cf8bb-4ec7-4653-94a9-ff26fa22481f" providerId="ADAL" clId="{F2534834-B78D-4FA3-9449-04B6EBDD861E}" dt="2023-11-16T02:03:57.311" v="9" actId="478"/>
      <pc:docMkLst>
        <pc:docMk/>
      </pc:docMkLst>
      <pc:sldChg chg="delSp">
        <pc:chgData name="Fabian" userId="f46cf8bb-4ec7-4653-94a9-ff26fa22481f" providerId="ADAL" clId="{F2534834-B78D-4FA3-9449-04B6EBDD861E}" dt="2023-11-16T02:03:19.581" v="2" actId="478"/>
        <pc:sldMkLst>
          <pc:docMk/>
          <pc:sldMk cId="0" sldId="267"/>
        </pc:sldMkLst>
        <pc:inkChg chg="del">
          <ac:chgData name="Fabian" userId="f46cf8bb-4ec7-4653-94a9-ff26fa22481f" providerId="ADAL" clId="{F2534834-B78D-4FA3-9449-04B6EBDD861E}" dt="2023-11-16T02:03:19.581" v="2" actId="478"/>
          <ac:inkMkLst>
            <pc:docMk/>
            <pc:sldMk cId="0" sldId="267"/>
            <ac:inkMk id="2" creationId="{56BBA501-0CB5-4ECF-8D74-AAE199EDFC39}"/>
          </ac:inkMkLst>
        </pc:inkChg>
      </pc:sldChg>
      <pc:sldChg chg="delSp">
        <pc:chgData name="Fabian" userId="f46cf8bb-4ec7-4653-94a9-ff26fa22481f" providerId="ADAL" clId="{F2534834-B78D-4FA3-9449-04B6EBDD861E}" dt="2023-11-16T02:03:29.762" v="3" actId="478"/>
        <pc:sldMkLst>
          <pc:docMk/>
          <pc:sldMk cId="0" sldId="271"/>
        </pc:sldMkLst>
        <pc:inkChg chg="del">
          <ac:chgData name="Fabian" userId="f46cf8bb-4ec7-4653-94a9-ff26fa22481f" providerId="ADAL" clId="{F2534834-B78D-4FA3-9449-04B6EBDD861E}" dt="2023-11-16T02:03:29.762" v="3" actId="478"/>
          <ac:inkMkLst>
            <pc:docMk/>
            <pc:sldMk cId="0" sldId="271"/>
            <ac:inkMk id="2" creationId="{966D64D7-8618-4153-8704-0ABC1A177FCE}"/>
          </ac:inkMkLst>
        </pc:inkChg>
      </pc:sldChg>
      <pc:sldChg chg="delSp">
        <pc:chgData name="Fabian" userId="f46cf8bb-4ec7-4653-94a9-ff26fa22481f" providerId="ADAL" clId="{F2534834-B78D-4FA3-9449-04B6EBDD861E}" dt="2023-11-16T02:03:42.081" v="4" actId="478"/>
        <pc:sldMkLst>
          <pc:docMk/>
          <pc:sldMk cId="0" sldId="285"/>
        </pc:sldMkLst>
        <pc:inkChg chg="del">
          <ac:chgData name="Fabian" userId="f46cf8bb-4ec7-4653-94a9-ff26fa22481f" providerId="ADAL" clId="{F2534834-B78D-4FA3-9449-04B6EBDD861E}" dt="2023-11-16T02:03:42.081" v="4" actId="478"/>
          <ac:inkMkLst>
            <pc:docMk/>
            <pc:sldMk cId="0" sldId="285"/>
            <ac:inkMk id="2" creationId="{24041A24-63AD-495A-A4B4-72336618BDEE}"/>
          </ac:inkMkLst>
        </pc:inkChg>
      </pc:sldChg>
      <pc:sldChg chg="delSp">
        <pc:chgData name="Fabian" userId="f46cf8bb-4ec7-4653-94a9-ff26fa22481f" providerId="ADAL" clId="{F2534834-B78D-4FA3-9449-04B6EBDD861E}" dt="2023-11-16T02:03:46.429" v="5" actId="478"/>
        <pc:sldMkLst>
          <pc:docMk/>
          <pc:sldMk cId="0" sldId="306"/>
        </pc:sldMkLst>
        <pc:grpChg chg="del">
          <ac:chgData name="Fabian" userId="f46cf8bb-4ec7-4653-94a9-ff26fa22481f" providerId="ADAL" clId="{F2534834-B78D-4FA3-9449-04B6EBDD861E}" dt="2023-11-16T02:03:46.429" v="5" actId="478"/>
          <ac:grpSpMkLst>
            <pc:docMk/>
            <pc:sldMk cId="0" sldId="306"/>
            <ac:grpSpMk id="60" creationId="{D7DA0273-3E62-49DA-B7D3-EA1BF20FE26B}"/>
          </ac:grpSpMkLst>
        </pc:grpChg>
      </pc:sldChg>
      <pc:sldChg chg="delSp">
        <pc:chgData name="Fabian" userId="f46cf8bb-4ec7-4653-94a9-ff26fa22481f" providerId="ADAL" clId="{F2534834-B78D-4FA3-9449-04B6EBDD861E}" dt="2023-11-16T02:03:57.311" v="9" actId="478"/>
        <pc:sldMkLst>
          <pc:docMk/>
          <pc:sldMk cId="0" sldId="307"/>
        </pc:sldMkLst>
        <pc:inkChg chg="del">
          <ac:chgData name="Fabian" userId="f46cf8bb-4ec7-4653-94a9-ff26fa22481f" providerId="ADAL" clId="{F2534834-B78D-4FA3-9449-04B6EBDD861E}" dt="2023-11-16T02:03:57.311" v="9" actId="478"/>
          <ac:inkMkLst>
            <pc:docMk/>
            <pc:sldMk cId="0" sldId="307"/>
            <ac:inkMk id="2" creationId="{0FF0B06F-15E8-42E9-96F5-D1B21703000A}"/>
          </ac:inkMkLst>
        </pc:inkChg>
      </pc:sldChg>
      <pc:sldChg chg="delSp">
        <pc:chgData name="Fabian" userId="f46cf8bb-4ec7-4653-94a9-ff26fa22481f" providerId="ADAL" clId="{F2534834-B78D-4FA3-9449-04B6EBDD861E}" dt="2023-11-16T02:03:16.970" v="1" actId="478"/>
        <pc:sldMkLst>
          <pc:docMk/>
          <pc:sldMk cId="0" sldId="328"/>
        </pc:sldMkLst>
        <pc:inkChg chg="del">
          <ac:chgData name="Fabian" userId="f46cf8bb-4ec7-4653-94a9-ff26fa22481f" providerId="ADAL" clId="{F2534834-B78D-4FA3-9449-04B6EBDD861E}" dt="2023-11-16T02:03:16.970" v="1" actId="478"/>
          <ac:inkMkLst>
            <pc:docMk/>
            <pc:sldMk cId="0" sldId="328"/>
            <ac:inkMk id="3" creationId="{A3B01CD7-F36D-4A28-858C-DAE8DF5DA120}"/>
          </ac:inkMkLst>
        </pc:inkChg>
      </pc:sldChg>
      <pc:sldChg chg="addSp delSp">
        <pc:chgData name="Fabian" userId="f46cf8bb-4ec7-4653-94a9-ff26fa22481f" providerId="ADAL" clId="{F2534834-B78D-4FA3-9449-04B6EBDD861E}" dt="2023-11-16T02:03:54.219" v="8" actId="478"/>
        <pc:sldMkLst>
          <pc:docMk/>
          <pc:sldMk cId="28520196" sldId="331"/>
        </pc:sldMkLst>
        <pc:inkChg chg="add del">
          <ac:chgData name="Fabian" userId="f46cf8bb-4ec7-4653-94a9-ff26fa22481f" providerId="ADAL" clId="{F2534834-B78D-4FA3-9449-04B6EBDD861E}" dt="2023-11-16T02:03:54.219" v="8" actId="478"/>
          <ac:inkMkLst>
            <pc:docMk/>
            <pc:sldMk cId="28520196" sldId="331"/>
            <ac:inkMk id="2" creationId="{0ACC1BFA-14ED-456D-BDAF-BE0207B2CBC0}"/>
          </ac:inkMkLst>
        </pc:inkChg>
      </pc:sldChg>
      <pc:sldChg chg="delSp">
        <pc:chgData name="Fabian" userId="f46cf8bb-4ec7-4653-94a9-ff26fa22481f" providerId="ADAL" clId="{F2534834-B78D-4FA3-9449-04B6EBDD861E}" dt="2023-11-16T02:03:14.062" v="0" actId="478"/>
        <pc:sldMkLst>
          <pc:docMk/>
          <pc:sldMk cId="1959652661" sldId="332"/>
        </pc:sldMkLst>
        <pc:inkChg chg="del">
          <ac:chgData name="Fabian" userId="f46cf8bb-4ec7-4653-94a9-ff26fa22481f" providerId="ADAL" clId="{F2534834-B78D-4FA3-9449-04B6EBDD861E}" dt="2023-11-16T02:03:14.062" v="0" actId="478"/>
          <ac:inkMkLst>
            <pc:docMk/>
            <pc:sldMk cId="1959652661" sldId="332"/>
            <ac:inkMk id="2" creationId="{3A593646-2C40-4A1B-BCB6-1375A93AB65F}"/>
          </ac:inkMkLst>
        </pc:inkChg>
      </pc:sldChg>
    </pc:docChg>
  </pc:docChgLst>
  <pc:docChgLst>
    <pc:chgData name="Fabian" userId="f46cf8bb-4ec7-4653-94a9-ff26fa22481f" providerId="ADAL" clId="{89575C52-04CD-4D45-B737-0DEA0131A383}"/>
    <pc:docChg chg="modSld">
      <pc:chgData name="Fabian" userId="f46cf8bb-4ec7-4653-94a9-ff26fa22481f" providerId="ADAL" clId="{89575C52-04CD-4D45-B737-0DEA0131A383}" dt="2023-05-12T10:13:44.187" v="0" actId="14100"/>
      <pc:docMkLst>
        <pc:docMk/>
      </pc:docMkLst>
      <pc:sldChg chg="modSp">
        <pc:chgData name="Fabian" userId="f46cf8bb-4ec7-4653-94a9-ff26fa22481f" providerId="ADAL" clId="{89575C52-04CD-4D45-B737-0DEA0131A383}" dt="2023-05-12T10:13:44.187" v="0" actId="14100"/>
        <pc:sldMkLst>
          <pc:docMk/>
          <pc:sldMk cId="0" sldId="271"/>
        </pc:sldMkLst>
        <pc:picChg chg="mod">
          <ac:chgData name="Fabian" userId="f46cf8bb-4ec7-4653-94a9-ff26fa22481f" providerId="ADAL" clId="{89575C52-04CD-4D45-B737-0DEA0131A383}" dt="2023-05-12T10:13:44.187" v="0" actId="14100"/>
          <ac:picMkLst>
            <pc:docMk/>
            <pc:sldMk cId="0" sldId="271"/>
            <ac:picMk id="13316" creationId="{241F6467-2EBF-4424-85B1-F3AC5ADDD03C}"/>
          </ac:picMkLst>
        </pc:picChg>
      </pc:sldChg>
    </pc:docChg>
  </pc:docChgLst>
  <pc:docChgLst>
    <pc:chgData name="Fabian" userId="f46cf8bb-4ec7-4653-94a9-ff26fa22481f" providerId="ADAL" clId="{3885CF43-0314-46E7-AAFF-6126CB70B53D}"/>
    <pc:docChg chg="modSld">
      <pc:chgData name="Fabian" userId="f46cf8bb-4ec7-4653-94a9-ff26fa22481f" providerId="ADAL" clId="{3885CF43-0314-46E7-AAFF-6126CB70B53D}" dt="2023-10-26T12:39:52.907" v="34"/>
      <pc:docMkLst>
        <pc:docMk/>
      </pc:docMkLst>
      <pc:sldChg chg="addSp">
        <pc:chgData name="Fabian" userId="f46cf8bb-4ec7-4653-94a9-ff26fa22481f" providerId="ADAL" clId="{3885CF43-0314-46E7-AAFF-6126CB70B53D}" dt="2023-10-26T12:37:48.565" v="0"/>
        <pc:sldMkLst>
          <pc:docMk/>
          <pc:sldMk cId="0" sldId="267"/>
        </pc:sldMkLst>
        <pc:inkChg chg="add">
          <ac:chgData name="Fabian" userId="f46cf8bb-4ec7-4653-94a9-ff26fa22481f" providerId="ADAL" clId="{3885CF43-0314-46E7-AAFF-6126CB70B53D}" dt="2023-10-26T12:37:48.565" v="0"/>
          <ac:inkMkLst>
            <pc:docMk/>
            <pc:sldMk cId="0" sldId="267"/>
            <ac:inkMk id="2" creationId="{56BBA501-0CB5-4ECF-8D74-AAE199EDFC39}"/>
          </ac:inkMkLst>
        </pc:inkChg>
      </pc:sldChg>
      <pc:sldChg chg="addSp">
        <pc:chgData name="Fabian" userId="f46cf8bb-4ec7-4653-94a9-ff26fa22481f" providerId="ADAL" clId="{3885CF43-0314-46E7-AAFF-6126CB70B53D}" dt="2023-10-26T12:37:48.565" v="0"/>
        <pc:sldMkLst>
          <pc:docMk/>
          <pc:sldMk cId="0" sldId="268"/>
        </pc:sldMkLst>
        <pc:inkChg chg="add">
          <ac:chgData name="Fabian" userId="f46cf8bb-4ec7-4653-94a9-ff26fa22481f" providerId="ADAL" clId="{3885CF43-0314-46E7-AAFF-6126CB70B53D}" dt="2023-10-26T12:37:48.565" v="0"/>
          <ac:inkMkLst>
            <pc:docMk/>
            <pc:sldMk cId="0" sldId="268"/>
            <ac:inkMk id="2" creationId="{21915EBE-7233-4A19-8FD7-4BF5963EF434}"/>
          </ac:inkMkLst>
        </pc:inkChg>
      </pc:sldChg>
      <pc:sldChg chg="addSp">
        <pc:chgData name="Fabian" userId="f46cf8bb-4ec7-4653-94a9-ff26fa22481f" providerId="ADAL" clId="{3885CF43-0314-46E7-AAFF-6126CB70B53D}" dt="2023-10-26T12:37:48.565" v="0"/>
        <pc:sldMkLst>
          <pc:docMk/>
          <pc:sldMk cId="0" sldId="269"/>
        </pc:sldMkLst>
        <pc:inkChg chg="add">
          <ac:chgData name="Fabian" userId="f46cf8bb-4ec7-4653-94a9-ff26fa22481f" providerId="ADAL" clId="{3885CF43-0314-46E7-AAFF-6126CB70B53D}" dt="2023-10-26T12:37:48.565" v="0"/>
          <ac:inkMkLst>
            <pc:docMk/>
            <pc:sldMk cId="0" sldId="269"/>
            <ac:inkMk id="2" creationId="{9D089120-5A13-4851-9A48-991F1083CC6D}"/>
          </ac:inkMkLst>
        </pc:inkChg>
      </pc:sldChg>
      <pc:sldChg chg="addSp">
        <pc:chgData name="Fabian" userId="f46cf8bb-4ec7-4653-94a9-ff26fa22481f" providerId="ADAL" clId="{3885CF43-0314-46E7-AAFF-6126CB70B53D}" dt="2023-10-26T12:37:48.565" v="0"/>
        <pc:sldMkLst>
          <pc:docMk/>
          <pc:sldMk cId="0" sldId="271"/>
        </pc:sldMkLst>
        <pc:inkChg chg="add">
          <ac:chgData name="Fabian" userId="f46cf8bb-4ec7-4653-94a9-ff26fa22481f" providerId="ADAL" clId="{3885CF43-0314-46E7-AAFF-6126CB70B53D}" dt="2023-10-26T12:37:48.565" v="0"/>
          <ac:inkMkLst>
            <pc:docMk/>
            <pc:sldMk cId="0" sldId="271"/>
            <ac:inkMk id="2" creationId="{966D64D7-8618-4153-8704-0ABC1A177FCE}"/>
          </ac:inkMkLst>
        </pc:inkChg>
      </pc:sldChg>
      <pc:sldChg chg="addSp">
        <pc:chgData name="Fabian" userId="f46cf8bb-4ec7-4653-94a9-ff26fa22481f" providerId="ADAL" clId="{3885CF43-0314-46E7-AAFF-6126CB70B53D}" dt="2023-10-26T12:37:48.565" v="0"/>
        <pc:sldMkLst>
          <pc:docMk/>
          <pc:sldMk cId="0" sldId="283"/>
        </pc:sldMkLst>
        <pc:inkChg chg="add">
          <ac:chgData name="Fabian" userId="f46cf8bb-4ec7-4653-94a9-ff26fa22481f" providerId="ADAL" clId="{3885CF43-0314-46E7-AAFF-6126CB70B53D}" dt="2023-10-26T12:37:48.565" v="0"/>
          <ac:inkMkLst>
            <pc:docMk/>
            <pc:sldMk cId="0" sldId="283"/>
            <ac:inkMk id="2" creationId="{DDDDE6F4-94A7-4CD8-8572-C45C8086B87B}"/>
          </ac:inkMkLst>
        </pc:inkChg>
      </pc:sldChg>
      <pc:sldChg chg="addSp">
        <pc:chgData name="Fabian" userId="f46cf8bb-4ec7-4653-94a9-ff26fa22481f" providerId="ADAL" clId="{3885CF43-0314-46E7-AAFF-6126CB70B53D}" dt="2023-10-26T12:37:48.565" v="0"/>
        <pc:sldMkLst>
          <pc:docMk/>
          <pc:sldMk cId="0" sldId="285"/>
        </pc:sldMkLst>
        <pc:inkChg chg="add">
          <ac:chgData name="Fabian" userId="f46cf8bb-4ec7-4653-94a9-ff26fa22481f" providerId="ADAL" clId="{3885CF43-0314-46E7-AAFF-6126CB70B53D}" dt="2023-10-26T12:37:48.565" v="0"/>
          <ac:inkMkLst>
            <pc:docMk/>
            <pc:sldMk cId="0" sldId="285"/>
            <ac:inkMk id="2" creationId="{24041A24-63AD-495A-A4B4-72336618BDEE}"/>
          </ac:inkMkLst>
        </pc:inkChg>
      </pc:sldChg>
      <pc:sldChg chg="addSp">
        <pc:chgData name="Fabian" userId="f46cf8bb-4ec7-4653-94a9-ff26fa22481f" providerId="ADAL" clId="{3885CF43-0314-46E7-AAFF-6126CB70B53D}" dt="2023-10-26T12:37:48.565" v="0"/>
        <pc:sldMkLst>
          <pc:docMk/>
          <pc:sldMk cId="0" sldId="293"/>
        </pc:sldMkLst>
        <pc:inkChg chg="add">
          <ac:chgData name="Fabian" userId="f46cf8bb-4ec7-4653-94a9-ff26fa22481f" providerId="ADAL" clId="{3885CF43-0314-46E7-AAFF-6126CB70B53D}" dt="2023-10-26T12:37:48.565" v="0"/>
          <ac:inkMkLst>
            <pc:docMk/>
            <pc:sldMk cId="0" sldId="293"/>
            <ac:inkMk id="3" creationId="{91AF74F1-F80D-4D96-A89D-78913F0285D3}"/>
          </ac:inkMkLst>
        </pc:inkChg>
      </pc:sldChg>
      <pc:sldChg chg="addSp delSp modSp">
        <pc:chgData name="Fabian" userId="f46cf8bb-4ec7-4653-94a9-ff26fa22481f" providerId="ADAL" clId="{3885CF43-0314-46E7-AAFF-6126CB70B53D}" dt="2023-10-26T12:39:52.907" v="34"/>
        <pc:sldMkLst>
          <pc:docMk/>
          <pc:sldMk cId="0" sldId="306"/>
        </pc:sldMkLst>
        <pc:grpChg chg="del mod">
          <ac:chgData name="Fabian" userId="f46cf8bb-4ec7-4653-94a9-ff26fa22481f" providerId="ADAL" clId="{3885CF43-0314-46E7-AAFF-6126CB70B53D}" dt="2023-10-26T12:39:00.553" v="8"/>
          <ac:grpSpMkLst>
            <pc:docMk/>
            <pc:sldMk cId="0" sldId="306"/>
            <ac:grpSpMk id="30" creationId="{B77B4E5D-FB6C-4B37-8459-9F8A1828360E}"/>
          </ac:grpSpMkLst>
        </pc:grpChg>
        <pc:grpChg chg="del mod">
          <ac:chgData name="Fabian" userId="f46cf8bb-4ec7-4653-94a9-ff26fa22481f" providerId="ADAL" clId="{3885CF43-0314-46E7-AAFF-6126CB70B53D}" dt="2023-10-26T12:39:07.831" v="14"/>
          <ac:grpSpMkLst>
            <pc:docMk/>
            <pc:sldMk cId="0" sldId="306"/>
            <ac:grpSpMk id="33" creationId="{D1BACDFE-87B6-43BF-BDDF-AD8D12A319DE}"/>
          </ac:grpSpMkLst>
        </pc:grpChg>
        <pc:grpChg chg="del mod">
          <ac:chgData name="Fabian" userId="f46cf8bb-4ec7-4653-94a9-ff26fa22481f" providerId="ADAL" clId="{3885CF43-0314-46E7-AAFF-6126CB70B53D}" dt="2023-10-26T12:39:13.233" v="18"/>
          <ac:grpSpMkLst>
            <pc:docMk/>
            <pc:sldMk cId="0" sldId="306"/>
            <ac:grpSpMk id="39" creationId="{6C111851-484B-48A4-BD8A-96FE79733F4E}"/>
          </ac:grpSpMkLst>
        </pc:grpChg>
        <pc:grpChg chg="del mod">
          <ac:chgData name="Fabian" userId="f46cf8bb-4ec7-4653-94a9-ff26fa22481f" providerId="ADAL" clId="{3885CF43-0314-46E7-AAFF-6126CB70B53D}" dt="2023-10-26T12:39:19.188" v="23"/>
          <ac:grpSpMkLst>
            <pc:docMk/>
            <pc:sldMk cId="0" sldId="306"/>
            <ac:grpSpMk id="43" creationId="{3A1A1ED4-4EA4-4C39-AFD0-5622082CDD67}"/>
          </ac:grpSpMkLst>
        </pc:grpChg>
        <pc:grpChg chg="del mod">
          <ac:chgData name="Fabian" userId="f46cf8bb-4ec7-4653-94a9-ff26fa22481f" providerId="ADAL" clId="{3885CF43-0314-46E7-AAFF-6126CB70B53D}" dt="2023-10-26T12:39:25.397" v="26"/>
          <ac:grpSpMkLst>
            <pc:docMk/>
            <pc:sldMk cId="0" sldId="306"/>
            <ac:grpSpMk id="48" creationId="{66F10DF5-9E1B-42B9-A916-25B3C33A499D}"/>
          </ac:grpSpMkLst>
        </pc:grpChg>
        <pc:grpChg chg="mod">
          <ac:chgData name="Fabian" userId="f46cf8bb-4ec7-4653-94a9-ff26fa22481f" providerId="ADAL" clId="{3885CF43-0314-46E7-AAFF-6126CB70B53D}" dt="2023-10-26T12:39:25.397" v="26"/>
          <ac:grpSpMkLst>
            <pc:docMk/>
            <pc:sldMk cId="0" sldId="306"/>
            <ac:grpSpMk id="51" creationId="{498F2B76-89B0-43E3-8A55-13E50D1ACE2D}"/>
          </ac:grpSpMkLst>
        </pc:grpChg>
        <pc:grpChg chg="mod">
          <ac:chgData name="Fabian" userId="f46cf8bb-4ec7-4653-94a9-ff26fa22481f" providerId="ADAL" clId="{3885CF43-0314-46E7-AAFF-6126CB70B53D}" dt="2023-10-26T12:39:52.907" v="34"/>
          <ac:grpSpMkLst>
            <pc:docMk/>
            <pc:sldMk cId="0" sldId="306"/>
            <ac:grpSpMk id="59" creationId="{41B93382-F719-4435-BA5E-F50D2035FB38}"/>
          </ac:grpSpMkLst>
        </pc:grpChg>
        <pc:grpChg chg="mod">
          <ac:chgData name="Fabian" userId="f46cf8bb-4ec7-4653-94a9-ff26fa22481f" providerId="ADAL" clId="{3885CF43-0314-46E7-AAFF-6126CB70B53D}" dt="2023-10-26T12:39:52.907" v="34"/>
          <ac:grpSpMkLst>
            <pc:docMk/>
            <pc:sldMk cId="0" sldId="306"/>
            <ac:grpSpMk id="60" creationId="{D7DA0273-3E62-49DA-B7D3-EA1BF20FE26B}"/>
          </ac:grpSpMkLst>
        </pc:grpChg>
        <pc:inkChg chg="add mod">
          <ac:chgData name="Fabian" userId="f46cf8bb-4ec7-4653-94a9-ff26fa22481f" providerId="ADAL" clId="{3885CF43-0314-46E7-AAFF-6126CB70B53D}" dt="2023-10-26T12:39:25.397" v="26"/>
          <ac:inkMkLst>
            <pc:docMk/>
            <pc:sldMk cId="0" sldId="306"/>
            <ac:inkMk id="3" creationId="{4F82B386-422C-4C4B-8655-F9554CB42937}"/>
          </ac:inkMkLst>
        </pc:inkChg>
        <pc:inkChg chg="add mod">
          <ac:chgData name="Fabian" userId="f46cf8bb-4ec7-4653-94a9-ff26fa22481f" providerId="ADAL" clId="{3885CF43-0314-46E7-AAFF-6126CB70B53D}" dt="2023-10-26T12:39:25.397" v="26"/>
          <ac:inkMkLst>
            <pc:docMk/>
            <pc:sldMk cId="0" sldId="306"/>
            <ac:inkMk id="4" creationId="{B6A97E91-5C9C-4ED3-89F1-C4DB84FE9ABB}"/>
          </ac:inkMkLst>
        </pc:inkChg>
        <pc:inkChg chg="add mod">
          <ac:chgData name="Fabian" userId="f46cf8bb-4ec7-4653-94a9-ff26fa22481f" providerId="ADAL" clId="{3885CF43-0314-46E7-AAFF-6126CB70B53D}" dt="2023-10-26T12:39:25.397" v="26"/>
          <ac:inkMkLst>
            <pc:docMk/>
            <pc:sldMk cId="0" sldId="306"/>
            <ac:inkMk id="5" creationId="{B012F14A-85BA-4679-BBB1-54795AF8D240}"/>
          </ac:inkMkLst>
        </pc:inkChg>
        <pc:inkChg chg="add mod">
          <ac:chgData name="Fabian" userId="f46cf8bb-4ec7-4653-94a9-ff26fa22481f" providerId="ADAL" clId="{3885CF43-0314-46E7-AAFF-6126CB70B53D}" dt="2023-10-26T12:39:25.397" v="26"/>
          <ac:inkMkLst>
            <pc:docMk/>
            <pc:sldMk cId="0" sldId="306"/>
            <ac:inkMk id="6" creationId="{02917229-D146-4FAA-BBA8-F949AD5ECB7E}"/>
          </ac:inkMkLst>
        </pc:inkChg>
        <pc:inkChg chg="add mod">
          <ac:chgData name="Fabian" userId="f46cf8bb-4ec7-4653-94a9-ff26fa22481f" providerId="ADAL" clId="{3885CF43-0314-46E7-AAFF-6126CB70B53D}" dt="2023-10-26T12:39:25.397" v="26"/>
          <ac:inkMkLst>
            <pc:docMk/>
            <pc:sldMk cId="0" sldId="306"/>
            <ac:inkMk id="31" creationId="{A9AEF8D8-E081-4E98-9440-16428F6211D8}"/>
          </ac:inkMkLst>
        </pc:inkChg>
        <pc:inkChg chg="add mod">
          <ac:chgData name="Fabian" userId="f46cf8bb-4ec7-4653-94a9-ff26fa22481f" providerId="ADAL" clId="{3885CF43-0314-46E7-AAFF-6126CB70B53D}" dt="2023-10-26T12:39:25.397" v="26"/>
          <ac:inkMkLst>
            <pc:docMk/>
            <pc:sldMk cId="0" sldId="306"/>
            <ac:inkMk id="32" creationId="{06AAD8BC-FB1F-4E65-8F81-B48635C477D3}"/>
          </ac:inkMkLst>
        </pc:inkChg>
        <pc:inkChg chg="add mod">
          <ac:chgData name="Fabian" userId="f46cf8bb-4ec7-4653-94a9-ff26fa22481f" providerId="ADAL" clId="{3885CF43-0314-46E7-AAFF-6126CB70B53D}" dt="2023-10-26T12:39:25.397" v="26"/>
          <ac:inkMkLst>
            <pc:docMk/>
            <pc:sldMk cId="0" sldId="306"/>
            <ac:inkMk id="34" creationId="{7605FEFA-E3E5-4F95-8425-298B607A9B4A}"/>
          </ac:inkMkLst>
        </pc:inkChg>
        <pc:inkChg chg="add mod">
          <ac:chgData name="Fabian" userId="f46cf8bb-4ec7-4653-94a9-ff26fa22481f" providerId="ADAL" clId="{3885CF43-0314-46E7-AAFF-6126CB70B53D}" dt="2023-10-26T12:39:25.397" v="26"/>
          <ac:inkMkLst>
            <pc:docMk/>
            <pc:sldMk cId="0" sldId="306"/>
            <ac:inkMk id="35" creationId="{69086DF5-986D-4B7E-966F-48A1DE1F2B9C}"/>
          </ac:inkMkLst>
        </pc:inkChg>
        <pc:inkChg chg="add mod">
          <ac:chgData name="Fabian" userId="f46cf8bb-4ec7-4653-94a9-ff26fa22481f" providerId="ADAL" clId="{3885CF43-0314-46E7-AAFF-6126CB70B53D}" dt="2023-10-26T12:39:25.397" v="26"/>
          <ac:inkMkLst>
            <pc:docMk/>
            <pc:sldMk cId="0" sldId="306"/>
            <ac:inkMk id="36" creationId="{E0513FA4-CD8C-48F7-8EC5-E2A0EE0CA2EB}"/>
          </ac:inkMkLst>
        </pc:inkChg>
        <pc:inkChg chg="add mod">
          <ac:chgData name="Fabian" userId="f46cf8bb-4ec7-4653-94a9-ff26fa22481f" providerId="ADAL" clId="{3885CF43-0314-46E7-AAFF-6126CB70B53D}" dt="2023-10-26T12:39:25.397" v="26"/>
          <ac:inkMkLst>
            <pc:docMk/>
            <pc:sldMk cId="0" sldId="306"/>
            <ac:inkMk id="37" creationId="{3E43805C-DF86-4170-AE2F-D73F6E7FA8B6}"/>
          </ac:inkMkLst>
        </pc:inkChg>
        <pc:inkChg chg="add mod">
          <ac:chgData name="Fabian" userId="f46cf8bb-4ec7-4653-94a9-ff26fa22481f" providerId="ADAL" clId="{3885CF43-0314-46E7-AAFF-6126CB70B53D}" dt="2023-10-26T12:39:25.397" v="26"/>
          <ac:inkMkLst>
            <pc:docMk/>
            <pc:sldMk cId="0" sldId="306"/>
            <ac:inkMk id="38" creationId="{D46C322C-12C7-4CBD-B70E-15EAF79BE615}"/>
          </ac:inkMkLst>
        </pc:inkChg>
        <pc:inkChg chg="add mod">
          <ac:chgData name="Fabian" userId="f46cf8bb-4ec7-4653-94a9-ff26fa22481f" providerId="ADAL" clId="{3885CF43-0314-46E7-AAFF-6126CB70B53D}" dt="2023-10-26T12:39:25.397" v="26"/>
          <ac:inkMkLst>
            <pc:docMk/>
            <pc:sldMk cId="0" sldId="306"/>
            <ac:inkMk id="40" creationId="{82B7F49B-EDD7-4320-A5C9-EC1D1A3374B9}"/>
          </ac:inkMkLst>
        </pc:inkChg>
        <pc:inkChg chg="add mod">
          <ac:chgData name="Fabian" userId="f46cf8bb-4ec7-4653-94a9-ff26fa22481f" providerId="ADAL" clId="{3885CF43-0314-46E7-AAFF-6126CB70B53D}" dt="2023-10-26T12:39:25.397" v="26"/>
          <ac:inkMkLst>
            <pc:docMk/>
            <pc:sldMk cId="0" sldId="306"/>
            <ac:inkMk id="41" creationId="{50D2972A-7DB5-466E-8993-B21FF35CF1B8}"/>
          </ac:inkMkLst>
        </pc:inkChg>
        <pc:inkChg chg="add mod">
          <ac:chgData name="Fabian" userId="f46cf8bb-4ec7-4653-94a9-ff26fa22481f" providerId="ADAL" clId="{3885CF43-0314-46E7-AAFF-6126CB70B53D}" dt="2023-10-26T12:39:25.397" v="26"/>
          <ac:inkMkLst>
            <pc:docMk/>
            <pc:sldMk cId="0" sldId="306"/>
            <ac:inkMk id="42" creationId="{C89585E4-A645-4998-94BA-7CC6839D5CA8}"/>
          </ac:inkMkLst>
        </pc:inkChg>
        <pc:inkChg chg="add mod">
          <ac:chgData name="Fabian" userId="f46cf8bb-4ec7-4653-94a9-ff26fa22481f" providerId="ADAL" clId="{3885CF43-0314-46E7-AAFF-6126CB70B53D}" dt="2023-10-26T12:39:25.397" v="26"/>
          <ac:inkMkLst>
            <pc:docMk/>
            <pc:sldMk cId="0" sldId="306"/>
            <ac:inkMk id="44" creationId="{F620EB6B-7EDB-44D2-ACC0-5D483466B72D}"/>
          </ac:inkMkLst>
        </pc:inkChg>
        <pc:inkChg chg="add mod">
          <ac:chgData name="Fabian" userId="f46cf8bb-4ec7-4653-94a9-ff26fa22481f" providerId="ADAL" clId="{3885CF43-0314-46E7-AAFF-6126CB70B53D}" dt="2023-10-26T12:39:25.397" v="26"/>
          <ac:inkMkLst>
            <pc:docMk/>
            <pc:sldMk cId="0" sldId="306"/>
            <ac:inkMk id="45" creationId="{EE3622BF-58FD-4F4A-9555-CC64C2D2CCB9}"/>
          </ac:inkMkLst>
        </pc:inkChg>
        <pc:inkChg chg="add mod">
          <ac:chgData name="Fabian" userId="f46cf8bb-4ec7-4653-94a9-ff26fa22481f" providerId="ADAL" clId="{3885CF43-0314-46E7-AAFF-6126CB70B53D}" dt="2023-10-26T12:39:25.397" v="26"/>
          <ac:inkMkLst>
            <pc:docMk/>
            <pc:sldMk cId="0" sldId="306"/>
            <ac:inkMk id="46" creationId="{F0C98F0F-989F-47DA-9265-2935F6964C90}"/>
          </ac:inkMkLst>
        </pc:inkChg>
        <pc:inkChg chg="add mod">
          <ac:chgData name="Fabian" userId="f46cf8bb-4ec7-4653-94a9-ff26fa22481f" providerId="ADAL" clId="{3885CF43-0314-46E7-AAFF-6126CB70B53D}" dt="2023-10-26T12:39:25.397" v="26"/>
          <ac:inkMkLst>
            <pc:docMk/>
            <pc:sldMk cId="0" sldId="306"/>
            <ac:inkMk id="47" creationId="{61F4CFFB-91FF-4627-A29A-22041F031705}"/>
          </ac:inkMkLst>
        </pc:inkChg>
        <pc:inkChg chg="add mod">
          <ac:chgData name="Fabian" userId="f46cf8bb-4ec7-4653-94a9-ff26fa22481f" providerId="ADAL" clId="{3885CF43-0314-46E7-AAFF-6126CB70B53D}" dt="2023-10-26T12:39:25.397" v="26"/>
          <ac:inkMkLst>
            <pc:docMk/>
            <pc:sldMk cId="0" sldId="306"/>
            <ac:inkMk id="49" creationId="{F7DACEE8-BFE4-41E0-80F5-EE6A6116174C}"/>
          </ac:inkMkLst>
        </pc:inkChg>
        <pc:inkChg chg="add mod">
          <ac:chgData name="Fabian" userId="f46cf8bb-4ec7-4653-94a9-ff26fa22481f" providerId="ADAL" clId="{3885CF43-0314-46E7-AAFF-6126CB70B53D}" dt="2023-10-26T12:39:25.397" v="26"/>
          <ac:inkMkLst>
            <pc:docMk/>
            <pc:sldMk cId="0" sldId="306"/>
            <ac:inkMk id="50" creationId="{1B2E72DB-B01B-4139-BAAD-0F29BCE22083}"/>
          </ac:inkMkLst>
        </pc:inkChg>
        <pc:inkChg chg="add">
          <ac:chgData name="Fabian" userId="f46cf8bb-4ec7-4653-94a9-ff26fa22481f" providerId="ADAL" clId="{3885CF43-0314-46E7-AAFF-6126CB70B53D}" dt="2023-10-26T12:39:28.419" v="27" actId="9405"/>
          <ac:inkMkLst>
            <pc:docMk/>
            <pc:sldMk cId="0" sldId="306"/>
            <ac:inkMk id="52" creationId="{C18F5228-D3F0-4995-8098-BE51BF22EC6C}"/>
          </ac:inkMkLst>
        </pc:inkChg>
        <pc:inkChg chg="add mod">
          <ac:chgData name="Fabian" userId="f46cf8bb-4ec7-4653-94a9-ff26fa22481f" providerId="ADAL" clId="{3885CF43-0314-46E7-AAFF-6126CB70B53D}" dt="2023-10-26T12:39:52.907" v="34"/>
          <ac:inkMkLst>
            <pc:docMk/>
            <pc:sldMk cId="0" sldId="306"/>
            <ac:inkMk id="53" creationId="{583E2443-7A6F-491E-AF82-4FBAA95D0064}"/>
          </ac:inkMkLst>
        </pc:inkChg>
        <pc:inkChg chg="add mod">
          <ac:chgData name="Fabian" userId="f46cf8bb-4ec7-4653-94a9-ff26fa22481f" providerId="ADAL" clId="{3885CF43-0314-46E7-AAFF-6126CB70B53D}" dt="2023-10-26T12:39:52.907" v="34"/>
          <ac:inkMkLst>
            <pc:docMk/>
            <pc:sldMk cId="0" sldId="306"/>
            <ac:inkMk id="54" creationId="{95092B9C-C6FB-4F1D-9685-E749F2BB1060}"/>
          </ac:inkMkLst>
        </pc:inkChg>
        <pc:inkChg chg="add mod">
          <ac:chgData name="Fabian" userId="f46cf8bb-4ec7-4653-94a9-ff26fa22481f" providerId="ADAL" clId="{3885CF43-0314-46E7-AAFF-6126CB70B53D}" dt="2023-10-26T12:39:52.907" v="34"/>
          <ac:inkMkLst>
            <pc:docMk/>
            <pc:sldMk cId="0" sldId="306"/>
            <ac:inkMk id="55" creationId="{AE29BA70-3DF0-4CC4-BC24-BF7B2B0FD2BA}"/>
          </ac:inkMkLst>
        </pc:inkChg>
        <pc:inkChg chg="add mod">
          <ac:chgData name="Fabian" userId="f46cf8bb-4ec7-4653-94a9-ff26fa22481f" providerId="ADAL" clId="{3885CF43-0314-46E7-AAFF-6126CB70B53D}" dt="2023-10-26T12:39:52.907" v="34"/>
          <ac:inkMkLst>
            <pc:docMk/>
            <pc:sldMk cId="0" sldId="306"/>
            <ac:inkMk id="56" creationId="{5E92025B-D6D7-4239-98A2-2C818B06718E}"/>
          </ac:inkMkLst>
        </pc:inkChg>
        <pc:inkChg chg="add mod">
          <ac:chgData name="Fabian" userId="f46cf8bb-4ec7-4653-94a9-ff26fa22481f" providerId="ADAL" clId="{3885CF43-0314-46E7-AAFF-6126CB70B53D}" dt="2023-10-26T12:39:52.907" v="34"/>
          <ac:inkMkLst>
            <pc:docMk/>
            <pc:sldMk cId="0" sldId="306"/>
            <ac:inkMk id="57" creationId="{1DD3DA7D-5628-4870-A1A5-9C3AB6243692}"/>
          </ac:inkMkLst>
        </pc:inkChg>
        <pc:inkChg chg="add mod">
          <ac:chgData name="Fabian" userId="f46cf8bb-4ec7-4653-94a9-ff26fa22481f" providerId="ADAL" clId="{3885CF43-0314-46E7-AAFF-6126CB70B53D}" dt="2023-10-26T12:39:52.907" v="34"/>
          <ac:inkMkLst>
            <pc:docMk/>
            <pc:sldMk cId="0" sldId="306"/>
            <ac:inkMk id="58" creationId="{A90BAC70-45C4-4F71-9BE4-62A39AC137E5}"/>
          </ac:inkMkLst>
        </pc:inkChg>
      </pc:sldChg>
      <pc:sldChg chg="addSp">
        <pc:chgData name="Fabian" userId="f46cf8bb-4ec7-4653-94a9-ff26fa22481f" providerId="ADAL" clId="{3885CF43-0314-46E7-AAFF-6126CB70B53D}" dt="2023-10-26T12:37:48.565" v="0"/>
        <pc:sldMkLst>
          <pc:docMk/>
          <pc:sldMk cId="0" sldId="307"/>
        </pc:sldMkLst>
        <pc:inkChg chg="add">
          <ac:chgData name="Fabian" userId="f46cf8bb-4ec7-4653-94a9-ff26fa22481f" providerId="ADAL" clId="{3885CF43-0314-46E7-AAFF-6126CB70B53D}" dt="2023-10-26T12:37:48.565" v="0"/>
          <ac:inkMkLst>
            <pc:docMk/>
            <pc:sldMk cId="0" sldId="307"/>
            <ac:inkMk id="2" creationId="{0FF0B06F-15E8-42E9-96F5-D1B21703000A}"/>
          </ac:inkMkLst>
        </pc:inkChg>
      </pc:sldChg>
      <pc:sldChg chg="addSp">
        <pc:chgData name="Fabian" userId="f46cf8bb-4ec7-4653-94a9-ff26fa22481f" providerId="ADAL" clId="{3885CF43-0314-46E7-AAFF-6126CB70B53D}" dt="2023-10-26T12:37:48.565" v="0"/>
        <pc:sldMkLst>
          <pc:docMk/>
          <pc:sldMk cId="0" sldId="328"/>
        </pc:sldMkLst>
        <pc:inkChg chg="add">
          <ac:chgData name="Fabian" userId="f46cf8bb-4ec7-4653-94a9-ff26fa22481f" providerId="ADAL" clId="{3885CF43-0314-46E7-AAFF-6126CB70B53D}" dt="2023-10-26T12:37:48.565" v="0"/>
          <ac:inkMkLst>
            <pc:docMk/>
            <pc:sldMk cId="0" sldId="328"/>
            <ac:inkMk id="3" creationId="{A3B01CD7-F36D-4A28-858C-DAE8DF5DA120}"/>
          </ac:inkMkLst>
        </pc:inkChg>
      </pc:sldChg>
      <pc:sldChg chg="addSp">
        <pc:chgData name="Fabian" userId="f46cf8bb-4ec7-4653-94a9-ff26fa22481f" providerId="ADAL" clId="{3885CF43-0314-46E7-AAFF-6126CB70B53D}" dt="2023-10-26T12:37:48.565" v="0"/>
        <pc:sldMkLst>
          <pc:docMk/>
          <pc:sldMk cId="0" sldId="329"/>
        </pc:sldMkLst>
        <pc:inkChg chg="add">
          <ac:chgData name="Fabian" userId="f46cf8bb-4ec7-4653-94a9-ff26fa22481f" providerId="ADAL" clId="{3885CF43-0314-46E7-AAFF-6126CB70B53D}" dt="2023-10-26T12:37:48.565" v="0"/>
          <ac:inkMkLst>
            <pc:docMk/>
            <pc:sldMk cId="0" sldId="329"/>
            <ac:inkMk id="3" creationId="{9AD09641-CBF4-4DAF-9394-9C8A2DB1B337}"/>
          </ac:inkMkLst>
        </pc:inkChg>
      </pc:sldChg>
      <pc:sldChg chg="addSp">
        <pc:chgData name="Fabian" userId="f46cf8bb-4ec7-4653-94a9-ff26fa22481f" providerId="ADAL" clId="{3885CF43-0314-46E7-AAFF-6126CB70B53D}" dt="2023-10-26T12:37:48.565" v="0"/>
        <pc:sldMkLst>
          <pc:docMk/>
          <pc:sldMk cId="28520196" sldId="331"/>
        </pc:sldMkLst>
        <pc:inkChg chg="add">
          <ac:chgData name="Fabian" userId="f46cf8bb-4ec7-4653-94a9-ff26fa22481f" providerId="ADAL" clId="{3885CF43-0314-46E7-AAFF-6126CB70B53D}" dt="2023-10-26T12:37:48.565" v="0"/>
          <ac:inkMkLst>
            <pc:docMk/>
            <pc:sldMk cId="28520196" sldId="331"/>
            <ac:inkMk id="2" creationId="{0ACC1BFA-14ED-456D-BDAF-BE0207B2CBC0}"/>
          </ac:inkMkLst>
        </pc:inkChg>
      </pc:sldChg>
      <pc:sldChg chg="addSp">
        <pc:chgData name="Fabian" userId="f46cf8bb-4ec7-4653-94a9-ff26fa22481f" providerId="ADAL" clId="{3885CF43-0314-46E7-AAFF-6126CB70B53D}" dt="2023-10-26T12:37:48.565" v="0"/>
        <pc:sldMkLst>
          <pc:docMk/>
          <pc:sldMk cId="1959652661" sldId="332"/>
        </pc:sldMkLst>
        <pc:inkChg chg="add">
          <ac:chgData name="Fabian" userId="f46cf8bb-4ec7-4653-94a9-ff26fa22481f" providerId="ADAL" clId="{3885CF43-0314-46E7-AAFF-6126CB70B53D}" dt="2023-10-26T12:37:48.565" v="0"/>
          <ac:inkMkLst>
            <pc:docMk/>
            <pc:sldMk cId="1959652661" sldId="332"/>
            <ac:inkMk id="2" creationId="{3A593646-2C40-4A1B-BCB6-1375A93AB65F}"/>
          </ac:inkMkLst>
        </pc:inkChg>
      </pc:sldChg>
    </pc:docChg>
  </pc:docChgLst>
  <pc:docChgLst>
    <pc:chgData name="Fabian Surya Pramudya" userId="f46cf8bb-4ec7-4653-94a9-ff26fa22481f" providerId="ADAL" clId="{D1CE6431-CEA6-4C52-93E1-DEACBF611944}"/>
    <pc:docChg chg="undo addSld delSld modSld">
      <pc:chgData name="Fabian Surya Pramudya" userId="f46cf8bb-4ec7-4653-94a9-ff26fa22481f" providerId="ADAL" clId="{D1CE6431-CEA6-4C52-93E1-DEACBF611944}" dt="2022-12-06T00:39:20.930" v="300" actId="1076"/>
      <pc:docMkLst>
        <pc:docMk/>
      </pc:docMkLst>
      <pc:sldChg chg="addSp delSp modSp">
        <pc:chgData name="Fabian Surya Pramudya" userId="f46cf8bb-4ec7-4653-94a9-ff26fa22481f" providerId="ADAL" clId="{D1CE6431-CEA6-4C52-93E1-DEACBF611944}" dt="2022-12-06T00:38:55.563" v="292" actId="1076"/>
        <pc:sldMkLst>
          <pc:docMk/>
          <pc:sldMk cId="0" sldId="266"/>
        </pc:sldMkLst>
        <pc:spChg chg="add del mod">
          <ac:chgData name="Fabian Surya Pramudya" userId="f46cf8bb-4ec7-4653-94a9-ff26fa22481f" providerId="ADAL" clId="{D1CE6431-CEA6-4C52-93E1-DEACBF611944}" dt="2022-12-06T00:38:45.584" v="290" actId="478"/>
          <ac:spMkLst>
            <pc:docMk/>
            <pc:sldMk cId="0" sldId="266"/>
            <ac:spMk id="2" creationId="{FD8E9F14-9702-4852-8AE8-4477B841E152}"/>
          </ac:spMkLst>
        </pc:spChg>
        <pc:spChg chg="add mod">
          <ac:chgData name="Fabian Surya Pramudya" userId="f46cf8bb-4ec7-4653-94a9-ff26fa22481f" providerId="ADAL" clId="{D1CE6431-CEA6-4C52-93E1-DEACBF611944}" dt="2022-12-06T00:38:55.563" v="292" actId="1076"/>
          <ac:spMkLst>
            <pc:docMk/>
            <pc:sldMk cId="0" sldId="266"/>
            <ac:spMk id="8" creationId="{228CE105-E127-4387-AE30-7AC6BB3DCB80}"/>
          </ac:spMkLst>
        </pc:spChg>
        <pc:spChg chg="mod">
          <ac:chgData name="Fabian Surya Pramudya" userId="f46cf8bb-4ec7-4653-94a9-ff26fa22481f" providerId="ADAL" clId="{D1CE6431-CEA6-4C52-93E1-DEACBF611944}" dt="2022-12-06T00:35:51.795" v="267" actId="1076"/>
          <ac:spMkLst>
            <pc:docMk/>
            <pc:sldMk cId="0" sldId="266"/>
            <ac:spMk id="6147" creationId="{0ECF14F3-5B7A-4FA1-AB2C-CA751C363B21}"/>
          </ac:spMkLst>
        </pc:spChg>
        <pc:picChg chg="add del mod">
          <ac:chgData name="Fabian Surya Pramudya" userId="f46cf8bb-4ec7-4653-94a9-ff26fa22481f" providerId="ADAL" clId="{D1CE6431-CEA6-4C52-93E1-DEACBF611944}" dt="2022-12-06T00:38:36.348" v="287"/>
          <ac:picMkLst>
            <pc:docMk/>
            <pc:sldMk cId="0" sldId="266"/>
            <ac:picMk id="6" creationId="{4B54FBB5-FE97-46E6-BAB4-3FD4F125823C}"/>
          </ac:picMkLst>
        </pc:picChg>
        <pc:picChg chg="add mod">
          <ac:chgData name="Fabian Surya Pramudya" userId="f46cf8bb-4ec7-4653-94a9-ff26fa22481f" providerId="ADAL" clId="{D1CE6431-CEA6-4C52-93E1-DEACBF611944}" dt="2022-12-06T00:38:55.563" v="292" actId="1076"/>
          <ac:picMkLst>
            <pc:docMk/>
            <pc:sldMk cId="0" sldId="266"/>
            <ac:picMk id="7" creationId="{30B86A4F-DED9-41CA-B066-1F8BD647D9FE}"/>
          </ac:picMkLst>
        </pc:picChg>
        <pc:picChg chg="add mod">
          <ac:chgData name="Fabian Surya Pramudya" userId="f46cf8bb-4ec7-4653-94a9-ff26fa22481f" providerId="ADAL" clId="{D1CE6431-CEA6-4C52-93E1-DEACBF611944}" dt="2022-12-06T00:38:55.563" v="292" actId="1076"/>
          <ac:picMkLst>
            <pc:docMk/>
            <pc:sldMk cId="0" sldId="266"/>
            <ac:picMk id="9" creationId="{C4083048-74D9-4360-BCFE-4FE3631078FF}"/>
          </ac:picMkLst>
        </pc:picChg>
        <pc:picChg chg="add del mod">
          <ac:chgData name="Fabian Surya Pramudya" userId="f46cf8bb-4ec7-4653-94a9-ff26fa22481f" providerId="ADAL" clId="{D1CE6431-CEA6-4C52-93E1-DEACBF611944}" dt="2022-12-06T00:38:45.584" v="290" actId="478"/>
          <ac:picMkLst>
            <pc:docMk/>
            <pc:sldMk cId="0" sldId="266"/>
            <ac:picMk id="3074" creationId="{39B11BE3-7D8B-4DB3-B78E-41B0D58B1919}"/>
          </ac:picMkLst>
        </pc:picChg>
      </pc:sldChg>
      <pc:sldChg chg="modSp">
        <pc:chgData name="Fabian Surya Pramudya" userId="f46cf8bb-4ec7-4653-94a9-ff26fa22481f" providerId="ADAL" clId="{D1CE6431-CEA6-4C52-93E1-DEACBF611944}" dt="2022-12-06T00:24:22.238" v="125" actId="1076"/>
        <pc:sldMkLst>
          <pc:docMk/>
          <pc:sldMk cId="0" sldId="296"/>
        </pc:sldMkLst>
        <pc:spChg chg="mod">
          <ac:chgData name="Fabian Surya Pramudya" userId="f46cf8bb-4ec7-4653-94a9-ff26fa22481f" providerId="ADAL" clId="{D1CE6431-CEA6-4C52-93E1-DEACBF611944}" dt="2022-12-05T22:18:05.728" v="28" actId="20577"/>
          <ac:spMkLst>
            <pc:docMk/>
            <pc:sldMk cId="0" sldId="296"/>
            <ac:spMk id="29698" creationId="{DCD34A17-ABE5-4A5C-B4E4-14A5B10A8B2F}"/>
          </ac:spMkLst>
        </pc:spChg>
        <pc:picChg chg="mod">
          <ac:chgData name="Fabian Surya Pramudya" userId="f46cf8bb-4ec7-4653-94a9-ff26fa22481f" providerId="ADAL" clId="{D1CE6431-CEA6-4C52-93E1-DEACBF611944}" dt="2022-12-06T00:24:22.238" v="125" actId="1076"/>
          <ac:picMkLst>
            <pc:docMk/>
            <pc:sldMk cId="0" sldId="296"/>
            <ac:picMk id="29701" creationId="{1EDA3478-FCA8-410D-8AC3-7C8E3271B63C}"/>
          </ac:picMkLst>
        </pc:picChg>
      </pc:sldChg>
      <pc:sldChg chg="modSp">
        <pc:chgData name="Fabian Surya Pramudya" userId="f46cf8bb-4ec7-4653-94a9-ff26fa22481f" providerId="ADAL" clId="{D1CE6431-CEA6-4C52-93E1-DEACBF611944}" dt="2022-12-05T22:20:28.515" v="30" actId="1076"/>
        <pc:sldMkLst>
          <pc:docMk/>
          <pc:sldMk cId="0" sldId="297"/>
        </pc:sldMkLst>
        <pc:picChg chg="mod">
          <ac:chgData name="Fabian Surya Pramudya" userId="f46cf8bb-4ec7-4653-94a9-ff26fa22481f" providerId="ADAL" clId="{D1CE6431-CEA6-4C52-93E1-DEACBF611944}" dt="2022-12-05T22:20:28.515" v="30" actId="1076"/>
          <ac:picMkLst>
            <pc:docMk/>
            <pc:sldMk cId="0" sldId="297"/>
            <ac:picMk id="4" creationId="{AC92C73A-986E-4F2C-BA06-8F85E3474AE0}"/>
          </ac:picMkLst>
        </pc:picChg>
      </pc:sldChg>
      <pc:sldChg chg="delSp del">
        <pc:chgData name="Fabian Surya Pramudya" userId="f46cf8bb-4ec7-4653-94a9-ff26fa22481f" providerId="ADAL" clId="{D1CE6431-CEA6-4C52-93E1-DEACBF611944}" dt="2022-12-05T22:25:58.709" v="63" actId="2696"/>
        <pc:sldMkLst>
          <pc:docMk/>
          <pc:sldMk cId="0" sldId="300"/>
        </pc:sldMkLst>
        <pc:picChg chg="del">
          <ac:chgData name="Fabian Surya Pramudya" userId="f46cf8bb-4ec7-4653-94a9-ff26fa22481f" providerId="ADAL" clId="{D1CE6431-CEA6-4C52-93E1-DEACBF611944}" dt="2022-12-05T22:23:54.965" v="31"/>
          <ac:picMkLst>
            <pc:docMk/>
            <pc:sldMk cId="0" sldId="300"/>
            <ac:picMk id="32770" creationId="{CF57D1D1-285C-4B2F-9EEC-5BA132FCDAD3}"/>
          </ac:picMkLst>
        </pc:picChg>
      </pc:sldChg>
      <pc:sldChg chg="modSp">
        <pc:chgData name="Fabian Surya Pramudya" userId="f46cf8bb-4ec7-4653-94a9-ff26fa22481f" providerId="ADAL" clId="{D1CE6431-CEA6-4C52-93E1-DEACBF611944}" dt="2022-12-05T22:25:53.036" v="60" actId="1035"/>
        <pc:sldMkLst>
          <pc:docMk/>
          <pc:sldMk cId="0" sldId="301"/>
        </pc:sldMkLst>
        <pc:picChg chg="mod">
          <ac:chgData name="Fabian Surya Pramudya" userId="f46cf8bb-4ec7-4653-94a9-ff26fa22481f" providerId="ADAL" clId="{D1CE6431-CEA6-4C52-93E1-DEACBF611944}" dt="2022-12-05T22:25:53.036" v="60" actId="1035"/>
          <ac:picMkLst>
            <pc:docMk/>
            <pc:sldMk cId="0" sldId="301"/>
            <ac:picMk id="34818" creationId="{E237A9E8-C2AF-4124-9B1E-1F1427FB44A6}"/>
          </ac:picMkLst>
        </pc:picChg>
      </pc:sldChg>
      <pc:sldChg chg="delSp modSp add">
        <pc:chgData name="Fabian Surya Pramudya" userId="f46cf8bb-4ec7-4653-94a9-ff26fa22481f" providerId="ADAL" clId="{D1CE6431-CEA6-4C52-93E1-DEACBF611944}" dt="2022-12-06T00:27:00.122" v="178" actId="1076"/>
        <pc:sldMkLst>
          <pc:docMk/>
          <pc:sldMk cId="0" sldId="305"/>
        </pc:sldMkLst>
        <pc:spChg chg="mod">
          <ac:chgData name="Fabian Surya Pramudya" userId="f46cf8bb-4ec7-4653-94a9-ff26fa22481f" providerId="ADAL" clId="{D1CE6431-CEA6-4C52-93E1-DEACBF611944}" dt="2022-12-06T00:26:38.822" v="168" actId="1076"/>
          <ac:spMkLst>
            <pc:docMk/>
            <pc:sldMk cId="0" sldId="305"/>
            <ac:spMk id="35869" creationId="{E88EE02C-B6BE-4F49-A3FA-4056A1D5B350}"/>
          </ac:spMkLst>
        </pc:spChg>
        <pc:picChg chg="mod">
          <ac:chgData name="Fabian Surya Pramudya" userId="f46cf8bb-4ec7-4653-94a9-ff26fa22481f" providerId="ADAL" clId="{D1CE6431-CEA6-4C52-93E1-DEACBF611944}" dt="2022-12-06T00:26:56.158" v="176" actId="1076"/>
          <ac:picMkLst>
            <pc:docMk/>
            <pc:sldMk cId="0" sldId="305"/>
            <ac:picMk id="35843" creationId="{00719CA4-2F60-4F80-A985-A60ED3F166DE}"/>
          </ac:picMkLst>
        </pc:picChg>
        <pc:picChg chg="mod">
          <ac:chgData name="Fabian Surya Pramudya" userId="f46cf8bb-4ec7-4653-94a9-ff26fa22481f" providerId="ADAL" clId="{D1CE6431-CEA6-4C52-93E1-DEACBF611944}" dt="2022-12-06T00:26:58.082" v="177" actId="1076"/>
          <ac:picMkLst>
            <pc:docMk/>
            <pc:sldMk cId="0" sldId="305"/>
            <ac:picMk id="35844" creationId="{0A433294-C41D-48FC-9399-F589BD5591C5}"/>
          </ac:picMkLst>
        </pc:picChg>
        <pc:picChg chg="mod">
          <ac:chgData name="Fabian Surya Pramudya" userId="f46cf8bb-4ec7-4653-94a9-ff26fa22481f" providerId="ADAL" clId="{D1CE6431-CEA6-4C52-93E1-DEACBF611944}" dt="2022-12-06T00:27:00.122" v="178" actId="1076"/>
          <ac:picMkLst>
            <pc:docMk/>
            <pc:sldMk cId="0" sldId="305"/>
            <ac:picMk id="35845" creationId="{8398857C-3023-4392-BD23-55089D6D9564}"/>
          </ac:picMkLst>
        </pc:picChg>
        <pc:picChg chg="del">
          <ac:chgData name="Fabian Surya Pramudya" userId="f46cf8bb-4ec7-4653-94a9-ff26fa22481f" providerId="ADAL" clId="{D1CE6431-CEA6-4C52-93E1-DEACBF611944}" dt="2022-12-06T00:26:08.848" v="132" actId="478"/>
          <ac:picMkLst>
            <pc:docMk/>
            <pc:sldMk cId="0" sldId="305"/>
            <ac:picMk id="35871" creationId="{3B5A0754-48B5-4098-AFC9-4CF8F48CF0C1}"/>
          </ac:picMkLst>
        </pc:picChg>
        <pc:picChg chg="del">
          <ac:chgData name="Fabian Surya Pramudya" userId="f46cf8bb-4ec7-4653-94a9-ff26fa22481f" providerId="ADAL" clId="{D1CE6431-CEA6-4C52-93E1-DEACBF611944}" dt="2022-12-06T00:26:10.290" v="134" actId="478"/>
          <ac:picMkLst>
            <pc:docMk/>
            <pc:sldMk cId="0" sldId="305"/>
            <ac:picMk id="35874" creationId="{15F3A2E0-6598-4969-B290-3482C6A09359}"/>
          </ac:picMkLst>
        </pc:picChg>
        <pc:picChg chg="del">
          <ac:chgData name="Fabian Surya Pramudya" userId="f46cf8bb-4ec7-4653-94a9-ff26fa22481f" providerId="ADAL" clId="{D1CE6431-CEA6-4C52-93E1-DEACBF611944}" dt="2022-12-06T00:26:09.634" v="133" actId="478"/>
          <ac:picMkLst>
            <pc:docMk/>
            <pc:sldMk cId="0" sldId="305"/>
            <ac:picMk id="35877" creationId="{4C01821A-C4BE-4F9C-8164-91BA78B7C9B2}"/>
          </ac:picMkLst>
        </pc:picChg>
      </pc:sldChg>
      <pc:sldChg chg="addSp modSp add">
        <pc:chgData name="Fabian Surya Pramudya" userId="f46cf8bb-4ec7-4653-94a9-ff26fa22481f" providerId="ADAL" clId="{D1CE6431-CEA6-4C52-93E1-DEACBF611944}" dt="2022-12-06T00:27:57.063" v="188" actId="1076"/>
        <pc:sldMkLst>
          <pc:docMk/>
          <pc:sldMk cId="0" sldId="306"/>
        </pc:sldMkLst>
        <pc:spChg chg="add mod">
          <ac:chgData name="Fabian Surya Pramudya" userId="f46cf8bb-4ec7-4653-94a9-ff26fa22481f" providerId="ADAL" clId="{D1CE6431-CEA6-4C52-93E1-DEACBF611944}" dt="2022-12-06T00:27:44.538" v="181" actId="1076"/>
          <ac:spMkLst>
            <pc:docMk/>
            <pc:sldMk cId="0" sldId="306"/>
            <ac:spMk id="21" creationId="{D2E373E0-EFF6-4B5E-9F21-52F682F4578B}"/>
          </ac:spMkLst>
        </pc:spChg>
        <pc:spChg chg="add mod">
          <ac:chgData name="Fabian Surya Pramudya" userId="f46cf8bb-4ec7-4653-94a9-ff26fa22481f" providerId="ADAL" clId="{D1CE6431-CEA6-4C52-93E1-DEACBF611944}" dt="2022-12-06T00:27:44.538" v="181" actId="1076"/>
          <ac:spMkLst>
            <pc:docMk/>
            <pc:sldMk cId="0" sldId="306"/>
            <ac:spMk id="22" creationId="{7EF4A567-152E-4B48-97F3-A0AD642BCA9E}"/>
          </ac:spMkLst>
        </pc:spChg>
        <pc:spChg chg="add mod">
          <ac:chgData name="Fabian Surya Pramudya" userId="f46cf8bb-4ec7-4653-94a9-ff26fa22481f" providerId="ADAL" clId="{D1CE6431-CEA6-4C52-93E1-DEACBF611944}" dt="2022-12-06T00:27:44.538" v="181" actId="1076"/>
          <ac:spMkLst>
            <pc:docMk/>
            <pc:sldMk cId="0" sldId="306"/>
            <ac:spMk id="23" creationId="{D01D1C2C-D0CD-496F-AD51-E5480D116CE8}"/>
          </ac:spMkLst>
        </pc:spChg>
        <pc:spChg chg="add mod">
          <ac:chgData name="Fabian Surya Pramudya" userId="f46cf8bb-4ec7-4653-94a9-ff26fa22481f" providerId="ADAL" clId="{D1CE6431-CEA6-4C52-93E1-DEACBF611944}" dt="2022-12-06T00:27:44.538" v="181" actId="1076"/>
          <ac:spMkLst>
            <pc:docMk/>
            <pc:sldMk cId="0" sldId="306"/>
            <ac:spMk id="27" creationId="{DF4BA8A2-4F84-4D6C-9F42-02AF34417189}"/>
          </ac:spMkLst>
        </pc:spChg>
        <pc:spChg chg="add mod">
          <ac:chgData name="Fabian Surya Pramudya" userId="f46cf8bb-4ec7-4653-94a9-ff26fa22481f" providerId="ADAL" clId="{D1CE6431-CEA6-4C52-93E1-DEACBF611944}" dt="2022-12-06T00:27:44.538" v="181" actId="1076"/>
          <ac:spMkLst>
            <pc:docMk/>
            <pc:sldMk cId="0" sldId="306"/>
            <ac:spMk id="28" creationId="{ABA72E30-1451-47BE-9756-60D3054A1260}"/>
          </ac:spMkLst>
        </pc:spChg>
        <pc:spChg chg="add mod">
          <ac:chgData name="Fabian Surya Pramudya" userId="f46cf8bb-4ec7-4653-94a9-ff26fa22481f" providerId="ADAL" clId="{D1CE6431-CEA6-4C52-93E1-DEACBF611944}" dt="2022-12-06T00:27:44.538" v="181" actId="1076"/>
          <ac:spMkLst>
            <pc:docMk/>
            <pc:sldMk cId="0" sldId="306"/>
            <ac:spMk id="29" creationId="{FEDAFCA0-12D0-42D5-BCA5-E63A6E624DED}"/>
          </ac:spMkLst>
        </pc:spChg>
        <pc:grpChg chg="add mod">
          <ac:chgData name="Fabian Surya Pramudya" userId="f46cf8bb-4ec7-4653-94a9-ff26fa22481f" providerId="ADAL" clId="{D1CE6431-CEA6-4C52-93E1-DEACBF611944}" dt="2022-12-06T00:27:44.538" v="181" actId="1076"/>
          <ac:grpSpMkLst>
            <pc:docMk/>
            <pc:sldMk cId="0" sldId="306"/>
            <ac:grpSpMk id="7" creationId="{6DE3A31B-0C17-48F4-A3F8-2ACBBD798349}"/>
          </ac:grpSpMkLst>
        </pc:grpChg>
        <pc:picChg chg="add mod">
          <ac:chgData name="Fabian Surya Pramudya" userId="f46cf8bb-4ec7-4653-94a9-ff26fa22481f" providerId="ADAL" clId="{D1CE6431-CEA6-4C52-93E1-DEACBF611944}" dt="2022-12-06T00:27:44.538" v="181" actId="1076"/>
          <ac:picMkLst>
            <pc:docMk/>
            <pc:sldMk cId="0" sldId="306"/>
            <ac:picMk id="24" creationId="{E0055E2E-09D9-4AE1-ABD5-E37FF04251A5}"/>
          </ac:picMkLst>
        </pc:picChg>
        <pc:picChg chg="add mod">
          <ac:chgData name="Fabian Surya Pramudya" userId="f46cf8bb-4ec7-4653-94a9-ff26fa22481f" providerId="ADAL" clId="{D1CE6431-CEA6-4C52-93E1-DEACBF611944}" dt="2022-12-06T00:27:44.538" v="181" actId="1076"/>
          <ac:picMkLst>
            <pc:docMk/>
            <pc:sldMk cId="0" sldId="306"/>
            <ac:picMk id="25" creationId="{10B010F8-CAF6-4FAD-92A9-FD3E5502F693}"/>
          </ac:picMkLst>
        </pc:picChg>
        <pc:picChg chg="add mod">
          <ac:chgData name="Fabian Surya Pramudya" userId="f46cf8bb-4ec7-4653-94a9-ff26fa22481f" providerId="ADAL" clId="{D1CE6431-CEA6-4C52-93E1-DEACBF611944}" dt="2022-12-06T00:27:44.538" v="181" actId="1076"/>
          <ac:picMkLst>
            <pc:docMk/>
            <pc:sldMk cId="0" sldId="306"/>
            <ac:picMk id="26" creationId="{2DB8D074-8E58-45CF-9C27-CD8D4611D70E}"/>
          </ac:picMkLst>
        </pc:picChg>
        <pc:picChg chg="mod">
          <ac:chgData name="Fabian Surya Pramudya" userId="f46cf8bb-4ec7-4653-94a9-ff26fa22481f" providerId="ADAL" clId="{D1CE6431-CEA6-4C52-93E1-DEACBF611944}" dt="2022-12-06T00:27:55.569" v="187" actId="1076"/>
          <ac:picMkLst>
            <pc:docMk/>
            <pc:sldMk cId="0" sldId="306"/>
            <ac:picMk id="36868" creationId="{5EF300D8-E430-43B4-A1EF-2B1A1B8AC215}"/>
          </ac:picMkLst>
        </pc:picChg>
        <pc:picChg chg="mod">
          <ac:chgData name="Fabian Surya Pramudya" userId="f46cf8bb-4ec7-4653-94a9-ff26fa22481f" providerId="ADAL" clId="{D1CE6431-CEA6-4C52-93E1-DEACBF611944}" dt="2022-12-06T00:27:57.063" v="188" actId="1076"/>
          <ac:picMkLst>
            <pc:docMk/>
            <pc:sldMk cId="0" sldId="306"/>
            <ac:picMk id="36869" creationId="{7CE7FA77-4A4A-42B3-A2C7-99965C5D93C9}"/>
          </ac:picMkLst>
        </pc:picChg>
      </pc:sldChg>
      <pc:sldChg chg="modSp">
        <pc:chgData name="Fabian Surya Pramudya" userId="f46cf8bb-4ec7-4653-94a9-ff26fa22481f" providerId="ADAL" clId="{D1CE6431-CEA6-4C52-93E1-DEACBF611944}" dt="2022-12-06T00:29:09.598" v="209" actId="1076"/>
        <pc:sldMkLst>
          <pc:docMk/>
          <pc:sldMk cId="0" sldId="307"/>
        </pc:sldMkLst>
        <pc:spChg chg="mod">
          <ac:chgData name="Fabian Surya Pramudya" userId="f46cf8bb-4ec7-4653-94a9-ff26fa22481f" providerId="ADAL" clId="{D1CE6431-CEA6-4C52-93E1-DEACBF611944}" dt="2022-12-06T00:29:06.764" v="208" actId="14100"/>
          <ac:spMkLst>
            <pc:docMk/>
            <pc:sldMk cId="0" sldId="307"/>
            <ac:spMk id="37892" creationId="{60901A63-EE70-4387-9717-76324871AB76}"/>
          </ac:spMkLst>
        </pc:spChg>
        <pc:picChg chg="mod">
          <ac:chgData name="Fabian Surya Pramudya" userId="f46cf8bb-4ec7-4653-94a9-ff26fa22481f" providerId="ADAL" clId="{D1CE6431-CEA6-4C52-93E1-DEACBF611944}" dt="2022-12-06T00:29:09.598" v="209" actId="1076"/>
          <ac:picMkLst>
            <pc:docMk/>
            <pc:sldMk cId="0" sldId="307"/>
            <ac:picMk id="37894" creationId="{3863BC8A-3A72-473B-BE97-9386BB0A369D}"/>
          </ac:picMkLst>
        </pc:picChg>
        <pc:picChg chg="mod">
          <ac:chgData name="Fabian Surya Pramudya" userId="f46cf8bb-4ec7-4653-94a9-ff26fa22481f" providerId="ADAL" clId="{D1CE6431-CEA6-4C52-93E1-DEACBF611944}" dt="2022-12-06T00:28:06.874" v="190" actId="1076"/>
          <ac:picMkLst>
            <pc:docMk/>
            <pc:sldMk cId="0" sldId="307"/>
            <ac:picMk id="37897" creationId="{17106FE6-7D11-46C7-8FAC-4E88E1940586}"/>
          </ac:picMkLst>
        </pc:picChg>
      </pc:sldChg>
      <pc:sldChg chg="addSp modSp">
        <pc:chgData name="Fabian Surya Pramudya" userId="f46cf8bb-4ec7-4653-94a9-ff26fa22481f" providerId="ADAL" clId="{D1CE6431-CEA6-4C52-93E1-DEACBF611944}" dt="2022-12-06T00:39:20.930" v="300" actId="1076"/>
        <pc:sldMkLst>
          <pc:docMk/>
          <pc:sldMk cId="0" sldId="308"/>
        </pc:sldMkLst>
        <pc:spChg chg="mod">
          <ac:chgData name="Fabian Surya Pramudya" userId="f46cf8bb-4ec7-4653-94a9-ff26fa22481f" providerId="ADAL" clId="{D1CE6431-CEA6-4C52-93E1-DEACBF611944}" dt="2022-12-06T00:39:20.930" v="300" actId="1076"/>
          <ac:spMkLst>
            <pc:docMk/>
            <pc:sldMk cId="0" sldId="308"/>
            <ac:spMk id="2" creationId="{AA329690-3769-497E-BE66-6591E9B0CDA4}"/>
          </ac:spMkLst>
        </pc:spChg>
        <pc:picChg chg="add mod">
          <ac:chgData name="Fabian Surya Pramudya" userId="f46cf8bb-4ec7-4653-94a9-ff26fa22481f" providerId="ADAL" clId="{D1CE6431-CEA6-4C52-93E1-DEACBF611944}" dt="2022-12-06T00:30:12.676" v="218" actId="1076"/>
          <ac:picMkLst>
            <pc:docMk/>
            <pc:sldMk cId="0" sldId="308"/>
            <ac:picMk id="1026" creationId="{625D489C-D48E-4080-8152-7A6D413220F4}"/>
          </ac:picMkLst>
        </pc:picChg>
      </pc:sldChg>
      <pc:sldChg chg="delSp modSp">
        <pc:chgData name="Fabian Surya Pramudya" userId="f46cf8bb-4ec7-4653-94a9-ff26fa22481f" providerId="ADAL" clId="{D1CE6431-CEA6-4C52-93E1-DEACBF611944}" dt="2022-12-06T00:22:01.477" v="82" actId="1076"/>
        <pc:sldMkLst>
          <pc:docMk/>
          <pc:sldMk cId="0" sldId="309"/>
        </pc:sldMkLst>
        <pc:spChg chg="mod">
          <ac:chgData name="Fabian Surya Pramudya" userId="f46cf8bb-4ec7-4653-94a9-ff26fa22481f" providerId="ADAL" clId="{D1CE6431-CEA6-4C52-93E1-DEACBF611944}" dt="2022-12-06T00:21:31.361" v="70" actId="1076"/>
          <ac:spMkLst>
            <pc:docMk/>
            <pc:sldMk cId="0" sldId="309"/>
            <ac:spMk id="39938" creationId="{745CC403-1403-48E5-9CE9-6EE1628B2B02}"/>
          </ac:spMkLst>
        </pc:spChg>
        <pc:spChg chg="mod">
          <ac:chgData name="Fabian Surya Pramudya" userId="f46cf8bb-4ec7-4653-94a9-ff26fa22481f" providerId="ADAL" clId="{D1CE6431-CEA6-4C52-93E1-DEACBF611944}" dt="2022-12-06T00:21:35.953" v="71" actId="1076"/>
          <ac:spMkLst>
            <pc:docMk/>
            <pc:sldMk cId="0" sldId="309"/>
            <ac:spMk id="39941" creationId="{B396C3A2-B4E3-46E5-8E71-9ABDB760CD62}"/>
          </ac:spMkLst>
        </pc:spChg>
        <pc:spChg chg="mod">
          <ac:chgData name="Fabian Surya Pramudya" userId="f46cf8bb-4ec7-4653-94a9-ff26fa22481f" providerId="ADAL" clId="{D1CE6431-CEA6-4C52-93E1-DEACBF611944}" dt="2022-12-06T00:21:48.096" v="77" actId="1076"/>
          <ac:spMkLst>
            <pc:docMk/>
            <pc:sldMk cId="0" sldId="309"/>
            <ac:spMk id="39951" creationId="{9D075B7E-FB30-49BF-8CDF-D93DA3C11FEE}"/>
          </ac:spMkLst>
        </pc:spChg>
        <pc:spChg chg="del">
          <ac:chgData name="Fabian Surya Pramudya" userId="f46cf8bb-4ec7-4653-94a9-ff26fa22481f" providerId="ADAL" clId="{D1CE6431-CEA6-4C52-93E1-DEACBF611944}" dt="2022-12-06T00:21:27.793" v="69" actId="478"/>
          <ac:spMkLst>
            <pc:docMk/>
            <pc:sldMk cId="0" sldId="309"/>
            <ac:spMk id="39953" creationId="{F2ABE380-A704-4197-8574-FD4262C354EE}"/>
          </ac:spMkLst>
        </pc:spChg>
        <pc:grpChg chg="mod">
          <ac:chgData name="Fabian Surya Pramudya" userId="f46cf8bb-4ec7-4653-94a9-ff26fa22481f" providerId="ADAL" clId="{D1CE6431-CEA6-4C52-93E1-DEACBF611944}" dt="2022-12-06T00:21:35.953" v="71" actId="1076"/>
          <ac:grpSpMkLst>
            <pc:docMk/>
            <pc:sldMk cId="0" sldId="309"/>
            <ac:grpSpMk id="39940" creationId="{E64CE9D8-1BAE-4FC2-8CC6-377F4EA49496}"/>
          </ac:grpSpMkLst>
        </pc:grpChg>
        <pc:picChg chg="mod">
          <ac:chgData name="Fabian Surya Pramudya" userId="f46cf8bb-4ec7-4653-94a9-ff26fa22481f" providerId="ADAL" clId="{D1CE6431-CEA6-4C52-93E1-DEACBF611944}" dt="2022-12-06T00:22:01.477" v="82" actId="1076"/>
          <ac:picMkLst>
            <pc:docMk/>
            <pc:sldMk cId="0" sldId="309"/>
            <ac:picMk id="43" creationId="{EB66DEF7-EED1-4A08-A26C-D04FD5E22B85}"/>
          </ac:picMkLst>
        </pc:picChg>
        <pc:picChg chg="mod">
          <ac:chgData name="Fabian Surya Pramudya" userId="f46cf8bb-4ec7-4653-94a9-ff26fa22481f" providerId="ADAL" clId="{D1CE6431-CEA6-4C52-93E1-DEACBF611944}" dt="2022-12-06T00:21:35.953" v="71" actId="1076"/>
          <ac:picMkLst>
            <pc:docMk/>
            <pc:sldMk cId="0" sldId="309"/>
            <ac:picMk id="39945" creationId="{6595A3CE-0FC6-4320-B4EE-0D374502EEB3}"/>
          </ac:picMkLst>
        </pc:picChg>
        <pc:picChg chg="mod">
          <ac:chgData name="Fabian Surya Pramudya" userId="f46cf8bb-4ec7-4653-94a9-ff26fa22481f" providerId="ADAL" clId="{D1CE6431-CEA6-4C52-93E1-DEACBF611944}" dt="2022-12-06T00:21:35.953" v="71" actId="1076"/>
          <ac:picMkLst>
            <pc:docMk/>
            <pc:sldMk cId="0" sldId="309"/>
            <ac:picMk id="39948" creationId="{0890BB5B-D181-4275-BFD5-DD3CD3527090}"/>
          </ac:picMkLst>
        </pc:picChg>
        <pc:picChg chg="mod">
          <ac:chgData name="Fabian Surya Pramudya" userId="f46cf8bb-4ec7-4653-94a9-ff26fa22481f" providerId="ADAL" clId="{D1CE6431-CEA6-4C52-93E1-DEACBF611944}" dt="2022-12-06T00:21:58.082" v="81" actId="14100"/>
          <ac:picMkLst>
            <pc:docMk/>
            <pc:sldMk cId="0" sldId="309"/>
            <ac:picMk id="48131" creationId="{14B81525-89E4-435C-A047-9993CB1D8184}"/>
          </ac:picMkLst>
        </pc:picChg>
      </pc:sldChg>
      <pc:sldChg chg="modSp">
        <pc:chgData name="Fabian Surya Pramudya" userId="f46cf8bb-4ec7-4653-94a9-ff26fa22481f" providerId="ADAL" clId="{D1CE6431-CEA6-4C52-93E1-DEACBF611944}" dt="2022-12-06T00:30:35.480" v="221" actId="1076"/>
        <pc:sldMkLst>
          <pc:docMk/>
          <pc:sldMk cId="0" sldId="310"/>
        </pc:sldMkLst>
        <pc:spChg chg="mod">
          <ac:chgData name="Fabian Surya Pramudya" userId="f46cf8bb-4ec7-4653-94a9-ff26fa22481f" providerId="ADAL" clId="{D1CE6431-CEA6-4C52-93E1-DEACBF611944}" dt="2022-12-06T00:22:39.513" v="91" actId="1076"/>
          <ac:spMkLst>
            <pc:docMk/>
            <pc:sldMk cId="0" sldId="310"/>
            <ac:spMk id="40965" creationId="{363954DB-1E36-4369-8FF1-80ED07C49452}"/>
          </ac:spMkLst>
        </pc:spChg>
        <pc:spChg chg="mod">
          <ac:chgData name="Fabian Surya Pramudya" userId="f46cf8bb-4ec7-4653-94a9-ff26fa22481f" providerId="ADAL" clId="{D1CE6431-CEA6-4C52-93E1-DEACBF611944}" dt="2022-12-06T00:22:28.750" v="87" actId="1076"/>
          <ac:spMkLst>
            <pc:docMk/>
            <pc:sldMk cId="0" sldId="310"/>
            <ac:spMk id="40966" creationId="{825780E8-8BB6-43A6-8425-692A4A9BD947}"/>
          </ac:spMkLst>
        </pc:spChg>
        <pc:spChg chg="mod">
          <ac:chgData name="Fabian Surya Pramudya" userId="f46cf8bb-4ec7-4653-94a9-ff26fa22481f" providerId="ADAL" clId="{D1CE6431-CEA6-4C52-93E1-DEACBF611944}" dt="2022-12-06T00:22:28.750" v="87" actId="1076"/>
          <ac:spMkLst>
            <pc:docMk/>
            <pc:sldMk cId="0" sldId="310"/>
            <ac:spMk id="40967" creationId="{AE30CDD8-4FB7-4C29-BB58-13A8D0D673B3}"/>
          </ac:spMkLst>
        </pc:spChg>
        <pc:spChg chg="mod">
          <ac:chgData name="Fabian Surya Pramudya" userId="f46cf8bb-4ec7-4653-94a9-ff26fa22481f" providerId="ADAL" clId="{D1CE6431-CEA6-4C52-93E1-DEACBF611944}" dt="2022-12-06T00:30:35.480" v="221" actId="1076"/>
          <ac:spMkLst>
            <pc:docMk/>
            <pc:sldMk cId="0" sldId="310"/>
            <ac:spMk id="40968" creationId="{6BDAFECD-7C4A-4996-9DEB-0AAA14AEE5F6}"/>
          </ac:spMkLst>
        </pc:spChg>
        <pc:grpChg chg="mod">
          <ac:chgData name="Fabian Surya Pramudya" userId="f46cf8bb-4ec7-4653-94a9-ff26fa22481f" providerId="ADAL" clId="{D1CE6431-CEA6-4C52-93E1-DEACBF611944}" dt="2022-12-06T00:22:28.750" v="87" actId="1076"/>
          <ac:grpSpMkLst>
            <pc:docMk/>
            <pc:sldMk cId="0" sldId="310"/>
            <ac:grpSpMk id="40964" creationId="{1ADFE9A8-2C48-4F69-BFA9-BB4D216135BB}"/>
          </ac:grpSpMkLst>
        </pc:grpChg>
      </pc:sldChg>
      <pc:sldChg chg="modSp">
        <pc:chgData name="Fabian Surya Pramudya" userId="f46cf8bb-4ec7-4653-94a9-ff26fa22481f" providerId="ADAL" clId="{D1CE6431-CEA6-4C52-93E1-DEACBF611944}" dt="2022-12-06T00:24:13.150" v="124" actId="1076"/>
        <pc:sldMkLst>
          <pc:docMk/>
          <pc:sldMk cId="0" sldId="311"/>
        </pc:sldMkLst>
        <pc:spChg chg="mod">
          <ac:chgData name="Fabian Surya Pramudya" userId="f46cf8bb-4ec7-4653-94a9-ff26fa22481f" providerId="ADAL" clId="{D1CE6431-CEA6-4C52-93E1-DEACBF611944}" dt="2022-12-06T00:23:40.300" v="109" actId="14100"/>
          <ac:spMkLst>
            <pc:docMk/>
            <pc:sldMk cId="0" sldId="311"/>
            <ac:spMk id="41987" creationId="{848D2878-7522-49F9-803D-305F217AAD92}"/>
          </ac:spMkLst>
        </pc:spChg>
        <pc:spChg chg="mod">
          <ac:chgData name="Fabian Surya Pramudya" userId="f46cf8bb-4ec7-4653-94a9-ff26fa22481f" providerId="ADAL" clId="{D1CE6431-CEA6-4C52-93E1-DEACBF611944}" dt="2022-12-06T00:23:14.706" v="97" actId="1076"/>
          <ac:spMkLst>
            <pc:docMk/>
            <pc:sldMk cId="0" sldId="311"/>
            <ac:spMk id="41989" creationId="{59A56B2C-3D7B-49CD-8682-044FDC5A3548}"/>
          </ac:spMkLst>
        </pc:spChg>
        <pc:grpChg chg="mod">
          <ac:chgData name="Fabian Surya Pramudya" userId="f46cf8bb-4ec7-4653-94a9-ff26fa22481f" providerId="ADAL" clId="{D1CE6431-CEA6-4C52-93E1-DEACBF611944}" dt="2022-12-06T00:24:13.150" v="124" actId="1076"/>
          <ac:grpSpMkLst>
            <pc:docMk/>
            <pc:sldMk cId="0" sldId="311"/>
            <ac:grpSpMk id="41986" creationId="{179E5209-B5A5-4950-8E1E-6D75A444FB6D}"/>
          </ac:grpSpMkLst>
        </pc:grpChg>
        <pc:picChg chg="mod">
          <ac:chgData name="Fabian Surya Pramudya" userId="f46cf8bb-4ec7-4653-94a9-ff26fa22481f" providerId="ADAL" clId="{D1CE6431-CEA6-4C52-93E1-DEACBF611944}" dt="2022-12-06T00:23:27.148" v="105" actId="1076"/>
          <ac:picMkLst>
            <pc:docMk/>
            <pc:sldMk cId="0" sldId="311"/>
            <ac:picMk id="38917" creationId="{A64E71EC-D8EE-4965-A95B-B24A8F3C1F8B}"/>
          </ac:picMkLst>
        </pc:picChg>
        <pc:picChg chg="mod">
          <ac:chgData name="Fabian Surya Pramudya" userId="f46cf8bb-4ec7-4653-94a9-ff26fa22481f" providerId="ADAL" clId="{D1CE6431-CEA6-4C52-93E1-DEACBF611944}" dt="2022-12-06T00:23:28.907" v="106" actId="1076"/>
          <ac:picMkLst>
            <pc:docMk/>
            <pc:sldMk cId="0" sldId="311"/>
            <ac:picMk id="38919" creationId="{39DA6ECD-DE75-4568-8165-31BBA44ACED9}"/>
          </ac:picMkLst>
        </pc:picChg>
        <pc:picChg chg="mod">
          <ac:chgData name="Fabian Surya Pramudya" userId="f46cf8bb-4ec7-4653-94a9-ff26fa22481f" providerId="ADAL" clId="{D1CE6431-CEA6-4C52-93E1-DEACBF611944}" dt="2022-12-06T00:24:13.150" v="124" actId="1076"/>
          <ac:picMkLst>
            <pc:docMk/>
            <pc:sldMk cId="0" sldId="311"/>
            <ac:picMk id="41991" creationId="{FDEF163F-B21C-4C3D-A022-1583CF532DD7}"/>
          </ac:picMkLst>
        </pc:picChg>
      </pc:sldChg>
      <pc:sldChg chg="delSp modSp del">
        <pc:chgData name="Fabian Surya Pramudya" userId="f46cf8bb-4ec7-4653-94a9-ff26fa22481f" providerId="ADAL" clId="{D1CE6431-CEA6-4C52-93E1-DEACBF611944}" dt="2022-12-06T00:30:47.556" v="222" actId="2696"/>
        <pc:sldMkLst>
          <pc:docMk/>
          <pc:sldMk cId="0" sldId="312"/>
        </pc:sldMkLst>
        <pc:picChg chg="del mod">
          <ac:chgData name="Fabian Surya Pramudya" userId="f46cf8bb-4ec7-4653-94a9-ff26fa22481f" providerId="ADAL" clId="{D1CE6431-CEA6-4C52-93E1-DEACBF611944}" dt="2022-12-06T00:23:57.740" v="117"/>
          <ac:picMkLst>
            <pc:docMk/>
            <pc:sldMk cId="0" sldId="312"/>
            <ac:picMk id="43012" creationId="{6B2548D2-1D9C-42C1-9F71-60D837ADDA7E}"/>
          </ac:picMkLst>
        </pc:picChg>
      </pc:sldChg>
      <pc:sldChg chg="addSp modSp">
        <pc:chgData name="Fabian Surya Pramudya" userId="f46cf8bb-4ec7-4653-94a9-ff26fa22481f" providerId="ADAL" clId="{D1CE6431-CEA6-4C52-93E1-DEACBF611944}" dt="2022-12-05T22:25:54.983" v="62" actId="1076"/>
        <pc:sldMkLst>
          <pc:docMk/>
          <pc:sldMk cId="0" sldId="320"/>
        </pc:sldMkLst>
        <pc:spChg chg="mod">
          <ac:chgData name="Fabian Surya Pramudya" userId="f46cf8bb-4ec7-4653-94a9-ff26fa22481f" providerId="ADAL" clId="{D1CE6431-CEA6-4C52-93E1-DEACBF611944}" dt="2022-12-05T22:24:16.145" v="42" actId="403"/>
          <ac:spMkLst>
            <pc:docMk/>
            <pc:sldMk cId="0" sldId="320"/>
            <ac:spMk id="2" creationId="{4E4C8773-B2F9-4A85-956D-E5DF84D457E1}"/>
          </ac:spMkLst>
        </pc:spChg>
        <pc:picChg chg="add mod">
          <ac:chgData name="Fabian Surya Pramudya" userId="f46cf8bb-4ec7-4653-94a9-ff26fa22481f" providerId="ADAL" clId="{D1CE6431-CEA6-4C52-93E1-DEACBF611944}" dt="2022-12-05T22:25:54.983" v="62" actId="1076"/>
          <ac:picMkLst>
            <pc:docMk/>
            <pc:sldMk cId="0" sldId="320"/>
            <ac:picMk id="7" creationId="{57C66A0D-B654-4423-BADC-4CBC0FDA18CC}"/>
          </ac:picMkLst>
        </pc:picChg>
        <pc:picChg chg="mod">
          <ac:chgData name="Fabian Surya Pramudya" userId="f46cf8bb-4ec7-4653-94a9-ff26fa22481f" providerId="ADAL" clId="{D1CE6431-CEA6-4C52-93E1-DEACBF611944}" dt="2022-12-05T22:25:54.983" v="62" actId="1076"/>
          <ac:picMkLst>
            <pc:docMk/>
            <pc:sldMk cId="0" sldId="320"/>
            <ac:picMk id="33796" creationId="{8B3793D9-2A9E-4507-B34A-990EB2610978}"/>
          </ac:picMkLst>
        </pc:picChg>
        <pc:picChg chg="mod">
          <ac:chgData name="Fabian Surya Pramudya" userId="f46cf8bb-4ec7-4653-94a9-ff26fa22481f" providerId="ADAL" clId="{D1CE6431-CEA6-4C52-93E1-DEACBF611944}" dt="2022-12-05T22:24:48.258" v="53" actId="1076"/>
          <ac:picMkLst>
            <pc:docMk/>
            <pc:sldMk cId="0" sldId="320"/>
            <ac:picMk id="33797" creationId="{E0605AB9-32B7-46A9-8AB6-44095E12134E}"/>
          </ac:picMkLst>
        </pc:picChg>
      </pc:sldChg>
      <pc:sldChg chg="addSp delSp modSp">
        <pc:chgData name="Fabian Surya Pramudya" userId="f46cf8bb-4ec7-4653-94a9-ff26fa22481f" providerId="ADAL" clId="{D1CE6431-CEA6-4C52-93E1-DEACBF611944}" dt="2022-12-06T00:33:58.698" v="255" actId="1076"/>
        <pc:sldMkLst>
          <pc:docMk/>
          <pc:sldMk cId="0" sldId="328"/>
        </pc:sldMkLst>
        <pc:picChg chg="add del mod">
          <ac:chgData name="Fabian Surya Pramudya" userId="f46cf8bb-4ec7-4653-94a9-ff26fa22481f" providerId="ADAL" clId="{D1CE6431-CEA6-4C52-93E1-DEACBF611944}" dt="2022-12-06T00:33:32.482" v="245" actId="478"/>
          <ac:picMkLst>
            <pc:docMk/>
            <pc:sldMk cId="0" sldId="328"/>
            <ac:picMk id="8" creationId="{32854709-7DE6-48C3-959F-71541162B20C}"/>
          </ac:picMkLst>
        </pc:picChg>
        <pc:picChg chg="add del mod">
          <ac:chgData name="Fabian Surya Pramudya" userId="f46cf8bb-4ec7-4653-94a9-ff26fa22481f" providerId="ADAL" clId="{D1CE6431-CEA6-4C52-93E1-DEACBF611944}" dt="2022-12-06T00:33:32.482" v="245" actId="478"/>
          <ac:picMkLst>
            <pc:docMk/>
            <pc:sldMk cId="0" sldId="328"/>
            <ac:picMk id="9" creationId="{AB558D3C-34CC-4937-8111-E44D717E46AA}"/>
          </ac:picMkLst>
        </pc:picChg>
        <pc:picChg chg="add mod">
          <ac:chgData name="Fabian Surya Pramudya" userId="f46cf8bb-4ec7-4653-94a9-ff26fa22481f" providerId="ADAL" clId="{D1CE6431-CEA6-4C52-93E1-DEACBF611944}" dt="2022-12-06T00:33:47.724" v="250" actId="1076"/>
          <ac:picMkLst>
            <pc:docMk/>
            <pc:sldMk cId="0" sldId="328"/>
            <ac:picMk id="2050" creationId="{9376BF86-B2B4-420E-BD88-B85C1F58BF5F}"/>
          </ac:picMkLst>
        </pc:picChg>
        <pc:picChg chg="add mod">
          <ac:chgData name="Fabian Surya Pramudya" userId="f46cf8bb-4ec7-4653-94a9-ff26fa22481f" providerId="ADAL" clId="{D1CE6431-CEA6-4C52-93E1-DEACBF611944}" dt="2022-12-06T00:33:49.038" v="251" actId="1076"/>
          <ac:picMkLst>
            <pc:docMk/>
            <pc:sldMk cId="0" sldId="328"/>
            <ac:picMk id="2052" creationId="{0D737CE0-8941-4618-A010-BA17009E9C3C}"/>
          </ac:picMkLst>
        </pc:picChg>
        <pc:picChg chg="mod">
          <ac:chgData name="Fabian Surya Pramudya" userId="f46cf8bb-4ec7-4653-94a9-ff26fa22481f" providerId="ADAL" clId="{D1CE6431-CEA6-4C52-93E1-DEACBF611944}" dt="2022-12-06T00:33:50.522" v="252" actId="1076"/>
          <ac:picMkLst>
            <pc:docMk/>
            <pc:sldMk cId="0" sldId="328"/>
            <ac:picMk id="7172" creationId="{A40657B9-12C2-423E-8C68-B447402A42E3}"/>
          </ac:picMkLst>
        </pc:picChg>
        <pc:picChg chg="mod">
          <ac:chgData name="Fabian Surya Pramudya" userId="f46cf8bb-4ec7-4653-94a9-ff26fa22481f" providerId="ADAL" clId="{D1CE6431-CEA6-4C52-93E1-DEACBF611944}" dt="2022-12-06T00:33:58.698" v="255" actId="1076"/>
          <ac:picMkLst>
            <pc:docMk/>
            <pc:sldMk cId="0" sldId="328"/>
            <ac:picMk id="7173" creationId="{1FD81E4C-84D6-4524-A3A5-35E7498AEEEB}"/>
          </ac:picMkLst>
        </pc:picChg>
      </pc:sldChg>
      <pc:sldChg chg="addSp delSp modSp add">
        <pc:chgData name="Fabian Surya Pramudya" userId="f46cf8bb-4ec7-4653-94a9-ff26fa22481f" providerId="ADAL" clId="{D1CE6431-CEA6-4C52-93E1-DEACBF611944}" dt="2022-12-06T00:24:08.287" v="121" actId="1076"/>
        <pc:sldMkLst>
          <pc:docMk/>
          <pc:sldMk cId="2327907738" sldId="330"/>
        </pc:sldMkLst>
        <pc:grpChg chg="mod">
          <ac:chgData name="Fabian Surya Pramudya" userId="f46cf8bb-4ec7-4653-94a9-ff26fa22481f" providerId="ADAL" clId="{D1CE6431-CEA6-4C52-93E1-DEACBF611944}" dt="2022-12-06T00:23:55.374" v="116" actId="478"/>
          <ac:grpSpMkLst>
            <pc:docMk/>
            <pc:sldMk cId="2327907738" sldId="330"/>
            <ac:grpSpMk id="41986" creationId="{179E5209-B5A5-4950-8E1E-6D75A444FB6D}"/>
          </ac:grpSpMkLst>
        </pc:grpChg>
        <pc:picChg chg="add mod">
          <ac:chgData name="Fabian Surya Pramudya" userId="f46cf8bb-4ec7-4653-94a9-ff26fa22481f" providerId="ADAL" clId="{D1CE6431-CEA6-4C52-93E1-DEACBF611944}" dt="2022-12-06T00:24:08.287" v="121" actId="1076"/>
          <ac:picMkLst>
            <pc:docMk/>
            <pc:sldMk cId="2327907738" sldId="330"/>
            <ac:picMk id="9" creationId="{7878B64A-4D15-4AD1-A6BE-F960DFB07B42}"/>
          </ac:picMkLst>
        </pc:picChg>
        <pc:picChg chg="del">
          <ac:chgData name="Fabian Surya Pramudya" userId="f46cf8bb-4ec7-4653-94a9-ff26fa22481f" providerId="ADAL" clId="{D1CE6431-CEA6-4C52-93E1-DEACBF611944}" dt="2022-12-06T00:23:55.374" v="116" actId="478"/>
          <ac:picMkLst>
            <pc:docMk/>
            <pc:sldMk cId="2327907738" sldId="330"/>
            <ac:picMk id="41991" creationId="{FDEF163F-B21C-4C3D-A022-1583CF532DD7}"/>
          </ac:picMkLst>
        </pc:picChg>
      </pc:sldChg>
      <pc:sldChg chg="add del">
        <pc:chgData name="Fabian Surya Pramudya" userId="f46cf8bb-4ec7-4653-94a9-ff26fa22481f" providerId="ADAL" clId="{D1CE6431-CEA6-4C52-93E1-DEACBF611944}" dt="2022-12-06T00:23:06.486" v="94"/>
        <pc:sldMkLst>
          <pc:docMk/>
          <pc:sldMk cId="3898830308" sldId="330"/>
        </pc:sldMkLst>
      </pc:sldChg>
      <pc:sldChg chg="add">
        <pc:chgData name="Fabian Surya Pramudya" userId="f46cf8bb-4ec7-4653-94a9-ff26fa22481f" providerId="ADAL" clId="{D1CE6431-CEA6-4C52-93E1-DEACBF611944}" dt="2022-12-06T00:27:06.451" v="179"/>
        <pc:sldMkLst>
          <pc:docMk/>
          <pc:sldMk cId="28520196" sldId="331"/>
        </pc:sldMkLst>
      </pc:sldChg>
      <pc:sldChg chg="addSp delSp modSp add">
        <pc:chgData name="Fabian Surya Pramudya" userId="f46cf8bb-4ec7-4653-94a9-ff26fa22481f" providerId="ADAL" clId="{D1CE6431-CEA6-4C52-93E1-DEACBF611944}" dt="2022-12-06T00:39:10.156" v="299"/>
        <pc:sldMkLst>
          <pc:docMk/>
          <pc:sldMk cId="1959652661" sldId="332"/>
        </pc:sldMkLst>
        <pc:spChg chg="add del mod">
          <ac:chgData name="Fabian Surya Pramudya" userId="f46cf8bb-4ec7-4653-94a9-ff26fa22481f" providerId="ADAL" clId="{D1CE6431-CEA6-4C52-93E1-DEACBF611944}" dt="2022-12-06T00:39:09.880" v="298" actId="478"/>
          <ac:spMkLst>
            <pc:docMk/>
            <pc:sldMk cId="1959652661" sldId="332"/>
            <ac:spMk id="2" creationId="{08F2C520-556F-4C84-B835-0CD401322AF7}"/>
          </ac:spMkLst>
        </pc:spChg>
        <pc:spChg chg="add">
          <ac:chgData name="Fabian Surya Pramudya" userId="f46cf8bb-4ec7-4653-94a9-ff26fa22481f" providerId="ADAL" clId="{D1CE6431-CEA6-4C52-93E1-DEACBF611944}" dt="2022-12-06T00:39:10.156" v="299"/>
          <ac:spMkLst>
            <pc:docMk/>
            <pc:sldMk cId="1959652661" sldId="332"/>
            <ac:spMk id="8" creationId="{B1E8F90B-388A-4CED-A890-AF6771CFD5B7}"/>
          </ac:spMkLst>
        </pc:spChg>
        <pc:spChg chg="mod">
          <ac:chgData name="Fabian Surya Pramudya" userId="f46cf8bb-4ec7-4653-94a9-ff26fa22481f" providerId="ADAL" clId="{D1CE6431-CEA6-4C52-93E1-DEACBF611944}" dt="2022-12-06T00:36:06.812" v="272" actId="1076"/>
          <ac:spMkLst>
            <pc:docMk/>
            <pc:sldMk cId="1959652661" sldId="332"/>
            <ac:spMk id="6147" creationId="{0ECF14F3-5B7A-4FA1-AB2C-CA751C363B21}"/>
          </ac:spMkLst>
        </pc:spChg>
        <pc:picChg chg="add">
          <ac:chgData name="Fabian Surya Pramudya" userId="f46cf8bb-4ec7-4653-94a9-ff26fa22481f" providerId="ADAL" clId="{D1CE6431-CEA6-4C52-93E1-DEACBF611944}" dt="2022-12-06T00:39:10.156" v="299"/>
          <ac:picMkLst>
            <pc:docMk/>
            <pc:sldMk cId="1959652661" sldId="332"/>
            <ac:picMk id="7" creationId="{80B4408A-A84C-415A-8283-C3D0569A42D6}"/>
          </ac:picMkLst>
        </pc:picChg>
        <pc:picChg chg="add">
          <ac:chgData name="Fabian Surya Pramudya" userId="f46cf8bb-4ec7-4653-94a9-ff26fa22481f" providerId="ADAL" clId="{D1CE6431-CEA6-4C52-93E1-DEACBF611944}" dt="2022-12-06T00:39:10.156" v="299"/>
          <ac:picMkLst>
            <pc:docMk/>
            <pc:sldMk cId="1959652661" sldId="332"/>
            <ac:picMk id="9" creationId="{0F45325F-C621-44EF-8E21-821CFF3F7D7F}"/>
          </ac:picMkLst>
        </pc:picChg>
        <pc:picChg chg="del mod">
          <ac:chgData name="Fabian Surya Pramudya" userId="f46cf8bb-4ec7-4653-94a9-ff26fa22481f" providerId="ADAL" clId="{D1CE6431-CEA6-4C52-93E1-DEACBF611944}" dt="2022-12-06T00:39:09.880" v="298" actId="478"/>
          <ac:picMkLst>
            <pc:docMk/>
            <pc:sldMk cId="1959652661" sldId="332"/>
            <ac:picMk id="3074" creationId="{39B11BE3-7D8B-4DB3-B78E-41B0D58B1919}"/>
          </ac:picMkLst>
        </pc:picChg>
        <pc:picChg chg="add del mod">
          <ac:chgData name="Fabian Surya Pramudya" userId="f46cf8bb-4ec7-4653-94a9-ff26fa22481f" providerId="ADAL" clId="{D1CE6431-CEA6-4C52-93E1-DEACBF611944}" dt="2022-12-06T00:39:09.880" v="298" actId="478"/>
          <ac:picMkLst>
            <pc:docMk/>
            <pc:sldMk cId="1959652661" sldId="332"/>
            <ac:picMk id="4098" creationId="{93DAC95B-B391-43AE-AB1D-6AAAC14C51F5}"/>
          </ac:picMkLst>
        </pc:picChg>
      </pc:sldChg>
    </pc:docChg>
  </pc:docChgLst>
  <pc:docChgLst>
    <pc:chgData name="Fabian Surya Pramudya" userId="f46cf8bb-4ec7-4653-94a9-ff26fa22481f" providerId="ADAL" clId="{9BEAEE3C-E83A-4A68-90F7-1E6B44C6EC95}"/>
    <pc:docChg chg="delSld">
      <pc:chgData name="Fabian Surya Pramudya" userId="f46cf8bb-4ec7-4653-94a9-ff26fa22481f" providerId="ADAL" clId="{9BEAEE3C-E83A-4A68-90F7-1E6B44C6EC95}" dt="2022-06-18T19:30:01.481" v="20" actId="2696"/>
      <pc:docMkLst>
        <pc:docMk/>
      </pc:docMkLst>
      <pc:sldChg chg="del">
        <pc:chgData name="Fabian Surya Pramudya" userId="f46cf8bb-4ec7-4653-94a9-ff26fa22481f" providerId="ADAL" clId="{9BEAEE3C-E83A-4A68-90F7-1E6B44C6EC95}" dt="2022-06-18T19:29:05.686" v="1" actId="2696"/>
        <pc:sldMkLst>
          <pc:docMk/>
          <pc:sldMk cId="0" sldId="276"/>
        </pc:sldMkLst>
      </pc:sldChg>
      <pc:sldChg chg="del">
        <pc:chgData name="Fabian Surya Pramudya" userId="f46cf8bb-4ec7-4653-94a9-ff26fa22481f" providerId="ADAL" clId="{9BEAEE3C-E83A-4A68-90F7-1E6B44C6EC95}" dt="2022-06-18T19:29:18.376" v="4" actId="2696"/>
        <pc:sldMkLst>
          <pc:docMk/>
          <pc:sldMk cId="0" sldId="287"/>
        </pc:sldMkLst>
      </pc:sldChg>
      <pc:sldChg chg="del">
        <pc:chgData name="Fabian Surya Pramudya" userId="f46cf8bb-4ec7-4653-94a9-ff26fa22481f" providerId="ADAL" clId="{9BEAEE3C-E83A-4A68-90F7-1E6B44C6EC95}" dt="2022-06-18T19:29:21.938" v="8" actId="2696"/>
        <pc:sldMkLst>
          <pc:docMk/>
          <pc:sldMk cId="0" sldId="288"/>
        </pc:sldMkLst>
      </pc:sldChg>
      <pc:sldChg chg="del">
        <pc:chgData name="Fabian Surya Pramudya" userId="f46cf8bb-4ec7-4653-94a9-ff26fa22481f" providerId="ADAL" clId="{9BEAEE3C-E83A-4A68-90F7-1E6B44C6EC95}" dt="2022-06-18T19:29:25.469" v="10" actId="2696"/>
        <pc:sldMkLst>
          <pc:docMk/>
          <pc:sldMk cId="0" sldId="289"/>
        </pc:sldMkLst>
      </pc:sldChg>
      <pc:sldChg chg="del">
        <pc:chgData name="Fabian Surya Pramudya" userId="f46cf8bb-4ec7-4653-94a9-ff26fa22481f" providerId="ADAL" clId="{9BEAEE3C-E83A-4A68-90F7-1E6B44C6EC95}" dt="2022-06-18T19:29:07.892" v="3" actId="2696"/>
        <pc:sldMkLst>
          <pc:docMk/>
          <pc:sldMk cId="0" sldId="291"/>
        </pc:sldMkLst>
      </pc:sldChg>
      <pc:sldChg chg="del">
        <pc:chgData name="Fabian Surya Pramudya" userId="f46cf8bb-4ec7-4653-94a9-ff26fa22481f" providerId="ADAL" clId="{9BEAEE3C-E83A-4A68-90F7-1E6B44C6EC95}" dt="2022-06-18T19:29:06.730" v="2" actId="2696"/>
        <pc:sldMkLst>
          <pc:docMk/>
          <pc:sldMk cId="0" sldId="292"/>
        </pc:sldMkLst>
      </pc:sldChg>
      <pc:sldChg chg="del">
        <pc:chgData name="Fabian Surya Pramudya" userId="f46cf8bb-4ec7-4653-94a9-ff26fa22481f" providerId="ADAL" clId="{9BEAEE3C-E83A-4A68-90F7-1E6B44C6EC95}" dt="2022-06-18T19:29:19.962" v="6" actId="2696"/>
        <pc:sldMkLst>
          <pc:docMk/>
          <pc:sldMk cId="0" sldId="294"/>
        </pc:sldMkLst>
      </pc:sldChg>
      <pc:sldChg chg="del">
        <pc:chgData name="Fabian Surya Pramudya" userId="f46cf8bb-4ec7-4653-94a9-ff26fa22481f" providerId="ADAL" clId="{9BEAEE3C-E83A-4A68-90F7-1E6B44C6EC95}" dt="2022-06-18T19:29:24.582" v="9" actId="2696"/>
        <pc:sldMkLst>
          <pc:docMk/>
          <pc:sldMk cId="0" sldId="295"/>
        </pc:sldMkLst>
      </pc:sldChg>
      <pc:sldChg chg="del">
        <pc:chgData name="Fabian Surya Pramudya" userId="f46cf8bb-4ec7-4653-94a9-ff26fa22481f" providerId="ADAL" clId="{9BEAEE3C-E83A-4A68-90F7-1E6B44C6EC95}" dt="2022-06-18T19:29:36.416" v="11" actId="2696"/>
        <pc:sldMkLst>
          <pc:docMk/>
          <pc:sldMk cId="0" sldId="305"/>
        </pc:sldMkLst>
      </pc:sldChg>
      <pc:sldChg chg="del">
        <pc:chgData name="Fabian Surya Pramudya" userId="f46cf8bb-4ec7-4653-94a9-ff26fa22481f" providerId="ADAL" clId="{9BEAEE3C-E83A-4A68-90F7-1E6B44C6EC95}" dt="2022-06-18T19:29:37.774" v="12" actId="2696"/>
        <pc:sldMkLst>
          <pc:docMk/>
          <pc:sldMk cId="0" sldId="306"/>
        </pc:sldMkLst>
      </pc:sldChg>
      <pc:sldChg chg="del">
        <pc:chgData name="Fabian Surya Pramudya" userId="f46cf8bb-4ec7-4653-94a9-ff26fa22481f" providerId="ADAL" clId="{9BEAEE3C-E83A-4A68-90F7-1E6B44C6EC95}" dt="2022-06-18T19:29:49.638" v="13" actId="2696"/>
        <pc:sldMkLst>
          <pc:docMk/>
          <pc:sldMk cId="0" sldId="313"/>
        </pc:sldMkLst>
      </pc:sldChg>
      <pc:sldChg chg="del">
        <pc:chgData name="Fabian Surya Pramudya" userId="f46cf8bb-4ec7-4653-94a9-ff26fa22481f" providerId="ADAL" clId="{9BEAEE3C-E83A-4A68-90F7-1E6B44C6EC95}" dt="2022-06-18T19:29:49.956" v="14" actId="2696"/>
        <pc:sldMkLst>
          <pc:docMk/>
          <pc:sldMk cId="0" sldId="314"/>
        </pc:sldMkLst>
      </pc:sldChg>
      <pc:sldChg chg="del">
        <pc:chgData name="Fabian Surya Pramudya" userId="f46cf8bb-4ec7-4653-94a9-ff26fa22481f" providerId="ADAL" clId="{9BEAEE3C-E83A-4A68-90F7-1E6B44C6EC95}" dt="2022-06-18T19:29:50.420" v="15" actId="2696"/>
        <pc:sldMkLst>
          <pc:docMk/>
          <pc:sldMk cId="0" sldId="315"/>
        </pc:sldMkLst>
      </pc:sldChg>
      <pc:sldChg chg="del">
        <pc:chgData name="Fabian Surya Pramudya" userId="f46cf8bb-4ec7-4653-94a9-ff26fa22481f" providerId="ADAL" clId="{9BEAEE3C-E83A-4A68-90F7-1E6B44C6EC95}" dt="2022-06-18T19:29:51.712" v="17" actId="2696"/>
        <pc:sldMkLst>
          <pc:docMk/>
          <pc:sldMk cId="0" sldId="317"/>
        </pc:sldMkLst>
      </pc:sldChg>
      <pc:sldChg chg="del">
        <pc:chgData name="Fabian Surya Pramudya" userId="f46cf8bb-4ec7-4653-94a9-ff26fa22481f" providerId="ADAL" clId="{9BEAEE3C-E83A-4A68-90F7-1E6B44C6EC95}" dt="2022-06-18T19:30:01.481" v="20" actId="2696"/>
        <pc:sldMkLst>
          <pc:docMk/>
          <pc:sldMk cId="0" sldId="318"/>
        </pc:sldMkLst>
      </pc:sldChg>
      <pc:sldChg chg="del">
        <pc:chgData name="Fabian Surya Pramudya" userId="f46cf8bb-4ec7-4653-94a9-ff26fa22481f" providerId="ADAL" clId="{9BEAEE3C-E83A-4A68-90F7-1E6B44C6EC95}" dt="2022-06-18T19:29:19.349" v="5" actId="2696"/>
        <pc:sldMkLst>
          <pc:docMk/>
          <pc:sldMk cId="0" sldId="319"/>
        </pc:sldMkLst>
      </pc:sldChg>
      <pc:sldChg chg="del">
        <pc:chgData name="Fabian Surya Pramudya" userId="f46cf8bb-4ec7-4653-94a9-ff26fa22481f" providerId="ADAL" clId="{9BEAEE3C-E83A-4A68-90F7-1E6B44C6EC95}" dt="2022-06-18T19:29:56.671" v="18" actId="2696"/>
        <pc:sldMkLst>
          <pc:docMk/>
          <pc:sldMk cId="0" sldId="322"/>
        </pc:sldMkLst>
      </pc:sldChg>
      <pc:sldChg chg="del">
        <pc:chgData name="Fabian Surya Pramudya" userId="f46cf8bb-4ec7-4653-94a9-ff26fa22481f" providerId="ADAL" clId="{9BEAEE3C-E83A-4A68-90F7-1E6B44C6EC95}" dt="2022-06-18T19:29:57.400" v="19" actId="2696"/>
        <pc:sldMkLst>
          <pc:docMk/>
          <pc:sldMk cId="0" sldId="323"/>
        </pc:sldMkLst>
      </pc:sldChg>
      <pc:sldChg chg="del">
        <pc:chgData name="Fabian Surya Pramudya" userId="f46cf8bb-4ec7-4653-94a9-ff26fa22481f" providerId="ADAL" clId="{9BEAEE3C-E83A-4A68-90F7-1E6B44C6EC95}" dt="2022-06-18T19:29:51.125" v="16" actId="2696"/>
        <pc:sldMkLst>
          <pc:docMk/>
          <pc:sldMk cId="0" sldId="324"/>
        </pc:sldMkLst>
      </pc:sldChg>
      <pc:sldChg chg="del">
        <pc:chgData name="Fabian Surya Pramudya" userId="f46cf8bb-4ec7-4653-94a9-ff26fa22481f" providerId="ADAL" clId="{9BEAEE3C-E83A-4A68-90F7-1E6B44C6EC95}" dt="2022-06-18T19:29:20.535" v="7" actId="2696"/>
        <pc:sldMkLst>
          <pc:docMk/>
          <pc:sldMk cId="0" sldId="325"/>
        </pc:sldMkLst>
      </pc:sldChg>
      <pc:sldChg chg="del">
        <pc:chgData name="Fabian Surya Pramudya" userId="f46cf8bb-4ec7-4653-94a9-ff26fa22481f" providerId="ADAL" clId="{9BEAEE3C-E83A-4A68-90F7-1E6B44C6EC95}" dt="2022-06-18T19:29:04.086" v="0" actId="2696"/>
        <pc:sldMkLst>
          <pc:docMk/>
          <pc:sldMk cId="2327907738" sldId="33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87BAF511-FAE4-44D9-A5E4-65FE129A96A7}"/>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a:latin typeface="Arial" charset="0"/>
              </a:defRPr>
            </a:lvl1pPr>
          </a:lstStyle>
          <a:p>
            <a:pPr>
              <a:defRPr/>
            </a:pPr>
            <a:endParaRPr lang="en-US"/>
          </a:p>
        </p:txBody>
      </p:sp>
      <p:sp>
        <p:nvSpPr>
          <p:cNvPr id="5123" name="Rectangle 3">
            <a:extLst>
              <a:ext uri="{FF2B5EF4-FFF2-40B4-BE49-F238E27FC236}">
                <a16:creationId xmlns:a16="http://schemas.microsoft.com/office/drawing/2014/main" id="{8CF14DBD-197C-4B39-9D12-FA4F9060E369}"/>
              </a:ext>
            </a:extLst>
          </p:cNvPr>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a:latin typeface="Arial" charset="0"/>
              </a:defRPr>
            </a:lvl1pPr>
          </a:lstStyle>
          <a:p>
            <a:pPr>
              <a:defRPr/>
            </a:pPr>
            <a:endParaRPr lang="en-US"/>
          </a:p>
        </p:txBody>
      </p:sp>
      <p:sp>
        <p:nvSpPr>
          <p:cNvPr id="5124" name="Rectangle 4">
            <a:extLst>
              <a:ext uri="{FF2B5EF4-FFF2-40B4-BE49-F238E27FC236}">
                <a16:creationId xmlns:a16="http://schemas.microsoft.com/office/drawing/2014/main" id="{4605666A-D814-4916-A44B-4466D97A089A}"/>
              </a:ext>
            </a:extLst>
          </p:cNvPr>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a:latin typeface="Arial" charset="0"/>
              </a:defRPr>
            </a:lvl1pPr>
          </a:lstStyle>
          <a:p>
            <a:pPr>
              <a:defRPr/>
            </a:pPr>
            <a:endParaRPr lang="en-US"/>
          </a:p>
        </p:txBody>
      </p:sp>
      <p:sp>
        <p:nvSpPr>
          <p:cNvPr id="5125" name="Rectangle 5">
            <a:extLst>
              <a:ext uri="{FF2B5EF4-FFF2-40B4-BE49-F238E27FC236}">
                <a16:creationId xmlns:a16="http://schemas.microsoft.com/office/drawing/2014/main" id="{C52490C4-D4BA-4E53-B705-A4440D706C9E}"/>
              </a:ext>
            </a:extLst>
          </p:cNvPr>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a:lvl1pPr>
          </a:lstStyle>
          <a:p>
            <a:pPr>
              <a:defRPr/>
            </a:pPr>
            <a:fld id="{2D28A225-55E5-4517-B5FC-583FADC52D66}" type="slidenum">
              <a:rPr lang="en-US" altLang="id-ID"/>
              <a:pPr>
                <a:defRPr/>
              </a:pPr>
              <a:t>‹#›</a:t>
            </a:fld>
            <a:endParaRPr lang="en-US" altLang="id-ID"/>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3-10-26T12:22:59.660"/>
    </inkml:context>
    <inkml:brush xml:id="br0">
      <inkml:brushProperty name="width" value="0.05292" units="cm"/>
      <inkml:brushProperty name="height" value="0.05292" units="cm"/>
      <inkml:brushProperty name="color" value="#FF0000"/>
    </inkml:brush>
  </inkml:definitions>
  <inkml:trace contextRef="#ctx0" brushRef="#br0">9931 4716 1723 0,'0'0'385'0,"0"0"-180"16,0 0-18-16,5-113-25 15,-12 74-23-15,-17-2-28 16,-8 2-69-16,-8 3 97 15,-11-1-96-15,-9 8-11 16,-14 14 7-16,-29 15-31 16,-30 0-3-16,4 28-5 15,9 12 13-15,14 9-22 16,6 23 9-16,-24 44-16 16,-24 48 15-16,13 29 2 15,30 12 6-15,36-5-7 16,44-28 1-16,25-15-7 0,16-21 6 15,30-36-12 1,10-24 12-16,38-7 1 0,53-21 0 16,44-20-1-16,42-28 19 15,2-28 42-15,-21-49-48 16,-11-18 7-16,-26-14 12 16,-35-15-18-16,-39-21 5 15,-41 1-19-15,-31-1 17 16,-20 29 7-16,-11 32-24 15,-2 27-8-15,-21 13 3 16,-8 0 5-16,-6 1-1 16,-5 10-5-16,1 9-48 15,10 16 46-15,9 8-152 16,10 8-284-16,12 0-456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64BC4800-D437-43C0-8661-C8748E42BF6F}"/>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a:latin typeface="Arial" charset="0"/>
              </a:defRPr>
            </a:lvl1pPr>
          </a:lstStyle>
          <a:p>
            <a:pPr>
              <a:defRPr/>
            </a:pPr>
            <a:endParaRPr lang="en-US"/>
          </a:p>
        </p:txBody>
      </p:sp>
      <p:sp>
        <p:nvSpPr>
          <p:cNvPr id="33795" name="Rectangle 3">
            <a:extLst>
              <a:ext uri="{FF2B5EF4-FFF2-40B4-BE49-F238E27FC236}">
                <a16:creationId xmlns:a16="http://schemas.microsoft.com/office/drawing/2014/main" id="{F97C600E-B9CF-410C-A5DB-4FBE2CBBDE9F}"/>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a:latin typeface="Arial" charset="0"/>
              </a:defRPr>
            </a:lvl1pPr>
          </a:lstStyle>
          <a:p>
            <a:pPr>
              <a:defRPr/>
            </a:pPr>
            <a:endParaRPr lang="en-US"/>
          </a:p>
        </p:txBody>
      </p:sp>
      <p:sp>
        <p:nvSpPr>
          <p:cNvPr id="2052" name="Rectangle 4">
            <a:extLst>
              <a:ext uri="{FF2B5EF4-FFF2-40B4-BE49-F238E27FC236}">
                <a16:creationId xmlns:a16="http://schemas.microsoft.com/office/drawing/2014/main" id="{661F05A5-BBE7-4FD2-9275-59DDFA11B557}"/>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7" name="Rectangle 5">
            <a:extLst>
              <a:ext uri="{FF2B5EF4-FFF2-40B4-BE49-F238E27FC236}">
                <a16:creationId xmlns:a16="http://schemas.microsoft.com/office/drawing/2014/main" id="{DDDDBB95-4BE1-4F80-A513-34A8E78E9DC0}"/>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3798" name="Rectangle 6">
            <a:extLst>
              <a:ext uri="{FF2B5EF4-FFF2-40B4-BE49-F238E27FC236}">
                <a16:creationId xmlns:a16="http://schemas.microsoft.com/office/drawing/2014/main" id="{2B84C82D-C8DB-4D61-AFC9-41CFD09E958D}"/>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a:latin typeface="Arial" charset="0"/>
              </a:defRPr>
            </a:lvl1pPr>
          </a:lstStyle>
          <a:p>
            <a:pPr>
              <a:defRPr/>
            </a:pPr>
            <a:endParaRPr lang="en-US"/>
          </a:p>
        </p:txBody>
      </p:sp>
      <p:sp>
        <p:nvSpPr>
          <p:cNvPr id="33799" name="Rectangle 7">
            <a:extLst>
              <a:ext uri="{FF2B5EF4-FFF2-40B4-BE49-F238E27FC236}">
                <a16:creationId xmlns:a16="http://schemas.microsoft.com/office/drawing/2014/main" id="{0BA6567F-A631-4537-ADAB-C57A49ED1EB5}"/>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a:lvl1pPr>
          </a:lstStyle>
          <a:p>
            <a:pPr>
              <a:defRPr/>
            </a:pPr>
            <a:fld id="{52FF54EB-E9C3-4751-AABC-5648D0BCA311}" type="slidenum">
              <a:rPr lang="en-US" altLang="id-ID"/>
              <a:pPr>
                <a:defRPr/>
              </a:pPr>
              <a:t>‹#›</a:t>
            </a:fld>
            <a:endParaRPr lang="en-US" altLang="id-ID"/>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1" descr="Background 01.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762" y="4763"/>
            <a:ext cx="9139237" cy="6461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userDrawn="1"/>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p:cNvSpPr/>
          <p:nvPr userDrawn="1"/>
        </p:nvSpPr>
        <p:spPr>
          <a:xfrm>
            <a:off x="1691679" y="1628800"/>
            <a:ext cx="7452319" cy="5229200"/>
          </a:xfrm>
          <a:prstGeom prst="rect">
            <a:avLst/>
          </a:prstGeom>
          <a:solidFill>
            <a:srgbClr val="008F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1"/>
          <p:cNvSpPr>
            <a:spLocks noGrp="1"/>
          </p:cNvSpPr>
          <p:nvPr>
            <p:ph type="ctrTitle" hasCustomPrompt="1"/>
          </p:nvPr>
        </p:nvSpPr>
        <p:spPr>
          <a:xfrm>
            <a:off x="1835696" y="2708920"/>
            <a:ext cx="7128792" cy="1470025"/>
          </a:xfrm>
        </p:spPr>
        <p:txBody>
          <a:bodyPr/>
          <a:lstStyle>
            <a:lvl1pPr eaLnBrk="1" hangingPunct="1">
              <a:defRPr sz="4400">
                <a:solidFill>
                  <a:schemeClr val="bg1"/>
                </a:solidFill>
              </a:defRPr>
            </a:lvl1pPr>
          </a:lstStyle>
          <a:p>
            <a:pPr eaLnBrk="1" hangingPunct="1"/>
            <a:r>
              <a:rPr lang="en-US" sz="3200" b="1" dirty="0">
                <a:solidFill>
                  <a:schemeClr val="bg1"/>
                </a:solidFill>
                <a:latin typeface="Open Sans" pitchFamily="-84" charset="0"/>
                <a:ea typeface="ＭＳ Ｐゴシック" pitchFamily="34" charset="-128"/>
              </a:rPr>
              <a:t>Headline Open Sans Bold 32pt</a:t>
            </a:r>
          </a:p>
        </p:txBody>
      </p:sp>
      <p:sp>
        <p:nvSpPr>
          <p:cNvPr id="3" name="Subtitle 2"/>
          <p:cNvSpPr>
            <a:spLocks noGrp="1"/>
          </p:cNvSpPr>
          <p:nvPr>
            <p:ph type="subTitle" idx="1"/>
          </p:nvPr>
        </p:nvSpPr>
        <p:spPr>
          <a:xfrm>
            <a:off x="2267744" y="4295527"/>
            <a:ext cx="6400800" cy="576064"/>
          </a:xfrm>
        </p:spPr>
        <p:txBody>
          <a:bodyPr>
            <a:normAutofit/>
          </a:bodyPr>
          <a:lstStyle>
            <a:lvl1pPr marL="0" indent="0" algn="ctr">
              <a:buNone/>
              <a:defRPr sz="2400">
                <a:solidFill>
                  <a:schemeClr val="bg1"/>
                </a:solidFill>
                <a:latin typeface="Open San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id-ID" dirty="0"/>
          </a:p>
        </p:txBody>
      </p:sp>
      <p:sp>
        <p:nvSpPr>
          <p:cNvPr id="4" name="Date Placeholder 3"/>
          <p:cNvSpPr>
            <a:spLocks noGrp="1"/>
          </p:cNvSpPr>
          <p:nvPr>
            <p:ph type="dt" sz="half" idx="10"/>
          </p:nvPr>
        </p:nvSpPr>
        <p:spPr>
          <a:xfrm>
            <a:off x="457200" y="6453336"/>
            <a:ext cx="2133600" cy="365125"/>
          </a:xfrm>
        </p:spPr>
        <p:txBody>
          <a:bodyPr/>
          <a:lstStyle/>
          <a:p>
            <a:fld id="{5EF9B71C-2D91-4D15-BAB7-ADA66F828B46}" type="datetimeFigureOut">
              <a:rPr lang="id-ID" smtClean="0"/>
              <a:pPr/>
              <a:t>31/07/2024</a:t>
            </a:fld>
            <a:endParaRPr lang="id-ID"/>
          </a:p>
        </p:txBody>
      </p:sp>
      <p:sp>
        <p:nvSpPr>
          <p:cNvPr id="5" name="Footer Placeholder 4"/>
          <p:cNvSpPr>
            <a:spLocks noGrp="1"/>
          </p:cNvSpPr>
          <p:nvPr>
            <p:ph type="ftr" sz="quarter" idx="11"/>
          </p:nvPr>
        </p:nvSpPr>
        <p:spPr>
          <a:xfrm>
            <a:off x="3124200" y="6453336"/>
            <a:ext cx="2895600" cy="365125"/>
          </a:xfrm>
        </p:spPr>
        <p:txBody>
          <a:bodyPr/>
          <a:lstStyle/>
          <a:p>
            <a:endParaRPr lang="id-ID"/>
          </a:p>
        </p:txBody>
      </p:sp>
      <p:sp>
        <p:nvSpPr>
          <p:cNvPr id="6" name="Slide Number Placeholder 5"/>
          <p:cNvSpPr>
            <a:spLocks noGrp="1"/>
          </p:cNvSpPr>
          <p:nvPr>
            <p:ph type="sldNum" sz="quarter" idx="12"/>
          </p:nvPr>
        </p:nvSpPr>
        <p:spPr>
          <a:xfrm>
            <a:off x="6553200" y="6453336"/>
            <a:ext cx="2133600" cy="365125"/>
          </a:xfrm>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2979624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1" descr="Background 02.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3937"/>
            <a:ext cx="9143999" cy="6464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userDrawn="1"/>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1"/>
          <p:cNvSpPr>
            <a:spLocks noGrp="1"/>
          </p:cNvSpPr>
          <p:nvPr>
            <p:ph type="title"/>
          </p:nvPr>
        </p:nvSpPr>
        <p:spPr>
          <a:xfrm>
            <a:off x="1911350" y="2060848"/>
            <a:ext cx="6837114" cy="792088"/>
          </a:xfrm>
        </p:spPr>
        <p:txBody>
          <a:bodyPr>
            <a:normAutofit/>
          </a:bodyPr>
          <a:lstStyle>
            <a:lvl1pPr algn="l">
              <a:defRPr sz="3000" b="1">
                <a:solidFill>
                  <a:srgbClr val="0079B8"/>
                </a:solidFill>
                <a:latin typeface="Open Sans"/>
              </a:defRPr>
            </a:lvl1pPr>
          </a:lstStyle>
          <a:p>
            <a:r>
              <a:rPr lang="en-US"/>
              <a:t>Click to edit Master title style</a:t>
            </a:r>
            <a:endParaRPr lang="id-ID" dirty="0"/>
          </a:p>
        </p:txBody>
      </p:sp>
      <p:sp>
        <p:nvSpPr>
          <p:cNvPr id="8" name="Date Placeholder 3"/>
          <p:cNvSpPr>
            <a:spLocks noGrp="1"/>
          </p:cNvSpPr>
          <p:nvPr>
            <p:ph type="dt" sz="half" idx="10"/>
          </p:nvPr>
        </p:nvSpPr>
        <p:spPr>
          <a:xfrm>
            <a:off x="457200" y="6453336"/>
            <a:ext cx="2133600" cy="365125"/>
          </a:xfrm>
        </p:spPr>
        <p:txBody>
          <a:bodyPr/>
          <a:lstStyle/>
          <a:p>
            <a:fld id="{5EF9B71C-2D91-4D15-BAB7-ADA66F828B46}" type="datetimeFigureOut">
              <a:rPr lang="id-ID" smtClean="0"/>
              <a:pPr/>
              <a:t>31/07/2024</a:t>
            </a:fld>
            <a:endParaRPr lang="id-ID"/>
          </a:p>
        </p:txBody>
      </p:sp>
      <p:sp>
        <p:nvSpPr>
          <p:cNvPr id="9" name="Footer Placeholder 4"/>
          <p:cNvSpPr>
            <a:spLocks noGrp="1"/>
          </p:cNvSpPr>
          <p:nvPr>
            <p:ph type="ftr" sz="quarter" idx="11"/>
          </p:nvPr>
        </p:nvSpPr>
        <p:spPr>
          <a:xfrm>
            <a:off x="3124200" y="6453336"/>
            <a:ext cx="2895600" cy="365125"/>
          </a:xfrm>
        </p:spPr>
        <p:txBody>
          <a:bodyPr/>
          <a:lstStyle/>
          <a:p>
            <a:endParaRPr lang="id-ID"/>
          </a:p>
        </p:txBody>
      </p:sp>
      <p:sp>
        <p:nvSpPr>
          <p:cNvPr id="10" name="Slide Number Placeholder 5"/>
          <p:cNvSpPr>
            <a:spLocks noGrp="1"/>
          </p:cNvSpPr>
          <p:nvPr>
            <p:ph type="sldNum" sz="quarter" idx="12"/>
          </p:nvPr>
        </p:nvSpPr>
        <p:spPr>
          <a:xfrm>
            <a:off x="6553200" y="6453336"/>
            <a:ext cx="2133600" cy="365125"/>
          </a:xfrm>
        </p:spPr>
        <p:txBody>
          <a:bodyPr/>
          <a:lstStyle/>
          <a:p>
            <a:fld id="{F173735F-2667-4028-B606-D96AABD86FDB}" type="slidenum">
              <a:rPr lang="id-ID" smtClean="0"/>
              <a:pPr/>
              <a:t>‹#›</a:t>
            </a:fld>
            <a:endParaRPr lang="id-ID"/>
          </a:p>
        </p:txBody>
      </p:sp>
      <p:sp>
        <p:nvSpPr>
          <p:cNvPr id="14" name="Content Placeholder 2"/>
          <p:cNvSpPr>
            <a:spLocks noGrp="1"/>
          </p:cNvSpPr>
          <p:nvPr>
            <p:ph idx="1"/>
          </p:nvPr>
        </p:nvSpPr>
        <p:spPr>
          <a:xfrm>
            <a:off x="1911350" y="3429001"/>
            <a:ext cx="6837114" cy="3040422"/>
          </a:xfrm>
        </p:spPr>
        <p:txBody>
          <a:bodyPr/>
          <a:lstStyle>
            <a:lvl1pPr>
              <a:defRPr>
                <a:latin typeface="Open Sans"/>
              </a:defRPr>
            </a:lvl1pPr>
            <a:lvl2pPr>
              <a:defRPr>
                <a:latin typeface="Open Sans"/>
              </a:defRPr>
            </a:lvl2pPr>
            <a:lvl3pPr>
              <a:defRPr>
                <a:latin typeface="Open Sans"/>
              </a:defRPr>
            </a:lvl3pPr>
            <a:lvl4pPr>
              <a:defRPr>
                <a:latin typeface="Open Sans"/>
              </a:defRPr>
            </a:lvl4pPr>
            <a:lvl5pPr>
              <a:defRPr>
                <a:latin typeface="Open San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16" name="Subtitle 2"/>
          <p:cNvSpPr>
            <a:spLocks noGrp="1"/>
          </p:cNvSpPr>
          <p:nvPr>
            <p:ph type="subTitle" idx="13"/>
          </p:nvPr>
        </p:nvSpPr>
        <p:spPr>
          <a:xfrm>
            <a:off x="1907704" y="2852936"/>
            <a:ext cx="6840760" cy="504056"/>
          </a:xfrm>
        </p:spPr>
        <p:txBody>
          <a:bodyPr vert="horz" lIns="91440" tIns="45720" rIns="91440" bIns="45720" rtlCol="0" anchor="ctr">
            <a:normAutofit/>
          </a:bodyPr>
          <a:lstStyle>
            <a:lvl1pPr>
              <a:defRPr lang="id-ID" sz="2200" b="1" dirty="0">
                <a:solidFill>
                  <a:srgbClr val="0079B8"/>
                </a:solidFill>
                <a:latin typeface="Open Sans"/>
                <a:ea typeface="+mj-ea"/>
                <a:cs typeface="+mj-cs"/>
              </a:defRPr>
            </a:lvl1pPr>
          </a:lstStyle>
          <a:p>
            <a:pPr lvl="0">
              <a:spcBef>
                <a:spcPct val="0"/>
              </a:spcBef>
              <a:buNone/>
            </a:pPr>
            <a:r>
              <a:rPr lang="en-US"/>
              <a:t>Click to edit Master subtitle style</a:t>
            </a:r>
            <a:endParaRPr lang="id-ID" dirty="0"/>
          </a:p>
        </p:txBody>
      </p:sp>
    </p:spTree>
    <p:extLst>
      <p:ext uri="{BB962C8B-B14F-4D97-AF65-F5344CB8AC3E}">
        <p14:creationId xmlns:p14="http://schemas.microsoft.com/office/powerpoint/2010/main" val="41803277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31640" y="4406901"/>
            <a:ext cx="7344816" cy="678284"/>
          </a:xfrm>
        </p:spPr>
        <p:txBody>
          <a:bodyPr anchor="t">
            <a:noAutofit/>
          </a:bodyPr>
          <a:lstStyle>
            <a:lvl1pPr algn="l">
              <a:defRPr sz="3000" b="1" cap="all"/>
            </a:lvl1pPr>
          </a:lstStyle>
          <a:p>
            <a:r>
              <a:rPr lang="en-US"/>
              <a:t>Click to edit Master title style</a:t>
            </a:r>
            <a:endParaRPr lang="id-ID" dirty="0"/>
          </a:p>
        </p:txBody>
      </p:sp>
      <p:sp>
        <p:nvSpPr>
          <p:cNvPr id="3" name="Text Placeholder 2"/>
          <p:cNvSpPr>
            <a:spLocks noGrp="1"/>
          </p:cNvSpPr>
          <p:nvPr>
            <p:ph type="body" idx="1"/>
          </p:nvPr>
        </p:nvSpPr>
        <p:spPr>
          <a:xfrm>
            <a:off x="1331640" y="2906713"/>
            <a:ext cx="7344816"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15470077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sz="half" idx="1"/>
          </p:nvPr>
        </p:nvSpPr>
        <p:spPr>
          <a:xfrm>
            <a:off x="1619672" y="2636912"/>
            <a:ext cx="3456384" cy="3489251"/>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4" name="Content Placeholder 3"/>
          <p:cNvSpPr>
            <a:spLocks noGrp="1"/>
          </p:cNvSpPr>
          <p:nvPr>
            <p:ph sz="half" idx="2"/>
          </p:nvPr>
        </p:nvSpPr>
        <p:spPr>
          <a:xfrm>
            <a:off x="5148064" y="2636912"/>
            <a:ext cx="3538736" cy="3489251"/>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5" name="Date Placeholder 4"/>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8768682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19672" y="1484784"/>
            <a:ext cx="7067128" cy="1008112"/>
          </a:xfrm>
        </p:spPr>
        <p:txBody>
          <a:bodyPr/>
          <a:lstStyle>
            <a:lvl1pPr>
              <a:defRPr/>
            </a:lvl1pPr>
          </a:lstStyle>
          <a:p>
            <a:r>
              <a:rPr lang="en-US"/>
              <a:t>Click to edit Master title style</a:t>
            </a:r>
            <a:endParaRPr lang="id-ID"/>
          </a:p>
        </p:txBody>
      </p:sp>
      <p:sp>
        <p:nvSpPr>
          <p:cNvPr id="3" name="Text Placeholder 2"/>
          <p:cNvSpPr>
            <a:spLocks noGrp="1"/>
          </p:cNvSpPr>
          <p:nvPr>
            <p:ph type="body" idx="1"/>
          </p:nvPr>
        </p:nvSpPr>
        <p:spPr>
          <a:xfrm>
            <a:off x="1619672" y="2132856"/>
            <a:ext cx="3456384" cy="639762"/>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619672" y="2708920"/>
            <a:ext cx="3456384" cy="3456384"/>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6" name="Content Placeholder 5"/>
          <p:cNvSpPr>
            <a:spLocks noGrp="1"/>
          </p:cNvSpPr>
          <p:nvPr>
            <p:ph sz="quarter" idx="4"/>
          </p:nvPr>
        </p:nvSpPr>
        <p:spPr>
          <a:xfrm>
            <a:off x="5220072" y="2708919"/>
            <a:ext cx="3466728" cy="3456385"/>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7" name="Date Placeholder 6"/>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F173735F-2667-4028-B606-D96AABD86FDB}" type="slidenum">
              <a:rPr lang="id-ID" smtClean="0"/>
              <a:pPr/>
              <a:t>‹#›</a:t>
            </a:fld>
            <a:endParaRPr lang="id-ID"/>
          </a:p>
        </p:txBody>
      </p:sp>
      <p:sp>
        <p:nvSpPr>
          <p:cNvPr id="10" name="Text Placeholder 2"/>
          <p:cNvSpPr>
            <a:spLocks noGrp="1"/>
          </p:cNvSpPr>
          <p:nvPr>
            <p:ph type="body" idx="13"/>
          </p:nvPr>
        </p:nvSpPr>
        <p:spPr>
          <a:xfrm>
            <a:off x="5220072" y="2132856"/>
            <a:ext cx="3456384" cy="639762"/>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255044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Date Placeholder 2"/>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4" name="Footer Placeholder 3"/>
          <p:cNvSpPr>
            <a:spLocks noGrp="1"/>
          </p:cNvSpPr>
          <p:nvPr>
            <p:ph type="ftr" sz="quarter" idx="11"/>
          </p:nvPr>
        </p:nvSpPr>
        <p:spPr/>
        <p:txBody>
          <a:bodyPr/>
          <a:lstStyle/>
          <a:p>
            <a:endParaRPr lang="id-ID"/>
          </a:p>
        </p:txBody>
      </p:sp>
      <p:sp>
        <p:nvSpPr>
          <p:cNvPr id="5" name="Slide Number Placeholder 4"/>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37154119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4763"/>
            <a:ext cx="9693629" cy="685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313250" y="2859881"/>
            <a:ext cx="7067128" cy="1143000"/>
          </a:xfrm>
        </p:spPr>
        <p:txBody>
          <a:bodyPr>
            <a:normAutofit/>
          </a:bodyPr>
          <a:lstStyle>
            <a:lvl1pPr>
              <a:defRPr sz="3200">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25450773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07704" y="1628800"/>
            <a:ext cx="6768752" cy="802010"/>
          </a:xfrm>
        </p:spPr>
        <p:txBody>
          <a:bodyPr anchor="b">
            <a:normAutofit/>
          </a:bodyPr>
          <a:lstStyle>
            <a:lvl1pPr algn="l">
              <a:defRPr sz="3000" b="1"/>
            </a:lvl1pPr>
          </a:lstStyle>
          <a:p>
            <a:r>
              <a:rPr lang="en-US"/>
              <a:t>Click to edit Master title style</a:t>
            </a:r>
            <a:endParaRPr lang="id-ID"/>
          </a:p>
        </p:txBody>
      </p:sp>
      <p:sp>
        <p:nvSpPr>
          <p:cNvPr id="3" name="Content Placeholder 2"/>
          <p:cNvSpPr>
            <a:spLocks noGrp="1"/>
          </p:cNvSpPr>
          <p:nvPr>
            <p:ph idx="1"/>
          </p:nvPr>
        </p:nvSpPr>
        <p:spPr>
          <a:xfrm>
            <a:off x="1907705" y="2564904"/>
            <a:ext cx="3168352" cy="3672408"/>
          </a:xfrm>
        </p:spPr>
        <p:txBody>
          <a:bodyPr/>
          <a:lstStyle>
            <a:lvl1pPr>
              <a:defRPr sz="2000"/>
            </a:lvl1pPr>
            <a:lvl2pPr>
              <a:defRPr sz="20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4" name="Text Placeholder 3"/>
          <p:cNvSpPr>
            <a:spLocks noGrp="1"/>
          </p:cNvSpPr>
          <p:nvPr>
            <p:ph type="body" sz="half" idx="2"/>
          </p:nvPr>
        </p:nvSpPr>
        <p:spPr>
          <a:xfrm>
            <a:off x="5220072" y="2564904"/>
            <a:ext cx="3430017" cy="3672160"/>
          </a:xfrm>
        </p:spPr>
        <p:txBody>
          <a:bodyPr>
            <a:norm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3708343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6884168" cy="566738"/>
          </a:xfrm>
        </p:spPr>
        <p:txBody>
          <a:bodyPr anchor="b"/>
          <a:lstStyle>
            <a:lvl1pPr algn="l">
              <a:defRPr sz="2000" b="1"/>
            </a:lvl1pPr>
          </a:lstStyle>
          <a:p>
            <a:r>
              <a:rPr lang="en-US"/>
              <a:t>Click to edit Master title style</a:t>
            </a:r>
            <a:endParaRPr lang="id-ID"/>
          </a:p>
        </p:txBody>
      </p:sp>
      <p:sp>
        <p:nvSpPr>
          <p:cNvPr id="3" name="Picture Placeholder 2"/>
          <p:cNvSpPr>
            <a:spLocks noGrp="1"/>
          </p:cNvSpPr>
          <p:nvPr>
            <p:ph type="pic" idx="1"/>
          </p:nvPr>
        </p:nvSpPr>
        <p:spPr>
          <a:xfrm>
            <a:off x="1792288" y="1916832"/>
            <a:ext cx="6884168" cy="281074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id-ID"/>
          </a:p>
        </p:txBody>
      </p:sp>
      <p:sp>
        <p:nvSpPr>
          <p:cNvPr id="4" name="Text Placeholder 3"/>
          <p:cNvSpPr>
            <a:spLocks noGrp="1"/>
          </p:cNvSpPr>
          <p:nvPr>
            <p:ph type="body" sz="half" idx="2"/>
          </p:nvPr>
        </p:nvSpPr>
        <p:spPr>
          <a:xfrm>
            <a:off x="1792288" y="5367338"/>
            <a:ext cx="6884168"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11078673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36710752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484784"/>
            <a:ext cx="2057400" cy="4641379"/>
          </a:xfrm>
        </p:spPr>
        <p:txBody>
          <a:bodyPr vert="eaVert"/>
          <a:lstStyle/>
          <a:p>
            <a:r>
              <a:rPr lang="en-US"/>
              <a:t>Click to edit Master title style</a:t>
            </a:r>
            <a:endParaRPr lang="id-ID"/>
          </a:p>
        </p:txBody>
      </p:sp>
      <p:sp>
        <p:nvSpPr>
          <p:cNvPr id="3" name="Vertical Text Placeholder 2"/>
          <p:cNvSpPr>
            <a:spLocks noGrp="1"/>
          </p:cNvSpPr>
          <p:nvPr>
            <p:ph type="body" orient="vert" idx="1"/>
          </p:nvPr>
        </p:nvSpPr>
        <p:spPr>
          <a:xfrm>
            <a:off x="1043608" y="1484784"/>
            <a:ext cx="5433392" cy="46413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4" name="Date Placeholder 3"/>
          <p:cNvSpPr>
            <a:spLocks noGrp="1"/>
          </p:cNvSpPr>
          <p:nvPr>
            <p:ph type="dt" sz="half" idx="10"/>
          </p:nvPr>
        </p:nvSpPr>
        <p:spPr/>
        <p:txBody>
          <a:bodyPr/>
          <a:lstStyle/>
          <a:p>
            <a:fld id="{5EF9B71C-2D91-4D15-BAB7-ADA66F828B46}" type="datetimeFigureOut">
              <a:rPr lang="id-ID" smtClean="0"/>
              <a:pPr/>
              <a:t>31/07/2024</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7548381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DDCDB711-2C49-44A0-9D25-A95FEAF85423}"/>
              </a:ext>
            </a:extLst>
          </p:cNvPr>
          <p:cNvSpPr>
            <a:spLocks noGrp="1" noChangeArrowheads="1"/>
          </p:cNvSpPr>
          <p:nvPr>
            <p:ph type="dt" sz="half" idx="10"/>
          </p:nvPr>
        </p:nvSpPr>
        <p:spPr>
          <a:ln/>
        </p:spPr>
        <p:txBody>
          <a:bodyPr/>
          <a:lstStyle>
            <a:lvl1pPr>
              <a:defRPr/>
            </a:lvl1pPr>
          </a:lstStyle>
          <a:p>
            <a:pPr>
              <a:defRPr/>
            </a:pPr>
            <a:r>
              <a:rPr lang="en-US"/>
              <a:t>Bina Nusantara University</a:t>
            </a:r>
          </a:p>
        </p:txBody>
      </p:sp>
      <p:sp>
        <p:nvSpPr>
          <p:cNvPr id="5" name="Rectangle 5">
            <a:extLst>
              <a:ext uri="{FF2B5EF4-FFF2-40B4-BE49-F238E27FC236}">
                <a16:creationId xmlns:a16="http://schemas.microsoft.com/office/drawing/2014/main" id="{8A982AB8-5CBE-4A44-B7F4-7494E7A4698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9AC24932-52A6-41F3-9123-D1A3E1C37798}"/>
              </a:ext>
            </a:extLst>
          </p:cNvPr>
          <p:cNvSpPr>
            <a:spLocks noGrp="1" noChangeArrowheads="1"/>
          </p:cNvSpPr>
          <p:nvPr>
            <p:ph type="sldNum" sz="quarter" idx="12"/>
          </p:nvPr>
        </p:nvSpPr>
        <p:spPr>
          <a:ln/>
        </p:spPr>
        <p:txBody>
          <a:bodyPr/>
          <a:lstStyle>
            <a:lvl1pPr>
              <a:defRPr/>
            </a:lvl1pPr>
          </a:lstStyle>
          <a:p>
            <a:pPr>
              <a:defRPr/>
            </a:pPr>
            <a:fld id="{CD27F960-0FDB-409C-86AA-66B6AD829EC2}" type="slidenum">
              <a:rPr lang="en-US" altLang="id-ID"/>
              <a:pPr>
                <a:defRPr/>
              </a:pPr>
              <a:t>‹#›</a:t>
            </a:fld>
            <a:endParaRPr lang="en-US" altLang="id-ID"/>
          </a:p>
        </p:txBody>
      </p:sp>
    </p:spTree>
    <p:extLst>
      <p:ext uri="{BB962C8B-B14F-4D97-AF65-F5344CB8AC3E}">
        <p14:creationId xmlns:p14="http://schemas.microsoft.com/office/powerpoint/2010/main" val="30539600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502AAAE-2D62-41E1-8174-52B0E4BC4EED}"/>
              </a:ext>
            </a:extLst>
          </p:cNvPr>
          <p:cNvSpPr>
            <a:spLocks noGrp="1" noChangeArrowheads="1"/>
          </p:cNvSpPr>
          <p:nvPr>
            <p:ph type="dt" sz="half" idx="10"/>
          </p:nvPr>
        </p:nvSpPr>
        <p:spPr>
          <a:ln/>
        </p:spPr>
        <p:txBody>
          <a:bodyPr/>
          <a:lstStyle>
            <a:lvl1pPr>
              <a:defRPr/>
            </a:lvl1pPr>
          </a:lstStyle>
          <a:p>
            <a:pPr>
              <a:defRPr/>
            </a:pPr>
            <a:r>
              <a:rPr lang="en-US"/>
              <a:t>Bina Nusantara University</a:t>
            </a:r>
          </a:p>
        </p:txBody>
      </p:sp>
      <p:sp>
        <p:nvSpPr>
          <p:cNvPr id="3" name="Rectangle 5">
            <a:extLst>
              <a:ext uri="{FF2B5EF4-FFF2-40B4-BE49-F238E27FC236}">
                <a16:creationId xmlns:a16="http://schemas.microsoft.com/office/drawing/2014/main" id="{9F2B2735-848B-4DF2-8875-3622B77337D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06E7EE9A-FE62-449D-B06E-F63380801183}"/>
              </a:ext>
            </a:extLst>
          </p:cNvPr>
          <p:cNvSpPr>
            <a:spLocks noGrp="1" noChangeArrowheads="1"/>
          </p:cNvSpPr>
          <p:nvPr>
            <p:ph type="sldNum" sz="quarter" idx="12"/>
          </p:nvPr>
        </p:nvSpPr>
        <p:spPr>
          <a:ln/>
        </p:spPr>
        <p:txBody>
          <a:bodyPr/>
          <a:lstStyle>
            <a:lvl1pPr>
              <a:defRPr/>
            </a:lvl1pPr>
          </a:lstStyle>
          <a:p>
            <a:pPr>
              <a:defRPr/>
            </a:pPr>
            <a:fld id="{3E53E057-D97D-443D-9DF0-BC3E888CCEB6}" type="slidenum">
              <a:rPr lang="en-US" altLang="id-ID"/>
              <a:pPr>
                <a:defRPr/>
              </a:pPr>
              <a:t>‹#›</a:t>
            </a:fld>
            <a:endParaRPr lang="en-US" altLang="id-ID"/>
          </a:p>
        </p:txBody>
      </p:sp>
    </p:spTree>
    <p:extLst>
      <p:ext uri="{BB962C8B-B14F-4D97-AF65-F5344CB8AC3E}">
        <p14:creationId xmlns:p14="http://schemas.microsoft.com/office/powerpoint/2010/main" val="929022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32287" y="-28773"/>
            <a:ext cx="9190184" cy="6915547"/>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4381500" y="5304280"/>
            <a:ext cx="381000" cy="44450"/>
          </a:xfrm>
          <a:prstGeom prst="roundRect">
            <a:avLst>
              <a:gd name="adj" fmla="val 50000"/>
            </a:avLst>
          </a:prstGeom>
          <a:solidFill>
            <a:srgbClr val="F08700"/>
          </a:solidFill>
          <a:ln w="12700">
            <a:miter lim="400000"/>
          </a:ln>
        </p:spPr>
        <p:txBody>
          <a:bodyPr lIns="19050" tIns="19050" rIns="19050" bIns="19050" anchor="ctr"/>
          <a:lstStyle/>
          <a:p>
            <a:pPr defTabSz="309534">
              <a:defRPr sz="3200">
                <a:solidFill>
                  <a:srgbClr val="FFFFFF"/>
                </a:solidFill>
                <a:latin typeface="Helvetica Neue Medium"/>
                <a:ea typeface="Helvetica Neue Medium"/>
                <a:cs typeface="Helvetica Neue Medium"/>
                <a:sym typeface="Helvetica Neue Medium"/>
              </a:defRPr>
            </a:pPr>
            <a:endParaRPr sz="1200"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4381500" y="5304280"/>
            <a:ext cx="381000" cy="44450"/>
          </a:xfrm>
          <a:prstGeom prst="roundRect">
            <a:avLst>
              <a:gd name="adj" fmla="val 50000"/>
            </a:avLst>
          </a:prstGeom>
          <a:solidFill>
            <a:srgbClr val="F08700"/>
          </a:solidFill>
          <a:ln w="12700">
            <a:miter lim="400000"/>
          </a:ln>
        </p:spPr>
        <p:txBody>
          <a:bodyPr lIns="19050" tIns="19050" rIns="19050" bIns="19050" anchor="ctr"/>
          <a:lstStyle/>
          <a:p>
            <a:pPr defTabSz="309534">
              <a:defRPr sz="3200">
                <a:solidFill>
                  <a:srgbClr val="FFFFFF"/>
                </a:solidFill>
                <a:latin typeface="Helvetica Neue Medium"/>
                <a:ea typeface="Helvetica Neue Medium"/>
                <a:cs typeface="Helvetica Neue Medium"/>
                <a:sym typeface="Helvetica Neue Medium"/>
              </a:defRPr>
            </a:pPr>
            <a:endParaRPr sz="1200"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450504" y="3377425"/>
            <a:ext cx="8239126" cy="952500"/>
          </a:xfrm>
          <a:prstGeom prst="rect">
            <a:avLst/>
          </a:prstGeom>
        </p:spPr>
        <p:txBody>
          <a:bodyPr/>
          <a:lstStyle>
            <a:lvl1pPr marL="0" indent="0" algn="ctr" defTabSz="309534">
              <a:lnSpc>
                <a:spcPct val="100000"/>
              </a:lnSpc>
              <a:spcBef>
                <a:spcPts val="0"/>
              </a:spcBef>
              <a:buSzTx/>
              <a:buNone/>
              <a:defRPr kumimoji="0" sz="1875"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171435" defTabSz="309534">
              <a:lnSpc>
                <a:spcPct val="100000"/>
              </a:lnSpc>
              <a:spcBef>
                <a:spcPts val="0"/>
              </a:spcBef>
              <a:buSzTx/>
              <a:buNone/>
              <a:defRPr sz="2063" b="1"/>
            </a:lvl2pPr>
            <a:lvl3pPr marL="0" indent="342869" defTabSz="309534">
              <a:lnSpc>
                <a:spcPct val="100000"/>
              </a:lnSpc>
              <a:spcBef>
                <a:spcPts val="0"/>
              </a:spcBef>
              <a:buSzTx/>
              <a:buNone/>
              <a:defRPr sz="2063" b="1"/>
            </a:lvl3pPr>
            <a:lvl4pPr marL="0" indent="514303" defTabSz="309534">
              <a:lnSpc>
                <a:spcPct val="100000"/>
              </a:lnSpc>
              <a:spcBef>
                <a:spcPts val="0"/>
              </a:spcBef>
              <a:buSzTx/>
              <a:buNone/>
              <a:defRPr sz="2063" b="1"/>
            </a:lvl4pPr>
            <a:lvl5pPr marL="0" indent="685737" defTabSz="309534">
              <a:lnSpc>
                <a:spcPct val="100000"/>
              </a:lnSpc>
              <a:spcBef>
                <a:spcPts val="0"/>
              </a:spcBef>
              <a:buSzTx/>
              <a:buNone/>
              <a:defRPr sz="2063"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452436" y="1287496"/>
            <a:ext cx="8239127" cy="1958910"/>
          </a:xfrm>
          <a:prstGeom prst="rect">
            <a:avLst/>
          </a:prstGeom>
        </p:spPr>
        <p:txBody>
          <a:bodyPr anchor="b">
            <a:normAutofit/>
          </a:bodyPr>
          <a:lstStyle>
            <a:lvl1pPr algn="ctr">
              <a:defRPr kumimoji="0" sz="45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3771822" y="5769292"/>
            <a:ext cx="1579759" cy="372944"/>
          </a:xfrm>
        </p:spPr>
        <p:txBody>
          <a:bodyPr>
            <a:normAutofit/>
          </a:bodyPr>
          <a:lstStyle>
            <a:lvl1pPr marL="0" indent="0" algn="ctr">
              <a:buNone/>
              <a:defRPr kumimoji="0" lang="en-US" sz="75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3771822" y="5550412"/>
            <a:ext cx="1521250" cy="1292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308046">
              <a:lnSpc>
                <a:spcPct val="80000"/>
              </a:lnSpc>
              <a:defRPr sz="3600">
                <a:solidFill>
                  <a:srgbClr val="FFFFFF"/>
                </a:solidFill>
                <a:latin typeface="Open Sans Light"/>
                <a:ea typeface="Open Sans Light"/>
                <a:cs typeface="Open Sans Light"/>
                <a:sym typeface="Open Sans"/>
              </a:defRPr>
            </a:pPr>
            <a:r>
              <a:rPr lang="en-US" sz="1050" dirty="0"/>
              <a:t>SUBJECT MATTER EXPERT</a:t>
            </a:r>
            <a:endParaRPr sz="105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14534" y="379104"/>
            <a:ext cx="1275884" cy="571501"/>
          </a:xfrm>
          <a:prstGeom prst="rect">
            <a:avLst/>
          </a:prstGeom>
        </p:spPr>
      </p:pic>
      <p:pic>
        <p:nvPicPr>
          <p:cNvPr id="7" name="Image" descr="Image">
            <a:extLst>
              <a:ext uri="{FF2B5EF4-FFF2-40B4-BE49-F238E27FC236}">
                <a16:creationId xmlns:a16="http://schemas.microsoft.com/office/drawing/2014/main" id="{69A49E29-524D-6392-0485-9DF63C0D6D3D}"/>
              </a:ext>
            </a:extLst>
          </p:cNvPr>
          <p:cNvPicPr>
            <a:picLocks noChangeAspect="1"/>
          </p:cNvPicPr>
          <p:nvPr userDrawn="1"/>
        </p:nvPicPr>
        <p:blipFill>
          <a:blip r:embed="rId4"/>
          <a:stretch>
            <a:fillRect/>
          </a:stretch>
        </p:blipFill>
        <p:spPr>
          <a:xfrm>
            <a:off x="287525" y="379104"/>
            <a:ext cx="985725" cy="571500"/>
          </a:xfrm>
          <a:prstGeom prst="rect">
            <a:avLst/>
          </a:prstGeom>
          <a:ln w="12700">
            <a:miter lim="400000"/>
          </a:ln>
        </p:spPr>
      </p:pic>
    </p:spTree>
    <p:extLst>
      <p:ext uri="{BB962C8B-B14F-4D97-AF65-F5344CB8AC3E}">
        <p14:creationId xmlns:p14="http://schemas.microsoft.com/office/powerpoint/2010/main" val="2869005789"/>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768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Picture 1" descr="Background 02.jpg"/>
          <p:cNvPicPr>
            <a:picLocks noChangeAspect="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0" y="4764"/>
            <a:ext cx="9143999" cy="6464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Placeholder 1"/>
          <p:cNvSpPr>
            <a:spLocks noGrp="1"/>
          </p:cNvSpPr>
          <p:nvPr>
            <p:ph type="title"/>
          </p:nvPr>
        </p:nvSpPr>
        <p:spPr>
          <a:xfrm>
            <a:off x="1619672" y="1484784"/>
            <a:ext cx="7067128" cy="1143000"/>
          </a:xfrm>
          <a:prstGeom prst="rect">
            <a:avLst/>
          </a:prstGeom>
        </p:spPr>
        <p:txBody>
          <a:bodyPr vert="horz" lIns="91440" tIns="45720" rIns="91440" bIns="45720" rtlCol="0" anchor="ctr">
            <a:normAutofit/>
          </a:bodyPr>
          <a:lstStyle/>
          <a:p>
            <a:r>
              <a:rPr lang="en-US"/>
              <a:t>Click to edit Master title style</a:t>
            </a:r>
            <a:endParaRPr lang="id-ID" dirty="0"/>
          </a:p>
        </p:txBody>
      </p:sp>
      <p:sp>
        <p:nvSpPr>
          <p:cNvPr id="3" name="Text Placeholder 2"/>
          <p:cNvSpPr>
            <a:spLocks noGrp="1"/>
          </p:cNvSpPr>
          <p:nvPr>
            <p:ph type="body" idx="1"/>
          </p:nvPr>
        </p:nvSpPr>
        <p:spPr>
          <a:xfrm>
            <a:off x="1619672" y="2636912"/>
            <a:ext cx="7067128" cy="348925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4" name="Date Placeholder 3"/>
          <p:cNvSpPr>
            <a:spLocks noGrp="1"/>
          </p:cNvSpPr>
          <p:nvPr>
            <p:ph type="dt" sz="half" idx="2"/>
          </p:nvPr>
        </p:nvSpPr>
        <p:spPr>
          <a:xfrm>
            <a:off x="457200" y="6453336"/>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F9B71C-2D91-4D15-BAB7-ADA66F828B46}" type="datetimeFigureOut">
              <a:rPr lang="id-ID" smtClean="0"/>
              <a:pPr/>
              <a:t>31/07/2024</a:t>
            </a:fld>
            <a:endParaRPr lang="id-ID"/>
          </a:p>
        </p:txBody>
      </p:sp>
      <p:sp>
        <p:nvSpPr>
          <p:cNvPr id="5" name="Footer Placeholder 4"/>
          <p:cNvSpPr>
            <a:spLocks noGrp="1"/>
          </p:cNvSpPr>
          <p:nvPr>
            <p:ph type="ftr" sz="quarter" idx="3"/>
          </p:nvPr>
        </p:nvSpPr>
        <p:spPr>
          <a:xfrm>
            <a:off x="3124200" y="6453336"/>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6553200" y="6453336"/>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73735F-2667-4028-B606-D96AABD86FDB}" type="slidenum">
              <a:rPr lang="id-ID" smtClean="0"/>
              <a:pPr/>
              <a:t>‹#›</a:t>
            </a:fld>
            <a:endParaRPr lang="id-ID"/>
          </a:p>
        </p:txBody>
      </p:sp>
    </p:spTree>
    <p:extLst>
      <p:ext uri="{BB962C8B-B14F-4D97-AF65-F5344CB8AC3E}">
        <p14:creationId xmlns:p14="http://schemas.microsoft.com/office/powerpoint/2010/main" val="148219290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txStyles>
    <p:titleStyle>
      <a:lvl1pPr algn="ctr" defTabSz="914400" rtl="0" eaLnBrk="1" latinLnBrk="0" hangingPunct="1">
        <a:spcBef>
          <a:spcPct val="0"/>
        </a:spcBef>
        <a:buNone/>
        <a:defRPr sz="3000" b="1" kern="1200">
          <a:solidFill>
            <a:srgbClr val="0079B8"/>
          </a:solidFill>
          <a:latin typeface="Open Sans"/>
          <a:ea typeface="+mj-ea"/>
          <a:cs typeface="+mj-cs"/>
        </a:defRPr>
      </a:lvl1pPr>
    </p:titleStyle>
    <p:body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hyperlink" Target="http://www.thomasgmccarthy.com/an-introduction-to-collider-physics-v" TargetMode="External"/><Relationship Id="rId2" Type="http://schemas.openxmlformats.org/officeDocument/2006/relationships/image" Target="../media/image8.png"/><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hyperlink" Target="http://www.thomasgmccarthy.com/an-introduction-to-collider-physics-v" TargetMode="External"/><Relationship Id="rId2" Type="http://schemas.openxmlformats.org/officeDocument/2006/relationships/image" Target="../media/image8.png"/><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3.xml"/><Relationship Id="rId5" Type="http://schemas.openxmlformats.org/officeDocument/2006/relationships/image" Target="../media/image13.gif"/><Relationship Id="rId4" Type="http://schemas.openxmlformats.org/officeDocument/2006/relationships/image" Target="../media/image12.gif"/></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1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3.xml"/><Relationship Id="rId6" Type="http://schemas.openxmlformats.org/officeDocument/2006/relationships/image" Target="../media/image26.png"/><Relationship Id="rId5" Type="http://schemas.openxmlformats.org/officeDocument/2006/relationships/customXml" Target="../ink/ink1.xml"/><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3.xml"/><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3.xml"/><Relationship Id="rId4" Type="http://schemas.openxmlformats.org/officeDocument/2006/relationships/image" Target="../media/image42.png"/></Relationships>
</file>

<file path=ppt/slides/_rels/slide20.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43.png"/><Relationship Id="rId1" Type="http://schemas.openxmlformats.org/officeDocument/2006/relationships/slideLayout" Target="../slideLayouts/slideLayout13.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 Id="rId9" Type="http://schemas.openxmlformats.org/officeDocument/2006/relationships/image" Target="../media/image50.png"/></Relationships>
</file>

<file path=ppt/slides/_rels/slide21.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png"/><Relationship Id="rId1" Type="http://schemas.openxmlformats.org/officeDocument/2006/relationships/slideLayout" Target="../slideLayouts/slideLayout13.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2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3.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2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3.xml"/><Relationship Id="rId5" Type="http://schemas.openxmlformats.org/officeDocument/2006/relationships/image" Target="../media/image65.png"/><Relationship Id="rId4" Type="http://schemas.openxmlformats.org/officeDocument/2006/relationships/image" Target="../media/image64.png"/></Relationships>
</file>

<file path=ppt/slides/_rels/slide2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3.xml"/><Relationship Id="rId5" Type="http://schemas.openxmlformats.org/officeDocument/2006/relationships/image" Target="../media/image69.png"/><Relationship Id="rId4" Type="http://schemas.openxmlformats.org/officeDocument/2006/relationships/image" Target="../media/image68.png"/></Relationships>
</file>

<file path=ppt/slides/_rels/slide2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13.xml"/><Relationship Id="rId4" Type="http://schemas.openxmlformats.org/officeDocument/2006/relationships/image" Target="../media/image72.png"/></Relationships>
</file>

<file path=ppt/slides/_rels/slide2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0.png"/><Relationship Id="rId1" Type="http://schemas.openxmlformats.org/officeDocument/2006/relationships/slideLayout" Target="../slideLayouts/slideLayout13.xml"/><Relationship Id="rId4" Type="http://schemas.openxmlformats.org/officeDocument/2006/relationships/image" Target="../media/image7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r>
              <a:rPr lang="en-US" altLang="en-US" sz="2738" dirty="0">
                <a:solidFill>
                  <a:schemeClr val="bg1"/>
                </a:solidFill>
                <a:latin typeface="Arial" panose="020B0604020202020204" pitchFamily="34" charset="0"/>
              </a:rPr>
              <a:t>SCIE6063</a:t>
            </a:r>
          </a:p>
          <a:p>
            <a:r>
              <a:rPr lang="en-US" altLang="en-US" sz="2738" dirty="0">
                <a:solidFill>
                  <a:schemeClr val="bg1"/>
                </a:solidFill>
                <a:latin typeface="Arial" panose="020B0604020202020204" pitchFamily="34" charset="0"/>
              </a:rPr>
              <a:t>COMPUTATIONAL PHYSICS</a:t>
            </a:r>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normAutofit/>
          </a:bodyPr>
          <a:lstStyle/>
          <a:p>
            <a:r>
              <a:rPr lang="en-AU" altLang="id-ID" sz="3600" dirty="0">
                <a:latin typeface="Arial" panose="020B0604020202020204" pitchFamily="34" charset="0"/>
                <a:cs typeface="Arial" panose="020B0604020202020204" pitchFamily="34" charset="0"/>
              </a:rPr>
              <a:t> </a:t>
            </a:r>
            <a:r>
              <a:rPr lang="id-ID" altLang="id-ID" sz="3600" dirty="0">
                <a:latin typeface="Arial" panose="020B0604020202020204" pitchFamily="34" charset="0"/>
                <a:cs typeface="Arial" panose="020B0604020202020204" pitchFamily="34" charset="0"/>
              </a:rPr>
              <a:t>MAGNETIC FIELDS</a:t>
            </a:r>
            <a:br>
              <a:rPr lang="en-US" altLang="id-ID" sz="3600" dirty="0">
                <a:latin typeface="Arial" panose="020B0604020202020204" pitchFamily="34" charset="0"/>
                <a:cs typeface="Arial" panose="020B0604020202020204" pitchFamily="34" charset="0"/>
              </a:rPr>
            </a:br>
            <a:r>
              <a:rPr lang="en-US" altLang="id-ID" sz="3200" dirty="0">
                <a:latin typeface="Arial" panose="020B0604020202020204" pitchFamily="34" charset="0"/>
                <a:cs typeface="Arial" panose="020B0604020202020204" pitchFamily="34" charset="0"/>
              </a:rPr>
              <a:t>Session </a:t>
            </a:r>
            <a:r>
              <a:rPr lang="id-ID" altLang="id-ID" sz="3200" dirty="0">
                <a:latin typeface="Arial" panose="020B0604020202020204" pitchFamily="34" charset="0"/>
                <a:cs typeface="Arial" panose="020B0604020202020204" pitchFamily="34" charset="0"/>
              </a:rPr>
              <a:t>9</a:t>
            </a:r>
            <a:endParaRPr lang="en-US" sz="2395" b="1" dirty="0">
              <a:solidFill>
                <a:schemeClr val="bg1"/>
              </a:solidFill>
            </a:endParaRP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June 2024</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D0EA3D8-C308-459D-BF2F-298CA3831E55}"/>
              </a:ext>
            </a:extLst>
          </p:cNvPr>
          <p:cNvSpPr>
            <a:spLocks noGrp="1"/>
          </p:cNvSpPr>
          <p:nvPr>
            <p:ph type="dt" sz="half" idx="10"/>
          </p:nvPr>
        </p:nvSpPr>
        <p:spPr/>
        <p:txBody>
          <a:bodyPr/>
          <a:lstStyle/>
          <a:p>
            <a:pPr>
              <a:defRPr/>
            </a:pPr>
            <a:r>
              <a:rPr lang="en-US"/>
              <a:t>Bina Nusantara University</a:t>
            </a:r>
          </a:p>
        </p:txBody>
      </p:sp>
      <p:sp>
        <p:nvSpPr>
          <p:cNvPr id="5123" name="Slide Number Placeholder 4">
            <a:extLst>
              <a:ext uri="{FF2B5EF4-FFF2-40B4-BE49-F238E27FC236}">
                <a16:creationId xmlns:a16="http://schemas.microsoft.com/office/drawing/2014/main" id="{393C2BDE-7C44-456B-8054-95DC22C16D7B}"/>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B4D9E671-C2AE-4BFB-B502-F2DDB908C3F2}" type="slidenum">
              <a:rPr lang="en-US" altLang="id-ID" sz="1400" smtClean="0"/>
              <a:pPr>
                <a:spcBef>
                  <a:spcPct val="0"/>
                </a:spcBef>
                <a:buFontTx/>
                <a:buNone/>
              </a:pPr>
              <a:t>2</a:t>
            </a:fld>
            <a:endParaRPr lang="en-US" altLang="id-ID" sz="1400"/>
          </a:p>
        </p:txBody>
      </p:sp>
      <p:sp>
        <p:nvSpPr>
          <p:cNvPr id="6" name="Title 1">
            <a:extLst>
              <a:ext uri="{FF2B5EF4-FFF2-40B4-BE49-F238E27FC236}">
                <a16:creationId xmlns:a16="http://schemas.microsoft.com/office/drawing/2014/main" id="{72AE1B87-3D6F-410D-A3DB-50F583480478}"/>
              </a:ext>
            </a:extLst>
          </p:cNvPr>
          <p:cNvSpPr txBox="1">
            <a:spLocks/>
          </p:cNvSpPr>
          <p:nvPr/>
        </p:nvSpPr>
        <p:spPr>
          <a:xfrm>
            <a:off x="5004048" y="1607344"/>
            <a:ext cx="3960440" cy="3643312"/>
          </a:xfrm>
          <a:prstGeom prst="rect">
            <a:avLst/>
          </a:prstGeom>
        </p:spPr>
        <p:txBody>
          <a:bodyPr>
            <a:normAutofit fontScale="82500" lnSpcReduction="20000"/>
          </a:bodyPr>
          <a:lstStyle>
            <a:defPPr>
              <a:defRPr lang="en-US"/>
            </a:defPPr>
            <a:lvl1pPr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Arial" panose="020B0604020202020204" pitchFamily="34" charset="0"/>
                <a:ea typeface="+mn-ea"/>
                <a:cs typeface="+mn-cs"/>
              </a:defRPr>
            </a:lvl6pPr>
            <a:lvl7pPr marL="2743200" algn="l" defTabSz="914400" rtl="0" eaLnBrk="1" latinLnBrk="0" hangingPunct="1">
              <a:defRPr sz="1200" kern="1200">
                <a:solidFill>
                  <a:schemeClr val="tx1"/>
                </a:solidFill>
                <a:latin typeface="Arial" panose="020B0604020202020204" pitchFamily="34" charset="0"/>
                <a:ea typeface="+mn-ea"/>
                <a:cs typeface="+mn-cs"/>
              </a:defRPr>
            </a:lvl7pPr>
            <a:lvl8pPr marL="3200400" algn="l" defTabSz="914400" rtl="0" eaLnBrk="1" latinLnBrk="0" hangingPunct="1">
              <a:defRPr sz="1200" kern="1200">
                <a:solidFill>
                  <a:schemeClr val="tx1"/>
                </a:solidFill>
                <a:latin typeface="Arial" panose="020B0604020202020204" pitchFamily="34" charset="0"/>
                <a:ea typeface="+mn-ea"/>
                <a:cs typeface="+mn-cs"/>
              </a:defRPr>
            </a:lvl8pPr>
            <a:lvl9pPr marL="3657600" algn="l" defTabSz="914400" rtl="0" eaLnBrk="1" latinLnBrk="0" hangingPunct="1">
              <a:defRPr sz="1200" kern="1200">
                <a:solidFill>
                  <a:schemeClr val="tx1"/>
                </a:solidFill>
                <a:latin typeface="Arial" panose="020B0604020202020204" pitchFamily="34" charset="0"/>
                <a:ea typeface="+mn-ea"/>
                <a:cs typeface="+mn-cs"/>
              </a:defRPr>
            </a:lvl9pPr>
          </a:lstStyle>
          <a:p>
            <a:pPr>
              <a:defRPr/>
            </a:pPr>
            <a:br>
              <a:rPr lang="en-US" sz="2206" b="1" kern="0" dirty="0">
                <a:solidFill>
                  <a:schemeClr val="accent1"/>
                </a:solidFill>
              </a:rPr>
            </a:br>
            <a:r>
              <a:rPr lang="en-US" sz="2206" b="1" kern="0" dirty="0"/>
              <a:t>These slides have been adapted from </a:t>
            </a:r>
            <a:br>
              <a:rPr lang="en-US" sz="2206" b="1" kern="0" dirty="0">
                <a:solidFill>
                  <a:schemeClr val="accent1"/>
                </a:solidFill>
              </a:rPr>
            </a:br>
            <a:br>
              <a:rPr lang="en-US" sz="2206" b="1" kern="0" dirty="0">
                <a:solidFill>
                  <a:schemeClr val="accent1"/>
                </a:solidFill>
              </a:rPr>
            </a:br>
            <a:r>
              <a:rPr lang="en-AU" sz="2400" b="1" dirty="0"/>
              <a:t>Halliday D.; Resnick R. and Walker J. (201</a:t>
            </a:r>
            <a:r>
              <a:rPr lang="id-ID" sz="2400" b="1" dirty="0"/>
              <a:t>8</a:t>
            </a:r>
            <a:r>
              <a:rPr lang="en-AU" sz="2400" b="1" dirty="0"/>
              <a:t>). </a:t>
            </a:r>
            <a:r>
              <a:rPr lang="en-AU" sz="2400" b="1" i="1" dirty="0"/>
              <a:t>Fundamentals Of Physics ,Extended, </a:t>
            </a:r>
          </a:p>
          <a:p>
            <a:pPr>
              <a:defRPr/>
            </a:pPr>
            <a:r>
              <a:rPr lang="en-AU" sz="2400" b="1" i="1" dirty="0"/>
              <a:t> </a:t>
            </a:r>
            <a:r>
              <a:rPr lang="id-ID" sz="2400" b="1" i="1" dirty="0"/>
              <a:t>11th</a:t>
            </a:r>
            <a:r>
              <a:rPr lang="en-AU" sz="2400" b="1" dirty="0"/>
              <a:t> , John Wiley &amp; SONS Inc, New York,  ISBN: 978</a:t>
            </a:r>
            <a:r>
              <a:rPr lang="id-ID" sz="2400" b="1" dirty="0"/>
              <a:t>1119306856</a:t>
            </a:r>
            <a:endParaRPr lang="en-US" sz="2400" b="1" dirty="0"/>
          </a:p>
          <a:p>
            <a:pPr>
              <a:defRPr/>
            </a:pPr>
            <a:br>
              <a:rPr lang="en-US" sz="2206" b="1" kern="0" dirty="0"/>
            </a:br>
            <a:br>
              <a:rPr lang="en-US" sz="2206" b="1" kern="0" dirty="0"/>
            </a:br>
            <a:r>
              <a:rPr lang="en-US" sz="2206" b="1" kern="0" dirty="0"/>
              <a:t>Chapter  </a:t>
            </a:r>
            <a:r>
              <a:rPr lang="id-ID" sz="2206" b="1" kern="0" dirty="0"/>
              <a:t>28+29</a:t>
            </a:r>
            <a:br>
              <a:rPr lang="en-US" sz="2206" b="1" kern="0" dirty="0"/>
            </a:br>
            <a:endParaRPr lang="id-ID" sz="2206" b="1" kern="0" dirty="0"/>
          </a:p>
        </p:txBody>
      </p:sp>
      <p:pic>
        <p:nvPicPr>
          <p:cNvPr id="5125" name="Picture 6">
            <a:extLst>
              <a:ext uri="{FF2B5EF4-FFF2-40B4-BE49-F238E27FC236}">
                <a16:creationId xmlns:a16="http://schemas.microsoft.com/office/drawing/2014/main" id="{1C5E5E1A-B518-49D9-A768-7FC2717F8B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1599370"/>
            <a:ext cx="3673475" cy="3976688"/>
          </a:xfrm>
          <a:prstGeom prst="rect">
            <a:avLst/>
          </a:prstGeom>
          <a:noFill/>
          <a:ln>
            <a:noFill/>
          </a:ln>
          <a:effectLst>
            <a:reflection blurRad="6350" stA="52000" endA="300" endPos="35000" dir="5400000" sy="-100000" algn="bl" rotWithShape="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Box 1">
            <a:extLst>
              <a:ext uri="{FF2B5EF4-FFF2-40B4-BE49-F238E27FC236}">
                <a16:creationId xmlns:a16="http://schemas.microsoft.com/office/drawing/2014/main" id="{1A4AA529-F180-4550-9015-F12D06DFAA4A}"/>
              </a:ext>
            </a:extLst>
          </p:cNvPr>
          <p:cNvSpPr txBox="1">
            <a:spLocks noChangeArrowheads="1"/>
          </p:cNvSpPr>
          <p:nvPr/>
        </p:nvSpPr>
        <p:spPr bwMode="auto">
          <a:xfrm>
            <a:off x="3143250" y="1038226"/>
            <a:ext cx="5572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dirty="0">
                <a:solidFill>
                  <a:srgbClr val="0070C0"/>
                </a:solidFill>
                <a:latin typeface="Arial" panose="020B0604020202020204" pitchFamily="34" charset="0"/>
                <a:cs typeface="Arial" panose="020B0604020202020204" pitchFamily="34" charset="0"/>
              </a:rPr>
              <a:t> </a:t>
            </a:r>
            <a:r>
              <a:rPr lang="en-US" altLang="id-ID" b="1" i="1" dirty="0">
                <a:solidFill>
                  <a:srgbClr val="0070C0"/>
                </a:solidFill>
                <a:latin typeface="Arial" panose="020B0604020202020204" pitchFamily="34" charset="0"/>
                <a:cs typeface="Arial" panose="020B0604020202020204" pitchFamily="34" charset="0"/>
              </a:rPr>
              <a:t>What Produces Magnetic Field?</a:t>
            </a:r>
          </a:p>
        </p:txBody>
      </p:sp>
      <p:sp>
        <p:nvSpPr>
          <p:cNvPr id="6147" name="TextBox 6">
            <a:extLst>
              <a:ext uri="{FF2B5EF4-FFF2-40B4-BE49-F238E27FC236}">
                <a16:creationId xmlns:a16="http://schemas.microsoft.com/office/drawing/2014/main" id="{0ECF14F3-5B7A-4FA1-AB2C-CA751C363B21}"/>
              </a:ext>
            </a:extLst>
          </p:cNvPr>
          <p:cNvSpPr txBox="1">
            <a:spLocks noChangeArrowheads="1"/>
          </p:cNvSpPr>
          <p:nvPr/>
        </p:nvSpPr>
        <p:spPr bwMode="auto">
          <a:xfrm>
            <a:off x="1100490" y="1607149"/>
            <a:ext cx="8010736"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dirty="0">
                <a:solidFill>
                  <a:srgbClr val="19194D"/>
                </a:solidFill>
                <a:latin typeface="Arial" panose="020B0604020202020204" pitchFamily="34" charset="0"/>
              </a:rPr>
              <a:t>One way that magnetic fields are produced is to use moving electrically charged particles, such as a current in a wire, to make an electromagnet. The current produces a magnetic field that is utilizable. </a:t>
            </a:r>
          </a:p>
          <a:p>
            <a:pPr eaLnBrk="1" hangingPunct="1">
              <a:spcBef>
                <a:spcPct val="0"/>
              </a:spcBef>
              <a:buFontTx/>
              <a:buNone/>
            </a:pPr>
            <a:endParaRPr lang="en-US" altLang="id-ID" sz="1100" dirty="0">
              <a:solidFill>
                <a:srgbClr val="19194D"/>
              </a:solidFill>
              <a:latin typeface="Arial" panose="020B0604020202020204" pitchFamily="34" charset="0"/>
            </a:endParaRPr>
          </a:p>
          <a:p>
            <a:pPr eaLnBrk="1" hangingPunct="1">
              <a:spcBef>
                <a:spcPct val="0"/>
              </a:spcBef>
              <a:buFontTx/>
              <a:buNone/>
            </a:pPr>
            <a:r>
              <a:rPr lang="en-US" altLang="id-ID" sz="2000" b="1" dirty="0">
                <a:solidFill>
                  <a:srgbClr val="19194D"/>
                </a:solidFill>
                <a:latin typeface="Arial" panose="020B0604020202020204" pitchFamily="34" charset="0"/>
              </a:rPr>
              <a:t>The other way to produce a magnetic field is by means of elementary particles such as electrons,  because these particles have an </a:t>
            </a:r>
            <a:r>
              <a:rPr lang="en-US" altLang="id-ID" sz="2000" b="1" i="1" dirty="0">
                <a:solidFill>
                  <a:srgbClr val="19194D"/>
                </a:solidFill>
                <a:latin typeface="Arial" panose="020B0604020202020204" pitchFamily="34" charset="0"/>
              </a:rPr>
              <a:t>intrinsic magnetic field </a:t>
            </a:r>
            <a:r>
              <a:rPr lang="en-US" altLang="id-ID" sz="2000" b="1" dirty="0">
                <a:solidFill>
                  <a:srgbClr val="19194D"/>
                </a:solidFill>
                <a:latin typeface="Arial" panose="020B0604020202020204" pitchFamily="34" charset="0"/>
              </a:rPr>
              <a:t>around them.</a:t>
            </a:r>
          </a:p>
          <a:p>
            <a:pPr eaLnBrk="1" hangingPunct="1">
              <a:spcBef>
                <a:spcPct val="0"/>
              </a:spcBef>
              <a:buFontTx/>
              <a:buNone/>
            </a:pPr>
            <a:endParaRPr lang="en-US" altLang="id-ID" sz="1100" b="1" dirty="0">
              <a:solidFill>
                <a:srgbClr val="19194D"/>
              </a:solidFill>
              <a:latin typeface="Arial" panose="020B0604020202020204" pitchFamily="34" charset="0"/>
            </a:endParaRPr>
          </a:p>
        </p:txBody>
      </p:sp>
      <p:pic>
        <p:nvPicPr>
          <p:cNvPr id="7" name="Picture 2" descr="ICP (5): Electric &amp; Magnetic Fields — Thomas G. McCarthy">
            <a:extLst>
              <a:ext uri="{FF2B5EF4-FFF2-40B4-BE49-F238E27FC236}">
                <a16:creationId xmlns:a16="http://schemas.microsoft.com/office/drawing/2014/main" id="{30B86A4F-DED9-41CA-B066-1F8BD647D9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4188480"/>
            <a:ext cx="4195351" cy="2471324"/>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228CE105-E127-4387-AE30-7AC6BB3DCB80}"/>
              </a:ext>
            </a:extLst>
          </p:cNvPr>
          <p:cNvSpPr/>
          <p:nvPr/>
        </p:nvSpPr>
        <p:spPr>
          <a:xfrm>
            <a:off x="4000702" y="6371136"/>
            <a:ext cx="1489831" cy="276999"/>
          </a:xfrm>
          <a:prstGeom prst="rect">
            <a:avLst/>
          </a:prstGeom>
        </p:spPr>
        <p:txBody>
          <a:bodyPr wrap="none">
            <a:spAutoFit/>
          </a:bodyPr>
          <a:lstStyle/>
          <a:p>
            <a:pPr fontAlgn="ctr"/>
            <a:r>
              <a:rPr lang="en-HK" dirty="0">
                <a:solidFill>
                  <a:srgbClr val="202124"/>
                </a:solidFill>
                <a:latin typeface="Google Sans"/>
                <a:hlinkClick r:id="rId3" tooltip="ICP (5): Electric &amp; Magnetic Fields — Thomas G. McCarthy"/>
              </a:rPr>
              <a:t>Thomas G. McCarthy</a:t>
            </a:r>
            <a:endParaRPr lang="en-HK" b="0" i="0" u="none" strike="noStrike" dirty="0">
              <a:solidFill>
                <a:srgbClr val="202124"/>
              </a:solidFill>
              <a:effectLst/>
              <a:latin typeface="Google Sans"/>
              <a:hlinkClick r:id="rId3" tooltip="ICP (5): Electric &amp; Magnetic Fields — Thomas G. McCarthy"/>
            </a:endParaRPr>
          </a:p>
        </p:txBody>
      </p:sp>
      <p:pic>
        <p:nvPicPr>
          <p:cNvPr id="9" name="Picture 2" descr="schoolphysics ::Welcome::">
            <a:extLst>
              <a:ext uri="{FF2B5EF4-FFF2-40B4-BE49-F238E27FC236}">
                <a16:creationId xmlns:a16="http://schemas.microsoft.com/office/drawing/2014/main" id="{C4083048-74D9-4360-BCFE-4FE3631078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29312" y="4543079"/>
            <a:ext cx="2600325" cy="17621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Box 1">
            <a:extLst>
              <a:ext uri="{FF2B5EF4-FFF2-40B4-BE49-F238E27FC236}">
                <a16:creationId xmlns:a16="http://schemas.microsoft.com/office/drawing/2014/main" id="{1A4AA529-F180-4550-9015-F12D06DFAA4A}"/>
              </a:ext>
            </a:extLst>
          </p:cNvPr>
          <p:cNvSpPr txBox="1">
            <a:spLocks noChangeArrowheads="1"/>
          </p:cNvSpPr>
          <p:nvPr/>
        </p:nvSpPr>
        <p:spPr bwMode="auto">
          <a:xfrm>
            <a:off x="3143250" y="1038226"/>
            <a:ext cx="5572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dirty="0">
                <a:solidFill>
                  <a:srgbClr val="0070C0"/>
                </a:solidFill>
                <a:latin typeface="Arial" panose="020B0604020202020204" pitchFamily="34" charset="0"/>
                <a:cs typeface="Arial" panose="020B0604020202020204" pitchFamily="34" charset="0"/>
              </a:rPr>
              <a:t> </a:t>
            </a:r>
            <a:r>
              <a:rPr lang="en-US" altLang="id-ID" b="1" i="1" dirty="0">
                <a:solidFill>
                  <a:srgbClr val="0070C0"/>
                </a:solidFill>
                <a:latin typeface="Arial" panose="020B0604020202020204" pitchFamily="34" charset="0"/>
                <a:cs typeface="Arial" panose="020B0604020202020204" pitchFamily="34" charset="0"/>
              </a:rPr>
              <a:t>What Produces Magnetic Field?</a:t>
            </a:r>
          </a:p>
        </p:txBody>
      </p:sp>
      <p:sp>
        <p:nvSpPr>
          <p:cNvPr id="6147" name="TextBox 6">
            <a:extLst>
              <a:ext uri="{FF2B5EF4-FFF2-40B4-BE49-F238E27FC236}">
                <a16:creationId xmlns:a16="http://schemas.microsoft.com/office/drawing/2014/main" id="{0ECF14F3-5B7A-4FA1-AB2C-CA751C363B21}"/>
              </a:ext>
            </a:extLst>
          </p:cNvPr>
          <p:cNvSpPr txBox="1">
            <a:spLocks noChangeArrowheads="1"/>
          </p:cNvSpPr>
          <p:nvPr/>
        </p:nvSpPr>
        <p:spPr bwMode="auto">
          <a:xfrm>
            <a:off x="1133264" y="1655745"/>
            <a:ext cx="8010736" cy="2077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dirty="0">
                <a:solidFill>
                  <a:srgbClr val="19194D"/>
                </a:solidFill>
                <a:latin typeface="Arial" panose="020B0604020202020204" pitchFamily="34" charset="0"/>
              </a:rPr>
              <a:t>The magnetic fields of the electrons in certain materials add together to give a net magnetic field around the material. Such addition is the reason why a </a:t>
            </a:r>
            <a:r>
              <a:rPr lang="en-US" altLang="id-ID" sz="2000" b="1" i="1" dirty="0">
                <a:solidFill>
                  <a:srgbClr val="19194D"/>
                </a:solidFill>
                <a:latin typeface="Arial" panose="020B0604020202020204" pitchFamily="34" charset="0"/>
              </a:rPr>
              <a:t>permanent magnet</a:t>
            </a:r>
            <a:r>
              <a:rPr lang="en-US" altLang="id-ID" sz="2000" b="1" dirty="0">
                <a:solidFill>
                  <a:srgbClr val="19194D"/>
                </a:solidFill>
                <a:latin typeface="Arial" panose="020B0604020202020204" pitchFamily="34" charset="0"/>
              </a:rPr>
              <a:t>, has a permanent magnetic field. </a:t>
            </a:r>
          </a:p>
          <a:p>
            <a:pPr eaLnBrk="1" hangingPunct="1">
              <a:spcBef>
                <a:spcPct val="0"/>
              </a:spcBef>
              <a:buFontTx/>
              <a:buNone/>
            </a:pPr>
            <a:endParaRPr lang="en-US" altLang="id-ID" sz="900" b="1" dirty="0">
              <a:solidFill>
                <a:srgbClr val="19194D"/>
              </a:solidFill>
              <a:latin typeface="Arial" panose="020B0604020202020204" pitchFamily="34" charset="0"/>
            </a:endParaRPr>
          </a:p>
          <a:p>
            <a:pPr eaLnBrk="1" hangingPunct="1">
              <a:spcBef>
                <a:spcPct val="0"/>
              </a:spcBef>
              <a:buFontTx/>
              <a:buNone/>
            </a:pPr>
            <a:r>
              <a:rPr lang="en-US" altLang="id-ID" sz="2000" b="1" dirty="0">
                <a:solidFill>
                  <a:srgbClr val="19194D"/>
                </a:solidFill>
                <a:latin typeface="Arial" panose="020B0604020202020204" pitchFamily="34" charset="0"/>
              </a:rPr>
              <a:t>In other materials, the magnetic fields of the electrons cancel out, giving no net magnetic field surrounding the material.</a:t>
            </a:r>
            <a:endParaRPr lang="en-US" altLang="id-ID" sz="2000" b="1" dirty="0">
              <a:latin typeface="Arial" panose="020B0604020202020204" pitchFamily="34" charset="0"/>
            </a:endParaRPr>
          </a:p>
        </p:txBody>
      </p:sp>
      <p:pic>
        <p:nvPicPr>
          <p:cNvPr id="7" name="Picture 2" descr="ICP (5): Electric &amp; Magnetic Fields — Thomas G. McCarthy">
            <a:extLst>
              <a:ext uri="{FF2B5EF4-FFF2-40B4-BE49-F238E27FC236}">
                <a16:creationId xmlns:a16="http://schemas.microsoft.com/office/drawing/2014/main" id="{80B4408A-A84C-415A-8283-C3D0569A42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4188480"/>
            <a:ext cx="4195351" cy="2471324"/>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B1E8F90B-388A-4CED-A890-AF6771CFD5B7}"/>
              </a:ext>
            </a:extLst>
          </p:cNvPr>
          <p:cNvSpPr/>
          <p:nvPr/>
        </p:nvSpPr>
        <p:spPr>
          <a:xfrm>
            <a:off x="4000702" y="6371136"/>
            <a:ext cx="1489831" cy="276999"/>
          </a:xfrm>
          <a:prstGeom prst="rect">
            <a:avLst/>
          </a:prstGeom>
        </p:spPr>
        <p:txBody>
          <a:bodyPr wrap="none">
            <a:spAutoFit/>
          </a:bodyPr>
          <a:lstStyle/>
          <a:p>
            <a:pPr fontAlgn="ctr"/>
            <a:r>
              <a:rPr lang="en-HK" dirty="0">
                <a:solidFill>
                  <a:srgbClr val="202124"/>
                </a:solidFill>
                <a:latin typeface="Google Sans"/>
                <a:hlinkClick r:id="rId3" tooltip="ICP (5): Electric &amp; Magnetic Fields — Thomas G. McCarthy"/>
              </a:rPr>
              <a:t>Thomas G. McCarthy</a:t>
            </a:r>
            <a:endParaRPr lang="en-HK" b="0" i="0" u="none" strike="noStrike" dirty="0">
              <a:solidFill>
                <a:srgbClr val="202124"/>
              </a:solidFill>
              <a:effectLst/>
              <a:latin typeface="Google Sans"/>
              <a:hlinkClick r:id="rId3" tooltip="ICP (5): Electric &amp; Magnetic Fields — Thomas G. McCarthy"/>
            </a:endParaRPr>
          </a:p>
        </p:txBody>
      </p:sp>
      <p:pic>
        <p:nvPicPr>
          <p:cNvPr id="9" name="Picture 2" descr="schoolphysics ::Welcome::">
            <a:extLst>
              <a:ext uri="{FF2B5EF4-FFF2-40B4-BE49-F238E27FC236}">
                <a16:creationId xmlns:a16="http://schemas.microsoft.com/office/drawing/2014/main" id="{0F45325F-C621-44EF-8E21-821CFF3F7D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29312" y="4543079"/>
            <a:ext cx="2600325" cy="1762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9652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6CD22A-71C9-4A5F-B3A7-9FAD29C5BB1E}"/>
              </a:ext>
            </a:extLst>
          </p:cNvPr>
          <p:cNvSpPr>
            <a:spLocks noGrp="1"/>
          </p:cNvSpPr>
          <p:nvPr>
            <p:ph type="dt" sz="half" idx="10"/>
          </p:nvPr>
        </p:nvSpPr>
        <p:spPr/>
        <p:txBody>
          <a:bodyPr/>
          <a:lstStyle/>
          <a:p>
            <a:pPr>
              <a:defRPr/>
            </a:pPr>
            <a:r>
              <a:rPr lang="en-US"/>
              <a:t>Bina Nusantara University</a:t>
            </a:r>
          </a:p>
        </p:txBody>
      </p:sp>
      <p:sp>
        <p:nvSpPr>
          <p:cNvPr id="7171" name="Slide Number Placeholder 2">
            <a:extLst>
              <a:ext uri="{FF2B5EF4-FFF2-40B4-BE49-F238E27FC236}">
                <a16:creationId xmlns:a16="http://schemas.microsoft.com/office/drawing/2014/main" id="{ECE1D5AE-DA3E-4E03-8A05-51A7072490BD}"/>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9A57CB2B-8BAB-4739-9C4A-49E8620501A5}" type="slidenum">
              <a:rPr lang="en-US" altLang="id-ID" sz="1400" smtClean="0"/>
              <a:pPr>
                <a:spcBef>
                  <a:spcPct val="0"/>
                </a:spcBef>
                <a:buFontTx/>
                <a:buNone/>
              </a:pPr>
              <a:t>5</a:t>
            </a:fld>
            <a:endParaRPr lang="en-US" altLang="id-ID" sz="1400"/>
          </a:p>
        </p:txBody>
      </p:sp>
      <p:pic>
        <p:nvPicPr>
          <p:cNvPr id="7172" name="Picture 5">
            <a:extLst>
              <a:ext uri="{FF2B5EF4-FFF2-40B4-BE49-F238E27FC236}">
                <a16:creationId xmlns:a16="http://schemas.microsoft.com/office/drawing/2014/main" id="{A40657B9-12C2-423E-8C68-B447402A42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6244" y="1497485"/>
            <a:ext cx="3993911" cy="4468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3" name="Picture 6">
            <a:extLst>
              <a:ext uri="{FF2B5EF4-FFF2-40B4-BE49-F238E27FC236}">
                <a16:creationId xmlns:a16="http://schemas.microsoft.com/office/drawing/2014/main" id="{1FD81E4C-84D6-4524-A3A5-35E7498AEE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4637" y="5925284"/>
            <a:ext cx="5588198" cy="555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0" name="Picture 2" descr="going to the scrap yard on Make a GIF">
            <a:extLst>
              <a:ext uri="{FF2B5EF4-FFF2-40B4-BE49-F238E27FC236}">
                <a16:creationId xmlns:a16="http://schemas.microsoft.com/office/drawing/2014/main" id="{9376BF86-B2B4-420E-BD88-B85C1F58BF5F}"/>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1317953" y="1619614"/>
            <a:ext cx="3117865" cy="233839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Junkyard Heavy Electric Magnet Machine Picking Up Scrap In Our Truck Fun  For Kid... | Gfycat">
            <a:extLst>
              <a:ext uri="{FF2B5EF4-FFF2-40B4-BE49-F238E27FC236}">
                <a16:creationId xmlns:a16="http://schemas.microsoft.com/office/drawing/2014/main" id="{0D737CE0-8941-4618-A010-BA17009E9C3C}"/>
              </a:ext>
            </a:extLst>
          </p:cNvPr>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1317953" y="4042810"/>
            <a:ext cx="3132806" cy="17639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1">
            <a:extLst>
              <a:ext uri="{FF2B5EF4-FFF2-40B4-BE49-F238E27FC236}">
                <a16:creationId xmlns:a16="http://schemas.microsoft.com/office/drawing/2014/main" id="{B36756B9-07EC-4EBC-95EE-3A4C5858E472}"/>
              </a:ext>
            </a:extLst>
          </p:cNvPr>
          <p:cNvSpPr txBox="1">
            <a:spLocks noChangeArrowheads="1"/>
          </p:cNvSpPr>
          <p:nvPr/>
        </p:nvSpPr>
        <p:spPr bwMode="auto">
          <a:xfrm>
            <a:off x="1115616" y="1416770"/>
            <a:ext cx="3429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a:latin typeface="Arial" panose="020B0604020202020204" pitchFamily="34" charset="0"/>
                <a:cs typeface="Arial" panose="020B0604020202020204" pitchFamily="34" charset="0"/>
              </a:rPr>
              <a:t>1. The Definition of B</a:t>
            </a:r>
            <a:r>
              <a:rPr lang="en-US" altLang="id-ID" b="1" i="1">
                <a:latin typeface="Arial" panose="020B0604020202020204" pitchFamily="34" charset="0"/>
                <a:cs typeface="Arial" panose="020B0604020202020204" pitchFamily="34" charset="0"/>
              </a:rPr>
              <a:t> </a:t>
            </a:r>
          </a:p>
        </p:txBody>
      </p:sp>
      <p:grpSp>
        <p:nvGrpSpPr>
          <p:cNvPr id="8195" name="Group 7">
            <a:extLst>
              <a:ext uri="{FF2B5EF4-FFF2-40B4-BE49-F238E27FC236}">
                <a16:creationId xmlns:a16="http://schemas.microsoft.com/office/drawing/2014/main" id="{63EA451F-AB77-4C94-B848-E5D4D1B85020}"/>
              </a:ext>
            </a:extLst>
          </p:cNvPr>
          <p:cNvGrpSpPr>
            <a:grpSpLocks/>
          </p:cNvGrpSpPr>
          <p:nvPr/>
        </p:nvGrpSpPr>
        <p:grpSpPr bwMode="auto">
          <a:xfrm>
            <a:off x="1115616" y="1916832"/>
            <a:ext cx="8358188" cy="4761900"/>
            <a:chOff x="500003" y="1065306"/>
            <a:chExt cx="8358217" cy="4761782"/>
          </a:xfrm>
        </p:grpSpPr>
        <p:sp>
          <p:nvSpPr>
            <p:cNvPr id="8196" name="TextBox 2">
              <a:extLst>
                <a:ext uri="{FF2B5EF4-FFF2-40B4-BE49-F238E27FC236}">
                  <a16:creationId xmlns:a16="http://schemas.microsoft.com/office/drawing/2014/main" id="{7C25ED92-8863-49A6-B5BE-389C0D05BF9B}"/>
                </a:ext>
              </a:extLst>
            </p:cNvPr>
            <p:cNvSpPr txBox="1">
              <a:spLocks noChangeArrowheads="1"/>
            </p:cNvSpPr>
            <p:nvPr/>
          </p:nvSpPr>
          <p:spPr bwMode="auto">
            <a:xfrm>
              <a:off x="500003" y="1065306"/>
              <a:ext cx="8358217" cy="4047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dirty="0">
                  <a:latin typeface="Arial" panose="020B0604020202020204" pitchFamily="34" charset="0"/>
                </a:rPr>
                <a:t>We can define a magnetic field, </a:t>
              </a:r>
              <a:r>
                <a:rPr lang="en-US" altLang="id-ID" sz="2000" b="1" i="1" dirty="0">
                  <a:latin typeface="Arial" panose="020B0604020202020204" pitchFamily="34" charset="0"/>
                </a:rPr>
                <a:t>B</a:t>
              </a:r>
              <a:r>
                <a:rPr lang="en-US" altLang="id-ID" sz="2000" b="1" dirty="0">
                  <a:latin typeface="Arial" panose="020B0604020202020204" pitchFamily="34" charset="0"/>
                </a:rPr>
                <a:t>, by firing a charged particle through the point at which is to be defined, using various directions and speeds for the particle and determining the force that acts on the particle at that point. </a:t>
              </a:r>
              <a:r>
                <a:rPr lang="en-US" altLang="id-ID" sz="2000" b="1" i="1" dirty="0">
                  <a:latin typeface="Arial" panose="020B0604020202020204" pitchFamily="34" charset="0"/>
                </a:rPr>
                <a:t>B</a:t>
              </a:r>
              <a:r>
                <a:rPr lang="en-US" altLang="id-ID" sz="2000" b="1" dirty="0">
                  <a:latin typeface="Arial" panose="020B0604020202020204" pitchFamily="34" charset="0"/>
                </a:rPr>
                <a:t> is then defined to be a vector quantity that is directed along the zero-force axis. </a:t>
              </a:r>
            </a:p>
            <a:p>
              <a:pPr eaLnBrk="1" hangingPunct="1">
                <a:spcBef>
                  <a:spcPct val="0"/>
                </a:spcBef>
                <a:buFontTx/>
                <a:buNone/>
              </a:pPr>
              <a:endParaRPr lang="en-US" altLang="id-ID" sz="900" dirty="0">
                <a:solidFill>
                  <a:srgbClr val="0070C0"/>
                </a:solidFill>
                <a:latin typeface="Arial" panose="020B0604020202020204" pitchFamily="34" charset="0"/>
              </a:endParaRPr>
            </a:p>
            <a:p>
              <a:pPr eaLnBrk="1" hangingPunct="1">
                <a:spcBef>
                  <a:spcPct val="0"/>
                </a:spcBef>
                <a:buFontTx/>
                <a:buNone/>
              </a:pPr>
              <a:r>
                <a:rPr lang="en-US" altLang="id-ID" sz="2000" b="1" dirty="0">
                  <a:latin typeface="Arial" panose="020B0604020202020204" pitchFamily="34" charset="0"/>
                </a:rPr>
                <a:t>The magnetic force on the charged particle, </a:t>
              </a:r>
              <a:r>
                <a:rPr lang="en-US" altLang="id-ID" sz="2000" b="1" i="1" dirty="0">
                  <a:latin typeface="Arial" panose="020B0604020202020204" pitchFamily="34" charset="0"/>
                </a:rPr>
                <a:t>F</a:t>
              </a:r>
              <a:r>
                <a:rPr lang="en-US" altLang="id-ID" sz="2000" b="1" i="1" baseline="-25000" dirty="0">
                  <a:latin typeface="Arial" panose="020B0604020202020204" pitchFamily="34" charset="0"/>
                </a:rPr>
                <a:t>B</a:t>
              </a:r>
              <a:r>
                <a:rPr lang="en-US" altLang="id-ID" sz="2000" b="1" dirty="0">
                  <a:latin typeface="Arial" panose="020B0604020202020204" pitchFamily="34" charset="0"/>
                </a:rPr>
                <a:t>, is defined to be:</a:t>
              </a:r>
            </a:p>
            <a:p>
              <a:pPr eaLnBrk="1" hangingPunct="1">
                <a:spcBef>
                  <a:spcPct val="0"/>
                </a:spcBef>
                <a:buFontTx/>
                <a:buNone/>
              </a:pPr>
              <a:endParaRPr lang="en-US" altLang="id-ID" sz="1600" dirty="0">
                <a:solidFill>
                  <a:srgbClr val="0070C0"/>
                </a:solidFill>
                <a:latin typeface="Arial" panose="020B0604020202020204" pitchFamily="34" charset="0"/>
              </a:endParaRPr>
            </a:p>
            <a:p>
              <a:pPr eaLnBrk="1" hangingPunct="1">
                <a:spcBef>
                  <a:spcPct val="0"/>
                </a:spcBef>
                <a:buFontTx/>
                <a:buNone/>
              </a:pPr>
              <a:endParaRPr lang="en-US" altLang="id-ID" sz="1600" dirty="0">
                <a:solidFill>
                  <a:srgbClr val="0070C0"/>
                </a:solidFill>
                <a:latin typeface="Arial" panose="020B0604020202020204" pitchFamily="34" charset="0"/>
              </a:endParaRPr>
            </a:p>
            <a:p>
              <a:pPr eaLnBrk="1" hangingPunct="1">
                <a:spcBef>
                  <a:spcPct val="0"/>
                </a:spcBef>
                <a:buFontTx/>
                <a:buNone/>
              </a:pPr>
              <a:endParaRPr lang="en-US" altLang="id-ID" sz="1600" dirty="0">
                <a:solidFill>
                  <a:srgbClr val="0070C0"/>
                </a:solidFill>
                <a:latin typeface="Arial" panose="020B0604020202020204" pitchFamily="34" charset="0"/>
              </a:endParaRPr>
            </a:p>
            <a:p>
              <a:pPr eaLnBrk="1" hangingPunct="1">
                <a:spcBef>
                  <a:spcPct val="0"/>
                </a:spcBef>
                <a:buFontTx/>
                <a:buNone/>
              </a:pPr>
              <a:r>
                <a:rPr lang="en-US" altLang="id-ID" sz="2000" b="1" dirty="0">
                  <a:latin typeface="Arial" panose="020B0604020202020204" pitchFamily="34" charset="0"/>
                  <a:cs typeface="Arial" panose="020B0604020202020204" pitchFamily="34" charset="0"/>
                </a:rPr>
                <a:t>Here </a:t>
              </a:r>
              <a:r>
                <a:rPr lang="en-US" altLang="id-ID" sz="2000" b="1" i="1" dirty="0">
                  <a:latin typeface="Arial" panose="020B0604020202020204" pitchFamily="34" charset="0"/>
                  <a:cs typeface="Arial" panose="020B0604020202020204" pitchFamily="34" charset="0"/>
                </a:rPr>
                <a:t>q</a:t>
              </a:r>
              <a:r>
                <a:rPr lang="en-US" altLang="id-ID" sz="2000" b="1" dirty="0">
                  <a:latin typeface="Arial" panose="020B0604020202020204" pitchFamily="34" charset="0"/>
                  <a:cs typeface="Arial" panose="020B0604020202020204" pitchFamily="34" charset="0"/>
                </a:rPr>
                <a:t> is the charge of the particle, </a:t>
              </a:r>
              <a:r>
                <a:rPr lang="en-US" altLang="id-ID" sz="2000" b="1" i="1" dirty="0">
                  <a:latin typeface="Arial" panose="020B0604020202020204" pitchFamily="34" charset="0"/>
                  <a:cs typeface="Arial" panose="020B0604020202020204" pitchFamily="34" charset="0"/>
                </a:rPr>
                <a:t>V </a:t>
              </a:r>
              <a:r>
                <a:rPr lang="en-US" altLang="id-ID" sz="2000" b="1" dirty="0">
                  <a:latin typeface="Arial" panose="020B0604020202020204" pitchFamily="34" charset="0"/>
                  <a:cs typeface="Arial" panose="020B0604020202020204" pitchFamily="34" charset="0"/>
                </a:rPr>
                <a:t>is its velocity, and </a:t>
              </a:r>
              <a:r>
                <a:rPr lang="en-US" altLang="id-ID" sz="2000" b="1" i="1" dirty="0">
                  <a:latin typeface="Arial" panose="020B0604020202020204" pitchFamily="34" charset="0"/>
                  <a:cs typeface="Arial" panose="020B0604020202020204" pitchFamily="34" charset="0"/>
                </a:rPr>
                <a:t>B</a:t>
              </a:r>
              <a:r>
                <a:rPr lang="en-US" altLang="id-ID" sz="2000" b="1" dirty="0">
                  <a:latin typeface="Arial" panose="020B0604020202020204" pitchFamily="34" charset="0"/>
                  <a:cs typeface="Arial" panose="020B0604020202020204" pitchFamily="34" charset="0"/>
                </a:rPr>
                <a:t> the magnetic field in the region. The magnitude of this force is then:</a:t>
              </a:r>
              <a:endParaRPr lang="en-US" altLang="id-ID" sz="1600" dirty="0">
                <a:solidFill>
                  <a:srgbClr val="0070C0"/>
                </a:solidFill>
                <a:latin typeface="Arial" panose="020B0604020202020204" pitchFamily="34" charset="0"/>
                <a:cs typeface="Arial" panose="020B0604020202020204" pitchFamily="34" charset="0"/>
              </a:endParaRPr>
            </a:p>
            <a:p>
              <a:pPr eaLnBrk="1" hangingPunct="1">
                <a:spcBef>
                  <a:spcPct val="0"/>
                </a:spcBef>
                <a:buFontTx/>
                <a:buNone/>
              </a:pPr>
              <a:endParaRPr lang="en-US" altLang="id-ID" sz="2000" dirty="0">
                <a:solidFill>
                  <a:srgbClr val="0070C0"/>
                </a:solidFill>
                <a:latin typeface="Arial" panose="020B0604020202020204" pitchFamily="34" charset="0"/>
              </a:endParaRPr>
            </a:p>
            <a:p>
              <a:pPr eaLnBrk="1" hangingPunct="1">
                <a:spcBef>
                  <a:spcPct val="0"/>
                </a:spcBef>
                <a:buFontTx/>
                <a:buNone/>
              </a:pPr>
              <a:r>
                <a:rPr lang="en-US" altLang="id-ID" sz="2000" b="1" dirty="0">
                  <a:latin typeface="Arial" panose="020B0604020202020204" pitchFamily="34" charset="0"/>
                </a:rPr>
                <a:t>Here </a:t>
              </a:r>
              <a:r>
                <a:rPr lang="en-US" altLang="id-ID" sz="2000" b="1" i="1" dirty="0">
                  <a:latin typeface="Symbol" panose="05050102010706020507" pitchFamily="18" charset="2"/>
                </a:rPr>
                <a:t>f</a:t>
              </a:r>
              <a:r>
                <a:rPr lang="en-US" altLang="id-ID" sz="2000" b="1" dirty="0">
                  <a:latin typeface="Arial" panose="020B0604020202020204" pitchFamily="34" charset="0"/>
                </a:rPr>
                <a:t> is the angle between vectors </a:t>
              </a:r>
              <a:r>
                <a:rPr lang="en-US" altLang="id-ID" sz="2000" b="1" i="1" dirty="0">
                  <a:latin typeface="Arial" panose="020B0604020202020204" pitchFamily="34" charset="0"/>
                </a:rPr>
                <a:t>v</a:t>
              </a:r>
              <a:r>
                <a:rPr lang="en-US" altLang="id-ID" sz="2000" b="1" dirty="0">
                  <a:latin typeface="Arial" panose="020B0604020202020204" pitchFamily="34" charset="0"/>
                </a:rPr>
                <a:t> and </a:t>
              </a:r>
              <a:r>
                <a:rPr lang="en-US" altLang="id-ID" sz="2000" b="1" i="1" dirty="0">
                  <a:latin typeface="Arial" panose="020B0604020202020204" pitchFamily="34" charset="0"/>
                </a:rPr>
                <a:t>B</a:t>
              </a:r>
              <a:r>
                <a:rPr lang="en-US" altLang="id-ID" sz="2000" b="1" dirty="0">
                  <a:latin typeface="Arial" panose="020B0604020202020204" pitchFamily="34" charset="0"/>
                </a:rPr>
                <a:t>.</a:t>
              </a:r>
            </a:p>
          </p:txBody>
        </p:sp>
        <p:pic>
          <p:nvPicPr>
            <p:cNvPr id="43010" name="Picture 2">
              <a:extLst>
                <a:ext uri="{FF2B5EF4-FFF2-40B4-BE49-F238E27FC236}">
                  <a16:creationId xmlns:a16="http://schemas.microsoft.com/office/drawing/2014/main" id="{B060905C-C6BD-486D-BAF1-7657679AB184}"/>
                </a:ext>
              </a:extLst>
            </p:cNvPr>
            <p:cNvPicPr>
              <a:picLocks noChangeAspect="1" noChangeArrowheads="1"/>
            </p:cNvPicPr>
            <p:nvPr/>
          </p:nvPicPr>
          <p:blipFill>
            <a:blip r:embed="rId2" cstate="print">
              <a:duotone>
                <a:prstClr val="black"/>
                <a:schemeClr val="accent4">
                  <a:tint val="45000"/>
                  <a:satMod val="400000"/>
                </a:schemeClr>
              </a:duotone>
            </a:blip>
            <a:srcRect l="5405"/>
            <a:stretch>
              <a:fillRect/>
            </a:stretch>
          </p:blipFill>
          <p:spPr bwMode="auto">
            <a:xfrm>
              <a:off x="3452341" y="3153486"/>
              <a:ext cx="1857388" cy="642939"/>
            </a:xfrm>
            <a:prstGeom prst="rect">
              <a:avLst/>
            </a:prstGeom>
            <a:noFill/>
            <a:ln w="9525">
              <a:noFill/>
              <a:miter lim="800000"/>
              <a:headEnd/>
              <a:tailEnd/>
            </a:ln>
          </p:spPr>
        </p:pic>
        <p:pic>
          <p:nvPicPr>
            <p:cNvPr id="43011" name="Picture 3">
              <a:extLst>
                <a:ext uri="{FF2B5EF4-FFF2-40B4-BE49-F238E27FC236}">
                  <a16:creationId xmlns:a16="http://schemas.microsoft.com/office/drawing/2014/main" id="{527280C0-B44D-4C1F-9D58-BD8318A7BF30}"/>
                </a:ext>
              </a:extLst>
            </p:cNvPr>
            <p:cNvPicPr>
              <a:picLocks noChangeAspect="1" noChangeArrowheads="1"/>
            </p:cNvPicPr>
            <p:nvPr/>
          </p:nvPicPr>
          <p:blipFill>
            <a:blip r:embed="rId3" cstate="print">
              <a:duotone>
                <a:prstClr val="black"/>
                <a:schemeClr val="accent4">
                  <a:tint val="45000"/>
                  <a:satMod val="400000"/>
                </a:schemeClr>
              </a:duotone>
            </a:blip>
            <a:srcRect/>
            <a:stretch>
              <a:fillRect/>
            </a:stretch>
          </p:blipFill>
          <p:spPr bwMode="auto">
            <a:xfrm>
              <a:off x="3238598" y="5112736"/>
              <a:ext cx="2428892" cy="714352"/>
            </a:xfrm>
            <a:prstGeom prst="rect">
              <a:avLst/>
            </a:prstGeom>
            <a:noFill/>
            <a:ln w="9525">
              <a:noFill/>
              <a:miter lim="800000"/>
              <a:headEnd/>
              <a:tailEnd/>
            </a:ln>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Box 1">
            <a:extLst>
              <a:ext uri="{FF2B5EF4-FFF2-40B4-BE49-F238E27FC236}">
                <a16:creationId xmlns:a16="http://schemas.microsoft.com/office/drawing/2014/main" id="{06FB2458-0068-481E-A127-0FAAE857EF44}"/>
              </a:ext>
            </a:extLst>
          </p:cNvPr>
          <p:cNvSpPr txBox="1">
            <a:spLocks noChangeArrowheads="1"/>
          </p:cNvSpPr>
          <p:nvPr/>
        </p:nvSpPr>
        <p:spPr bwMode="auto">
          <a:xfrm>
            <a:off x="899592" y="1484784"/>
            <a:ext cx="70723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a:latin typeface="Arial" panose="020B0604020202020204" pitchFamily="34" charset="0"/>
                <a:cs typeface="Arial" panose="020B0604020202020204" pitchFamily="34" charset="0"/>
              </a:rPr>
              <a:t>2. Magnetic Force on a Particle</a:t>
            </a:r>
          </a:p>
        </p:txBody>
      </p:sp>
      <p:sp>
        <p:nvSpPr>
          <p:cNvPr id="9219" name="Rectangle 8">
            <a:extLst>
              <a:ext uri="{FF2B5EF4-FFF2-40B4-BE49-F238E27FC236}">
                <a16:creationId xmlns:a16="http://schemas.microsoft.com/office/drawing/2014/main" id="{7C19A548-421A-4C54-8985-9F23AC4BBBD4}"/>
              </a:ext>
            </a:extLst>
          </p:cNvPr>
          <p:cNvSpPr>
            <a:spLocks noChangeArrowheads="1"/>
          </p:cNvSpPr>
          <p:nvPr/>
        </p:nvSpPr>
        <p:spPr bwMode="auto">
          <a:xfrm>
            <a:off x="0" y="-457200"/>
            <a:ext cx="86439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9221" name="Rectangle 8">
            <a:extLst>
              <a:ext uri="{FF2B5EF4-FFF2-40B4-BE49-F238E27FC236}">
                <a16:creationId xmlns:a16="http://schemas.microsoft.com/office/drawing/2014/main" id="{1B9AE759-9B77-49E2-91DA-10AACDFB2B3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9222" name="Rectangle 10">
            <a:extLst>
              <a:ext uri="{FF2B5EF4-FFF2-40B4-BE49-F238E27FC236}">
                <a16:creationId xmlns:a16="http://schemas.microsoft.com/office/drawing/2014/main" id="{3926A217-608B-4C7F-817E-DDDD1F171F7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9223" name="Picture 9">
            <a:extLst>
              <a:ext uri="{FF2B5EF4-FFF2-40B4-BE49-F238E27FC236}">
                <a16:creationId xmlns:a16="http://schemas.microsoft.com/office/drawing/2014/main" id="{F62B27DC-8C78-4FAA-9E92-0D626AED6A78}"/>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471717" y="4056534"/>
            <a:ext cx="1428750"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4" name="Rectangle 12">
            <a:extLst>
              <a:ext uri="{FF2B5EF4-FFF2-40B4-BE49-F238E27FC236}">
                <a16:creationId xmlns:a16="http://schemas.microsoft.com/office/drawing/2014/main" id="{700C00BB-0178-4F9A-83DD-0CA37FC8D1A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9225" name="Picture 11">
            <a:extLst>
              <a:ext uri="{FF2B5EF4-FFF2-40B4-BE49-F238E27FC236}">
                <a16:creationId xmlns:a16="http://schemas.microsoft.com/office/drawing/2014/main" id="{E9E48E7A-CF7A-4694-9E32-EAD63F5B4706}"/>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114154" y="4699471"/>
            <a:ext cx="785813"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6" name="Rectangle 14">
            <a:extLst>
              <a:ext uri="{FF2B5EF4-FFF2-40B4-BE49-F238E27FC236}">
                <a16:creationId xmlns:a16="http://schemas.microsoft.com/office/drawing/2014/main" id="{6C5603E0-6A0C-41A2-8AC7-D2815B1DD30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9227" name="Picture 13">
            <a:extLst>
              <a:ext uri="{FF2B5EF4-FFF2-40B4-BE49-F238E27FC236}">
                <a16:creationId xmlns:a16="http://schemas.microsoft.com/office/drawing/2014/main" id="{24AD52AB-6ECF-4438-AC43-1E4F9E21C1A5}"/>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85404" y="5842471"/>
            <a:ext cx="7858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8" name="Rectangle 16">
            <a:extLst>
              <a:ext uri="{FF2B5EF4-FFF2-40B4-BE49-F238E27FC236}">
                <a16:creationId xmlns:a16="http://schemas.microsoft.com/office/drawing/2014/main" id="{C85605B7-A572-4410-8C7E-A020BBAB1AA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9229" name="Picture 15">
            <a:extLst>
              <a:ext uri="{FF2B5EF4-FFF2-40B4-BE49-F238E27FC236}">
                <a16:creationId xmlns:a16="http://schemas.microsoft.com/office/drawing/2014/main" id="{964E0308-95A1-42BF-A998-16054A9AD344}"/>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543154" y="5128096"/>
            <a:ext cx="428625"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30" name="Rectangle 18">
            <a:extLst>
              <a:ext uri="{FF2B5EF4-FFF2-40B4-BE49-F238E27FC236}">
                <a16:creationId xmlns:a16="http://schemas.microsoft.com/office/drawing/2014/main" id="{9D487C4B-CAD0-4424-94A7-07BC8DA174D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9231" name="Picture 17">
            <a:extLst>
              <a:ext uri="{FF2B5EF4-FFF2-40B4-BE49-F238E27FC236}">
                <a16:creationId xmlns:a16="http://schemas.microsoft.com/office/drawing/2014/main" id="{010B18C6-F6D1-4047-B50B-0EED40F58B49}"/>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542654" y="1910234"/>
            <a:ext cx="428625"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32" name="Rectangle 20">
            <a:extLst>
              <a:ext uri="{FF2B5EF4-FFF2-40B4-BE49-F238E27FC236}">
                <a16:creationId xmlns:a16="http://schemas.microsoft.com/office/drawing/2014/main" id="{B0B3C178-C294-4C65-B0C4-8AFD171381C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9233" name="Picture 19">
            <a:extLst>
              <a:ext uri="{FF2B5EF4-FFF2-40B4-BE49-F238E27FC236}">
                <a16:creationId xmlns:a16="http://schemas.microsoft.com/office/drawing/2014/main" id="{B5504CF4-3FFB-4CF0-84CF-3D27C14392B8}"/>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185467" y="2338859"/>
            <a:ext cx="257175"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34" name="Rectangle 22">
            <a:extLst>
              <a:ext uri="{FF2B5EF4-FFF2-40B4-BE49-F238E27FC236}">
                <a16:creationId xmlns:a16="http://schemas.microsoft.com/office/drawing/2014/main" id="{81CB5590-0109-455C-A7F4-201315697EE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9235" name="Picture 21">
            <a:extLst>
              <a:ext uri="{FF2B5EF4-FFF2-40B4-BE49-F238E27FC236}">
                <a16:creationId xmlns:a16="http://schemas.microsoft.com/office/drawing/2014/main" id="{95439EC3-5D8E-48A3-81F2-AA9871A8EA9F}"/>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400279" y="2338859"/>
            <a:ext cx="214313"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36" name="Picture 9">
            <a:extLst>
              <a:ext uri="{FF2B5EF4-FFF2-40B4-BE49-F238E27FC236}">
                <a16:creationId xmlns:a16="http://schemas.microsoft.com/office/drawing/2014/main" id="{73F1842B-8788-4632-B007-E580B1615C11}"/>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471341" y="2842097"/>
            <a:ext cx="1696355"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37" name="Rectangle 25">
            <a:extLst>
              <a:ext uri="{FF2B5EF4-FFF2-40B4-BE49-F238E27FC236}">
                <a16:creationId xmlns:a16="http://schemas.microsoft.com/office/drawing/2014/main" id="{34D27860-0836-4F44-89AB-F56BBDBD6E84}"/>
              </a:ext>
            </a:extLst>
          </p:cNvPr>
          <p:cNvSpPr>
            <a:spLocks noChangeArrowheads="1"/>
          </p:cNvSpPr>
          <p:nvPr/>
        </p:nvSpPr>
        <p:spPr bwMode="auto">
          <a:xfrm>
            <a:off x="899592" y="1981671"/>
            <a:ext cx="8501062"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rPr>
              <a:t>The force         acting on a charged particle moving with velocity      through a magnetic field       is :</a:t>
            </a:r>
          </a:p>
        </p:txBody>
      </p:sp>
      <p:pic>
        <p:nvPicPr>
          <p:cNvPr id="9238" name="Picture 15">
            <a:extLst>
              <a:ext uri="{FF2B5EF4-FFF2-40B4-BE49-F238E27FC236}">
                <a16:creationId xmlns:a16="http://schemas.microsoft.com/office/drawing/2014/main" id="{63D331FF-32EE-4550-BFB7-93F307F73932}"/>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28404" y="3342159"/>
            <a:ext cx="428625"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39" name="Rectangle 24">
            <a:extLst>
              <a:ext uri="{FF2B5EF4-FFF2-40B4-BE49-F238E27FC236}">
                <a16:creationId xmlns:a16="http://schemas.microsoft.com/office/drawing/2014/main" id="{01DFCD8C-3E62-4AE3-BCDD-A0EE7222F67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9240" name="Picture 23">
            <a:extLst>
              <a:ext uri="{FF2B5EF4-FFF2-40B4-BE49-F238E27FC236}">
                <a16:creationId xmlns:a16="http://schemas.microsoft.com/office/drawing/2014/main" id="{A4F9C029-6A05-4355-84D3-077BDAD92810}"/>
              </a:ext>
            </a:extLst>
          </p:cNvPr>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328967" y="3342159"/>
            <a:ext cx="1214437"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41" name="Rectangle 29">
            <a:extLst>
              <a:ext uri="{FF2B5EF4-FFF2-40B4-BE49-F238E27FC236}">
                <a16:creationId xmlns:a16="http://schemas.microsoft.com/office/drawing/2014/main" id="{53122B7D-4EB2-4DFB-890A-9102F258B4B2}"/>
              </a:ext>
            </a:extLst>
          </p:cNvPr>
          <p:cNvSpPr>
            <a:spLocks noChangeArrowheads="1"/>
          </p:cNvSpPr>
          <p:nvPr/>
        </p:nvSpPr>
        <p:spPr bwMode="auto">
          <a:xfrm>
            <a:off x="1113904" y="4127971"/>
            <a:ext cx="8358188"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rPr>
              <a:t>If q is positive, then the direction of      </a:t>
            </a:r>
            <a:r>
              <a:rPr lang="en-US" altLang="id-ID" b="1" i="1" dirty="0">
                <a:latin typeface="Arial" panose="020B0604020202020204" pitchFamily="34" charset="0"/>
              </a:rPr>
              <a:t> </a:t>
            </a:r>
            <a:r>
              <a:rPr lang="en-US" altLang="id-ID" b="1" dirty="0">
                <a:latin typeface="Arial" panose="020B0604020202020204" pitchFamily="34" charset="0"/>
              </a:rPr>
              <a:t>              is in the </a:t>
            </a:r>
          </a:p>
          <a:p>
            <a:pPr eaLnBrk="1" hangingPunct="1">
              <a:spcBef>
                <a:spcPct val="0"/>
              </a:spcBef>
              <a:buFontTx/>
              <a:buNone/>
            </a:pPr>
            <a:endParaRPr lang="en-US" altLang="id-ID" sz="1200" b="1" dirty="0">
              <a:latin typeface="Arial" panose="020B0604020202020204" pitchFamily="34" charset="0"/>
            </a:endParaRPr>
          </a:p>
          <a:p>
            <a:pPr eaLnBrk="1" hangingPunct="1">
              <a:spcBef>
                <a:spcPct val="0"/>
              </a:spcBef>
              <a:buFontTx/>
              <a:buNone/>
            </a:pPr>
            <a:r>
              <a:rPr lang="en-US" altLang="id-ID" b="1" dirty="0">
                <a:latin typeface="Arial" panose="020B0604020202020204" pitchFamily="34" charset="0"/>
              </a:rPr>
              <a:t>direction </a:t>
            </a:r>
            <a:r>
              <a:rPr lang="en-US" altLang="id-ID" b="1" i="1" dirty="0">
                <a:latin typeface="Arial" panose="020B0604020202020204" pitchFamily="34" charset="0"/>
              </a:rPr>
              <a:t>of             .</a:t>
            </a:r>
            <a:endParaRPr lang="en-US" altLang="id-ID" dirty="0">
              <a:latin typeface="Arial" panose="020B0604020202020204" pitchFamily="34" charset="0"/>
            </a:endParaRPr>
          </a:p>
          <a:p>
            <a:pPr eaLnBrk="1" hangingPunct="1">
              <a:spcBef>
                <a:spcPct val="0"/>
              </a:spcBef>
              <a:buFontTx/>
              <a:buNone/>
            </a:pPr>
            <a:endParaRPr lang="en-US" altLang="id-ID" sz="1200" b="1" dirty="0">
              <a:latin typeface="Arial" panose="020B0604020202020204" pitchFamily="34" charset="0"/>
            </a:endParaRPr>
          </a:p>
          <a:p>
            <a:pPr eaLnBrk="1" hangingPunct="1">
              <a:spcBef>
                <a:spcPct val="0"/>
              </a:spcBef>
              <a:buFontTx/>
              <a:buNone/>
            </a:pPr>
            <a:r>
              <a:rPr lang="en-US" altLang="id-ID" b="1" dirty="0">
                <a:latin typeface="Arial" panose="020B0604020202020204" pitchFamily="34" charset="0"/>
              </a:rPr>
              <a:t>If q is negative, then the direction of  </a:t>
            </a:r>
            <a:r>
              <a:rPr lang="en-US" altLang="id-ID" b="1" i="1" dirty="0">
                <a:latin typeface="Arial" panose="020B0604020202020204" pitchFamily="34" charset="0"/>
              </a:rPr>
              <a:t>     </a:t>
            </a:r>
            <a:r>
              <a:rPr lang="en-US" altLang="id-ID" b="1" dirty="0">
                <a:latin typeface="Arial" panose="020B0604020202020204" pitchFamily="34" charset="0"/>
              </a:rPr>
              <a:t>is opposite that </a:t>
            </a:r>
          </a:p>
          <a:p>
            <a:pPr eaLnBrk="1" hangingPunct="1">
              <a:spcBef>
                <a:spcPct val="0"/>
              </a:spcBef>
              <a:buFontTx/>
              <a:buNone/>
            </a:pPr>
            <a:endParaRPr lang="en-US" altLang="id-ID" sz="1200" b="1" dirty="0">
              <a:latin typeface="Arial" panose="020B0604020202020204" pitchFamily="34" charset="0"/>
            </a:endParaRPr>
          </a:p>
          <a:p>
            <a:pPr eaLnBrk="1" hangingPunct="1">
              <a:spcBef>
                <a:spcPct val="0"/>
              </a:spcBef>
              <a:buFontTx/>
              <a:buNone/>
            </a:pPr>
            <a:r>
              <a:rPr lang="en-US" altLang="id-ID" b="1" dirty="0">
                <a:latin typeface="Arial" panose="020B0604020202020204" pitchFamily="34" charset="0"/>
              </a:rPr>
              <a:t>of </a:t>
            </a:r>
          </a:p>
        </p:txBody>
      </p:sp>
      <p:sp>
        <p:nvSpPr>
          <p:cNvPr id="9242" name="Rectangle 30">
            <a:extLst>
              <a:ext uri="{FF2B5EF4-FFF2-40B4-BE49-F238E27FC236}">
                <a16:creationId xmlns:a16="http://schemas.microsoft.com/office/drawing/2014/main" id="{54969638-93EE-4A4D-9E15-5996C759603B}"/>
              </a:ext>
            </a:extLst>
          </p:cNvPr>
          <p:cNvSpPr>
            <a:spLocks noChangeArrowheads="1"/>
          </p:cNvSpPr>
          <p:nvPr/>
        </p:nvSpPr>
        <p:spPr bwMode="auto">
          <a:xfrm>
            <a:off x="1256779" y="3413596"/>
            <a:ext cx="76438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rPr>
              <a:t>The force        is always perpendicular to </a:t>
            </a:r>
            <a:endParaRPr lang="en-US" altLang="id-ID" dirty="0">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2" name="Group 8">
            <a:extLst>
              <a:ext uri="{FF2B5EF4-FFF2-40B4-BE49-F238E27FC236}">
                <a16:creationId xmlns:a16="http://schemas.microsoft.com/office/drawing/2014/main" id="{168C04AF-A726-4D1F-AA62-E760E597978B}"/>
              </a:ext>
            </a:extLst>
          </p:cNvPr>
          <p:cNvGrpSpPr>
            <a:grpSpLocks/>
          </p:cNvGrpSpPr>
          <p:nvPr/>
        </p:nvGrpSpPr>
        <p:grpSpPr bwMode="auto">
          <a:xfrm>
            <a:off x="1000125" y="1628800"/>
            <a:ext cx="8143875" cy="4500562"/>
            <a:chOff x="4494324" y="1214422"/>
            <a:chExt cx="5547818" cy="3422487"/>
          </a:xfrm>
        </p:grpSpPr>
        <p:sp>
          <p:nvSpPr>
            <p:cNvPr id="10244" name="TextBox 3">
              <a:extLst>
                <a:ext uri="{FF2B5EF4-FFF2-40B4-BE49-F238E27FC236}">
                  <a16:creationId xmlns:a16="http://schemas.microsoft.com/office/drawing/2014/main" id="{2C653B30-380A-4B79-8E36-450EFF349850}"/>
                </a:ext>
              </a:extLst>
            </p:cNvPr>
            <p:cNvSpPr txBox="1">
              <a:spLocks noChangeArrowheads="1"/>
            </p:cNvSpPr>
            <p:nvPr/>
          </p:nvSpPr>
          <p:spPr bwMode="auto">
            <a:xfrm>
              <a:off x="4494324" y="1214422"/>
              <a:ext cx="5547818" cy="2879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a:latin typeface="Arial" panose="020B0604020202020204" pitchFamily="34" charset="0"/>
                </a:rPr>
                <a:t>The SI unit for </a:t>
              </a:r>
              <a:r>
                <a:rPr lang="en-US" altLang="id-ID" b="1" i="1">
                  <a:latin typeface="Arial" panose="020B0604020202020204" pitchFamily="34" charset="0"/>
                </a:rPr>
                <a:t>B</a:t>
              </a:r>
              <a:r>
                <a:rPr lang="en-US" altLang="id-ID" b="1">
                  <a:latin typeface="Arial" panose="020B0604020202020204" pitchFamily="34" charset="0"/>
                </a:rPr>
                <a:t> that follows is Newton per coulomb-meter per second. For convenience, this is called the Tesla (T):</a:t>
              </a:r>
            </a:p>
            <a:p>
              <a:pPr eaLnBrk="1" hangingPunct="1">
                <a:spcBef>
                  <a:spcPct val="0"/>
                </a:spcBef>
                <a:buFontTx/>
                <a:buNone/>
              </a:pPr>
              <a:endParaRPr lang="en-US" altLang="id-ID" sz="1800" b="1">
                <a:solidFill>
                  <a:srgbClr val="7575D1"/>
                </a:solidFill>
                <a:latin typeface="Arial" panose="020B0604020202020204" pitchFamily="34" charset="0"/>
              </a:endParaRPr>
            </a:p>
            <a:p>
              <a:pPr eaLnBrk="1" hangingPunct="1">
                <a:spcBef>
                  <a:spcPct val="0"/>
                </a:spcBef>
                <a:buFontTx/>
                <a:buNone/>
              </a:pPr>
              <a:endParaRPr lang="en-US" altLang="id-ID" sz="1800" b="1">
                <a:solidFill>
                  <a:srgbClr val="7575D1"/>
                </a:solidFill>
                <a:latin typeface="Arial" panose="020B0604020202020204" pitchFamily="34" charset="0"/>
              </a:endParaRPr>
            </a:p>
            <a:p>
              <a:pPr eaLnBrk="1" hangingPunct="1">
                <a:spcBef>
                  <a:spcPct val="0"/>
                </a:spcBef>
                <a:buFontTx/>
                <a:buNone/>
              </a:pPr>
              <a:endParaRPr lang="en-US" altLang="id-ID" sz="1800" b="1">
                <a:solidFill>
                  <a:srgbClr val="7575D1"/>
                </a:solidFill>
                <a:latin typeface="Arial" panose="020B0604020202020204" pitchFamily="34" charset="0"/>
              </a:endParaRPr>
            </a:p>
            <a:p>
              <a:pPr eaLnBrk="1" hangingPunct="1">
                <a:spcBef>
                  <a:spcPct val="0"/>
                </a:spcBef>
                <a:buFontTx/>
                <a:buNone/>
              </a:pPr>
              <a:endParaRPr lang="en-US" altLang="id-ID" sz="1800" b="1">
                <a:solidFill>
                  <a:srgbClr val="7575D1"/>
                </a:solidFill>
                <a:latin typeface="Arial" panose="020B0604020202020204" pitchFamily="34" charset="0"/>
              </a:endParaRPr>
            </a:p>
            <a:p>
              <a:pPr eaLnBrk="1" hangingPunct="1">
                <a:spcBef>
                  <a:spcPct val="0"/>
                </a:spcBef>
                <a:buFontTx/>
                <a:buNone/>
              </a:pPr>
              <a:endParaRPr lang="en-US" altLang="id-ID" sz="1800" b="1">
                <a:solidFill>
                  <a:srgbClr val="7575D1"/>
                </a:solidFill>
                <a:latin typeface="Arial" panose="020B0604020202020204" pitchFamily="34" charset="0"/>
              </a:endParaRPr>
            </a:p>
            <a:p>
              <a:pPr eaLnBrk="1" hangingPunct="1">
                <a:spcBef>
                  <a:spcPct val="0"/>
                </a:spcBef>
                <a:buFontTx/>
                <a:buNone/>
              </a:pPr>
              <a:endParaRPr lang="en-US" altLang="id-ID" sz="1800" b="1">
                <a:solidFill>
                  <a:srgbClr val="7575D1"/>
                </a:solidFill>
                <a:latin typeface="Arial" panose="020B0604020202020204" pitchFamily="34" charset="0"/>
              </a:endParaRPr>
            </a:p>
            <a:p>
              <a:pPr eaLnBrk="1" hangingPunct="1">
                <a:spcBef>
                  <a:spcPct val="0"/>
                </a:spcBef>
                <a:buFontTx/>
                <a:buNone/>
              </a:pPr>
              <a:endParaRPr lang="en-US" altLang="id-ID" sz="1800" b="1">
                <a:solidFill>
                  <a:srgbClr val="7575D1"/>
                </a:solidFill>
                <a:latin typeface="Arial" panose="020B0604020202020204" pitchFamily="34" charset="0"/>
              </a:endParaRPr>
            </a:p>
            <a:p>
              <a:pPr eaLnBrk="1" hangingPunct="1">
                <a:spcBef>
                  <a:spcPct val="0"/>
                </a:spcBef>
                <a:buFontTx/>
                <a:buNone/>
              </a:pPr>
              <a:endParaRPr lang="en-US" altLang="id-ID" sz="1800" b="1">
                <a:solidFill>
                  <a:srgbClr val="7575D1"/>
                </a:solidFill>
                <a:latin typeface="Arial" panose="020B0604020202020204" pitchFamily="34" charset="0"/>
              </a:endParaRPr>
            </a:p>
            <a:p>
              <a:pPr eaLnBrk="1" hangingPunct="1">
                <a:spcBef>
                  <a:spcPct val="0"/>
                </a:spcBef>
                <a:buFontTx/>
                <a:buNone/>
              </a:pPr>
              <a:r>
                <a:rPr lang="en-US" altLang="id-ID" b="1">
                  <a:latin typeface="Arial" panose="020B0604020202020204" pitchFamily="34" charset="0"/>
                </a:rPr>
                <a:t>An earlier (non-SI) unit for </a:t>
              </a:r>
              <a:r>
                <a:rPr lang="en-US" altLang="id-ID" b="1" i="1">
                  <a:latin typeface="Arial" panose="020B0604020202020204" pitchFamily="34" charset="0"/>
                </a:rPr>
                <a:t>B</a:t>
              </a:r>
              <a:r>
                <a:rPr lang="en-US" altLang="id-ID" b="1">
                  <a:latin typeface="Arial" panose="020B0604020202020204" pitchFamily="34" charset="0"/>
                </a:rPr>
                <a:t> is the </a:t>
              </a:r>
              <a:r>
                <a:rPr lang="en-US" altLang="id-ID" b="1" i="1">
                  <a:latin typeface="Arial" panose="020B0604020202020204" pitchFamily="34" charset="0"/>
                </a:rPr>
                <a:t>gauss (G), </a:t>
              </a:r>
              <a:r>
                <a:rPr lang="en-US" altLang="id-ID" b="1">
                  <a:latin typeface="Arial" panose="020B0604020202020204" pitchFamily="34" charset="0"/>
                </a:rPr>
                <a:t>and</a:t>
              </a:r>
            </a:p>
          </p:txBody>
        </p:sp>
        <p:grpSp>
          <p:nvGrpSpPr>
            <p:cNvPr id="10245" name="Group 7">
              <a:extLst>
                <a:ext uri="{FF2B5EF4-FFF2-40B4-BE49-F238E27FC236}">
                  <a16:creationId xmlns:a16="http://schemas.microsoft.com/office/drawing/2014/main" id="{EA15AEF7-4ED9-4F4C-9271-E3CA62D1ED50}"/>
                </a:ext>
              </a:extLst>
            </p:cNvPr>
            <p:cNvGrpSpPr>
              <a:grpSpLocks/>
            </p:cNvGrpSpPr>
            <p:nvPr/>
          </p:nvGrpSpPr>
          <p:grpSpPr bwMode="auto">
            <a:xfrm>
              <a:off x="5670150" y="2035807"/>
              <a:ext cx="3690681" cy="2601102"/>
              <a:chOff x="5670150" y="2035807"/>
              <a:chExt cx="3690681" cy="2601102"/>
            </a:xfrm>
          </p:grpSpPr>
          <p:pic>
            <p:nvPicPr>
              <p:cNvPr id="45059" name="Picture 3">
                <a:extLst>
                  <a:ext uri="{FF2B5EF4-FFF2-40B4-BE49-F238E27FC236}">
                    <a16:creationId xmlns:a16="http://schemas.microsoft.com/office/drawing/2014/main" id="{BE5F82FA-A89A-432D-A966-4163DB177FC0}"/>
                  </a:ext>
                </a:extLst>
              </p:cNvPr>
              <p:cNvPicPr>
                <a:picLocks noChangeAspect="1" noChangeArrowheads="1"/>
              </p:cNvPicPr>
              <p:nvPr/>
            </p:nvPicPr>
            <p:blipFill>
              <a:blip r:embed="rId2" cstate="print">
                <a:duotone>
                  <a:prstClr val="black"/>
                  <a:schemeClr val="accent3">
                    <a:tint val="45000"/>
                    <a:satMod val="400000"/>
                  </a:schemeClr>
                </a:duotone>
              </a:blip>
              <a:srcRect/>
              <a:stretch>
                <a:fillRect/>
              </a:stretch>
            </p:blipFill>
            <p:spPr bwMode="auto">
              <a:xfrm>
                <a:off x="5670150" y="2035807"/>
                <a:ext cx="3690681" cy="690149"/>
              </a:xfrm>
              <a:prstGeom prst="rect">
                <a:avLst/>
              </a:prstGeom>
              <a:noFill/>
              <a:ln w="9525">
                <a:noFill/>
                <a:miter lim="800000"/>
                <a:headEnd/>
                <a:tailEnd/>
              </a:ln>
            </p:spPr>
          </p:pic>
          <p:pic>
            <p:nvPicPr>
              <p:cNvPr id="45060" name="Picture 4">
                <a:extLst>
                  <a:ext uri="{FF2B5EF4-FFF2-40B4-BE49-F238E27FC236}">
                    <a16:creationId xmlns:a16="http://schemas.microsoft.com/office/drawing/2014/main" id="{71A6DD67-822B-4499-8C81-96F29D964201}"/>
                  </a:ext>
                </a:extLst>
              </p:cNvPr>
              <p:cNvPicPr>
                <a:picLocks noChangeAspect="1" noChangeArrowheads="1"/>
              </p:cNvPicPr>
              <p:nvPr/>
            </p:nvPicPr>
            <p:blipFill>
              <a:blip r:embed="rId3" cstate="print">
                <a:duotone>
                  <a:prstClr val="black"/>
                  <a:schemeClr val="accent3">
                    <a:tint val="45000"/>
                    <a:satMod val="400000"/>
                  </a:schemeClr>
                </a:duotone>
              </a:blip>
              <a:srcRect/>
              <a:stretch>
                <a:fillRect/>
              </a:stretch>
            </p:blipFill>
            <p:spPr bwMode="auto">
              <a:xfrm>
                <a:off x="5753374" y="2798105"/>
                <a:ext cx="3556710" cy="707242"/>
              </a:xfrm>
              <a:prstGeom prst="rect">
                <a:avLst/>
              </a:prstGeom>
              <a:noFill/>
              <a:ln w="9525">
                <a:noFill/>
                <a:miter lim="800000"/>
                <a:headEnd/>
                <a:tailEnd/>
              </a:ln>
            </p:spPr>
          </p:pic>
          <p:pic>
            <p:nvPicPr>
              <p:cNvPr id="45061" name="Picture 5">
                <a:extLst>
                  <a:ext uri="{FF2B5EF4-FFF2-40B4-BE49-F238E27FC236}">
                    <a16:creationId xmlns:a16="http://schemas.microsoft.com/office/drawing/2014/main" id="{6EE2EAE9-1185-401C-8459-0D2DF8284DDF}"/>
                  </a:ext>
                </a:extLst>
              </p:cNvPr>
              <p:cNvPicPr>
                <a:picLocks noChangeAspect="1" noChangeArrowheads="1"/>
              </p:cNvPicPr>
              <p:nvPr/>
            </p:nvPicPr>
            <p:blipFill>
              <a:blip r:embed="rId4" cstate="print">
                <a:duotone>
                  <a:schemeClr val="accent6">
                    <a:shade val="45000"/>
                    <a:satMod val="135000"/>
                  </a:schemeClr>
                  <a:prstClr val="white"/>
                </a:duotone>
              </a:blip>
              <a:srcRect/>
              <a:stretch>
                <a:fillRect/>
              </a:stretch>
            </p:blipFill>
            <p:spPr bwMode="auto">
              <a:xfrm>
                <a:off x="6246267" y="4147982"/>
                <a:ext cx="2577116" cy="488927"/>
              </a:xfrm>
              <a:prstGeom prst="rect">
                <a:avLst/>
              </a:prstGeom>
              <a:noFill/>
              <a:ln w="9525">
                <a:noFill/>
                <a:miter lim="800000"/>
                <a:headEnd/>
                <a:tailEnd/>
              </a:ln>
            </p:spPr>
          </p:pic>
        </p:grpSp>
      </p:grpSp>
      <p:sp>
        <p:nvSpPr>
          <p:cNvPr id="10243" name="Rectangle 7">
            <a:extLst>
              <a:ext uri="{FF2B5EF4-FFF2-40B4-BE49-F238E27FC236}">
                <a16:creationId xmlns:a16="http://schemas.microsoft.com/office/drawing/2014/main" id="{2473F72E-35A6-488E-BBDE-7C8FE7CE7A08}"/>
              </a:ext>
            </a:extLst>
          </p:cNvPr>
          <p:cNvSpPr>
            <a:spLocks noChangeArrowheads="1"/>
          </p:cNvSpPr>
          <p:nvPr/>
        </p:nvSpPr>
        <p:spPr bwMode="auto">
          <a:xfrm>
            <a:off x="3071813" y="285750"/>
            <a:ext cx="2786062"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a:solidFill>
                  <a:schemeClr val="bg1"/>
                </a:solidFill>
                <a:latin typeface="Arial" panose="020B0604020202020204" pitchFamily="34" charset="0"/>
                <a:cs typeface="Arial" panose="020B0604020202020204" pitchFamily="34" charset="0"/>
              </a:rPr>
              <a:t>Magnetic Force on a Particle (cont.)</a:t>
            </a:r>
            <a:endParaRPr lang="en-US" altLang="id-ID" sz="2200">
              <a:solidFill>
                <a:schemeClr val="bg1"/>
              </a:solidFill>
              <a:latin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9D089120-5A13-4851-9A48-991F1083CC6D}"/>
                  </a:ext>
                </a:extLst>
              </p14:cNvPr>
              <p14:cNvContentPartPr/>
              <p14:nvPr/>
            </p14:nvContentPartPr>
            <p14:xfrm>
              <a:off x="3006360" y="1572120"/>
              <a:ext cx="706320" cy="667440"/>
            </p14:xfrm>
          </p:contentPart>
        </mc:Choice>
        <mc:Fallback xmlns="">
          <p:pic>
            <p:nvPicPr>
              <p:cNvPr id="2" name="Ink 1">
                <a:extLst>
                  <a:ext uri="{FF2B5EF4-FFF2-40B4-BE49-F238E27FC236}">
                    <a16:creationId xmlns:a16="http://schemas.microsoft.com/office/drawing/2014/main" id="{9D089120-5A13-4851-9A48-991F1083CC6D}"/>
                  </a:ext>
                </a:extLst>
              </p:cNvPr>
              <p:cNvPicPr/>
              <p:nvPr/>
            </p:nvPicPr>
            <p:blipFill>
              <a:blip r:embed="rId6"/>
              <a:stretch>
                <a:fillRect/>
              </a:stretch>
            </p:blipFill>
            <p:spPr>
              <a:xfrm>
                <a:off x="2997000" y="1562760"/>
                <a:ext cx="725040" cy="686160"/>
              </a:xfrm>
              <a:prstGeom prst="rect">
                <a:avLst/>
              </a:prstGeom>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1">
            <a:extLst>
              <a:ext uri="{FF2B5EF4-FFF2-40B4-BE49-F238E27FC236}">
                <a16:creationId xmlns:a16="http://schemas.microsoft.com/office/drawing/2014/main" id="{6D8FF062-15AF-4EC8-A581-5DD16755DFE5}"/>
              </a:ext>
            </a:extLst>
          </p:cNvPr>
          <p:cNvSpPr txBox="1">
            <a:spLocks noChangeArrowheads="1"/>
          </p:cNvSpPr>
          <p:nvPr/>
        </p:nvSpPr>
        <p:spPr bwMode="auto">
          <a:xfrm>
            <a:off x="964407" y="1556792"/>
            <a:ext cx="42148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u="sng">
                <a:solidFill>
                  <a:srgbClr val="0070C0"/>
                </a:solidFill>
                <a:latin typeface="Arial" panose="020B0604020202020204" pitchFamily="34" charset="0"/>
                <a:cs typeface="Arial" panose="020B0604020202020204" pitchFamily="34" charset="0"/>
              </a:rPr>
              <a:t>Magnetic Field Lines:</a:t>
            </a:r>
          </a:p>
        </p:txBody>
      </p:sp>
      <p:pic>
        <p:nvPicPr>
          <p:cNvPr id="11267" name="Picture 2">
            <a:extLst>
              <a:ext uri="{FF2B5EF4-FFF2-40B4-BE49-F238E27FC236}">
                <a16:creationId xmlns:a16="http://schemas.microsoft.com/office/drawing/2014/main" id="{B7312B43-4CFC-4B75-A853-DCD994A93A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4319042"/>
            <a:ext cx="7694687" cy="861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8" name="TextBox 6">
            <a:extLst>
              <a:ext uri="{FF2B5EF4-FFF2-40B4-BE49-F238E27FC236}">
                <a16:creationId xmlns:a16="http://schemas.microsoft.com/office/drawing/2014/main" id="{9CC0E0A7-E1CE-48AC-9BEE-58EE351EC839}"/>
              </a:ext>
            </a:extLst>
          </p:cNvPr>
          <p:cNvSpPr txBox="1">
            <a:spLocks noChangeArrowheads="1"/>
          </p:cNvSpPr>
          <p:nvPr/>
        </p:nvSpPr>
        <p:spPr bwMode="auto">
          <a:xfrm>
            <a:off x="1035844" y="2199730"/>
            <a:ext cx="8286750"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 typeface="Wingdings" panose="05000000000000000000" pitchFamily="2" charset="2"/>
              <a:buChar char="q"/>
            </a:pPr>
            <a:r>
              <a:rPr lang="en-US" altLang="id-ID" b="1" dirty="0">
                <a:latin typeface="Arial" panose="020B0604020202020204" pitchFamily="34" charset="0"/>
              </a:rPr>
              <a:t> The direction of the tangent to a magnetic field line   </a:t>
            </a:r>
          </a:p>
          <a:p>
            <a:pPr eaLnBrk="1" hangingPunct="1">
              <a:spcBef>
                <a:spcPct val="0"/>
              </a:spcBef>
              <a:buFontTx/>
              <a:buNone/>
            </a:pPr>
            <a:r>
              <a:rPr lang="en-US" altLang="id-ID" b="1" dirty="0">
                <a:latin typeface="Arial" panose="020B0604020202020204" pitchFamily="34" charset="0"/>
              </a:rPr>
              <a:t>     at any point gives the direction of </a:t>
            </a:r>
            <a:r>
              <a:rPr lang="en-US" altLang="id-ID" b="1" i="1" dirty="0">
                <a:latin typeface="Arial" panose="020B0604020202020204" pitchFamily="34" charset="0"/>
              </a:rPr>
              <a:t>B</a:t>
            </a:r>
            <a:r>
              <a:rPr lang="en-US" altLang="id-ID" b="1" dirty="0">
                <a:latin typeface="Arial" panose="020B0604020202020204" pitchFamily="34" charset="0"/>
              </a:rPr>
              <a:t> at that point.</a:t>
            </a:r>
          </a:p>
          <a:p>
            <a:pPr eaLnBrk="1" hangingPunct="1">
              <a:spcBef>
                <a:spcPct val="0"/>
              </a:spcBef>
              <a:buFont typeface="Wingdings" panose="05000000000000000000" pitchFamily="2" charset="2"/>
              <a:buChar char="q"/>
            </a:pPr>
            <a:r>
              <a:rPr lang="en-US" altLang="id-ID" b="1" dirty="0">
                <a:latin typeface="Arial" panose="020B0604020202020204" pitchFamily="34" charset="0"/>
              </a:rPr>
              <a:t> The spacing of the lines represents the magnitude </a:t>
            </a:r>
          </a:p>
          <a:p>
            <a:pPr eaLnBrk="1" hangingPunct="1">
              <a:spcBef>
                <a:spcPct val="0"/>
              </a:spcBef>
              <a:buFontTx/>
              <a:buNone/>
            </a:pPr>
            <a:r>
              <a:rPr lang="en-US" altLang="id-ID" b="1" dirty="0">
                <a:latin typeface="Arial" panose="020B0604020202020204" pitchFamily="34" charset="0"/>
              </a:rPr>
              <a:t>     of </a:t>
            </a:r>
            <a:r>
              <a:rPr lang="en-US" altLang="id-ID" b="1" i="1" dirty="0">
                <a:latin typeface="Arial" panose="020B0604020202020204" pitchFamily="34" charset="0"/>
              </a:rPr>
              <a:t>B</a:t>
            </a:r>
            <a:r>
              <a:rPr lang="en-US" altLang="id-ID" b="1" dirty="0">
                <a:latin typeface="Arial" panose="020B0604020202020204" pitchFamily="34" charset="0"/>
              </a:rPr>
              <a:t> —the magnetic field is stronger where the lines </a:t>
            </a:r>
          </a:p>
          <a:p>
            <a:pPr eaLnBrk="1" hangingPunct="1">
              <a:spcBef>
                <a:spcPct val="0"/>
              </a:spcBef>
              <a:buFontTx/>
              <a:buNone/>
            </a:pPr>
            <a:r>
              <a:rPr lang="en-US" altLang="id-ID" b="1" dirty="0">
                <a:latin typeface="Arial" panose="020B0604020202020204" pitchFamily="34" charset="0"/>
              </a:rPr>
              <a:t>     are closer together, and conversely.</a:t>
            </a:r>
          </a:p>
        </p:txBody>
      </p:sp>
      <p:sp>
        <p:nvSpPr>
          <p:cNvPr id="11269" name="Rectangle 4">
            <a:extLst>
              <a:ext uri="{FF2B5EF4-FFF2-40B4-BE49-F238E27FC236}">
                <a16:creationId xmlns:a16="http://schemas.microsoft.com/office/drawing/2014/main" id="{47BACA29-08AD-4859-B061-018D2B5F5ADC}"/>
              </a:ext>
            </a:extLst>
          </p:cNvPr>
          <p:cNvSpPr>
            <a:spLocks noChangeArrowheads="1"/>
          </p:cNvSpPr>
          <p:nvPr/>
        </p:nvSpPr>
        <p:spPr bwMode="auto">
          <a:xfrm>
            <a:off x="6340697" y="203943"/>
            <a:ext cx="2786062"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dirty="0">
                <a:latin typeface="Arial" panose="020B0604020202020204" pitchFamily="34" charset="0"/>
                <a:cs typeface="Arial" panose="020B0604020202020204" pitchFamily="34" charset="0"/>
              </a:rPr>
              <a:t>Magnetic Force on a Particle (cont.)</a:t>
            </a:r>
            <a:endParaRPr lang="en-US" altLang="id-ID" sz="2200" dirty="0">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658F39-14ED-4C36-BCAF-889D84C351BC}"/>
              </a:ext>
            </a:extLst>
          </p:cNvPr>
          <p:cNvSpPr>
            <a:spLocks noGrp="1"/>
          </p:cNvSpPr>
          <p:nvPr>
            <p:ph type="dt" sz="half" idx="10"/>
          </p:nvPr>
        </p:nvSpPr>
        <p:spPr/>
        <p:txBody>
          <a:bodyPr/>
          <a:lstStyle/>
          <a:p>
            <a:pPr>
              <a:defRPr/>
            </a:pPr>
            <a:r>
              <a:rPr lang="en-US"/>
              <a:t>Bina Nusantara University</a:t>
            </a:r>
          </a:p>
        </p:txBody>
      </p:sp>
      <p:sp>
        <p:nvSpPr>
          <p:cNvPr id="12291" name="Slide Number Placeholder 2">
            <a:extLst>
              <a:ext uri="{FF2B5EF4-FFF2-40B4-BE49-F238E27FC236}">
                <a16:creationId xmlns:a16="http://schemas.microsoft.com/office/drawing/2014/main" id="{4267A103-BB10-4DD4-889B-471D6F2F0E4A}"/>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05D1E025-E166-4C7E-8A60-93B4B0A4BA46}" type="slidenum">
              <a:rPr lang="en-US" altLang="id-ID" sz="1400" smtClean="0"/>
              <a:pPr>
                <a:spcBef>
                  <a:spcPct val="0"/>
                </a:spcBef>
                <a:buFontTx/>
                <a:buNone/>
              </a:pPr>
              <a:t>10</a:t>
            </a:fld>
            <a:endParaRPr lang="en-US" altLang="id-ID" sz="1400"/>
          </a:p>
        </p:txBody>
      </p:sp>
      <p:pic>
        <p:nvPicPr>
          <p:cNvPr id="12292" name="Picture 3">
            <a:extLst>
              <a:ext uri="{FF2B5EF4-FFF2-40B4-BE49-F238E27FC236}">
                <a16:creationId xmlns:a16="http://schemas.microsoft.com/office/drawing/2014/main" id="{B9A95884-C9E8-4092-972A-7014C8D3D5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69810"/>
          <a:stretch>
            <a:fillRect/>
          </a:stretch>
        </p:blipFill>
        <p:spPr bwMode="auto">
          <a:xfrm>
            <a:off x="5382816" y="1052736"/>
            <a:ext cx="3054350" cy="2166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3" name="TextBox 6">
            <a:extLst>
              <a:ext uri="{FF2B5EF4-FFF2-40B4-BE49-F238E27FC236}">
                <a16:creationId xmlns:a16="http://schemas.microsoft.com/office/drawing/2014/main" id="{A986FAA2-DEA7-4719-97AA-0577FBA5691F}"/>
              </a:ext>
            </a:extLst>
          </p:cNvPr>
          <p:cNvSpPr txBox="1">
            <a:spLocks noChangeArrowheads="1"/>
          </p:cNvSpPr>
          <p:nvPr/>
        </p:nvSpPr>
        <p:spPr bwMode="auto">
          <a:xfrm>
            <a:off x="1115616" y="1397000"/>
            <a:ext cx="426720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 typeface="Wingdings" panose="05000000000000000000" pitchFamily="2" charset="2"/>
              <a:buChar char="q"/>
            </a:pPr>
            <a:r>
              <a:rPr lang="en-US" altLang="id-ID" sz="1800" dirty="0">
                <a:latin typeface="Times New Roman" panose="02020603050405020304" pitchFamily="18" charset="0"/>
              </a:rPr>
              <a:t>The direction of the tangent to a magnetic field line at any point gives the direction of </a:t>
            </a:r>
            <a:r>
              <a:rPr lang="en-US" altLang="id-ID" sz="1800" b="1" i="1" dirty="0">
                <a:latin typeface="Times New Roman" panose="02020603050405020304" pitchFamily="18" charset="0"/>
              </a:rPr>
              <a:t>B</a:t>
            </a:r>
            <a:r>
              <a:rPr lang="en-US" altLang="id-ID" sz="1800" dirty="0">
                <a:latin typeface="Times New Roman" panose="02020603050405020304" pitchFamily="18" charset="0"/>
              </a:rPr>
              <a:t> at that point.</a:t>
            </a:r>
          </a:p>
          <a:p>
            <a:pPr eaLnBrk="1" hangingPunct="1">
              <a:spcBef>
                <a:spcPct val="0"/>
              </a:spcBef>
              <a:buFont typeface="Wingdings" panose="05000000000000000000" pitchFamily="2" charset="2"/>
              <a:buChar char="q"/>
            </a:pPr>
            <a:r>
              <a:rPr lang="en-US" altLang="id-ID" sz="1800" dirty="0">
                <a:latin typeface="Times New Roman" panose="02020603050405020304" pitchFamily="18" charset="0"/>
              </a:rPr>
              <a:t>The spacing of the lines represents the magnitude of </a:t>
            </a:r>
            <a:r>
              <a:rPr lang="en-US" altLang="id-ID" sz="1800" b="1" i="1" dirty="0">
                <a:latin typeface="Times New Roman" panose="02020603050405020304" pitchFamily="18" charset="0"/>
              </a:rPr>
              <a:t>B</a:t>
            </a:r>
            <a:r>
              <a:rPr lang="en-US" altLang="id-ID" sz="1800" dirty="0">
                <a:latin typeface="Times New Roman" panose="02020603050405020304" pitchFamily="18" charset="0"/>
              </a:rPr>
              <a:t> —the magnetic field is stronger where the lines are closer together, and conversely.</a:t>
            </a:r>
          </a:p>
        </p:txBody>
      </p:sp>
      <p:pic>
        <p:nvPicPr>
          <p:cNvPr id="12294" name="Picture 3">
            <a:extLst>
              <a:ext uri="{FF2B5EF4-FFF2-40B4-BE49-F238E27FC236}">
                <a16:creationId xmlns:a16="http://schemas.microsoft.com/office/drawing/2014/main" id="{DCB758B9-2419-492D-ADD9-2AD8AC08DD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30190"/>
          <a:stretch>
            <a:fillRect/>
          </a:stretch>
        </p:blipFill>
        <p:spPr bwMode="auto">
          <a:xfrm>
            <a:off x="5580112" y="3319611"/>
            <a:ext cx="2133600" cy="349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5" name="Picture 4">
            <a:extLst>
              <a:ext uri="{FF2B5EF4-FFF2-40B4-BE49-F238E27FC236}">
                <a16:creationId xmlns:a16="http://schemas.microsoft.com/office/drawing/2014/main" id="{32AA96CF-C72D-461A-88AF-159785F4C0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616" y="3446910"/>
            <a:ext cx="3456384" cy="2880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a:extLst>
              <a:ext uri="{FF2B5EF4-FFF2-40B4-BE49-F238E27FC236}">
                <a16:creationId xmlns:a16="http://schemas.microsoft.com/office/drawing/2014/main" id="{795A93E9-072C-41C3-8FBF-754DFE824600}"/>
              </a:ext>
            </a:extLst>
          </p:cNvPr>
          <p:cNvSpPr>
            <a:spLocks noChangeArrowheads="1"/>
          </p:cNvSpPr>
          <p:nvPr/>
        </p:nvSpPr>
        <p:spPr bwMode="auto">
          <a:xfrm>
            <a:off x="3071813" y="285750"/>
            <a:ext cx="2786062"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dirty="0">
                <a:latin typeface="Arial" panose="020B0604020202020204" pitchFamily="34" charset="0"/>
                <a:cs typeface="Arial" panose="020B0604020202020204" pitchFamily="34" charset="0"/>
              </a:rPr>
              <a:t>Magnetic Force on a Particle (cont.)</a:t>
            </a:r>
            <a:endParaRPr lang="en-US" altLang="id-ID" sz="2200" dirty="0">
              <a:latin typeface="Arial" panose="020B0604020202020204" pitchFamily="34" charset="0"/>
            </a:endParaRPr>
          </a:p>
        </p:txBody>
      </p:sp>
      <p:sp>
        <p:nvSpPr>
          <p:cNvPr id="13315" name="TextBox 3">
            <a:extLst>
              <a:ext uri="{FF2B5EF4-FFF2-40B4-BE49-F238E27FC236}">
                <a16:creationId xmlns:a16="http://schemas.microsoft.com/office/drawing/2014/main" id="{81820D04-C16C-45A4-A061-6F05184C426B}"/>
              </a:ext>
            </a:extLst>
          </p:cNvPr>
          <p:cNvSpPr txBox="1">
            <a:spLocks noChangeArrowheads="1"/>
          </p:cNvSpPr>
          <p:nvPr/>
        </p:nvSpPr>
        <p:spPr bwMode="auto">
          <a:xfrm>
            <a:off x="3131840" y="1068296"/>
            <a:ext cx="58807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1800" b="1" dirty="0">
                <a:solidFill>
                  <a:srgbClr val="FF3300"/>
                </a:solidFill>
                <a:latin typeface="Times New Roman" panose="02020603050405020304" pitchFamily="18" charset="0"/>
              </a:rPr>
              <a:t>Example, Magnetic Force on a Moving Charged Particle :</a:t>
            </a:r>
          </a:p>
        </p:txBody>
      </p:sp>
      <p:pic>
        <p:nvPicPr>
          <p:cNvPr id="13316" name="Picture 17">
            <a:extLst>
              <a:ext uri="{FF2B5EF4-FFF2-40B4-BE49-F238E27FC236}">
                <a16:creationId xmlns:a16="http://schemas.microsoft.com/office/drawing/2014/main" id="{241F6467-2EBF-4424-85B1-F3AC5ADDD0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1512168"/>
            <a:ext cx="6988216" cy="5142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Box 1">
            <a:extLst>
              <a:ext uri="{FF2B5EF4-FFF2-40B4-BE49-F238E27FC236}">
                <a16:creationId xmlns:a16="http://schemas.microsoft.com/office/drawing/2014/main" id="{0CB33086-FACD-4FCE-9F18-047D8B8F4459}"/>
              </a:ext>
            </a:extLst>
          </p:cNvPr>
          <p:cNvSpPr txBox="1">
            <a:spLocks noChangeArrowheads="1"/>
          </p:cNvSpPr>
          <p:nvPr/>
        </p:nvSpPr>
        <p:spPr bwMode="auto">
          <a:xfrm>
            <a:off x="1026146" y="1412776"/>
            <a:ext cx="72151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cs typeface="Arial" panose="020B0604020202020204" pitchFamily="34" charset="0"/>
              </a:rPr>
              <a:t>4: Magnetic Force on a Current-Carrying Wire</a:t>
            </a:r>
            <a:endParaRPr lang="en-US" altLang="id-ID" b="1" i="1" dirty="0">
              <a:solidFill>
                <a:srgbClr val="0070C0"/>
              </a:solidFill>
              <a:latin typeface="Arial" panose="020B0604020202020204" pitchFamily="34" charset="0"/>
              <a:cs typeface="Arial" panose="020B0604020202020204" pitchFamily="34" charset="0"/>
            </a:endParaRPr>
          </a:p>
        </p:txBody>
      </p:sp>
      <p:pic>
        <p:nvPicPr>
          <p:cNvPr id="18435" name="Picture 2">
            <a:extLst>
              <a:ext uri="{FF2B5EF4-FFF2-40B4-BE49-F238E27FC236}">
                <a16:creationId xmlns:a16="http://schemas.microsoft.com/office/drawing/2014/main" id="{FABDCF8B-9642-48A2-9149-261B782636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4128" y="2276872"/>
            <a:ext cx="3168352" cy="3800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6" name="Rectangle 5">
            <a:extLst>
              <a:ext uri="{FF2B5EF4-FFF2-40B4-BE49-F238E27FC236}">
                <a16:creationId xmlns:a16="http://schemas.microsoft.com/office/drawing/2014/main" id="{7E516718-A689-4158-95AD-2AB63E7AC308}"/>
              </a:ext>
            </a:extLst>
          </p:cNvPr>
          <p:cNvSpPr>
            <a:spLocks noChangeArrowheads="1"/>
          </p:cNvSpPr>
          <p:nvPr/>
        </p:nvSpPr>
        <p:spPr bwMode="auto">
          <a:xfrm>
            <a:off x="1026146" y="1988840"/>
            <a:ext cx="4643437" cy="4593565"/>
          </a:xfrm>
          <a:prstGeom prst="rect">
            <a:avLst/>
          </a:prstGeom>
          <a:solidFill>
            <a:schemeClr val="bg2">
              <a:lumMod val="20000"/>
              <a:lumOff val="80000"/>
            </a:schemeClr>
          </a:solidFill>
          <a:ln w="9525">
            <a:noFill/>
            <a:miter lim="800000"/>
            <a:headEnd/>
            <a:tailEnd/>
          </a:ln>
        </p:spPr>
        <p:txBody>
          <a:bodyPr wrap="square" anchor="ctr">
            <a:spAutoFit/>
          </a:bodyPr>
          <a:lstStyle/>
          <a:p>
            <a:pPr>
              <a:defRPr/>
            </a:pPr>
            <a:r>
              <a:rPr lang="en-US" sz="2000" b="1" dirty="0">
                <a:latin typeface="Arial" charset="0"/>
                <a:ea typeface="Times New Roman" pitchFamily="18" charset="0"/>
                <a:cs typeface="Arial" charset="0"/>
              </a:rPr>
              <a:t>Fig.2. A flexible wire passes between the pole faces of a magnet (only the farther pole face is shown).</a:t>
            </a:r>
          </a:p>
          <a:p>
            <a:pPr>
              <a:defRPr/>
            </a:pPr>
            <a:endParaRPr lang="en-US" sz="1050" dirty="0">
              <a:latin typeface="Arial" charset="0"/>
              <a:ea typeface="Times New Roman" pitchFamily="18" charset="0"/>
              <a:cs typeface="Arial" charset="0"/>
            </a:endParaRPr>
          </a:p>
          <a:p>
            <a:pPr>
              <a:buFontTx/>
              <a:buAutoNum type="alphaLcParenBoth"/>
              <a:defRPr/>
            </a:pPr>
            <a:r>
              <a:rPr lang="en-US" sz="2000" b="1" dirty="0">
                <a:latin typeface="Arial" charset="0"/>
                <a:ea typeface="Times New Roman" pitchFamily="18" charset="0"/>
                <a:cs typeface="Arial" charset="0"/>
              </a:rPr>
              <a:t>Without current in the wire, the wire is straight.</a:t>
            </a:r>
            <a:endParaRPr lang="en-US" sz="1050" dirty="0">
              <a:latin typeface="Arial" charset="0"/>
            </a:endParaRPr>
          </a:p>
          <a:p>
            <a:pPr>
              <a:defRPr/>
            </a:pPr>
            <a:r>
              <a:rPr lang="en-US" sz="2000" b="1" dirty="0">
                <a:latin typeface="Arial" charset="0"/>
                <a:cs typeface="Times New Roman" pitchFamily="18" charset="0"/>
              </a:rPr>
              <a:t>(b) With upward current, the wire </a:t>
            </a:r>
          </a:p>
          <a:p>
            <a:pPr>
              <a:defRPr/>
            </a:pPr>
            <a:r>
              <a:rPr lang="en-US" sz="2000" b="1" dirty="0">
                <a:latin typeface="Arial" charset="0"/>
                <a:cs typeface="Times New Roman" pitchFamily="18" charset="0"/>
              </a:rPr>
              <a:t>      is deflected rightward.</a:t>
            </a:r>
            <a:endParaRPr lang="en-US" sz="1050" dirty="0">
              <a:latin typeface="Arial" charset="0"/>
            </a:endParaRPr>
          </a:p>
          <a:p>
            <a:pPr>
              <a:defRPr/>
            </a:pPr>
            <a:r>
              <a:rPr lang="en-US" sz="2000" b="1" dirty="0">
                <a:latin typeface="Arial" charset="0"/>
                <a:cs typeface="Times New Roman" pitchFamily="18" charset="0"/>
              </a:rPr>
              <a:t>(c) With downward current, the </a:t>
            </a:r>
          </a:p>
          <a:p>
            <a:pPr>
              <a:defRPr/>
            </a:pPr>
            <a:r>
              <a:rPr lang="en-US" sz="2000" b="1" dirty="0">
                <a:latin typeface="Arial" charset="0"/>
                <a:cs typeface="Times New Roman" pitchFamily="18" charset="0"/>
              </a:rPr>
              <a:t>      deflection is leftward.</a:t>
            </a:r>
          </a:p>
          <a:p>
            <a:pPr>
              <a:defRPr/>
            </a:pPr>
            <a:endParaRPr lang="en-US" b="1" dirty="0">
              <a:latin typeface="Arial" charset="0"/>
              <a:cs typeface="Times New Roman" pitchFamily="18" charset="0"/>
            </a:endParaRPr>
          </a:p>
          <a:p>
            <a:pPr>
              <a:defRPr/>
            </a:pPr>
            <a:r>
              <a:rPr lang="en-US" sz="2000" b="1" dirty="0">
                <a:solidFill>
                  <a:srgbClr val="002060"/>
                </a:solidFill>
                <a:latin typeface="Arial" charset="0"/>
                <a:cs typeface="Times New Roman" pitchFamily="18" charset="0"/>
              </a:rPr>
              <a:t>The connections for getting the current into the wire at one end and out of it at the other end are not shown</a:t>
            </a:r>
            <a:r>
              <a:rPr lang="en-US" sz="1050" dirty="0">
                <a:solidFill>
                  <a:srgbClr val="002060"/>
                </a:solidFill>
                <a:latin typeface="Arial" charset="0"/>
              </a:rPr>
              <a:t> </a:t>
            </a:r>
            <a:endParaRPr lang="en-US" sz="1100" dirty="0">
              <a:solidFill>
                <a:srgbClr val="002060"/>
              </a:solidFill>
              <a:latin typeface="Arial"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Box 3">
            <a:extLst>
              <a:ext uri="{FF2B5EF4-FFF2-40B4-BE49-F238E27FC236}">
                <a16:creationId xmlns:a16="http://schemas.microsoft.com/office/drawing/2014/main" id="{E470F1C9-479D-4F63-A48C-666C51A05995}"/>
              </a:ext>
            </a:extLst>
          </p:cNvPr>
          <p:cNvSpPr txBox="1">
            <a:spLocks noChangeArrowheads="1"/>
          </p:cNvSpPr>
          <p:nvPr/>
        </p:nvSpPr>
        <p:spPr bwMode="auto">
          <a:xfrm>
            <a:off x="4281488" y="1301732"/>
            <a:ext cx="4724400" cy="5078412"/>
          </a:xfrm>
          <a:prstGeom prst="rect">
            <a:avLst/>
          </a:prstGeom>
          <a:solidFill>
            <a:schemeClr val="bg2">
              <a:lumMod val="20000"/>
              <a:lumOff val="80000"/>
            </a:schemeClr>
          </a:solidFill>
          <a:ln w="9525">
            <a:noFill/>
            <a:miter lim="800000"/>
            <a:headEnd/>
            <a:tailEnd/>
          </a:ln>
        </p:spPr>
        <p:txBody>
          <a:bodyPr>
            <a:spAutoFit/>
          </a:bodyPr>
          <a:lstStyle/>
          <a:p>
            <a:pPr eaLnBrk="1" hangingPunct="1">
              <a:defRPr/>
            </a:pPr>
            <a:r>
              <a:rPr lang="en-US" sz="2400" b="1" dirty="0">
                <a:latin typeface="Arial" charset="0"/>
              </a:rPr>
              <a:t>Consider a length </a:t>
            </a:r>
            <a:r>
              <a:rPr lang="en-US" sz="2400" b="1" i="1" dirty="0">
                <a:latin typeface="Arial" charset="0"/>
              </a:rPr>
              <a:t>L </a:t>
            </a:r>
            <a:r>
              <a:rPr lang="en-US" sz="2400" b="1" dirty="0">
                <a:latin typeface="Arial" charset="0"/>
              </a:rPr>
              <a:t>of the wire in the figure. All the conduction electrons in this section of wire will drift past plane </a:t>
            </a:r>
            <a:r>
              <a:rPr lang="en-US" sz="2400" b="1" i="1" dirty="0">
                <a:latin typeface="Arial" charset="0"/>
              </a:rPr>
              <a:t>xx </a:t>
            </a:r>
            <a:r>
              <a:rPr lang="en-US" sz="2400" b="1" dirty="0">
                <a:latin typeface="Arial" charset="0"/>
              </a:rPr>
              <a:t>in a time</a:t>
            </a:r>
            <a:r>
              <a:rPr lang="en-US" sz="2400" b="1" i="1" dirty="0">
                <a:latin typeface="Arial" charset="0"/>
              </a:rPr>
              <a:t> t =L/ </a:t>
            </a:r>
            <a:r>
              <a:rPr lang="en-US" sz="2400" b="1" i="1" dirty="0" err="1">
                <a:latin typeface="Arial" charset="0"/>
              </a:rPr>
              <a:t>V</a:t>
            </a:r>
            <a:r>
              <a:rPr lang="en-US" sz="1600" b="1" i="1" dirty="0" err="1">
                <a:latin typeface="Arial" charset="0"/>
              </a:rPr>
              <a:t>d</a:t>
            </a:r>
            <a:r>
              <a:rPr lang="en-US" sz="2400" b="1" i="1" dirty="0">
                <a:latin typeface="Arial" charset="0"/>
              </a:rPr>
              <a:t>.</a:t>
            </a:r>
          </a:p>
          <a:p>
            <a:pPr eaLnBrk="1" hangingPunct="1">
              <a:defRPr/>
            </a:pPr>
            <a:r>
              <a:rPr lang="en-US" sz="2400" b="1" dirty="0">
                <a:latin typeface="Arial" charset="0"/>
              </a:rPr>
              <a:t>Thus, in that time a charge will pass through that plane that is given by : q= it = </a:t>
            </a:r>
            <a:r>
              <a:rPr lang="en-US" sz="2400" b="1" dirty="0" err="1">
                <a:latin typeface="Arial" charset="0"/>
              </a:rPr>
              <a:t>i</a:t>
            </a:r>
            <a:r>
              <a:rPr lang="en-US" sz="2400" b="1" dirty="0">
                <a:latin typeface="Arial" charset="0"/>
              </a:rPr>
              <a:t>(L/ </a:t>
            </a:r>
            <a:r>
              <a:rPr lang="en-US" sz="2400" b="1" dirty="0" err="1">
                <a:latin typeface="Arial" charset="0"/>
              </a:rPr>
              <a:t>V</a:t>
            </a:r>
            <a:r>
              <a:rPr lang="en-US" sz="1600" b="1" dirty="0" err="1">
                <a:latin typeface="Arial" charset="0"/>
              </a:rPr>
              <a:t>d</a:t>
            </a:r>
            <a:r>
              <a:rPr lang="en-US" sz="2400" b="1" dirty="0">
                <a:latin typeface="Arial" charset="0"/>
              </a:rPr>
              <a:t>)</a:t>
            </a:r>
          </a:p>
          <a:p>
            <a:pPr eaLnBrk="1" hangingPunct="1">
              <a:defRPr/>
            </a:pPr>
            <a:endParaRPr lang="en-US" sz="2400" b="1" dirty="0">
              <a:latin typeface="Arial" charset="0"/>
            </a:endParaRPr>
          </a:p>
          <a:p>
            <a:pPr eaLnBrk="1" hangingPunct="1">
              <a:defRPr/>
            </a:pPr>
            <a:endParaRPr lang="en-US" sz="1800" dirty="0">
              <a:solidFill>
                <a:srgbClr val="0070C0"/>
              </a:solidFill>
              <a:latin typeface="Arial" charset="0"/>
            </a:endParaRPr>
          </a:p>
          <a:p>
            <a:pPr eaLnBrk="1" hangingPunct="1">
              <a:defRPr/>
            </a:pPr>
            <a:endParaRPr lang="en-US" sz="1800" dirty="0">
              <a:solidFill>
                <a:srgbClr val="0070C0"/>
              </a:solidFill>
              <a:latin typeface="Arial" charset="0"/>
            </a:endParaRPr>
          </a:p>
          <a:p>
            <a:pPr eaLnBrk="1" hangingPunct="1">
              <a:defRPr/>
            </a:pPr>
            <a:endParaRPr lang="en-US" sz="1800" dirty="0">
              <a:solidFill>
                <a:srgbClr val="0070C0"/>
              </a:solidFill>
              <a:latin typeface="Arial" charset="0"/>
            </a:endParaRPr>
          </a:p>
          <a:p>
            <a:pPr eaLnBrk="1" hangingPunct="1">
              <a:defRPr/>
            </a:pPr>
            <a:endParaRPr lang="en-US" sz="1800" dirty="0">
              <a:solidFill>
                <a:srgbClr val="0070C0"/>
              </a:solidFill>
              <a:latin typeface="Arial" charset="0"/>
            </a:endParaRPr>
          </a:p>
          <a:p>
            <a:pPr eaLnBrk="1" hangingPunct="1">
              <a:defRPr/>
            </a:pPr>
            <a:endParaRPr lang="en-US" sz="1800" dirty="0">
              <a:solidFill>
                <a:srgbClr val="0070C0"/>
              </a:solidFill>
              <a:latin typeface="Arial" charset="0"/>
            </a:endParaRPr>
          </a:p>
          <a:p>
            <a:pPr eaLnBrk="1" hangingPunct="1">
              <a:defRPr/>
            </a:pPr>
            <a:endParaRPr lang="en-US" sz="1800" dirty="0">
              <a:solidFill>
                <a:srgbClr val="0070C0"/>
              </a:solidFill>
              <a:latin typeface="Arial" charset="0"/>
            </a:endParaRPr>
          </a:p>
        </p:txBody>
      </p:sp>
      <p:pic>
        <p:nvPicPr>
          <p:cNvPr id="32773" name="Picture 5">
            <a:extLst>
              <a:ext uri="{FF2B5EF4-FFF2-40B4-BE49-F238E27FC236}">
                <a16:creationId xmlns:a16="http://schemas.microsoft.com/office/drawing/2014/main" id="{1D2CC770-A557-4DB1-9E19-0C6307B6B9C4}"/>
              </a:ext>
            </a:extLst>
          </p:cNvPr>
          <p:cNvPicPr>
            <a:picLocks noChangeAspect="1" noChangeArrowheads="1"/>
          </p:cNvPicPr>
          <p:nvPr/>
        </p:nvPicPr>
        <p:blipFill>
          <a:blip r:embed="rId2" cstate="print">
            <a:duotone>
              <a:schemeClr val="accent6">
                <a:shade val="45000"/>
                <a:satMod val="135000"/>
              </a:schemeClr>
              <a:prstClr val="white"/>
            </a:duotone>
          </a:blip>
          <a:srcRect/>
          <a:stretch>
            <a:fillRect/>
          </a:stretch>
        </p:blipFill>
        <p:spPr bwMode="auto">
          <a:xfrm>
            <a:off x="5219706" y="5230807"/>
            <a:ext cx="1928826" cy="642942"/>
          </a:xfrm>
          <a:prstGeom prst="rect">
            <a:avLst/>
          </a:prstGeom>
          <a:noFill/>
          <a:ln w="9525">
            <a:noFill/>
            <a:miter lim="800000"/>
            <a:headEnd/>
            <a:tailEnd/>
          </a:ln>
        </p:spPr>
      </p:pic>
      <p:grpSp>
        <p:nvGrpSpPr>
          <p:cNvPr id="19460" name="Group 8">
            <a:extLst>
              <a:ext uri="{FF2B5EF4-FFF2-40B4-BE49-F238E27FC236}">
                <a16:creationId xmlns:a16="http://schemas.microsoft.com/office/drawing/2014/main" id="{710DA7EE-C9A3-48A6-84A4-58B1757870E2}"/>
              </a:ext>
            </a:extLst>
          </p:cNvPr>
          <p:cNvGrpSpPr>
            <a:grpSpLocks/>
          </p:cNvGrpSpPr>
          <p:nvPr/>
        </p:nvGrpSpPr>
        <p:grpSpPr bwMode="auto">
          <a:xfrm>
            <a:off x="1488656" y="1626375"/>
            <a:ext cx="2071687" cy="3286125"/>
            <a:chOff x="7590" y="1948"/>
            <a:chExt cx="2865" cy="4097"/>
          </a:xfrm>
        </p:grpSpPr>
        <p:sp>
          <p:nvSpPr>
            <p:cNvPr id="19472" name="Rectangle 9">
              <a:extLst>
                <a:ext uri="{FF2B5EF4-FFF2-40B4-BE49-F238E27FC236}">
                  <a16:creationId xmlns:a16="http://schemas.microsoft.com/office/drawing/2014/main" id="{186B9D9C-DAA4-470A-A7BD-458884EB7A4B}"/>
                </a:ext>
              </a:extLst>
            </p:cNvPr>
            <p:cNvSpPr>
              <a:spLocks noChangeArrowheads="1"/>
            </p:cNvSpPr>
            <p:nvPr/>
          </p:nvSpPr>
          <p:spPr bwMode="auto">
            <a:xfrm>
              <a:off x="8700" y="2040"/>
              <a:ext cx="990" cy="3900"/>
            </a:xfrm>
            <a:prstGeom prst="rect">
              <a:avLst/>
            </a:prstGeom>
            <a:gradFill rotWithShape="0">
              <a:gsLst>
                <a:gs pos="0">
                  <a:srgbClr val="DCE6F2"/>
                </a:gs>
                <a:gs pos="100000">
                  <a:srgbClr val="4F81BD"/>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9473" name="Freeform 10">
              <a:extLst>
                <a:ext uri="{FF2B5EF4-FFF2-40B4-BE49-F238E27FC236}">
                  <a16:creationId xmlns:a16="http://schemas.microsoft.com/office/drawing/2014/main" id="{12800906-A41A-4842-A789-4AAE82789031}"/>
                </a:ext>
              </a:extLst>
            </p:cNvPr>
            <p:cNvSpPr>
              <a:spLocks/>
            </p:cNvSpPr>
            <p:nvPr/>
          </p:nvSpPr>
          <p:spPr bwMode="auto">
            <a:xfrm>
              <a:off x="8700" y="1948"/>
              <a:ext cx="990" cy="92"/>
            </a:xfrm>
            <a:custGeom>
              <a:avLst/>
              <a:gdLst>
                <a:gd name="T0" fmla="*/ 0 w 990"/>
                <a:gd name="T1" fmla="*/ 90 h 92"/>
                <a:gd name="T2" fmla="*/ 300 w 990"/>
                <a:gd name="T3" fmla="*/ 0 h 92"/>
                <a:gd name="T4" fmla="*/ 540 w 990"/>
                <a:gd name="T5" fmla="*/ 90 h 92"/>
                <a:gd name="T6" fmla="*/ 810 w 990"/>
                <a:gd name="T7" fmla="*/ 15 h 92"/>
                <a:gd name="T8" fmla="*/ 990 w 990"/>
                <a:gd name="T9" fmla="*/ 90 h 92"/>
                <a:gd name="T10" fmla="*/ 0 60000 65536"/>
                <a:gd name="T11" fmla="*/ 0 60000 65536"/>
                <a:gd name="T12" fmla="*/ 0 60000 65536"/>
                <a:gd name="T13" fmla="*/ 0 60000 65536"/>
                <a:gd name="T14" fmla="*/ 0 60000 65536"/>
                <a:gd name="T15" fmla="*/ 0 w 990"/>
                <a:gd name="T16" fmla="*/ 0 h 92"/>
                <a:gd name="T17" fmla="*/ 990 w 990"/>
                <a:gd name="T18" fmla="*/ 92 h 92"/>
              </a:gdLst>
              <a:ahLst/>
              <a:cxnLst>
                <a:cxn ang="T10">
                  <a:pos x="T0" y="T1"/>
                </a:cxn>
                <a:cxn ang="T11">
                  <a:pos x="T2" y="T3"/>
                </a:cxn>
                <a:cxn ang="T12">
                  <a:pos x="T4" y="T5"/>
                </a:cxn>
                <a:cxn ang="T13">
                  <a:pos x="T6" y="T7"/>
                </a:cxn>
                <a:cxn ang="T14">
                  <a:pos x="T8" y="T9"/>
                </a:cxn>
              </a:cxnLst>
              <a:rect l="T15" t="T16" r="T17" b="T18"/>
              <a:pathLst>
                <a:path w="990" h="92">
                  <a:moveTo>
                    <a:pt x="0" y="90"/>
                  </a:moveTo>
                  <a:cubicBezTo>
                    <a:pt x="105" y="45"/>
                    <a:pt x="210" y="0"/>
                    <a:pt x="300" y="0"/>
                  </a:cubicBezTo>
                  <a:cubicBezTo>
                    <a:pt x="390" y="0"/>
                    <a:pt x="455" y="88"/>
                    <a:pt x="540" y="90"/>
                  </a:cubicBezTo>
                  <a:cubicBezTo>
                    <a:pt x="625" y="92"/>
                    <a:pt x="735" y="15"/>
                    <a:pt x="810" y="15"/>
                  </a:cubicBezTo>
                  <a:cubicBezTo>
                    <a:pt x="885" y="15"/>
                    <a:pt x="937" y="52"/>
                    <a:pt x="990" y="90"/>
                  </a:cubicBezTo>
                </a:path>
              </a:pathLst>
            </a:custGeom>
            <a:gradFill rotWithShape="0">
              <a:gsLst>
                <a:gs pos="0">
                  <a:srgbClr val="F0F8FA"/>
                </a:gs>
                <a:gs pos="100000">
                  <a:srgbClr val="B6DDE8"/>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HK"/>
            </a:p>
          </p:txBody>
        </p:sp>
        <p:sp>
          <p:nvSpPr>
            <p:cNvPr id="19474" name="Freeform 11">
              <a:extLst>
                <a:ext uri="{FF2B5EF4-FFF2-40B4-BE49-F238E27FC236}">
                  <a16:creationId xmlns:a16="http://schemas.microsoft.com/office/drawing/2014/main" id="{B9AA0B57-0AFE-4167-BEE1-9BBCCE4850B8}"/>
                </a:ext>
              </a:extLst>
            </p:cNvPr>
            <p:cNvSpPr>
              <a:spLocks/>
            </p:cNvSpPr>
            <p:nvPr/>
          </p:nvSpPr>
          <p:spPr bwMode="auto">
            <a:xfrm>
              <a:off x="8700" y="5940"/>
              <a:ext cx="990" cy="105"/>
            </a:xfrm>
            <a:custGeom>
              <a:avLst/>
              <a:gdLst>
                <a:gd name="T0" fmla="*/ 0 w 990"/>
                <a:gd name="T1" fmla="*/ 0 h 105"/>
                <a:gd name="T2" fmla="*/ 240 w 990"/>
                <a:gd name="T3" fmla="*/ 105 h 105"/>
                <a:gd name="T4" fmla="*/ 480 w 990"/>
                <a:gd name="T5" fmla="*/ 0 h 105"/>
                <a:gd name="T6" fmla="*/ 780 w 990"/>
                <a:gd name="T7" fmla="*/ 105 h 105"/>
                <a:gd name="T8" fmla="*/ 990 w 990"/>
                <a:gd name="T9" fmla="*/ 0 h 105"/>
                <a:gd name="T10" fmla="*/ 0 60000 65536"/>
                <a:gd name="T11" fmla="*/ 0 60000 65536"/>
                <a:gd name="T12" fmla="*/ 0 60000 65536"/>
                <a:gd name="T13" fmla="*/ 0 60000 65536"/>
                <a:gd name="T14" fmla="*/ 0 60000 65536"/>
                <a:gd name="T15" fmla="*/ 0 w 990"/>
                <a:gd name="T16" fmla="*/ 0 h 105"/>
                <a:gd name="T17" fmla="*/ 990 w 990"/>
                <a:gd name="T18" fmla="*/ 105 h 105"/>
              </a:gdLst>
              <a:ahLst/>
              <a:cxnLst>
                <a:cxn ang="T10">
                  <a:pos x="T0" y="T1"/>
                </a:cxn>
                <a:cxn ang="T11">
                  <a:pos x="T2" y="T3"/>
                </a:cxn>
                <a:cxn ang="T12">
                  <a:pos x="T4" y="T5"/>
                </a:cxn>
                <a:cxn ang="T13">
                  <a:pos x="T6" y="T7"/>
                </a:cxn>
                <a:cxn ang="T14">
                  <a:pos x="T8" y="T9"/>
                </a:cxn>
              </a:cxnLst>
              <a:rect l="T15" t="T16" r="T17" b="T18"/>
              <a:pathLst>
                <a:path w="990" h="105">
                  <a:moveTo>
                    <a:pt x="0" y="0"/>
                  </a:moveTo>
                  <a:cubicBezTo>
                    <a:pt x="80" y="52"/>
                    <a:pt x="160" y="105"/>
                    <a:pt x="240" y="105"/>
                  </a:cubicBezTo>
                  <a:cubicBezTo>
                    <a:pt x="320" y="105"/>
                    <a:pt x="390" y="0"/>
                    <a:pt x="480" y="0"/>
                  </a:cubicBezTo>
                  <a:cubicBezTo>
                    <a:pt x="570" y="0"/>
                    <a:pt x="695" y="105"/>
                    <a:pt x="780" y="105"/>
                  </a:cubicBezTo>
                  <a:cubicBezTo>
                    <a:pt x="865" y="105"/>
                    <a:pt x="975" y="18"/>
                    <a:pt x="990" y="0"/>
                  </a:cubicBezTo>
                </a:path>
              </a:pathLst>
            </a:custGeom>
            <a:gradFill rotWithShape="0">
              <a:gsLst>
                <a:gs pos="0">
                  <a:srgbClr val="4F81BD"/>
                </a:gs>
                <a:gs pos="100000">
                  <a:srgbClr val="DCE6F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HK"/>
            </a:p>
          </p:txBody>
        </p:sp>
        <p:sp>
          <p:nvSpPr>
            <p:cNvPr id="19475" name="Oval 12">
              <a:extLst>
                <a:ext uri="{FF2B5EF4-FFF2-40B4-BE49-F238E27FC236}">
                  <a16:creationId xmlns:a16="http://schemas.microsoft.com/office/drawing/2014/main" id="{CCB5B5D2-ABCA-4081-A4A3-41ED825D9E32}"/>
                </a:ext>
              </a:extLst>
            </p:cNvPr>
            <p:cNvSpPr>
              <a:spLocks noChangeArrowheads="1"/>
            </p:cNvSpPr>
            <p:nvPr/>
          </p:nvSpPr>
          <p:spPr bwMode="auto">
            <a:xfrm>
              <a:off x="8835" y="2040"/>
              <a:ext cx="143" cy="143"/>
            </a:xfrm>
            <a:prstGeom prst="ellipse">
              <a:avLst/>
            </a:prstGeom>
            <a:solidFill>
              <a:srgbClr val="00B05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9476" name="Oval 13">
              <a:extLst>
                <a:ext uri="{FF2B5EF4-FFF2-40B4-BE49-F238E27FC236}">
                  <a16:creationId xmlns:a16="http://schemas.microsoft.com/office/drawing/2014/main" id="{DCEB9C6B-EAA7-4BDF-8C80-6F1622A7D348}"/>
                </a:ext>
              </a:extLst>
            </p:cNvPr>
            <p:cNvSpPr>
              <a:spLocks noChangeArrowheads="1"/>
            </p:cNvSpPr>
            <p:nvPr/>
          </p:nvSpPr>
          <p:spPr bwMode="auto">
            <a:xfrm>
              <a:off x="9458" y="2040"/>
              <a:ext cx="143" cy="143"/>
            </a:xfrm>
            <a:prstGeom prst="ellipse">
              <a:avLst/>
            </a:prstGeom>
            <a:solidFill>
              <a:srgbClr val="00B05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9477" name="Oval 14">
              <a:extLst>
                <a:ext uri="{FF2B5EF4-FFF2-40B4-BE49-F238E27FC236}">
                  <a16:creationId xmlns:a16="http://schemas.microsoft.com/office/drawing/2014/main" id="{85C5D2D6-148A-4814-8499-C03421108520}"/>
                </a:ext>
              </a:extLst>
            </p:cNvPr>
            <p:cNvSpPr>
              <a:spLocks noChangeArrowheads="1"/>
            </p:cNvSpPr>
            <p:nvPr/>
          </p:nvSpPr>
          <p:spPr bwMode="auto">
            <a:xfrm>
              <a:off x="8258" y="2040"/>
              <a:ext cx="143" cy="143"/>
            </a:xfrm>
            <a:prstGeom prst="ellipse">
              <a:avLst/>
            </a:prstGeom>
            <a:solidFill>
              <a:srgbClr val="00B05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9478" name="Oval 15">
              <a:extLst>
                <a:ext uri="{FF2B5EF4-FFF2-40B4-BE49-F238E27FC236}">
                  <a16:creationId xmlns:a16="http://schemas.microsoft.com/office/drawing/2014/main" id="{018177CF-5554-4232-AB95-F412CEDA78D5}"/>
                </a:ext>
              </a:extLst>
            </p:cNvPr>
            <p:cNvSpPr>
              <a:spLocks noChangeArrowheads="1"/>
            </p:cNvSpPr>
            <p:nvPr/>
          </p:nvSpPr>
          <p:spPr bwMode="auto">
            <a:xfrm>
              <a:off x="10035" y="2040"/>
              <a:ext cx="143" cy="143"/>
            </a:xfrm>
            <a:prstGeom prst="ellipse">
              <a:avLst/>
            </a:prstGeom>
            <a:solidFill>
              <a:srgbClr val="00B05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9479" name="Oval 16">
              <a:extLst>
                <a:ext uri="{FF2B5EF4-FFF2-40B4-BE49-F238E27FC236}">
                  <a16:creationId xmlns:a16="http://schemas.microsoft.com/office/drawing/2014/main" id="{7084C1AA-7408-433C-B93C-80F6FF912C03}"/>
                </a:ext>
              </a:extLst>
            </p:cNvPr>
            <p:cNvSpPr>
              <a:spLocks noChangeArrowheads="1"/>
            </p:cNvSpPr>
            <p:nvPr/>
          </p:nvSpPr>
          <p:spPr bwMode="auto">
            <a:xfrm>
              <a:off x="10035" y="2662"/>
              <a:ext cx="143" cy="143"/>
            </a:xfrm>
            <a:prstGeom prst="ellipse">
              <a:avLst/>
            </a:prstGeom>
            <a:solidFill>
              <a:srgbClr val="00B05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9480" name="Oval 17">
              <a:extLst>
                <a:ext uri="{FF2B5EF4-FFF2-40B4-BE49-F238E27FC236}">
                  <a16:creationId xmlns:a16="http://schemas.microsoft.com/office/drawing/2014/main" id="{9AC6D851-E9B6-4280-BB74-6095243919F1}"/>
                </a:ext>
              </a:extLst>
            </p:cNvPr>
            <p:cNvSpPr>
              <a:spLocks noChangeArrowheads="1"/>
            </p:cNvSpPr>
            <p:nvPr/>
          </p:nvSpPr>
          <p:spPr bwMode="auto">
            <a:xfrm>
              <a:off x="8258" y="2662"/>
              <a:ext cx="143" cy="143"/>
            </a:xfrm>
            <a:prstGeom prst="ellipse">
              <a:avLst/>
            </a:prstGeom>
            <a:solidFill>
              <a:srgbClr val="00B05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9481" name="Oval 18">
              <a:extLst>
                <a:ext uri="{FF2B5EF4-FFF2-40B4-BE49-F238E27FC236}">
                  <a16:creationId xmlns:a16="http://schemas.microsoft.com/office/drawing/2014/main" id="{CCF8578D-82FE-4B62-A375-63785E8A7592}"/>
                </a:ext>
              </a:extLst>
            </p:cNvPr>
            <p:cNvSpPr>
              <a:spLocks noChangeArrowheads="1"/>
            </p:cNvSpPr>
            <p:nvPr/>
          </p:nvSpPr>
          <p:spPr bwMode="auto">
            <a:xfrm>
              <a:off x="8864" y="2662"/>
              <a:ext cx="143" cy="143"/>
            </a:xfrm>
            <a:prstGeom prst="ellipse">
              <a:avLst/>
            </a:prstGeom>
            <a:solidFill>
              <a:srgbClr val="00B05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9482" name="Oval 19">
              <a:extLst>
                <a:ext uri="{FF2B5EF4-FFF2-40B4-BE49-F238E27FC236}">
                  <a16:creationId xmlns:a16="http://schemas.microsoft.com/office/drawing/2014/main" id="{A3FF43DB-C7DF-48EC-BAA2-CC7B26927104}"/>
                </a:ext>
              </a:extLst>
            </p:cNvPr>
            <p:cNvSpPr>
              <a:spLocks noChangeArrowheads="1"/>
            </p:cNvSpPr>
            <p:nvPr/>
          </p:nvSpPr>
          <p:spPr bwMode="auto">
            <a:xfrm>
              <a:off x="9458" y="2662"/>
              <a:ext cx="143" cy="143"/>
            </a:xfrm>
            <a:prstGeom prst="ellipse">
              <a:avLst/>
            </a:prstGeom>
            <a:solidFill>
              <a:srgbClr val="00B05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9483" name="Oval 20">
              <a:extLst>
                <a:ext uri="{FF2B5EF4-FFF2-40B4-BE49-F238E27FC236}">
                  <a16:creationId xmlns:a16="http://schemas.microsoft.com/office/drawing/2014/main" id="{4A9C5733-7910-4613-B45B-718BF514DD63}"/>
                </a:ext>
              </a:extLst>
            </p:cNvPr>
            <p:cNvSpPr>
              <a:spLocks noChangeArrowheads="1"/>
            </p:cNvSpPr>
            <p:nvPr/>
          </p:nvSpPr>
          <p:spPr bwMode="auto">
            <a:xfrm>
              <a:off x="8258" y="3269"/>
              <a:ext cx="143" cy="143"/>
            </a:xfrm>
            <a:prstGeom prst="ellipse">
              <a:avLst/>
            </a:prstGeom>
            <a:solidFill>
              <a:srgbClr val="00B05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9484" name="Oval 21">
              <a:extLst>
                <a:ext uri="{FF2B5EF4-FFF2-40B4-BE49-F238E27FC236}">
                  <a16:creationId xmlns:a16="http://schemas.microsoft.com/office/drawing/2014/main" id="{A633C06F-3E00-4414-82E1-4EAE000F31F9}"/>
                </a:ext>
              </a:extLst>
            </p:cNvPr>
            <p:cNvSpPr>
              <a:spLocks noChangeArrowheads="1"/>
            </p:cNvSpPr>
            <p:nvPr/>
          </p:nvSpPr>
          <p:spPr bwMode="auto">
            <a:xfrm>
              <a:off x="8864" y="3269"/>
              <a:ext cx="143" cy="143"/>
            </a:xfrm>
            <a:prstGeom prst="ellipse">
              <a:avLst/>
            </a:prstGeom>
            <a:solidFill>
              <a:srgbClr val="00B05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9485" name="Oval 22">
              <a:extLst>
                <a:ext uri="{FF2B5EF4-FFF2-40B4-BE49-F238E27FC236}">
                  <a16:creationId xmlns:a16="http://schemas.microsoft.com/office/drawing/2014/main" id="{174EE00B-FA72-4D3F-ABB9-44D653353132}"/>
                </a:ext>
              </a:extLst>
            </p:cNvPr>
            <p:cNvSpPr>
              <a:spLocks noChangeArrowheads="1"/>
            </p:cNvSpPr>
            <p:nvPr/>
          </p:nvSpPr>
          <p:spPr bwMode="auto">
            <a:xfrm>
              <a:off x="9404" y="3269"/>
              <a:ext cx="143" cy="143"/>
            </a:xfrm>
            <a:prstGeom prst="ellipse">
              <a:avLst/>
            </a:prstGeom>
            <a:solidFill>
              <a:srgbClr val="00B05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9486" name="Oval 23">
              <a:extLst>
                <a:ext uri="{FF2B5EF4-FFF2-40B4-BE49-F238E27FC236}">
                  <a16:creationId xmlns:a16="http://schemas.microsoft.com/office/drawing/2014/main" id="{8A91E33B-BE52-4F70-B81A-9DEEB53B98C6}"/>
                </a:ext>
              </a:extLst>
            </p:cNvPr>
            <p:cNvSpPr>
              <a:spLocks noChangeArrowheads="1"/>
            </p:cNvSpPr>
            <p:nvPr/>
          </p:nvSpPr>
          <p:spPr bwMode="auto">
            <a:xfrm>
              <a:off x="10035" y="3269"/>
              <a:ext cx="143" cy="143"/>
            </a:xfrm>
            <a:prstGeom prst="ellipse">
              <a:avLst/>
            </a:prstGeom>
            <a:solidFill>
              <a:srgbClr val="00B05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9487" name="Oval 24">
              <a:extLst>
                <a:ext uri="{FF2B5EF4-FFF2-40B4-BE49-F238E27FC236}">
                  <a16:creationId xmlns:a16="http://schemas.microsoft.com/office/drawing/2014/main" id="{A604095D-5F69-48E2-B2AE-88CFFD36FFA4}"/>
                </a:ext>
              </a:extLst>
            </p:cNvPr>
            <p:cNvSpPr>
              <a:spLocks noChangeArrowheads="1"/>
            </p:cNvSpPr>
            <p:nvPr/>
          </p:nvSpPr>
          <p:spPr bwMode="auto">
            <a:xfrm>
              <a:off x="8258" y="3855"/>
              <a:ext cx="143" cy="143"/>
            </a:xfrm>
            <a:prstGeom prst="ellipse">
              <a:avLst/>
            </a:prstGeom>
            <a:solidFill>
              <a:srgbClr val="00B05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9488" name="Oval 25">
              <a:extLst>
                <a:ext uri="{FF2B5EF4-FFF2-40B4-BE49-F238E27FC236}">
                  <a16:creationId xmlns:a16="http://schemas.microsoft.com/office/drawing/2014/main" id="{EA1B3ACE-D3EF-4154-9A64-6F5AD3C7A27B}"/>
                </a:ext>
              </a:extLst>
            </p:cNvPr>
            <p:cNvSpPr>
              <a:spLocks noChangeArrowheads="1"/>
            </p:cNvSpPr>
            <p:nvPr/>
          </p:nvSpPr>
          <p:spPr bwMode="auto">
            <a:xfrm>
              <a:off x="8835" y="3855"/>
              <a:ext cx="143" cy="143"/>
            </a:xfrm>
            <a:prstGeom prst="ellipse">
              <a:avLst/>
            </a:prstGeom>
            <a:solidFill>
              <a:srgbClr val="00B05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9489" name="Oval 26">
              <a:extLst>
                <a:ext uri="{FF2B5EF4-FFF2-40B4-BE49-F238E27FC236}">
                  <a16:creationId xmlns:a16="http://schemas.microsoft.com/office/drawing/2014/main" id="{757B5FF7-69D5-46DF-8DBD-26D5E4F1642E}"/>
                </a:ext>
              </a:extLst>
            </p:cNvPr>
            <p:cNvSpPr>
              <a:spLocks noChangeArrowheads="1"/>
            </p:cNvSpPr>
            <p:nvPr/>
          </p:nvSpPr>
          <p:spPr bwMode="auto">
            <a:xfrm>
              <a:off x="9404" y="3855"/>
              <a:ext cx="143" cy="143"/>
            </a:xfrm>
            <a:prstGeom prst="ellipse">
              <a:avLst/>
            </a:prstGeom>
            <a:solidFill>
              <a:srgbClr val="00B05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9490" name="Oval 27">
              <a:extLst>
                <a:ext uri="{FF2B5EF4-FFF2-40B4-BE49-F238E27FC236}">
                  <a16:creationId xmlns:a16="http://schemas.microsoft.com/office/drawing/2014/main" id="{D0681866-5404-4C6E-9E58-70A9FDDDCFD5}"/>
                </a:ext>
              </a:extLst>
            </p:cNvPr>
            <p:cNvSpPr>
              <a:spLocks noChangeArrowheads="1"/>
            </p:cNvSpPr>
            <p:nvPr/>
          </p:nvSpPr>
          <p:spPr bwMode="auto">
            <a:xfrm>
              <a:off x="10035" y="3855"/>
              <a:ext cx="143" cy="143"/>
            </a:xfrm>
            <a:prstGeom prst="ellipse">
              <a:avLst/>
            </a:prstGeom>
            <a:solidFill>
              <a:srgbClr val="00B05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9491" name="Oval 28">
              <a:extLst>
                <a:ext uri="{FF2B5EF4-FFF2-40B4-BE49-F238E27FC236}">
                  <a16:creationId xmlns:a16="http://schemas.microsoft.com/office/drawing/2014/main" id="{5C0F5F9A-C8EF-4C81-AFE8-29FA46172CF7}"/>
                </a:ext>
              </a:extLst>
            </p:cNvPr>
            <p:cNvSpPr>
              <a:spLocks noChangeArrowheads="1"/>
            </p:cNvSpPr>
            <p:nvPr/>
          </p:nvSpPr>
          <p:spPr bwMode="auto">
            <a:xfrm>
              <a:off x="10035" y="5032"/>
              <a:ext cx="143" cy="143"/>
            </a:xfrm>
            <a:prstGeom prst="ellipse">
              <a:avLst/>
            </a:prstGeom>
            <a:solidFill>
              <a:srgbClr val="00B05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9492" name="Oval 29">
              <a:extLst>
                <a:ext uri="{FF2B5EF4-FFF2-40B4-BE49-F238E27FC236}">
                  <a16:creationId xmlns:a16="http://schemas.microsoft.com/office/drawing/2014/main" id="{D5859B6A-D9FF-423F-A0FC-A5487BB13130}"/>
                </a:ext>
              </a:extLst>
            </p:cNvPr>
            <p:cNvSpPr>
              <a:spLocks noChangeArrowheads="1"/>
            </p:cNvSpPr>
            <p:nvPr/>
          </p:nvSpPr>
          <p:spPr bwMode="auto">
            <a:xfrm>
              <a:off x="9458" y="5032"/>
              <a:ext cx="143" cy="143"/>
            </a:xfrm>
            <a:prstGeom prst="ellipse">
              <a:avLst/>
            </a:prstGeom>
            <a:solidFill>
              <a:srgbClr val="00B05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9493" name="Oval 30">
              <a:extLst>
                <a:ext uri="{FF2B5EF4-FFF2-40B4-BE49-F238E27FC236}">
                  <a16:creationId xmlns:a16="http://schemas.microsoft.com/office/drawing/2014/main" id="{FD556BB8-34CD-4635-9D93-4E858F7A8A10}"/>
                </a:ext>
              </a:extLst>
            </p:cNvPr>
            <p:cNvSpPr>
              <a:spLocks noChangeArrowheads="1"/>
            </p:cNvSpPr>
            <p:nvPr/>
          </p:nvSpPr>
          <p:spPr bwMode="auto">
            <a:xfrm>
              <a:off x="8835" y="5032"/>
              <a:ext cx="143" cy="143"/>
            </a:xfrm>
            <a:prstGeom prst="ellipse">
              <a:avLst/>
            </a:prstGeom>
            <a:solidFill>
              <a:srgbClr val="00B05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9494" name="Oval 31">
              <a:extLst>
                <a:ext uri="{FF2B5EF4-FFF2-40B4-BE49-F238E27FC236}">
                  <a16:creationId xmlns:a16="http://schemas.microsoft.com/office/drawing/2014/main" id="{974E6715-FF5D-4453-B7DE-95DAA361431E}"/>
                </a:ext>
              </a:extLst>
            </p:cNvPr>
            <p:cNvSpPr>
              <a:spLocks noChangeArrowheads="1"/>
            </p:cNvSpPr>
            <p:nvPr/>
          </p:nvSpPr>
          <p:spPr bwMode="auto">
            <a:xfrm>
              <a:off x="8258" y="5032"/>
              <a:ext cx="143" cy="143"/>
            </a:xfrm>
            <a:prstGeom prst="ellipse">
              <a:avLst/>
            </a:prstGeom>
            <a:solidFill>
              <a:srgbClr val="00B05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9495" name="Oval 32">
              <a:extLst>
                <a:ext uri="{FF2B5EF4-FFF2-40B4-BE49-F238E27FC236}">
                  <a16:creationId xmlns:a16="http://schemas.microsoft.com/office/drawing/2014/main" id="{14465720-73D6-4214-A5B1-45FE3B83F512}"/>
                </a:ext>
              </a:extLst>
            </p:cNvPr>
            <p:cNvSpPr>
              <a:spLocks noChangeArrowheads="1"/>
            </p:cNvSpPr>
            <p:nvPr/>
          </p:nvSpPr>
          <p:spPr bwMode="auto">
            <a:xfrm>
              <a:off x="8258" y="5654"/>
              <a:ext cx="143" cy="143"/>
            </a:xfrm>
            <a:prstGeom prst="ellipse">
              <a:avLst/>
            </a:prstGeom>
            <a:solidFill>
              <a:srgbClr val="00B05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9496" name="Oval 33">
              <a:extLst>
                <a:ext uri="{FF2B5EF4-FFF2-40B4-BE49-F238E27FC236}">
                  <a16:creationId xmlns:a16="http://schemas.microsoft.com/office/drawing/2014/main" id="{73A71A00-0067-4C53-9BF0-D4852E2BF93E}"/>
                </a:ext>
              </a:extLst>
            </p:cNvPr>
            <p:cNvSpPr>
              <a:spLocks noChangeArrowheads="1"/>
            </p:cNvSpPr>
            <p:nvPr/>
          </p:nvSpPr>
          <p:spPr bwMode="auto">
            <a:xfrm>
              <a:off x="10035" y="5654"/>
              <a:ext cx="143" cy="143"/>
            </a:xfrm>
            <a:prstGeom prst="ellipse">
              <a:avLst/>
            </a:prstGeom>
            <a:solidFill>
              <a:srgbClr val="00B05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9497" name="Oval 34">
              <a:extLst>
                <a:ext uri="{FF2B5EF4-FFF2-40B4-BE49-F238E27FC236}">
                  <a16:creationId xmlns:a16="http://schemas.microsoft.com/office/drawing/2014/main" id="{D9F411F6-6104-4ABB-8D97-42C456C8BD0B}"/>
                </a:ext>
              </a:extLst>
            </p:cNvPr>
            <p:cNvSpPr>
              <a:spLocks noChangeArrowheads="1"/>
            </p:cNvSpPr>
            <p:nvPr/>
          </p:nvSpPr>
          <p:spPr bwMode="auto">
            <a:xfrm>
              <a:off x="9458" y="5654"/>
              <a:ext cx="143" cy="143"/>
            </a:xfrm>
            <a:prstGeom prst="ellipse">
              <a:avLst/>
            </a:prstGeom>
            <a:solidFill>
              <a:srgbClr val="00B05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9498" name="Oval 35">
              <a:extLst>
                <a:ext uri="{FF2B5EF4-FFF2-40B4-BE49-F238E27FC236}">
                  <a16:creationId xmlns:a16="http://schemas.microsoft.com/office/drawing/2014/main" id="{1146228D-C18B-4EBC-83CE-4C3B3A949D57}"/>
                </a:ext>
              </a:extLst>
            </p:cNvPr>
            <p:cNvSpPr>
              <a:spLocks noChangeArrowheads="1"/>
            </p:cNvSpPr>
            <p:nvPr/>
          </p:nvSpPr>
          <p:spPr bwMode="auto">
            <a:xfrm flipV="1">
              <a:off x="8835" y="5654"/>
              <a:ext cx="143" cy="143"/>
            </a:xfrm>
            <a:prstGeom prst="ellipse">
              <a:avLst/>
            </a:prstGeom>
            <a:solidFill>
              <a:srgbClr val="00B05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19499" name="AutoShape 36">
              <a:extLst>
                <a:ext uri="{FF2B5EF4-FFF2-40B4-BE49-F238E27FC236}">
                  <a16:creationId xmlns:a16="http://schemas.microsoft.com/office/drawing/2014/main" id="{9DF2B9D1-BB7E-4FBE-B758-8D90D4C730AA}"/>
                </a:ext>
              </a:extLst>
            </p:cNvPr>
            <p:cNvCxnSpPr>
              <a:cxnSpLocks noChangeShapeType="1"/>
            </p:cNvCxnSpPr>
            <p:nvPr/>
          </p:nvCxnSpPr>
          <p:spPr bwMode="auto">
            <a:xfrm flipV="1">
              <a:off x="8070" y="2948"/>
              <a:ext cx="15" cy="1267"/>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9500" name="AutoShape 37">
              <a:extLst>
                <a:ext uri="{FF2B5EF4-FFF2-40B4-BE49-F238E27FC236}">
                  <a16:creationId xmlns:a16="http://schemas.microsoft.com/office/drawing/2014/main" id="{7D499A63-58F7-47EC-9C17-AEA6F6362848}"/>
                </a:ext>
              </a:extLst>
            </p:cNvPr>
            <p:cNvCxnSpPr>
              <a:cxnSpLocks noChangeShapeType="1"/>
            </p:cNvCxnSpPr>
            <p:nvPr/>
          </p:nvCxnSpPr>
          <p:spPr bwMode="auto">
            <a:xfrm>
              <a:off x="9150" y="3855"/>
              <a:ext cx="0" cy="915"/>
            </a:xfrm>
            <a:prstGeom prst="straightConnector1">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cxnSp>
        <p:cxnSp>
          <p:nvCxnSpPr>
            <p:cNvPr id="19501" name="AutoShape 38">
              <a:extLst>
                <a:ext uri="{FF2B5EF4-FFF2-40B4-BE49-F238E27FC236}">
                  <a16:creationId xmlns:a16="http://schemas.microsoft.com/office/drawing/2014/main" id="{FFC0B420-02AE-42E9-A1C4-EC8DEE87704E}"/>
                </a:ext>
              </a:extLst>
            </p:cNvPr>
            <p:cNvCxnSpPr>
              <a:cxnSpLocks noChangeShapeType="1"/>
            </p:cNvCxnSpPr>
            <p:nvPr/>
          </p:nvCxnSpPr>
          <p:spPr bwMode="auto">
            <a:xfrm>
              <a:off x="9150" y="3855"/>
              <a:ext cx="750" cy="0"/>
            </a:xfrm>
            <a:prstGeom prst="straightConnector1">
              <a:avLst/>
            </a:prstGeom>
            <a:noFill/>
            <a:ln w="28575">
              <a:solidFill>
                <a:srgbClr val="0070C0"/>
              </a:solidFill>
              <a:round/>
              <a:headEnd/>
              <a:tailEnd type="triangle" w="med" len="med"/>
            </a:ln>
            <a:extLst>
              <a:ext uri="{909E8E84-426E-40DD-AFC4-6F175D3DCCD1}">
                <a14:hiddenFill xmlns:a14="http://schemas.microsoft.com/office/drawing/2010/main">
                  <a:noFill/>
                </a14:hiddenFill>
              </a:ext>
            </a:extLst>
          </p:spPr>
        </p:cxnSp>
        <p:sp>
          <p:nvSpPr>
            <p:cNvPr id="19502" name="Oval 39">
              <a:extLst>
                <a:ext uri="{FF2B5EF4-FFF2-40B4-BE49-F238E27FC236}">
                  <a16:creationId xmlns:a16="http://schemas.microsoft.com/office/drawing/2014/main" id="{FF70C3C9-8BF8-48B5-9421-F01D46CA6B6A}"/>
                </a:ext>
              </a:extLst>
            </p:cNvPr>
            <p:cNvSpPr>
              <a:spLocks noChangeArrowheads="1"/>
            </p:cNvSpPr>
            <p:nvPr/>
          </p:nvSpPr>
          <p:spPr bwMode="auto">
            <a:xfrm>
              <a:off x="9007" y="3787"/>
              <a:ext cx="233" cy="211"/>
            </a:xfrm>
            <a:prstGeom prst="ellipse">
              <a:avLst/>
            </a:prstGeom>
            <a:solidFill>
              <a:srgbClr val="FF000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19503" name="AutoShape 40">
              <a:extLst>
                <a:ext uri="{FF2B5EF4-FFF2-40B4-BE49-F238E27FC236}">
                  <a16:creationId xmlns:a16="http://schemas.microsoft.com/office/drawing/2014/main" id="{28347F67-1DE2-43D0-9250-3683BBCE3E12}"/>
                </a:ext>
              </a:extLst>
            </p:cNvPr>
            <p:cNvCxnSpPr>
              <a:cxnSpLocks noChangeShapeType="1"/>
            </p:cNvCxnSpPr>
            <p:nvPr/>
          </p:nvCxnSpPr>
          <p:spPr bwMode="auto">
            <a:xfrm>
              <a:off x="7590" y="2460"/>
              <a:ext cx="2865" cy="0"/>
            </a:xfrm>
            <a:prstGeom prst="straightConnector1">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sp>
          <p:nvSpPr>
            <p:cNvPr id="19504" name="Oval 41">
              <a:extLst>
                <a:ext uri="{FF2B5EF4-FFF2-40B4-BE49-F238E27FC236}">
                  <a16:creationId xmlns:a16="http://schemas.microsoft.com/office/drawing/2014/main" id="{07D07E2C-AFE5-414D-AF2E-9E0839676EB6}"/>
                </a:ext>
              </a:extLst>
            </p:cNvPr>
            <p:cNvSpPr>
              <a:spLocks noChangeArrowheads="1"/>
            </p:cNvSpPr>
            <p:nvPr/>
          </p:nvSpPr>
          <p:spPr bwMode="auto">
            <a:xfrm>
              <a:off x="8258" y="4447"/>
              <a:ext cx="143" cy="143"/>
            </a:xfrm>
            <a:prstGeom prst="ellipse">
              <a:avLst/>
            </a:prstGeom>
            <a:solidFill>
              <a:srgbClr val="00B05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9505" name="Oval 42">
              <a:extLst>
                <a:ext uri="{FF2B5EF4-FFF2-40B4-BE49-F238E27FC236}">
                  <a16:creationId xmlns:a16="http://schemas.microsoft.com/office/drawing/2014/main" id="{65D58204-76A9-41A1-932B-5A24A83E06AF}"/>
                </a:ext>
              </a:extLst>
            </p:cNvPr>
            <p:cNvSpPr>
              <a:spLocks noChangeArrowheads="1"/>
            </p:cNvSpPr>
            <p:nvPr/>
          </p:nvSpPr>
          <p:spPr bwMode="auto">
            <a:xfrm>
              <a:off x="8835" y="4447"/>
              <a:ext cx="143" cy="143"/>
            </a:xfrm>
            <a:prstGeom prst="ellipse">
              <a:avLst/>
            </a:prstGeom>
            <a:solidFill>
              <a:srgbClr val="00B05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9506" name="Oval 43">
              <a:extLst>
                <a:ext uri="{FF2B5EF4-FFF2-40B4-BE49-F238E27FC236}">
                  <a16:creationId xmlns:a16="http://schemas.microsoft.com/office/drawing/2014/main" id="{63494795-D602-4B56-9A73-2B747FABC12C}"/>
                </a:ext>
              </a:extLst>
            </p:cNvPr>
            <p:cNvSpPr>
              <a:spLocks noChangeArrowheads="1"/>
            </p:cNvSpPr>
            <p:nvPr/>
          </p:nvSpPr>
          <p:spPr bwMode="auto">
            <a:xfrm>
              <a:off x="9458" y="4447"/>
              <a:ext cx="143" cy="143"/>
            </a:xfrm>
            <a:prstGeom prst="ellipse">
              <a:avLst/>
            </a:prstGeom>
            <a:solidFill>
              <a:srgbClr val="00B05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9507" name="Oval 44">
              <a:extLst>
                <a:ext uri="{FF2B5EF4-FFF2-40B4-BE49-F238E27FC236}">
                  <a16:creationId xmlns:a16="http://schemas.microsoft.com/office/drawing/2014/main" id="{AE6A9162-05AB-4F0C-9B6B-7ED23E864C50}"/>
                </a:ext>
              </a:extLst>
            </p:cNvPr>
            <p:cNvSpPr>
              <a:spLocks noChangeArrowheads="1"/>
            </p:cNvSpPr>
            <p:nvPr/>
          </p:nvSpPr>
          <p:spPr bwMode="auto">
            <a:xfrm>
              <a:off x="10035" y="4447"/>
              <a:ext cx="143" cy="143"/>
            </a:xfrm>
            <a:prstGeom prst="ellipse">
              <a:avLst/>
            </a:prstGeom>
            <a:solidFill>
              <a:srgbClr val="00B05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19508" name="AutoShape 45">
              <a:extLst>
                <a:ext uri="{FF2B5EF4-FFF2-40B4-BE49-F238E27FC236}">
                  <a16:creationId xmlns:a16="http://schemas.microsoft.com/office/drawing/2014/main" id="{42B1F79F-2B38-4658-9405-F81F3995A686}"/>
                </a:ext>
              </a:extLst>
            </p:cNvPr>
            <p:cNvCxnSpPr>
              <a:cxnSpLocks noChangeShapeType="1"/>
            </p:cNvCxnSpPr>
            <p:nvPr/>
          </p:nvCxnSpPr>
          <p:spPr bwMode="auto">
            <a:xfrm>
              <a:off x="7590" y="5370"/>
              <a:ext cx="2865" cy="60"/>
            </a:xfrm>
            <a:prstGeom prst="straightConnector1">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9509" name="AutoShape 46">
              <a:extLst>
                <a:ext uri="{FF2B5EF4-FFF2-40B4-BE49-F238E27FC236}">
                  <a16:creationId xmlns:a16="http://schemas.microsoft.com/office/drawing/2014/main" id="{A1A3C255-59E7-4A77-8D70-80235CF898F3}"/>
                </a:ext>
              </a:extLst>
            </p:cNvPr>
            <p:cNvCxnSpPr>
              <a:cxnSpLocks noChangeShapeType="1"/>
            </p:cNvCxnSpPr>
            <p:nvPr/>
          </p:nvCxnSpPr>
          <p:spPr bwMode="auto">
            <a:xfrm>
              <a:off x="7740" y="2460"/>
              <a:ext cx="0" cy="2910"/>
            </a:xfrm>
            <a:prstGeom prst="straightConnector1">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grpSp>
      <p:sp>
        <p:nvSpPr>
          <p:cNvPr id="19461" name="Rectangle 47">
            <a:extLst>
              <a:ext uri="{FF2B5EF4-FFF2-40B4-BE49-F238E27FC236}">
                <a16:creationId xmlns:a16="http://schemas.microsoft.com/office/drawing/2014/main" id="{D7B7CB7A-3EEF-464C-9024-6CB5FA2E6B3D}"/>
              </a:ext>
            </a:extLst>
          </p:cNvPr>
          <p:cNvSpPr>
            <a:spLocks noChangeArrowheads="1"/>
          </p:cNvSpPr>
          <p:nvPr/>
        </p:nvSpPr>
        <p:spPr bwMode="auto">
          <a:xfrm>
            <a:off x="1000875" y="5040654"/>
            <a:ext cx="3442540" cy="16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400" b="1" dirty="0">
                <a:solidFill>
                  <a:srgbClr val="002060"/>
                </a:solidFill>
                <a:latin typeface="Arial" panose="020B0604020202020204" pitchFamily="34" charset="0"/>
                <a:cs typeface="Arial" panose="020B0604020202020204" pitchFamily="34" charset="0"/>
              </a:rPr>
              <a:t>Fig.3. A close-up view of a section of the wire in figure 2.b. The current direction is upward, which means that electrons drift downward. A magnetic field that emerges from plane of the page causes the electrons and the wire to be deflected to the right.</a:t>
            </a:r>
            <a:endParaRPr lang="en-US" altLang="id-ID" sz="1400" dirty="0">
              <a:solidFill>
                <a:srgbClr val="002060"/>
              </a:solidFill>
              <a:latin typeface="Arial" panose="020B0604020202020204" pitchFamily="34" charset="0"/>
              <a:cs typeface="Arial" panose="020B0604020202020204" pitchFamily="34" charset="0"/>
            </a:endParaRPr>
          </a:p>
        </p:txBody>
      </p:sp>
      <p:sp>
        <p:nvSpPr>
          <p:cNvPr id="19462" name="Rectangle 49">
            <a:extLst>
              <a:ext uri="{FF2B5EF4-FFF2-40B4-BE49-F238E27FC236}">
                <a16:creationId xmlns:a16="http://schemas.microsoft.com/office/drawing/2014/main" id="{1AD8C532-4BA5-4A10-B0F9-3348272CA2DA}"/>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19463" name="Picture 48">
            <a:extLst>
              <a:ext uri="{FF2B5EF4-FFF2-40B4-BE49-F238E27FC236}">
                <a16:creationId xmlns:a16="http://schemas.microsoft.com/office/drawing/2014/main" id="{C08C40EC-8069-4E72-A115-C6F21197DEBA}"/>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581526" y="4444982"/>
            <a:ext cx="4138612"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4" name="Rectangle 50">
            <a:extLst>
              <a:ext uri="{FF2B5EF4-FFF2-40B4-BE49-F238E27FC236}">
                <a16:creationId xmlns:a16="http://schemas.microsoft.com/office/drawing/2014/main" id="{8EFD305C-F046-4CC8-A165-17AB0487C96D}"/>
              </a:ext>
            </a:extLst>
          </p:cNvPr>
          <p:cNvSpPr>
            <a:spLocks noChangeArrowheads="1"/>
          </p:cNvSpPr>
          <p:nvPr/>
        </p:nvSpPr>
        <p:spPr bwMode="auto">
          <a:xfrm>
            <a:off x="0" y="12573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19465" name="Rectangle 46">
            <a:extLst>
              <a:ext uri="{FF2B5EF4-FFF2-40B4-BE49-F238E27FC236}">
                <a16:creationId xmlns:a16="http://schemas.microsoft.com/office/drawing/2014/main" id="{C5D9AFC4-CE1A-4C9C-BBFA-9E42E59D8534}"/>
              </a:ext>
            </a:extLst>
          </p:cNvPr>
          <p:cNvSpPr>
            <a:spLocks noChangeArrowheads="1"/>
          </p:cNvSpPr>
          <p:nvPr/>
        </p:nvSpPr>
        <p:spPr bwMode="auto">
          <a:xfrm>
            <a:off x="1702968" y="1983563"/>
            <a:ext cx="269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latin typeface="Times New Roman" panose="02020603050405020304" pitchFamily="18" charset="0"/>
                <a:cs typeface="Times New Roman" panose="02020603050405020304" pitchFamily="18" charset="0"/>
              </a:rPr>
              <a:t>i</a:t>
            </a:r>
            <a:endParaRPr lang="en-US" altLang="id-ID" i="1">
              <a:latin typeface="Times New Roman" panose="02020603050405020304" pitchFamily="18" charset="0"/>
              <a:cs typeface="Times New Roman" panose="02020603050405020304" pitchFamily="18" charset="0"/>
            </a:endParaRPr>
          </a:p>
        </p:txBody>
      </p:sp>
      <p:sp>
        <p:nvSpPr>
          <p:cNvPr id="19466" name="Rectangle 47">
            <a:extLst>
              <a:ext uri="{FF2B5EF4-FFF2-40B4-BE49-F238E27FC236}">
                <a16:creationId xmlns:a16="http://schemas.microsoft.com/office/drawing/2014/main" id="{19F4D3D4-5E62-4AFC-A54A-72A7D7E88130}"/>
              </a:ext>
            </a:extLst>
          </p:cNvPr>
          <p:cNvSpPr>
            <a:spLocks noChangeArrowheads="1"/>
          </p:cNvSpPr>
          <p:nvPr/>
        </p:nvSpPr>
        <p:spPr bwMode="auto">
          <a:xfrm>
            <a:off x="1274343" y="3126563"/>
            <a:ext cx="3413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a:latin typeface="Arial" panose="020B0604020202020204" pitchFamily="34" charset="0"/>
              </a:rPr>
              <a:t>L</a:t>
            </a:r>
            <a:endParaRPr lang="en-US" altLang="id-ID" sz="2000">
              <a:latin typeface="Arial" panose="020B0604020202020204" pitchFamily="34" charset="0"/>
            </a:endParaRPr>
          </a:p>
        </p:txBody>
      </p:sp>
      <p:sp>
        <p:nvSpPr>
          <p:cNvPr id="19467" name="Rectangle 48">
            <a:extLst>
              <a:ext uri="{FF2B5EF4-FFF2-40B4-BE49-F238E27FC236}">
                <a16:creationId xmlns:a16="http://schemas.microsoft.com/office/drawing/2014/main" id="{85E94592-8183-482A-8666-44AD73C35A7B}"/>
              </a:ext>
            </a:extLst>
          </p:cNvPr>
          <p:cNvSpPr>
            <a:spLocks noChangeArrowheads="1"/>
          </p:cNvSpPr>
          <p:nvPr/>
        </p:nvSpPr>
        <p:spPr bwMode="auto">
          <a:xfrm>
            <a:off x="2488781" y="3840938"/>
            <a:ext cx="5143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latin typeface="Arial" panose="020B0604020202020204" pitchFamily="34" charset="0"/>
              </a:rPr>
              <a:t>V</a:t>
            </a:r>
            <a:r>
              <a:rPr lang="en-US" altLang="id-ID" sz="1600" b="1" i="1">
                <a:latin typeface="Arial" panose="020B0604020202020204" pitchFamily="34" charset="0"/>
              </a:rPr>
              <a:t>d</a:t>
            </a:r>
            <a:endParaRPr lang="en-US" altLang="id-ID" sz="1600">
              <a:latin typeface="Arial" panose="020B0604020202020204" pitchFamily="34" charset="0"/>
            </a:endParaRPr>
          </a:p>
        </p:txBody>
      </p:sp>
      <p:sp>
        <p:nvSpPr>
          <p:cNvPr id="19468" name="Rectangle 48">
            <a:extLst>
              <a:ext uri="{FF2B5EF4-FFF2-40B4-BE49-F238E27FC236}">
                <a16:creationId xmlns:a16="http://schemas.microsoft.com/office/drawing/2014/main" id="{06A992E2-5865-4A5D-9A83-E7CC87B3F6BE}"/>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19469" name="Picture 47">
            <a:extLst>
              <a:ext uri="{FF2B5EF4-FFF2-40B4-BE49-F238E27FC236}">
                <a16:creationId xmlns:a16="http://schemas.microsoft.com/office/drawing/2014/main" id="{93352211-B4D8-44C7-BF87-D2BD85F11D7D}"/>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346031" y="2626500"/>
            <a:ext cx="3714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70" name="Rectangle 49">
            <a:extLst>
              <a:ext uri="{FF2B5EF4-FFF2-40B4-BE49-F238E27FC236}">
                <a16:creationId xmlns:a16="http://schemas.microsoft.com/office/drawing/2014/main" id="{EC3E8828-028E-4E29-BCA6-1F8B81A7071F}"/>
              </a:ext>
            </a:extLst>
          </p:cNvPr>
          <p:cNvSpPr>
            <a:spLocks noChangeArrowheads="1"/>
          </p:cNvSpPr>
          <p:nvPr/>
        </p:nvSpPr>
        <p:spPr bwMode="auto">
          <a:xfrm>
            <a:off x="0" y="923925"/>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19471" name="Rectangle 52">
            <a:extLst>
              <a:ext uri="{FF2B5EF4-FFF2-40B4-BE49-F238E27FC236}">
                <a16:creationId xmlns:a16="http://schemas.microsoft.com/office/drawing/2014/main" id="{80077472-85F7-415A-9BFC-4A921F3830C8}"/>
              </a:ext>
            </a:extLst>
          </p:cNvPr>
          <p:cNvSpPr>
            <a:spLocks noChangeArrowheads="1"/>
          </p:cNvSpPr>
          <p:nvPr/>
        </p:nvSpPr>
        <p:spPr bwMode="auto">
          <a:xfrm>
            <a:off x="5148064" y="233662"/>
            <a:ext cx="378618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dirty="0">
                <a:latin typeface="Arial" panose="020B0604020202020204" pitchFamily="34" charset="0"/>
                <a:cs typeface="Arial" panose="020B0604020202020204" pitchFamily="34" charset="0"/>
              </a:rPr>
              <a:t>Magnetic Force on a Current-Carrying Wire (cont.)</a:t>
            </a:r>
            <a:endParaRPr lang="en-US" altLang="id-ID" sz="2000" b="1" i="1" dirty="0">
              <a:latin typeface="Arial" panose="020B0604020202020204" pitchFamily="34" charset="0"/>
              <a:cs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39858C-472A-4BC4-9E3D-D5FF4D75385F}"/>
              </a:ext>
            </a:extLst>
          </p:cNvPr>
          <p:cNvSpPr>
            <a:spLocks noGrp="1"/>
          </p:cNvSpPr>
          <p:nvPr>
            <p:ph type="dt" sz="half" idx="10"/>
          </p:nvPr>
        </p:nvSpPr>
        <p:spPr>
          <a:xfrm>
            <a:off x="1088182" y="1390798"/>
            <a:ext cx="7598618" cy="5427663"/>
          </a:xfrm>
        </p:spPr>
        <p:txBody>
          <a:bodyPr/>
          <a:lstStyle/>
          <a:p>
            <a:pPr>
              <a:defRPr/>
            </a:pPr>
            <a:endParaRPr lang="en-US" sz="2000" b="1" dirty="0">
              <a:solidFill>
                <a:schemeClr val="tx1"/>
              </a:solidFill>
            </a:endParaRPr>
          </a:p>
          <a:p>
            <a:pPr>
              <a:defRPr/>
            </a:pPr>
            <a:endParaRPr lang="en-US" sz="2000" b="1" dirty="0">
              <a:solidFill>
                <a:schemeClr val="tx1"/>
              </a:solidFill>
            </a:endParaRPr>
          </a:p>
          <a:p>
            <a:pPr>
              <a:defRPr/>
            </a:pPr>
            <a:r>
              <a:rPr lang="en-US" sz="2000" b="1" dirty="0">
                <a:solidFill>
                  <a:schemeClr val="tx1"/>
                </a:solidFill>
                <a:latin typeface="Arial" charset="0"/>
                <a:cs typeface="Arial" charset="0"/>
              </a:rPr>
              <a:t>Here </a:t>
            </a:r>
            <a:r>
              <a:rPr lang="en-US" sz="2000" b="1" i="1" dirty="0">
                <a:solidFill>
                  <a:schemeClr val="tx1"/>
                </a:solidFill>
                <a:latin typeface="Arial" charset="0"/>
                <a:cs typeface="Arial" charset="0"/>
              </a:rPr>
              <a:t>L</a:t>
            </a:r>
            <a:r>
              <a:rPr lang="en-US" sz="2000" b="1" dirty="0">
                <a:solidFill>
                  <a:schemeClr val="tx1"/>
                </a:solidFill>
                <a:latin typeface="Arial" charset="0"/>
                <a:cs typeface="Arial" charset="0"/>
              </a:rPr>
              <a:t> is a length vector that has magnitude</a:t>
            </a:r>
            <a:r>
              <a:rPr lang="en-US" sz="2000" b="1" i="1" dirty="0">
                <a:solidFill>
                  <a:schemeClr val="tx1"/>
                </a:solidFill>
                <a:latin typeface="Arial" charset="0"/>
                <a:cs typeface="Arial" charset="0"/>
              </a:rPr>
              <a:t> L </a:t>
            </a:r>
            <a:r>
              <a:rPr lang="en-US" sz="2000" b="1" dirty="0">
                <a:solidFill>
                  <a:schemeClr val="tx1"/>
                </a:solidFill>
                <a:latin typeface="Arial" charset="0"/>
                <a:cs typeface="Arial" charset="0"/>
              </a:rPr>
              <a:t>and is directed along the wire segment in the direction of the (conventional) current.</a:t>
            </a:r>
          </a:p>
          <a:p>
            <a:pPr>
              <a:defRPr/>
            </a:pPr>
            <a:endParaRPr lang="en-US" sz="1100" b="1" dirty="0">
              <a:solidFill>
                <a:schemeClr val="tx1"/>
              </a:solidFill>
            </a:endParaRPr>
          </a:p>
          <a:p>
            <a:pPr>
              <a:defRPr/>
            </a:pPr>
            <a:r>
              <a:rPr lang="en-US" sz="2000" b="1" dirty="0">
                <a:solidFill>
                  <a:schemeClr val="tx1"/>
                </a:solidFill>
                <a:latin typeface="Arial" charset="0"/>
                <a:cs typeface="Arial" charset="0"/>
              </a:rPr>
              <a:t>If a wire is not straight or the field is not uniform, we can imagine the wire broken up into small straight segments . The force on the wire as a whole is then the vector sum of all the forces on the segments that make it up. In the </a:t>
            </a:r>
          </a:p>
          <a:p>
            <a:pPr>
              <a:defRPr/>
            </a:pPr>
            <a:endParaRPr lang="en-US" sz="1100" b="1" dirty="0">
              <a:solidFill>
                <a:schemeClr val="tx1"/>
              </a:solidFill>
              <a:latin typeface="Arial" charset="0"/>
              <a:cs typeface="Arial" charset="0"/>
            </a:endParaRPr>
          </a:p>
          <a:p>
            <a:pPr>
              <a:defRPr/>
            </a:pPr>
            <a:r>
              <a:rPr lang="en-US" sz="2000" b="1" dirty="0">
                <a:solidFill>
                  <a:schemeClr val="tx1"/>
                </a:solidFill>
                <a:latin typeface="Arial" charset="0"/>
                <a:cs typeface="Arial" charset="0"/>
              </a:rPr>
              <a:t>differential limit, we can write</a:t>
            </a:r>
            <a:r>
              <a:rPr lang="en-US" sz="2000" b="1" dirty="0">
                <a:solidFill>
                  <a:schemeClr val="tx1"/>
                </a:solidFill>
              </a:rPr>
              <a:t>		     </a:t>
            </a:r>
          </a:p>
          <a:p>
            <a:pPr>
              <a:defRPr/>
            </a:pPr>
            <a:endParaRPr lang="en-US" sz="1100" b="1" dirty="0">
              <a:solidFill>
                <a:schemeClr val="tx1"/>
              </a:solidFill>
            </a:endParaRPr>
          </a:p>
          <a:p>
            <a:pPr>
              <a:defRPr/>
            </a:pPr>
            <a:r>
              <a:rPr lang="en-US" sz="2000" b="1" dirty="0">
                <a:solidFill>
                  <a:schemeClr val="tx1"/>
                </a:solidFill>
                <a:latin typeface="Arial" charset="0"/>
                <a:cs typeface="Arial" charset="0"/>
              </a:rPr>
              <a:t>and we can find the resultant force on any given arrangement of currents by integrating this equation over that arrangement.</a:t>
            </a:r>
          </a:p>
        </p:txBody>
      </p:sp>
      <p:sp>
        <p:nvSpPr>
          <p:cNvPr id="20483" name="Slide Number Placeholder 2">
            <a:extLst>
              <a:ext uri="{FF2B5EF4-FFF2-40B4-BE49-F238E27FC236}">
                <a16:creationId xmlns:a16="http://schemas.microsoft.com/office/drawing/2014/main" id="{BB3B02E8-EBA7-4632-A9F0-D3EB5503216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AF2C9E3B-CE10-4A6D-81C6-08D9D84B7C84}" type="slidenum">
              <a:rPr lang="en-US" altLang="id-ID" sz="1400" smtClean="0"/>
              <a:pPr>
                <a:spcBef>
                  <a:spcPct val="0"/>
                </a:spcBef>
                <a:buFontTx/>
                <a:buNone/>
              </a:pPr>
              <a:t>14</a:t>
            </a:fld>
            <a:endParaRPr lang="en-US" altLang="id-ID" sz="1400"/>
          </a:p>
        </p:txBody>
      </p:sp>
      <p:pic>
        <p:nvPicPr>
          <p:cNvPr id="4" name="Picture 7">
            <a:extLst>
              <a:ext uri="{FF2B5EF4-FFF2-40B4-BE49-F238E27FC236}">
                <a16:creationId xmlns:a16="http://schemas.microsoft.com/office/drawing/2014/main" id="{8D6E72F7-0F5A-41E7-BDC5-6759303C9A3A}"/>
              </a:ext>
            </a:extLst>
          </p:cNvPr>
          <p:cNvPicPr>
            <a:picLocks noChangeAspect="1" noChangeArrowheads="1"/>
          </p:cNvPicPr>
          <p:nvPr/>
        </p:nvPicPr>
        <p:blipFill>
          <a:blip r:embed="rId2" cstate="print">
            <a:duotone>
              <a:prstClr val="black"/>
              <a:schemeClr val="accent4">
                <a:tint val="45000"/>
                <a:satMod val="400000"/>
              </a:schemeClr>
            </a:duotone>
          </a:blip>
          <a:srcRect/>
          <a:stretch>
            <a:fillRect/>
          </a:stretch>
        </p:blipFill>
        <p:spPr bwMode="auto">
          <a:xfrm>
            <a:off x="4929910" y="4850217"/>
            <a:ext cx="2423762" cy="574049"/>
          </a:xfrm>
          <a:prstGeom prst="rect">
            <a:avLst/>
          </a:prstGeom>
          <a:noFill/>
          <a:ln w="9525">
            <a:noFill/>
            <a:miter lim="800000"/>
            <a:headEnd/>
            <a:tailEnd/>
          </a:ln>
        </p:spPr>
      </p:pic>
      <p:pic>
        <p:nvPicPr>
          <p:cNvPr id="5" name="Picture 6">
            <a:extLst>
              <a:ext uri="{FF2B5EF4-FFF2-40B4-BE49-F238E27FC236}">
                <a16:creationId xmlns:a16="http://schemas.microsoft.com/office/drawing/2014/main" id="{ADADC521-D7B2-458E-9EDA-DF33BFAB3C6B}"/>
              </a:ext>
            </a:extLst>
          </p:cNvPr>
          <p:cNvPicPr>
            <a:picLocks noChangeAspect="1" noChangeArrowheads="1"/>
          </p:cNvPicPr>
          <p:nvPr/>
        </p:nvPicPr>
        <p:blipFill>
          <a:blip r:embed="rId3" cstate="print">
            <a:duotone>
              <a:schemeClr val="accent6">
                <a:shade val="45000"/>
                <a:satMod val="135000"/>
              </a:schemeClr>
              <a:prstClr val="white"/>
            </a:duotone>
          </a:blip>
          <a:srcRect/>
          <a:stretch>
            <a:fillRect/>
          </a:stretch>
        </p:blipFill>
        <p:spPr bwMode="auto">
          <a:xfrm>
            <a:off x="1281538" y="1453888"/>
            <a:ext cx="5572164" cy="857256"/>
          </a:xfrm>
          <a:prstGeom prst="rect">
            <a:avLst/>
          </a:prstGeom>
          <a:noFill/>
          <a:ln w="9525">
            <a:noFill/>
            <a:miter lim="800000"/>
            <a:headEnd/>
            <a:tailEnd/>
          </a:ln>
        </p:spPr>
      </p:pic>
      <p:sp>
        <p:nvSpPr>
          <p:cNvPr id="20486" name="Rectangle 5">
            <a:extLst>
              <a:ext uri="{FF2B5EF4-FFF2-40B4-BE49-F238E27FC236}">
                <a16:creationId xmlns:a16="http://schemas.microsoft.com/office/drawing/2014/main" id="{C0B93270-0D78-478B-9556-44AAD40CEA59}"/>
              </a:ext>
            </a:extLst>
          </p:cNvPr>
          <p:cNvSpPr>
            <a:spLocks noChangeArrowheads="1"/>
          </p:cNvSpPr>
          <p:nvPr/>
        </p:nvSpPr>
        <p:spPr bwMode="auto">
          <a:xfrm>
            <a:off x="5220072" y="430752"/>
            <a:ext cx="378618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dirty="0">
                <a:latin typeface="Arial" panose="020B0604020202020204" pitchFamily="34" charset="0"/>
                <a:cs typeface="Arial" panose="020B0604020202020204" pitchFamily="34" charset="0"/>
              </a:rPr>
              <a:t>Magnetic Force on a Current-Carrying Wire (cont.)</a:t>
            </a:r>
            <a:endParaRPr lang="en-US" altLang="id-ID" sz="2000" b="1" i="1" dirty="0">
              <a:latin typeface="Arial" panose="020B0604020202020204" pitchFamily="34" charset="0"/>
              <a:cs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Box 3">
            <a:extLst>
              <a:ext uri="{FF2B5EF4-FFF2-40B4-BE49-F238E27FC236}">
                <a16:creationId xmlns:a16="http://schemas.microsoft.com/office/drawing/2014/main" id="{9B1ED28B-4206-4DAF-9BB7-850A340BCB4D}"/>
              </a:ext>
            </a:extLst>
          </p:cNvPr>
          <p:cNvSpPr txBox="1">
            <a:spLocks noChangeArrowheads="1"/>
          </p:cNvSpPr>
          <p:nvPr/>
        </p:nvSpPr>
        <p:spPr bwMode="auto">
          <a:xfrm>
            <a:off x="1035900" y="1484784"/>
            <a:ext cx="79946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u="sng" dirty="0">
                <a:solidFill>
                  <a:srgbClr val="002060"/>
                </a:solidFill>
                <a:latin typeface="Arial" panose="020B0604020202020204" pitchFamily="34" charset="0"/>
              </a:rPr>
              <a:t>Example, Magnetic Force on a Wire Carrying Current</a:t>
            </a:r>
            <a:r>
              <a:rPr lang="en-US" altLang="id-ID" b="1" i="1" dirty="0">
                <a:solidFill>
                  <a:srgbClr val="002060"/>
                </a:solidFill>
                <a:latin typeface="Arial" panose="020B0604020202020204" pitchFamily="34" charset="0"/>
              </a:rPr>
              <a:t>:</a:t>
            </a:r>
          </a:p>
        </p:txBody>
      </p:sp>
      <p:sp>
        <p:nvSpPr>
          <p:cNvPr id="21507" name="Rectangle 4">
            <a:extLst>
              <a:ext uri="{FF2B5EF4-FFF2-40B4-BE49-F238E27FC236}">
                <a16:creationId xmlns:a16="http://schemas.microsoft.com/office/drawing/2014/main" id="{A02CEF4A-B800-4C69-8076-71EF9A2D58CD}"/>
              </a:ext>
            </a:extLst>
          </p:cNvPr>
          <p:cNvSpPr>
            <a:spLocks noChangeArrowheads="1"/>
          </p:cNvSpPr>
          <p:nvPr/>
        </p:nvSpPr>
        <p:spPr bwMode="auto">
          <a:xfrm>
            <a:off x="1043608" y="2060848"/>
            <a:ext cx="774320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b="1" dirty="0">
                <a:latin typeface="Arial" panose="020B0604020202020204" pitchFamily="34" charset="0"/>
                <a:ea typeface="Times New Roman" panose="02020603050405020304" pitchFamily="18" charset="0"/>
                <a:cs typeface="Arial" panose="020B0604020202020204" pitchFamily="34" charset="0"/>
              </a:rPr>
              <a:t>A straight, horizontal length of copper wire has a current </a:t>
            </a:r>
            <a:r>
              <a:rPr lang="en-US" altLang="id-ID" b="1" dirty="0" err="1">
                <a:latin typeface="Arial" panose="020B0604020202020204" pitchFamily="34" charset="0"/>
                <a:ea typeface="Times New Roman" panose="02020603050405020304" pitchFamily="18" charset="0"/>
                <a:cs typeface="Arial" panose="020B0604020202020204" pitchFamily="34" charset="0"/>
              </a:rPr>
              <a:t>i</a:t>
            </a:r>
            <a:r>
              <a:rPr lang="en-US" altLang="id-ID" b="1" dirty="0">
                <a:latin typeface="Arial" panose="020B0604020202020204" pitchFamily="34" charset="0"/>
                <a:ea typeface="Times New Roman" panose="02020603050405020304" pitchFamily="18" charset="0"/>
                <a:cs typeface="Arial" panose="020B0604020202020204" pitchFamily="34" charset="0"/>
              </a:rPr>
              <a:t>=28 A through it. What are the magnitude and direction of the minimum magnetic field B needed to suspend the wire,  that is, to balance the gravitational force on it? The linear density (mass per unit length) of the wire is 46,6 g/m.</a:t>
            </a:r>
            <a:endParaRPr lang="en-US" altLang="id-ID" dirty="0">
              <a:latin typeface="Arial" panose="020B0604020202020204" pitchFamily="34" charset="0"/>
              <a:ea typeface="Times New Roman" panose="02020603050405020304" pitchFamily="18" charset="0"/>
              <a:cs typeface="Arial" panose="020B0604020202020204" pitchFamily="34" charset="0"/>
            </a:endParaRPr>
          </a:p>
        </p:txBody>
      </p:sp>
      <p:sp>
        <p:nvSpPr>
          <p:cNvPr id="21508" name="Rectangle 3">
            <a:extLst>
              <a:ext uri="{FF2B5EF4-FFF2-40B4-BE49-F238E27FC236}">
                <a16:creationId xmlns:a16="http://schemas.microsoft.com/office/drawing/2014/main" id="{D868D321-9EB6-4051-A4C8-075EF81648BB}"/>
              </a:ext>
            </a:extLst>
          </p:cNvPr>
          <p:cNvSpPr>
            <a:spLocks noChangeArrowheads="1"/>
          </p:cNvSpPr>
          <p:nvPr/>
        </p:nvSpPr>
        <p:spPr bwMode="auto">
          <a:xfrm>
            <a:off x="2857500" y="0"/>
            <a:ext cx="378618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solidFill>
                  <a:schemeClr val="bg1"/>
                </a:solidFill>
                <a:latin typeface="Arial" panose="020B0604020202020204" pitchFamily="34" charset="0"/>
                <a:cs typeface="Arial" panose="020B0604020202020204" pitchFamily="34" charset="0"/>
              </a:rPr>
              <a:t>Magnetic Force on a Current-Carrying Wire (cont.)</a:t>
            </a:r>
            <a:endParaRPr lang="en-US" altLang="id-ID" sz="2000" b="1" i="1">
              <a:solidFill>
                <a:schemeClr val="bg1"/>
              </a:solidFill>
              <a:latin typeface="Arial" panose="020B0604020202020204" pitchFamily="34" charset="0"/>
              <a:cs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Box 1">
            <a:extLst>
              <a:ext uri="{FF2B5EF4-FFF2-40B4-BE49-F238E27FC236}">
                <a16:creationId xmlns:a16="http://schemas.microsoft.com/office/drawing/2014/main" id="{DCD34A17-ABE5-4A5C-B4E4-14A5B10A8B2F}"/>
              </a:ext>
            </a:extLst>
          </p:cNvPr>
          <p:cNvSpPr txBox="1">
            <a:spLocks noChangeArrowheads="1"/>
          </p:cNvSpPr>
          <p:nvPr/>
        </p:nvSpPr>
        <p:spPr bwMode="auto">
          <a:xfrm>
            <a:off x="3208894" y="481703"/>
            <a:ext cx="512191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dirty="0">
                <a:latin typeface="Arial" panose="020B0604020202020204" pitchFamily="34" charset="0"/>
                <a:cs typeface="Arial" panose="020B0604020202020204" pitchFamily="34" charset="0"/>
              </a:rPr>
              <a:t>6. </a:t>
            </a:r>
            <a:r>
              <a:rPr lang="en-US" altLang="id-ID" b="1" dirty="0">
                <a:latin typeface="Arial" panose="020B0604020202020204" pitchFamily="34" charset="0"/>
                <a:cs typeface="Arial" panose="020B0604020202020204" pitchFamily="34" charset="0"/>
              </a:rPr>
              <a:t>Magnetic Field due to a Current</a:t>
            </a:r>
          </a:p>
          <a:p>
            <a:pPr eaLnBrk="1" hangingPunct="1">
              <a:spcBef>
                <a:spcPct val="0"/>
              </a:spcBef>
              <a:buFontTx/>
              <a:buNone/>
            </a:pPr>
            <a:r>
              <a:rPr lang="en-US" altLang="id-ID" b="1" dirty="0">
                <a:latin typeface="Arial" panose="020B0604020202020204" pitchFamily="34" charset="0"/>
                <a:cs typeface="Arial" panose="020B0604020202020204" pitchFamily="34" charset="0"/>
              </a:rPr>
              <a:t>    (</a:t>
            </a:r>
            <a:r>
              <a:rPr lang="en-US" altLang="id-ID" b="1" dirty="0" err="1">
                <a:latin typeface="Arial" panose="020B0604020202020204" pitchFamily="34" charset="0"/>
                <a:cs typeface="Arial" panose="020B0604020202020204" pitchFamily="34" charset="0"/>
              </a:rPr>
              <a:t>Biot</a:t>
            </a:r>
            <a:r>
              <a:rPr lang="en-US" altLang="id-ID" b="1" dirty="0">
                <a:latin typeface="Arial" panose="020B0604020202020204" pitchFamily="34" charset="0"/>
                <a:cs typeface="Arial" panose="020B0604020202020204" pitchFamily="34" charset="0"/>
              </a:rPr>
              <a:t>-Savart Law)</a:t>
            </a:r>
          </a:p>
        </p:txBody>
      </p:sp>
      <p:pic>
        <p:nvPicPr>
          <p:cNvPr id="29699" name="Picture 6">
            <a:extLst>
              <a:ext uri="{FF2B5EF4-FFF2-40B4-BE49-F238E27FC236}">
                <a16:creationId xmlns:a16="http://schemas.microsoft.com/office/drawing/2014/main" id="{C6525FAC-5E85-4679-8F79-5F3624B9A2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8105" y="1556792"/>
            <a:ext cx="3469981" cy="3744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0" name="TextBox 7">
            <a:extLst>
              <a:ext uri="{FF2B5EF4-FFF2-40B4-BE49-F238E27FC236}">
                <a16:creationId xmlns:a16="http://schemas.microsoft.com/office/drawing/2014/main" id="{3F39B1D2-7A9D-4935-9650-8533E4F2B543}"/>
              </a:ext>
            </a:extLst>
          </p:cNvPr>
          <p:cNvSpPr txBox="1">
            <a:spLocks noChangeArrowheads="1"/>
          </p:cNvSpPr>
          <p:nvPr/>
        </p:nvSpPr>
        <p:spPr bwMode="auto">
          <a:xfrm>
            <a:off x="971601" y="1601218"/>
            <a:ext cx="4536504" cy="4985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dirty="0">
                <a:latin typeface="Arial" panose="020B0604020202020204" pitchFamily="34" charset="0"/>
              </a:rPr>
              <a:t>The magnitude of the field </a:t>
            </a:r>
            <a:r>
              <a:rPr lang="en-US" altLang="id-ID" sz="2200" b="1" i="1" dirty="0">
                <a:latin typeface="Arial" panose="020B0604020202020204" pitchFamily="34" charset="0"/>
              </a:rPr>
              <a:t>dB</a:t>
            </a:r>
            <a:r>
              <a:rPr lang="en-US" altLang="id-ID" sz="2200" b="1" dirty="0">
                <a:latin typeface="Arial" panose="020B0604020202020204" pitchFamily="34" charset="0"/>
              </a:rPr>
              <a:t> produced at point </a:t>
            </a:r>
            <a:r>
              <a:rPr lang="en-US" altLang="id-ID" sz="2200" b="1" i="1" dirty="0">
                <a:latin typeface="Arial" panose="020B0604020202020204" pitchFamily="34" charset="0"/>
              </a:rPr>
              <a:t>P </a:t>
            </a:r>
            <a:r>
              <a:rPr lang="en-US" altLang="id-ID" sz="2200" b="1" dirty="0">
                <a:latin typeface="Arial" panose="020B0604020202020204" pitchFamily="34" charset="0"/>
              </a:rPr>
              <a:t>at distance </a:t>
            </a:r>
            <a:r>
              <a:rPr lang="en-US" altLang="id-ID" sz="2200" b="1" i="1" dirty="0">
                <a:latin typeface="Arial" panose="020B0604020202020204" pitchFamily="34" charset="0"/>
              </a:rPr>
              <a:t>r </a:t>
            </a:r>
            <a:r>
              <a:rPr lang="en-US" altLang="id-ID" sz="2200" b="1" dirty="0">
                <a:latin typeface="Arial" panose="020B0604020202020204" pitchFamily="34" charset="0"/>
              </a:rPr>
              <a:t>by a current length element </a:t>
            </a:r>
            <a:r>
              <a:rPr lang="en-US" altLang="id-ID" sz="2200" b="1" i="1" dirty="0" err="1">
                <a:latin typeface="Arial" panose="020B0604020202020204" pitchFamily="34" charset="0"/>
              </a:rPr>
              <a:t>i</a:t>
            </a:r>
            <a:r>
              <a:rPr lang="en-US" altLang="id-ID" sz="2200" b="1" i="1" dirty="0">
                <a:latin typeface="Arial" panose="020B0604020202020204" pitchFamily="34" charset="0"/>
              </a:rPr>
              <a:t> ds </a:t>
            </a:r>
            <a:r>
              <a:rPr lang="en-US" altLang="id-ID" sz="2200" b="1" dirty="0">
                <a:latin typeface="Arial" panose="020B0604020202020204" pitchFamily="34" charset="0"/>
              </a:rPr>
              <a:t>turns out to be</a:t>
            </a:r>
          </a:p>
          <a:p>
            <a:pPr eaLnBrk="1" hangingPunct="1">
              <a:spcBef>
                <a:spcPct val="0"/>
              </a:spcBef>
              <a:buFontTx/>
              <a:buNone/>
            </a:pPr>
            <a:endParaRPr lang="en-US" altLang="id-ID" sz="1800" dirty="0">
              <a:latin typeface="Arial" panose="020B0604020202020204" pitchFamily="34" charset="0"/>
            </a:endParaRPr>
          </a:p>
          <a:p>
            <a:pPr eaLnBrk="1" hangingPunct="1">
              <a:spcBef>
                <a:spcPct val="0"/>
              </a:spcBef>
              <a:buFontTx/>
              <a:buNone/>
            </a:pPr>
            <a:endParaRPr lang="en-US" altLang="id-ID" sz="1800" dirty="0">
              <a:latin typeface="Arial" panose="020B0604020202020204" pitchFamily="34" charset="0"/>
            </a:endParaRPr>
          </a:p>
          <a:p>
            <a:pPr eaLnBrk="1" hangingPunct="1">
              <a:spcBef>
                <a:spcPct val="0"/>
              </a:spcBef>
              <a:buFontTx/>
              <a:buNone/>
            </a:pPr>
            <a:endParaRPr lang="en-US" altLang="id-ID" sz="1800" dirty="0">
              <a:latin typeface="Arial" panose="020B0604020202020204" pitchFamily="34" charset="0"/>
            </a:endParaRPr>
          </a:p>
          <a:p>
            <a:pPr eaLnBrk="1" hangingPunct="1">
              <a:spcBef>
                <a:spcPct val="0"/>
              </a:spcBef>
              <a:buFontTx/>
              <a:buNone/>
            </a:pPr>
            <a:r>
              <a:rPr lang="en-US" altLang="id-ID" sz="2200" b="1" dirty="0">
                <a:latin typeface="Arial" panose="020B0604020202020204" pitchFamily="34" charset="0"/>
              </a:rPr>
              <a:t>where </a:t>
            </a:r>
            <a:r>
              <a:rPr lang="en-US" altLang="id-ID" sz="2200" b="1" i="1" dirty="0">
                <a:latin typeface="Symbol" panose="05050102010706020507" pitchFamily="18" charset="2"/>
              </a:rPr>
              <a:t>q</a:t>
            </a:r>
            <a:r>
              <a:rPr lang="en-US" altLang="id-ID" sz="2200" b="1" dirty="0">
                <a:latin typeface="Arial" panose="020B0604020202020204" pitchFamily="34" charset="0"/>
              </a:rPr>
              <a:t> is the angle between the directions of and , a unit vector that points from </a:t>
            </a:r>
            <a:r>
              <a:rPr lang="en-US" altLang="id-ID" sz="2200" b="1" i="1" dirty="0">
                <a:latin typeface="Arial" panose="020B0604020202020204" pitchFamily="34" charset="0"/>
              </a:rPr>
              <a:t>ds </a:t>
            </a:r>
            <a:r>
              <a:rPr lang="en-US" altLang="id-ID" sz="2200" b="1" dirty="0">
                <a:latin typeface="Arial" panose="020B0604020202020204" pitchFamily="34" charset="0"/>
              </a:rPr>
              <a:t>toward</a:t>
            </a:r>
            <a:r>
              <a:rPr lang="en-US" altLang="id-ID" sz="2200" b="1" i="1" dirty="0">
                <a:latin typeface="Arial" panose="020B0604020202020204" pitchFamily="34" charset="0"/>
              </a:rPr>
              <a:t> P. </a:t>
            </a:r>
            <a:r>
              <a:rPr lang="en-US" altLang="id-ID" sz="2200" b="1" dirty="0">
                <a:latin typeface="Arial" panose="020B0604020202020204" pitchFamily="34" charset="0"/>
              </a:rPr>
              <a:t>Symbol </a:t>
            </a:r>
            <a:r>
              <a:rPr lang="en-US" altLang="id-ID" sz="2200" b="1" i="1" dirty="0">
                <a:latin typeface="Symbol" panose="05050102010706020507" pitchFamily="18" charset="2"/>
              </a:rPr>
              <a:t>m</a:t>
            </a:r>
            <a:r>
              <a:rPr lang="en-US" altLang="id-ID" sz="2200" b="1" i="1" baseline="-25000" dirty="0">
                <a:latin typeface="Arial" panose="020B0604020202020204" pitchFamily="34" charset="0"/>
              </a:rPr>
              <a:t>0</a:t>
            </a:r>
            <a:r>
              <a:rPr lang="en-US" altLang="id-ID" sz="2200" b="1" i="1" dirty="0">
                <a:latin typeface="Arial" panose="020B0604020202020204" pitchFamily="34" charset="0"/>
              </a:rPr>
              <a:t> </a:t>
            </a:r>
            <a:r>
              <a:rPr lang="en-US" altLang="id-ID" sz="2200" b="1" dirty="0">
                <a:latin typeface="Arial" panose="020B0604020202020204" pitchFamily="34" charset="0"/>
              </a:rPr>
              <a:t>is a constant, called the permeability constant, whose value is :</a:t>
            </a:r>
          </a:p>
          <a:p>
            <a:pPr eaLnBrk="1" hangingPunct="1">
              <a:spcBef>
                <a:spcPct val="0"/>
              </a:spcBef>
              <a:buFontTx/>
              <a:buNone/>
            </a:pPr>
            <a:r>
              <a:rPr lang="en-US" altLang="id-ID" sz="2200" b="1" dirty="0">
                <a:solidFill>
                  <a:srgbClr val="002060"/>
                </a:solidFill>
                <a:latin typeface="Arial" panose="020B0604020202020204" pitchFamily="34" charset="0"/>
              </a:rPr>
              <a:t>µ</a:t>
            </a:r>
            <a:r>
              <a:rPr lang="en-US" altLang="id-ID" sz="2200" b="1" baseline="-25000" dirty="0">
                <a:solidFill>
                  <a:srgbClr val="002060"/>
                </a:solidFill>
                <a:latin typeface="Arial" panose="020B0604020202020204" pitchFamily="34" charset="0"/>
              </a:rPr>
              <a:t>0</a:t>
            </a:r>
            <a:r>
              <a:rPr lang="en-US" altLang="id-ID" sz="2200" b="1" dirty="0">
                <a:solidFill>
                  <a:srgbClr val="002060"/>
                </a:solidFill>
                <a:latin typeface="Arial" panose="020B0604020202020204" pitchFamily="34" charset="0"/>
              </a:rPr>
              <a:t>= 4πx10</a:t>
            </a:r>
            <a:r>
              <a:rPr lang="en-US" altLang="id-ID" sz="2200" b="1" baseline="30000" dirty="0">
                <a:solidFill>
                  <a:srgbClr val="002060"/>
                </a:solidFill>
                <a:latin typeface="Arial" panose="020B0604020202020204" pitchFamily="34" charset="0"/>
              </a:rPr>
              <a:t>-7</a:t>
            </a:r>
            <a:r>
              <a:rPr lang="en-US" altLang="id-ID" sz="2200" b="1" dirty="0">
                <a:solidFill>
                  <a:srgbClr val="002060"/>
                </a:solidFill>
                <a:latin typeface="Arial" panose="020B0604020202020204" pitchFamily="34" charset="0"/>
              </a:rPr>
              <a:t> </a:t>
            </a:r>
            <a:r>
              <a:rPr lang="en-US" altLang="id-ID" sz="2200" b="1" dirty="0" err="1">
                <a:solidFill>
                  <a:srgbClr val="002060"/>
                </a:solidFill>
                <a:latin typeface="Arial" panose="020B0604020202020204" pitchFamily="34" charset="0"/>
              </a:rPr>
              <a:t>T.m</a:t>
            </a:r>
            <a:r>
              <a:rPr lang="en-US" altLang="id-ID" sz="2200" b="1" dirty="0">
                <a:solidFill>
                  <a:srgbClr val="002060"/>
                </a:solidFill>
                <a:latin typeface="Arial" panose="020B0604020202020204" pitchFamily="34" charset="0"/>
              </a:rPr>
              <a:t>/A ≈ 1,26x10</a:t>
            </a:r>
            <a:r>
              <a:rPr lang="en-US" altLang="id-ID" sz="2200" b="1" baseline="30000" dirty="0">
                <a:solidFill>
                  <a:srgbClr val="002060"/>
                </a:solidFill>
                <a:latin typeface="Arial" panose="020B0604020202020204" pitchFamily="34" charset="0"/>
              </a:rPr>
              <a:t>-6</a:t>
            </a:r>
            <a:r>
              <a:rPr lang="en-US" altLang="id-ID" sz="2200" b="1" dirty="0">
                <a:solidFill>
                  <a:srgbClr val="002060"/>
                </a:solidFill>
                <a:latin typeface="Arial" panose="020B0604020202020204" pitchFamily="34" charset="0"/>
              </a:rPr>
              <a:t> </a:t>
            </a:r>
            <a:r>
              <a:rPr lang="en-US" altLang="id-ID" sz="2200" b="1" dirty="0" err="1">
                <a:solidFill>
                  <a:srgbClr val="002060"/>
                </a:solidFill>
                <a:latin typeface="Arial" panose="020B0604020202020204" pitchFamily="34" charset="0"/>
              </a:rPr>
              <a:t>T.m</a:t>
            </a:r>
            <a:r>
              <a:rPr lang="en-US" altLang="id-ID" sz="2200" b="1" dirty="0">
                <a:solidFill>
                  <a:srgbClr val="002060"/>
                </a:solidFill>
                <a:latin typeface="Arial" panose="020B0604020202020204" pitchFamily="34" charset="0"/>
              </a:rPr>
              <a:t>/A</a:t>
            </a:r>
            <a:endParaRPr lang="en-US" altLang="id-ID" sz="2200" dirty="0">
              <a:solidFill>
                <a:srgbClr val="002060"/>
              </a:solidFill>
              <a:latin typeface="Arial" panose="020B0604020202020204" pitchFamily="34" charset="0"/>
            </a:endParaRPr>
          </a:p>
        </p:txBody>
      </p:sp>
      <p:pic>
        <p:nvPicPr>
          <p:cNvPr id="29701" name="Picture 8">
            <a:extLst>
              <a:ext uri="{FF2B5EF4-FFF2-40B4-BE49-F238E27FC236}">
                <a16:creationId xmlns:a16="http://schemas.microsoft.com/office/drawing/2014/main" id="{1EDA3478-FCA8-410D-8AC3-7C8E3271B6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5776" y="2996952"/>
            <a:ext cx="2304256" cy="685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2" name="Rectangle 5">
            <a:extLst>
              <a:ext uri="{FF2B5EF4-FFF2-40B4-BE49-F238E27FC236}">
                <a16:creationId xmlns:a16="http://schemas.microsoft.com/office/drawing/2014/main" id="{1B6E77E7-297F-4683-8EE3-C12B47EB390F}"/>
              </a:ext>
            </a:extLst>
          </p:cNvPr>
          <p:cNvSpPr>
            <a:spLocks noChangeArrowheads="1"/>
          </p:cNvSpPr>
          <p:nvPr/>
        </p:nvSpPr>
        <p:spPr bwMode="auto">
          <a:xfrm>
            <a:off x="5443162" y="5345634"/>
            <a:ext cx="35718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1800" b="1" i="1" dirty="0">
                <a:solidFill>
                  <a:srgbClr val="002060"/>
                </a:solidFill>
                <a:latin typeface="Arial" panose="020B0604020202020204" pitchFamily="34" charset="0"/>
                <a:cs typeface="Arial" panose="020B0604020202020204" pitchFamily="34" charset="0"/>
              </a:rPr>
              <a:t>Fig.6. Magnetic Field due to a Current</a:t>
            </a:r>
            <a:endParaRPr lang="en-US" altLang="id-ID" sz="1800" dirty="0">
              <a:solidFill>
                <a:srgbClr val="002060"/>
              </a:solidFill>
              <a:latin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6B88BD-BD71-4456-945A-37D2E60F3648}"/>
              </a:ext>
            </a:extLst>
          </p:cNvPr>
          <p:cNvSpPr>
            <a:spLocks noGrp="1"/>
          </p:cNvSpPr>
          <p:nvPr>
            <p:ph type="dt" sz="half" idx="10"/>
          </p:nvPr>
        </p:nvSpPr>
        <p:spPr>
          <a:xfrm>
            <a:off x="1187624" y="1285875"/>
            <a:ext cx="7670626" cy="5427663"/>
          </a:xfrm>
        </p:spPr>
        <p:txBody>
          <a:bodyPr/>
          <a:lstStyle/>
          <a:p>
            <a:pPr>
              <a:defRPr/>
            </a:pPr>
            <a:endParaRPr lang="en-US" sz="2400" dirty="0">
              <a:solidFill>
                <a:schemeClr val="tx1"/>
              </a:solidFill>
            </a:endParaRPr>
          </a:p>
          <a:p>
            <a:pPr>
              <a:defRPr/>
            </a:pPr>
            <a:r>
              <a:rPr lang="en-US" sz="2400" dirty="0">
                <a:solidFill>
                  <a:schemeClr val="tx1"/>
                </a:solidFill>
              </a:rPr>
              <a:t>Therefore, in vector form</a:t>
            </a:r>
          </a:p>
        </p:txBody>
      </p:sp>
      <p:sp>
        <p:nvSpPr>
          <p:cNvPr id="30723" name="Slide Number Placeholder 2">
            <a:extLst>
              <a:ext uri="{FF2B5EF4-FFF2-40B4-BE49-F238E27FC236}">
                <a16:creationId xmlns:a16="http://schemas.microsoft.com/office/drawing/2014/main" id="{CFE8ECD4-C785-4C2A-8E00-E23C79CD2EB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2BC8DE85-913C-4007-9DED-A51D83394D3D}" type="slidenum">
              <a:rPr lang="en-US" altLang="id-ID" sz="1400" smtClean="0"/>
              <a:pPr>
                <a:spcBef>
                  <a:spcPct val="0"/>
                </a:spcBef>
                <a:buFontTx/>
                <a:buNone/>
              </a:pPr>
              <a:t>17</a:t>
            </a:fld>
            <a:endParaRPr lang="en-US" altLang="id-ID" sz="1400"/>
          </a:p>
        </p:txBody>
      </p:sp>
      <p:pic>
        <p:nvPicPr>
          <p:cNvPr id="4" name="Picture 10">
            <a:extLst>
              <a:ext uri="{FF2B5EF4-FFF2-40B4-BE49-F238E27FC236}">
                <a16:creationId xmlns:a16="http://schemas.microsoft.com/office/drawing/2014/main" id="{AC92C73A-986E-4F2C-BA06-8F85E3474AE0}"/>
              </a:ext>
            </a:extLst>
          </p:cNvPr>
          <p:cNvPicPr>
            <a:picLocks noChangeAspect="1" noChangeArrowheads="1"/>
          </p:cNvPicPr>
          <p:nvPr/>
        </p:nvPicPr>
        <p:blipFill>
          <a:blip r:embed="rId2" cstate="print">
            <a:duotone>
              <a:prstClr val="black"/>
              <a:schemeClr val="accent3">
                <a:tint val="45000"/>
                <a:satMod val="400000"/>
              </a:schemeClr>
            </a:duotone>
          </a:blip>
          <a:srcRect/>
          <a:stretch>
            <a:fillRect/>
          </a:stretch>
        </p:blipFill>
        <p:spPr bwMode="auto">
          <a:xfrm>
            <a:off x="1187624" y="1772816"/>
            <a:ext cx="5544616" cy="85725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0725" name="Rectangle 4">
            <a:extLst>
              <a:ext uri="{FF2B5EF4-FFF2-40B4-BE49-F238E27FC236}">
                <a16:creationId xmlns:a16="http://schemas.microsoft.com/office/drawing/2014/main" id="{DA1EA8B0-2687-4E5A-AC5F-AA801DDA6C5A}"/>
              </a:ext>
            </a:extLst>
          </p:cNvPr>
          <p:cNvSpPr>
            <a:spLocks noChangeArrowheads="1"/>
          </p:cNvSpPr>
          <p:nvPr/>
        </p:nvSpPr>
        <p:spPr bwMode="auto">
          <a:xfrm>
            <a:off x="3286125" y="285750"/>
            <a:ext cx="27146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ctr" eaLnBrk="1" hangingPunct="1">
              <a:spcBef>
                <a:spcPct val="0"/>
              </a:spcBef>
              <a:buFontTx/>
              <a:buNone/>
            </a:pPr>
            <a:r>
              <a:rPr lang="en-US" altLang="id-ID" sz="2000" b="1">
                <a:solidFill>
                  <a:schemeClr val="bg1"/>
                </a:solidFill>
                <a:latin typeface="Arial" panose="020B0604020202020204" pitchFamily="34" charset="0"/>
                <a:cs typeface="Arial" panose="020B0604020202020204" pitchFamily="34" charset="0"/>
              </a:rPr>
              <a:t>Magnetic Field due to a Current (cont.)</a:t>
            </a:r>
            <a:endParaRPr lang="en-US" altLang="id-ID" sz="2000">
              <a:solidFill>
                <a:schemeClr val="bg1"/>
              </a:solidFill>
              <a:latin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Box 1">
            <a:extLst>
              <a:ext uri="{FF2B5EF4-FFF2-40B4-BE49-F238E27FC236}">
                <a16:creationId xmlns:a16="http://schemas.microsoft.com/office/drawing/2014/main" id="{0BBC643D-E640-4E0F-9EBE-3F4E78593B4F}"/>
              </a:ext>
            </a:extLst>
          </p:cNvPr>
          <p:cNvSpPr txBox="1">
            <a:spLocks noChangeArrowheads="1"/>
          </p:cNvSpPr>
          <p:nvPr/>
        </p:nvSpPr>
        <p:spPr bwMode="auto">
          <a:xfrm>
            <a:off x="899592" y="1379696"/>
            <a:ext cx="64992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u="sng">
                <a:solidFill>
                  <a:srgbClr val="0070C0"/>
                </a:solidFill>
                <a:latin typeface="Arial" panose="020B0604020202020204" pitchFamily="34" charset="0"/>
                <a:cs typeface="Arial" panose="020B0604020202020204" pitchFamily="34" charset="0"/>
              </a:rPr>
              <a:t>Magnetic Field due to a Long Straight Wire</a:t>
            </a:r>
            <a:r>
              <a:rPr lang="en-US" altLang="id-ID" sz="2000" b="1" i="1">
                <a:solidFill>
                  <a:srgbClr val="0070C0"/>
                </a:solidFill>
                <a:latin typeface="Arial" panose="020B0604020202020204" pitchFamily="34" charset="0"/>
                <a:cs typeface="Arial" panose="020B0604020202020204" pitchFamily="34" charset="0"/>
              </a:rPr>
              <a:t>:</a:t>
            </a:r>
          </a:p>
        </p:txBody>
      </p:sp>
      <p:pic>
        <p:nvPicPr>
          <p:cNvPr id="31747" name="Picture 3">
            <a:extLst>
              <a:ext uri="{FF2B5EF4-FFF2-40B4-BE49-F238E27FC236}">
                <a16:creationId xmlns:a16="http://schemas.microsoft.com/office/drawing/2014/main" id="{43E60C65-BAC0-4702-9DD8-DF396B56BA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7248" y="4336966"/>
            <a:ext cx="3813224" cy="85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TextBox 6">
            <a:extLst>
              <a:ext uri="{FF2B5EF4-FFF2-40B4-BE49-F238E27FC236}">
                <a16:creationId xmlns:a16="http://schemas.microsoft.com/office/drawing/2014/main" id="{178EFD11-0E2C-47E6-9265-16A0312AF84E}"/>
              </a:ext>
            </a:extLst>
          </p:cNvPr>
          <p:cNvSpPr txBox="1">
            <a:spLocks noChangeArrowheads="1"/>
          </p:cNvSpPr>
          <p:nvPr/>
        </p:nvSpPr>
        <p:spPr bwMode="auto">
          <a:xfrm>
            <a:off x="5173353" y="2139410"/>
            <a:ext cx="3471862"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dirty="0">
                <a:latin typeface="Arial" panose="020B0604020202020204" pitchFamily="34" charset="0"/>
              </a:rPr>
              <a:t>The magnitude of the magnetic field at a perpendicular distance </a:t>
            </a:r>
            <a:r>
              <a:rPr lang="en-US" altLang="id-ID" sz="2200" b="1" i="1" dirty="0">
                <a:latin typeface="Arial" panose="020B0604020202020204" pitchFamily="34" charset="0"/>
              </a:rPr>
              <a:t>R </a:t>
            </a:r>
            <a:r>
              <a:rPr lang="en-US" altLang="id-ID" sz="2200" b="1" dirty="0">
                <a:latin typeface="Arial" panose="020B0604020202020204" pitchFamily="34" charset="0"/>
              </a:rPr>
              <a:t>from a long (infinite) straight wire carrying a current </a:t>
            </a:r>
            <a:r>
              <a:rPr lang="en-US" altLang="id-ID" sz="2200" b="1" i="1" dirty="0" err="1">
                <a:latin typeface="Arial" panose="020B0604020202020204" pitchFamily="34" charset="0"/>
              </a:rPr>
              <a:t>i</a:t>
            </a:r>
            <a:r>
              <a:rPr lang="en-US" altLang="id-ID" sz="2200" b="1" i="1" dirty="0">
                <a:latin typeface="Arial" panose="020B0604020202020204" pitchFamily="34" charset="0"/>
              </a:rPr>
              <a:t> </a:t>
            </a:r>
            <a:r>
              <a:rPr lang="en-US" altLang="id-ID" sz="2200" b="1" dirty="0">
                <a:latin typeface="Arial" panose="020B0604020202020204" pitchFamily="34" charset="0"/>
              </a:rPr>
              <a:t>is given by</a:t>
            </a:r>
          </a:p>
        </p:txBody>
      </p:sp>
      <p:grpSp>
        <p:nvGrpSpPr>
          <p:cNvPr id="31749" name="Group 8">
            <a:extLst>
              <a:ext uri="{FF2B5EF4-FFF2-40B4-BE49-F238E27FC236}">
                <a16:creationId xmlns:a16="http://schemas.microsoft.com/office/drawing/2014/main" id="{8F76EF22-8874-43D8-82DA-28EE44C88D46}"/>
              </a:ext>
            </a:extLst>
          </p:cNvPr>
          <p:cNvGrpSpPr>
            <a:grpSpLocks/>
          </p:cNvGrpSpPr>
          <p:nvPr/>
        </p:nvGrpSpPr>
        <p:grpSpPr bwMode="auto">
          <a:xfrm>
            <a:off x="1113905" y="2737008"/>
            <a:ext cx="2714625" cy="2581275"/>
            <a:chOff x="7410" y="3871"/>
            <a:chExt cx="3960" cy="4064"/>
          </a:xfrm>
        </p:grpSpPr>
        <p:sp>
          <p:nvSpPr>
            <p:cNvPr id="31754" name="Oval 9">
              <a:extLst>
                <a:ext uri="{FF2B5EF4-FFF2-40B4-BE49-F238E27FC236}">
                  <a16:creationId xmlns:a16="http://schemas.microsoft.com/office/drawing/2014/main" id="{6CAF2B70-6EFD-4122-8525-2CFB15694303}"/>
                </a:ext>
              </a:extLst>
            </p:cNvPr>
            <p:cNvSpPr>
              <a:spLocks noChangeArrowheads="1"/>
            </p:cNvSpPr>
            <p:nvPr/>
          </p:nvSpPr>
          <p:spPr bwMode="auto">
            <a:xfrm>
              <a:off x="7410" y="4245"/>
              <a:ext cx="3960" cy="3690"/>
            </a:xfrm>
            <a:prstGeom prst="ellipse">
              <a:avLst/>
            </a:prstGeom>
            <a:solidFill>
              <a:srgbClr val="FFFFFF"/>
            </a:solidFill>
            <a:ln w="9525">
              <a:solidFill>
                <a:srgbClr val="00B05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31755" name="Oval 10">
              <a:extLst>
                <a:ext uri="{FF2B5EF4-FFF2-40B4-BE49-F238E27FC236}">
                  <a16:creationId xmlns:a16="http://schemas.microsoft.com/office/drawing/2014/main" id="{533A3CF0-80AF-4F8A-BEA6-6A84C7BE3C4F}"/>
                </a:ext>
              </a:extLst>
            </p:cNvPr>
            <p:cNvSpPr>
              <a:spLocks noChangeArrowheads="1"/>
            </p:cNvSpPr>
            <p:nvPr/>
          </p:nvSpPr>
          <p:spPr bwMode="auto">
            <a:xfrm>
              <a:off x="7965" y="4755"/>
              <a:ext cx="2835" cy="2625"/>
            </a:xfrm>
            <a:prstGeom prst="ellipse">
              <a:avLst/>
            </a:prstGeom>
            <a:solidFill>
              <a:srgbClr val="FFFFFF"/>
            </a:solidFill>
            <a:ln w="9525">
              <a:solidFill>
                <a:srgbClr val="00B05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31756" name="Oval 11">
              <a:extLst>
                <a:ext uri="{FF2B5EF4-FFF2-40B4-BE49-F238E27FC236}">
                  <a16:creationId xmlns:a16="http://schemas.microsoft.com/office/drawing/2014/main" id="{4EC96A87-BF49-41FA-B8FF-2E511BBD678F}"/>
                </a:ext>
              </a:extLst>
            </p:cNvPr>
            <p:cNvSpPr>
              <a:spLocks noChangeArrowheads="1"/>
            </p:cNvSpPr>
            <p:nvPr/>
          </p:nvSpPr>
          <p:spPr bwMode="auto">
            <a:xfrm>
              <a:off x="8415" y="5250"/>
              <a:ext cx="1950" cy="1620"/>
            </a:xfrm>
            <a:prstGeom prst="ellipse">
              <a:avLst/>
            </a:prstGeom>
            <a:solidFill>
              <a:srgbClr val="FFFFFF"/>
            </a:solidFill>
            <a:ln w="9525">
              <a:solidFill>
                <a:srgbClr val="00B05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31757" name="Oval 12">
              <a:extLst>
                <a:ext uri="{FF2B5EF4-FFF2-40B4-BE49-F238E27FC236}">
                  <a16:creationId xmlns:a16="http://schemas.microsoft.com/office/drawing/2014/main" id="{887A69BC-579C-47EB-8DC0-EB5AE65821E1}"/>
                </a:ext>
              </a:extLst>
            </p:cNvPr>
            <p:cNvSpPr>
              <a:spLocks noChangeArrowheads="1"/>
            </p:cNvSpPr>
            <p:nvPr/>
          </p:nvSpPr>
          <p:spPr bwMode="auto">
            <a:xfrm>
              <a:off x="8790" y="5580"/>
              <a:ext cx="1200" cy="1005"/>
            </a:xfrm>
            <a:prstGeom prst="ellipse">
              <a:avLst/>
            </a:prstGeom>
            <a:solidFill>
              <a:srgbClr val="FFFFFF"/>
            </a:solidFill>
            <a:ln w="9525">
              <a:solidFill>
                <a:srgbClr val="00B05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31758" name="AutoShape 13">
              <a:extLst>
                <a:ext uri="{FF2B5EF4-FFF2-40B4-BE49-F238E27FC236}">
                  <a16:creationId xmlns:a16="http://schemas.microsoft.com/office/drawing/2014/main" id="{294CDA95-0EC3-41AA-BBB1-6452C92162AC}"/>
                </a:ext>
              </a:extLst>
            </p:cNvPr>
            <p:cNvCxnSpPr>
              <a:cxnSpLocks noChangeShapeType="1"/>
            </p:cNvCxnSpPr>
            <p:nvPr/>
          </p:nvCxnSpPr>
          <p:spPr bwMode="auto">
            <a:xfrm flipV="1">
              <a:off x="9510" y="3871"/>
              <a:ext cx="360" cy="2009"/>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31759" name="Oval 14">
              <a:extLst>
                <a:ext uri="{FF2B5EF4-FFF2-40B4-BE49-F238E27FC236}">
                  <a16:creationId xmlns:a16="http://schemas.microsoft.com/office/drawing/2014/main" id="{640D6B8C-228A-4C7D-A6D8-2E7960152A70}"/>
                </a:ext>
              </a:extLst>
            </p:cNvPr>
            <p:cNvSpPr>
              <a:spLocks noChangeArrowheads="1"/>
            </p:cNvSpPr>
            <p:nvPr/>
          </p:nvSpPr>
          <p:spPr bwMode="auto">
            <a:xfrm>
              <a:off x="9045" y="5760"/>
              <a:ext cx="690" cy="630"/>
            </a:xfrm>
            <a:prstGeom prst="ellipse">
              <a:avLst/>
            </a:prstGeom>
            <a:solidFill>
              <a:srgbClr val="FFFFFF"/>
            </a:solidFill>
            <a:ln w="9525">
              <a:solidFill>
                <a:srgbClr val="00B05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31760" name="AutoShape 15">
              <a:extLst>
                <a:ext uri="{FF2B5EF4-FFF2-40B4-BE49-F238E27FC236}">
                  <a16:creationId xmlns:a16="http://schemas.microsoft.com/office/drawing/2014/main" id="{8C40C03F-C107-42B5-A0FC-98E1A912815E}"/>
                </a:ext>
              </a:extLst>
            </p:cNvPr>
            <p:cNvSpPr>
              <a:spLocks noChangeArrowheads="1"/>
            </p:cNvSpPr>
            <p:nvPr/>
          </p:nvSpPr>
          <p:spPr bwMode="auto">
            <a:xfrm>
              <a:off x="9240" y="5880"/>
              <a:ext cx="270" cy="315"/>
            </a:xfrm>
            <a:prstGeom prst="flowChartSummingJunction">
              <a:avLst/>
            </a:prstGeom>
            <a:solidFill>
              <a:srgbClr val="FFFFFF"/>
            </a:solidFill>
            <a:ln w="2857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31761" name="AutoShape 16">
              <a:extLst>
                <a:ext uri="{FF2B5EF4-FFF2-40B4-BE49-F238E27FC236}">
                  <a16:creationId xmlns:a16="http://schemas.microsoft.com/office/drawing/2014/main" id="{29F36155-83C2-4CF3-BCA6-DCF1A2F071BD}"/>
                </a:ext>
              </a:extLst>
            </p:cNvPr>
            <p:cNvCxnSpPr>
              <a:cxnSpLocks noChangeShapeType="1"/>
            </p:cNvCxnSpPr>
            <p:nvPr/>
          </p:nvCxnSpPr>
          <p:spPr bwMode="auto">
            <a:xfrm flipV="1">
              <a:off x="7410" y="5955"/>
              <a:ext cx="0" cy="120"/>
            </a:xfrm>
            <a:prstGeom prst="straightConnector1">
              <a:avLst/>
            </a:prstGeom>
            <a:noFill/>
            <a:ln w="28575">
              <a:solidFill>
                <a:srgbClr val="00B050"/>
              </a:solidFill>
              <a:round/>
              <a:headEnd/>
              <a:tailEnd type="triangle" w="med" len="med"/>
            </a:ln>
            <a:extLst>
              <a:ext uri="{909E8E84-426E-40DD-AFC4-6F175D3DCCD1}">
                <a14:hiddenFill xmlns:a14="http://schemas.microsoft.com/office/drawing/2010/main">
                  <a:noFill/>
                </a14:hiddenFill>
              </a:ext>
            </a:extLst>
          </p:spPr>
        </p:cxnSp>
        <p:cxnSp>
          <p:nvCxnSpPr>
            <p:cNvPr id="31762" name="AutoShape 17">
              <a:extLst>
                <a:ext uri="{FF2B5EF4-FFF2-40B4-BE49-F238E27FC236}">
                  <a16:creationId xmlns:a16="http://schemas.microsoft.com/office/drawing/2014/main" id="{5B69FCB4-8BD6-4471-8980-194DBA9EF2E1}"/>
                </a:ext>
              </a:extLst>
            </p:cNvPr>
            <p:cNvCxnSpPr>
              <a:cxnSpLocks noChangeShapeType="1"/>
            </p:cNvCxnSpPr>
            <p:nvPr/>
          </p:nvCxnSpPr>
          <p:spPr bwMode="auto">
            <a:xfrm flipV="1">
              <a:off x="8790" y="5955"/>
              <a:ext cx="0" cy="120"/>
            </a:xfrm>
            <a:prstGeom prst="straightConnector1">
              <a:avLst/>
            </a:prstGeom>
            <a:noFill/>
            <a:ln w="28575">
              <a:solidFill>
                <a:srgbClr val="00B050"/>
              </a:solidFill>
              <a:round/>
              <a:headEnd/>
              <a:tailEnd type="triangle" w="med" len="med"/>
            </a:ln>
            <a:extLst>
              <a:ext uri="{909E8E84-426E-40DD-AFC4-6F175D3DCCD1}">
                <a14:hiddenFill xmlns:a14="http://schemas.microsoft.com/office/drawing/2010/main">
                  <a:noFill/>
                </a14:hiddenFill>
              </a:ext>
            </a:extLst>
          </p:spPr>
        </p:cxnSp>
        <p:cxnSp>
          <p:nvCxnSpPr>
            <p:cNvPr id="31763" name="AutoShape 18">
              <a:extLst>
                <a:ext uri="{FF2B5EF4-FFF2-40B4-BE49-F238E27FC236}">
                  <a16:creationId xmlns:a16="http://schemas.microsoft.com/office/drawing/2014/main" id="{3FFA03DC-E76F-4BAB-A356-569C05BED30E}"/>
                </a:ext>
              </a:extLst>
            </p:cNvPr>
            <p:cNvCxnSpPr>
              <a:cxnSpLocks noChangeShapeType="1"/>
            </p:cNvCxnSpPr>
            <p:nvPr/>
          </p:nvCxnSpPr>
          <p:spPr bwMode="auto">
            <a:xfrm flipV="1">
              <a:off x="7965" y="5955"/>
              <a:ext cx="0" cy="120"/>
            </a:xfrm>
            <a:prstGeom prst="straightConnector1">
              <a:avLst/>
            </a:prstGeom>
            <a:noFill/>
            <a:ln w="28575">
              <a:solidFill>
                <a:srgbClr val="00B050"/>
              </a:solidFill>
              <a:round/>
              <a:headEnd/>
              <a:tailEnd type="triangle" w="med" len="med"/>
            </a:ln>
            <a:extLst>
              <a:ext uri="{909E8E84-426E-40DD-AFC4-6F175D3DCCD1}">
                <a14:hiddenFill xmlns:a14="http://schemas.microsoft.com/office/drawing/2010/main">
                  <a:noFill/>
                </a14:hiddenFill>
              </a:ext>
            </a:extLst>
          </p:spPr>
        </p:cxnSp>
        <p:cxnSp>
          <p:nvCxnSpPr>
            <p:cNvPr id="31764" name="AutoShape 19">
              <a:extLst>
                <a:ext uri="{FF2B5EF4-FFF2-40B4-BE49-F238E27FC236}">
                  <a16:creationId xmlns:a16="http://schemas.microsoft.com/office/drawing/2014/main" id="{DDC1AF91-AA9B-4B47-BC6A-25B8DC96630D}"/>
                </a:ext>
              </a:extLst>
            </p:cNvPr>
            <p:cNvCxnSpPr>
              <a:cxnSpLocks noChangeShapeType="1"/>
            </p:cNvCxnSpPr>
            <p:nvPr/>
          </p:nvCxnSpPr>
          <p:spPr bwMode="auto">
            <a:xfrm flipV="1">
              <a:off x="8415" y="5955"/>
              <a:ext cx="0" cy="120"/>
            </a:xfrm>
            <a:prstGeom prst="straightConnector1">
              <a:avLst/>
            </a:prstGeom>
            <a:noFill/>
            <a:ln w="28575">
              <a:solidFill>
                <a:srgbClr val="00B050"/>
              </a:solidFill>
              <a:round/>
              <a:headEnd/>
              <a:tailEnd type="triangle" w="med" len="med"/>
            </a:ln>
            <a:extLst>
              <a:ext uri="{909E8E84-426E-40DD-AFC4-6F175D3DCCD1}">
                <a14:hiddenFill xmlns:a14="http://schemas.microsoft.com/office/drawing/2010/main">
                  <a:noFill/>
                </a14:hiddenFill>
              </a:ext>
            </a:extLst>
          </p:spPr>
        </p:cxnSp>
        <p:cxnSp>
          <p:nvCxnSpPr>
            <p:cNvPr id="31765" name="AutoShape 20">
              <a:extLst>
                <a:ext uri="{FF2B5EF4-FFF2-40B4-BE49-F238E27FC236}">
                  <a16:creationId xmlns:a16="http://schemas.microsoft.com/office/drawing/2014/main" id="{7F600002-1DD1-4DB2-BD4A-9FA980BF29E4}"/>
                </a:ext>
              </a:extLst>
            </p:cNvPr>
            <p:cNvCxnSpPr>
              <a:cxnSpLocks noChangeShapeType="1"/>
            </p:cNvCxnSpPr>
            <p:nvPr/>
          </p:nvCxnSpPr>
          <p:spPr bwMode="auto">
            <a:xfrm flipV="1">
              <a:off x="9045" y="5955"/>
              <a:ext cx="0" cy="120"/>
            </a:xfrm>
            <a:prstGeom prst="straightConnector1">
              <a:avLst/>
            </a:prstGeom>
            <a:noFill/>
            <a:ln w="28575">
              <a:solidFill>
                <a:srgbClr val="00B050"/>
              </a:solidFill>
              <a:round/>
              <a:headEnd/>
              <a:tailEnd type="triangle" w="med" len="med"/>
            </a:ln>
            <a:extLst>
              <a:ext uri="{909E8E84-426E-40DD-AFC4-6F175D3DCCD1}">
                <a14:hiddenFill xmlns:a14="http://schemas.microsoft.com/office/drawing/2010/main">
                  <a:noFill/>
                </a14:hiddenFill>
              </a:ext>
            </a:extLst>
          </p:spPr>
        </p:cxnSp>
        <p:cxnSp>
          <p:nvCxnSpPr>
            <p:cNvPr id="31766" name="AutoShape 21">
              <a:extLst>
                <a:ext uri="{FF2B5EF4-FFF2-40B4-BE49-F238E27FC236}">
                  <a16:creationId xmlns:a16="http://schemas.microsoft.com/office/drawing/2014/main" id="{E39D9C56-AB98-4740-AF5A-316CCD7CB731}"/>
                </a:ext>
              </a:extLst>
            </p:cNvPr>
            <p:cNvCxnSpPr>
              <a:cxnSpLocks noChangeShapeType="1"/>
            </p:cNvCxnSpPr>
            <p:nvPr/>
          </p:nvCxnSpPr>
          <p:spPr bwMode="auto">
            <a:xfrm>
              <a:off x="11370" y="6075"/>
              <a:ext cx="0" cy="120"/>
            </a:xfrm>
            <a:prstGeom prst="straightConnector1">
              <a:avLst/>
            </a:prstGeom>
            <a:noFill/>
            <a:ln w="9525">
              <a:solidFill>
                <a:srgbClr val="00B050"/>
              </a:solidFill>
              <a:round/>
              <a:headEnd/>
              <a:tailEnd type="triangle" w="med" len="med"/>
            </a:ln>
            <a:extLst>
              <a:ext uri="{909E8E84-426E-40DD-AFC4-6F175D3DCCD1}">
                <a14:hiddenFill xmlns:a14="http://schemas.microsoft.com/office/drawing/2010/main">
                  <a:noFill/>
                </a14:hiddenFill>
              </a:ext>
            </a:extLst>
          </p:spPr>
        </p:cxnSp>
        <p:cxnSp>
          <p:nvCxnSpPr>
            <p:cNvPr id="31767" name="AutoShape 22">
              <a:extLst>
                <a:ext uri="{FF2B5EF4-FFF2-40B4-BE49-F238E27FC236}">
                  <a16:creationId xmlns:a16="http://schemas.microsoft.com/office/drawing/2014/main" id="{661DE0CD-BF21-455B-9A3B-7A4D1F36BAF8}"/>
                </a:ext>
              </a:extLst>
            </p:cNvPr>
            <p:cNvCxnSpPr>
              <a:cxnSpLocks noChangeShapeType="1"/>
            </p:cNvCxnSpPr>
            <p:nvPr/>
          </p:nvCxnSpPr>
          <p:spPr bwMode="auto">
            <a:xfrm>
              <a:off x="9990" y="5955"/>
              <a:ext cx="0" cy="120"/>
            </a:xfrm>
            <a:prstGeom prst="straightConnector1">
              <a:avLst/>
            </a:prstGeom>
            <a:noFill/>
            <a:ln w="9525">
              <a:solidFill>
                <a:srgbClr val="00B050"/>
              </a:solidFill>
              <a:round/>
              <a:headEnd/>
              <a:tailEnd type="triangle" w="med" len="med"/>
            </a:ln>
            <a:extLst>
              <a:ext uri="{909E8E84-426E-40DD-AFC4-6F175D3DCCD1}">
                <a14:hiddenFill xmlns:a14="http://schemas.microsoft.com/office/drawing/2010/main">
                  <a:noFill/>
                </a14:hiddenFill>
              </a:ext>
            </a:extLst>
          </p:spPr>
        </p:cxnSp>
        <p:cxnSp>
          <p:nvCxnSpPr>
            <p:cNvPr id="31768" name="AutoShape 23">
              <a:extLst>
                <a:ext uri="{FF2B5EF4-FFF2-40B4-BE49-F238E27FC236}">
                  <a16:creationId xmlns:a16="http://schemas.microsoft.com/office/drawing/2014/main" id="{85EE5BD0-9767-494E-A3DF-182BA24A87A6}"/>
                </a:ext>
              </a:extLst>
            </p:cNvPr>
            <p:cNvCxnSpPr>
              <a:cxnSpLocks noChangeShapeType="1"/>
            </p:cNvCxnSpPr>
            <p:nvPr/>
          </p:nvCxnSpPr>
          <p:spPr bwMode="auto">
            <a:xfrm>
              <a:off x="10365" y="5955"/>
              <a:ext cx="0" cy="120"/>
            </a:xfrm>
            <a:prstGeom prst="straightConnector1">
              <a:avLst/>
            </a:prstGeom>
            <a:noFill/>
            <a:ln w="9525">
              <a:solidFill>
                <a:srgbClr val="00B050"/>
              </a:solidFill>
              <a:round/>
              <a:headEnd/>
              <a:tailEnd type="triangle" w="med" len="med"/>
            </a:ln>
            <a:extLst>
              <a:ext uri="{909E8E84-426E-40DD-AFC4-6F175D3DCCD1}">
                <a14:hiddenFill xmlns:a14="http://schemas.microsoft.com/office/drawing/2010/main">
                  <a:noFill/>
                </a14:hiddenFill>
              </a:ext>
            </a:extLst>
          </p:spPr>
        </p:cxnSp>
        <p:cxnSp>
          <p:nvCxnSpPr>
            <p:cNvPr id="31769" name="AutoShape 24">
              <a:extLst>
                <a:ext uri="{FF2B5EF4-FFF2-40B4-BE49-F238E27FC236}">
                  <a16:creationId xmlns:a16="http://schemas.microsoft.com/office/drawing/2014/main" id="{AE972DC6-6B90-4157-8242-F4EF53BB94A5}"/>
                </a:ext>
              </a:extLst>
            </p:cNvPr>
            <p:cNvCxnSpPr>
              <a:cxnSpLocks noChangeShapeType="1"/>
            </p:cNvCxnSpPr>
            <p:nvPr/>
          </p:nvCxnSpPr>
          <p:spPr bwMode="auto">
            <a:xfrm>
              <a:off x="10800" y="5955"/>
              <a:ext cx="0" cy="120"/>
            </a:xfrm>
            <a:prstGeom prst="straightConnector1">
              <a:avLst/>
            </a:prstGeom>
            <a:noFill/>
            <a:ln w="9525">
              <a:solidFill>
                <a:srgbClr val="00B050"/>
              </a:solidFill>
              <a:round/>
              <a:headEnd/>
              <a:tailEnd type="triangle" w="med" len="med"/>
            </a:ln>
            <a:extLst>
              <a:ext uri="{909E8E84-426E-40DD-AFC4-6F175D3DCCD1}">
                <a14:hiddenFill xmlns:a14="http://schemas.microsoft.com/office/drawing/2010/main">
                  <a:noFill/>
                </a14:hiddenFill>
              </a:ext>
            </a:extLst>
          </p:spPr>
        </p:cxnSp>
        <p:cxnSp>
          <p:nvCxnSpPr>
            <p:cNvPr id="31770" name="AutoShape 25">
              <a:extLst>
                <a:ext uri="{FF2B5EF4-FFF2-40B4-BE49-F238E27FC236}">
                  <a16:creationId xmlns:a16="http://schemas.microsoft.com/office/drawing/2014/main" id="{0AB99386-2440-4D46-B080-1554283B0307}"/>
                </a:ext>
              </a:extLst>
            </p:cNvPr>
            <p:cNvCxnSpPr>
              <a:cxnSpLocks noChangeShapeType="1"/>
            </p:cNvCxnSpPr>
            <p:nvPr/>
          </p:nvCxnSpPr>
          <p:spPr bwMode="auto">
            <a:xfrm>
              <a:off x="9734" y="5955"/>
              <a:ext cx="1" cy="120"/>
            </a:xfrm>
            <a:prstGeom prst="straightConnector1">
              <a:avLst/>
            </a:prstGeom>
            <a:noFill/>
            <a:ln w="9525">
              <a:solidFill>
                <a:srgbClr val="00B050"/>
              </a:solidFill>
              <a:round/>
              <a:headEnd/>
              <a:tailEnd type="triangle" w="med" len="med"/>
            </a:ln>
            <a:extLst>
              <a:ext uri="{909E8E84-426E-40DD-AFC4-6F175D3DCCD1}">
                <a14:hiddenFill xmlns:a14="http://schemas.microsoft.com/office/drawing/2010/main">
                  <a:noFill/>
                </a14:hiddenFill>
              </a:ext>
            </a:extLst>
          </p:spPr>
        </p:cxnSp>
        <p:cxnSp>
          <p:nvCxnSpPr>
            <p:cNvPr id="31771" name="AutoShape 26">
              <a:extLst>
                <a:ext uri="{FF2B5EF4-FFF2-40B4-BE49-F238E27FC236}">
                  <a16:creationId xmlns:a16="http://schemas.microsoft.com/office/drawing/2014/main" id="{C22FBFFF-B171-4AD6-9756-62F5B2024193}"/>
                </a:ext>
              </a:extLst>
            </p:cNvPr>
            <p:cNvCxnSpPr>
              <a:cxnSpLocks noChangeShapeType="1"/>
            </p:cNvCxnSpPr>
            <p:nvPr/>
          </p:nvCxnSpPr>
          <p:spPr bwMode="auto">
            <a:xfrm>
              <a:off x="9870" y="3871"/>
              <a:ext cx="375"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31772" name="AutoShape 27">
              <a:extLst>
                <a:ext uri="{FF2B5EF4-FFF2-40B4-BE49-F238E27FC236}">
                  <a16:creationId xmlns:a16="http://schemas.microsoft.com/office/drawing/2014/main" id="{490858D7-9C44-4537-A905-CDA6ACBD9158}"/>
                </a:ext>
              </a:extLst>
            </p:cNvPr>
            <p:cNvCxnSpPr>
              <a:cxnSpLocks noChangeShapeType="1"/>
            </p:cNvCxnSpPr>
            <p:nvPr/>
          </p:nvCxnSpPr>
          <p:spPr bwMode="auto">
            <a:xfrm flipV="1">
              <a:off x="8790" y="5130"/>
              <a:ext cx="0" cy="945"/>
            </a:xfrm>
            <a:prstGeom prst="straightConnector1">
              <a:avLst/>
            </a:prstGeom>
            <a:noFill/>
            <a:ln w="28575">
              <a:solidFill>
                <a:srgbClr val="00B050"/>
              </a:solidFill>
              <a:round/>
              <a:headEnd/>
              <a:tailEnd type="triangle" w="med" len="med"/>
            </a:ln>
            <a:extLst>
              <a:ext uri="{909E8E84-426E-40DD-AFC4-6F175D3DCCD1}">
                <a14:hiddenFill xmlns:a14="http://schemas.microsoft.com/office/drawing/2010/main">
                  <a:noFill/>
                </a14:hiddenFill>
              </a:ext>
            </a:extLst>
          </p:spPr>
        </p:cxnSp>
      </p:grpSp>
      <p:sp>
        <p:nvSpPr>
          <p:cNvPr id="31750" name="Rectangle 27">
            <a:extLst>
              <a:ext uri="{FF2B5EF4-FFF2-40B4-BE49-F238E27FC236}">
                <a16:creationId xmlns:a16="http://schemas.microsoft.com/office/drawing/2014/main" id="{CA7DDB23-5DBB-437C-A387-A774F78A63ED}"/>
              </a:ext>
            </a:extLst>
          </p:cNvPr>
          <p:cNvSpPr>
            <a:spLocks noChangeArrowheads="1"/>
          </p:cNvSpPr>
          <p:nvPr/>
        </p:nvSpPr>
        <p:spPr bwMode="auto">
          <a:xfrm>
            <a:off x="971030" y="1808321"/>
            <a:ext cx="3471862"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rPr>
              <a:t>The magnetic field vector</a:t>
            </a:r>
          </a:p>
          <a:p>
            <a:pPr eaLnBrk="1" hangingPunct="1">
              <a:spcBef>
                <a:spcPct val="0"/>
              </a:spcBef>
              <a:buFontTx/>
              <a:buNone/>
            </a:pPr>
            <a:r>
              <a:rPr lang="en-US" altLang="id-ID" sz="2000" b="1">
                <a:latin typeface="Arial" panose="020B0604020202020204" pitchFamily="34" charset="0"/>
              </a:rPr>
              <a:t>At any point is tangent to a</a:t>
            </a:r>
          </a:p>
          <a:p>
            <a:pPr eaLnBrk="1" hangingPunct="1">
              <a:spcBef>
                <a:spcPct val="0"/>
              </a:spcBef>
              <a:buFontTx/>
              <a:buNone/>
            </a:pPr>
            <a:r>
              <a:rPr lang="en-US" altLang="id-ID" sz="2000" b="1">
                <a:latin typeface="Arial" panose="020B0604020202020204" pitchFamily="34" charset="0"/>
              </a:rPr>
              <a:t>circle</a:t>
            </a:r>
            <a:endParaRPr lang="en-US" altLang="id-ID" sz="2000">
              <a:latin typeface="Arial" panose="020B0604020202020204" pitchFamily="34" charset="0"/>
            </a:endParaRPr>
          </a:p>
        </p:txBody>
      </p:sp>
      <p:sp>
        <p:nvSpPr>
          <p:cNvPr id="31751" name="Rectangle 28">
            <a:extLst>
              <a:ext uri="{FF2B5EF4-FFF2-40B4-BE49-F238E27FC236}">
                <a16:creationId xmlns:a16="http://schemas.microsoft.com/office/drawing/2014/main" id="{A742EA84-25A7-4B16-B2B4-68B9ABFF3C7E}"/>
              </a:ext>
            </a:extLst>
          </p:cNvPr>
          <p:cNvSpPr>
            <a:spLocks noChangeArrowheads="1"/>
          </p:cNvSpPr>
          <p:nvPr/>
        </p:nvSpPr>
        <p:spPr bwMode="auto">
          <a:xfrm>
            <a:off x="2971280" y="2594133"/>
            <a:ext cx="221138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1800" b="1">
                <a:latin typeface="Arial" panose="020B0604020202020204" pitchFamily="34" charset="0"/>
              </a:rPr>
              <a:t>Wire with current</a:t>
            </a:r>
          </a:p>
          <a:p>
            <a:pPr eaLnBrk="1" hangingPunct="1">
              <a:spcBef>
                <a:spcPct val="0"/>
              </a:spcBef>
              <a:buFontTx/>
              <a:buNone/>
            </a:pPr>
            <a:r>
              <a:rPr lang="en-US" altLang="id-ID" sz="1800" b="1">
                <a:latin typeface="Arial" panose="020B0604020202020204" pitchFamily="34" charset="0"/>
              </a:rPr>
              <a:t>Into the page</a:t>
            </a:r>
            <a:endParaRPr lang="en-US" altLang="id-ID" sz="1800">
              <a:latin typeface="Arial" panose="020B0604020202020204" pitchFamily="34" charset="0"/>
            </a:endParaRPr>
          </a:p>
        </p:txBody>
      </p:sp>
      <p:sp>
        <p:nvSpPr>
          <p:cNvPr id="31752" name="Rectangle 29">
            <a:extLst>
              <a:ext uri="{FF2B5EF4-FFF2-40B4-BE49-F238E27FC236}">
                <a16:creationId xmlns:a16="http://schemas.microsoft.com/office/drawing/2014/main" id="{E014E4FF-458A-4D25-B24F-9E5D984A4A33}"/>
              </a:ext>
            </a:extLst>
          </p:cNvPr>
          <p:cNvSpPr>
            <a:spLocks noChangeArrowheads="1"/>
          </p:cNvSpPr>
          <p:nvPr/>
        </p:nvSpPr>
        <p:spPr bwMode="auto">
          <a:xfrm>
            <a:off x="971029" y="5446852"/>
            <a:ext cx="600075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1800" b="1" dirty="0">
                <a:solidFill>
                  <a:srgbClr val="002060"/>
                </a:solidFill>
                <a:latin typeface="Arial" panose="020B0604020202020204" pitchFamily="34" charset="0"/>
              </a:rPr>
              <a:t>Fig.7.  The magnetic field lines produced by  a current in a long straight wire form concentric circles around the wire. Here the current  is into the page, as Indicated by the X.  </a:t>
            </a:r>
            <a:endParaRPr lang="en-US" altLang="id-ID" sz="1800" dirty="0">
              <a:solidFill>
                <a:srgbClr val="002060"/>
              </a:solidFill>
              <a:latin typeface="Arial" panose="020B0604020202020204" pitchFamily="34" charset="0"/>
            </a:endParaRPr>
          </a:p>
        </p:txBody>
      </p:sp>
      <p:sp>
        <p:nvSpPr>
          <p:cNvPr id="31753" name="Rectangle 27">
            <a:extLst>
              <a:ext uri="{FF2B5EF4-FFF2-40B4-BE49-F238E27FC236}">
                <a16:creationId xmlns:a16="http://schemas.microsoft.com/office/drawing/2014/main" id="{B1DFACAD-19C2-4C92-94DE-FABA12EBD1BD}"/>
              </a:ext>
            </a:extLst>
          </p:cNvPr>
          <p:cNvSpPr>
            <a:spLocks noChangeArrowheads="1"/>
          </p:cNvSpPr>
          <p:nvPr/>
        </p:nvSpPr>
        <p:spPr bwMode="auto">
          <a:xfrm>
            <a:off x="3286125" y="285750"/>
            <a:ext cx="27146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ctr" eaLnBrk="1" hangingPunct="1">
              <a:spcBef>
                <a:spcPct val="0"/>
              </a:spcBef>
              <a:buFontTx/>
              <a:buNone/>
            </a:pPr>
            <a:r>
              <a:rPr lang="en-US" altLang="id-ID" sz="2000" b="1">
                <a:solidFill>
                  <a:schemeClr val="bg1"/>
                </a:solidFill>
                <a:latin typeface="Arial" panose="020B0604020202020204" pitchFamily="34" charset="0"/>
                <a:cs typeface="Arial" panose="020B0604020202020204" pitchFamily="34" charset="0"/>
              </a:rPr>
              <a:t>Magnetic Field due to a Current (cont.)</a:t>
            </a:r>
            <a:endParaRPr lang="en-US" altLang="id-ID" sz="2000">
              <a:solidFill>
                <a:schemeClr val="bg1"/>
              </a:solidFill>
              <a:latin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4C8773-B2F9-4A85-956D-E5DF84D457E1}"/>
              </a:ext>
            </a:extLst>
          </p:cNvPr>
          <p:cNvSpPr>
            <a:spLocks noGrp="1"/>
          </p:cNvSpPr>
          <p:nvPr>
            <p:ph type="dt" sz="half" idx="10"/>
          </p:nvPr>
        </p:nvSpPr>
        <p:spPr>
          <a:xfrm>
            <a:off x="1043608" y="5108157"/>
            <a:ext cx="7743205" cy="1535531"/>
          </a:xfrm>
        </p:spPr>
        <p:txBody>
          <a:bodyPr/>
          <a:lstStyle/>
          <a:p>
            <a:pPr>
              <a:defRPr/>
            </a:pPr>
            <a:r>
              <a:rPr lang="en-US" sz="1600" b="1" dirty="0">
                <a:solidFill>
                  <a:schemeClr val="tx1"/>
                </a:solidFill>
              </a:rPr>
              <a:t>Fig.8.  A right-hand rule gives the direction of the magnetic field due to a current in a wire. (</a:t>
            </a:r>
            <a:r>
              <a:rPr lang="en-US" sz="1600" b="1" i="1" dirty="0">
                <a:solidFill>
                  <a:schemeClr val="tx1"/>
                </a:solidFill>
              </a:rPr>
              <a:t>a) </a:t>
            </a:r>
            <a:r>
              <a:rPr lang="en-US" sz="1600" b="1" dirty="0">
                <a:solidFill>
                  <a:schemeClr val="tx1"/>
                </a:solidFill>
              </a:rPr>
              <a:t>The magnetic field </a:t>
            </a:r>
            <a:r>
              <a:rPr lang="en-US" sz="1600" b="1" i="1" dirty="0">
                <a:solidFill>
                  <a:schemeClr val="tx1"/>
                </a:solidFill>
              </a:rPr>
              <a:t>B </a:t>
            </a:r>
            <a:r>
              <a:rPr lang="en-US" sz="1600" b="1" dirty="0">
                <a:solidFill>
                  <a:schemeClr val="tx1"/>
                </a:solidFill>
              </a:rPr>
              <a:t>at any point to the left of the wire is perpendicular to the dashed radial line and directed into the page, in the direction of the fingertips, as indicated by the x. (</a:t>
            </a:r>
            <a:r>
              <a:rPr lang="en-US" sz="1600" b="1" i="1" dirty="0">
                <a:solidFill>
                  <a:schemeClr val="tx1"/>
                </a:solidFill>
              </a:rPr>
              <a:t>b) If the </a:t>
            </a:r>
            <a:r>
              <a:rPr lang="en-US" sz="1600" b="1" dirty="0">
                <a:solidFill>
                  <a:schemeClr val="tx1"/>
                </a:solidFill>
              </a:rPr>
              <a:t>current is reversed, at any point to the left is still perpendicular to the dashed radial line but now is directed out of the page, as indicated by the dot.</a:t>
            </a:r>
          </a:p>
        </p:txBody>
      </p:sp>
      <p:sp>
        <p:nvSpPr>
          <p:cNvPr id="33795" name="Slide Number Placeholder 2">
            <a:extLst>
              <a:ext uri="{FF2B5EF4-FFF2-40B4-BE49-F238E27FC236}">
                <a16:creationId xmlns:a16="http://schemas.microsoft.com/office/drawing/2014/main" id="{A0CFDB08-F386-477B-A60D-B4558EF3912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7F879DCC-1A02-4851-AA0B-5C1407A738B0}" type="slidenum">
              <a:rPr lang="en-US" altLang="id-ID" sz="1400" smtClean="0"/>
              <a:pPr>
                <a:spcBef>
                  <a:spcPct val="0"/>
                </a:spcBef>
                <a:buFontTx/>
                <a:buNone/>
              </a:pPr>
              <a:t>19</a:t>
            </a:fld>
            <a:endParaRPr lang="en-US" altLang="id-ID" sz="1400"/>
          </a:p>
        </p:txBody>
      </p:sp>
      <p:pic>
        <p:nvPicPr>
          <p:cNvPr id="33796" name="Picture 2">
            <a:extLst>
              <a:ext uri="{FF2B5EF4-FFF2-40B4-BE49-F238E27FC236}">
                <a16:creationId xmlns:a16="http://schemas.microsoft.com/office/drawing/2014/main" id="{8B3793D9-2A9E-4507-B34A-990EB26109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2211610"/>
            <a:ext cx="5112568" cy="27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7" name="Picture 3">
            <a:extLst>
              <a:ext uri="{FF2B5EF4-FFF2-40B4-BE49-F238E27FC236}">
                <a16:creationId xmlns:a16="http://schemas.microsoft.com/office/drawing/2014/main" id="{E0605AB9-32B7-46A9-8AB6-44095E1213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1790830"/>
            <a:ext cx="2339752" cy="1949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8" name="Rectangle 5">
            <a:extLst>
              <a:ext uri="{FF2B5EF4-FFF2-40B4-BE49-F238E27FC236}">
                <a16:creationId xmlns:a16="http://schemas.microsoft.com/office/drawing/2014/main" id="{573C17F2-A25A-48B6-962A-AF56C5321ACE}"/>
              </a:ext>
            </a:extLst>
          </p:cNvPr>
          <p:cNvSpPr>
            <a:spLocks noChangeArrowheads="1"/>
          </p:cNvSpPr>
          <p:nvPr/>
        </p:nvSpPr>
        <p:spPr bwMode="auto">
          <a:xfrm>
            <a:off x="3286125" y="285750"/>
            <a:ext cx="27146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ctr" eaLnBrk="1" hangingPunct="1">
              <a:spcBef>
                <a:spcPct val="0"/>
              </a:spcBef>
              <a:buFontTx/>
              <a:buNone/>
            </a:pPr>
            <a:r>
              <a:rPr lang="en-US" altLang="id-ID" sz="2000" b="1" dirty="0">
                <a:latin typeface="Arial" panose="020B0604020202020204" pitchFamily="34" charset="0"/>
                <a:cs typeface="Arial" panose="020B0604020202020204" pitchFamily="34" charset="0"/>
              </a:rPr>
              <a:t>Magnetic Field due to a Current (cont.)</a:t>
            </a:r>
            <a:endParaRPr lang="en-US" altLang="id-ID" sz="2000" dirty="0">
              <a:latin typeface="Arial" panose="020B0604020202020204" pitchFamily="34" charset="0"/>
            </a:endParaRPr>
          </a:p>
        </p:txBody>
      </p:sp>
      <p:pic>
        <p:nvPicPr>
          <p:cNvPr id="7" name="Picture 4">
            <a:extLst>
              <a:ext uri="{FF2B5EF4-FFF2-40B4-BE49-F238E27FC236}">
                <a16:creationId xmlns:a16="http://schemas.microsoft.com/office/drawing/2014/main" id="{57C66A0D-B654-4423-BADC-4CBC0FDA18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2759" y="1408989"/>
            <a:ext cx="5246315" cy="1000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3">
            <a:extLst>
              <a:ext uri="{FF2B5EF4-FFF2-40B4-BE49-F238E27FC236}">
                <a16:creationId xmlns:a16="http://schemas.microsoft.com/office/drawing/2014/main" id="{E237A9E8-C2AF-4124-9B1E-1F1427FB44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2063" y="1214438"/>
            <a:ext cx="2643187"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19" name="Picture 4">
            <a:extLst>
              <a:ext uri="{FF2B5EF4-FFF2-40B4-BE49-F238E27FC236}">
                <a16:creationId xmlns:a16="http://schemas.microsoft.com/office/drawing/2014/main" id="{8E331C1C-E25D-4BF8-9120-22CD5A0371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0365"/>
          <a:stretch>
            <a:fillRect/>
          </a:stretch>
        </p:blipFill>
        <p:spPr bwMode="auto">
          <a:xfrm>
            <a:off x="5072063" y="2071688"/>
            <a:ext cx="3786187"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0" name="Picture 5">
            <a:extLst>
              <a:ext uri="{FF2B5EF4-FFF2-40B4-BE49-F238E27FC236}">
                <a16:creationId xmlns:a16="http://schemas.microsoft.com/office/drawing/2014/main" id="{1874A61A-3ABD-4248-B8E5-CB47F76242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2063" y="2928938"/>
            <a:ext cx="1704975"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1" name="Picture 6">
            <a:extLst>
              <a:ext uri="{FF2B5EF4-FFF2-40B4-BE49-F238E27FC236}">
                <a16:creationId xmlns:a16="http://schemas.microsoft.com/office/drawing/2014/main" id="{FC44A49A-C6B6-476F-9292-5C390C5D934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43500" y="3571875"/>
            <a:ext cx="3143250"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2" name="Picture 7">
            <a:extLst>
              <a:ext uri="{FF2B5EF4-FFF2-40B4-BE49-F238E27FC236}">
                <a16:creationId xmlns:a16="http://schemas.microsoft.com/office/drawing/2014/main" id="{CAC073D7-8D59-4FBC-A1E1-C54B0A97FE0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00563" y="4286250"/>
            <a:ext cx="4214812"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92" name="Picture 8">
            <a:extLst>
              <a:ext uri="{FF2B5EF4-FFF2-40B4-BE49-F238E27FC236}">
                <a16:creationId xmlns:a16="http://schemas.microsoft.com/office/drawing/2014/main" id="{026A1DBE-FF50-4360-8646-FC71968FAAD2}"/>
              </a:ext>
            </a:extLst>
          </p:cNvPr>
          <p:cNvPicPr>
            <a:picLocks noChangeAspect="1" noChangeArrowheads="1"/>
          </p:cNvPicPr>
          <p:nvPr/>
        </p:nvPicPr>
        <p:blipFill>
          <a:blip r:embed="rId7" cstate="print">
            <a:duotone>
              <a:schemeClr val="accent6">
                <a:shade val="45000"/>
                <a:satMod val="135000"/>
              </a:schemeClr>
              <a:prstClr val="white"/>
            </a:duotone>
          </a:blip>
          <a:srcRect/>
          <a:stretch>
            <a:fillRect/>
          </a:stretch>
        </p:blipFill>
        <p:spPr bwMode="auto">
          <a:xfrm>
            <a:off x="5011116" y="6069297"/>
            <a:ext cx="3531844" cy="695395"/>
          </a:xfrm>
          <a:prstGeom prst="rect">
            <a:avLst/>
          </a:prstGeom>
          <a:noFill/>
          <a:ln w="9525">
            <a:noFill/>
            <a:miter lim="800000"/>
            <a:headEnd/>
            <a:tailEnd/>
          </a:ln>
        </p:spPr>
      </p:pic>
      <p:cxnSp>
        <p:nvCxnSpPr>
          <p:cNvPr id="11" name="Straight Arrow Connector 10">
            <a:extLst>
              <a:ext uri="{FF2B5EF4-FFF2-40B4-BE49-F238E27FC236}">
                <a16:creationId xmlns:a16="http://schemas.microsoft.com/office/drawing/2014/main" id="{9D9A3DDA-4602-4A4E-953B-B6BC114A0D60}"/>
              </a:ext>
            </a:extLst>
          </p:cNvPr>
          <p:cNvCxnSpPr/>
          <p:nvPr/>
        </p:nvCxnSpPr>
        <p:spPr>
          <a:xfrm>
            <a:off x="4500563" y="2643188"/>
            <a:ext cx="381000" cy="1587"/>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cxnSp>
        <p:nvCxnSpPr>
          <p:cNvPr id="12" name="Straight Arrow Connector 11">
            <a:extLst>
              <a:ext uri="{FF2B5EF4-FFF2-40B4-BE49-F238E27FC236}">
                <a16:creationId xmlns:a16="http://schemas.microsoft.com/office/drawing/2014/main" id="{86605DBB-1943-4CC6-B77A-160302265C19}"/>
              </a:ext>
            </a:extLst>
          </p:cNvPr>
          <p:cNvCxnSpPr/>
          <p:nvPr/>
        </p:nvCxnSpPr>
        <p:spPr>
          <a:xfrm>
            <a:off x="4214813" y="4786313"/>
            <a:ext cx="381000" cy="1587"/>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grpSp>
        <p:nvGrpSpPr>
          <p:cNvPr id="34826" name="Group 12">
            <a:extLst>
              <a:ext uri="{FF2B5EF4-FFF2-40B4-BE49-F238E27FC236}">
                <a16:creationId xmlns:a16="http://schemas.microsoft.com/office/drawing/2014/main" id="{B51E896D-865A-41FC-A935-D72A35441C19}"/>
              </a:ext>
            </a:extLst>
          </p:cNvPr>
          <p:cNvGrpSpPr>
            <a:grpSpLocks/>
          </p:cNvGrpSpPr>
          <p:nvPr/>
        </p:nvGrpSpPr>
        <p:grpSpPr bwMode="auto">
          <a:xfrm>
            <a:off x="1238250" y="2316163"/>
            <a:ext cx="2571750" cy="2928938"/>
            <a:chOff x="7830" y="2715"/>
            <a:chExt cx="2805" cy="4110"/>
          </a:xfrm>
        </p:grpSpPr>
        <p:cxnSp>
          <p:nvCxnSpPr>
            <p:cNvPr id="34840" name="AutoShape 13">
              <a:extLst>
                <a:ext uri="{FF2B5EF4-FFF2-40B4-BE49-F238E27FC236}">
                  <a16:creationId xmlns:a16="http://schemas.microsoft.com/office/drawing/2014/main" id="{74EC5755-4853-4141-BC18-F0DFE4FAE5EA}"/>
                </a:ext>
              </a:extLst>
            </p:cNvPr>
            <p:cNvCxnSpPr>
              <a:cxnSpLocks noChangeShapeType="1"/>
            </p:cNvCxnSpPr>
            <p:nvPr/>
          </p:nvCxnSpPr>
          <p:spPr bwMode="auto">
            <a:xfrm flipH="1">
              <a:off x="8265" y="2715"/>
              <a:ext cx="45" cy="388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34841" name="AutoShape 14">
              <a:extLst>
                <a:ext uri="{FF2B5EF4-FFF2-40B4-BE49-F238E27FC236}">
                  <a16:creationId xmlns:a16="http://schemas.microsoft.com/office/drawing/2014/main" id="{D14C7C51-B27E-4394-B612-E0803A5FA049}"/>
                </a:ext>
              </a:extLst>
            </p:cNvPr>
            <p:cNvCxnSpPr>
              <a:cxnSpLocks noChangeShapeType="1"/>
            </p:cNvCxnSpPr>
            <p:nvPr/>
          </p:nvCxnSpPr>
          <p:spPr bwMode="auto">
            <a:xfrm rot="5400000">
              <a:off x="6488" y="4638"/>
              <a:ext cx="3865" cy="2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34842" name="AutoShape 15">
              <a:extLst>
                <a:ext uri="{FF2B5EF4-FFF2-40B4-BE49-F238E27FC236}">
                  <a16:creationId xmlns:a16="http://schemas.microsoft.com/office/drawing/2014/main" id="{B7DAABB1-9CAF-4D9B-9028-F59AE9431B62}"/>
                </a:ext>
              </a:extLst>
            </p:cNvPr>
            <p:cNvCxnSpPr>
              <a:cxnSpLocks noChangeShapeType="1"/>
            </p:cNvCxnSpPr>
            <p:nvPr/>
          </p:nvCxnSpPr>
          <p:spPr bwMode="auto">
            <a:xfrm>
              <a:off x="8310" y="5663"/>
              <a:ext cx="1755" cy="0"/>
            </a:xfrm>
            <a:prstGeom prst="straightConnector1">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34843" name="AutoShape 16">
              <a:extLst>
                <a:ext uri="{FF2B5EF4-FFF2-40B4-BE49-F238E27FC236}">
                  <a16:creationId xmlns:a16="http://schemas.microsoft.com/office/drawing/2014/main" id="{D5013B64-156D-4472-B50A-12AC04A934BD}"/>
                </a:ext>
              </a:extLst>
            </p:cNvPr>
            <p:cNvCxnSpPr>
              <a:cxnSpLocks noChangeShapeType="1"/>
            </p:cNvCxnSpPr>
            <p:nvPr/>
          </p:nvCxnSpPr>
          <p:spPr bwMode="auto">
            <a:xfrm flipV="1">
              <a:off x="8385" y="2970"/>
              <a:ext cx="1" cy="600"/>
            </a:xfrm>
            <a:prstGeom prst="straightConnector1">
              <a:avLst/>
            </a:prstGeom>
            <a:noFill/>
            <a:ln w="38100">
              <a:solidFill>
                <a:srgbClr val="0070C0"/>
              </a:solidFill>
              <a:round/>
              <a:headEnd/>
              <a:tailEnd type="triangle" w="med" len="med"/>
            </a:ln>
            <a:extLst>
              <a:ext uri="{909E8E84-426E-40DD-AFC4-6F175D3DCCD1}">
                <a14:hiddenFill xmlns:a14="http://schemas.microsoft.com/office/drawing/2010/main">
                  <a:noFill/>
                </a14:hiddenFill>
              </a:ext>
            </a:extLst>
          </p:spPr>
        </p:cxnSp>
        <p:cxnSp>
          <p:nvCxnSpPr>
            <p:cNvPr id="34844" name="AutoShape 17">
              <a:extLst>
                <a:ext uri="{FF2B5EF4-FFF2-40B4-BE49-F238E27FC236}">
                  <a16:creationId xmlns:a16="http://schemas.microsoft.com/office/drawing/2014/main" id="{B6C623EB-31B3-4DC7-99FE-2EBBD4B16E25}"/>
                </a:ext>
              </a:extLst>
            </p:cNvPr>
            <p:cNvCxnSpPr>
              <a:cxnSpLocks noChangeShapeType="1"/>
            </p:cNvCxnSpPr>
            <p:nvPr/>
          </p:nvCxnSpPr>
          <p:spPr bwMode="auto">
            <a:xfrm>
              <a:off x="8385" y="3570"/>
              <a:ext cx="495" cy="570"/>
            </a:xfrm>
            <a:prstGeom prst="straightConnector1">
              <a:avLst/>
            </a:prstGeom>
            <a:noFill/>
            <a:ln w="38100">
              <a:solidFill>
                <a:srgbClr val="C00000"/>
              </a:solidFill>
              <a:round/>
              <a:headEnd/>
              <a:tailEnd type="triangle" w="med" len="med"/>
            </a:ln>
            <a:extLst>
              <a:ext uri="{909E8E84-426E-40DD-AFC4-6F175D3DCCD1}">
                <a14:hiddenFill xmlns:a14="http://schemas.microsoft.com/office/drawing/2010/main">
                  <a:noFill/>
                </a14:hiddenFill>
              </a:ext>
            </a:extLst>
          </p:spPr>
        </p:cxnSp>
        <p:cxnSp>
          <p:nvCxnSpPr>
            <p:cNvPr id="34845" name="AutoShape 18">
              <a:extLst>
                <a:ext uri="{FF2B5EF4-FFF2-40B4-BE49-F238E27FC236}">
                  <a16:creationId xmlns:a16="http://schemas.microsoft.com/office/drawing/2014/main" id="{376590FB-8D5A-4861-A91F-A92969E4F0B0}"/>
                </a:ext>
              </a:extLst>
            </p:cNvPr>
            <p:cNvCxnSpPr>
              <a:cxnSpLocks noChangeShapeType="1"/>
            </p:cNvCxnSpPr>
            <p:nvPr/>
          </p:nvCxnSpPr>
          <p:spPr bwMode="auto">
            <a:xfrm>
              <a:off x="8385" y="3570"/>
              <a:ext cx="1680" cy="195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34846" name="Oval 19">
              <a:extLst>
                <a:ext uri="{FF2B5EF4-FFF2-40B4-BE49-F238E27FC236}">
                  <a16:creationId xmlns:a16="http://schemas.microsoft.com/office/drawing/2014/main" id="{0A3598D4-870C-46A0-A1DC-FE9AFE4CDB25}"/>
                </a:ext>
              </a:extLst>
            </p:cNvPr>
            <p:cNvSpPr>
              <a:spLocks noChangeArrowheads="1"/>
            </p:cNvSpPr>
            <p:nvPr/>
          </p:nvSpPr>
          <p:spPr bwMode="auto">
            <a:xfrm>
              <a:off x="10065" y="5520"/>
              <a:ext cx="143" cy="143"/>
            </a:xfrm>
            <a:prstGeom prst="ellipse">
              <a:avLst/>
            </a:prstGeom>
            <a:solidFill>
              <a:srgbClr val="00000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34847" name="AutoShape 20">
              <a:extLst>
                <a:ext uri="{FF2B5EF4-FFF2-40B4-BE49-F238E27FC236}">
                  <a16:creationId xmlns:a16="http://schemas.microsoft.com/office/drawing/2014/main" id="{0D9C8166-8206-4480-99A4-331775EFB981}"/>
                </a:ext>
              </a:extLst>
            </p:cNvPr>
            <p:cNvCxnSpPr>
              <a:cxnSpLocks noChangeShapeType="1"/>
            </p:cNvCxnSpPr>
            <p:nvPr/>
          </p:nvCxnSpPr>
          <p:spPr bwMode="auto">
            <a:xfrm flipV="1">
              <a:off x="8055" y="5925"/>
              <a:ext cx="1" cy="900"/>
            </a:xfrm>
            <a:prstGeom prst="straightConnector1">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4848" name="AutoShape 21">
              <a:extLst>
                <a:ext uri="{FF2B5EF4-FFF2-40B4-BE49-F238E27FC236}">
                  <a16:creationId xmlns:a16="http://schemas.microsoft.com/office/drawing/2014/main" id="{D9EBFBF0-DB90-4EAB-9AA6-754410C14493}"/>
                </a:ext>
              </a:extLst>
            </p:cNvPr>
            <p:cNvCxnSpPr>
              <a:cxnSpLocks noChangeShapeType="1"/>
            </p:cNvCxnSpPr>
            <p:nvPr/>
          </p:nvCxnSpPr>
          <p:spPr bwMode="auto">
            <a:xfrm>
              <a:off x="7950" y="5663"/>
              <a:ext cx="315"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4849" name="AutoShape 22">
              <a:extLst>
                <a:ext uri="{FF2B5EF4-FFF2-40B4-BE49-F238E27FC236}">
                  <a16:creationId xmlns:a16="http://schemas.microsoft.com/office/drawing/2014/main" id="{2FA09C0C-0557-43EA-BB87-09B6E9C8F093}"/>
                </a:ext>
              </a:extLst>
            </p:cNvPr>
            <p:cNvCxnSpPr>
              <a:cxnSpLocks noChangeShapeType="1"/>
            </p:cNvCxnSpPr>
            <p:nvPr/>
          </p:nvCxnSpPr>
          <p:spPr bwMode="auto">
            <a:xfrm>
              <a:off x="7950" y="3570"/>
              <a:ext cx="315"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34850" name="AutoShape 23">
              <a:extLst>
                <a:ext uri="{FF2B5EF4-FFF2-40B4-BE49-F238E27FC236}">
                  <a16:creationId xmlns:a16="http://schemas.microsoft.com/office/drawing/2014/main" id="{CFAFE731-55D0-4898-8B17-775717F682FE}"/>
                </a:ext>
              </a:extLst>
            </p:cNvPr>
            <p:cNvCxnSpPr>
              <a:cxnSpLocks noChangeShapeType="1"/>
            </p:cNvCxnSpPr>
            <p:nvPr/>
          </p:nvCxnSpPr>
          <p:spPr bwMode="auto">
            <a:xfrm>
              <a:off x="8056" y="3570"/>
              <a:ext cx="0" cy="2093"/>
            </a:xfrm>
            <a:prstGeom prst="straightConnector1">
              <a:avLst/>
            </a:prstGeom>
            <a:noFill/>
            <a:ln w="19050">
              <a:solidFill>
                <a:srgbClr val="000000"/>
              </a:solidFill>
              <a:round/>
              <a:headEnd type="arrow" w="med" len="med"/>
              <a:tailEnd type="arrow" w="med" len="med"/>
            </a:ln>
            <a:extLst>
              <a:ext uri="{909E8E84-426E-40DD-AFC4-6F175D3DCCD1}">
                <a14:hiddenFill xmlns:a14="http://schemas.microsoft.com/office/drawing/2010/main">
                  <a:noFill/>
                </a14:hiddenFill>
              </a:ext>
            </a:extLst>
          </p:spPr>
        </p:cxnSp>
        <p:sp>
          <p:nvSpPr>
            <p:cNvPr id="34851" name="Arc 24">
              <a:extLst>
                <a:ext uri="{FF2B5EF4-FFF2-40B4-BE49-F238E27FC236}">
                  <a16:creationId xmlns:a16="http://schemas.microsoft.com/office/drawing/2014/main" id="{0E39E9A3-DDE2-48DE-8802-9BE8529A168F}"/>
                </a:ext>
              </a:extLst>
            </p:cNvPr>
            <p:cNvSpPr>
              <a:spLocks/>
            </p:cNvSpPr>
            <p:nvPr/>
          </p:nvSpPr>
          <p:spPr bwMode="auto">
            <a:xfrm>
              <a:off x="8430" y="3196"/>
              <a:ext cx="285" cy="701"/>
            </a:xfrm>
            <a:custGeom>
              <a:avLst/>
              <a:gdLst>
                <a:gd name="T0" fmla="*/ 0 w 21600"/>
                <a:gd name="T1" fmla="*/ 0 h 21956"/>
                <a:gd name="T2" fmla="*/ 0 w 21600"/>
                <a:gd name="T3" fmla="*/ 0 h 21956"/>
                <a:gd name="T4" fmla="*/ 0 w 21600"/>
                <a:gd name="T5" fmla="*/ 0 h 21956"/>
                <a:gd name="T6" fmla="*/ 0 60000 65536"/>
                <a:gd name="T7" fmla="*/ 0 60000 65536"/>
                <a:gd name="T8" fmla="*/ 0 60000 65536"/>
                <a:gd name="T9" fmla="*/ 0 w 21600"/>
                <a:gd name="T10" fmla="*/ 0 h 21956"/>
                <a:gd name="T11" fmla="*/ 21600 w 21600"/>
                <a:gd name="T12" fmla="*/ 21956 h 21956"/>
              </a:gdLst>
              <a:ahLst/>
              <a:cxnLst>
                <a:cxn ang="T6">
                  <a:pos x="T0" y="T1"/>
                </a:cxn>
                <a:cxn ang="T7">
                  <a:pos x="T2" y="T3"/>
                </a:cxn>
                <a:cxn ang="T8">
                  <a:pos x="T4" y="T5"/>
                </a:cxn>
              </a:cxnLst>
              <a:rect l="T9" t="T10" r="T11" b="T12"/>
              <a:pathLst>
                <a:path w="21600" h="21956" fill="none" extrusionOk="0">
                  <a:moveTo>
                    <a:pt x="-1" y="0"/>
                  </a:moveTo>
                  <a:cubicBezTo>
                    <a:pt x="11929" y="0"/>
                    <a:pt x="21600" y="9670"/>
                    <a:pt x="21600" y="21600"/>
                  </a:cubicBezTo>
                  <a:cubicBezTo>
                    <a:pt x="21600" y="21718"/>
                    <a:pt x="21599" y="21837"/>
                    <a:pt x="21597" y="21956"/>
                  </a:cubicBezTo>
                </a:path>
                <a:path w="21600" h="21956" stroke="0" extrusionOk="0">
                  <a:moveTo>
                    <a:pt x="-1" y="0"/>
                  </a:moveTo>
                  <a:cubicBezTo>
                    <a:pt x="11929" y="0"/>
                    <a:pt x="21600" y="9670"/>
                    <a:pt x="21600" y="21600"/>
                  </a:cubicBezTo>
                  <a:cubicBezTo>
                    <a:pt x="21600" y="21718"/>
                    <a:pt x="21599" y="21837"/>
                    <a:pt x="21597" y="21956"/>
                  </a:cubicBezTo>
                  <a:lnTo>
                    <a:pt x="0" y="21600"/>
                  </a:lnTo>
                  <a:lnTo>
                    <a:pt x="-1"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HK"/>
            </a:p>
          </p:txBody>
        </p:sp>
        <p:cxnSp>
          <p:nvCxnSpPr>
            <p:cNvPr id="34852" name="AutoShape 25">
              <a:extLst>
                <a:ext uri="{FF2B5EF4-FFF2-40B4-BE49-F238E27FC236}">
                  <a16:creationId xmlns:a16="http://schemas.microsoft.com/office/drawing/2014/main" id="{7AFC021F-DE3F-4E88-B25C-02ECF6115993}"/>
                </a:ext>
              </a:extLst>
            </p:cNvPr>
            <p:cNvCxnSpPr>
              <a:cxnSpLocks noChangeShapeType="1"/>
            </p:cNvCxnSpPr>
            <p:nvPr/>
          </p:nvCxnSpPr>
          <p:spPr bwMode="auto">
            <a:xfrm rot="10800000">
              <a:off x="8056" y="3315"/>
              <a:ext cx="397" cy="54"/>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34853" name="AutoShape 26">
              <a:extLst>
                <a:ext uri="{FF2B5EF4-FFF2-40B4-BE49-F238E27FC236}">
                  <a16:creationId xmlns:a16="http://schemas.microsoft.com/office/drawing/2014/main" id="{0397A9B5-3065-4493-B393-8EF5B529A40B}"/>
                </a:ext>
              </a:extLst>
            </p:cNvPr>
            <p:cNvCxnSpPr>
              <a:cxnSpLocks noChangeShapeType="1"/>
            </p:cNvCxnSpPr>
            <p:nvPr/>
          </p:nvCxnSpPr>
          <p:spPr bwMode="auto">
            <a:xfrm flipH="1" flipV="1">
              <a:off x="7830" y="3195"/>
              <a:ext cx="225" cy="12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34854" name="AutoShape 27">
              <a:extLst>
                <a:ext uri="{FF2B5EF4-FFF2-40B4-BE49-F238E27FC236}">
                  <a16:creationId xmlns:a16="http://schemas.microsoft.com/office/drawing/2014/main" id="{34EAB725-6BC2-423F-AA52-48EC3E7DF0AB}"/>
                </a:ext>
              </a:extLst>
            </p:cNvPr>
            <p:cNvCxnSpPr>
              <a:cxnSpLocks noChangeShapeType="1"/>
            </p:cNvCxnSpPr>
            <p:nvPr/>
          </p:nvCxnSpPr>
          <p:spPr bwMode="auto">
            <a:xfrm flipH="1">
              <a:off x="10208" y="5100"/>
              <a:ext cx="172" cy="42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34855" name="AutoShape 28">
              <a:extLst>
                <a:ext uri="{FF2B5EF4-FFF2-40B4-BE49-F238E27FC236}">
                  <a16:creationId xmlns:a16="http://schemas.microsoft.com/office/drawing/2014/main" id="{46CBD208-13A5-4406-91F0-A363E6D9456D}"/>
                </a:ext>
              </a:extLst>
            </p:cNvPr>
            <p:cNvCxnSpPr>
              <a:cxnSpLocks noChangeShapeType="1"/>
            </p:cNvCxnSpPr>
            <p:nvPr/>
          </p:nvCxnSpPr>
          <p:spPr bwMode="auto">
            <a:xfrm>
              <a:off x="10380" y="5100"/>
              <a:ext cx="255"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grpSp>
      <p:sp>
        <p:nvSpPr>
          <p:cNvPr id="34827" name="Rectangle 31">
            <a:extLst>
              <a:ext uri="{FF2B5EF4-FFF2-40B4-BE49-F238E27FC236}">
                <a16:creationId xmlns:a16="http://schemas.microsoft.com/office/drawing/2014/main" id="{20870450-BB09-4A46-A2BF-9DB5CFB2F75E}"/>
              </a:ext>
            </a:extLst>
          </p:cNvPr>
          <p:cNvSpPr>
            <a:spLocks noChangeArrowheads="1"/>
          </p:cNvSpPr>
          <p:nvPr/>
        </p:nvSpPr>
        <p:spPr bwMode="auto">
          <a:xfrm>
            <a:off x="1023938" y="1530351"/>
            <a:ext cx="38576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1800" b="1">
                <a:latin typeface="Arial" panose="020B0604020202020204" pitchFamily="34" charset="0"/>
              </a:rPr>
              <a:t>This element of current  creates a magnetic field at P, into the page</a:t>
            </a:r>
            <a:endParaRPr lang="en-US" altLang="id-ID" sz="1800">
              <a:latin typeface="Arial" panose="020B0604020202020204" pitchFamily="34" charset="0"/>
            </a:endParaRPr>
          </a:p>
        </p:txBody>
      </p:sp>
      <p:sp>
        <p:nvSpPr>
          <p:cNvPr id="34828" name="Rectangle 32">
            <a:extLst>
              <a:ext uri="{FF2B5EF4-FFF2-40B4-BE49-F238E27FC236}">
                <a16:creationId xmlns:a16="http://schemas.microsoft.com/office/drawing/2014/main" id="{F362CF7C-E1C0-4A32-856C-8D10330DAED4}"/>
              </a:ext>
            </a:extLst>
          </p:cNvPr>
          <p:cNvSpPr>
            <a:spLocks noChangeArrowheads="1"/>
          </p:cNvSpPr>
          <p:nvPr/>
        </p:nvSpPr>
        <p:spPr bwMode="auto">
          <a:xfrm>
            <a:off x="1047750" y="5376800"/>
            <a:ext cx="3236218"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1400" b="1" dirty="0">
                <a:solidFill>
                  <a:srgbClr val="002060"/>
                </a:solidFill>
                <a:latin typeface="Arial" panose="020B0604020202020204" pitchFamily="34" charset="0"/>
              </a:rPr>
              <a:t>Fig. 9. Calculating the magnetic </a:t>
            </a:r>
          </a:p>
          <a:p>
            <a:pPr eaLnBrk="1" hangingPunct="1">
              <a:spcBef>
                <a:spcPct val="0"/>
              </a:spcBef>
              <a:buFontTx/>
              <a:buNone/>
            </a:pPr>
            <a:r>
              <a:rPr lang="en-US" altLang="id-ID" sz="1400" b="1" dirty="0">
                <a:solidFill>
                  <a:srgbClr val="002060"/>
                </a:solidFill>
                <a:latin typeface="Arial" panose="020B0604020202020204" pitchFamily="34" charset="0"/>
              </a:rPr>
              <a:t>Field produced by a current  </a:t>
            </a:r>
            <a:r>
              <a:rPr lang="en-US" altLang="id-ID" sz="1400" b="1" i="1" dirty="0" err="1">
                <a:solidFill>
                  <a:srgbClr val="002060"/>
                </a:solidFill>
                <a:latin typeface="Times New Roman" panose="02020603050405020304" pitchFamily="18" charset="0"/>
                <a:cs typeface="Times New Roman" panose="02020603050405020304" pitchFamily="18" charset="0"/>
              </a:rPr>
              <a:t>i</a:t>
            </a:r>
            <a:r>
              <a:rPr lang="en-US" altLang="id-ID" sz="1400" b="1" dirty="0">
                <a:solidFill>
                  <a:srgbClr val="002060"/>
                </a:solidFill>
                <a:latin typeface="Arial" panose="020B0604020202020204" pitchFamily="34" charset="0"/>
              </a:rPr>
              <a:t> in a</a:t>
            </a:r>
          </a:p>
          <a:p>
            <a:pPr eaLnBrk="1" hangingPunct="1">
              <a:spcBef>
                <a:spcPct val="0"/>
              </a:spcBef>
              <a:buFontTx/>
              <a:buNone/>
            </a:pPr>
            <a:r>
              <a:rPr lang="en-US" altLang="id-ID" sz="1400" b="1" dirty="0">
                <a:solidFill>
                  <a:srgbClr val="002060"/>
                </a:solidFill>
                <a:latin typeface="Arial" panose="020B0604020202020204" pitchFamily="34" charset="0"/>
              </a:rPr>
              <a:t> long straight  wire. The field </a:t>
            </a:r>
            <a:r>
              <a:rPr lang="en-US" altLang="id-ID" sz="1400" b="1" i="1" dirty="0">
                <a:solidFill>
                  <a:srgbClr val="002060"/>
                </a:solidFill>
                <a:latin typeface="Arial" panose="020B0604020202020204" pitchFamily="34" charset="0"/>
              </a:rPr>
              <a:t>dB at P  </a:t>
            </a:r>
            <a:r>
              <a:rPr lang="en-US" altLang="id-ID" sz="1400" b="1" dirty="0">
                <a:solidFill>
                  <a:srgbClr val="002060"/>
                </a:solidFill>
                <a:latin typeface="Arial" panose="020B0604020202020204" pitchFamily="34" charset="0"/>
              </a:rPr>
              <a:t>associated with the current –length element  </a:t>
            </a:r>
            <a:r>
              <a:rPr lang="en-US" altLang="id-ID" sz="1400" b="1" i="1" dirty="0">
                <a:solidFill>
                  <a:srgbClr val="002060"/>
                </a:solidFill>
                <a:latin typeface="Times New Roman" panose="02020603050405020304" pitchFamily="18" charset="0"/>
                <a:cs typeface="Times New Roman" panose="02020603050405020304" pitchFamily="18" charset="0"/>
              </a:rPr>
              <a:t>ids </a:t>
            </a:r>
            <a:r>
              <a:rPr lang="en-US" altLang="id-ID" sz="1400" b="1" dirty="0">
                <a:solidFill>
                  <a:srgbClr val="002060"/>
                </a:solidFill>
                <a:cs typeface="Times New Roman" panose="02020603050405020304" pitchFamily="18" charset="0"/>
              </a:rPr>
              <a:t>is directed  into the page, as shown.</a:t>
            </a:r>
            <a:endParaRPr lang="en-US" altLang="id-ID" sz="1400" dirty="0">
              <a:solidFill>
                <a:srgbClr val="002060"/>
              </a:solidFill>
              <a:cs typeface="Times New Roman" panose="02020603050405020304" pitchFamily="18" charset="0"/>
            </a:endParaRPr>
          </a:p>
        </p:txBody>
      </p:sp>
      <p:sp>
        <p:nvSpPr>
          <p:cNvPr id="34829" name="Rectangle 33">
            <a:extLst>
              <a:ext uri="{FF2B5EF4-FFF2-40B4-BE49-F238E27FC236}">
                <a16:creationId xmlns:a16="http://schemas.microsoft.com/office/drawing/2014/main" id="{722B5D3C-A100-467A-BAB1-CE4FEBC4DDDD}"/>
              </a:ext>
            </a:extLst>
          </p:cNvPr>
          <p:cNvSpPr>
            <a:spLocks noChangeArrowheads="1"/>
          </p:cNvSpPr>
          <p:nvPr/>
        </p:nvSpPr>
        <p:spPr bwMode="auto">
          <a:xfrm>
            <a:off x="1095375" y="2316163"/>
            <a:ext cx="412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a:latin typeface="Times New Roman" panose="02020603050405020304" pitchFamily="18" charset="0"/>
                <a:cs typeface="Times New Roman" panose="02020603050405020304" pitchFamily="18" charset="0"/>
              </a:rPr>
              <a:t>ds</a:t>
            </a:r>
            <a:endParaRPr lang="en-US" altLang="id-ID" sz="2000">
              <a:latin typeface="Arial" panose="020B0604020202020204" pitchFamily="34" charset="0"/>
            </a:endParaRPr>
          </a:p>
        </p:txBody>
      </p:sp>
      <p:sp>
        <p:nvSpPr>
          <p:cNvPr id="34830" name="Rectangle 34">
            <a:extLst>
              <a:ext uri="{FF2B5EF4-FFF2-40B4-BE49-F238E27FC236}">
                <a16:creationId xmlns:a16="http://schemas.microsoft.com/office/drawing/2014/main" id="{DFEDE107-D883-4812-B218-0D494E4EBD2B}"/>
              </a:ext>
            </a:extLst>
          </p:cNvPr>
          <p:cNvSpPr>
            <a:spLocks noChangeArrowheads="1"/>
          </p:cNvSpPr>
          <p:nvPr/>
        </p:nvSpPr>
        <p:spPr bwMode="auto">
          <a:xfrm>
            <a:off x="1095375" y="3530601"/>
            <a:ext cx="355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cs typeface="Times New Roman" panose="02020603050405020304" pitchFamily="18" charset="0"/>
              </a:rPr>
              <a:t>S</a:t>
            </a:r>
            <a:endParaRPr lang="en-US" altLang="id-ID" sz="2000">
              <a:latin typeface="Arial" panose="020B0604020202020204" pitchFamily="34" charset="0"/>
            </a:endParaRPr>
          </a:p>
        </p:txBody>
      </p:sp>
      <p:sp>
        <p:nvSpPr>
          <p:cNvPr id="34831" name="Rectangle 35">
            <a:extLst>
              <a:ext uri="{FF2B5EF4-FFF2-40B4-BE49-F238E27FC236}">
                <a16:creationId xmlns:a16="http://schemas.microsoft.com/office/drawing/2014/main" id="{894A134C-8658-4778-BE07-2F14A716C025}"/>
              </a:ext>
            </a:extLst>
          </p:cNvPr>
          <p:cNvSpPr>
            <a:spLocks noChangeArrowheads="1"/>
          </p:cNvSpPr>
          <p:nvPr/>
        </p:nvSpPr>
        <p:spPr bwMode="auto">
          <a:xfrm>
            <a:off x="1166813" y="4673601"/>
            <a:ext cx="3254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a:latin typeface="Times New Roman" panose="02020603050405020304" pitchFamily="18" charset="0"/>
                <a:cs typeface="Times New Roman" panose="02020603050405020304" pitchFamily="18" charset="0"/>
              </a:rPr>
              <a:t>i</a:t>
            </a:r>
            <a:r>
              <a:rPr lang="en-US" altLang="id-ID" sz="2000" b="1">
                <a:latin typeface="Arial" panose="020B0604020202020204" pitchFamily="34" charset="0"/>
              </a:rPr>
              <a:t> </a:t>
            </a:r>
            <a:endParaRPr lang="en-US" altLang="id-ID" sz="2000">
              <a:latin typeface="Arial" panose="020B0604020202020204" pitchFamily="34" charset="0"/>
            </a:endParaRPr>
          </a:p>
        </p:txBody>
      </p:sp>
      <p:sp>
        <p:nvSpPr>
          <p:cNvPr id="34832" name="Rectangle 38">
            <a:extLst>
              <a:ext uri="{FF2B5EF4-FFF2-40B4-BE49-F238E27FC236}">
                <a16:creationId xmlns:a16="http://schemas.microsoft.com/office/drawing/2014/main" id="{ACA60160-B052-450C-8750-258B0706E822}"/>
              </a:ext>
            </a:extLst>
          </p:cNvPr>
          <p:cNvSpPr>
            <a:spLocks noChangeArrowheads="1"/>
          </p:cNvSpPr>
          <p:nvPr/>
        </p:nvSpPr>
        <p:spPr bwMode="auto">
          <a:xfrm>
            <a:off x="1952625" y="2673351"/>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a:latin typeface="Arial" panose="020B0604020202020204" pitchFamily="34" charset="0"/>
              </a:rPr>
              <a:t>θ</a:t>
            </a:r>
          </a:p>
        </p:txBody>
      </p:sp>
      <p:sp>
        <p:nvSpPr>
          <p:cNvPr id="34833" name="Rectangle 30">
            <a:extLst>
              <a:ext uri="{FF2B5EF4-FFF2-40B4-BE49-F238E27FC236}">
                <a16:creationId xmlns:a16="http://schemas.microsoft.com/office/drawing/2014/main" id="{1A45D828-6223-4B50-B498-58A683A0FA29}"/>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34834" name="Picture 29">
            <a:extLst>
              <a:ext uri="{FF2B5EF4-FFF2-40B4-BE49-F238E27FC236}">
                <a16:creationId xmlns:a16="http://schemas.microsoft.com/office/drawing/2014/main" id="{2F489B24-9179-456B-918B-115EB9DFEB5E}"/>
              </a:ext>
            </a:extLst>
          </p:cNvPr>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595563" y="3387726"/>
            <a:ext cx="2143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35" name="Rectangle 31">
            <a:extLst>
              <a:ext uri="{FF2B5EF4-FFF2-40B4-BE49-F238E27FC236}">
                <a16:creationId xmlns:a16="http://schemas.microsoft.com/office/drawing/2014/main" id="{5634D396-54E9-4B33-B7B5-D604C964764D}"/>
              </a:ext>
            </a:extLst>
          </p:cNvPr>
          <p:cNvSpPr>
            <a:spLocks noChangeArrowheads="1"/>
          </p:cNvSpPr>
          <p:nvPr/>
        </p:nvSpPr>
        <p:spPr bwMode="auto">
          <a:xfrm>
            <a:off x="0" y="9048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34836" name="Rectangle 33">
            <a:extLst>
              <a:ext uri="{FF2B5EF4-FFF2-40B4-BE49-F238E27FC236}">
                <a16:creationId xmlns:a16="http://schemas.microsoft.com/office/drawing/2014/main" id="{ACC55ED6-3DAB-4D27-BAE4-F5BF2F926731}"/>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34837" name="Picture 32">
            <a:extLst>
              <a:ext uri="{FF2B5EF4-FFF2-40B4-BE49-F238E27FC236}">
                <a16:creationId xmlns:a16="http://schemas.microsoft.com/office/drawing/2014/main" id="{721FAAE3-FBEA-4304-8D22-82C72CB1DCF5}"/>
              </a:ext>
            </a:extLst>
          </p:cNvPr>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667125" y="3887788"/>
            <a:ext cx="4286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38" name="Rectangle 34">
            <a:extLst>
              <a:ext uri="{FF2B5EF4-FFF2-40B4-BE49-F238E27FC236}">
                <a16:creationId xmlns:a16="http://schemas.microsoft.com/office/drawing/2014/main" id="{35C61401-F702-4963-B795-6D5B9DCCDD24}"/>
              </a:ext>
            </a:extLst>
          </p:cNvPr>
          <p:cNvSpPr>
            <a:spLocks noChangeArrowheads="1"/>
          </p:cNvSpPr>
          <p:nvPr/>
        </p:nvSpPr>
        <p:spPr bwMode="auto">
          <a:xfrm>
            <a:off x="0" y="9620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34839" name="Rectangle 38">
            <a:extLst>
              <a:ext uri="{FF2B5EF4-FFF2-40B4-BE49-F238E27FC236}">
                <a16:creationId xmlns:a16="http://schemas.microsoft.com/office/drawing/2014/main" id="{DCA759F7-B1E1-4F2B-ADE8-51B91901E214}"/>
              </a:ext>
            </a:extLst>
          </p:cNvPr>
          <p:cNvSpPr>
            <a:spLocks noChangeArrowheads="1"/>
          </p:cNvSpPr>
          <p:nvPr/>
        </p:nvSpPr>
        <p:spPr bwMode="auto">
          <a:xfrm>
            <a:off x="3286125" y="285750"/>
            <a:ext cx="27146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ctr" eaLnBrk="1" hangingPunct="1">
              <a:spcBef>
                <a:spcPct val="0"/>
              </a:spcBef>
              <a:buFontTx/>
              <a:buNone/>
            </a:pPr>
            <a:r>
              <a:rPr lang="en-US" altLang="id-ID" sz="2000" b="1" dirty="0">
                <a:latin typeface="Arial" panose="020B0604020202020204" pitchFamily="34" charset="0"/>
                <a:cs typeface="Arial" panose="020B0604020202020204" pitchFamily="34" charset="0"/>
              </a:rPr>
              <a:t>Magnetic Field due to a Current (cont.)</a:t>
            </a:r>
            <a:endParaRPr lang="en-US" altLang="id-ID" sz="2000" dirty="0">
              <a:latin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Box 2">
            <a:extLst>
              <a:ext uri="{FF2B5EF4-FFF2-40B4-BE49-F238E27FC236}">
                <a16:creationId xmlns:a16="http://schemas.microsoft.com/office/drawing/2014/main" id="{D141C424-C3A5-440B-8C29-9DB7E2373077}"/>
              </a:ext>
            </a:extLst>
          </p:cNvPr>
          <p:cNvSpPr txBox="1">
            <a:spLocks noChangeArrowheads="1"/>
          </p:cNvSpPr>
          <p:nvPr/>
        </p:nvSpPr>
        <p:spPr bwMode="auto">
          <a:xfrm>
            <a:off x="3554215" y="750505"/>
            <a:ext cx="59293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cs typeface="Arial" panose="020B0604020202020204" pitchFamily="34" charset="0"/>
              </a:rPr>
              <a:t>8. Force Between Two Parallel Wir</a:t>
            </a:r>
            <a:r>
              <a:rPr lang="en-US" altLang="id-ID" b="1" i="1" dirty="0">
                <a:latin typeface="Arial" panose="020B0604020202020204" pitchFamily="34" charset="0"/>
                <a:cs typeface="Arial" panose="020B0604020202020204" pitchFamily="34" charset="0"/>
              </a:rPr>
              <a:t>es</a:t>
            </a:r>
          </a:p>
        </p:txBody>
      </p:sp>
      <p:pic>
        <p:nvPicPr>
          <p:cNvPr id="35843" name="Picture 3">
            <a:extLst>
              <a:ext uri="{FF2B5EF4-FFF2-40B4-BE49-F238E27FC236}">
                <a16:creationId xmlns:a16="http://schemas.microsoft.com/office/drawing/2014/main" id="{00719CA4-2F60-4F80-A985-A60ED3F166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8163" y="2593832"/>
            <a:ext cx="1613680" cy="8097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4" name="Picture 4">
            <a:extLst>
              <a:ext uri="{FF2B5EF4-FFF2-40B4-BE49-F238E27FC236}">
                <a16:creationId xmlns:a16="http://schemas.microsoft.com/office/drawing/2014/main" id="{0A433294-C41D-48FC-9399-F589BD5591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9156" y="3485491"/>
            <a:ext cx="1991694" cy="758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5" name="Picture 5">
            <a:extLst>
              <a:ext uri="{FF2B5EF4-FFF2-40B4-BE49-F238E27FC236}">
                <a16:creationId xmlns:a16="http://schemas.microsoft.com/office/drawing/2014/main" id="{8398857C-3023-4392-BD23-55089D6D95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22094" y="4351111"/>
            <a:ext cx="3571875" cy="80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5846" name="Group 7">
            <a:extLst>
              <a:ext uri="{FF2B5EF4-FFF2-40B4-BE49-F238E27FC236}">
                <a16:creationId xmlns:a16="http://schemas.microsoft.com/office/drawing/2014/main" id="{1A4FA2AB-C774-4805-8879-342927134815}"/>
              </a:ext>
            </a:extLst>
          </p:cNvPr>
          <p:cNvGrpSpPr>
            <a:grpSpLocks/>
          </p:cNvGrpSpPr>
          <p:nvPr/>
        </p:nvGrpSpPr>
        <p:grpSpPr bwMode="auto">
          <a:xfrm>
            <a:off x="1092994" y="1985963"/>
            <a:ext cx="4800600" cy="2286000"/>
            <a:chOff x="1875" y="6885"/>
            <a:chExt cx="7110" cy="2534"/>
          </a:xfrm>
        </p:grpSpPr>
        <p:cxnSp>
          <p:nvCxnSpPr>
            <p:cNvPr id="35879" name="AutoShape 8">
              <a:extLst>
                <a:ext uri="{FF2B5EF4-FFF2-40B4-BE49-F238E27FC236}">
                  <a16:creationId xmlns:a16="http://schemas.microsoft.com/office/drawing/2014/main" id="{CCF8ACDC-083B-440B-B7FF-B1D09336D31C}"/>
                </a:ext>
              </a:extLst>
            </p:cNvPr>
            <p:cNvCxnSpPr>
              <a:cxnSpLocks noChangeShapeType="1"/>
            </p:cNvCxnSpPr>
            <p:nvPr/>
          </p:nvCxnSpPr>
          <p:spPr bwMode="auto">
            <a:xfrm flipV="1">
              <a:off x="2580" y="7154"/>
              <a:ext cx="4380" cy="1155"/>
            </a:xfrm>
            <a:prstGeom prst="straightConnector1">
              <a:avLst/>
            </a:prstGeom>
            <a:noFill/>
            <a:ln w="57150">
              <a:solidFill>
                <a:srgbClr val="95B3D7"/>
              </a:solidFill>
              <a:round/>
              <a:headEnd/>
              <a:tailEnd/>
            </a:ln>
            <a:extLst>
              <a:ext uri="{909E8E84-426E-40DD-AFC4-6F175D3DCCD1}">
                <a14:hiddenFill xmlns:a14="http://schemas.microsoft.com/office/drawing/2010/main">
                  <a:noFill/>
                </a14:hiddenFill>
              </a:ext>
            </a:extLst>
          </p:spPr>
        </p:cxnSp>
        <p:cxnSp>
          <p:nvCxnSpPr>
            <p:cNvPr id="35880" name="AutoShape 9">
              <a:extLst>
                <a:ext uri="{FF2B5EF4-FFF2-40B4-BE49-F238E27FC236}">
                  <a16:creationId xmlns:a16="http://schemas.microsoft.com/office/drawing/2014/main" id="{F620D8DB-FB99-4A0A-91F8-4709FDDC8498}"/>
                </a:ext>
              </a:extLst>
            </p:cNvPr>
            <p:cNvCxnSpPr>
              <a:cxnSpLocks noChangeShapeType="1"/>
            </p:cNvCxnSpPr>
            <p:nvPr/>
          </p:nvCxnSpPr>
          <p:spPr bwMode="auto">
            <a:xfrm flipV="1">
              <a:off x="3780" y="8114"/>
              <a:ext cx="4380" cy="1155"/>
            </a:xfrm>
            <a:prstGeom prst="straightConnector1">
              <a:avLst/>
            </a:prstGeom>
            <a:noFill/>
            <a:ln w="57150">
              <a:solidFill>
                <a:srgbClr val="95B3D7"/>
              </a:solidFill>
              <a:round/>
              <a:headEnd/>
              <a:tailEnd/>
            </a:ln>
            <a:extLst>
              <a:ext uri="{909E8E84-426E-40DD-AFC4-6F175D3DCCD1}">
                <a14:hiddenFill xmlns:a14="http://schemas.microsoft.com/office/drawing/2010/main">
                  <a:noFill/>
                </a14:hiddenFill>
              </a:ext>
            </a:extLst>
          </p:spPr>
        </p:cxnSp>
        <p:cxnSp>
          <p:nvCxnSpPr>
            <p:cNvPr id="35881" name="AutoShape 10">
              <a:extLst>
                <a:ext uri="{FF2B5EF4-FFF2-40B4-BE49-F238E27FC236}">
                  <a16:creationId xmlns:a16="http://schemas.microsoft.com/office/drawing/2014/main" id="{01002EA6-65FC-496C-8D3B-AC2C349CDC56}"/>
                </a:ext>
              </a:extLst>
            </p:cNvPr>
            <p:cNvCxnSpPr>
              <a:cxnSpLocks noChangeShapeType="1"/>
            </p:cNvCxnSpPr>
            <p:nvPr/>
          </p:nvCxnSpPr>
          <p:spPr bwMode="auto">
            <a:xfrm flipV="1">
              <a:off x="7125" y="6885"/>
              <a:ext cx="705" cy="18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5882" name="AutoShape 11">
              <a:extLst>
                <a:ext uri="{FF2B5EF4-FFF2-40B4-BE49-F238E27FC236}">
                  <a16:creationId xmlns:a16="http://schemas.microsoft.com/office/drawing/2014/main" id="{0C548D75-D53E-45F6-9A77-78B8E511BC70}"/>
                </a:ext>
              </a:extLst>
            </p:cNvPr>
            <p:cNvCxnSpPr>
              <a:cxnSpLocks noChangeShapeType="1"/>
            </p:cNvCxnSpPr>
            <p:nvPr/>
          </p:nvCxnSpPr>
          <p:spPr bwMode="auto">
            <a:xfrm flipV="1">
              <a:off x="8280" y="7934"/>
              <a:ext cx="705" cy="18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35883" name="AutoShape 12">
              <a:extLst>
                <a:ext uri="{FF2B5EF4-FFF2-40B4-BE49-F238E27FC236}">
                  <a16:creationId xmlns:a16="http://schemas.microsoft.com/office/drawing/2014/main" id="{1EF83C04-2D3C-4E7F-9644-F50543C0BF10}"/>
                </a:ext>
              </a:extLst>
            </p:cNvPr>
            <p:cNvCxnSpPr>
              <a:cxnSpLocks noChangeShapeType="1"/>
            </p:cNvCxnSpPr>
            <p:nvPr/>
          </p:nvCxnSpPr>
          <p:spPr bwMode="auto">
            <a:xfrm>
              <a:off x="7500" y="6974"/>
              <a:ext cx="1230" cy="1050"/>
            </a:xfrm>
            <a:prstGeom prst="straightConnector1">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35884" name="AutoShape 13">
              <a:extLst>
                <a:ext uri="{FF2B5EF4-FFF2-40B4-BE49-F238E27FC236}">
                  <a16:creationId xmlns:a16="http://schemas.microsoft.com/office/drawing/2014/main" id="{4E5418C2-79F2-4650-99C8-0DBF28304B3C}"/>
                </a:ext>
              </a:extLst>
            </p:cNvPr>
            <p:cNvCxnSpPr>
              <a:cxnSpLocks noChangeShapeType="1"/>
            </p:cNvCxnSpPr>
            <p:nvPr/>
          </p:nvCxnSpPr>
          <p:spPr bwMode="auto">
            <a:xfrm flipV="1">
              <a:off x="1875" y="8339"/>
              <a:ext cx="600" cy="15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5885" name="AutoShape 14">
              <a:extLst>
                <a:ext uri="{FF2B5EF4-FFF2-40B4-BE49-F238E27FC236}">
                  <a16:creationId xmlns:a16="http://schemas.microsoft.com/office/drawing/2014/main" id="{BB6D4F61-C1E6-4009-A7FE-5EBC785CE4F7}"/>
                </a:ext>
              </a:extLst>
            </p:cNvPr>
            <p:cNvCxnSpPr>
              <a:cxnSpLocks noChangeShapeType="1"/>
            </p:cNvCxnSpPr>
            <p:nvPr/>
          </p:nvCxnSpPr>
          <p:spPr bwMode="auto">
            <a:xfrm flipV="1">
              <a:off x="3090" y="9268"/>
              <a:ext cx="600" cy="15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5886" name="AutoShape 15">
              <a:extLst>
                <a:ext uri="{FF2B5EF4-FFF2-40B4-BE49-F238E27FC236}">
                  <a16:creationId xmlns:a16="http://schemas.microsoft.com/office/drawing/2014/main" id="{C3699105-1806-466F-BC01-87549F85FCDE}"/>
                </a:ext>
              </a:extLst>
            </p:cNvPr>
            <p:cNvCxnSpPr>
              <a:cxnSpLocks noChangeShapeType="1"/>
            </p:cNvCxnSpPr>
            <p:nvPr/>
          </p:nvCxnSpPr>
          <p:spPr bwMode="auto">
            <a:xfrm flipH="1" flipV="1">
              <a:off x="5475" y="8024"/>
              <a:ext cx="660" cy="570"/>
            </a:xfrm>
            <a:prstGeom prst="straightConnector1">
              <a:avLst/>
            </a:prstGeom>
            <a:noFill/>
            <a:ln w="38100">
              <a:solidFill>
                <a:srgbClr val="0070C0"/>
              </a:solidFill>
              <a:round/>
              <a:headEnd/>
              <a:tailEnd type="triangle" w="med" len="med"/>
            </a:ln>
            <a:extLst>
              <a:ext uri="{909E8E84-426E-40DD-AFC4-6F175D3DCCD1}">
                <a14:hiddenFill xmlns:a14="http://schemas.microsoft.com/office/drawing/2010/main">
                  <a:noFill/>
                </a14:hiddenFill>
              </a:ext>
            </a:extLst>
          </p:spPr>
        </p:cxnSp>
        <p:cxnSp>
          <p:nvCxnSpPr>
            <p:cNvPr id="35887" name="AutoShape 16">
              <a:extLst>
                <a:ext uri="{FF2B5EF4-FFF2-40B4-BE49-F238E27FC236}">
                  <a16:creationId xmlns:a16="http://schemas.microsoft.com/office/drawing/2014/main" id="{8EE60CAF-40A2-4BCD-A8FE-6523EF3CCB44}"/>
                </a:ext>
              </a:extLst>
            </p:cNvPr>
            <p:cNvCxnSpPr>
              <a:cxnSpLocks noChangeShapeType="1"/>
            </p:cNvCxnSpPr>
            <p:nvPr/>
          </p:nvCxnSpPr>
          <p:spPr bwMode="auto">
            <a:xfrm>
              <a:off x="6135" y="8594"/>
              <a:ext cx="0" cy="825"/>
            </a:xfrm>
            <a:prstGeom prst="straightConnector1">
              <a:avLst/>
            </a:prstGeom>
            <a:noFill/>
            <a:ln w="38100">
              <a:solidFill>
                <a:srgbClr val="17365D"/>
              </a:solidFill>
              <a:round/>
              <a:headEnd/>
              <a:tailEnd type="triangle" w="med" len="med"/>
            </a:ln>
            <a:extLst>
              <a:ext uri="{909E8E84-426E-40DD-AFC4-6F175D3DCCD1}">
                <a14:hiddenFill xmlns:a14="http://schemas.microsoft.com/office/drawing/2010/main">
                  <a:noFill/>
                </a14:hiddenFill>
              </a:ext>
            </a:extLst>
          </p:spPr>
        </p:cxnSp>
        <p:cxnSp>
          <p:nvCxnSpPr>
            <p:cNvPr id="35888" name="AutoShape 17">
              <a:extLst>
                <a:ext uri="{FF2B5EF4-FFF2-40B4-BE49-F238E27FC236}">
                  <a16:creationId xmlns:a16="http://schemas.microsoft.com/office/drawing/2014/main" id="{F202AEE5-07FC-4A74-A65C-7084FF4CDA4D}"/>
                </a:ext>
              </a:extLst>
            </p:cNvPr>
            <p:cNvCxnSpPr>
              <a:cxnSpLocks noChangeShapeType="1"/>
            </p:cNvCxnSpPr>
            <p:nvPr/>
          </p:nvCxnSpPr>
          <p:spPr bwMode="auto">
            <a:xfrm>
              <a:off x="5828" y="8804"/>
              <a:ext cx="688" cy="57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35889" name="AutoShape 18">
              <a:extLst>
                <a:ext uri="{FF2B5EF4-FFF2-40B4-BE49-F238E27FC236}">
                  <a16:creationId xmlns:a16="http://schemas.microsoft.com/office/drawing/2014/main" id="{7C61D292-E285-4C00-849B-4054BF178530}"/>
                </a:ext>
              </a:extLst>
            </p:cNvPr>
            <p:cNvCxnSpPr>
              <a:cxnSpLocks noChangeShapeType="1"/>
            </p:cNvCxnSpPr>
            <p:nvPr/>
          </p:nvCxnSpPr>
          <p:spPr bwMode="auto">
            <a:xfrm>
              <a:off x="6812" y="8489"/>
              <a:ext cx="688" cy="57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35890" name="AutoShape 19">
              <a:extLst>
                <a:ext uri="{FF2B5EF4-FFF2-40B4-BE49-F238E27FC236}">
                  <a16:creationId xmlns:a16="http://schemas.microsoft.com/office/drawing/2014/main" id="{726D2046-590B-4F17-895C-17FB7C50C083}"/>
                </a:ext>
              </a:extLst>
            </p:cNvPr>
            <p:cNvCxnSpPr>
              <a:cxnSpLocks noChangeShapeType="1"/>
            </p:cNvCxnSpPr>
            <p:nvPr/>
          </p:nvCxnSpPr>
          <p:spPr bwMode="auto">
            <a:xfrm flipV="1">
              <a:off x="6420" y="8983"/>
              <a:ext cx="1005" cy="285"/>
            </a:xfrm>
            <a:prstGeom prst="straightConnector1">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35891" name="AutoShape 20">
              <a:extLst>
                <a:ext uri="{FF2B5EF4-FFF2-40B4-BE49-F238E27FC236}">
                  <a16:creationId xmlns:a16="http://schemas.microsoft.com/office/drawing/2014/main" id="{E376F7AA-D400-42B5-983A-706DE8F5F3C4}"/>
                </a:ext>
              </a:extLst>
            </p:cNvPr>
            <p:cNvCxnSpPr>
              <a:cxnSpLocks noChangeShapeType="1"/>
            </p:cNvCxnSpPr>
            <p:nvPr/>
          </p:nvCxnSpPr>
          <p:spPr bwMode="auto">
            <a:xfrm flipV="1">
              <a:off x="6000" y="8714"/>
              <a:ext cx="1035" cy="270"/>
            </a:xfrm>
            <a:prstGeom prst="straightConnector1">
              <a:avLst/>
            </a:prstGeom>
            <a:noFill/>
            <a:ln w="38100">
              <a:solidFill>
                <a:srgbClr val="C00000"/>
              </a:solidFill>
              <a:round/>
              <a:headEnd/>
              <a:tailEnd type="triangle" w="med" len="med"/>
            </a:ln>
            <a:extLst>
              <a:ext uri="{909E8E84-426E-40DD-AFC4-6F175D3DCCD1}">
                <a14:hiddenFill xmlns:a14="http://schemas.microsoft.com/office/drawing/2010/main">
                  <a:noFill/>
                </a14:hiddenFill>
              </a:ext>
            </a:extLst>
          </p:spPr>
        </p:cxnSp>
      </p:grpSp>
      <p:sp>
        <p:nvSpPr>
          <p:cNvPr id="35847" name="Rectangle 21">
            <a:extLst>
              <a:ext uri="{FF2B5EF4-FFF2-40B4-BE49-F238E27FC236}">
                <a16:creationId xmlns:a16="http://schemas.microsoft.com/office/drawing/2014/main" id="{39577726-5E74-4E60-A6C0-18D9EA7F968D}"/>
              </a:ext>
            </a:extLst>
          </p:cNvPr>
          <p:cNvSpPr>
            <a:spLocks noChangeArrowheads="1"/>
          </p:cNvSpPr>
          <p:nvPr/>
        </p:nvSpPr>
        <p:spPr bwMode="auto">
          <a:xfrm>
            <a:off x="1021556" y="2771776"/>
            <a:ext cx="4286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2800" b="1" i="1">
                <a:latin typeface="Calibri" panose="020F0502020204030204" pitchFamily="34" charset="0"/>
                <a:ea typeface="Calibri" panose="020F0502020204030204" pitchFamily="34" charset="0"/>
                <a:cs typeface="Times New Roman" panose="02020603050405020304" pitchFamily="18" charset="0"/>
              </a:rPr>
              <a:t>i</a:t>
            </a:r>
            <a:r>
              <a:rPr lang="en-US" altLang="id-ID" sz="2800" b="1" i="1" baseline="-30000">
                <a:latin typeface="Calibri" panose="020F0502020204030204" pitchFamily="34" charset="0"/>
                <a:ea typeface="Calibri" panose="020F0502020204030204" pitchFamily="34" charset="0"/>
                <a:cs typeface="Times New Roman" panose="02020603050405020304" pitchFamily="18" charset="0"/>
              </a:rPr>
              <a:t>a</a:t>
            </a:r>
            <a:endParaRPr lang="en-US" altLang="id-ID" sz="2800" b="1">
              <a:latin typeface="Arial" panose="020B0604020202020204" pitchFamily="34" charset="0"/>
              <a:ea typeface="Calibri" panose="020F0502020204030204" pitchFamily="34" charset="0"/>
              <a:cs typeface="Times New Roman" panose="02020603050405020304" pitchFamily="18" charset="0"/>
            </a:endParaRPr>
          </a:p>
        </p:txBody>
      </p:sp>
      <p:sp>
        <p:nvSpPr>
          <p:cNvPr id="35848" name="Rectangle 21">
            <a:extLst>
              <a:ext uri="{FF2B5EF4-FFF2-40B4-BE49-F238E27FC236}">
                <a16:creationId xmlns:a16="http://schemas.microsoft.com/office/drawing/2014/main" id="{CA0707F2-3966-4E1F-A09F-24F3C05090E7}"/>
              </a:ext>
            </a:extLst>
          </p:cNvPr>
          <p:cNvSpPr>
            <a:spLocks noChangeArrowheads="1"/>
          </p:cNvSpPr>
          <p:nvPr/>
        </p:nvSpPr>
        <p:spPr bwMode="auto">
          <a:xfrm>
            <a:off x="1521619" y="3986213"/>
            <a:ext cx="4286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2800" b="1" i="1">
                <a:latin typeface="Calibri" panose="020F0502020204030204" pitchFamily="34" charset="0"/>
                <a:ea typeface="Calibri" panose="020F0502020204030204" pitchFamily="34" charset="0"/>
                <a:cs typeface="Times New Roman" panose="02020603050405020304" pitchFamily="18" charset="0"/>
              </a:rPr>
              <a:t>i</a:t>
            </a:r>
            <a:r>
              <a:rPr lang="en-US" altLang="id-ID" sz="2800" b="1" i="1" baseline="-30000">
                <a:latin typeface="Calibri" panose="020F0502020204030204" pitchFamily="34" charset="0"/>
                <a:ea typeface="Calibri" panose="020F0502020204030204" pitchFamily="34" charset="0"/>
                <a:cs typeface="Times New Roman" panose="02020603050405020304" pitchFamily="18" charset="0"/>
              </a:rPr>
              <a:t>b</a:t>
            </a:r>
            <a:endParaRPr lang="en-US" altLang="id-ID" sz="2800" b="1">
              <a:latin typeface="Arial" panose="020B0604020202020204" pitchFamily="34" charset="0"/>
              <a:ea typeface="Calibri" panose="020F0502020204030204" pitchFamily="34" charset="0"/>
              <a:cs typeface="Times New Roman" panose="02020603050405020304" pitchFamily="18" charset="0"/>
            </a:endParaRPr>
          </a:p>
        </p:txBody>
      </p:sp>
      <p:sp>
        <p:nvSpPr>
          <p:cNvPr id="35849" name="Rectangle 21">
            <a:extLst>
              <a:ext uri="{FF2B5EF4-FFF2-40B4-BE49-F238E27FC236}">
                <a16:creationId xmlns:a16="http://schemas.microsoft.com/office/drawing/2014/main" id="{6C55E94D-8D29-4E7A-9086-349E4239EDCE}"/>
              </a:ext>
            </a:extLst>
          </p:cNvPr>
          <p:cNvSpPr>
            <a:spLocks noChangeArrowheads="1"/>
          </p:cNvSpPr>
          <p:nvPr/>
        </p:nvSpPr>
        <p:spPr bwMode="auto">
          <a:xfrm>
            <a:off x="5236369" y="2128838"/>
            <a:ext cx="4286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b="1" i="1">
                <a:latin typeface="Calibri" panose="020F0502020204030204" pitchFamily="34" charset="0"/>
                <a:cs typeface="Times New Roman" panose="02020603050405020304" pitchFamily="18" charset="0"/>
              </a:rPr>
              <a:t>d</a:t>
            </a:r>
            <a:endParaRPr lang="en-US" altLang="id-ID" sz="1200" b="1">
              <a:latin typeface="Arial" panose="020B0604020202020204" pitchFamily="34" charset="0"/>
            </a:endParaRPr>
          </a:p>
        </p:txBody>
      </p:sp>
      <p:sp>
        <p:nvSpPr>
          <p:cNvPr id="35850" name="Rectangle 23">
            <a:extLst>
              <a:ext uri="{FF2B5EF4-FFF2-40B4-BE49-F238E27FC236}">
                <a16:creationId xmlns:a16="http://schemas.microsoft.com/office/drawing/2014/main" id="{C2E2CBEA-0184-4C52-9DF9-CE5452DDD13D}"/>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35851" name="Picture 22">
            <a:extLst>
              <a:ext uri="{FF2B5EF4-FFF2-40B4-BE49-F238E27FC236}">
                <a16:creationId xmlns:a16="http://schemas.microsoft.com/office/drawing/2014/main" id="{D32CFB56-8200-4DA4-9933-21E43B92E0D2}"/>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664744" y="4271963"/>
            <a:ext cx="447675" cy="63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52" name="Rectangle 24">
            <a:extLst>
              <a:ext uri="{FF2B5EF4-FFF2-40B4-BE49-F238E27FC236}">
                <a16:creationId xmlns:a16="http://schemas.microsoft.com/office/drawing/2014/main" id="{E280449D-0820-4CD5-A701-C5114E215DC0}"/>
              </a:ext>
            </a:extLst>
          </p:cNvPr>
          <p:cNvSpPr>
            <a:spLocks noChangeArrowheads="1"/>
          </p:cNvSpPr>
          <p:nvPr/>
        </p:nvSpPr>
        <p:spPr bwMode="auto">
          <a:xfrm>
            <a:off x="0" y="8858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35853" name="Rectangle 26">
            <a:extLst>
              <a:ext uri="{FF2B5EF4-FFF2-40B4-BE49-F238E27FC236}">
                <a16:creationId xmlns:a16="http://schemas.microsoft.com/office/drawing/2014/main" id="{6EC1CE78-66FD-4C0F-98E5-2F6B29B36FB3}"/>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35854" name="Rectangle 27">
            <a:extLst>
              <a:ext uri="{FF2B5EF4-FFF2-40B4-BE49-F238E27FC236}">
                <a16:creationId xmlns:a16="http://schemas.microsoft.com/office/drawing/2014/main" id="{1DAA24E0-16DF-43DF-9A0C-5E3D4CC54E01}"/>
              </a:ext>
            </a:extLst>
          </p:cNvPr>
          <p:cNvSpPr>
            <a:spLocks noChangeArrowheads="1"/>
          </p:cNvSpPr>
          <p:nvPr/>
        </p:nvSpPr>
        <p:spPr bwMode="auto">
          <a:xfrm>
            <a:off x="0" y="8858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35855" name="Rectangle 29">
            <a:extLst>
              <a:ext uri="{FF2B5EF4-FFF2-40B4-BE49-F238E27FC236}">
                <a16:creationId xmlns:a16="http://schemas.microsoft.com/office/drawing/2014/main" id="{2C079456-041B-4AAB-B927-8FF98AB920D5}"/>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35856" name="Picture 28">
            <a:extLst>
              <a:ext uri="{FF2B5EF4-FFF2-40B4-BE49-F238E27FC236}">
                <a16:creationId xmlns:a16="http://schemas.microsoft.com/office/drawing/2014/main" id="{057BF39D-D068-490F-B873-D8B53009A60B}"/>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521869" y="2557463"/>
            <a:ext cx="500062"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57" name="Rectangle 30">
            <a:extLst>
              <a:ext uri="{FF2B5EF4-FFF2-40B4-BE49-F238E27FC236}">
                <a16:creationId xmlns:a16="http://schemas.microsoft.com/office/drawing/2014/main" id="{546F1C17-0E84-4C62-A6BA-034262B32C14}"/>
              </a:ext>
            </a:extLst>
          </p:cNvPr>
          <p:cNvSpPr>
            <a:spLocks noChangeArrowheads="1"/>
          </p:cNvSpPr>
          <p:nvPr/>
        </p:nvSpPr>
        <p:spPr bwMode="auto">
          <a:xfrm>
            <a:off x="0" y="8858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35858" name="Rectangle 32">
            <a:extLst>
              <a:ext uri="{FF2B5EF4-FFF2-40B4-BE49-F238E27FC236}">
                <a16:creationId xmlns:a16="http://schemas.microsoft.com/office/drawing/2014/main" id="{E548E858-30F1-425B-8FC8-3E1772A5421E}"/>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35859" name="Rectangle 33">
            <a:extLst>
              <a:ext uri="{FF2B5EF4-FFF2-40B4-BE49-F238E27FC236}">
                <a16:creationId xmlns:a16="http://schemas.microsoft.com/office/drawing/2014/main" id="{8DD0C8EB-FC68-49D0-A863-AC35598B820B}"/>
              </a:ext>
            </a:extLst>
          </p:cNvPr>
          <p:cNvSpPr>
            <a:spLocks noChangeArrowheads="1"/>
          </p:cNvSpPr>
          <p:nvPr/>
        </p:nvSpPr>
        <p:spPr bwMode="auto">
          <a:xfrm>
            <a:off x="0" y="8858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35860" name="Rectangle 35">
            <a:extLst>
              <a:ext uri="{FF2B5EF4-FFF2-40B4-BE49-F238E27FC236}">
                <a16:creationId xmlns:a16="http://schemas.microsoft.com/office/drawing/2014/main" id="{8DE3072B-79EC-4DF5-803A-7CBA437386A2}"/>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35861" name="Rectangle 36">
            <a:extLst>
              <a:ext uri="{FF2B5EF4-FFF2-40B4-BE49-F238E27FC236}">
                <a16:creationId xmlns:a16="http://schemas.microsoft.com/office/drawing/2014/main" id="{E505ADB0-57AC-4227-9022-AC97A86FAAC7}"/>
              </a:ext>
            </a:extLst>
          </p:cNvPr>
          <p:cNvSpPr>
            <a:spLocks noChangeArrowheads="1"/>
          </p:cNvSpPr>
          <p:nvPr/>
        </p:nvSpPr>
        <p:spPr bwMode="auto">
          <a:xfrm>
            <a:off x="0" y="8858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35862" name="Rectangle 38">
            <a:extLst>
              <a:ext uri="{FF2B5EF4-FFF2-40B4-BE49-F238E27FC236}">
                <a16:creationId xmlns:a16="http://schemas.microsoft.com/office/drawing/2014/main" id="{37674A0A-937D-4361-90D5-EAB88804EEFB}"/>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35863" name="Picture 37">
            <a:extLst>
              <a:ext uri="{FF2B5EF4-FFF2-40B4-BE49-F238E27FC236}">
                <a16:creationId xmlns:a16="http://schemas.microsoft.com/office/drawing/2014/main" id="{2A000B46-3D57-446A-A84C-C8900CDBAD59}"/>
              </a:ext>
            </a:extLst>
          </p:cNvPr>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09256" y="3271838"/>
            <a:ext cx="188913"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64" name="Rectangle 39">
            <a:extLst>
              <a:ext uri="{FF2B5EF4-FFF2-40B4-BE49-F238E27FC236}">
                <a16:creationId xmlns:a16="http://schemas.microsoft.com/office/drawing/2014/main" id="{33C78C19-54E7-4850-8D3B-4E8EE79F275C}"/>
              </a:ext>
            </a:extLst>
          </p:cNvPr>
          <p:cNvSpPr>
            <a:spLocks noChangeArrowheads="1"/>
          </p:cNvSpPr>
          <p:nvPr/>
        </p:nvSpPr>
        <p:spPr bwMode="auto">
          <a:xfrm>
            <a:off x="0" y="885825"/>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35865" name="Rectangle 42">
            <a:extLst>
              <a:ext uri="{FF2B5EF4-FFF2-40B4-BE49-F238E27FC236}">
                <a16:creationId xmlns:a16="http://schemas.microsoft.com/office/drawing/2014/main" id="{13EBE6BD-2291-41A4-90B0-6C45D5DBE5B0}"/>
              </a:ext>
            </a:extLst>
          </p:cNvPr>
          <p:cNvSpPr>
            <a:spLocks noChangeArrowheads="1"/>
          </p:cNvSpPr>
          <p:nvPr/>
        </p:nvSpPr>
        <p:spPr bwMode="auto">
          <a:xfrm>
            <a:off x="3879056" y="1914526"/>
            <a:ext cx="355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solidFill>
                  <a:srgbClr val="0070C0"/>
                </a:solidFill>
                <a:latin typeface="Arial" panose="020B0604020202020204" pitchFamily="34" charset="0"/>
                <a:cs typeface="Arial" panose="020B0604020202020204" pitchFamily="34" charset="0"/>
              </a:rPr>
              <a:t>a</a:t>
            </a:r>
            <a:endParaRPr lang="en-US" altLang="id-ID" i="1">
              <a:solidFill>
                <a:srgbClr val="0070C0"/>
              </a:solidFill>
              <a:latin typeface="Arial" panose="020B0604020202020204" pitchFamily="34" charset="0"/>
            </a:endParaRPr>
          </a:p>
        </p:txBody>
      </p:sp>
      <p:sp>
        <p:nvSpPr>
          <p:cNvPr id="35866" name="Rectangle 43">
            <a:extLst>
              <a:ext uri="{FF2B5EF4-FFF2-40B4-BE49-F238E27FC236}">
                <a16:creationId xmlns:a16="http://schemas.microsoft.com/office/drawing/2014/main" id="{747ED38C-FF81-415B-A980-5AE0EFAA79E6}"/>
              </a:ext>
            </a:extLst>
          </p:cNvPr>
          <p:cNvSpPr>
            <a:spLocks noChangeArrowheads="1"/>
          </p:cNvSpPr>
          <p:nvPr/>
        </p:nvSpPr>
        <p:spPr bwMode="auto">
          <a:xfrm>
            <a:off x="4950619" y="3200401"/>
            <a:ext cx="371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solidFill>
                  <a:srgbClr val="0070C0"/>
                </a:solidFill>
                <a:latin typeface="Arial" panose="020B0604020202020204" pitchFamily="34" charset="0"/>
                <a:cs typeface="Arial" panose="020B0604020202020204" pitchFamily="34" charset="0"/>
              </a:rPr>
              <a:t>b</a:t>
            </a:r>
            <a:endParaRPr lang="en-US" altLang="id-ID" i="1">
              <a:solidFill>
                <a:srgbClr val="0070C0"/>
              </a:solidFill>
              <a:latin typeface="Arial" panose="020B0604020202020204" pitchFamily="34" charset="0"/>
            </a:endParaRPr>
          </a:p>
        </p:txBody>
      </p:sp>
      <p:sp>
        <p:nvSpPr>
          <p:cNvPr id="35867" name="Rectangle 44">
            <a:extLst>
              <a:ext uri="{FF2B5EF4-FFF2-40B4-BE49-F238E27FC236}">
                <a16:creationId xmlns:a16="http://schemas.microsoft.com/office/drawing/2014/main" id="{572FC826-E250-4B65-AD84-594CC6B09F35}"/>
              </a:ext>
            </a:extLst>
          </p:cNvPr>
          <p:cNvSpPr>
            <a:spLocks noChangeArrowheads="1"/>
          </p:cNvSpPr>
          <p:nvPr/>
        </p:nvSpPr>
        <p:spPr bwMode="auto">
          <a:xfrm>
            <a:off x="4450556" y="3914776"/>
            <a:ext cx="371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a:latin typeface="Arial" panose="020B0604020202020204" pitchFamily="34" charset="0"/>
                <a:cs typeface="Arial" panose="020B0604020202020204" pitchFamily="34" charset="0"/>
              </a:rPr>
              <a:t>L</a:t>
            </a:r>
            <a:endParaRPr lang="en-US" altLang="id-ID">
              <a:latin typeface="Arial" panose="020B0604020202020204" pitchFamily="34" charset="0"/>
            </a:endParaRPr>
          </a:p>
        </p:txBody>
      </p:sp>
      <p:sp>
        <p:nvSpPr>
          <p:cNvPr id="35868" name="Rectangle 40">
            <a:extLst>
              <a:ext uri="{FF2B5EF4-FFF2-40B4-BE49-F238E27FC236}">
                <a16:creationId xmlns:a16="http://schemas.microsoft.com/office/drawing/2014/main" id="{83E661BB-4589-4EA9-B580-DE3DA64B0DC5}"/>
              </a:ext>
            </a:extLst>
          </p:cNvPr>
          <p:cNvSpPr>
            <a:spLocks noChangeArrowheads="1"/>
          </p:cNvSpPr>
          <p:nvPr/>
        </p:nvSpPr>
        <p:spPr bwMode="auto">
          <a:xfrm>
            <a:off x="5833885" y="1340759"/>
            <a:ext cx="35718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b="1" dirty="0">
                <a:latin typeface="Calibri" panose="020F0502020204030204" pitchFamily="34" charset="0"/>
                <a:ea typeface="Calibri" panose="020F0502020204030204" pitchFamily="34" charset="0"/>
                <a:cs typeface="Times New Roman" panose="02020603050405020304" pitchFamily="18" charset="0"/>
              </a:rPr>
              <a:t>The field due to </a:t>
            </a:r>
            <a:r>
              <a:rPr lang="en-US" altLang="id-ID" b="1" i="1" dirty="0">
                <a:solidFill>
                  <a:srgbClr val="0070C0"/>
                </a:solidFill>
                <a:latin typeface="Calibri" panose="020F0502020204030204" pitchFamily="34" charset="0"/>
                <a:ea typeface="Calibri" panose="020F0502020204030204" pitchFamily="34" charset="0"/>
                <a:cs typeface="Times New Roman" panose="02020603050405020304" pitchFamily="18" charset="0"/>
              </a:rPr>
              <a:t>a</a:t>
            </a:r>
            <a:r>
              <a:rPr lang="en-US" altLang="id-ID" b="1" dirty="0">
                <a:latin typeface="Calibri" panose="020F0502020204030204" pitchFamily="34" charset="0"/>
                <a:ea typeface="Calibri" panose="020F0502020204030204" pitchFamily="34" charset="0"/>
                <a:cs typeface="Times New Roman" panose="02020603050405020304" pitchFamily="18" charset="0"/>
              </a:rPr>
              <a:t> at the position of b creates a force on </a:t>
            </a:r>
            <a:r>
              <a:rPr lang="en-US" altLang="id-ID" b="1" i="1" dirty="0">
                <a:solidFill>
                  <a:srgbClr val="0070C0"/>
                </a:solidFill>
                <a:latin typeface="Calibri" panose="020F0502020204030204" pitchFamily="34" charset="0"/>
                <a:ea typeface="Calibri" panose="020F0502020204030204" pitchFamily="34" charset="0"/>
                <a:cs typeface="Times New Roman" panose="02020603050405020304" pitchFamily="18" charset="0"/>
              </a:rPr>
              <a:t>b</a:t>
            </a:r>
            <a:endParaRPr lang="en-US" altLang="id-ID" i="1" dirty="0">
              <a:solidFill>
                <a:srgbClr val="0070C0"/>
              </a:solidFill>
              <a:latin typeface="Arial" panose="020B0604020202020204" pitchFamily="34" charset="0"/>
              <a:ea typeface="Calibri" panose="020F0502020204030204" pitchFamily="34" charset="0"/>
              <a:cs typeface="Times New Roman" panose="02020603050405020304" pitchFamily="18" charset="0"/>
            </a:endParaRPr>
          </a:p>
        </p:txBody>
      </p:sp>
      <p:sp>
        <p:nvSpPr>
          <p:cNvPr id="35869" name="Rectangle 41">
            <a:extLst>
              <a:ext uri="{FF2B5EF4-FFF2-40B4-BE49-F238E27FC236}">
                <a16:creationId xmlns:a16="http://schemas.microsoft.com/office/drawing/2014/main" id="{E88EE02C-B6BE-4F49-A3FA-4056A1D5B350}"/>
              </a:ext>
            </a:extLst>
          </p:cNvPr>
          <p:cNvSpPr>
            <a:spLocks noChangeArrowheads="1"/>
          </p:cNvSpPr>
          <p:nvPr/>
        </p:nvSpPr>
        <p:spPr bwMode="auto">
          <a:xfrm>
            <a:off x="336702" y="5452120"/>
            <a:ext cx="864393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800" b="1" dirty="0">
                <a:solidFill>
                  <a:srgbClr val="002060"/>
                </a:solidFill>
                <a:latin typeface="Arial" panose="020B0604020202020204" pitchFamily="34" charset="0"/>
                <a:ea typeface="Calibri" panose="020F0502020204030204" pitchFamily="34" charset="0"/>
                <a:cs typeface="Arial" panose="020B0604020202020204" pitchFamily="34" charset="0"/>
              </a:rPr>
              <a:t>Fig.10. Two parallel wires carrying currents in the same direction attract each other. Is the magnetic field at wire b produced by the current in wire a is the resulting force acting on wire b because it carries current in </a:t>
            </a:r>
            <a:endParaRPr lang="en-US" altLang="id-ID" sz="1800" dirty="0">
              <a:solidFill>
                <a:srgbClr val="002060"/>
              </a:solidFill>
              <a:latin typeface="Arial" panose="020B0604020202020204" pitchFamily="34" charset="0"/>
              <a:ea typeface="Calibri" panose="020F0502020204030204" pitchFamily="34" charset="0"/>
              <a:cs typeface="Arial" panose="020B0604020202020204" pitchFamily="34" charset="0"/>
            </a:endParaRPr>
          </a:p>
        </p:txBody>
      </p:sp>
      <p:sp>
        <p:nvSpPr>
          <p:cNvPr id="35870" name="Rectangle 43">
            <a:extLst>
              <a:ext uri="{FF2B5EF4-FFF2-40B4-BE49-F238E27FC236}">
                <a16:creationId xmlns:a16="http://schemas.microsoft.com/office/drawing/2014/main" id="{F11FDD41-03F0-47B8-B12F-5B03B149050F}"/>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35872" name="Rectangle 44">
            <a:extLst>
              <a:ext uri="{FF2B5EF4-FFF2-40B4-BE49-F238E27FC236}">
                <a16:creationId xmlns:a16="http://schemas.microsoft.com/office/drawing/2014/main" id="{B740E42E-802C-4678-A046-BB0546ED5A9C}"/>
              </a:ext>
            </a:extLst>
          </p:cNvPr>
          <p:cNvSpPr>
            <a:spLocks noChangeArrowheads="1"/>
          </p:cNvSpPr>
          <p:nvPr/>
        </p:nvSpPr>
        <p:spPr bwMode="auto">
          <a:xfrm>
            <a:off x="0" y="8858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35873" name="Rectangle 46">
            <a:extLst>
              <a:ext uri="{FF2B5EF4-FFF2-40B4-BE49-F238E27FC236}">
                <a16:creationId xmlns:a16="http://schemas.microsoft.com/office/drawing/2014/main" id="{2DE61666-584A-4CF9-88E3-BCBC70C9BDA3}"/>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35875" name="Rectangle 47">
            <a:extLst>
              <a:ext uri="{FF2B5EF4-FFF2-40B4-BE49-F238E27FC236}">
                <a16:creationId xmlns:a16="http://schemas.microsoft.com/office/drawing/2014/main" id="{999DDE33-4649-44A0-9D37-770EF805B24E}"/>
              </a:ext>
            </a:extLst>
          </p:cNvPr>
          <p:cNvSpPr>
            <a:spLocks noChangeArrowheads="1"/>
          </p:cNvSpPr>
          <p:nvPr/>
        </p:nvSpPr>
        <p:spPr bwMode="auto">
          <a:xfrm>
            <a:off x="0" y="8858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35876" name="Rectangle 49">
            <a:extLst>
              <a:ext uri="{FF2B5EF4-FFF2-40B4-BE49-F238E27FC236}">
                <a16:creationId xmlns:a16="http://schemas.microsoft.com/office/drawing/2014/main" id="{E694A6D7-5CB0-4037-8C20-855474715059}"/>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35878" name="Rectangle 50">
            <a:extLst>
              <a:ext uri="{FF2B5EF4-FFF2-40B4-BE49-F238E27FC236}">
                <a16:creationId xmlns:a16="http://schemas.microsoft.com/office/drawing/2014/main" id="{B8801DDB-3DB2-4BC0-B0A2-79C6CB82B057}"/>
              </a:ext>
            </a:extLst>
          </p:cNvPr>
          <p:cNvSpPr>
            <a:spLocks noChangeArrowheads="1"/>
          </p:cNvSpPr>
          <p:nvPr/>
        </p:nvSpPr>
        <p:spPr bwMode="auto">
          <a:xfrm>
            <a:off x="0" y="8858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Tree>
    <p:extLst>
      <p:ext uri="{BB962C8B-B14F-4D97-AF65-F5344CB8AC3E}">
        <p14:creationId xmlns:p14="http://schemas.microsoft.com/office/powerpoint/2010/main" val="285201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FD6E69-CC13-4818-BAF6-C5FF32A25AFE}"/>
              </a:ext>
            </a:extLst>
          </p:cNvPr>
          <p:cNvSpPr>
            <a:spLocks noGrp="1"/>
          </p:cNvSpPr>
          <p:nvPr>
            <p:ph type="dt" sz="half" idx="10"/>
          </p:nvPr>
        </p:nvSpPr>
        <p:spPr/>
        <p:txBody>
          <a:bodyPr/>
          <a:lstStyle/>
          <a:p>
            <a:pPr>
              <a:defRPr/>
            </a:pPr>
            <a:r>
              <a:rPr lang="en-US"/>
              <a:t>Bina Nusantara University</a:t>
            </a:r>
          </a:p>
        </p:txBody>
      </p:sp>
      <p:sp>
        <p:nvSpPr>
          <p:cNvPr id="36867" name="Slide Number Placeholder 2">
            <a:extLst>
              <a:ext uri="{FF2B5EF4-FFF2-40B4-BE49-F238E27FC236}">
                <a16:creationId xmlns:a16="http://schemas.microsoft.com/office/drawing/2014/main" id="{8988B8E5-C21F-489F-9014-A42BB63B679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814E6191-B7E6-406A-AA80-8B36AB41D6D9}" type="slidenum">
              <a:rPr lang="en-US" altLang="id-ID" sz="1400" smtClean="0"/>
              <a:pPr>
                <a:spcBef>
                  <a:spcPct val="0"/>
                </a:spcBef>
                <a:buFontTx/>
                <a:buNone/>
              </a:pPr>
              <a:t>22</a:t>
            </a:fld>
            <a:endParaRPr lang="en-US" altLang="id-ID" sz="1400"/>
          </a:p>
        </p:txBody>
      </p:sp>
      <p:pic>
        <p:nvPicPr>
          <p:cNvPr id="36868" name="Picture 6">
            <a:extLst>
              <a:ext uri="{FF2B5EF4-FFF2-40B4-BE49-F238E27FC236}">
                <a16:creationId xmlns:a16="http://schemas.microsoft.com/office/drawing/2014/main" id="{5EF300D8-E430-43B4-A1EF-2B1A1B8AC2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5336" y="1500423"/>
            <a:ext cx="7668344" cy="1350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69" name="Picture 7">
            <a:extLst>
              <a:ext uri="{FF2B5EF4-FFF2-40B4-BE49-F238E27FC236}">
                <a16:creationId xmlns:a16="http://schemas.microsoft.com/office/drawing/2014/main" id="{7CE7FA77-4A4A-42B3-A2C7-99965C5D93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336" y="2901632"/>
            <a:ext cx="7668344" cy="726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0" name="Rectangle 5">
            <a:extLst>
              <a:ext uri="{FF2B5EF4-FFF2-40B4-BE49-F238E27FC236}">
                <a16:creationId xmlns:a16="http://schemas.microsoft.com/office/drawing/2014/main" id="{E6686A58-0BF2-45DB-9BDE-92055D61D099}"/>
              </a:ext>
            </a:extLst>
          </p:cNvPr>
          <p:cNvSpPr>
            <a:spLocks noChangeArrowheads="1"/>
          </p:cNvSpPr>
          <p:nvPr/>
        </p:nvSpPr>
        <p:spPr bwMode="auto">
          <a:xfrm>
            <a:off x="3143250" y="214313"/>
            <a:ext cx="3143250"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ctr" eaLnBrk="1" hangingPunct="1">
              <a:spcBef>
                <a:spcPct val="0"/>
              </a:spcBef>
              <a:buFontTx/>
              <a:buNone/>
            </a:pPr>
            <a:r>
              <a:rPr lang="en-US" altLang="id-ID" sz="2200" b="1" dirty="0">
                <a:latin typeface="Arial" panose="020B0604020202020204" pitchFamily="34" charset="0"/>
                <a:cs typeface="Arial" panose="020B0604020202020204" pitchFamily="34" charset="0"/>
              </a:rPr>
              <a:t>Force Between Two Parallel Wir</a:t>
            </a:r>
            <a:r>
              <a:rPr lang="en-US" altLang="id-ID" sz="2200" b="1" i="1" dirty="0">
                <a:latin typeface="Arial" panose="020B0604020202020204" pitchFamily="34" charset="0"/>
                <a:cs typeface="Arial" panose="020B0604020202020204" pitchFamily="34" charset="0"/>
              </a:rPr>
              <a:t>es (cont.)</a:t>
            </a:r>
            <a:endParaRPr lang="en-US" altLang="id-ID" sz="2200" dirty="0">
              <a:latin typeface="Arial" panose="020B0604020202020204" pitchFamily="34" charset="0"/>
            </a:endParaRPr>
          </a:p>
        </p:txBody>
      </p:sp>
      <p:grpSp>
        <p:nvGrpSpPr>
          <p:cNvPr id="7" name="Group 7">
            <a:extLst>
              <a:ext uri="{FF2B5EF4-FFF2-40B4-BE49-F238E27FC236}">
                <a16:creationId xmlns:a16="http://schemas.microsoft.com/office/drawing/2014/main" id="{6DE3A31B-0C17-48F4-A3F8-2ACBBD798349}"/>
              </a:ext>
            </a:extLst>
          </p:cNvPr>
          <p:cNvGrpSpPr>
            <a:grpSpLocks/>
          </p:cNvGrpSpPr>
          <p:nvPr/>
        </p:nvGrpSpPr>
        <p:grpSpPr bwMode="auto">
          <a:xfrm>
            <a:off x="3563888" y="3915888"/>
            <a:ext cx="4800600" cy="2286000"/>
            <a:chOff x="1875" y="6885"/>
            <a:chExt cx="7110" cy="2534"/>
          </a:xfrm>
        </p:grpSpPr>
        <p:cxnSp>
          <p:nvCxnSpPr>
            <p:cNvPr id="8" name="AutoShape 8">
              <a:extLst>
                <a:ext uri="{FF2B5EF4-FFF2-40B4-BE49-F238E27FC236}">
                  <a16:creationId xmlns:a16="http://schemas.microsoft.com/office/drawing/2014/main" id="{F5E0E95D-A632-4BB2-ACC6-406505BADE76}"/>
                </a:ext>
              </a:extLst>
            </p:cNvPr>
            <p:cNvCxnSpPr>
              <a:cxnSpLocks noChangeShapeType="1"/>
            </p:cNvCxnSpPr>
            <p:nvPr/>
          </p:nvCxnSpPr>
          <p:spPr bwMode="auto">
            <a:xfrm flipV="1">
              <a:off x="2580" y="7154"/>
              <a:ext cx="4380" cy="1155"/>
            </a:xfrm>
            <a:prstGeom prst="straightConnector1">
              <a:avLst/>
            </a:prstGeom>
            <a:noFill/>
            <a:ln w="57150">
              <a:solidFill>
                <a:srgbClr val="95B3D7"/>
              </a:solidFill>
              <a:round/>
              <a:headEnd/>
              <a:tailEnd/>
            </a:ln>
            <a:extLst>
              <a:ext uri="{909E8E84-426E-40DD-AFC4-6F175D3DCCD1}">
                <a14:hiddenFill xmlns:a14="http://schemas.microsoft.com/office/drawing/2010/main">
                  <a:noFill/>
                </a14:hiddenFill>
              </a:ext>
            </a:extLst>
          </p:spPr>
        </p:cxnSp>
        <p:cxnSp>
          <p:nvCxnSpPr>
            <p:cNvPr id="9" name="AutoShape 9">
              <a:extLst>
                <a:ext uri="{FF2B5EF4-FFF2-40B4-BE49-F238E27FC236}">
                  <a16:creationId xmlns:a16="http://schemas.microsoft.com/office/drawing/2014/main" id="{D4B1D2DF-C118-4752-828D-EE3E3DFFDAC2}"/>
                </a:ext>
              </a:extLst>
            </p:cNvPr>
            <p:cNvCxnSpPr>
              <a:cxnSpLocks noChangeShapeType="1"/>
            </p:cNvCxnSpPr>
            <p:nvPr/>
          </p:nvCxnSpPr>
          <p:spPr bwMode="auto">
            <a:xfrm flipV="1">
              <a:off x="3780" y="8114"/>
              <a:ext cx="4380" cy="1155"/>
            </a:xfrm>
            <a:prstGeom prst="straightConnector1">
              <a:avLst/>
            </a:prstGeom>
            <a:noFill/>
            <a:ln w="57150">
              <a:solidFill>
                <a:srgbClr val="95B3D7"/>
              </a:solidFill>
              <a:round/>
              <a:headEnd/>
              <a:tailEnd/>
            </a:ln>
            <a:extLst>
              <a:ext uri="{909E8E84-426E-40DD-AFC4-6F175D3DCCD1}">
                <a14:hiddenFill xmlns:a14="http://schemas.microsoft.com/office/drawing/2010/main">
                  <a:noFill/>
                </a14:hiddenFill>
              </a:ext>
            </a:extLst>
          </p:spPr>
        </p:cxnSp>
        <p:cxnSp>
          <p:nvCxnSpPr>
            <p:cNvPr id="10" name="AutoShape 10">
              <a:extLst>
                <a:ext uri="{FF2B5EF4-FFF2-40B4-BE49-F238E27FC236}">
                  <a16:creationId xmlns:a16="http://schemas.microsoft.com/office/drawing/2014/main" id="{5AEC0D22-4C7A-40A4-A151-2AA171A3C746}"/>
                </a:ext>
              </a:extLst>
            </p:cNvPr>
            <p:cNvCxnSpPr>
              <a:cxnSpLocks noChangeShapeType="1"/>
            </p:cNvCxnSpPr>
            <p:nvPr/>
          </p:nvCxnSpPr>
          <p:spPr bwMode="auto">
            <a:xfrm flipV="1">
              <a:off x="7125" y="6885"/>
              <a:ext cx="705" cy="18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1" name="AutoShape 11">
              <a:extLst>
                <a:ext uri="{FF2B5EF4-FFF2-40B4-BE49-F238E27FC236}">
                  <a16:creationId xmlns:a16="http://schemas.microsoft.com/office/drawing/2014/main" id="{4CBB9A2B-5367-4ABE-AD76-26FB2440A97C}"/>
                </a:ext>
              </a:extLst>
            </p:cNvPr>
            <p:cNvCxnSpPr>
              <a:cxnSpLocks noChangeShapeType="1"/>
            </p:cNvCxnSpPr>
            <p:nvPr/>
          </p:nvCxnSpPr>
          <p:spPr bwMode="auto">
            <a:xfrm flipV="1">
              <a:off x="8280" y="7934"/>
              <a:ext cx="705" cy="18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2" name="AutoShape 12">
              <a:extLst>
                <a:ext uri="{FF2B5EF4-FFF2-40B4-BE49-F238E27FC236}">
                  <a16:creationId xmlns:a16="http://schemas.microsoft.com/office/drawing/2014/main" id="{68D38372-9CA3-428D-BDCC-13DD3B76D9F3}"/>
                </a:ext>
              </a:extLst>
            </p:cNvPr>
            <p:cNvCxnSpPr>
              <a:cxnSpLocks noChangeShapeType="1"/>
            </p:cNvCxnSpPr>
            <p:nvPr/>
          </p:nvCxnSpPr>
          <p:spPr bwMode="auto">
            <a:xfrm>
              <a:off x="7500" y="6974"/>
              <a:ext cx="1230" cy="1050"/>
            </a:xfrm>
            <a:prstGeom prst="straightConnector1">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3" name="AutoShape 13">
              <a:extLst>
                <a:ext uri="{FF2B5EF4-FFF2-40B4-BE49-F238E27FC236}">
                  <a16:creationId xmlns:a16="http://schemas.microsoft.com/office/drawing/2014/main" id="{62AD4AD2-9377-4756-AB3D-7F08A01F4647}"/>
                </a:ext>
              </a:extLst>
            </p:cNvPr>
            <p:cNvCxnSpPr>
              <a:cxnSpLocks noChangeShapeType="1"/>
            </p:cNvCxnSpPr>
            <p:nvPr/>
          </p:nvCxnSpPr>
          <p:spPr bwMode="auto">
            <a:xfrm flipV="1">
              <a:off x="1875" y="8339"/>
              <a:ext cx="600" cy="15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4" name="AutoShape 14">
              <a:extLst>
                <a:ext uri="{FF2B5EF4-FFF2-40B4-BE49-F238E27FC236}">
                  <a16:creationId xmlns:a16="http://schemas.microsoft.com/office/drawing/2014/main" id="{34C5D806-6BC5-4B04-8CF8-6ABF944812EB}"/>
                </a:ext>
              </a:extLst>
            </p:cNvPr>
            <p:cNvCxnSpPr>
              <a:cxnSpLocks noChangeShapeType="1"/>
            </p:cNvCxnSpPr>
            <p:nvPr/>
          </p:nvCxnSpPr>
          <p:spPr bwMode="auto">
            <a:xfrm flipV="1">
              <a:off x="3090" y="9268"/>
              <a:ext cx="600" cy="15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5" name="AutoShape 15">
              <a:extLst>
                <a:ext uri="{FF2B5EF4-FFF2-40B4-BE49-F238E27FC236}">
                  <a16:creationId xmlns:a16="http://schemas.microsoft.com/office/drawing/2014/main" id="{724C9CC4-B378-4E22-8C3D-48AEC15E319C}"/>
                </a:ext>
              </a:extLst>
            </p:cNvPr>
            <p:cNvCxnSpPr>
              <a:cxnSpLocks noChangeShapeType="1"/>
            </p:cNvCxnSpPr>
            <p:nvPr/>
          </p:nvCxnSpPr>
          <p:spPr bwMode="auto">
            <a:xfrm flipH="1" flipV="1">
              <a:off x="5475" y="8024"/>
              <a:ext cx="660" cy="570"/>
            </a:xfrm>
            <a:prstGeom prst="straightConnector1">
              <a:avLst/>
            </a:prstGeom>
            <a:noFill/>
            <a:ln w="38100">
              <a:solidFill>
                <a:srgbClr val="0070C0"/>
              </a:solidFill>
              <a:round/>
              <a:headEnd/>
              <a:tailEnd type="triangle" w="med" len="med"/>
            </a:ln>
            <a:extLst>
              <a:ext uri="{909E8E84-426E-40DD-AFC4-6F175D3DCCD1}">
                <a14:hiddenFill xmlns:a14="http://schemas.microsoft.com/office/drawing/2010/main">
                  <a:noFill/>
                </a14:hiddenFill>
              </a:ext>
            </a:extLst>
          </p:spPr>
        </p:cxnSp>
        <p:cxnSp>
          <p:nvCxnSpPr>
            <p:cNvPr id="16" name="AutoShape 16">
              <a:extLst>
                <a:ext uri="{FF2B5EF4-FFF2-40B4-BE49-F238E27FC236}">
                  <a16:creationId xmlns:a16="http://schemas.microsoft.com/office/drawing/2014/main" id="{93E992A3-077C-4A5F-8B8C-BE0979A07D6A}"/>
                </a:ext>
              </a:extLst>
            </p:cNvPr>
            <p:cNvCxnSpPr>
              <a:cxnSpLocks noChangeShapeType="1"/>
            </p:cNvCxnSpPr>
            <p:nvPr/>
          </p:nvCxnSpPr>
          <p:spPr bwMode="auto">
            <a:xfrm>
              <a:off x="6135" y="8594"/>
              <a:ext cx="0" cy="825"/>
            </a:xfrm>
            <a:prstGeom prst="straightConnector1">
              <a:avLst/>
            </a:prstGeom>
            <a:noFill/>
            <a:ln w="38100">
              <a:solidFill>
                <a:srgbClr val="17365D"/>
              </a:solidFill>
              <a:round/>
              <a:headEnd/>
              <a:tailEnd type="triangle" w="med" len="med"/>
            </a:ln>
            <a:extLst>
              <a:ext uri="{909E8E84-426E-40DD-AFC4-6F175D3DCCD1}">
                <a14:hiddenFill xmlns:a14="http://schemas.microsoft.com/office/drawing/2010/main">
                  <a:noFill/>
                </a14:hiddenFill>
              </a:ext>
            </a:extLst>
          </p:spPr>
        </p:cxnSp>
        <p:cxnSp>
          <p:nvCxnSpPr>
            <p:cNvPr id="17" name="AutoShape 17">
              <a:extLst>
                <a:ext uri="{FF2B5EF4-FFF2-40B4-BE49-F238E27FC236}">
                  <a16:creationId xmlns:a16="http://schemas.microsoft.com/office/drawing/2014/main" id="{A81B5CBD-09FC-470A-A239-D3CDD4693C56}"/>
                </a:ext>
              </a:extLst>
            </p:cNvPr>
            <p:cNvCxnSpPr>
              <a:cxnSpLocks noChangeShapeType="1"/>
            </p:cNvCxnSpPr>
            <p:nvPr/>
          </p:nvCxnSpPr>
          <p:spPr bwMode="auto">
            <a:xfrm>
              <a:off x="5828" y="8804"/>
              <a:ext cx="688" cy="57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8" name="AutoShape 18">
              <a:extLst>
                <a:ext uri="{FF2B5EF4-FFF2-40B4-BE49-F238E27FC236}">
                  <a16:creationId xmlns:a16="http://schemas.microsoft.com/office/drawing/2014/main" id="{634F9300-360D-4AA1-A961-B58E3C2A47BB}"/>
                </a:ext>
              </a:extLst>
            </p:cNvPr>
            <p:cNvCxnSpPr>
              <a:cxnSpLocks noChangeShapeType="1"/>
            </p:cNvCxnSpPr>
            <p:nvPr/>
          </p:nvCxnSpPr>
          <p:spPr bwMode="auto">
            <a:xfrm>
              <a:off x="6812" y="8489"/>
              <a:ext cx="688" cy="57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9" name="AutoShape 19">
              <a:extLst>
                <a:ext uri="{FF2B5EF4-FFF2-40B4-BE49-F238E27FC236}">
                  <a16:creationId xmlns:a16="http://schemas.microsoft.com/office/drawing/2014/main" id="{93135BCD-219B-4FC5-81C6-2D56FC5853FA}"/>
                </a:ext>
              </a:extLst>
            </p:cNvPr>
            <p:cNvCxnSpPr>
              <a:cxnSpLocks noChangeShapeType="1"/>
            </p:cNvCxnSpPr>
            <p:nvPr/>
          </p:nvCxnSpPr>
          <p:spPr bwMode="auto">
            <a:xfrm flipV="1">
              <a:off x="6420" y="8983"/>
              <a:ext cx="1005" cy="285"/>
            </a:xfrm>
            <a:prstGeom prst="straightConnector1">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20" name="AutoShape 20">
              <a:extLst>
                <a:ext uri="{FF2B5EF4-FFF2-40B4-BE49-F238E27FC236}">
                  <a16:creationId xmlns:a16="http://schemas.microsoft.com/office/drawing/2014/main" id="{6537403D-8EE5-4FB0-8603-8A5E8CC44F04}"/>
                </a:ext>
              </a:extLst>
            </p:cNvPr>
            <p:cNvCxnSpPr>
              <a:cxnSpLocks noChangeShapeType="1"/>
            </p:cNvCxnSpPr>
            <p:nvPr/>
          </p:nvCxnSpPr>
          <p:spPr bwMode="auto">
            <a:xfrm flipV="1">
              <a:off x="6000" y="8714"/>
              <a:ext cx="1035" cy="270"/>
            </a:xfrm>
            <a:prstGeom prst="straightConnector1">
              <a:avLst/>
            </a:prstGeom>
            <a:noFill/>
            <a:ln w="38100">
              <a:solidFill>
                <a:srgbClr val="C00000"/>
              </a:solidFill>
              <a:round/>
              <a:headEnd/>
              <a:tailEnd type="triangle" w="med" len="med"/>
            </a:ln>
            <a:extLst>
              <a:ext uri="{909E8E84-426E-40DD-AFC4-6F175D3DCCD1}">
                <a14:hiddenFill xmlns:a14="http://schemas.microsoft.com/office/drawing/2010/main">
                  <a:noFill/>
                </a14:hiddenFill>
              </a:ext>
            </a:extLst>
          </p:spPr>
        </p:cxnSp>
      </p:grpSp>
      <p:sp>
        <p:nvSpPr>
          <p:cNvPr id="21" name="Rectangle 21">
            <a:extLst>
              <a:ext uri="{FF2B5EF4-FFF2-40B4-BE49-F238E27FC236}">
                <a16:creationId xmlns:a16="http://schemas.microsoft.com/office/drawing/2014/main" id="{D2E373E0-EFF6-4B5E-9F21-52F682F4578B}"/>
              </a:ext>
            </a:extLst>
          </p:cNvPr>
          <p:cNvSpPr>
            <a:spLocks noChangeArrowheads="1"/>
          </p:cNvSpPr>
          <p:nvPr/>
        </p:nvSpPr>
        <p:spPr bwMode="auto">
          <a:xfrm>
            <a:off x="3492450" y="4701701"/>
            <a:ext cx="4286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2800" b="1" i="1">
                <a:latin typeface="Calibri" panose="020F0502020204030204" pitchFamily="34" charset="0"/>
                <a:ea typeface="Calibri" panose="020F0502020204030204" pitchFamily="34" charset="0"/>
                <a:cs typeface="Times New Roman" panose="02020603050405020304" pitchFamily="18" charset="0"/>
              </a:rPr>
              <a:t>i</a:t>
            </a:r>
            <a:r>
              <a:rPr lang="en-US" altLang="id-ID" sz="2800" b="1" i="1" baseline="-30000">
                <a:latin typeface="Calibri" panose="020F0502020204030204" pitchFamily="34" charset="0"/>
                <a:ea typeface="Calibri" panose="020F0502020204030204" pitchFamily="34" charset="0"/>
                <a:cs typeface="Times New Roman" panose="02020603050405020304" pitchFamily="18" charset="0"/>
              </a:rPr>
              <a:t>a</a:t>
            </a:r>
            <a:endParaRPr lang="en-US" altLang="id-ID" sz="2800" b="1">
              <a:latin typeface="Arial" panose="020B0604020202020204" pitchFamily="34" charset="0"/>
              <a:ea typeface="Calibri" panose="020F0502020204030204" pitchFamily="34" charset="0"/>
              <a:cs typeface="Times New Roman" panose="02020603050405020304" pitchFamily="18" charset="0"/>
            </a:endParaRPr>
          </a:p>
        </p:txBody>
      </p:sp>
      <p:sp>
        <p:nvSpPr>
          <p:cNvPr id="22" name="Rectangle 21">
            <a:extLst>
              <a:ext uri="{FF2B5EF4-FFF2-40B4-BE49-F238E27FC236}">
                <a16:creationId xmlns:a16="http://schemas.microsoft.com/office/drawing/2014/main" id="{7EF4A567-152E-4B48-97F3-A0AD642BCA9E}"/>
              </a:ext>
            </a:extLst>
          </p:cNvPr>
          <p:cNvSpPr>
            <a:spLocks noChangeArrowheads="1"/>
          </p:cNvSpPr>
          <p:nvPr/>
        </p:nvSpPr>
        <p:spPr bwMode="auto">
          <a:xfrm>
            <a:off x="3992513" y="5916138"/>
            <a:ext cx="4286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2800" b="1" i="1">
                <a:latin typeface="Calibri" panose="020F0502020204030204" pitchFamily="34" charset="0"/>
                <a:ea typeface="Calibri" panose="020F0502020204030204" pitchFamily="34" charset="0"/>
                <a:cs typeface="Times New Roman" panose="02020603050405020304" pitchFamily="18" charset="0"/>
              </a:rPr>
              <a:t>i</a:t>
            </a:r>
            <a:r>
              <a:rPr lang="en-US" altLang="id-ID" sz="2800" b="1" i="1" baseline="-30000">
                <a:latin typeface="Calibri" panose="020F0502020204030204" pitchFamily="34" charset="0"/>
                <a:ea typeface="Calibri" panose="020F0502020204030204" pitchFamily="34" charset="0"/>
                <a:cs typeface="Times New Roman" panose="02020603050405020304" pitchFamily="18" charset="0"/>
              </a:rPr>
              <a:t>b</a:t>
            </a:r>
            <a:endParaRPr lang="en-US" altLang="id-ID" sz="2800" b="1">
              <a:latin typeface="Arial" panose="020B0604020202020204" pitchFamily="34" charset="0"/>
              <a:ea typeface="Calibri" panose="020F0502020204030204" pitchFamily="34" charset="0"/>
              <a:cs typeface="Times New Roman" panose="02020603050405020304" pitchFamily="18" charset="0"/>
            </a:endParaRPr>
          </a:p>
        </p:txBody>
      </p:sp>
      <p:sp>
        <p:nvSpPr>
          <p:cNvPr id="23" name="Rectangle 21">
            <a:extLst>
              <a:ext uri="{FF2B5EF4-FFF2-40B4-BE49-F238E27FC236}">
                <a16:creationId xmlns:a16="http://schemas.microsoft.com/office/drawing/2014/main" id="{D01D1C2C-D0CD-496F-AD51-E5480D116CE8}"/>
              </a:ext>
            </a:extLst>
          </p:cNvPr>
          <p:cNvSpPr>
            <a:spLocks noChangeArrowheads="1"/>
          </p:cNvSpPr>
          <p:nvPr/>
        </p:nvSpPr>
        <p:spPr bwMode="auto">
          <a:xfrm>
            <a:off x="7707263" y="4058763"/>
            <a:ext cx="4286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b="1" i="1">
                <a:latin typeface="Calibri" panose="020F0502020204030204" pitchFamily="34" charset="0"/>
                <a:cs typeface="Times New Roman" panose="02020603050405020304" pitchFamily="18" charset="0"/>
              </a:rPr>
              <a:t>d</a:t>
            </a:r>
            <a:endParaRPr lang="en-US" altLang="id-ID" sz="1200" b="1">
              <a:latin typeface="Arial" panose="020B0604020202020204" pitchFamily="34" charset="0"/>
            </a:endParaRPr>
          </a:p>
        </p:txBody>
      </p:sp>
      <p:pic>
        <p:nvPicPr>
          <p:cNvPr id="24" name="Picture 22">
            <a:extLst>
              <a:ext uri="{FF2B5EF4-FFF2-40B4-BE49-F238E27FC236}">
                <a16:creationId xmlns:a16="http://schemas.microsoft.com/office/drawing/2014/main" id="{E0055E2E-09D9-4AE1-ABD5-E37FF04251A5}"/>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135638" y="6201888"/>
            <a:ext cx="447675" cy="63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28">
            <a:extLst>
              <a:ext uri="{FF2B5EF4-FFF2-40B4-BE49-F238E27FC236}">
                <a16:creationId xmlns:a16="http://schemas.microsoft.com/office/drawing/2014/main" id="{10B010F8-CAF6-4FAD-92A9-FD3E5502F693}"/>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992763" y="4487388"/>
            <a:ext cx="500062"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37">
            <a:extLst>
              <a:ext uri="{FF2B5EF4-FFF2-40B4-BE49-F238E27FC236}">
                <a16:creationId xmlns:a16="http://schemas.microsoft.com/office/drawing/2014/main" id="{2DB8D074-8E58-45CF-9C27-CD8D4611D70E}"/>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680150" y="5201763"/>
            <a:ext cx="188913"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Rectangle 42">
            <a:extLst>
              <a:ext uri="{FF2B5EF4-FFF2-40B4-BE49-F238E27FC236}">
                <a16:creationId xmlns:a16="http://schemas.microsoft.com/office/drawing/2014/main" id="{DF4BA8A2-4F84-4D6C-9F42-02AF34417189}"/>
              </a:ext>
            </a:extLst>
          </p:cNvPr>
          <p:cNvSpPr>
            <a:spLocks noChangeArrowheads="1"/>
          </p:cNvSpPr>
          <p:nvPr/>
        </p:nvSpPr>
        <p:spPr bwMode="auto">
          <a:xfrm>
            <a:off x="6349950" y="3844451"/>
            <a:ext cx="355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solidFill>
                  <a:srgbClr val="0070C0"/>
                </a:solidFill>
                <a:latin typeface="Arial" panose="020B0604020202020204" pitchFamily="34" charset="0"/>
                <a:cs typeface="Arial" panose="020B0604020202020204" pitchFamily="34" charset="0"/>
              </a:rPr>
              <a:t>a</a:t>
            </a:r>
            <a:endParaRPr lang="en-US" altLang="id-ID" i="1">
              <a:solidFill>
                <a:srgbClr val="0070C0"/>
              </a:solidFill>
              <a:latin typeface="Arial" panose="020B0604020202020204" pitchFamily="34" charset="0"/>
            </a:endParaRPr>
          </a:p>
        </p:txBody>
      </p:sp>
      <p:sp>
        <p:nvSpPr>
          <p:cNvPr id="28" name="Rectangle 43">
            <a:extLst>
              <a:ext uri="{FF2B5EF4-FFF2-40B4-BE49-F238E27FC236}">
                <a16:creationId xmlns:a16="http://schemas.microsoft.com/office/drawing/2014/main" id="{ABA72E30-1451-47BE-9756-60D3054A1260}"/>
              </a:ext>
            </a:extLst>
          </p:cNvPr>
          <p:cNvSpPr>
            <a:spLocks noChangeArrowheads="1"/>
          </p:cNvSpPr>
          <p:nvPr/>
        </p:nvSpPr>
        <p:spPr bwMode="auto">
          <a:xfrm>
            <a:off x="7421513" y="5130326"/>
            <a:ext cx="371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solidFill>
                  <a:srgbClr val="0070C0"/>
                </a:solidFill>
                <a:latin typeface="Arial" panose="020B0604020202020204" pitchFamily="34" charset="0"/>
                <a:cs typeface="Arial" panose="020B0604020202020204" pitchFamily="34" charset="0"/>
              </a:rPr>
              <a:t>b</a:t>
            </a:r>
            <a:endParaRPr lang="en-US" altLang="id-ID" i="1">
              <a:solidFill>
                <a:srgbClr val="0070C0"/>
              </a:solidFill>
              <a:latin typeface="Arial" panose="020B0604020202020204" pitchFamily="34" charset="0"/>
            </a:endParaRPr>
          </a:p>
        </p:txBody>
      </p:sp>
      <p:sp>
        <p:nvSpPr>
          <p:cNvPr id="29" name="Rectangle 44">
            <a:extLst>
              <a:ext uri="{FF2B5EF4-FFF2-40B4-BE49-F238E27FC236}">
                <a16:creationId xmlns:a16="http://schemas.microsoft.com/office/drawing/2014/main" id="{FEDAFCA0-12D0-42D5-BCA5-E63A6E624DED}"/>
              </a:ext>
            </a:extLst>
          </p:cNvPr>
          <p:cNvSpPr>
            <a:spLocks noChangeArrowheads="1"/>
          </p:cNvSpPr>
          <p:nvPr/>
        </p:nvSpPr>
        <p:spPr bwMode="auto">
          <a:xfrm>
            <a:off x="6921450" y="5844701"/>
            <a:ext cx="371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a:latin typeface="Arial" panose="020B0604020202020204" pitchFamily="34" charset="0"/>
                <a:cs typeface="Arial" panose="020B0604020202020204" pitchFamily="34" charset="0"/>
              </a:rPr>
              <a:t>L</a:t>
            </a:r>
            <a:endParaRPr lang="en-US" altLang="id-ID">
              <a:latin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Box 1">
            <a:extLst>
              <a:ext uri="{FF2B5EF4-FFF2-40B4-BE49-F238E27FC236}">
                <a16:creationId xmlns:a16="http://schemas.microsoft.com/office/drawing/2014/main" id="{EF167550-4EA7-4D3E-83E3-9C3B45617C8E}"/>
              </a:ext>
            </a:extLst>
          </p:cNvPr>
          <p:cNvSpPr txBox="1">
            <a:spLocks noChangeArrowheads="1"/>
          </p:cNvSpPr>
          <p:nvPr/>
        </p:nvSpPr>
        <p:spPr bwMode="auto">
          <a:xfrm>
            <a:off x="968177" y="1470497"/>
            <a:ext cx="26749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cs typeface="Arial" panose="020B0604020202020204" pitchFamily="34" charset="0"/>
              </a:rPr>
              <a:t>9.  Ampere’s Law</a:t>
            </a:r>
            <a:endParaRPr lang="en-US" altLang="id-ID" sz="2000" b="1" i="1" dirty="0">
              <a:solidFill>
                <a:srgbClr val="0070C0"/>
              </a:solidFill>
              <a:latin typeface="Arial" panose="020B0604020202020204" pitchFamily="34" charset="0"/>
              <a:cs typeface="Arial" panose="020B0604020202020204" pitchFamily="34" charset="0"/>
            </a:endParaRPr>
          </a:p>
        </p:txBody>
      </p:sp>
      <p:sp>
        <p:nvSpPr>
          <p:cNvPr id="37891" name="Rectangle 6">
            <a:extLst>
              <a:ext uri="{FF2B5EF4-FFF2-40B4-BE49-F238E27FC236}">
                <a16:creationId xmlns:a16="http://schemas.microsoft.com/office/drawing/2014/main" id="{F2986357-4DA5-4AF5-835C-444CE5F9E9C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37892" name="Rectangle 8">
            <a:extLst>
              <a:ext uri="{FF2B5EF4-FFF2-40B4-BE49-F238E27FC236}">
                <a16:creationId xmlns:a16="http://schemas.microsoft.com/office/drawing/2014/main" id="{60901A63-EE70-4387-9717-76324871AB76}"/>
              </a:ext>
            </a:extLst>
          </p:cNvPr>
          <p:cNvSpPr>
            <a:spLocks noChangeArrowheads="1"/>
          </p:cNvSpPr>
          <p:nvPr/>
        </p:nvSpPr>
        <p:spPr bwMode="auto">
          <a:xfrm>
            <a:off x="968178" y="4418007"/>
            <a:ext cx="6628158"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2000" dirty="0">
                <a:latin typeface="Arial" panose="020B0604020202020204" pitchFamily="34" charset="0"/>
                <a:ea typeface="Calibri" panose="020F0502020204030204" pitchFamily="34" charset="0"/>
                <a:cs typeface="Arial" panose="020B0604020202020204" pitchFamily="34" charset="0"/>
              </a:rPr>
              <a:t>The loop on the integral sign means that the scalar (dot)  product               is to be integrated around a closed loop, called an </a:t>
            </a:r>
            <a:r>
              <a:rPr lang="en-US" altLang="id-ID" sz="2000" dirty="0" err="1">
                <a:latin typeface="Arial" panose="020B0604020202020204" pitchFamily="34" charset="0"/>
                <a:ea typeface="Calibri" panose="020F0502020204030204" pitchFamily="34" charset="0"/>
                <a:cs typeface="Arial" panose="020B0604020202020204" pitchFamily="34" charset="0"/>
              </a:rPr>
              <a:t>Amperian</a:t>
            </a:r>
            <a:r>
              <a:rPr lang="en-US" altLang="id-ID" sz="2000" dirty="0">
                <a:latin typeface="Arial" panose="020B0604020202020204" pitchFamily="34" charset="0"/>
                <a:ea typeface="Calibri" panose="020F0502020204030204" pitchFamily="34" charset="0"/>
                <a:cs typeface="Arial" panose="020B0604020202020204" pitchFamily="34" charset="0"/>
              </a:rPr>
              <a:t> loop. </a:t>
            </a:r>
          </a:p>
          <a:p>
            <a:pPr>
              <a:spcBef>
                <a:spcPct val="0"/>
              </a:spcBef>
              <a:buFontTx/>
              <a:buNone/>
            </a:pPr>
            <a:endParaRPr lang="en-US" altLang="id-ID" sz="2000" dirty="0">
              <a:latin typeface="Arial" panose="020B0604020202020204" pitchFamily="34" charset="0"/>
              <a:ea typeface="Calibri" panose="020F0502020204030204" pitchFamily="34" charset="0"/>
              <a:cs typeface="Arial" panose="020B0604020202020204" pitchFamily="34" charset="0"/>
            </a:endParaRPr>
          </a:p>
          <a:p>
            <a:pPr>
              <a:spcBef>
                <a:spcPct val="0"/>
              </a:spcBef>
              <a:buFontTx/>
              <a:buNone/>
            </a:pPr>
            <a:r>
              <a:rPr lang="en-US" altLang="id-ID" sz="2000" dirty="0">
                <a:latin typeface="Arial" panose="020B0604020202020204" pitchFamily="34" charset="0"/>
                <a:ea typeface="Calibri" panose="020F0502020204030204" pitchFamily="34" charset="0"/>
                <a:cs typeface="Arial" panose="020B0604020202020204" pitchFamily="34" charset="0"/>
              </a:rPr>
              <a:t>The current  </a:t>
            </a:r>
            <a:r>
              <a:rPr lang="en-US" altLang="id-ID" sz="2000" i="1" dirty="0" err="1">
                <a:latin typeface="Arial" panose="020B0604020202020204" pitchFamily="34" charset="0"/>
                <a:ea typeface="Calibri" panose="020F0502020204030204" pitchFamily="34" charset="0"/>
                <a:cs typeface="Arial" panose="020B0604020202020204" pitchFamily="34" charset="0"/>
              </a:rPr>
              <a:t>i</a:t>
            </a:r>
            <a:r>
              <a:rPr lang="en-US" altLang="id-ID" sz="2000" baseline="-30000" dirty="0" err="1">
                <a:latin typeface="Arial" panose="020B0604020202020204" pitchFamily="34" charset="0"/>
                <a:ea typeface="Calibri" panose="020F0502020204030204" pitchFamily="34" charset="0"/>
                <a:cs typeface="Arial" panose="020B0604020202020204" pitchFamily="34" charset="0"/>
              </a:rPr>
              <a:t>enc</a:t>
            </a:r>
            <a:r>
              <a:rPr lang="en-US" altLang="id-ID" sz="2000" baseline="-30000" dirty="0">
                <a:latin typeface="Arial" panose="020B0604020202020204" pitchFamily="34" charset="0"/>
                <a:ea typeface="Calibri" panose="020F0502020204030204" pitchFamily="34" charset="0"/>
                <a:cs typeface="Arial" panose="020B0604020202020204" pitchFamily="34" charset="0"/>
              </a:rPr>
              <a:t> </a:t>
            </a:r>
            <a:r>
              <a:rPr lang="en-US" altLang="id-ID" sz="2000" dirty="0">
                <a:latin typeface="Arial" panose="020B0604020202020204" pitchFamily="34" charset="0"/>
                <a:ea typeface="Calibri" panose="020F0502020204030204" pitchFamily="34" charset="0"/>
                <a:cs typeface="Arial" panose="020B0604020202020204" pitchFamily="34" charset="0"/>
              </a:rPr>
              <a:t>  is the net  current encircled by that closed loop  </a:t>
            </a:r>
          </a:p>
        </p:txBody>
      </p:sp>
      <p:sp>
        <p:nvSpPr>
          <p:cNvPr id="37893" name="Rectangle 11">
            <a:extLst>
              <a:ext uri="{FF2B5EF4-FFF2-40B4-BE49-F238E27FC236}">
                <a16:creationId xmlns:a16="http://schemas.microsoft.com/office/drawing/2014/main" id="{4D567014-0F29-466B-ABCA-306C078D126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37894" name="Picture 10">
            <a:extLst>
              <a:ext uri="{FF2B5EF4-FFF2-40B4-BE49-F238E27FC236}">
                <a16:creationId xmlns:a16="http://schemas.microsoft.com/office/drawing/2014/main" id="{3863BC8A-3A72-473B-BE97-9386BB0A369D}"/>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123728" y="4725144"/>
            <a:ext cx="6873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5" name="Rectangle 11">
            <a:extLst>
              <a:ext uri="{FF2B5EF4-FFF2-40B4-BE49-F238E27FC236}">
                <a16:creationId xmlns:a16="http://schemas.microsoft.com/office/drawing/2014/main" id="{0D86C081-78D6-4462-A763-9D288E118DB0}"/>
              </a:ext>
            </a:extLst>
          </p:cNvPr>
          <p:cNvSpPr>
            <a:spLocks noChangeArrowheads="1"/>
          </p:cNvSpPr>
          <p:nvPr/>
        </p:nvSpPr>
        <p:spPr bwMode="auto">
          <a:xfrm>
            <a:off x="1115616" y="2156207"/>
            <a:ext cx="778142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ea typeface="Calibri" panose="020F0502020204030204" pitchFamily="34" charset="0"/>
                <a:cs typeface="Times New Roman" panose="02020603050405020304" pitchFamily="18" charset="0"/>
              </a:rPr>
              <a:t>To find the magnetic field, if  the distribution of currents has some symmetry, we able to apply Ampere’s law.</a:t>
            </a:r>
            <a:endParaRPr lang="en-US" altLang="id-ID" dirty="0">
              <a:latin typeface="Arial" panose="020B0604020202020204" pitchFamily="34" charset="0"/>
              <a:ea typeface="Calibri" panose="020F0502020204030204" pitchFamily="34" charset="0"/>
              <a:cs typeface="Times New Roman" panose="02020603050405020304" pitchFamily="18" charset="0"/>
            </a:endParaRPr>
          </a:p>
        </p:txBody>
      </p:sp>
      <p:sp>
        <p:nvSpPr>
          <p:cNvPr id="37896" name="Rectangle 13">
            <a:extLst>
              <a:ext uri="{FF2B5EF4-FFF2-40B4-BE49-F238E27FC236}">
                <a16:creationId xmlns:a16="http://schemas.microsoft.com/office/drawing/2014/main" id="{528794A8-86BF-439B-B0CE-EC84B2F8F21B}"/>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37897" name="Picture 12">
            <a:extLst>
              <a:ext uri="{FF2B5EF4-FFF2-40B4-BE49-F238E27FC236}">
                <a16:creationId xmlns:a16="http://schemas.microsoft.com/office/drawing/2014/main" id="{17106FE6-7D11-46C7-8FAC-4E88E1940586}"/>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639667" y="3325312"/>
            <a:ext cx="4857750" cy="764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8" name="Rectangle 14">
            <a:extLst>
              <a:ext uri="{FF2B5EF4-FFF2-40B4-BE49-F238E27FC236}">
                <a16:creationId xmlns:a16="http://schemas.microsoft.com/office/drawing/2014/main" id="{9BDEE844-AAAA-412B-9F75-9F7125B216E6}"/>
              </a:ext>
            </a:extLst>
          </p:cNvPr>
          <p:cNvSpPr>
            <a:spLocks noChangeArrowheads="1"/>
          </p:cNvSpPr>
          <p:nvPr/>
        </p:nvSpPr>
        <p:spPr bwMode="auto">
          <a:xfrm>
            <a:off x="539552" y="1484784"/>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329690-3769-497E-BE66-6591E9B0CDA4}"/>
              </a:ext>
            </a:extLst>
          </p:cNvPr>
          <p:cNvSpPr>
            <a:spLocks noGrp="1"/>
          </p:cNvSpPr>
          <p:nvPr>
            <p:ph type="dt" sz="half" idx="10"/>
          </p:nvPr>
        </p:nvSpPr>
        <p:spPr>
          <a:xfrm>
            <a:off x="1331640" y="1587500"/>
            <a:ext cx="7166570" cy="2835945"/>
          </a:xfrm>
        </p:spPr>
        <p:txBody>
          <a:bodyPr/>
          <a:lstStyle/>
          <a:p>
            <a:pPr>
              <a:defRPr/>
            </a:pPr>
            <a:r>
              <a:rPr lang="en-US" sz="2400" b="1" i="1" dirty="0">
                <a:solidFill>
                  <a:schemeClr val="tx1"/>
                </a:solidFill>
              </a:rPr>
              <a:t>Curl your right hand around the Amperian loop, with the fingers pointing in the direction of integration. A current through the loop in the general direction of your outstretched thumb is assigned a plus sign, and a current generally in the opposite direction is assigned a minus sign.</a:t>
            </a:r>
          </a:p>
        </p:txBody>
      </p:sp>
      <p:sp>
        <p:nvSpPr>
          <p:cNvPr id="38915" name="Slide Number Placeholder 2">
            <a:extLst>
              <a:ext uri="{FF2B5EF4-FFF2-40B4-BE49-F238E27FC236}">
                <a16:creationId xmlns:a16="http://schemas.microsoft.com/office/drawing/2014/main" id="{3F50133A-6783-443F-B7DD-69C5F8CF007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863E141D-6E48-4D27-A287-7D4D2159FA0C}" type="slidenum">
              <a:rPr lang="en-US" altLang="id-ID" sz="1400" smtClean="0"/>
              <a:pPr>
                <a:spcBef>
                  <a:spcPct val="0"/>
                </a:spcBef>
                <a:buFontTx/>
                <a:buNone/>
              </a:pPr>
              <a:t>24</a:t>
            </a:fld>
            <a:endParaRPr lang="en-US" altLang="id-ID" sz="1400"/>
          </a:p>
        </p:txBody>
      </p:sp>
      <p:sp>
        <p:nvSpPr>
          <p:cNvPr id="38916" name="Rectangle 3">
            <a:extLst>
              <a:ext uri="{FF2B5EF4-FFF2-40B4-BE49-F238E27FC236}">
                <a16:creationId xmlns:a16="http://schemas.microsoft.com/office/drawing/2014/main" id="{95E2D534-B092-442C-A155-0C694ECAEAC7}"/>
              </a:ext>
            </a:extLst>
          </p:cNvPr>
          <p:cNvSpPr>
            <a:spLocks noChangeArrowheads="1"/>
          </p:cNvSpPr>
          <p:nvPr/>
        </p:nvSpPr>
        <p:spPr bwMode="auto">
          <a:xfrm>
            <a:off x="3143250" y="357188"/>
            <a:ext cx="303212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a:solidFill>
                  <a:schemeClr val="bg1"/>
                </a:solidFill>
                <a:latin typeface="Arial" panose="020B0604020202020204" pitchFamily="34" charset="0"/>
                <a:cs typeface="Arial" panose="020B0604020202020204" pitchFamily="34" charset="0"/>
              </a:rPr>
              <a:t>Ampere’s Law (cont.)</a:t>
            </a:r>
            <a:endParaRPr lang="en-US" altLang="id-ID" sz="2200" b="1" i="1">
              <a:solidFill>
                <a:schemeClr val="bg1"/>
              </a:solidFill>
              <a:latin typeface="Arial" panose="020B0604020202020204" pitchFamily="34" charset="0"/>
              <a:cs typeface="Arial" panose="020B0604020202020204" pitchFamily="34" charset="0"/>
            </a:endParaRPr>
          </a:p>
        </p:txBody>
      </p:sp>
      <p:pic>
        <p:nvPicPr>
          <p:cNvPr id="1026" name="Picture 2" descr="184_notes:loop [Projects &amp; Practices in Physics]">
            <a:extLst>
              <a:ext uri="{FF2B5EF4-FFF2-40B4-BE49-F238E27FC236}">
                <a16:creationId xmlns:a16="http://schemas.microsoft.com/office/drawing/2014/main" id="{625D489C-D48E-4080-8152-7A6D413220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3764" y="4509120"/>
            <a:ext cx="3996471" cy="185854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Box 1">
            <a:extLst>
              <a:ext uri="{FF2B5EF4-FFF2-40B4-BE49-F238E27FC236}">
                <a16:creationId xmlns:a16="http://schemas.microsoft.com/office/drawing/2014/main" id="{745CC403-1403-48E5-9CE9-6EE1628B2B02}"/>
              </a:ext>
            </a:extLst>
          </p:cNvPr>
          <p:cNvSpPr txBox="1">
            <a:spLocks noChangeArrowheads="1"/>
          </p:cNvSpPr>
          <p:nvPr/>
        </p:nvSpPr>
        <p:spPr bwMode="auto">
          <a:xfrm>
            <a:off x="3096193" y="301506"/>
            <a:ext cx="535350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u="sng" dirty="0">
                <a:solidFill>
                  <a:srgbClr val="0070C0"/>
                </a:solidFill>
                <a:latin typeface="Arial" panose="020B0604020202020204" pitchFamily="34" charset="0"/>
                <a:cs typeface="Arial" panose="020B0604020202020204" pitchFamily="34" charset="0"/>
              </a:rPr>
              <a:t>Magnetic Field Outside a Long Straight Wire Carrying Current</a:t>
            </a:r>
            <a:r>
              <a:rPr lang="en-US" altLang="id-ID" sz="2000" b="1" i="1" dirty="0">
                <a:solidFill>
                  <a:srgbClr val="0070C0"/>
                </a:solidFill>
                <a:latin typeface="Arial" panose="020B0604020202020204" pitchFamily="34" charset="0"/>
                <a:cs typeface="Arial" panose="020B0604020202020204" pitchFamily="34" charset="0"/>
              </a:rPr>
              <a:t>:</a:t>
            </a:r>
          </a:p>
        </p:txBody>
      </p:sp>
      <p:pic>
        <p:nvPicPr>
          <p:cNvPr id="48131" name="Picture 3">
            <a:extLst>
              <a:ext uri="{FF2B5EF4-FFF2-40B4-BE49-F238E27FC236}">
                <a16:creationId xmlns:a16="http://schemas.microsoft.com/office/drawing/2014/main" id="{14B81525-89E4-435C-A047-9993CB1D8184}"/>
              </a:ext>
            </a:extLst>
          </p:cNvPr>
          <p:cNvPicPr>
            <a:picLocks noChangeAspect="1" noChangeArrowheads="1"/>
          </p:cNvPicPr>
          <p:nvPr/>
        </p:nvPicPr>
        <p:blipFill>
          <a:blip r:embed="rId2"/>
          <a:srcRect/>
          <a:stretch>
            <a:fillRect/>
          </a:stretch>
        </p:blipFill>
        <p:spPr bwMode="auto">
          <a:xfrm>
            <a:off x="4245261" y="2643190"/>
            <a:ext cx="4575211" cy="809513"/>
          </a:xfrm>
          <a:prstGeom prst="rect">
            <a:avLst/>
          </a:prstGeom>
          <a:ln>
            <a:headEnd/>
            <a:tailEnd/>
          </a:ln>
        </p:spPr>
        <p:style>
          <a:lnRef idx="2">
            <a:schemeClr val="accent5"/>
          </a:lnRef>
          <a:fillRef idx="1">
            <a:schemeClr val="lt1"/>
          </a:fillRef>
          <a:effectRef idx="0">
            <a:schemeClr val="accent5"/>
          </a:effectRef>
          <a:fontRef idx="minor">
            <a:schemeClr val="dk1"/>
          </a:fontRef>
        </p:style>
      </p:pic>
      <p:grpSp>
        <p:nvGrpSpPr>
          <p:cNvPr id="39940" name="Group 19">
            <a:extLst>
              <a:ext uri="{FF2B5EF4-FFF2-40B4-BE49-F238E27FC236}">
                <a16:creationId xmlns:a16="http://schemas.microsoft.com/office/drawing/2014/main" id="{E64CE9D8-1BAE-4FC2-8CC6-377F4EA49496}"/>
              </a:ext>
            </a:extLst>
          </p:cNvPr>
          <p:cNvGrpSpPr>
            <a:grpSpLocks/>
          </p:cNvGrpSpPr>
          <p:nvPr/>
        </p:nvGrpSpPr>
        <p:grpSpPr bwMode="auto">
          <a:xfrm>
            <a:off x="989807" y="1756569"/>
            <a:ext cx="2714625" cy="2857500"/>
            <a:chOff x="8175" y="2925"/>
            <a:chExt cx="3660" cy="3585"/>
          </a:xfrm>
        </p:grpSpPr>
        <p:cxnSp>
          <p:nvCxnSpPr>
            <p:cNvPr id="39954" name="AutoShape 20">
              <a:extLst>
                <a:ext uri="{FF2B5EF4-FFF2-40B4-BE49-F238E27FC236}">
                  <a16:creationId xmlns:a16="http://schemas.microsoft.com/office/drawing/2014/main" id="{5DB94E2C-737B-4D0B-83AE-56AEBE248841}"/>
                </a:ext>
              </a:extLst>
            </p:cNvPr>
            <p:cNvCxnSpPr>
              <a:cxnSpLocks noChangeShapeType="1"/>
            </p:cNvCxnSpPr>
            <p:nvPr/>
          </p:nvCxnSpPr>
          <p:spPr bwMode="auto">
            <a:xfrm flipV="1">
              <a:off x="10905" y="5295"/>
              <a:ext cx="930" cy="855"/>
            </a:xfrm>
            <a:prstGeom prst="straightConnector1">
              <a:avLst/>
            </a:prstGeom>
            <a:noFill/>
            <a:ln w="38100">
              <a:solidFill>
                <a:srgbClr val="0070C0"/>
              </a:solidFill>
              <a:round/>
              <a:headEnd/>
              <a:tailEnd type="triangle" w="med" len="med"/>
            </a:ln>
            <a:extLst>
              <a:ext uri="{909E8E84-426E-40DD-AFC4-6F175D3DCCD1}">
                <a14:hiddenFill xmlns:a14="http://schemas.microsoft.com/office/drawing/2010/main">
                  <a:noFill/>
                </a14:hiddenFill>
              </a:ext>
            </a:extLst>
          </p:spPr>
        </p:cxnSp>
        <p:sp>
          <p:nvSpPr>
            <p:cNvPr id="39955" name="Oval 21">
              <a:extLst>
                <a:ext uri="{FF2B5EF4-FFF2-40B4-BE49-F238E27FC236}">
                  <a16:creationId xmlns:a16="http://schemas.microsoft.com/office/drawing/2014/main" id="{64911233-FA96-47E4-8B27-F5248FE387D9}"/>
                </a:ext>
              </a:extLst>
            </p:cNvPr>
            <p:cNvSpPr>
              <a:spLocks noChangeArrowheads="1"/>
            </p:cNvSpPr>
            <p:nvPr/>
          </p:nvSpPr>
          <p:spPr bwMode="auto">
            <a:xfrm>
              <a:off x="8175" y="2925"/>
              <a:ext cx="3330" cy="3585"/>
            </a:xfrm>
            <a:prstGeom prst="ellipse">
              <a:avLst/>
            </a:prstGeom>
            <a:solidFill>
              <a:srgbClr val="FFFFFF"/>
            </a:solidFill>
            <a:ln w="19050">
              <a:solidFill>
                <a:srgbClr val="C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39956" name="AutoShape 22">
              <a:extLst>
                <a:ext uri="{FF2B5EF4-FFF2-40B4-BE49-F238E27FC236}">
                  <a16:creationId xmlns:a16="http://schemas.microsoft.com/office/drawing/2014/main" id="{460EAD8A-7865-493D-BEA9-BE6BA792E000}"/>
                </a:ext>
              </a:extLst>
            </p:cNvPr>
            <p:cNvCxnSpPr>
              <a:cxnSpLocks noChangeShapeType="1"/>
            </p:cNvCxnSpPr>
            <p:nvPr/>
          </p:nvCxnSpPr>
          <p:spPr bwMode="auto">
            <a:xfrm flipH="1">
              <a:off x="8280" y="3855"/>
              <a:ext cx="105" cy="285"/>
            </a:xfrm>
            <a:prstGeom prst="straightConnector1">
              <a:avLst/>
            </a:prstGeom>
            <a:noFill/>
            <a:ln w="19050">
              <a:solidFill>
                <a:srgbClr val="C00000"/>
              </a:solidFill>
              <a:round/>
              <a:headEnd/>
              <a:tailEnd type="triangle" w="med" len="med"/>
            </a:ln>
            <a:extLst>
              <a:ext uri="{909E8E84-426E-40DD-AFC4-6F175D3DCCD1}">
                <a14:hiddenFill xmlns:a14="http://schemas.microsoft.com/office/drawing/2010/main">
                  <a:noFill/>
                </a14:hiddenFill>
              </a:ext>
            </a:extLst>
          </p:spPr>
        </p:cxnSp>
        <p:sp>
          <p:nvSpPr>
            <p:cNvPr id="39957" name="Oval 23">
              <a:extLst>
                <a:ext uri="{FF2B5EF4-FFF2-40B4-BE49-F238E27FC236}">
                  <a16:creationId xmlns:a16="http://schemas.microsoft.com/office/drawing/2014/main" id="{5012F420-DDED-423B-ADD7-B8F2223546B1}"/>
                </a:ext>
              </a:extLst>
            </p:cNvPr>
            <p:cNvSpPr>
              <a:spLocks noChangeArrowheads="1"/>
            </p:cNvSpPr>
            <p:nvPr/>
          </p:nvSpPr>
          <p:spPr bwMode="auto">
            <a:xfrm>
              <a:off x="9315" y="3930"/>
              <a:ext cx="1170" cy="1365"/>
            </a:xfrm>
            <a:prstGeom prst="ellipse">
              <a:avLst/>
            </a:prstGeom>
            <a:solidFill>
              <a:srgbClr val="DAEEF3"/>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39958" name="Oval 24">
              <a:extLst>
                <a:ext uri="{FF2B5EF4-FFF2-40B4-BE49-F238E27FC236}">
                  <a16:creationId xmlns:a16="http://schemas.microsoft.com/office/drawing/2014/main" id="{ED5D5421-E5B1-4F46-ABCD-DB3EE849506F}"/>
                </a:ext>
              </a:extLst>
            </p:cNvPr>
            <p:cNvSpPr>
              <a:spLocks noChangeArrowheads="1"/>
            </p:cNvSpPr>
            <p:nvPr/>
          </p:nvSpPr>
          <p:spPr bwMode="auto">
            <a:xfrm>
              <a:off x="9750" y="4395"/>
              <a:ext cx="360" cy="450"/>
            </a:xfrm>
            <a:prstGeom prst="ellipse">
              <a:avLst/>
            </a:prstGeom>
            <a:solidFill>
              <a:srgbClr val="DAEEF3"/>
            </a:solidFill>
            <a:ln w="19050">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39959" name="Oval 25">
              <a:extLst>
                <a:ext uri="{FF2B5EF4-FFF2-40B4-BE49-F238E27FC236}">
                  <a16:creationId xmlns:a16="http://schemas.microsoft.com/office/drawing/2014/main" id="{4057BAE6-FC53-4039-916A-99BFADE8B60D}"/>
                </a:ext>
              </a:extLst>
            </p:cNvPr>
            <p:cNvSpPr>
              <a:spLocks noChangeArrowheads="1"/>
            </p:cNvSpPr>
            <p:nvPr/>
          </p:nvSpPr>
          <p:spPr bwMode="auto">
            <a:xfrm>
              <a:off x="9877" y="4560"/>
              <a:ext cx="143" cy="143"/>
            </a:xfrm>
            <a:prstGeom prst="ellipse">
              <a:avLst/>
            </a:prstGeom>
            <a:solidFill>
              <a:srgbClr val="00000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39960" name="AutoShape 26">
              <a:extLst>
                <a:ext uri="{FF2B5EF4-FFF2-40B4-BE49-F238E27FC236}">
                  <a16:creationId xmlns:a16="http://schemas.microsoft.com/office/drawing/2014/main" id="{F7A9A4AC-9236-4AF4-B121-8300D8523888}"/>
                </a:ext>
              </a:extLst>
            </p:cNvPr>
            <p:cNvCxnSpPr>
              <a:cxnSpLocks noChangeShapeType="1"/>
            </p:cNvCxnSpPr>
            <p:nvPr/>
          </p:nvCxnSpPr>
          <p:spPr bwMode="auto">
            <a:xfrm flipV="1">
              <a:off x="9877" y="3315"/>
              <a:ext cx="1028" cy="1388"/>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9961" name="AutoShape 27">
              <a:extLst>
                <a:ext uri="{FF2B5EF4-FFF2-40B4-BE49-F238E27FC236}">
                  <a16:creationId xmlns:a16="http://schemas.microsoft.com/office/drawing/2014/main" id="{4A01F9E8-F877-437B-8E10-55729FB492D8}"/>
                </a:ext>
              </a:extLst>
            </p:cNvPr>
            <p:cNvCxnSpPr>
              <a:cxnSpLocks noChangeShapeType="1"/>
            </p:cNvCxnSpPr>
            <p:nvPr/>
          </p:nvCxnSpPr>
          <p:spPr bwMode="auto">
            <a:xfrm flipV="1">
              <a:off x="10905" y="5910"/>
              <a:ext cx="300" cy="240"/>
            </a:xfrm>
            <a:prstGeom prst="straightConnector1">
              <a:avLst/>
            </a:prstGeom>
            <a:noFill/>
            <a:ln w="38100">
              <a:solidFill>
                <a:srgbClr val="00B050"/>
              </a:solidFill>
              <a:round/>
              <a:headEnd/>
              <a:tailEnd type="triangle" w="med" len="med"/>
            </a:ln>
            <a:extLst>
              <a:ext uri="{909E8E84-426E-40DD-AFC4-6F175D3DCCD1}">
                <a14:hiddenFill xmlns:a14="http://schemas.microsoft.com/office/drawing/2010/main">
                  <a:noFill/>
                </a14:hiddenFill>
              </a:ext>
            </a:extLst>
          </p:spPr>
        </p:cxnSp>
        <p:cxnSp>
          <p:nvCxnSpPr>
            <p:cNvPr id="39962" name="AutoShape 28">
              <a:extLst>
                <a:ext uri="{FF2B5EF4-FFF2-40B4-BE49-F238E27FC236}">
                  <a16:creationId xmlns:a16="http://schemas.microsoft.com/office/drawing/2014/main" id="{4FE83147-2228-424B-8588-AE5A999308CA}"/>
                </a:ext>
              </a:extLst>
            </p:cNvPr>
            <p:cNvCxnSpPr>
              <a:cxnSpLocks noChangeShapeType="1"/>
            </p:cNvCxnSpPr>
            <p:nvPr/>
          </p:nvCxnSpPr>
          <p:spPr bwMode="auto">
            <a:xfrm flipH="1" flipV="1">
              <a:off x="9000" y="4560"/>
              <a:ext cx="315" cy="143"/>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39963" name="AutoShape 29">
              <a:extLst>
                <a:ext uri="{FF2B5EF4-FFF2-40B4-BE49-F238E27FC236}">
                  <a16:creationId xmlns:a16="http://schemas.microsoft.com/office/drawing/2014/main" id="{D2EFBE2C-F282-418B-A19E-5D1523BD16E5}"/>
                </a:ext>
              </a:extLst>
            </p:cNvPr>
            <p:cNvCxnSpPr>
              <a:cxnSpLocks noChangeShapeType="1"/>
            </p:cNvCxnSpPr>
            <p:nvPr/>
          </p:nvCxnSpPr>
          <p:spPr bwMode="auto">
            <a:xfrm flipV="1">
              <a:off x="9000" y="4395"/>
              <a:ext cx="0" cy="16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39964" name="AutoShape 30">
              <a:extLst>
                <a:ext uri="{FF2B5EF4-FFF2-40B4-BE49-F238E27FC236}">
                  <a16:creationId xmlns:a16="http://schemas.microsoft.com/office/drawing/2014/main" id="{FA5323C8-9F94-4B8B-A652-5B2ECD3684C4}"/>
                </a:ext>
              </a:extLst>
            </p:cNvPr>
            <p:cNvCxnSpPr>
              <a:cxnSpLocks noChangeShapeType="1"/>
            </p:cNvCxnSpPr>
            <p:nvPr/>
          </p:nvCxnSpPr>
          <p:spPr bwMode="auto">
            <a:xfrm flipV="1">
              <a:off x="11115" y="3315"/>
              <a:ext cx="285" cy="21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39965" name="AutoShape 31">
              <a:extLst>
                <a:ext uri="{FF2B5EF4-FFF2-40B4-BE49-F238E27FC236}">
                  <a16:creationId xmlns:a16="http://schemas.microsoft.com/office/drawing/2014/main" id="{429BC7FC-C44B-4F4B-9B01-6EAACD43ACB2}"/>
                </a:ext>
              </a:extLst>
            </p:cNvPr>
            <p:cNvCxnSpPr>
              <a:cxnSpLocks noChangeShapeType="1"/>
            </p:cNvCxnSpPr>
            <p:nvPr/>
          </p:nvCxnSpPr>
          <p:spPr bwMode="auto">
            <a:xfrm>
              <a:off x="11400" y="3315"/>
              <a:ext cx="255"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grpSp>
      <p:sp>
        <p:nvSpPr>
          <p:cNvPr id="39941" name="Rectangle 31">
            <a:extLst>
              <a:ext uri="{FF2B5EF4-FFF2-40B4-BE49-F238E27FC236}">
                <a16:creationId xmlns:a16="http://schemas.microsoft.com/office/drawing/2014/main" id="{B396C3A2-B4E3-46E5-8E71-9ABDB760CD62}"/>
              </a:ext>
            </a:extLst>
          </p:cNvPr>
          <p:cNvSpPr>
            <a:spLocks noChangeArrowheads="1"/>
          </p:cNvSpPr>
          <p:nvPr/>
        </p:nvSpPr>
        <p:spPr bwMode="auto">
          <a:xfrm>
            <a:off x="989807" y="2185194"/>
            <a:ext cx="109696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a:solidFill>
                  <a:srgbClr val="0070C0"/>
                </a:solidFill>
                <a:latin typeface="Arial" panose="020B0604020202020204" pitchFamily="34" charset="0"/>
                <a:cs typeface="Arial" panose="020B0604020202020204" pitchFamily="34" charset="0"/>
              </a:rPr>
              <a:t>Wire</a:t>
            </a:r>
          </a:p>
          <a:p>
            <a:pPr eaLnBrk="1" hangingPunct="1">
              <a:spcBef>
                <a:spcPct val="0"/>
              </a:spcBef>
              <a:buFontTx/>
              <a:buNone/>
            </a:pPr>
            <a:r>
              <a:rPr lang="en-US" altLang="id-ID" sz="2000" b="1" i="1">
                <a:solidFill>
                  <a:srgbClr val="0070C0"/>
                </a:solidFill>
                <a:latin typeface="Arial" panose="020B0604020202020204" pitchFamily="34" charset="0"/>
                <a:cs typeface="Arial" panose="020B0604020202020204" pitchFamily="34" charset="0"/>
              </a:rPr>
              <a:t>surface</a:t>
            </a:r>
            <a:endParaRPr lang="en-US" altLang="id-ID" sz="2000">
              <a:latin typeface="Arial" panose="020B0604020202020204" pitchFamily="34" charset="0"/>
            </a:endParaRPr>
          </a:p>
        </p:txBody>
      </p:sp>
      <p:sp>
        <p:nvSpPr>
          <p:cNvPr id="39942" name="Rectangle 32">
            <a:extLst>
              <a:ext uri="{FF2B5EF4-FFF2-40B4-BE49-F238E27FC236}">
                <a16:creationId xmlns:a16="http://schemas.microsoft.com/office/drawing/2014/main" id="{28548000-12A4-48EF-A711-FD72547BAE85}"/>
              </a:ext>
            </a:extLst>
          </p:cNvPr>
          <p:cNvSpPr>
            <a:spLocks noChangeArrowheads="1"/>
          </p:cNvSpPr>
          <p:nvPr/>
        </p:nvSpPr>
        <p:spPr bwMode="auto">
          <a:xfrm>
            <a:off x="2714625" y="1357313"/>
            <a:ext cx="13684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a:solidFill>
                  <a:srgbClr val="0070C0"/>
                </a:solidFill>
                <a:latin typeface="Arial" panose="020B0604020202020204" pitchFamily="34" charset="0"/>
                <a:cs typeface="Arial" panose="020B0604020202020204" pitchFamily="34" charset="0"/>
              </a:rPr>
              <a:t>Amperian</a:t>
            </a:r>
          </a:p>
          <a:p>
            <a:pPr eaLnBrk="1" hangingPunct="1">
              <a:spcBef>
                <a:spcPct val="0"/>
              </a:spcBef>
              <a:buFontTx/>
              <a:buNone/>
            </a:pPr>
            <a:r>
              <a:rPr lang="en-US" altLang="id-ID" sz="2000" b="1" i="1">
                <a:solidFill>
                  <a:srgbClr val="0070C0"/>
                </a:solidFill>
                <a:latin typeface="Arial" panose="020B0604020202020204" pitchFamily="34" charset="0"/>
                <a:cs typeface="Arial" panose="020B0604020202020204" pitchFamily="34" charset="0"/>
              </a:rPr>
              <a:t>loop</a:t>
            </a:r>
            <a:endParaRPr lang="en-US" altLang="id-ID" sz="2000">
              <a:latin typeface="Arial" panose="020B0604020202020204" pitchFamily="34" charset="0"/>
            </a:endParaRPr>
          </a:p>
        </p:txBody>
      </p:sp>
      <p:sp>
        <p:nvSpPr>
          <p:cNvPr id="33799" name="Rectangle 33">
            <a:extLst>
              <a:ext uri="{FF2B5EF4-FFF2-40B4-BE49-F238E27FC236}">
                <a16:creationId xmlns:a16="http://schemas.microsoft.com/office/drawing/2014/main" id="{54BA4FD6-60F2-4730-8DAC-64F060DA3539}"/>
              </a:ext>
            </a:extLst>
          </p:cNvPr>
          <p:cNvSpPr>
            <a:spLocks noChangeArrowheads="1"/>
          </p:cNvSpPr>
          <p:nvPr/>
        </p:nvSpPr>
        <p:spPr bwMode="auto">
          <a:xfrm>
            <a:off x="4214813" y="1500188"/>
            <a:ext cx="3116262" cy="1016000"/>
          </a:xfrm>
          <a:prstGeom prst="rect">
            <a:avLst/>
          </a:prstGeom>
          <a:solidFill>
            <a:schemeClr val="bg2">
              <a:lumMod val="20000"/>
              <a:lumOff val="80000"/>
            </a:schemeClr>
          </a:solidFill>
          <a:ln w="9525">
            <a:noFill/>
            <a:miter lim="800000"/>
            <a:headEnd/>
            <a:tailEnd/>
          </a:ln>
        </p:spPr>
        <p:txBody>
          <a:bodyPr wrap="none">
            <a:spAutoFit/>
          </a:bodyPr>
          <a:lstStyle/>
          <a:p>
            <a:pPr eaLnBrk="1" hangingPunct="1">
              <a:defRPr/>
            </a:pPr>
            <a:r>
              <a:rPr lang="en-US" sz="2000" b="1" i="1">
                <a:latin typeface="Arial" charset="0"/>
                <a:cs typeface="Arial" charset="0"/>
              </a:rPr>
              <a:t>All of the current is </a:t>
            </a:r>
          </a:p>
          <a:p>
            <a:pPr eaLnBrk="1" hangingPunct="1">
              <a:defRPr/>
            </a:pPr>
            <a:r>
              <a:rPr lang="en-US" sz="2000" b="1" i="1">
                <a:latin typeface="Arial" charset="0"/>
                <a:cs typeface="Arial" charset="0"/>
              </a:rPr>
              <a:t>Encircle and thus all </a:t>
            </a:r>
          </a:p>
          <a:p>
            <a:pPr eaLnBrk="1" hangingPunct="1">
              <a:defRPr/>
            </a:pPr>
            <a:r>
              <a:rPr lang="en-US" sz="2000" b="1" i="1">
                <a:latin typeface="Arial" charset="0"/>
                <a:cs typeface="Arial" charset="0"/>
              </a:rPr>
              <a:t>is used in Ampere’s law</a:t>
            </a:r>
            <a:r>
              <a:rPr lang="en-US" b="1" i="1">
                <a:solidFill>
                  <a:srgbClr val="0070C0"/>
                </a:solidFill>
                <a:latin typeface="Arial" charset="0"/>
                <a:cs typeface="Arial" charset="0"/>
              </a:rPr>
              <a:t>.</a:t>
            </a:r>
            <a:endParaRPr lang="en-US">
              <a:latin typeface="Arial" charset="0"/>
            </a:endParaRPr>
          </a:p>
        </p:txBody>
      </p:sp>
      <p:sp>
        <p:nvSpPr>
          <p:cNvPr id="39944" name="Rectangle 33">
            <a:extLst>
              <a:ext uri="{FF2B5EF4-FFF2-40B4-BE49-F238E27FC236}">
                <a16:creationId xmlns:a16="http://schemas.microsoft.com/office/drawing/2014/main" id="{FC827879-2915-4481-B262-FD0C0A730B31}"/>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39945" name="Picture 32">
            <a:extLst>
              <a:ext uri="{FF2B5EF4-FFF2-40B4-BE49-F238E27FC236}">
                <a16:creationId xmlns:a16="http://schemas.microsoft.com/office/drawing/2014/main" id="{6595A3CE-0FC6-4320-B4EE-0D374502EEB3}"/>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704432" y="3239294"/>
            <a:ext cx="261937" cy="58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6" name="Rectangle 34">
            <a:extLst>
              <a:ext uri="{FF2B5EF4-FFF2-40B4-BE49-F238E27FC236}">
                <a16:creationId xmlns:a16="http://schemas.microsoft.com/office/drawing/2014/main" id="{AB747DD2-C8DF-4CC1-9C07-89E6A8BF8AE8}"/>
              </a:ext>
            </a:extLst>
          </p:cNvPr>
          <p:cNvSpPr>
            <a:spLocks noChangeArrowheads="1"/>
          </p:cNvSpPr>
          <p:nvPr/>
        </p:nvSpPr>
        <p:spPr bwMode="auto">
          <a:xfrm>
            <a:off x="0" y="8858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39947" name="Rectangle 36">
            <a:extLst>
              <a:ext uri="{FF2B5EF4-FFF2-40B4-BE49-F238E27FC236}">
                <a16:creationId xmlns:a16="http://schemas.microsoft.com/office/drawing/2014/main" id="{301078E7-A0E9-4335-A804-1E47312CC077}"/>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39948" name="Picture 35">
            <a:extLst>
              <a:ext uri="{FF2B5EF4-FFF2-40B4-BE49-F238E27FC236}">
                <a16:creationId xmlns:a16="http://schemas.microsoft.com/office/drawing/2014/main" id="{0890BB5B-D181-4275-BFD5-DD3CD3527090}"/>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132932" y="4185444"/>
            <a:ext cx="377825"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9" name="Rectangle 37">
            <a:extLst>
              <a:ext uri="{FF2B5EF4-FFF2-40B4-BE49-F238E27FC236}">
                <a16:creationId xmlns:a16="http://schemas.microsoft.com/office/drawing/2014/main" id="{D8BD98F1-1360-460C-A15F-97B9D2609489}"/>
              </a:ext>
            </a:extLst>
          </p:cNvPr>
          <p:cNvSpPr>
            <a:spLocks noChangeArrowheads="1"/>
          </p:cNvSpPr>
          <p:nvPr/>
        </p:nvSpPr>
        <p:spPr bwMode="auto">
          <a:xfrm>
            <a:off x="0" y="8858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39950" name="Rectangle 40">
            <a:extLst>
              <a:ext uri="{FF2B5EF4-FFF2-40B4-BE49-F238E27FC236}">
                <a16:creationId xmlns:a16="http://schemas.microsoft.com/office/drawing/2014/main" id="{A6D9D517-426D-4A9A-88B9-15B976237A47}"/>
              </a:ext>
            </a:extLst>
          </p:cNvPr>
          <p:cNvSpPr>
            <a:spLocks noChangeArrowheads="1"/>
          </p:cNvSpPr>
          <p:nvPr/>
        </p:nvSpPr>
        <p:spPr bwMode="auto">
          <a:xfrm>
            <a:off x="3214688" y="3857625"/>
            <a:ext cx="8842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a:latin typeface="Arial" panose="020B0604020202020204" pitchFamily="34" charset="0"/>
              </a:rPr>
              <a:t>(θ=0</a:t>
            </a:r>
            <a:r>
              <a:rPr lang="en-US" altLang="id-ID" sz="2000" baseline="30000">
                <a:latin typeface="Arial" panose="020B0604020202020204" pitchFamily="34" charset="0"/>
              </a:rPr>
              <a:t>0</a:t>
            </a:r>
            <a:r>
              <a:rPr lang="en-US" altLang="id-ID" sz="2000">
                <a:latin typeface="Arial" panose="020B0604020202020204" pitchFamily="34" charset="0"/>
              </a:rPr>
              <a:t>)</a:t>
            </a:r>
          </a:p>
          <a:p>
            <a:pPr eaLnBrk="1" hangingPunct="1">
              <a:spcBef>
                <a:spcPct val="0"/>
              </a:spcBef>
              <a:buFontTx/>
              <a:buNone/>
            </a:pPr>
            <a:endParaRPr lang="en-US" altLang="id-ID" sz="1200">
              <a:latin typeface="Arial" panose="020B0604020202020204" pitchFamily="34" charset="0"/>
            </a:endParaRPr>
          </a:p>
        </p:txBody>
      </p:sp>
      <p:sp>
        <p:nvSpPr>
          <p:cNvPr id="39951" name="Rectangle 38">
            <a:extLst>
              <a:ext uri="{FF2B5EF4-FFF2-40B4-BE49-F238E27FC236}">
                <a16:creationId xmlns:a16="http://schemas.microsoft.com/office/drawing/2014/main" id="{9D075B7E-FB30-49BF-8CDF-D93DA3C11FEE}"/>
              </a:ext>
            </a:extLst>
          </p:cNvPr>
          <p:cNvSpPr>
            <a:spLocks noChangeArrowheads="1"/>
          </p:cNvSpPr>
          <p:nvPr/>
        </p:nvSpPr>
        <p:spPr bwMode="auto">
          <a:xfrm>
            <a:off x="1112955" y="5133055"/>
            <a:ext cx="40259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400" b="1" dirty="0">
                <a:solidFill>
                  <a:srgbClr val="002060"/>
                </a:solidFill>
                <a:latin typeface="Arial" panose="020B0604020202020204" pitchFamily="34" charset="0"/>
                <a:ea typeface="Calibri" panose="020F0502020204030204" pitchFamily="34" charset="0"/>
                <a:cs typeface="Arial" panose="020B0604020202020204" pitchFamily="34" charset="0"/>
              </a:rPr>
              <a:t>Fig.11. Using Ampere</a:t>
            </a:r>
            <a:r>
              <a:rPr lang="en-US" altLang="id-ID" sz="1400" b="1" dirty="0">
                <a:solidFill>
                  <a:srgbClr val="002060"/>
                </a:solidFill>
                <a:latin typeface="Calibri" panose="020F0502020204030204" pitchFamily="34" charset="0"/>
                <a:ea typeface="Calibri" panose="020F0502020204030204" pitchFamily="34" charset="0"/>
                <a:cs typeface="Arial" panose="020B0604020202020204" pitchFamily="34" charset="0"/>
              </a:rPr>
              <a:t>’</a:t>
            </a:r>
            <a:r>
              <a:rPr lang="en-US" altLang="id-ID" sz="1400" b="1" dirty="0">
                <a:solidFill>
                  <a:srgbClr val="002060"/>
                </a:solidFill>
                <a:latin typeface="Arial" panose="020B0604020202020204" pitchFamily="34" charset="0"/>
                <a:ea typeface="Calibri" panose="020F0502020204030204" pitchFamily="34" charset="0"/>
                <a:cs typeface="Arial" panose="020B0604020202020204" pitchFamily="34" charset="0"/>
              </a:rPr>
              <a:t>s law to find the magnetic field that a current </a:t>
            </a:r>
            <a:r>
              <a:rPr lang="en-US" altLang="id-ID" sz="1600" b="1" dirty="0" err="1">
                <a:solidFill>
                  <a:srgbClr val="002060"/>
                </a:solidFill>
                <a:latin typeface="Arial" panose="020B0604020202020204" pitchFamily="34" charset="0"/>
                <a:ea typeface="Calibri" panose="020F0502020204030204" pitchFamily="34" charset="0"/>
                <a:cs typeface="Arial" panose="020B0604020202020204" pitchFamily="34" charset="0"/>
              </a:rPr>
              <a:t>i</a:t>
            </a:r>
            <a:r>
              <a:rPr lang="en-US" altLang="id-ID" sz="1600" b="1" dirty="0">
                <a:solidFill>
                  <a:srgbClr val="002060"/>
                </a:solidFill>
                <a:latin typeface="Arial" panose="020B0604020202020204" pitchFamily="34" charset="0"/>
                <a:ea typeface="Calibri" panose="020F0502020204030204" pitchFamily="34" charset="0"/>
                <a:cs typeface="Arial" panose="020B0604020202020204" pitchFamily="34" charset="0"/>
              </a:rPr>
              <a:t> </a:t>
            </a:r>
            <a:r>
              <a:rPr lang="en-US" altLang="id-ID" sz="1400" b="1" dirty="0">
                <a:solidFill>
                  <a:srgbClr val="002060"/>
                </a:solidFill>
                <a:latin typeface="Arial" panose="020B0604020202020204" pitchFamily="34" charset="0"/>
                <a:ea typeface="Calibri" panose="020F0502020204030204" pitchFamily="34" charset="0"/>
                <a:cs typeface="Arial" panose="020B0604020202020204" pitchFamily="34" charset="0"/>
              </a:rPr>
              <a:t>produces outside a long straight wire of circular cross section. The </a:t>
            </a:r>
            <a:r>
              <a:rPr lang="en-US" altLang="id-ID" sz="1400" b="1" dirty="0" err="1">
                <a:solidFill>
                  <a:srgbClr val="002060"/>
                </a:solidFill>
                <a:latin typeface="Arial" panose="020B0604020202020204" pitchFamily="34" charset="0"/>
                <a:ea typeface="Calibri" panose="020F0502020204030204" pitchFamily="34" charset="0"/>
                <a:cs typeface="Arial" panose="020B0604020202020204" pitchFamily="34" charset="0"/>
              </a:rPr>
              <a:t>Amperian</a:t>
            </a:r>
            <a:r>
              <a:rPr lang="en-US" altLang="id-ID" sz="1400" b="1" dirty="0">
                <a:solidFill>
                  <a:srgbClr val="002060"/>
                </a:solidFill>
                <a:latin typeface="Arial" panose="020B0604020202020204" pitchFamily="34" charset="0"/>
                <a:ea typeface="Calibri" panose="020F0502020204030204" pitchFamily="34" charset="0"/>
                <a:cs typeface="Arial" panose="020B0604020202020204" pitchFamily="34" charset="0"/>
              </a:rPr>
              <a:t> loop is a concentric circle that lies outside the wire.</a:t>
            </a:r>
          </a:p>
        </p:txBody>
      </p:sp>
      <p:pic>
        <p:nvPicPr>
          <p:cNvPr id="43" name="Picture 4">
            <a:extLst>
              <a:ext uri="{FF2B5EF4-FFF2-40B4-BE49-F238E27FC236}">
                <a16:creationId xmlns:a16="http://schemas.microsoft.com/office/drawing/2014/main" id="{EB66DEF7-EED1-4A08-A26C-D04FD5E22B85}"/>
              </a:ext>
            </a:extLst>
          </p:cNvPr>
          <p:cNvPicPr>
            <a:picLocks noChangeAspect="1" noChangeArrowheads="1"/>
          </p:cNvPicPr>
          <p:nvPr/>
        </p:nvPicPr>
        <p:blipFill>
          <a:blip r:embed="rId5"/>
          <a:srcRect/>
          <a:stretch>
            <a:fillRect/>
          </a:stretch>
        </p:blipFill>
        <p:spPr bwMode="auto">
          <a:xfrm>
            <a:off x="4239163" y="3564620"/>
            <a:ext cx="4025900" cy="1082402"/>
          </a:xfrm>
          <a:prstGeom prst="rect">
            <a:avLst/>
          </a:prstGeom>
          <a:ln>
            <a:headEnd/>
            <a:tailEnd/>
          </a:ln>
        </p:spPr>
        <p:style>
          <a:lnRef idx="2">
            <a:schemeClr val="accent5"/>
          </a:lnRef>
          <a:fillRef idx="1">
            <a:schemeClr val="lt1"/>
          </a:fillRef>
          <a:effectRef idx="0">
            <a:schemeClr val="accent5"/>
          </a:effectRef>
          <a:fontRef idx="minor">
            <a:schemeClr val="dk1"/>
          </a:fontRef>
        </p:style>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962" name="Group 7">
            <a:extLst>
              <a:ext uri="{FF2B5EF4-FFF2-40B4-BE49-F238E27FC236}">
                <a16:creationId xmlns:a16="http://schemas.microsoft.com/office/drawing/2014/main" id="{6421984D-D722-44B2-BFC3-5E3829295DB1}"/>
              </a:ext>
            </a:extLst>
          </p:cNvPr>
          <p:cNvGrpSpPr>
            <a:grpSpLocks/>
          </p:cNvGrpSpPr>
          <p:nvPr/>
        </p:nvGrpSpPr>
        <p:grpSpPr bwMode="auto">
          <a:xfrm>
            <a:off x="4929188" y="1214438"/>
            <a:ext cx="3810000" cy="3857625"/>
            <a:chOff x="838200" y="1295401"/>
            <a:chExt cx="3810000" cy="2922125"/>
          </a:xfrm>
        </p:grpSpPr>
        <p:pic>
          <p:nvPicPr>
            <p:cNvPr id="49155" name="Picture 3">
              <a:extLst>
                <a:ext uri="{FF2B5EF4-FFF2-40B4-BE49-F238E27FC236}">
                  <a16:creationId xmlns:a16="http://schemas.microsoft.com/office/drawing/2014/main" id="{BBD69FF7-BEDE-4E58-9511-93B22DBB4EEA}"/>
                </a:ext>
              </a:extLst>
            </p:cNvPr>
            <p:cNvPicPr>
              <a:picLocks noChangeAspect="1" noChangeArrowheads="1"/>
            </p:cNvPicPr>
            <p:nvPr/>
          </p:nvPicPr>
          <p:blipFill>
            <a:blip r:embed="rId2"/>
            <a:srcRect/>
            <a:stretch>
              <a:fillRect/>
            </a:stretch>
          </p:blipFill>
          <p:spPr bwMode="auto">
            <a:xfrm>
              <a:off x="838200" y="1295401"/>
              <a:ext cx="3276600" cy="703474"/>
            </a:xfrm>
            <a:prstGeom prst="rect">
              <a:avLst/>
            </a:prstGeom>
            <a:ln>
              <a:headEnd/>
              <a:tailEnd/>
            </a:ln>
          </p:spPr>
          <p:style>
            <a:lnRef idx="2">
              <a:schemeClr val="accent2"/>
            </a:lnRef>
            <a:fillRef idx="1">
              <a:schemeClr val="lt1"/>
            </a:fillRef>
            <a:effectRef idx="0">
              <a:schemeClr val="accent2"/>
            </a:effectRef>
            <a:fontRef idx="minor">
              <a:schemeClr val="dk1"/>
            </a:fontRef>
          </p:style>
        </p:pic>
        <p:pic>
          <p:nvPicPr>
            <p:cNvPr id="49156" name="Picture 4">
              <a:extLst>
                <a:ext uri="{FF2B5EF4-FFF2-40B4-BE49-F238E27FC236}">
                  <a16:creationId xmlns:a16="http://schemas.microsoft.com/office/drawing/2014/main" id="{7844759E-D590-4238-A957-8616544F1ADC}"/>
                </a:ext>
              </a:extLst>
            </p:cNvPr>
            <p:cNvPicPr>
              <a:picLocks noChangeAspect="1" noChangeArrowheads="1"/>
            </p:cNvPicPr>
            <p:nvPr/>
          </p:nvPicPr>
          <p:blipFill>
            <a:blip r:embed="rId3"/>
            <a:srcRect/>
            <a:stretch>
              <a:fillRect/>
            </a:stretch>
          </p:blipFill>
          <p:spPr bwMode="auto">
            <a:xfrm>
              <a:off x="909637" y="2107102"/>
              <a:ext cx="1590675" cy="578413"/>
            </a:xfrm>
            <a:prstGeom prst="rect">
              <a:avLst/>
            </a:prstGeom>
            <a:ln>
              <a:headEnd/>
              <a:tailEnd/>
            </a:ln>
          </p:spPr>
          <p:style>
            <a:lnRef idx="2">
              <a:schemeClr val="accent2"/>
            </a:lnRef>
            <a:fillRef idx="1">
              <a:schemeClr val="lt1"/>
            </a:fillRef>
            <a:effectRef idx="0">
              <a:schemeClr val="accent2"/>
            </a:effectRef>
            <a:fontRef idx="minor">
              <a:schemeClr val="dk1"/>
            </a:fontRef>
          </p:style>
        </p:pic>
        <p:pic>
          <p:nvPicPr>
            <p:cNvPr id="49157" name="Picture 5">
              <a:extLst>
                <a:ext uri="{FF2B5EF4-FFF2-40B4-BE49-F238E27FC236}">
                  <a16:creationId xmlns:a16="http://schemas.microsoft.com/office/drawing/2014/main" id="{B4D3B91E-004B-42C8-A983-DB74A80101A8}"/>
                </a:ext>
              </a:extLst>
            </p:cNvPr>
            <p:cNvPicPr>
              <a:picLocks noChangeAspect="1" noChangeArrowheads="1"/>
            </p:cNvPicPr>
            <p:nvPr/>
          </p:nvPicPr>
          <p:blipFill>
            <a:blip r:embed="rId4"/>
            <a:srcRect/>
            <a:stretch>
              <a:fillRect/>
            </a:stretch>
          </p:blipFill>
          <p:spPr bwMode="auto">
            <a:xfrm>
              <a:off x="909637" y="2810577"/>
              <a:ext cx="2238375" cy="595247"/>
            </a:xfrm>
            <a:prstGeom prst="rect">
              <a:avLst/>
            </a:prstGeom>
            <a:ln>
              <a:headEnd/>
              <a:tailEnd/>
            </a:ln>
          </p:spPr>
          <p:style>
            <a:lnRef idx="2">
              <a:schemeClr val="accent2"/>
            </a:lnRef>
            <a:fillRef idx="1">
              <a:schemeClr val="lt1"/>
            </a:fillRef>
            <a:effectRef idx="0">
              <a:schemeClr val="accent2"/>
            </a:effectRef>
            <a:fontRef idx="minor">
              <a:schemeClr val="dk1"/>
            </a:fontRef>
          </p:style>
        </p:pic>
        <p:pic>
          <p:nvPicPr>
            <p:cNvPr id="49158" name="Picture 6">
              <a:extLst>
                <a:ext uri="{FF2B5EF4-FFF2-40B4-BE49-F238E27FC236}">
                  <a16:creationId xmlns:a16="http://schemas.microsoft.com/office/drawing/2014/main" id="{962F0C57-461E-4682-96A5-5927F1052146}"/>
                </a:ext>
              </a:extLst>
            </p:cNvPr>
            <p:cNvPicPr>
              <a:picLocks noChangeAspect="1" noChangeArrowheads="1"/>
            </p:cNvPicPr>
            <p:nvPr/>
          </p:nvPicPr>
          <p:blipFill>
            <a:blip r:embed="rId5"/>
            <a:srcRect/>
            <a:stretch>
              <a:fillRect/>
            </a:stretch>
          </p:blipFill>
          <p:spPr bwMode="auto">
            <a:xfrm>
              <a:off x="838200" y="3514051"/>
              <a:ext cx="3810000" cy="703475"/>
            </a:xfrm>
            <a:prstGeom prst="rect">
              <a:avLst/>
            </a:prstGeom>
            <a:ln>
              <a:headEnd/>
              <a:tailEnd/>
            </a:ln>
          </p:spPr>
          <p:style>
            <a:lnRef idx="2">
              <a:schemeClr val="accent2"/>
            </a:lnRef>
            <a:fillRef idx="1">
              <a:schemeClr val="lt1"/>
            </a:fillRef>
            <a:effectRef idx="0">
              <a:schemeClr val="accent2"/>
            </a:effectRef>
            <a:fontRef idx="minor">
              <a:schemeClr val="dk1"/>
            </a:fontRef>
          </p:style>
        </p:pic>
      </p:grpSp>
      <p:sp>
        <p:nvSpPr>
          <p:cNvPr id="40963" name="Rectangle 7">
            <a:extLst>
              <a:ext uri="{FF2B5EF4-FFF2-40B4-BE49-F238E27FC236}">
                <a16:creationId xmlns:a16="http://schemas.microsoft.com/office/drawing/2014/main" id="{182CCC33-81B6-424B-9A70-0EF7E4E7E7FB}"/>
              </a:ext>
            </a:extLst>
          </p:cNvPr>
          <p:cNvSpPr>
            <a:spLocks noChangeArrowheads="1"/>
          </p:cNvSpPr>
          <p:nvPr/>
        </p:nvSpPr>
        <p:spPr bwMode="auto">
          <a:xfrm>
            <a:off x="3143250" y="357188"/>
            <a:ext cx="303212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a:solidFill>
                  <a:schemeClr val="bg1"/>
                </a:solidFill>
                <a:latin typeface="Arial" panose="020B0604020202020204" pitchFamily="34" charset="0"/>
                <a:cs typeface="Arial" panose="020B0604020202020204" pitchFamily="34" charset="0"/>
              </a:rPr>
              <a:t>Ampere’s Law (cont.)</a:t>
            </a:r>
            <a:endParaRPr lang="en-US" altLang="id-ID" sz="2200" b="1" i="1">
              <a:solidFill>
                <a:schemeClr val="bg1"/>
              </a:solidFill>
              <a:latin typeface="Arial" panose="020B0604020202020204" pitchFamily="34" charset="0"/>
              <a:cs typeface="Arial" panose="020B0604020202020204" pitchFamily="34" charset="0"/>
            </a:endParaRPr>
          </a:p>
        </p:txBody>
      </p:sp>
      <p:grpSp>
        <p:nvGrpSpPr>
          <p:cNvPr id="40964" name="Group 8">
            <a:extLst>
              <a:ext uri="{FF2B5EF4-FFF2-40B4-BE49-F238E27FC236}">
                <a16:creationId xmlns:a16="http://schemas.microsoft.com/office/drawing/2014/main" id="{1ADFE9A8-2C48-4F69-BFA9-BB4D216135BB}"/>
              </a:ext>
            </a:extLst>
          </p:cNvPr>
          <p:cNvGrpSpPr>
            <a:grpSpLocks/>
          </p:cNvGrpSpPr>
          <p:nvPr/>
        </p:nvGrpSpPr>
        <p:grpSpPr bwMode="auto">
          <a:xfrm>
            <a:off x="1035338" y="2285834"/>
            <a:ext cx="2714625" cy="3071813"/>
            <a:chOff x="7448" y="2355"/>
            <a:chExt cx="3262" cy="3690"/>
          </a:xfrm>
        </p:grpSpPr>
        <p:sp>
          <p:nvSpPr>
            <p:cNvPr id="40969" name="Oval 9">
              <a:extLst>
                <a:ext uri="{FF2B5EF4-FFF2-40B4-BE49-F238E27FC236}">
                  <a16:creationId xmlns:a16="http://schemas.microsoft.com/office/drawing/2014/main" id="{7B4867F1-7920-427F-9D2A-12554339425F}"/>
                </a:ext>
              </a:extLst>
            </p:cNvPr>
            <p:cNvSpPr>
              <a:spLocks noChangeArrowheads="1"/>
            </p:cNvSpPr>
            <p:nvPr/>
          </p:nvSpPr>
          <p:spPr bwMode="auto">
            <a:xfrm>
              <a:off x="7448" y="2355"/>
              <a:ext cx="3067" cy="3690"/>
            </a:xfrm>
            <a:prstGeom prst="ellipse">
              <a:avLst/>
            </a:prstGeom>
            <a:solidFill>
              <a:srgbClr val="DAEEF3"/>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40970" name="Oval 10">
              <a:extLst>
                <a:ext uri="{FF2B5EF4-FFF2-40B4-BE49-F238E27FC236}">
                  <a16:creationId xmlns:a16="http://schemas.microsoft.com/office/drawing/2014/main" id="{40E49955-93DF-4FE8-9FED-42F500FCD746}"/>
                </a:ext>
              </a:extLst>
            </p:cNvPr>
            <p:cNvSpPr>
              <a:spLocks noChangeArrowheads="1"/>
            </p:cNvSpPr>
            <p:nvPr/>
          </p:nvSpPr>
          <p:spPr bwMode="auto">
            <a:xfrm>
              <a:off x="7868" y="2715"/>
              <a:ext cx="2257" cy="2985"/>
            </a:xfrm>
            <a:prstGeom prst="ellipse">
              <a:avLst/>
            </a:prstGeom>
            <a:solidFill>
              <a:srgbClr val="DAEEF3"/>
            </a:solidFill>
            <a:ln w="9525">
              <a:solidFill>
                <a:srgbClr val="E36C0A"/>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40971" name="Oval 11">
              <a:extLst>
                <a:ext uri="{FF2B5EF4-FFF2-40B4-BE49-F238E27FC236}">
                  <a16:creationId xmlns:a16="http://schemas.microsoft.com/office/drawing/2014/main" id="{8ECFAAF7-538B-406E-A80B-2B3E78A058D9}"/>
                </a:ext>
              </a:extLst>
            </p:cNvPr>
            <p:cNvSpPr>
              <a:spLocks noChangeArrowheads="1"/>
            </p:cNvSpPr>
            <p:nvPr/>
          </p:nvSpPr>
          <p:spPr bwMode="auto">
            <a:xfrm>
              <a:off x="8880" y="4080"/>
              <a:ext cx="210" cy="255"/>
            </a:xfrm>
            <a:prstGeom prst="ellipse">
              <a:avLst/>
            </a:prstGeom>
            <a:solidFill>
              <a:srgbClr val="DAEEF3"/>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40972" name="Oval 12">
              <a:extLst>
                <a:ext uri="{FF2B5EF4-FFF2-40B4-BE49-F238E27FC236}">
                  <a16:creationId xmlns:a16="http://schemas.microsoft.com/office/drawing/2014/main" id="{C0EB3A3C-4DF6-495F-843E-18FB9A0089C4}"/>
                </a:ext>
              </a:extLst>
            </p:cNvPr>
            <p:cNvSpPr>
              <a:spLocks noChangeArrowheads="1"/>
            </p:cNvSpPr>
            <p:nvPr/>
          </p:nvSpPr>
          <p:spPr bwMode="auto">
            <a:xfrm flipH="1">
              <a:off x="8944" y="4155"/>
              <a:ext cx="71" cy="105"/>
            </a:xfrm>
            <a:prstGeom prst="ellipse">
              <a:avLst/>
            </a:prstGeom>
            <a:solidFill>
              <a:srgbClr val="31849B"/>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40973" name="AutoShape 13">
              <a:extLst>
                <a:ext uri="{FF2B5EF4-FFF2-40B4-BE49-F238E27FC236}">
                  <a16:creationId xmlns:a16="http://schemas.microsoft.com/office/drawing/2014/main" id="{40E10476-E196-4BE4-9D10-5C37CC46C326}"/>
                </a:ext>
              </a:extLst>
            </p:cNvPr>
            <p:cNvCxnSpPr>
              <a:cxnSpLocks noChangeShapeType="1"/>
            </p:cNvCxnSpPr>
            <p:nvPr/>
          </p:nvCxnSpPr>
          <p:spPr bwMode="auto">
            <a:xfrm flipV="1">
              <a:off x="9090" y="3510"/>
              <a:ext cx="900" cy="585"/>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0974" name="AutoShape 14">
              <a:extLst>
                <a:ext uri="{FF2B5EF4-FFF2-40B4-BE49-F238E27FC236}">
                  <a16:creationId xmlns:a16="http://schemas.microsoft.com/office/drawing/2014/main" id="{3AEDF47F-798C-490D-BEEB-F961C6C56A1A}"/>
                </a:ext>
              </a:extLst>
            </p:cNvPr>
            <p:cNvCxnSpPr>
              <a:cxnSpLocks noChangeShapeType="1"/>
            </p:cNvCxnSpPr>
            <p:nvPr/>
          </p:nvCxnSpPr>
          <p:spPr bwMode="auto">
            <a:xfrm>
              <a:off x="9075" y="4290"/>
              <a:ext cx="1080" cy="1125"/>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0975" name="AutoShape 15">
              <a:extLst>
                <a:ext uri="{FF2B5EF4-FFF2-40B4-BE49-F238E27FC236}">
                  <a16:creationId xmlns:a16="http://schemas.microsoft.com/office/drawing/2014/main" id="{F9DF3C6E-AFE7-45F8-A53E-1112BBCE46FA}"/>
                </a:ext>
              </a:extLst>
            </p:cNvPr>
            <p:cNvCxnSpPr>
              <a:cxnSpLocks noChangeShapeType="1"/>
            </p:cNvCxnSpPr>
            <p:nvPr/>
          </p:nvCxnSpPr>
          <p:spPr bwMode="auto">
            <a:xfrm>
              <a:off x="7868" y="4335"/>
              <a:ext cx="0" cy="150"/>
            </a:xfrm>
            <a:prstGeom prst="straightConnector1">
              <a:avLst/>
            </a:prstGeom>
            <a:noFill/>
            <a:ln w="19050">
              <a:solidFill>
                <a:srgbClr val="F79646"/>
              </a:solidFill>
              <a:round/>
              <a:headEnd/>
              <a:tailEnd type="triangle" w="med" len="med"/>
            </a:ln>
            <a:extLst>
              <a:ext uri="{909E8E84-426E-40DD-AFC4-6F175D3DCCD1}">
                <a14:hiddenFill xmlns:a14="http://schemas.microsoft.com/office/drawing/2010/main">
                  <a:noFill/>
                </a14:hiddenFill>
              </a:ext>
            </a:extLst>
          </p:spPr>
        </p:cxnSp>
        <p:cxnSp>
          <p:nvCxnSpPr>
            <p:cNvPr id="40976" name="AutoShape 16">
              <a:extLst>
                <a:ext uri="{FF2B5EF4-FFF2-40B4-BE49-F238E27FC236}">
                  <a16:creationId xmlns:a16="http://schemas.microsoft.com/office/drawing/2014/main" id="{9B7A4405-CC61-43FC-A56D-9BEC445B8164}"/>
                </a:ext>
              </a:extLst>
            </p:cNvPr>
            <p:cNvCxnSpPr>
              <a:cxnSpLocks noChangeShapeType="1"/>
            </p:cNvCxnSpPr>
            <p:nvPr/>
          </p:nvCxnSpPr>
          <p:spPr bwMode="auto">
            <a:xfrm flipV="1">
              <a:off x="10125" y="4080"/>
              <a:ext cx="0" cy="135"/>
            </a:xfrm>
            <a:prstGeom prst="straightConnector1">
              <a:avLst/>
            </a:prstGeom>
            <a:noFill/>
            <a:ln w="19050">
              <a:solidFill>
                <a:srgbClr val="FABF8F"/>
              </a:solidFill>
              <a:round/>
              <a:headEnd/>
              <a:tailEnd type="triangle" w="med" len="med"/>
            </a:ln>
            <a:extLst>
              <a:ext uri="{909E8E84-426E-40DD-AFC4-6F175D3DCCD1}">
                <a14:hiddenFill xmlns:a14="http://schemas.microsoft.com/office/drawing/2010/main">
                  <a:noFill/>
                </a14:hiddenFill>
              </a:ext>
            </a:extLst>
          </p:spPr>
        </p:cxnSp>
        <p:cxnSp>
          <p:nvCxnSpPr>
            <p:cNvPr id="40977" name="AutoShape 17">
              <a:extLst>
                <a:ext uri="{FF2B5EF4-FFF2-40B4-BE49-F238E27FC236}">
                  <a16:creationId xmlns:a16="http://schemas.microsoft.com/office/drawing/2014/main" id="{9B83CDA3-50A8-475F-AF14-F09225810781}"/>
                </a:ext>
              </a:extLst>
            </p:cNvPr>
            <p:cNvCxnSpPr>
              <a:cxnSpLocks noChangeShapeType="1"/>
            </p:cNvCxnSpPr>
            <p:nvPr/>
          </p:nvCxnSpPr>
          <p:spPr bwMode="auto">
            <a:xfrm flipH="1" flipV="1">
              <a:off x="9675" y="2715"/>
              <a:ext cx="315" cy="795"/>
            </a:xfrm>
            <a:prstGeom prst="straightConnector1">
              <a:avLst/>
            </a:prstGeom>
            <a:noFill/>
            <a:ln w="38100">
              <a:solidFill>
                <a:srgbClr val="00B050"/>
              </a:solidFill>
              <a:round/>
              <a:headEnd/>
              <a:tailEnd type="triangle" w="med" len="med"/>
            </a:ln>
            <a:extLst>
              <a:ext uri="{909E8E84-426E-40DD-AFC4-6F175D3DCCD1}">
                <a14:hiddenFill xmlns:a14="http://schemas.microsoft.com/office/drawing/2010/main">
                  <a:noFill/>
                </a14:hiddenFill>
              </a:ext>
            </a:extLst>
          </p:spPr>
        </p:cxnSp>
        <p:cxnSp>
          <p:nvCxnSpPr>
            <p:cNvPr id="40978" name="AutoShape 18">
              <a:extLst>
                <a:ext uri="{FF2B5EF4-FFF2-40B4-BE49-F238E27FC236}">
                  <a16:creationId xmlns:a16="http://schemas.microsoft.com/office/drawing/2014/main" id="{6D9F2E2C-AEF3-4205-896E-709BBCAA9FBE}"/>
                </a:ext>
              </a:extLst>
            </p:cNvPr>
            <p:cNvCxnSpPr>
              <a:cxnSpLocks noChangeShapeType="1"/>
            </p:cNvCxnSpPr>
            <p:nvPr/>
          </p:nvCxnSpPr>
          <p:spPr bwMode="auto">
            <a:xfrm flipH="1" flipV="1">
              <a:off x="9825" y="3255"/>
              <a:ext cx="105" cy="285"/>
            </a:xfrm>
            <a:prstGeom prst="straightConnector1">
              <a:avLst/>
            </a:prstGeom>
            <a:noFill/>
            <a:ln w="28575">
              <a:solidFill>
                <a:srgbClr val="365F91"/>
              </a:solidFill>
              <a:round/>
              <a:headEnd/>
              <a:tailEnd type="triangle" w="med" len="med"/>
            </a:ln>
            <a:extLst>
              <a:ext uri="{909E8E84-426E-40DD-AFC4-6F175D3DCCD1}">
                <a14:hiddenFill xmlns:a14="http://schemas.microsoft.com/office/drawing/2010/main">
                  <a:noFill/>
                </a14:hiddenFill>
              </a:ext>
            </a:extLst>
          </p:spPr>
        </p:cxnSp>
        <p:cxnSp>
          <p:nvCxnSpPr>
            <p:cNvPr id="40979" name="AutoShape 19">
              <a:extLst>
                <a:ext uri="{FF2B5EF4-FFF2-40B4-BE49-F238E27FC236}">
                  <a16:creationId xmlns:a16="http://schemas.microsoft.com/office/drawing/2014/main" id="{430A635E-B55C-4964-8C1A-100411174A1A}"/>
                </a:ext>
              </a:extLst>
            </p:cNvPr>
            <p:cNvCxnSpPr>
              <a:cxnSpLocks noChangeShapeType="1"/>
            </p:cNvCxnSpPr>
            <p:nvPr/>
          </p:nvCxnSpPr>
          <p:spPr bwMode="auto">
            <a:xfrm flipV="1">
              <a:off x="10410" y="3420"/>
              <a:ext cx="300" cy="120"/>
            </a:xfrm>
            <a:prstGeom prst="bentConnector3">
              <a:avLst>
                <a:gd name="adj1" fmla="val 50000"/>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40980" name="AutoShape 20">
              <a:extLst>
                <a:ext uri="{FF2B5EF4-FFF2-40B4-BE49-F238E27FC236}">
                  <a16:creationId xmlns:a16="http://schemas.microsoft.com/office/drawing/2014/main" id="{E09FE2E1-DC75-4DF6-9F5D-144ADACD58F2}"/>
                </a:ext>
              </a:extLst>
            </p:cNvPr>
            <p:cNvCxnSpPr>
              <a:cxnSpLocks noChangeShapeType="1"/>
            </p:cNvCxnSpPr>
            <p:nvPr/>
          </p:nvCxnSpPr>
          <p:spPr bwMode="auto">
            <a:xfrm>
              <a:off x="9510" y="5535"/>
              <a:ext cx="645" cy="300"/>
            </a:xfrm>
            <a:prstGeom prst="bentConnector3">
              <a:avLst>
                <a:gd name="adj1" fmla="val 49921"/>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grpSp>
      <p:sp>
        <p:nvSpPr>
          <p:cNvPr id="40965" name="Rectangle 21">
            <a:extLst>
              <a:ext uri="{FF2B5EF4-FFF2-40B4-BE49-F238E27FC236}">
                <a16:creationId xmlns:a16="http://schemas.microsoft.com/office/drawing/2014/main" id="{363954DB-1E36-4369-8FF1-80ED07C49452}"/>
              </a:ext>
            </a:extLst>
          </p:cNvPr>
          <p:cNvSpPr>
            <a:spLocks noChangeArrowheads="1"/>
          </p:cNvSpPr>
          <p:nvPr/>
        </p:nvSpPr>
        <p:spPr bwMode="auto">
          <a:xfrm>
            <a:off x="662969" y="5525037"/>
            <a:ext cx="8532437"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1600" b="1" dirty="0">
                <a:solidFill>
                  <a:srgbClr val="002060"/>
                </a:solidFill>
                <a:latin typeface="Arial" panose="020B0604020202020204" pitchFamily="34" charset="0"/>
              </a:rPr>
              <a:t>Fig. 12. Using Ampere’s law to find the magnetic field that a current </a:t>
            </a:r>
            <a:r>
              <a:rPr lang="en-US" altLang="id-ID" sz="2000" b="1" i="1" dirty="0" err="1">
                <a:solidFill>
                  <a:srgbClr val="002060"/>
                </a:solidFill>
                <a:latin typeface="Times New Roman" panose="02020603050405020304" pitchFamily="18" charset="0"/>
                <a:cs typeface="Times New Roman" panose="02020603050405020304" pitchFamily="18" charset="0"/>
              </a:rPr>
              <a:t>i</a:t>
            </a:r>
            <a:r>
              <a:rPr lang="en-US" altLang="id-ID" sz="2000" b="1" i="1" dirty="0">
                <a:solidFill>
                  <a:srgbClr val="002060"/>
                </a:solidFill>
                <a:latin typeface="Times New Roman" panose="02020603050405020304" pitchFamily="18" charset="0"/>
                <a:cs typeface="Times New Roman" panose="02020603050405020304" pitchFamily="18" charset="0"/>
              </a:rPr>
              <a:t> </a:t>
            </a:r>
            <a:r>
              <a:rPr lang="en-US" altLang="id-ID" sz="1600" b="1" dirty="0">
                <a:solidFill>
                  <a:srgbClr val="002060"/>
                </a:solidFill>
                <a:latin typeface="Arial" panose="020B0604020202020204" pitchFamily="34" charset="0"/>
              </a:rPr>
              <a:t>produces inside a long straight wire of circular cross section. The current is uniformly distributed over the cross section of the wire and emerges from the page. An </a:t>
            </a:r>
            <a:r>
              <a:rPr lang="en-US" altLang="id-ID" sz="1600" b="1" dirty="0" err="1">
                <a:solidFill>
                  <a:srgbClr val="002060"/>
                </a:solidFill>
                <a:latin typeface="Arial" panose="020B0604020202020204" pitchFamily="34" charset="0"/>
              </a:rPr>
              <a:t>Amperian</a:t>
            </a:r>
            <a:r>
              <a:rPr lang="en-US" altLang="id-ID" sz="1600" b="1" dirty="0">
                <a:solidFill>
                  <a:srgbClr val="002060"/>
                </a:solidFill>
                <a:latin typeface="Arial" panose="020B0604020202020204" pitchFamily="34" charset="0"/>
              </a:rPr>
              <a:t> loop is drawn inside the wire</a:t>
            </a:r>
            <a:r>
              <a:rPr lang="en-US" altLang="id-ID" sz="1600" b="1" dirty="0">
                <a:latin typeface="Arial" panose="020B0604020202020204" pitchFamily="34" charset="0"/>
              </a:rPr>
              <a:t>.</a:t>
            </a:r>
            <a:br>
              <a:rPr lang="en-US" altLang="id-ID" sz="1600" b="1" i="1" dirty="0">
                <a:latin typeface="Arial" panose="020B0604020202020204" pitchFamily="34" charset="0"/>
              </a:rPr>
            </a:br>
            <a:endParaRPr lang="en-US" altLang="id-ID" sz="1600" b="1" dirty="0">
              <a:latin typeface="Arial" panose="020B0604020202020204" pitchFamily="34" charset="0"/>
            </a:endParaRPr>
          </a:p>
        </p:txBody>
      </p:sp>
      <p:sp>
        <p:nvSpPr>
          <p:cNvPr id="40966" name="Rectangle 22">
            <a:extLst>
              <a:ext uri="{FF2B5EF4-FFF2-40B4-BE49-F238E27FC236}">
                <a16:creationId xmlns:a16="http://schemas.microsoft.com/office/drawing/2014/main" id="{825780E8-8BB6-43A6-8425-692A4A9BD947}"/>
              </a:ext>
            </a:extLst>
          </p:cNvPr>
          <p:cNvSpPr>
            <a:spLocks noChangeArrowheads="1"/>
          </p:cNvSpPr>
          <p:nvPr/>
        </p:nvSpPr>
        <p:spPr bwMode="auto">
          <a:xfrm>
            <a:off x="3107026" y="4857584"/>
            <a:ext cx="12858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1800" b="1">
                <a:solidFill>
                  <a:srgbClr val="002060"/>
                </a:solidFill>
                <a:latin typeface="Arial" panose="020B0604020202020204" pitchFamily="34" charset="0"/>
              </a:rPr>
              <a:t>Amperian loop </a:t>
            </a:r>
            <a:endParaRPr lang="en-US" altLang="id-ID" sz="1800">
              <a:latin typeface="Arial" panose="020B0604020202020204" pitchFamily="34" charset="0"/>
            </a:endParaRPr>
          </a:p>
        </p:txBody>
      </p:sp>
      <p:sp>
        <p:nvSpPr>
          <p:cNvPr id="40967" name="Rectangle 23">
            <a:extLst>
              <a:ext uri="{FF2B5EF4-FFF2-40B4-BE49-F238E27FC236}">
                <a16:creationId xmlns:a16="http://schemas.microsoft.com/office/drawing/2014/main" id="{AE30CDD8-4FB7-4C29-BB58-13A8D0D673B3}"/>
              </a:ext>
            </a:extLst>
          </p:cNvPr>
          <p:cNvSpPr>
            <a:spLocks noChangeArrowheads="1"/>
          </p:cNvSpPr>
          <p:nvPr/>
        </p:nvSpPr>
        <p:spPr bwMode="auto">
          <a:xfrm>
            <a:off x="3607088" y="2714459"/>
            <a:ext cx="10001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1800" b="1" dirty="0">
                <a:solidFill>
                  <a:srgbClr val="002060"/>
                </a:solidFill>
                <a:latin typeface="Arial" panose="020B0604020202020204" pitchFamily="34" charset="0"/>
              </a:rPr>
              <a:t>Wire surface</a:t>
            </a:r>
            <a:endParaRPr lang="en-US" altLang="id-ID" sz="1800" dirty="0">
              <a:latin typeface="Arial" panose="020B0604020202020204" pitchFamily="34" charset="0"/>
            </a:endParaRPr>
          </a:p>
        </p:txBody>
      </p:sp>
      <p:sp>
        <p:nvSpPr>
          <p:cNvPr id="40968" name="Rectangle 21">
            <a:extLst>
              <a:ext uri="{FF2B5EF4-FFF2-40B4-BE49-F238E27FC236}">
                <a16:creationId xmlns:a16="http://schemas.microsoft.com/office/drawing/2014/main" id="{6BDAFECD-7C4A-4996-9DEB-0AAA14AEE5F6}"/>
              </a:ext>
            </a:extLst>
          </p:cNvPr>
          <p:cNvSpPr>
            <a:spLocks noChangeArrowheads="1"/>
          </p:cNvSpPr>
          <p:nvPr/>
        </p:nvSpPr>
        <p:spPr bwMode="auto">
          <a:xfrm>
            <a:off x="885367" y="1402470"/>
            <a:ext cx="3731919"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2000" b="1" dirty="0">
                <a:solidFill>
                  <a:srgbClr val="002060"/>
                </a:solidFill>
                <a:latin typeface="Arial" panose="020B0604020202020204" pitchFamily="34" charset="0"/>
                <a:ea typeface="Times New Roman" panose="02020603050405020304" pitchFamily="18" charset="0"/>
                <a:cs typeface="Arial" panose="020B0604020202020204" pitchFamily="34" charset="0"/>
              </a:rPr>
              <a:t>Only the current </a:t>
            </a:r>
            <a:r>
              <a:rPr lang="en-US" altLang="id-ID" sz="2000" b="1" dirty="0" err="1">
                <a:solidFill>
                  <a:srgbClr val="002060"/>
                </a:solidFill>
                <a:latin typeface="Arial" panose="020B0604020202020204" pitchFamily="34" charset="0"/>
                <a:ea typeface="Times New Roman" panose="02020603050405020304" pitchFamily="18" charset="0"/>
                <a:cs typeface="Arial" panose="020B0604020202020204" pitchFamily="34" charset="0"/>
              </a:rPr>
              <a:t>uncircled</a:t>
            </a:r>
            <a:r>
              <a:rPr lang="en-US" altLang="id-ID" sz="2000" b="1" dirty="0">
                <a:solidFill>
                  <a:srgbClr val="002060"/>
                </a:solidFill>
                <a:latin typeface="Arial" panose="020B0604020202020204" pitchFamily="34" charset="0"/>
                <a:ea typeface="Times New Roman" panose="02020603050405020304" pitchFamily="18" charset="0"/>
                <a:cs typeface="Arial" panose="020B0604020202020204" pitchFamily="34" charset="0"/>
              </a:rPr>
              <a:t> by the loop is used in Ampere’s law.</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986" name="Group 7">
            <a:extLst>
              <a:ext uri="{FF2B5EF4-FFF2-40B4-BE49-F238E27FC236}">
                <a16:creationId xmlns:a16="http://schemas.microsoft.com/office/drawing/2014/main" id="{179E5209-B5A5-4950-8E1E-6D75A444FB6D}"/>
              </a:ext>
            </a:extLst>
          </p:cNvPr>
          <p:cNvGrpSpPr>
            <a:grpSpLocks/>
          </p:cNvGrpSpPr>
          <p:nvPr/>
        </p:nvGrpSpPr>
        <p:grpSpPr bwMode="auto">
          <a:xfrm>
            <a:off x="1170544" y="869092"/>
            <a:ext cx="7589330" cy="4552933"/>
            <a:chOff x="1456327" y="792879"/>
            <a:chExt cx="7589330" cy="4552974"/>
          </a:xfrm>
        </p:grpSpPr>
        <p:sp>
          <p:nvSpPr>
            <p:cNvPr id="41989" name="TextBox 3">
              <a:extLst>
                <a:ext uri="{FF2B5EF4-FFF2-40B4-BE49-F238E27FC236}">
                  <a16:creationId xmlns:a16="http://schemas.microsoft.com/office/drawing/2014/main" id="{59A56B2C-3D7B-49CD-8682-044FDC5A3548}"/>
                </a:ext>
              </a:extLst>
            </p:cNvPr>
            <p:cNvSpPr txBox="1">
              <a:spLocks noChangeArrowheads="1"/>
            </p:cNvSpPr>
            <p:nvPr/>
          </p:nvSpPr>
          <p:spPr bwMode="auto">
            <a:xfrm>
              <a:off x="3429033" y="792879"/>
              <a:ext cx="561662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u="sng" dirty="0">
                  <a:solidFill>
                    <a:srgbClr val="002060"/>
                  </a:solidFill>
                  <a:latin typeface="Arial" panose="020B0604020202020204" pitchFamily="34" charset="0"/>
                </a:rPr>
                <a:t>Example, Ampere’s Law to find the magnetic field inside a long cylinder of current.</a:t>
              </a:r>
            </a:p>
          </p:txBody>
        </p:sp>
        <p:pic>
          <p:nvPicPr>
            <p:cNvPr id="38917" name="Picture 3">
              <a:extLst>
                <a:ext uri="{FF2B5EF4-FFF2-40B4-BE49-F238E27FC236}">
                  <a16:creationId xmlns:a16="http://schemas.microsoft.com/office/drawing/2014/main" id="{A64E71EC-D8EE-4965-A95B-B24A8F3C1F8B}"/>
                </a:ext>
              </a:extLst>
            </p:cNvPr>
            <p:cNvPicPr>
              <a:picLocks noChangeAspect="1" noChangeArrowheads="1"/>
            </p:cNvPicPr>
            <p:nvPr/>
          </p:nvPicPr>
          <p:blipFill>
            <a:blip r:embed="rId2" cstate="print">
              <a:duotone>
                <a:prstClr val="black"/>
                <a:schemeClr val="accent4">
                  <a:tint val="45000"/>
                  <a:satMod val="400000"/>
                </a:schemeClr>
              </a:duotone>
            </a:blip>
            <a:srcRect/>
            <a:stretch>
              <a:fillRect/>
            </a:stretch>
          </p:blipFill>
          <p:spPr bwMode="auto">
            <a:xfrm>
              <a:off x="1456327" y="1529636"/>
              <a:ext cx="1626874" cy="1836034"/>
            </a:xfrm>
            <a:prstGeom prst="rect">
              <a:avLst/>
            </a:prstGeom>
            <a:noFill/>
            <a:ln w="9525">
              <a:noFill/>
              <a:miter lim="800000"/>
              <a:headEnd/>
              <a:tailEnd/>
            </a:ln>
          </p:spPr>
        </p:pic>
        <p:pic>
          <p:nvPicPr>
            <p:cNvPr id="41991" name="Picture 4">
              <a:extLst>
                <a:ext uri="{FF2B5EF4-FFF2-40B4-BE49-F238E27FC236}">
                  <a16:creationId xmlns:a16="http://schemas.microsoft.com/office/drawing/2014/main" id="{FDEF163F-B21C-4C3D-A022-1583CF532D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1368" y="3136784"/>
              <a:ext cx="3879339" cy="2209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9" name="Picture 6">
              <a:extLst>
                <a:ext uri="{FF2B5EF4-FFF2-40B4-BE49-F238E27FC236}">
                  <a16:creationId xmlns:a16="http://schemas.microsoft.com/office/drawing/2014/main" id="{39DA6ECD-DE75-4568-8165-31BBA44ACED9}"/>
                </a:ext>
              </a:extLst>
            </p:cNvPr>
            <p:cNvPicPr>
              <a:picLocks noChangeAspect="1" noChangeArrowheads="1"/>
            </p:cNvPicPr>
            <p:nvPr/>
          </p:nvPicPr>
          <p:blipFill>
            <a:blip r:embed="rId4" cstate="print">
              <a:duotone>
                <a:prstClr val="black"/>
                <a:schemeClr val="accent4">
                  <a:tint val="45000"/>
                  <a:satMod val="400000"/>
                </a:schemeClr>
              </a:duotone>
            </a:blip>
            <a:srcRect/>
            <a:stretch>
              <a:fillRect/>
            </a:stretch>
          </p:blipFill>
          <p:spPr bwMode="auto">
            <a:xfrm>
              <a:off x="1456327" y="3496827"/>
              <a:ext cx="1641722" cy="1401478"/>
            </a:xfrm>
            <a:prstGeom prst="rect">
              <a:avLst/>
            </a:prstGeom>
            <a:noFill/>
            <a:ln w="9525">
              <a:noFill/>
              <a:miter lim="800000"/>
              <a:headEnd/>
              <a:tailEnd/>
            </a:ln>
          </p:spPr>
        </p:pic>
      </p:grpSp>
      <p:sp>
        <p:nvSpPr>
          <p:cNvPr id="41987" name="Rectangle 8">
            <a:extLst>
              <a:ext uri="{FF2B5EF4-FFF2-40B4-BE49-F238E27FC236}">
                <a16:creationId xmlns:a16="http://schemas.microsoft.com/office/drawing/2014/main" id="{848D2878-7522-49F9-803D-305F217AAD92}"/>
              </a:ext>
            </a:extLst>
          </p:cNvPr>
          <p:cNvSpPr>
            <a:spLocks noChangeArrowheads="1"/>
          </p:cNvSpPr>
          <p:nvPr/>
        </p:nvSpPr>
        <p:spPr bwMode="auto">
          <a:xfrm>
            <a:off x="2998030" y="1801664"/>
            <a:ext cx="589445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just" eaLnBrk="1" hangingPunct="1">
              <a:spcBef>
                <a:spcPct val="0"/>
              </a:spcBef>
              <a:buFontTx/>
              <a:buNone/>
            </a:pPr>
            <a:r>
              <a:rPr lang="en-US" altLang="id-ID" sz="1600" b="1" dirty="0">
                <a:latin typeface="Arial" panose="020B0604020202020204" pitchFamily="34" charset="0"/>
              </a:rPr>
              <a:t>Figure13.  Shows the cross section of a long conducting</a:t>
            </a:r>
            <a:r>
              <a:rPr lang="en-US" altLang="id-ID" sz="1600" b="1" baseline="-25000" dirty="0">
                <a:latin typeface="Arial" panose="020B0604020202020204" pitchFamily="34" charset="0"/>
              </a:rPr>
              <a:t> </a:t>
            </a:r>
            <a:r>
              <a:rPr lang="en-US" altLang="id-ID" sz="1600" b="1" dirty="0">
                <a:latin typeface="Arial" panose="020B0604020202020204" pitchFamily="34" charset="0"/>
              </a:rPr>
              <a:t>cylinder with inner radius a= 2,0 cm and outer radius b=4,0 cm. The cylinder carries a current out of page and magnitude of the current density in the cross section is given by J=cr</a:t>
            </a:r>
            <a:r>
              <a:rPr lang="en-US" altLang="id-ID" sz="1600" b="1" baseline="30000" dirty="0">
                <a:latin typeface="Arial" panose="020B0604020202020204" pitchFamily="34" charset="0"/>
              </a:rPr>
              <a:t>2</a:t>
            </a:r>
            <a:r>
              <a:rPr lang="en-US" altLang="id-ID" sz="1600" b="1" dirty="0">
                <a:latin typeface="Arial" panose="020B0604020202020204" pitchFamily="34" charset="0"/>
              </a:rPr>
              <a:t>, with c=3,0x10</a:t>
            </a:r>
            <a:r>
              <a:rPr lang="en-US" altLang="id-ID" sz="1600" b="1" baseline="30000" dirty="0">
                <a:latin typeface="Arial" panose="020B0604020202020204" pitchFamily="34" charset="0"/>
              </a:rPr>
              <a:t>6</a:t>
            </a:r>
            <a:r>
              <a:rPr lang="en-US" altLang="id-ID" sz="1600" b="1" dirty="0">
                <a:latin typeface="Arial" panose="020B0604020202020204" pitchFamily="34" charset="0"/>
              </a:rPr>
              <a:t> A/m</a:t>
            </a:r>
            <a:r>
              <a:rPr lang="en-US" altLang="id-ID" sz="1600" b="1" baseline="30000" dirty="0">
                <a:latin typeface="Arial" panose="020B0604020202020204" pitchFamily="34" charset="0"/>
              </a:rPr>
              <a:t>4</a:t>
            </a:r>
            <a:r>
              <a:rPr lang="en-US" altLang="id-ID" sz="1600" b="1" dirty="0">
                <a:latin typeface="Arial" panose="020B0604020202020204" pitchFamily="34" charset="0"/>
              </a:rPr>
              <a:t> and r in meters.</a:t>
            </a:r>
            <a:r>
              <a:rPr lang="en-US" altLang="id-ID" sz="1600" dirty="0">
                <a:latin typeface="Arial" panose="020B0604020202020204" pitchFamily="34" charset="0"/>
              </a:rPr>
              <a:t> </a:t>
            </a:r>
          </a:p>
        </p:txBody>
      </p:sp>
      <p:sp>
        <p:nvSpPr>
          <p:cNvPr id="41988" name="Rectangle 7">
            <a:extLst>
              <a:ext uri="{FF2B5EF4-FFF2-40B4-BE49-F238E27FC236}">
                <a16:creationId xmlns:a16="http://schemas.microsoft.com/office/drawing/2014/main" id="{072447B0-E463-474F-B279-D796CC49499C}"/>
              </a:ext>
            </a:extLst>
          </p:cNvPr>
          <p:cNvSpPr>
            <a:spLocks noChangeArrowheads="1"/>
          </p:cNvSpPr>
          <p:nvPr/>
        </p:nvSpPr>
        <p:spPr bwMode="auto">
          <a:xfrm>
            <a:off x="3143250" y="357188"/>
            <a:ext cx="303212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dirty="0">
                <a:latin typeface="Arial" panose="020B0604020202020204" pitchFamily="34" charset="0"/>
                <a:cs typeface="Arial" panose="020B0604020202020204" pitchFamily="34" charset="0"/>
              </a:rPr>
              <a:t>Ampere’s Law (cont.)</a:t>
            </a:r>
            <a:endParaRPr lang="en-US" altLang="id-ID" sz="2200" b="1" i="1" dirty="0">
              <a:latin typeface="Arial" panose="020B0604020202020204" pitchFamily="34" charset="0"/>
              <a:cs typeface="Arial" panose="020B0604020202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986" name="Group 7">
            <a:extLst>
              <a:ext uri="{FF2B5EF4-FFF2-40B4-BE49-F238E27FC236}">
                <a16:creationId xmlns:a16="http://schemas.microsoft.com/office/drawing/2014/main" id="{179E5209-B5A5-4950-8E1E-6D75A444FB6D}"/>
              </a:ext>
            </a:extLst>
          </p:cNvPr>
          <p:cNvGrpSpPr>
            <a:grpSpLocks/>
          </p:cNvGrpSpPr>
          <p:nvPr/>
        </p:nvGrpSpPr>
        <p:grpSpPr bwMode="auto">
          <a:xfrm>
            <a:off x="1170544" y="869092"/>
            <a:ext cx="7589330" cy="4105389"/>
            <a:chOff x="1456327" y="792879"/>
            <a:chExt cx="7589330" cy="4105426"/>
          </a:xfrm>
        </p:grpSpPr>
        <p:sp>
          <p:nvSpPr>
            <p:cNvPr id="41989" name="TextBox 3">
              <a:extLst>
                <a:ext uri="{FF2B5EF4-FFF2-40B4-BE49-F238E27FC236}">
                  <a16:creationId xmlns:a16="http://schemas.microsoft.com/office/drawing/2014/main" id="{59A56B2C-3D7B-49CD-8682-044FDC5A3548}"/>
                </a:ext>
              </a:extLst>
            </p:cNvPr>
            <p:cNvSpPr txBox="1">
              <a:spLocks noChangeArrowheads="1"/>
            </p:cNvSpPr>
            <p:nvPr/>
          </p:nvSpPr>
          <p:spPr bwMode="auto">
            <a:xfrm>
              <a:off x="3429033" y="792879"/>
              <a:ext cx="561662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u="sng" dirty="0">
                  <a:solidFill>
                    <a:srgbClr val="002060"/>
                  </a:solidFill>
                  <a:latin typeface="Arial" panose="020B0604020202020204" pitchFamily="34" charset="0"/>
                </a:rPr>
                <a:t>Example, Ampere’s Law to find the magnetic field inside a long cylinder of current.</a:t>
              </a:r>
            </a:p>
          </p:txBody>
        </p:sp>
        <p:pic>
          <p:nvPicPr>
            <p:cNvPr id="38917" name="Picture 3">
              <a:extLst>
                <a:ext uri="{FF2B5EF4-FFF2-40B4-BE49-F238E27FC236}">
                  <a16:creationId xmlns:a16="http://schemas.microsoft.com/office/drawing/2014/main" id="{A64E71EC-D8EE-4965-A95B-B24A8F3C1F8B}"/>
                </a:ext>
              </a:extLst>
            </p:cNvPr>
            <p:cNvPicPr>
              <a:picLocks noChangeAspect="1" noChangeArrowheads="1"/>
            </p:cNvPicPr>
            <p:nvPr/>
          </p:nvPicPr>
          <p:blipFill>
            <a:blip r:embed="rId2" cstate="print">
              <a:duotone>
                <a:prstClr val="black"/>
                <a:schemeClr val="accent4">
                  <a:tint val="45000"/>
                  <a:satMod val="400000"/>
                </a:schemeClr>
              </a:duotone>
            </a:blip>
            <a:srcRect/>
            <a:stretch>
              <a:fillRect/>
            </a:stretch>
          </p:blipFill>
          <p:spPr bwMode="auto">
            <a:xfrm>
              <a:off x="1456327" y="1529636"/>
              <a:ext cx="1626874" cy="1836034"/>
            </a:xfrm>
            <a:prstGeom prst="rect">
              <a:avLst/>
            </a:prstGeom>
            <a:noFill/>
            <a:ln w="9525">
              <a:noFill/>
              <a:miter lim="800000"/>
              <a:headEnd/>
              <a:tailEnd/>
            </a:ln>
          </p:spPr>
        </p:pic>
        <p:pic>
          <p:nvPicPr>
            <p:cNvPr id="38919" name="Picture 6">
              <a:extLst>
                <a:ext uri="{FF2B5EF4-FFF2-40B4-BE49-F238E27FC236}">
                  <a16:creationId xmlns:a16="http://schemas.microsoft.com/office/drawing/2014/main" id="{39DA6ECD-DE75-4568-8165-31BBA44ACED9}"/>
                </a:ext>
              </a:extLst>
            </p:cNvPr>
            <p:cNvPicPr>
              <a:picLocks noChangeAspect="1" noChangeArrowheads="1"/>
            </p:cNvPicPr>
            <p:nvPr/>
          </p:nvPicPr>
          <p:blipFill>
            <a:blip r:embed="rId3" cstate="print">
              <a:duotone>
                <a:prstClr val="black"/>
                <a:schemeClr val="accent4">
                  <a:tint val="45000"/>
                  <a:satMod val="400000"/>
                </a:schemeClr>
              </a:duotone>
            </a:blip>
            <a:srcRect/>
            <a:stretch>
              <a:fillRect/>
            </a:stretch>
          </p:blipFill>
          <p:spPr bwMode="auto">
            <a:xfrm>
              <a:off x="1456327" y="3496827"/>
              <a:ext cx="1641722" cy="1401478"/>
            </a:xfrm>
            <a:prstGeom prst="rect">
              <a:avLst/>
            </a:prstGeom>
            <a:noFill/>
            <a:ln w="9525">
              <a:noFill/>
              <a:miter lim="800000"/>
              <a:headEnd/>
              <a:tailEnd/>
            </a:ln>
          </p:spPr>
        </p:pic>
      </p:grpSp>
      <p:sp>
        <p:nvSpPr>
          <p:cNvPr id="41987" name="Rectangle 8">
            <a:extLst>
              <a:ext uri="{FF2B5EF4-FFF2-40B4-BE49-F238E27FC236}">
                <a16:creationId xmlns:a16="http://schemas.microsoft.com/office/drawing/2014/main" id="{848D2878-7522-49F9-803D-305F217AAD92}"/>
              </a:ext>
            </a:extLst>
          </p:cNvPr>
          <p:cNvSpPr>
            <a:spLocks noChangeArrowheads="1"/>
          </p:cNvSpPr>
          <p:nvPr/>
        </p:nvSpPr>
        <p:spPr bwMode="auto">
          <a:xfrm>
            <a:off x="2998030" y="1801664"/>
            <a:ext cx="589445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just" eaLnBrk="1" hangingPunct="1">
              <a:spcBef>
                <a:spcPct val="0"/>
              </a:spcBef>
              <a:buFontTx/>
              <a:buNone/>
            </a:pPr>
            <a:r>
              <a:rPr lang="en-US" altLang="id-ID" sz="1600" b="1" dirty="0">
                <a:latin typeface="Arial" panose="020B0604020202020204" pitchFamily="34" charset="0"/>
              </a:rPr>
              <a:t>Figure13.  Shows the cross section of a long conducting</a:t>
            </a:r>
            <a:r>
              <a:rPr lang="en-US" altLang="id-ID" sz="1600" b="1" baseline="-25000" dirty="0">
                <a:latin typeface="Arial" panose="020B0604020202020204" pitchFamily="34" charset="0"/>
              </a:rPr>
              <a:t> </a:t>
            </a:r>
            <a:r>
              <a:rPr lang="en-US" altLang="id-ID" sz="1600" b="1" dirty="0">
                <a:latin typeface="Arial" panose="020B0604020202020204" pitchFamily="34" charset="0"/>
              </a:rPr>
              <a:t>cylinder with inner radius a= 2,0 cm and outer radius b=4,0 cm. The cylinder carries a current out of page and magnitude of the current density in the cross section is given by J=cr</a:t>
            </a:r>
            <a:r>
              <a:rPr lang="en-US" altLang="id-ID" sz="1600" b="1" baseline="30000" dirty="0">
                <a:latin typeface="Arial" panose="020B0604020202020204" pitchFamily="34" charset="0"/>
              </a:rPr>
              <a:t>2</a:t>
            </a:r>
            <a:r>
              <a:rPr lang="en-US" altLang="id-ID" sz="1600" b="1" dirty="0">
                <a:latin typeface="Arial" panose="020B0604020202020204" pitchFamily="34" charset="0"/>
              </a:rPr>
              <a:t>, with c=3,0x10</a:t>
            </a:r>
            <a:r>
              <a:rPr lang="en-US" altLang="id-ID" sz="1600" b="1" baseline="30000" dirty="0">
                <a:latin typeface="Arial" panose="020B0604020202020204" pitchFamily="34" charset="0"/>
              </a:rPr>
              <a:t>6</a:t>
            </a:r>
            <a:r>
              <a:rPr lang="en-US" altLang="id-ID" sz="1600" b="1" dirty="0">
                <a:latin typeface="Arial" panose="020B0604020202020204" pitchFamily="34" charset="0"/>
              </a:rPr>
              <a:t> A/m</a:t>
            </a:r>
            <a:r>
              <a:rPr lang="en-US" altLang="id-ID" sz="1600" b="1" baseline="30000" dirty="0">
                <a:latin typeface="Arial" panose="020B0604020202020204" pitchFamily="34" charset="0"/>
              </a:rPr>
              <a:t>4</a:t>
            </a:r>
            <a:r>
              <a:rPr lang="en-US" altLang="id-ID" sz="1600" b="1" dirty="0">
                <a:latin typeface="Arial" panose="020B0604020202020204" pitchFamily="34" charset="0"/>
              </a:rPr>
              <a:t> and r in meters.</a:t>
            </a:r>
            <a:r>
              <a:rPr lang="en-US" altLang="id-ID" sz="1600" dirty="0">
                <a:latin typeface="Arial" panose="020B0604020202020204" pitchFamily="34" charset="0"/>
              </a:rPr>
              <a:t> </a:t>
            </a:r>
          </a:p>
        </p:txBody>
      </p:sp>
      <p:sp>
        <p:nvSpPr>
          <p:cNvPr id="41988" name="Rectangle 7">
            <a:extLst>
              <a:ext uri="{FF2B5EF4-FFF2-40B4-BE49-F238E27FC236}">
                <a16:creationId xmlns:a16="http://schemas.microsoft.com/office/drawing/2014/main" id="{072447B0-E463-474F-B279-D796CC49499C}"/>
              </a:ext>
            </a:extLst>
          </p:cNvPr>
          <p:cNvSpPr>
            <a:spLocks noChangeArrowheads="1"/>
          </p:cNvSpPr>
          <p:nvPr/>
        </p:nvSpPr>
        <p:spPr bwMode="auto">
          <a:xfrm>
            <a:off x="3143250" y="357188"/>
            <a:ext cx="303212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dirty="0">
                <a:latin typeface="Arial" panose="020B0604020202020204" pitchFamily="34" charset="0"/>
                <a:cs typeface="Arial" panose="020B0604020202020204" pitchFamily="34" charset="0"/>
              </a:rPr>
              <a:t>Ampere’s Law (cont.)</a:t>
            </a:r>
            <a:endParaRPr lang="en-US" altLang="id-ID" sz="2200" b="1" i="1" dirty="0">
              <a:latin typeface="Arial" panose="020B0604020202020204" pitchFamily="34" charset="0"/>
              <a:cs typeface="Arial" panose="020B0604020202020204" pitchFamily="34" charset="0"/>
            </a:endParaRPr>
          </a:p>
        </p:txBody>
      </p:sp>
      <p:pic>
        <p:nvPicPr>
          <p:cNvPr id="9" name="Picture 5">
            <a:extLst>
              <a:ext uri="{FF2B5EF4-FFF2-40B4-BE49-F238E27FC236}">
                <a16:creationId xmlns:a16="http://schemas.microsoft.com/office/drawing/2014/main" id="{7878B64A-4D15-4AD1-A6BE-F960DFB07B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3928" y="3212976"/>
            <a:ext cx="3665467"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279077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Date Placeholder 1">
            <a:extLst>
              <a:ext uri="{FF2B5EF4-FFF2-40B4-BE49-F238E27FC236}">
                <a16:creationId xmlns:a16="http://schemas.microsoft.com/office/drawing/2014/main" id="{2812D3E3-B6EB-48E0-986E-6B406B5F90DB}"/>
              </a:ext>
            </a:extLst>
          </p:cNvPr>
          <p:cNvSpPr>
            <a:spLocks noGrp="1"/>
          </p:cNvSpPr>
          <p:nvPr>
            <p:ph type="dt" sz="half" idx="10"/>
          </p:nvPr>
        </p:nvSpPr>
        <p:spPr>
          <a:xfrm>
            <a:off x="1043608" y="1319361"/>
            <a:ext cx="8616950" cy="54991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id-ID" altLang="id-ID" sz="2000" b="1" u="sng" dirty="0">
                <a:latin typeface="Arial" panose="020B0604020202020204" pitchFamily="34" charset="0"/>
                <a:cs typeface="Arial" panose="020B0604020202020204" pitchFamily="34" charset="0"/>
              </a:rPr>
              <a:t>Assignment</a:t>
            </a:r>
            <a:endParaRPr lang="en-US" altLang="id-ID" sz="2000" b="1" u="sng" dirty="0">
              <a:latin typeface="Arial" panose="020B0604020202020204" pitchFamily="34" charset="0"/>
              <a:cs typeface="Arial" panose="020B0604020202020204" pitchFamily="34" charset="0"/>
            </a:endParaRPr>
          </a:p>
          <a:p>
            <a:pPr>
              <a:spcBef>
                <a:spcPct val="0"/>
              </a:spcBef>
              <a:buFontTx/>
              <a:buNone/>
            </a:pPr>
            <a:endParaRPr lang="en-US" altLang="id-ID" sz="2000" b="1" u="sng" dirty="0">
              <a:latin typeface="Arial" panose="020B0604020202020204" pitchFamily="34" charset="0"/>
              <a:cs typeface="Arial" panose="020B0604020202020204" pitchFamily="34" charset="0"/>
            </a:endParaRPr>
          </a:p>
          <a:p>
            <a:pPr>
              <a:spcBef>
                <a:spcPct val="0"/>
              </a:spcBef>
              <a:buFontTx/>
              <a:buNone/>
            </a:pPr>
            <a:r>
              <a:rPr lang="en-US" altLang="id-ID" sz="2000" b="1" dirty="0">
                <a:latin typeface="Arial" panose="020B0604020202020204" pitchFamily="34" charset="0"/>
                <a:cs typeface="Arial" panose="020B0604020202020204" pitchFamily="34" charset="0"/>
              </a:rPr>
              <a:t>Do the problems in the text-book: Fundamental of Physics, </a:t>
            </a:r>
            <a:endParaRPr lang="en-US" altLang="id-ID" sz="2000" dirty="0">
              <a:latin typeface="Arial" panose="020B0604020202020204" pitchFamily="34" charset="0"/>
              <a:cs typeface="Arial" panose="020B0604020202020204" pitchFamily="34" charset="0"/>
            </a:endParaRPr>
          </a:p>
          <a:p>
            <a:pPr>
              <a:spcBef>
                <a:spcPct val="0"/>
              </a:spcBef>
              <a:buFontTx/>
              <a:buNone/>
            </a:pPr>
            <a:r>
              <a:rPr lang="en-US" altLang="id-ID" sz="2000" b="1" dirty="0">
                <a:latin typeface="Arial" panose="020B0604020202020204" pitchFamily="34" charset="0"/>
                <a:cs typeface="Arial" panose="020B0604020202020204" pitchFamily="34" charset="0"/>
              </a:rPr>
              <a:t> Chapter 28 (Magnetic Fields); p.</a:t>
            </a:r>
            <a:r>
              <a:rPr lang="id-ID" altLang="id-ID" sz="2000" b="1" dirty="0">
                <a:latin typeface="Arial" panose="020B0604020202020204" pitchFamily="34" charset="0"/>
                <a:cs typeface="Arial" panose="020B0604020202020204" pitchFamily="34" charset="0"/>
              </a:rPr>
              <a:t>829-835</a:t>
            </a:r>
            <a:endParaRPr lang="en-US" altLang="id-ID" sz="2000" dirty="0">
              <a:latin typeface="Arial" panose="020B0604020202020204" pitchFamily="34" charset="0"/>
              <a:cs typeface="Arial" panose="020B0604020202020204" pitchFamily="34" charset="0"/>
            </a:endParaRPr>
          </a:p>
          <a:p>
            <a:pPr>
              <a:spcBef>
                <a:spcPct val="0"/>
              </a:spcBef>
              <a:buFontTx/>
              <a:buNone/>
            </a:pPr>
            <a:r>
              <a:rPr lang="en-US" altLang="id-ID" sz="2000" b="1" dirty="0">
                <a:latin typeface="Arial" panose="020B0604020202020204" pitchFamily="34" charset="0"/>
                <a:cs typeface="Arial" panose="020B0604020202020204" pitchFamily="34" charset="0"/>
              </a:rPr>
              <a:t>Problems Number: 18, 21, 41, and 49</a:t>
            </a:r>
            <a:endParaRPr lang="en-US" altLang="id-ID" sz="2000" dirty="0">
              <a:latin typeface="Arial" panose="020B0604020202020204" pitchFamily="34" charset="0"/>
              <a:cs typeface="Arial" panose="020B0604020202020204" pitchFamily="34" charset="0"/>
            </a:endParaRPr>
          </a:p>
          <a:p>
            <a:pPr>
              <a:spcBef>
                <a:spcPct val="0"/>
              </a:spcBef>
              <a:buFontTx/>
              <a:buNone/>
            </a:pPr>
            <a:r>
              <a:rPr lang="en-US" altLang="id-ID" sz="2000" b="1" dirty="0">
                <a:latin typeface="Arial" panose="020B0604020202020204" pitchFamily="34" charset="0"/>
                <a:cs typeface="Arial" panose="020B0604020202020204" pitchFamily="34" charset="0"/>
              </a:rPr>
              <a:t>Chapter 29 (Magnetic fields due to currents): p.</a:t>
            </a:r>
            <a:r>
              <a:rPr lang="id-ID" altLang="id-ID" sz="2000" b="1" dirty="0">
                <a:latin typeface="Arial" panose="020B0604020202020204" pitchFamily="34" charset="0"/>
                <a:cs typeface="Arial" panose="020B0604020202020204" pitchFamily="34" charset="0"/>
              </a:rPr>
              <a:t> 856</a:t>
            </a:r>
            <a:r>
              <a:rPr lang="en-US" altLang="id-ID" sz="2000" b="1" dirty="0">
                <a:latin typeface="Arial" panose="020B0604020202020204" pitchFamily="34" charset="0"/>
                <a:cs typeface="Arial" panose="020B0604020202020204" pitchFamily="34" charset="0"/>
              </a:rPr>
              <a:t>-</a:t>
            </a:r>
            <a:r>
              <a:rPr lang="id-ID" altLang="id-ID" sz="2000" b="1" dirty="0">
                <a:latin typeface="Arial" panose="020B0604020202020204" pitchFamily="34" charset="0"/>
                <a:cs typeface="Arial" panose="020B0604020202020204" pitchFamily="34" charset="0"/>
              </a:rPr>
              <a:t>863</a:t>
            </a:r>
            <a:endParaRPr lang="en-US" altLang="id-ID" sz="2000" dirty="0">
              <a:latin typeface="Arial" panose="020B0604020202020204" pitchFamily="34" charset="0"/>
              <a:cs typeface="Arial" panose="020B0604020202020204" pitchFamily="34" charset="0"/>
            </a:endParaRPr>
          </a:p>
          <a:p>
            <a:pPr>
              <a:spcBef>
                <a:spcPct val="0"/>
              </a:spcBef>
              <a:buFontTx/>
              <a:buNone/>
            </a:pPr>
            <a:r>
              <a:rPr lang="en-US" altLang="id-ID" sz="2000" b="1" dirty="0">
                <a:latin typeface="Arial" panose="020B0604020202020204" pitchFamily="34" charset="0"/>
                <a:cs typeface="Arial" panose="020B0604020202020204" pitchFamily="34" charset="0"/>
              </a:rPr>
              <a:t>Problems Number: 7, 13, 50, 66, and 79</a:t>
            </a:r>
            <a:endParaRPr lang="en-US" altLang="id-ID" sz="2000" dirty="0">
              <a:latin typeface="Arial" panose="020B0604020202020204" pitchFamily="34" charset="0"/>
              <a:cs typeface="Arial" panose="020B0604020202020204" pitchFamily="34" charset="0"/>
            </a:endParaRPr>
          </a:p>
          <a:p>
            <a:pPr>
              <a:spcBef>
                <a:spcPct val="0"/>
              </a:spcBef>
              <a:buFontTx/>
              <a:buNone/>
            </a:pPr>
            <a:endParaRPr lang="en-US" altLang="id-ID" sz="2000" b="1" u="sng" dirty="0">
              <a:latin typeface="Arial" panose="020B0604020202020204" pitchFamily="34" charset="0"/>
              <a:cs typeface="Arial" panose="020B0604020202020204" pitchFamily="34" charset="0"/>
            </a:endParaRPr>
          </a:p>
        </p:txBody>
      </p:sp>
      <p:sp>
        <p:nvSpPr>
          <p:cNvPr id="52227" name="Slide Number Placeholder 2">
            <a:extLst>
              <a:ext uri="{FF2B5EF4-FFF2-40B4-BE49-F238E27FC236}">
                <a16:creationId xmlns:a16="http://schemas.microsoft.com/office/drawing/2014/main" id="{67EB5B36-1776-4EF0-9D4E-49A7534834B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008303C5-3EC9-4DE0-A00B-3701389C4730}" type="slidenum">
              <a:rPr lang="en-US" altLang="id-ID" sz="1400" smtClean="0"/>
              <a:pPr>
                <a:spcBef>
                  <a:spcPct val="0"/>
                </a:spcBef>
                <a:buFontTx/>
                <a:buNone/>
              </a:pPr>
              <a:t>29</a:t>
            </a:fld>
            <a:endParaRPr lang="en-US" altLang="id-ID" sz="1400"/>
          </a:p>
        </p:txBody>
      </p:sp>
    </p:spTree>
  </p:cSld>
  <p:clrMapOvr>
    <a:masterClrMapping/>
  </p:clrMapOvr>
</p:sld>
</file>

<file path=ppt/theme/theme1.xml><?xml version="1.0" encoding="utf-8"?>
<a:theme xmlns:a="http://schemas.openxmlformats.org/drawingml/2006/main" name="Template PPT 2015">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6836</TotalTime>
  <Words>1992</Words>
  <Application>Microsoft Office PowerPoint</Application>
  <PresentationFormat>On-screen Show (4:3)</PresentationFormat>
  <Paragraphs>190</Paragraphs>
  <Slides>29</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29</vt:i4>
      </vt:variant>
    </vt:vector>
  </HeadingPairs>
  <TitlesOfParts>
    <vt:vector size="40" baseType="lpstr">
      <vt:lpstr>Arial</vt:lpstr>
      <vt:lpstr>Calibri</vt:lpstr>
      <vt:lpstr>Google Sans</vt:lpstr>
      <vt:lpstr>Interstate</vt:lpstr>
      <vt:lpstr>Open Sans</vt:lpstr>
      <vt:lpstr>Open Sans Light</vt:lpstr>
      <vt:lpstr>Open Sans Semibold</vt:lpstr>
      <vt:lpstr>Symbol</vt:lpstr>
      <vt:lpstr>Times New Roman</vt:lpstr>
      <vt:lpstr>Wingdings</vt:lpstr>
      <vt:lpstr>Template PPT 2015</vt:lpstr>
      <vt:lpstr> MAGNETIC FIELDS Session 9</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fasilkom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Goes Here</dc:title>
  <dc:creator>sablin yusuf</dc:creator>
  <cp:lastModifiedBy>FABIAN</cp:lastModifiedBy>
  <cp:revision>150</cp:revision>
  <dcterms:created xsi:type="dcterms:W3CDTF">2007-02-22T08:40:35Z</dcterms:created>
  <dcterms:modified xsi:type="dcterms:W3CDTF">2024-08-03T15:48:10Z</dcterms:modified>
</cp:coreProperties>
</file>