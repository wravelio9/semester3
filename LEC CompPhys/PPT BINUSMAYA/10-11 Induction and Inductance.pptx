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8" r:id="rId1"/>
  </p:sldMasterIdLst>
  <p:notesMasterIdLst>
    <p:notesMasterId r:id="rId28"/>
  </p:notesMasterIdLst>
  <p:handoutMasterIdLst>
    <p:handoutMasterId r:id="rId29"/>
  </p:handoutMasterIdLst>
  <p:sldIdLst>
    <p:sldId id="480" r:id="rId2"/>
    <p:sldId id="314" r:id="rId3"/>
    <p:sldId id="295" r:id="rId4"/>
    <p:sldId id="315" r:id="rId5"/>
    <p:sldId id="316" r:id="rId6"/>
    <p:sldId id="317" r:id="rId7"/>
    <p:sldId id="318" r:id="rId8"/>
    <p:sldId id="319" r:id="rId9"/>
    <p:sldId id="296" r:id="rId10"/>
    <p:sldId id="268" r:id="rId11"/>
    <p:sldId id="269" r:id="rId12"/>
    <p:sldId id="270" r:id="rId13"/>
    <p:sldId id="278" r:id="rId14"/>
    <p:sldId id="320" r:id="rId15"/>
    <p:sldId id="321" r:id="rId16"/>
    <p:sldId id="305" r:id="rId17"/>
    <p:sldId id="306" r:id="rId18"/>
    <p:sldId id="307" r:id="rId19"/>
    <p:sldId id="308" r:id="rId20"/>
    <p:sldId id="311" r:id="rId21"/>
    <p:sldId id="312" r:id="rId22"/>
    <p:sldId id="289" r:id="rId23"/>
    <p:sldId id="300" r:id="rId24"/>
    <p:sldId id="290" r:id="rId25"/>
    <p:sldId id="291" r:id="rId26"/>
    <p:sldId id="313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4D1105-1F87-467F-B4C1-1224BBFB364A}" v="45" dt="2024-08-03T15:43:10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 autoAdjust="0"/>
    <p:restoredTop sz="94660"/>
  </p:normalViewPr>
  <p:slideViewPr>
    <p:cSldViewPr>
      <p:cViewPr varScale="1">
        <p:scale>
          <a:sx n="94" d="100"/>
          <a:sy n="94" d="100"/>
        </p:scale>
        <p:origin x="98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126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Surya Pramudya" userId="f46cf8bb-4ec7-4653-94a9-ff26fa22481f" providerId="ADAL" clId="{66A47077-2A6C-4943-8DBA-7FFD32841703}"/>
    <pc:docChg chg="delSld modSld">
      <pc:chgData name="Fabian Surya Pramudya" userId="f46cf8bb-4ec7-4653-94a9-ff26fa22481f" providerId="ADAL" clId="{66A47077-2A6C-4943-8DBA-7FFD32841703}" dt="2022-06-18T19:34:01.095" v="34" actId="20577"/>
      <pc:docMkLst>
        <pc:docMk/>
      </pc:docMkLst>
      <pc:sldChg chg="del">
        <pc:chgData name="Fabian Surya Pramudya" userId="f46cf8bb-4ec7-4653-94a9-ff26fa22481f" providerId="ADAL" clId="{66A47077-2A6C-4943-8DBA-7FFD32841703}" dt="2022-06-18T19:31:25.458" v="0" actId="2696"/>
        <pc:sldMkLst>
          <pc:docMk/>
          <pc:sldMk cId="0" sldId="271"/>
        </pc:sldMkLst>
      </pc:sldChg>
      <pc:sldChg chg="del">
        <pc:chgData name="Fabian Surya Pramudya" userId="f46cf8bb-4ec7-4653-94a9-ff26fa22481f" providerId="ADAL" clId="{66A47077-2A6C-4943-8DBA-7FFD32841703}" dt="2022-06-18T19:33:09.801" v="4" actId="2696"/>
        <pc:sldMkLst>
          <pc:docMk/>
          <pc:sldMk cId="0" sldId="292"/>
        </pc:sldMkLst>
      </pc:sldChg>
      <pc:sldChg chg="del">
        <pc:chgData name="Fabian Surya Pramudya" userId="f46cf8bb-4ec7-4653-94a9-ff26fa22481f" providerId="ADAL" clId="{66A47077-2A6C-4943-8DBA-7FFD32841703}" dt="2022-06-18T19:31:28.614" v="1" actId="2696"/>
        <pc:sldMkLst>
          <pc:docMk/>
          <pc:sldMk cId="0" sldId="294"/>
        </pc:sldMkLst>
      </pc:sldChg>
      <pc:sldChg chg="modSp del">
        <pc:chgData name="Fabian Surya Pramudya" userId="f46cf8bb-4ec7-4653-94a9-ff26fa22481f" providerId="ADAL" clId="{66A47077-2A6C-4943-8DBA-7FFD32841703}" dt="2022-06-18T19:33:10.806" v="5" actId="2696"/>
        <pc:sldMkLst>
          <pc:docMk/>
          <pc:sldMk cId="0" sldId="298"/>
        </pc:sldMkLst>
        <pc:picChg chg="mod">
          <ac:chgData name="Fabian Surya Pramudya" userId="f46cf8bb-4ec7-4653-94a9-ff26fa22481f" providerId="ADAL" clId="{66A47077-2A6C-4943-8DBA-7FFD32841703}" dt="2022-06-18T19:32:15.024" v="3" actId="1035"/>
          <ac:picMkLst>
            <pc:docMk/>
            <pc:sldMk cId="0" sldId="298"/>
            <ac:picMk id="10" creationId="{C091F373-9680-43BD-953A-198B36A2EC33}"/>
          </ac:picMkLst>
        </pc:picChg>
      </pc:sldChg>
      <pc:sldChg chg="modSp">
        <pc:chgData name="Fabian Surya Pramudya" userId="f46cf8bb-4ec7-4653-94a9-ff26fa22481f" providerId="ADAL" clId="{66A47077-2A6C-4943-8DBA-7FFD32841703}" dt="2022-06-18T19:34:01.095" v="34" actId="20577"/>
        <pc:sldMkLst>
          <pc:docMk/>
          <pc:sldMk cId="3407375486" sldId="299"/>
        </pc:sldMkLst>
        <pc:spChg chg="mod">
          <ac:chgData name="Fabian Surya Pramudya" userId="f46cf8bb-4ec7-4653-94a9-ff26fa22481f" providerId="ADAL" clId="{66A47077-2A6C-4943-8DBA-7FFD32841703}" dt="2022-06-18T19:33:47.286" v="11" actId="20577"/>
          <ac:spMkLst>
            <pc:docMk/>
            <pc:sldMk cId="3407375486" sldId="299"/>
            <ac:spMk id="7" creationId="{50285626-A35F-43B4-8BF8-29000ECE2A20}"/>
          </ac:spMkLst>
        </pc:spChg>
        <pc:spChg chg="mod">
          <ac:chgData name="Fabian Surya Pramudya" userId="f46cf8bb-4ec7-4653-94a9-ff26fa22481f" providerId="ADAL" clId="{66A47077-2A6C-4943-8DBA-7FFD32841703}" dt="2022-06-18T19:34:01.095" v="34" actId="20577"/>
          <ac:spMkLst>
            <pc:docMk/>
            <pc:sldMk cId="3407375486" sldId="299"/>
            <ac:spMk id="9" creationId="{01F8EBBA-7A02-4F40-96F1-6ED9162D5D73}"/>
          </ac:spMkLst>
        </pc:spChg>
      </pc:sldChg>
    </pc:docChg>
  </pc:docChgLst>
  <pc:docChgLst>
    <pc:chgData name="Fabian" userId="f46cf8bb-4ec7-4653-94a9-ff26fa22481f" providerId="ADAL" clId="{0E4D1105-1F87-467F-B4C1-1224BBFB364A}"/>
    <pc:docChg chg="undo custSel addSld delSld modSld">
      <pc:chgData name="Fabian" userId="f46cf8bb-4ec7-4653-94a9-ff26fa22481f" providerId="ADAL" clId="{0E4D1105-1F87-467F-B4C1-1224BBFB364A}" dt="2024-08-03T15:43:10.547" v="69" actId="14861"/>
      <pc:docMkLst>
        <pc:docMk/>
      </pc:docMkLst>
      <pc:sldChg chg="modSp">
        <pc:chgData name="Fabian" userId="f46cf8bb-4ec7-4653-94a9-ff26fa22481f" providerId="ADAL" clId="{0E4D1105-1F87-467F-B4C1-1224BBFB364A}" dt="2024-08-03T15:42:14.029" v="56" actId="1076"/>
        <pc:sldMkLst>
          <pc:docMk/>
          <pc:sldMk cId="0" sldId="289"/>
        </pc:sldMkLst>
        <pc:spChg chg="mod">
          <ac:chgData name="Fabian" userId="f46cf8bb-4ec7-4653-94a9-ff26fa22481f" providerId="ADAL" clId="{0E4D1105-1F87-467F-B4C1-1224BBFB364A}" dt="2024-08-03T15:42:08.257" v="55" actId="1076"/>
          <ac:spMkLst>
            <pc:docMk/>
            <pc:sldMk cId="0" sldId="289"/>
            <ac:spMk id="29753" creationId="{E04C82B6-2ABA-4FE1-A7AC-AEF186D0A2D5}"/>
          </ac:spMkLst>
        </pc:spChg>
        <pc:spChg chg="mod">
          <ac:chgData name="Fabian" userId="f46cf8bb-4ec7-4653-94a9-ff26fa22481f" providerId="ADAL" clId="{0E4D1105-1F87-467F-B4C1-1224BBFB364A}" dt="2024-08-03T15:41:31.069" v="41" actId="27636"/>
          <ac:spMkLst>
            <pc:docMk/>
            <pc:sldMk cId="0" sldId="289"/>
            <ac:spMk id="30722" creationId="{10C8391B-4944-49DE-89E1-30A7FB3ECC41}"/>
          </ac:spMkLst>
        </pc:spChg>
        <pc:spChg chg="mod">
          <ac:chgData name="Fabian" userId="f46cf8bb-4ec7-4653-94a9-ff26fa22481f" providerId="ADAL" clId="{0E4D1105-1F87-467F-B4C1-1224BBFB364A}" dt="2024-08-03T15:42:14.029" v="56" actId="1076"/>
          <ac:spMkLst>
            <pc:docMk/>
            <pc:sldMk cId="0" sldId="289"/>
            <ac:spMk id="30733" creationId="{D51CE378-C23D-4905-9E79-5BBBEE152B7C}"/>
          </ac:spMkLst>
        </pc:spChg>
        <pc:picChg chg="mod">
          <ac:chgData name="Fabian" userId="f46cf8bb-4ec7-4653-94a9-ff26fa22481f" providerId="ADAL" clId="{0E4D1105-1F87-467F-B4C1-1224BBFB364A}" dt="2024-08-03T15:41:41.349" v="44" actId="1076"/>
          <ac:picMkLst>
            <pc:docMk/>
            <pc:sldMk cId="0" sldId="289"/>
            <ac:picMk id="29723" creationId="{CD37FDEA-D137-442A-8DAE-23B806AC9CA4}"/>
          </ac:picMkLst>
        </pc:picChg>
        <pc:picChg chg="mod">
          <ac:chgData name="Fabian" userId="f46cf8bb-4ec7-4653-94a9-ff26fa22481f" providerId="ADAL" clId="{0E4D1105-1F87-467F-B4C1-1224BBFB364A}" dt="2024-08-03T15:41:46.381" v="45" actId="1076"/>
          <ac:picMkLst>
            <pc:docMk/>
            <pc:sldMk cId="0" sldId="289"/>
            <ac:picMk id="29725" creationId="{83E3FCFC-32A7-4589-9D44-D8C28113A33C}"/>
          </ac:picMkLst>
        </pc:picChg>
        <pc:picChg chg="mod">
          <ac:chgData name="Fabian" userId="f46cf8bb-4ec7-4653-94a9-ff26fa22481f" providerId="ADAL" clId="{0E4D1105-1F87-467F-B4C1-1224BBFB364A}" dt="2024-08-03T15:41:37.638" v="42" actId="1076"/>
          <ac:picMkLst>
            <pc:docMk/>
            <pc:sldMk cId="0" sldId="289"/>
            <ac:picMk id="30729" creationId="{A8F7C646-A3F0-48DF-AAFF-FB11962CFF3B}"/>
          </ac:picMkLst>
        </pc:picChg>
      </pc:sldChg>
      <pc:sldChg chg="modSp">
        <pc:chgData name="Fabian" userId="f46cf8bb-4ec7-4653-94a9-ff26fa22481f" providerId="ADAL" clId="{0E4D1105-1F87-467F-B4C1-1224BBFB364A}" dt="2024-08-03T15:19:54.205" v="33" actId="14100"/>
        <pc:sldMkLst>
          <pc:docMk/>
          <pc:sldMk cId="0" sldId="290"/>
        </pc:sldMkLst>
        <pc:spChg chg="mod">
          <ac:chgData name="Fabian" userId="f46cf8bb-4ec7-4653-94a9-ff26fa22481f" providerId="ADAL" clId="{0E4D1105-1F87-467F-B4C1-1224BBFB364A}" dt="2024-08-03T15:19:33.492" v="28" actId="1076"/>
          <ac:spMkLst>
            <pc:docMk/>
            <pc:sldMk cId="0" sldId="290"/>
            <ac:spMk id="30724" creationId="{D9CD0CB1-5E21-483B-AB23-DCF77A80BA6D}"/>
          </ac:spMkLst>
        </pc:spChg>
        <pc:spChg chg="mod">
          <ac:chgData name="Fabian" userId="f46cf8bb-4ec7-4653-94a9-ff26fa22481f" providerId="ADAL" clId="{0E4D1105-1F87-467F-B4C1-1224BBFB364A}" dt="2024-08-03T15:19:31.367" v="27" actId="1076"/>
          <ac:spMkLst>
            <pc:docMk/>
            <pc:sldMk cId="0" sldId="290"/>
            <ac:spMk id="32770" creationId="{04F473D7-5DC0-415E-8ABA-409A7293AC49}"/>
          </ac:spMkLst>
        </pc:spChg>
        <pc:spChg chg="mod">
          <ac:chgData name="Fabian" userId="f46cf8bb-4ec7-4653-94a9-ff26fa22481f" providerId="ADAL" clId="{0E4D1105-1F87-467F-B4C1-1224BBFB364A}" dt="2024-08-03T15:19:43.299" v="31" actId="14100"/>
          <ac:spMkLst>
            <pc:docMk/>
            <pc:sldMk cId="0" sldId="290"/>
            <ac:spMk id="32780" creationId="{6DAE5C10-26D6-4BF1-867B-40D8138C9751}"/>
          </ac:spMkLst>
        </pc:spChg>
        <pc:picChg chg="mod">
          <ac:chgData name="Fabian" userId="f46cf8bb-4ec7-4653-94a9-ff26fa22481f" providerId="ADAL" clId="{0E4D1105-1F87-467F-B4C1-1224BBFB364A}" dt="2024-08-03T15:19:54.205" v="33" actId="14100"/>
          <ac:picMkLst>
            <pc:docMk/>
            <pc:sldMk cId="0" sldId="290"/>
            <ac:picMk id="30739" creationId="{FFE24603-1668-45AC-80FC-D5166E9517DF}"/>
          </ac:picMkLst>
        </pc:picChg>
        <pc:picChg chg="mod">
          <ac:chgData name="Fabian" userId="f46cf8bb-4ec7-4653-94a9-ff26fa22481f" providerId="ADAL" clId="{0E4D1105-1F87-467F-B4C1-1224BBFB364A}" dt="2024-08-03T15:19:38.350" v="29" actId="1076"/>
          <ac:picMkLst>
            <pc:docMk/>
            <pc:sldMk cId="0" sldId="290"/>
            <ac:picMk id="32774" creationId="{D1637734-89BD-4086-B800-C27A124C6F67}"/>
          </ac:picMkLst>
        </pc:picChg>
      </pc:sldChg>
      <pc:sldChg chg="modSp">
        <pc:chgData name="Fabian" userId="f46cf8bb-4ec7-4653-94a9-ff26fa22481f" providerId="ADAL" clId="{0E4D1105-1F87-467F-B4C1-1224BBFB364A}" dt="2024-08-03T15:19:18.423" v="25" actId="207"/>
        <pc:sldMkLst>
          <pc:docMk/>
          <pc:sldMk cId="0" sldId="291"/>
        </pc:sldMkLst>
        <pc:spChg chg="mod">
          <ac:chgData name="Fabian" userId="f46cf8bb-4ec7-4653-94a9-ff26fa22481f" providerId="ADAL" clId="{0E4D1105-1F87-467F-B4C1-1224BBFB364A}" dt="2024-08-03T15:18:45.719" v="15" actId="1076"/>
          <ac:spMkLst>
            <pc:docMk/>
            <pc:sldMk cId="0" sldId="291"/>
            <ac:spMk id="23555" creationId="{867B40B8-8732-4CBA-A9C4-A33B73B44821}"/>
          </ac:spMkLst>
        </pc:spChg>
        <pc:spChg chg="mod">
          <ac:chgData name="Fabian" userId="f46cf8bb-4ec7-4653-94a9-ff26fa22481f" providerId="ADAL" clId="{0E4D1105-1F87-467F-B4C1-1224BBFB364A}" dt="2024-08-03T15:19:07.149" v="24" actId="403"/>
          <ac:spMkLst>
            <pc:docMk/>
            <pc:sldMk cId="0" sldId="291"/>
            <ac:spMk id="33797" creationId="{E5560B6B-4A74-4618-9A6D-FCD8ACADA4BC}"/>
          </ac:spMkLst>
        </pc:spChg>
        <pc:spChg chg="mod">
          <ac:chgData name="Fabian" userId="f46cf8bb-4ec7-4653-94a9-ff26fa22481f" providerId="ADAL" clId="{0E4D1105-1F87-467F-B4C1-1224BBFB364A}" dt="2024-08-03T15:19:18.423" v="25" actId="207"/>
          <ac:spMkLst>
            <pc:docMk/>
            <pc:sldMk cId="0" sldId="291"/>
            <ac:spMk id="33798" creationId="{7003D426-3EF5-48DC-B3AA-E3B007D41470}"/>
          </ac:spMkLst>
        </pc:spChg>
        <pc:picChg chg="mod">
          <ac:chgData name="Fabian" userId="f46cf8bb-4ec7-4653-94a9-ff26fa22481f" providerId="ADAL" clId="{0E4D1105-1F87-467F-B4C1-1224BBFB364A}" dt="2024-08-03T15:18:47.389" v="16" actId="1076"/>
          <ac:picMkLst>
            <pc:docMk/>
            <pc:sldMk cId="0" sldId="291"/>
            <ac:picMk id="33795" creationId="{85EDDD19-B078-47F4-9A2E-A4E682AC2834}"/>
          </ac:picMkLst>
        </pc:picChg>
      </pc:sldChg>
      <pc:sldChg chg="delSp">
        <pc:chgData name="Fabian" userId="f46cf8bb-4ec7-4653-94a9-ff26fa22481f" providerId="ADAL" clId="{0E4D1105-1F87-467F-B4C1-1224BBFB364A}" dt="2024-08-03T15:18:14.468" v="6" actId="478"/>
        <pc:sldMkLst>
          <pc:docMk/>
          <pc:sldMk cId="0" sldId="295"/>
        </pc:sldMkLst>
        <pc:inkChg chg="del">
          <ac:chgData name="Fabian" userId="f46cf8bb-4ec7-4653-94a9-ff26fa22481f" providerId="ADAL" clId="{0E4D1105-1F87-467F-B4C1-1224BBFB364A}" dt="2024-08-03T15:18:14.468" v="6" actId="478"/>
          <ac:inkMkLst>
            <pc:docMk/>
            <pc:sldMk cId="0" sldId="295"/>
            <ac:inkMk id="2" creationId="{5834D69E-D9DF-48EC-82BD-36AE125128C4}"/>
          </ac:inkMkLst>
        </pc:inkChg>
      </pc:sldChg>
      <pc:sldChg chg="delSp del">
        <pc:chgData name="Fabian" userId="f46cf8bb-4ec7-4653-94a9-ff26fa22481f" providerId="ADAL" clId="{0E4D1105-1F87-467F-B4C1-1224BBFB364A}" dt="2024-08-03T15:17:55.432" v="5" actId="2696"/>
        <pc:sldMkLst>
          <pc:docMk/>
          <pc:sldMk cId="3407375486" sldId="299"/>
        </pc:sldMkLst>
        <pc:inkChg chg="del">
          <ac:chgData name="Fabian" userId="f46cf8bb-4ec7-4653-94a9-ff26fa22481f" providerId="ADAL" clId="{0E4D1105-1F87-467F-B4C1-1224BBFB364A}" dt="2024-08-03T15:14:52.934" v="1" actId="478"/>
          <ac:inkMkLst>
            <pc:docMk/>
            <pc:sldMk cId="3407375486" sldId="299"/>
            <ac:inkMk id="2" creationId="{B5A9F79A-2DC5-4017-A76C-BDC53F4242CA}"/>
          </ac:inkMkLst>
        </pc:inkChg>
      </pc:sldChg>
      <pc:sldChg chg="modSp">
        <pc:chgData name="Fabian" userId="f46cf8bb-4ec7-4653-94a9-ff26fa22481f" providerId="ADAL" clId="{0E4D1105-1F87-467F-B4C1-1224BBFB364A}" dt="2024-08-03T15:42:37.264" v="66" actId="1076"/>
        <pc:sldMkLst>
          <pc:docMk/>
          <pc:sldMk cId="0" sldId="300"/>
        </pc:sldMkLst>
        <pc:picChg chg="mod">
          <ac:chgData name="Fabian" userId="f46cf8bb-4ec7-4653-94a9-ff26fa22481f" providerId="ADAL" clId="{0E4D1105-1F87-467F-B4C1-1224BBFB364A}" dt="2024-08-03T15:42:37.264" v="66" actId="1076"/>
          <ac:picMkLst>
            <pc:docMk/>
            <pc:sldMk cId="0" sldId="300"/>
            <ac:picMk id="4" creationId="{29188DCB-21B8-4523-998E-6B2D9724C3E1}"/>
          </ac:picMkLst>
        </pc:picChg>
        <pc:picChg chg="mod">
          <ac:chgData name="Fabian" userId="f46cf8bb-4ec7-4653-94a9-ff26fa22481f" providerId="ADAL" clId="{0E4D1105-1F87-467F-B4C1-1224BBFB364A}" dt="2024-08-03T15:42:36.495" v="65" actId="1076"/>
          <ac:picMkLst>
            <pc:docMk/>
            <pc:sldMk cId="0" sldId="300"/>
            <ac:picMk id="5" creationId="{B1F5D579-5A47-42F5-AB12-D753BB496295}"/>
          </ac:picMkLst>
        </pc:picChg>
        <pc:picChg chg="mod">
          <ac:chgData name="Fabian" userId="f46cf8bb-4ec7-4653-94a9-ff26fa22481f" providerId="ADAL" clId="{0E4D1105-1F87-467F-B4C1-1224BBFB364A}" dt="2024-08-03T15:42:31.786" v="61" actId="1076"/>
          <ac:picMkLst>
            <pc:docMk/>
            <pc:sldMk cId="0" sldId="300"/>
            <ac:picMk id="6" creationId="{7142A71B-0F7F-4B4F-932D-6390E4A48F43}"/>
          </ac:picMkLst>
        </pc:picChg>
        <pc:picChg chg="mod">
          <ac:chgData name="Fabian" userId="f46cf8bb-4ec7-4653-94a9-ff26fa22481f" providerId="ADAL" clId="{0E4D1105-1F87-467F-B4C1-1224BBFB364A}" dt="2024-08-03T15:42:19.008" v="57" actId="1076"/>
          <ac:picMkLst>
            <pc:docMk/>
            <pc:sldMk cId="0" sldId="300"/>
            <ac:picMk id="7" creationId="{887DA4AC-4A1D-49B1-8CBA-9E13E222FB5D}"/>
          </ac:picMkLst>
        </pc:picChg>
      </pc:sldChg>
      <pc:sldChg chg="delSp">
        <pc:chgData name="Fabian" userId="f46cf8bb-4ec7-4653-94a9-ff26fa22481f" providerId="ADAL" clId="{0E4D1105-1F87-467F-B4C1-1224BBFB364A}" dt="2024-08-03T15:18:25.257" v="9" actId="478"/>
        <pc:sldMkLst>
          <pc:docMk/>
          <pc:sldMk cId="0" sldId="305"/>
        </pc:sldMkLst>
        <pc:inkChg chg="del">
          <ac:chgData name="Fabian" userId="f46cf8bb-4ec7-4653-94a9-ff26fa22481f" providerId="ADAL" clId="{0E4D1105-1F87-467F-B4C1-1224BBFB364A}" dt="2024-08-03T15:18:25.257" v="9" actId="478"/>
          <ac:inkMkLst>
            <pc:docMk/>
            <pc:sldMk cId="0" sldId="305"/>
            <ac:inkMk id="2" creationId="{FB2556D7-94B8-4B50-BA1B-9F5C57943645}"/>
          </ac:inkMkLst>
        </pc:inkChg>
      </pc:sldChg>
      <pc:sldChg chg="modSp">
        <pc:chgData name="Fabian" userId="f46cf8bb-4ec7-4653-94a9-ff26fa22481f" providerId="ADAL" clId="{0E4D1105-1F87-467F-B4C1-1224BBFB364A}" dt="2024-08-03T15:41:13.992" v="39" actId="14100"/>
        <pc:sldMkLst>
          <pc:docMk/>
          <pc:sldMk cId="0" sldId="307"/>
        </pc:sldMkLst>
        <pc:spChg chg="mod">
          <ac:chgData name="Fabian" userId="f46cf8bb-4ec7-4653-94a9-ff26fa22481f" providerId="ADAL" clId="{0E4D1105-1F87-467F-B4C1-1224BBFB364A}" dt="2024-08-03T15:40:57.526" v="34" actId="14100"/>
          <ac:spMkLst>
            <pc:docMk/>
            <pc:sldMk cId="0" sldId="307"/>
            <ac:spMk id="28719" creationId="{F1F3A931-24E9-473D-B2FD-1B57E8B43F44}"/>
          </ac:spMkLst>
        </pc:spChg>
        <pc:spChg chg="mod">
          <ac:chgData name="Fabian" userId="f46cf8bb-4ec7-4653-94a9-ff26fa22481f" providerId="ADAL" clId="{0E4D1105-1F87-467F-B4C1-1224BBFB364A}" dt="2024-08-03T15:41:13.992" v="39" actId="14100"/>
          <ac:spMkLst>
            <pc:docMk/>
            <pc:sldMk cId="0" sldId="307"/>
            <ac:spMk id="28720" creationId="{B2B9FC8B-D098-4698-B729-06C52C7C29B6}"/>
          </ac:spMkLst>
        </pc:spChg>
        <pc:picChg chg="mod">
          <ac:chgData name="Fabian" userId="f46cf8bb-4ec7-4653-94a9-ff26fa22481f" providerId="ADAL" clId="{0E4D1105-1F87-467F-B4C1-1224BBFB364A}" dt="2024-08-03T15:41:06.288" v="36" actId="1076"/>
          <ac:picMkLst>
            <pc:docMk/>
            <pc:sldMk cId="0" sldId="307"/>
            <ac:picMk id="28692" creationId="{E792B6D3-70D0-4B23-9D3A-210A7AB39E00}"/>
          </ac:picMkLst>
        </pc:picChg>
      </pc:sldChg>
      <pc:sldChg chg="modSp">
        <pc:chgData name="Fabian" userId="f46cf8bb-4ec7-4653-94a9-ff26fa22481f" providerId="ADAL" clId="{0E4D1105-1F87-467F-B4C1-1224BBFB364A}" dt="2024-08-03T15:43:10.547" v="69" actId="14861"/>
        <pc:sldMkLst>
          <pc:docMk/>
          <pc:sldMk cId="0" sldId="314"/>
        </pc:sldMkLst>
        <pc:picChg chg="mod">
          <ac:chgData name="Fabian" userId="f46cf8bb-4ec7-4653-94a9-ff26fa22481f" providerId="ADAL" clId="{0E4D1105-1F87-467F-B4C1-1224BBFB364A}" dt="2024-08-03T15:43:10.547" v="69" actId="14861"/>
          <ac:picMkLst>
            <pc:docMk/>
            <pc:sldMk cId="0" sldId="314"/>
            <ac:picMk id="6148" creationId="{3634B6D8-29E0-4D94-9B2D-97164F942F0C}"/>
          </ac:picMkLst>
        </pc:picChg>
      </pc:sldChg>
      <pc:sldChg chg="delSp">
        <pc:chgData name="Fabian" userId="f46cf8bb-4ec7-4653-94a9-ff26fa22481f" providerId="ADAL" clId="{0E4D1105-1F87-467F-B4C1-1224BBFB364A}" dt="2024-08-03T15:18:16.771" v="7" actId="478"/>
        <pc:sldMkLst>
          <pc:docMk/>
          <pc:sldMk cId="0" sldId="315"/>
        </pc:sldMkLst>
        <pc:inkChg chg="del">
          <ac:chgData name="Fabian" userId="f46cf8bb-4ec7-4653-94a9-ff26fa22481f" providerId="ADAL" clId="{0E4D1105-1F87-467F-B4C1-1224BBFB364A}" dt="2024-08-03T15:18:16.771" v="7" actId="478"/>
          <ac:inkMkLst>
            <pc:docMk/>
            <pc:sldMk cId="0" sldId="315"/>
            <ac:inkMk id="2" creationId="{4D00A502-C91E-48E9-B0C2-A3C25FBFD98B}"/>
          </ac:inkMkLst>
        </pc:inkChg>
      </pc:sldChg>
      <pc:sldChg chg="delSp">
        <pc:chgData name="Fabian" userId="f46cf8bb-4ec7-4653-94a9-ff26fa22481f" providerId="ADAL" clId="{0E4D1105-1F87-467F-B4C1-1224BBFB364A}" dt="2024-08-03T15:18:22.797" v="8" actId="478"/>
        <pc:sldMkLst>
          <pc:docMk/>
          <pc:sldMk cId="0" sldId="320"/>
        </pc:sldMkLst>
        <pc:inkChg chg="del">
          <ac:chgData name="Fabian" userId="f46cf8bb-4ec7-4653-94a9-ff26fa22481f" providerId="ADAL" clId="{0E4D1105-1F87-467F-B4C1-1224BBFB364A}" dt="2024-08-03T15:18:22.797" v="8" actId="478"/>
          <ac:inkMkLst>
            <pc:docMk/>
            <pc:sldMk cId="0" sldId="320"/>
            <ac:inkMk id="2" creationId="{0C25FCDC-34B1-49F8-980D-A0653BB698D0}"/>
          </ac:inkMkLst>
        </pc:inkChg>
      </pc:sldChg>
      <pc:sldChg chg="modSp add">
        <pc:chgData name="Fabian" userId="f46cf8bb-4ec7-4653-94a9-ff26fa22481f" providerId="ADAL" clId="{0E4D1105-1F87-467F-B4C1-1224BBFB364A}" dt="2024-08-03T15:17:51.698" v="4" actId="113"/>
        <pc:sldMkLst>
          <pc:docMk/>
          <pc:sldMk cId="3807564589" sldId="480"/>
        </pc:sldMkLst>
        <pc:spChg chg="mod">
          <ac:chgData name="Fabian" userId="f46cf8bb-4ec7-4653-94a9-ff26fa22481f" providerId="ADAL" clId="{0E4D1105-1F87-467F-B4C1-1224BBFB364A}" dt="2024-08-03T15:17:51.698" v="4" actId="113"/>
          <ac:spMkLst>
            <pc:docMk/>
            <pc:sldMk cId="3807564589" sldId="480"/>
            <ac:spMk id="3" creationId="{05C0E2BF-BBBC-BF27-4255-C5149D193112}"/>
          </ac:spMkLst>
        </pc:spChg>
      </pc:sldChg>
    </pc:docChg>
  </pc:docChgLst>
  <pc:docChgLst>
    <pc:chgData name="Fabian" userId="f46cf8bb-4ec7-4653-94a9-ff26fa22481f" providerId="ADAL" clId="{44D0864D-86B5-432B-973C-88E7453BD533}"/>
    <pc:docChg chg="modSld">
      <pc:chgData name="Fabian" userId="f46cf8bb-4ec7-4653-94a9-ff26fa22481f" providerId="ADAL" clId="{44D0864D-86B5-432B-973C-88E7453BD533}" dt="2023-10-26T12:54:56.038" v="0"/>
      <pc:docMkLst>
        <pc:docMk/>
      </pc:docMkLst>
      <pc:sldChg chg="addSp">
        <pc:chgData name="Fabian" userId="f46cf8bb-4ec7-4653-94a9-ff26fa22481f" providerId="ADAL" clId="{44D0864D-86B5-432B-973C-88E7453BD533}" dt="2023-10-26T12:54:56.038" v="0"/>
        <pc:sldMkLst>
          <pc:docMk/>
          <pc:sldMk cId="0" sldId="278"/>
        </pc:sldMkLst>
        <pc:inkChg chg="add">
          <ac:chgData name="Fabian" userId="f46cf8bb-4ec7-4653-94a9-ff26fa22481f" providerId="ADAL" clId="{44D0864D-86B5-432B-973C-88E7453BD533}" dt="2023-10-26T12:54:56.038" v="0"/>
          <ac:inkMkLst>
            <pc:docMk/>
            <pc:sldMk cId="0" sldId="278"/>
            <ac:inkMk id="2" creationId="{9765CA33-A4F6-4CE8-9EFD-D28D41E9CABF}"/>
          </ac:inkMkLst>
        </pc:inkChg>
      </pc:sldChg>
      <pc:sldChg chg="addSp">
        <pc:chgData name="Fabian" userId="f46cf8bb-4ec7-4653-94a9-ff26fa22481f" providerId="ADAL" clId="{44D0864D-86B5-432B-973C-88E7453BD533}" dt="2023-10-26T12:54:56.038" v="0"/>
        <pc:sldMkLst>
          <pc:docMk/>
          <pc:sldMk cId="0" sldId="295"/>
        </pc:sldMkLst>
        <pc:inkChg chg="add">
          <ac:chgData name="Fabian" userId="f46cf8bb-4ec7-4653-94a9-ff26fa22481f" providerId="ADAL" clId="{44D0864D-86B5-432B-973C-88E7453BD533}" dt="2023-10-26T12:54:56.038" v="0"/>
          <ac:inkMkLst>
            <pc:docMk/>
            <pc:sldMk cId="0" sldId="295"/>
            <ac:inkMk id="2" creationId="{5834D69E-D9DF-48EC-82BD-36AE125128C4}"/>
          </ac:inkMkLst>
        </pc:inkChg>
      </pc:sldChg>
      <pc:sldChg chg="addSp">
        <pc:chgData name="Fabian" userId="f46cf8bb-4ec7-4653-94a9-ff26fa22481f" providerId="ADAL" clId="{44D0864D-86B5-432B-973C-88E7453BD533}" dt="2023-10-26T12:54:56.038" v="0"/>
        <pc:sldMkLst>
          <pc:docMk/>
          <pc:sldMk cId="3407375486" sldId="299"/>
        </pc:sldMkLst>
        <pc:inkChg chg="add">
          <ac:chgData name="Fabian" userId="f46cf8bb-4ec7-4653-94a9-ff26fa22481f" providerId="ADAL" clId="{44D0864D-86B5-432B-973C-88E7453BD533}" dt="2023-10-26T12:54:56.038" v="0"/>
          <ac:inkMkLst>
            <pc:docMk/>
            <pc:sldMk cId="3407375486" sldId="299"/>
            <ac:inkMk id="2" creationId="{B5A9F79A-2DC5-4017-A76C-BDC53F4242CA}"/>
          </ac:inkMkLst>
        </pc:inkChg>
      </pc:sldChg>
      <pc:sldChg chg="addSp">
        <pc:chgData name="Fabian" userId="f46cf8bb-4ec7-4653-94a9-ff26fa22481f" providerId="ADAL" clId="{44D0864D-86B5-432B-973C-88E7453BD533}" dt="2023-10-26T12:54:56.038" v="0"/>
        <pc:sldMkLst>
          <pc:docMk/>
          <pc:sldMk cId="0" sldId="305"/>
        </pc:sldMkLst>
        <pc:inkChg chg="add">
          <ac:chgData name="Fabian" userId="f46cf8bb-4ec7-4653-94a9-ff26fa22481f" providerId="ADAL" clId="{44D0864D-86B5-432B-973C-88E7453BD533}" dt="2023-10-26T12:54:56.038" v="0"/>
          <ac:inkMkLst>
            <pc:docMk/>
            <pc:sldMk cId="0" sldId="305"/>
            <ac:inkMk id="2" creationId="{FB2556D7-94B8-4B50-BA1B-9F5C57943645}"/>
          </ac:inkMkLst>
        </pc:inkChg>
      </pc:sldChg>
      <pc:sldChg chg="addSp">
        <pc:chgData name="Fabian" userId="f46cf8bb-4ec7-4653-94a9-ff26fa22481f" providerId="ADAL" clId="{44D0864D-86B5-432B-973C-88E7453BD533}" dt="2023-10-26T12:54:56.038" v="0"/>
        <pc:sldMkLst>
          <pc:docMk/>
          <pc:sldMk cId="0" sldId="315"/>
        </pc:sldMkLst>
        <pc:inkChg chg="add">
          <ac:chgData name="Fabian" userId="f46cf8bb-4ec7-4653-94a9-ff26fa22481f" providerId="ADAL" clId="{44D0864D-86B5-432B-973C-88E7453BD533}" dt="2023-10-26T12:54:56.038" v="0"/>
          <ac:inkMkLst>
            <pc:docMk/>
            <pc:sldMk cId="0" sldId="315"/>
            <ac:inkMk id="2" creationId="{4D00A502-C91E-48E9-B0C2-A3C25FBFD98B}"/>
          </ac:inkMkLst>
        </pc:inkChg>
      </pc:sldChg>
      <pc:sldChg chg="addSp">
        <pc:chgData name="Fabian" userId="f46cf8bb-4ec7-4653-94a9-ff26fa22481f" providerId="ADAL" clId="{44D0864D-86B5-432B-973C-88E7453BD533}" dt="2023-10-26T12:54:56.038" v="0"/>
        <pc:sldMkLst>
          <pc:docMk/>
          <pc:sldMk cId="0" sldId="320"/>
        </pc:sldMkLst>
        <pc:inkChg chg="add">
          <ac:chgData name="Fabian" userId="f46cf8bb-4ec7-4653-94a9-ff26fa22481f" providerId="ADAL" clId="{44D0864D-86B5-432B-973C-88E7453BD533}" dt="2023-10-26T12:54:56.038" v="0"/>
          <ac:inkMkLst>
            <pc:docMk/>
            <pc:sldMk cId="0" sldId="320"/>
            <ac:inkMk id="2" creationId="{0C25FCDC-34B1-49F8-980D-A0653BB698D0}"/>
          </ac:inkMkLst>
        </pc:ink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4D9D51E-14C8-4BD8-9415-7C10187643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C1518B2-EA59-40DE-8D6E-BAA3E6AC646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FDDB026D-C5AC-4FBF-8453-7B13C0D5C31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D04CBC04-D16B-411C-B18D-9EEA323D1C8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fld id="{6CC0D995-1A1E-44FB-A202-1DC84635227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10-26T12:50:53.6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20507 13287 878 0,'0'0'533'0,"0"0"-110"16,0 0-181-16,0 0-41 15,0 0-23-15,0 0-36 0,0 0-64 16,0-8 30-16,0 8-58 16,0 0-19-16,0 0 40 15,0 0-16-15,0 0 15 16,0 0 8-16,0 0-36 15,0 0 40-15,0 0-43 16,0 0-19-16,0 0 19 16,0 0-19-16,0 0-8 15,0 0-12-15,0 0 15 16,0 0-9-16,0 0-6 16,0 0-7-16,0 3 7 15,9 9 5-15,5 4 3 16,1 0-6-16,4 4 11 15,-2-4 20-15,1 9-33 0,5-2 0 16,-5-2 20-16,1-1-19 16,2 4 6-16,-4-9-7 15,1 10 6-15,2-6 14 16,-4-2-20-16,1-4-2 16,-1 2 2-16,-3 1 0 15,1-4 5-15,-3 0-5 16,0 5 7-16,2-2-4 15,-2 1-3-15,1 0 0 16,-1 1 9-16,-3-6-9 16,0 5 0-16,-2-4 0 15,-1-4 7-15,-1-3-2 16,-2-2-5-16,-2-3-1 0,2 5 1 16,-2-5 1-16,0 0-1 15,2 0 0-15,-2 0 4 16,0 4-2-16,2-1-2 15,1-3-4-15,2 8 4 16,-3-3 5-16,0-5-4 16,0 3-1-16,1-3 4 15,-3 0 0-15,2 0-4 16,-2 5-1-16,0-5 1 16,0 0 1-16,0 0-1 15,0 0 0-15,0 0 8 16,0 0-5-16,0 0-3 15,0 0-1-15,0 0 1 0,0 0 1 16,0 0-1 0,0 0 0-16,0 0 8 0,0 0-3 15,0 0-5-15,0 0 0 16,0 0 3-16,0 0 0 16,0 0 1-16,0 0-4 15,0 0 7-15,0 3-5 16,-13 10-2-16,-14 2 0 15,-6 6 6-15,-7-1-5 16,1 3 3-16,4 2-8 16,1-6 13-16,7 2-10 15,3-9 1-15,3 4-1 16,6-8 1-16,4 4 0 0,0-7 0 16,4 2-1-16,1-3 10 15,1-4-9-15,1 0 0 16,4 4-2-16,0-4-2 15,0 0 8-15,0 0-4 16,0 0 0-16,0 0 5 16,0 0-4-16,0 0-1 15,0 0-5-15,0 0 0 16,0 0-23-16,0 0-48 16,7 0-12-16,12-12-129 15,1 4-50-15,-4 5-382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5A6C365-5849-411D-9E8D-CD3F319954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7BFD0C6-B161-40AC-A74E-7F2D66123A6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239B644-34CF-4BA6-B666-453C14FFE02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42F2E436-AEF1-4928-A5AB-1104B16090A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4D6B5381-9951-4C6D-BC63-75F68E5A9D9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B5D50803-4B84-4E78-B2AE-7B7C3395FA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fld id="{3BEEBCE4-5CCC-4613-B074-67AD5EB2008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387B0957-4116-42C2-AA5D-FA4525A020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DF61F382-F3E2-4930-8861-94CBE3BF2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 altLang="id-ID">
              <a:latin typeface="Arial" panose="020B0604020202020204" pitchFamily="34" charset="0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2310150C-0A86-4569-9D90-03B2DBEEE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D1189E-A993-4F4B-94E5-C044103330D7}" type="slidenum">
              <a:rPr lang="en-US" altLang="id-ID" smtClean="0"/>
              <a:pPr>
                <a:spcBef>
                  <a:spcPct val="0"/>
                </a:spcBef>
              </a:pPr>
              <a:t>20</a:t>
            </a:fld>
            <a:endParaRPr lang="en-US" altLang="id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 userDrawn="1"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6409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350" y="2060848"/>
            <a:ext cx="6837114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911350" y="3429001"/>
            <a:ext cx="6837114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1907704" y="2852936"/>
            <a:ext cx="6840760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08163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406901"/>
            <a:ext cx="7344816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1640" y="2906713"/>
            <a:ext cx="73448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98241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2899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0167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731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693629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13250" y="2859881"/>
            <a:ext cx="7067128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809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5" y="2564904"/>
            <a:ext cx="3168352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21382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688416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16832"/>
            <a:ext cx="6884168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688416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6522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13275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84784"/>
            <a:ext cx="2057400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1484784"/>
            <a:ext cx="543339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50411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CDB711-2C49-44A0-9D25-A95FEAF854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982AB8-5CBE-4A44-B7F4-7494E7A469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C24932-52A6-41F3-9123-D1A3E1C377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27F960-0FDB-409C-86AA-66B6AD829EC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700034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502AAAE-2D62-41E1-8174-52B0E4BC4E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Bina Nusantara University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F2B2735-848B-4DF2-8875-3622B77337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6E7EE9A-FE62-449D-B06E-F633808011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53E057-D97D-443D-9DF0-BC3E888CCEB6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824279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4163"/>
            <a:ext cx="8305800" cy="11636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524000"/>
            <a:ext cx="40767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524000"/>
            <a:ext cx="4076700" cy="2095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771900"/>
            <a:ext cx="4076700" cy="2095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C7488FA-747C-41D9-9461-3706B437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5935663"/>
            <a:ext cx="2362200" cy="4651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Bina Nusantara University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F30BE2-30FF-4B4A-B4CA-99A4593C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71800" y="5935663"/>
            <a:ext cx="3429000" cy="4651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4588B5-498A-4BC3-B5F4-93EF2C7F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7638" y="5935663"/>
            <a:ext cx="2265362" cy="4651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7298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2287" y="-28773"/>
            <a:ext cx="9190184" cy="6915547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4381500" y="5304280"/>
            <a:ext cx="381000" cy="4445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defTabSz="309534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00"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4381500" y="5304280"/>
            <a:ext cx="381000" cy="4445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defTabSz="309534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0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4" y="3377425"/>
            <a:ext cx="8239126" cy="952500"/>
          </a:xfrm>
          <a:prstGeom prst="rect">
            <a:avLst/>
          </a:prstGeom>
        </p:spPr>
        <p:txBody>
          <a:bodyPr/>
          <a:lstStyle>
            <a:lvl1pPr marL="0" indent="0" algn="ctr" defTabSz="309534">
              <a:lnSpc>
                <a:spcPct val="100000"/>
              </a:lnSpc>
              <a:spcBef>
                <a:spcPts val="0"/>
              </a:spcBef>
              <a:buSzTx/>
              <a:buNone/>
              <a:defRPr kumimoji="0" sz="18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171435" defTabSz="309534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869" defTabSz="309534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03" defTabSz="309534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737" defTabSz="309534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2436" y="1287496"/>
            <a:ext cx="8239127" cy="195891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45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71822" y="5769292"/>
            <a:ext cx="1579759" cy="37294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75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3771822" y="5550412"/>
            <a:ext cx="1521250" cy="12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0804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050" dirty="0"/>
              <a:t>SUBJECT MATTER EXPERT</a:t>
            </a:r>
            <a:endParaRPr sz="105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14534" y="379104"/>
            <a:ext cx="1275884" cy="571501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7525" y="379104"/>
            <a:ext cx="985725" cy="5715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868146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31/07/2024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0604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  <p:sldLayoutId id="2147483988" r:id="rId10"/>
    <p:sldLayoutId id="2147483989" r:id="rId11"/>
    <p:sldLayoutId id="2147483990" r:id="rId12"/>
    <p:sldLayoutId id="2147483991" r:id="rId13"/>
    <p:sldLayoutId id="2147483993" r:id="rId14"/>
    <p:sldLayoutId id="2147483994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4.wmf"/><Relationship Id="rId4" Type="http://schemas.openxmlformats.org/officeDocument/2006/relationships/image" Target="../media/image34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46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4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57.png"/><Relationship Id="rId10" Type="http://schemas.openxmlformats.org/officeDocument/2006/relationships/image" Target="../media/image61.png"/><Relationship Id="rId4" Type="http://schemas.openxmlformats.org/officeDocument/2006/relationships/image" Target="../media/image56.wmf"/><Relationship Id="rId9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altLang="en-US" sz="2738" dirty="0">
                <a:solidFill>
                  <a:schemeClr val="bg1"/>
                </a:solidFill>
                <a:latin typeface="Arial" panose="020B0604020202020204" pitchFamily="34" charset="0"/>
              </a:rPr>
              <a:t>SCIE6063</a:t>
            </a:r>
          </a:p>
          <a:p>
            <a:r>
              <a:rPr lang="en-US" altLang="en-US" sz="2738" dirty="0">
                <a:solidFill>
                  <a:schemeClr val="bg1"/>
                </a:solidFill>
                <a:latin typeface="Arial" panose="020B0604020202020204" pitchFamily="34" charset="0"/>
              </a:rPr>
              <a:t>COMPUTATIONAL PHYSICS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altLang="id-ID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id-ID" sz="3600" dirty="0">
                <a:latin typeface="Arial" panose="020B0604020202020204" pitchFamily="34" charset="0"/>
                <a:cs typeface="Arial" panose="020B0604020202020204" pitchFamily="34" charset="0"/>
              </a:rPr>
              <a:t>Induction and Inductance </a:t>
            </a:r>
            <a:br>
              <a:rPr lang="en-US" altLang="id-ID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id-ID" sz="3200" dirty="0">
                <a:latin typeface="Arial" panose="020B0604020202020204" pitchFamily="34" charset="0"/>
                <a:cs typeface="Arial" panose="020B0604020202020204" pitchFamily="34" charset="0"/>
              </a:rPr>
              <a:t>Session 10-11</a:t>
            </a:r>
            <a:endParaRPr lang="en-US" sz="2395" b="1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June 2024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1">
            <a:extLst>
              <a:ext uri="{FF2B5EF4-FFF2-40B4-BE49-F238E27FC236}">
                <a16:creationId xmlns:a16="http://schemas.microsoft.com/office/drawing/2014/main" id="{C9BF72A2-D63C-4AF8-A44F-AADD029130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21E9E0-84FC-4E89-A254-A44A1DF8EF7A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id-ID" sz="14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7A63D7-DF5A-45C3-9F09-581F1E6F6EE0}"/>
              </a:ext>
            </a:extLst>
          </p:cNvPr>
          <p:cNvSpPr txBox="1">
            <a:spLocks/>
          </p:cNvSpPr>
          <p:nvPr/>
        </p:nvSpPr>
        <p:spPr>
          <a:xfrm>
            <a:off x="4716016" y="1749425"/>
            <a:ext cx="4071243" cy="3643312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br>
              <a:rPr lang="en-US" sz="2206" b="1" kern="0" dirty="0">
                <a:solidFill>
                  <a:schemeClr val="accent1"/>
                </a:solidFill>
              </a:rPr>
            </a:br>
            <a:r>
              <a:rPr lang="en-US" sz="2206" b="1" kern="0" dirty="0"/>
              <a:t>These slides have been adapted from </a:t>
            </a:r>
            <a:br>
              <a:rPr lang="en-US" sz="2206" b="1" kern="0" dirty="0">
                <a:solidFill>
                  <a:schemeClr val="accent1"/>
                </a:solidFill>
              </a:rPr>
            </a:br>
            <a:br>
              <a:rPr lang="en-US" sz="2206" b="1" kern="0" dirty="0">
                <a:solidFill>
                  <a:schemeClr val="accent1"/>
                </a:solidFill>
              </a:rPr>
            </a:br>
            <a:r>
              <a:rPr lang="en-AU" sz="2400" b="1" dirty="0"/>
              <a:t>Halliday D.; Resnick R. and Walker J. (201</a:t>
            </a:r>
            <a:r>
              <a:rPr lang="id-ID" sz="2400" b="1" dirty="0"/>
              <a:t>8</a:t>
            </a:r>
            <a:r>
              <a:rPr lang="en-AU" sz="2400" b="1" dirty="0"/>
              <a:t>). </a:t>
            </a:r>
            <a:r>
              <a:rPr lang="en-AU" sz="2400" b="1" i="1" dirty="0"/>
              <a:t>Fundamentals Of Physics ,Extended, </a:t>
            </a:r>
          </a:p>
          <a:p>
            <a:pPr>
              <a:defRPr/>
            </a:pPr>
            <a:r>
              <a:rPr lang="en-AU" sz="2400" b="1" i="1" dirty="0"/>
              <a:t> </a:t>
            </a:r>
            <a:r>
              <a:rPr lang="id-ID" sz="2400" b="1" i="1" dirty="0"/>
              <a:t>11th</a:t>
            </a:r>
            <a:r>
              <a:rPr lang="en-AU" sz="2400" b="1" dirty="0"/>
              <a:t> , John Wiley &amp; SONS Inc, New York,  ISBN: 978</a:t>
            </a:r>
            <a:r>
              <a:rPr lang="id-ID" sz="2400" b="1" dirty="0"/>
              <a:t>1119306856</a:t>
            </a:r>
            <a:endParaRPr lang="en-US" sz="2400" b="1" dirty="0"/>
          </a:p>
          <a:p>
            <a:pPr>
              <a:defRPr/>
            </a:pPr>
            <a:br>
              <a:rPr lang="en-US" sz="2206" b="1" kern="0" dirty="0"/>
            </a:br>
            <a:br>
              <a:rPr lang="en-US" sz="2206" b="1" kern="0" dirty="0"/>
            </a:br>
            <a:r>
              <a:rPr lang="en-US" sz="2206" b="1" kern="0" dirty="0"/>
              <a:t>Chapter  </a:t>
            </a:r>
            <a:r>
              <a:rPr lang="id-ID" sz="2206" b="1" kern="0" dirty="0"/>
              <a:t>30</a:t>
            </a:r>
            <a:br>
              <a:rPr lang="en-US" sz="2206" b="1" kern="0" dirty="0"/>
            </a:br>
            <a:endParaRPr lang="id-ID" sz="2206" b="1" kern="0" dirty="0"/>
          </a:p>
        </p:txBody>
      </p:sp>
      <p:pic>
        <p:nvPicPr>
          <p:cNvPr id="6148" name="Picture 6">
            <a:extLst>
              <a:ext uri="{FF2B5EF4-FFF2-40B4-BE49-F238E27FC236}">
                <a16:creationId xmlns:a16="http://schemas.microsoft.com/office/drawing/2014/main" id="{3634B6D8-29E0-4D94-9B2D-97164F942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348" y="1844824"/>
            <a:ext cx="3518832" cy="3809281"/>
          </a:xfrm>
          <a:prstGeom prst="rect">
            <a:avLst/>
          </a:prstGeom>
          <a:noFill/>
          <a:ln>
            <a:noFill/>
          </a:ln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F50DFA5-4265-454D-803B-DB09A6FDBE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1787" y="1268760"/>
            <a:ext cx="8229600" cy="714375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400" b="1" dirty="0">
                <a:latin typeface="+mn-lt"/>
              </a:rPr>
              <a:t>2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. Faraday's Law of Induction</a:t>
            </a:r>
          </a:p>
        </p:txBody>
      </p:sp>
      <p:sp>
        <p:nvSpPr>
          <p:cNvPr id="10243" name="Rectangle 4">
            <a:extLst>
              <a:ext uri="{FF2B5EF4-FFF2-40B4-BE49-F238E27FC236}">
                <a16:creationId xmlns:a16="http://schemas.microsoft.com/office/drawing/2014/main" id="{82A5FE1F-6669-466C-8445-47BA98BFD8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37537" y="1983135"/>
            <a:ext cx="8120062" cy="1285875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id-ID" b="1">
                <a:latin typeface="Arial" panose="020B0604020202020204" pitchFamily="34" charset="0"/>
                <a:cs typeface="Arial" panose="020B0604020202020204" pitchFamily="34" charset="0"/>
              </a:rPr>
              <a:t>The magnitude of the emf  induced in a conducting </a:t>
            </a:r>
          </a:p>
          <a:p>
            <a:pPr eaLnBrk="1" hangingPunct="1">
              <a:buFontTx/>
              <a:buNone/>
            </a:pPr>
            <a:r>
              <a:rPr lang="en-US" altLang="id-ID" b="1">
                <a:latin typeface="Arial" panose="020B0604020202020204" pitchFamily="34" charset="0"/>
                <a:cs typeface="Arial" panose="020B0604020202020204" pitchFamily="34" charset="0"/>
              </a:rPr>
              <a:t>loop is equal to the rate at which the magnetic flux </a:t>
            </a:r>
          </a:p>
          <a:p>
            <a:pPr eaLnBrk="1" hangingPunct="1">
              <a:buFontTx/>
              <a:buNone/>
            </a:pPr>
            <a:r>
              <a:rPr lang="en-US" altLang="id-ID" b="1">
                <a:latin typeface="Arial" panose="020B0604020202020204" pitchFamily="34" charset="0"/>
                <a:cs typeface="Arial" panose="020B0604020202020204" pitchFamily="34" charset="0"/>
              </a:rPr>
              <a:t>through that loop changes with time.</a:t>
            </a:r>
          </a:p>
        </p:txBody>
      </p:sp>
      <p:sp>
        <p:nvSpPr>
          <p:cNvPr id="10247" name="Slide Number Placeholder 6">
            <a:extLst>
              <a:ext uri="{FF2B5EF4-FFF2-40B4-BE49-F238E27FC236}">
                <a16:creationId xmlns:a16="http://schemas.microsoft.com/office/drawing/2014/main" id="{D61EFEAD-9B77-426B-AB95-EAD7E1B7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0503C2-16FD-49E5-9BB9-D17539B088DB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id-ID" sz="1400"/>
          </a:p>
        </p:txBody>
      </p:sp>
      <p:pic>
        <p:nvPicPr>
          <p:cNvPr id="17413" name="Picture 7" descr="math009">
            <a:extLst>
              <a:ext uri="{FF2B5EF4-FFF2-40B4-BE49-F238E27FC236}">
                <a16:creationId xmlns:a16="http://schemas.microsoft.com/office/drawing/2014/main" id="{291D94E6-5CB9-4365-BF76-782EAED79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971800" y="3242915"/>
            <a:ext cx="4648200" cy="904876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</p:pic>
      <p:sp>
        <p:nvSpPr>
          <p:cNvPr id="4104" name="Rectangle 8">
            <a:extLst>
              <a:ext uri="{FF2B5EF4-FFF2-40B4-BE49-F238E27FC236}">
                <a16:creationId xmlns:a16="http://schemas.microsoft.com/office/drawing/2014/main" id="{E78716E3-D6D5-4CF1-AE4E-CEF2692B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537" y="4442461"/>
            <a:ext cx="697888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 dirty="0">
                <a:latin typeface="Arial" panose="020B0604020202020204" pitchFamily="34" charset="0"/>
                <a:cs typeface="Arial" panose="020B0604020202020204" pitchFamily="34" charset="0"/>
              </a:rPr>
              <a:t>If we change the magnetic flux through a coil of </a:t>
            </a:r>
            <a:r>
              <a:rPr lang="en-US" altLang="id-ID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id-ID" sz="2000" b="1" dirty="0">
                <a:latin typeface="Arial" panose="020B0604020202020204" pitchFamily="34" charset="0"/>
                <a:cs typeface="Arial" panose="020B0604020202020204" pitchFamily="34" charset="0"/>
              </a:rPr>
              <a:t> turns, an induced emf appears in every turn and the total emf induced in the coil is the sum of these individual induced emfs. </a:t>
            </a:r>
          </a:p>
        </p:txBody>
      </p:sp>
      <p:pic>
        <p:nvPicPr>
          <p:cNvPr id="4106" name="Picture 10" descr="math010">
            <a:extLst>
              <a:ext uri="{FF2B5EF4-FFF2-40B4-BE49-F238E27FC236}">
                <a16:creationId xmlns:a16="http://schemas.microsoft.com/office/drawing/2014/main" id="{3FED4FFE-0DF0-4913-A5DC-81BB2C172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505082" y="5600850"/>
            <a:ext cx="4338654" cy="651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D1C7AFE1-827F-4E27-A9A1-0746AFE270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B67DA2-2065-49D0-BF64-6032C064A0AD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id-ID" sz="1400"/>
          </a:p>
        </p:txBody>
      </p:sp>
      <p:pic>
        <p:nvPicPr>
          <p:cNvPr id="11267" name="Picture 4">
            <a:extLst>
              <a:ext uri="{FF2B5EF4-FFF2-40B4-BE49-F238E27FC236}">
                <a16:creationId xmlns:a16="http://schemas.microsoft.com/office/drawing/2014/main" id="{ED20F262-87A1-4056-9AF5-2A9DCB2EA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628775"/>
            <a:ext cx="3630612" cy="417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5">
            <a:extLst>
              <a:ext uri="{FF2B5EF4-FFF2-40B4-BE49-F238E27FC236}">
                <a16:creationId xmlns:a16="http://schemas.microsoft.com/office/drawing/2014/main" id="{EE252C53-6C82-417A-9B4F-05776D0CD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212976"/>
            <a:ext cx="3843564" cy="1183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6DEDA191-B504-41E6-8C9E-E4C219F821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DD6E98-F257-4822-829C-AB0378B8BCA6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id-ID" sz="1400"/>
          </a:p>
        </p:txBody>
      </p:sp>
      <p:pic>
        <p:nvPicPr>
          <p:cNvPr id="12291" name="Picture 5">
            <a:extLst>
              <a:ext uri="{FF2B5EF4-FFF2-40B4-BE49-F238E27FC236}">
                <a16:creationId xmlns:a16="http://schemas.microsoft.com/office/drawing/2014/main" id="{31A190E5-0594-4682-A039-9CF0AF2D0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619" y="1052736"/>
            <a:ext cx="5292080" cy="40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6">
            <a:extLst>
              <a:ext uri="{FF2B5EF4-FFF2-40B4-BE49-F238E27FC236}">
                <a16:creationId xmlns:a16="http://schemas.microsoft.com/office/drawing/2014/main" id="{9FADB0CD-6EF7-4584-AE79-BEAEEF000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812" y="1628800"/>
            <a:ext cx="7397887" cy="2401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7">
            <a:extLst>
              <a:ext uri="{FF2B5EF4-FFF2-40B4-BE49-F238E27FC236}">
                <a16:creationId xmlns:a16="http://schemas.microsoft.com/office/drawing/2014/main" id="{91E7CFC2-DCD3-4492-96BB-3F59F8F16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240953"/>
            <a:ext cx="6389775" cy="2290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1">
            <a:extLst>
              <a:ext uri="{FF2B5EF4-FFF2-40B4-BE49-F238E27FC236}">
                <a16:creationId xmlns:a16="http://schemas.microsoft.com/office/drawing/2014/main" id="{7F6548E4-4A34-4927-BECD-C575677746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92F454-04BB-44C8-AB45-5DC8F5B000E8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id-ID" sz="1400"/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id="{A852C74D-1DA4-4156-B24C-42F245442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2"/>
            <a:ext cx="6911975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3">
            <a:extLst>
              <a:ext uri="{FF2B5EF4-FFF2-40B4-BE49-F238E27FC236}">
                <a16:creationId xmlns:a16="http://schemas.microsoft.com/office/drawing/2014/main" id="{9C4838E8-F706-46CB-B533-4676E38AC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962573"/>
            <a:ext cx="6769100" cy="231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>
            <a:extLst>
              <a:ext uri="{FF2B5EF4-FFF2-40B4-BE49-F238E27FC236}">
                <a16:creationId xmlns:a16="http://schemas.microsoft.com/office/drawing/2014/main" id="{3BD2D20B-7B4B-4A77-A125-B15EC5E39E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DC2C78-95BC-41B9-AAF3-42BD0C824CBF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id-ID" sz="1400"/>
          </a:p>
        </p:txBody>
      </p:sp>
      <p:pic>
        <p:nvPicPr>
          <p:cNvPr id="14339" name="Picture 2">
            <a:extLst>
              <a:ext uri="{FF2B5EF4-FFF2-40B4-BE49-F238E27FC236}">
                <a16:creationId xmlns:a16="http://schemas.microsoft.com/office/drawing/2014/main" id="{805BAA85-10EF-4715-9216-7E8F05B58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5" y="1509029"/>
            <a:ext cx="6507162" cy="231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3">
            <a:extLst>
              <a:ext uri="{FF2B5EF4-FFF2-40B4-BE49-F238E27FC236}">
                <a16:creationId xmlns:a16="http://schemas.microsoft.com/office/drawing/2014/main" id="{DA14668E-0C19-46A9-83C8-95C88A0EA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5" y="3914923"/>
            <a:ext cx="6507163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1">
            <a:extLst>
              <a:ext uri="{FF2B5EF4-FFF2-40B4-BE49-F238E27FC236}">
                <a16:creationId xmlns:a16="http://schemas.microsoft.com/office/drawing/2014/main" id="{9FB1C413-814C-4B3F-AF64-C3BF4D085E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8D92E0-66BF-4BC4-9077-59EFE896CA49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id-ID" sz="1400"/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id="{B8E6DDB9-8412-46BC-980E-1B2C480EA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800"/>
            <a:ext cx="7200900" cy="45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8C5392E-92F4-4BD6-8246-8ADE5FA8F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9739" y="1296988"/>
            <a:ext cx="8229600" cy="642937"/>
          </a:xfrm>
        </p:spPr>
        <p:txBody>
          <a:bodyPr/>
          <a:lstStyle/>
          <a:p>
            <a:pPr algn="l" eaLnBrk="1" hangingPunct="1"/>
            <a:r>
              <a:rPr lang="en-US" altLang="id-ID" sz="2400" b="1" dirty="0">
                <a:latin typeface="Arial" panose="020B0604020202020204" pitchFamily="34" charset="0"/>
                <a:cs typeface="Arial" panose="020B0604020202020204" pitchFamily="34" charset="0"/>
              </a:rPr>
              <a:t> Lenz's Law</a:t>
            </a:r>
            <a:r>
              <a:rPr lang="en-US" altLang="id-ID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C887094-0940-46B2-8ADC-2A2AE7BA04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9738" y="1903261"/>
            <a:ext cx="8054749" cy="2214562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id-ID" dirty="0"/>
              <a:t> </a:t>
            </a:r>
            <a:r>
              <a:rPr lang="en-US" altLang="id-ID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induced current has a direction such that the magnetic field due to the current opposes the change in  the magnetic flux that induces the current</a:t>
            </a:r>
            <a:r>
              <a:rPr lang="en-US" altLang="id-ID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BE6FEB9C-68B6-4759-8AC6-AD7686F2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DD9968-74C2-42F1-8C89-E5ADCF8EC169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id-ID" sz="1400"/>
          </a:p>
        </p:txBody>
      </p:sp>
      <p:pic>
        <p:nvPicPr>
          <p:cNvPr id="16389" name="Picture 3">
            <a:extLst>
              <a:ext uri="{FF2B5EF4-FFF2-40B4-BE49-F238E27FC236}">
                <a16:creationId xmlns:a16="http://schemas.microsoft.com/office/drawing/2014/main" id="{69D32BA5-85C1-4974-A672-D8470C203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098496"/>
            <a:ext cx="2906713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4">
            <a:extLst>
              <a:ext uri="{FF2B5EF4-FFF2-40B4-BE49-F238E27FC236}">
                <a16:creationId xmlns:a16="http://schemas.microsoft.com/office/drawing/2014/main" id="{A66C6778-39AC-4091-ABC6-D7EB19FDF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191" y="3554936"/>
            <a:ext cx="4640275" cy="226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C39EAC62-466C-4024-BBEC-98C9D064B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790607"/>
            <a:ext cx="50546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Rectangle 5">
            <a:extLst>
              <a:ext uri="{FF2B5EF4-FFF2-40B4-BE49-F238E27FC236}">
                <a16:creationId xmlns:a16="http://schemas.microsoft.com/office/drawing/2014/main" id="{FE7AECAC-733E-4D0A-AFEA-3CE170332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741" y="3568851"/>
            <a:ext cx="82296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of magnetic field lines that pass through the loop is changing.</a:t>
            </a:r>
            <a:br>
              <a:rPr lang="en-US" altLang="id-ID" sz="2800" b="1" dirty="0">
                <a:solidFill>
                  <a:schemeClr val="tx2"/>
                </a:solidFill>
                <a:latin typeface="Comic Sans MS" panose="030F0702030302020204" pitchFamily="66" charset="0"/>
              </a:rPr>
            </a:br>
            <a:endParaRPr lang="en-US" altLang="id-ID" sz="2800" b="1" dirty="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pic>
        <p:nvPicPr>
          <p:cNvPr id="8198" name="Picture 6" descr="tfg002">
            <a:extLst>
              <a:ext uri="{FF2B5EF4-FFF2-40B4-BE49-F238E27FC236}">
                <a16:creationId xmlns:a16="http://schemas.microsoft.com/office/drawing/2014/main" id="{CE0AF65E-51E3-4962-A4E9-0C2348798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7" y="4149080"/>
            <a:ext cx="30480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5">
            <a:extLst>
              <a:ext uri="{FF2B5EF4-FFF2-40B4-BE49-F238E27FC236}">
                <a16:creationId xmlns:a16="http://schemas.microsoft.com/office/drawing/2014/main" id="{870F44FE-45AE-400E-A2E2-CD1FC2569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858" y="2850319"/>
            <a:ext cx="54766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Fig.3. A Conductor moving in the magnetic field </a:t>
            </a:r>
            <a:endParaRPr lang="en-US" altLang="id-ID" sz="1800" dirty="0">
              <a:latin typeface="Arial" panose="020B0604020202020204" pitchFamily="34" charset="0"/>
            </a:endParaRP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71F89B3A-2E3B-4326-8435-28159F5C3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513" y="5390372"/>
            <a:ext cx="450056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Fig.4. An ammeter registers a current in the left hand wire loop just as switch S is closed or  opened. No motion  of the coils is involved.</a:t>
            </a:r>
            <a:endParaRPr lang="en-US" altLang="id-ID" sz="16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BBA2D0A6-C369-47CE-973A-75B6A08A1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513" y="4149080"/>
            <a:ext cx="39290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 dirty="0">
                <a:latin typeface="Arial" panose="020B0604020202020204" pitchFamily="34" charset="0"/>
                <a:cs typeface="Arial" panose="020B0604020202020204" pitchFamily="34" charset="0"/>
              </a:rPr>
              <a:t>Closing the switch S causes a current  in the left-hand loop. </a:t>
            </a:r>
            <a:endParaRPr lang="en-US" altLang="id-ID" sz="2000" dirty="0">
              <a:latin typeface="Arial" panose="020B0604020202020204" pitchFamily="34" charset="0"/>
            </a:endParaRPr>
          </a:p>
        </p:txBody>
      </p:sp>
      <p:sp>
        <p:nvSpPr>
          <p:cNvPr id="17416" name="Slide Number Placeholder 7">
            <a:extLst>
              <a:ext uri="{FF2B5EF4-FFF2-40B4-BE49-F238E27FC236}">
                <a16:creationId xmlns:a16="http://schemas.microsoft.com/office/drawing/2014/main" id="{B0CF2B88-4E47-4383-AAAE-40A9654C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6256" y="6467590"/>
            <a:ext cx="2133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C3D86D-7E22-4F11-9B56-8B56BF67C2E7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id-ID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F4C0B938-71B9-4C4A-B1AB-8FD1CF1AFC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9632" y="1628775"/>
            <a:ext cx="7427168" cy="444341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id-ID" b="1" dirty="0">
                <a:latin typeface="Arial" panose="020B0604020202020204" pitchFamily="34" charset="0"/>
                <a:cs typeface="Arial" panose="020B0604020202020204" pitchFamily="34" charset="0"/>
              </a:rPr>
              <a:t>The current in the coil induced by a changing magnetic field or changing the area of a coil methods is called an </a:t>
            </a:r>
            <a:r>
              <a:rPr lang="en-US" altLang="id-ID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induced current</a:t>
            </a:r>
            <a:r>
              <a:rPr lang="en-US" altLang="id-ID" b="1" dirty="0">
                <a:latin typeface="Arial" panose="020B0604020202020204" pitchFamily="34" charset="0"/>
                <a:cs typeface="Arial" panose="020B0604020202020204" pitchFamily="34" charset="0"/>
              </a:rPr>
              <a:t>. A closed circuit is necessary for the induced current to flow.</a:t>
            </a:r>
          </a:p>
          <a:p>
            <a:pPr eaLnBrk="1" hangingPunct="1">
              <a:lnSpc>
                <a:spcPct val="80000"/>
              </a:lnSpc>
            </a:pPr>
            <a:endParaRPr lang="en-US" altLang="id-ID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id-ID" b="1" dirty="0">
                <a:latin typeface="Arial" panose="020B0604020202020204" pitchFamily="34" charset="0"/>
                <a:cs typeface="Arial" panose="020B0604020202020204" pitchFamily="34" charset="0"/>
              </a:rPr>
              <a:t>The emf produced in the coil which drives the induced current is called the "</a:t>
            </a:r>
            <a:r>
              <a:rPr lang="en-US" altLang="id-ID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induced emf</a:t>
            </a:r>
            <a:r>
              <a:rPr lang="en-US" altLang="id-ID" b="1" dirty="0">
                <a:latin typeface="Arial" panose="020B0604020202020204" pitchFamily="34" charset="0"/>
                <a:cs typeface="Arial" panose="020B0604020202020204" pitchFamily="34" charset="0"/>
              </a:rPr>
              <a:t>". The induced emf exists whether or not the coil is part of a closed circuit.</a:t>
            </a:r>
          </a:p>
          <a:p>
            <a:pPr eaLnBrk="1" hangingPunct="1">
              <a:lnSpc>
                <a:spcPct val="80000"/>
              </a:lnSpc>
            </a:pPr>
            <a:endParaRPr lang="en-US" altLang="id-ID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id-ID" b="1" dirty="0">
                <a:latin typeface="Arial" panose="020B0604020202020204" pitchFamily="34" charset="0"/>
                <a:cs typeface="Arial" panose="020B0604020202020204" pitchFamily="34" charset="0"/>
              </a:rPr>
              <a:t>The phenomenon of producing an induced emf with the aid of a magnetic field is called </a:t>
            </a:r>
            <a:r>
              <a:rPr lang="en-US" altLang="id-ID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electromagnetic induction.</a:t>
            </a:r>
          </a:p>
        </p:txBody>
      </p:sp>
      <p:sp>
        <p:nvSpPr>
          <p:cNvPr id="18435" name="Slide Number Placeholder 2">
            <a:extLst>
              <a:ext uri="{FF2B5EF4-FFF2-40B4-BE49-F238E27FC236}">
                <a16:creationId xmlns:a16="http://schemas.microsoft.com/office/drawing/2014/main" id="{71668594-0F11-4163-A4AE-B8C47552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D40E35-A25F-4B19-AA07-725DD47027FB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id-ID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947E55E-E195-4C5B-9F7A-F7A19081E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40768"/>
            <a:ext cx="8686800" cy="714375"/>
          </a:xfrm>
        </p:spPr>
        <p:txBody>
          <a:bodyPr/>
          <a:lstStyle/>
          <a:p>
            <a:pPr eaLnBrk="1" hangingPunct="1"/>
            <a:r>
              <a:rPr lang="en-US" altLang="id-ID" sz="2600" b="1">
                <a:latin typeface="Arial" panose="020B0604020202020204" pitchFamily="34" charset="0"/>
                <a:cs typeface="Arial" panose="020B0604020202020204" pitchFamily="34" charset="0"/>
              </a:rPr>
              <a:t>What is the cause of induced emf?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12E10EE-315C-435B-89CC-EE3FD47647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7623" y="2214563"/>
            <a:ext cx="7470601" cy="3517900"/>
          </a:xfrm>
        </p:spPr>
        <p:txBody>
          <a:bodyPr/>
          <a:lstStyle/>
          <a:p>
            <a:pPr eaLnBrk="1" hangingPunct="1"/>
            <a:r>
              <a:rPr lang="en-US" altLang="id-ID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of magnetic field lines that pass through the loop is changing.</a:t>
            </a:r>
          </a:p>
          <a:p>
            <a:pPr eaLnBrk="1" hangingPunct="1"/>
            <a:endParaRPr lang="en-US" altLang="id-ID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id-ID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faster the number of magnetic field lines that pass through the loop changes, the greater the induced emf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F656F1DE-1E30-448E-B708-FAEF5D0C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F7C18F-52A2-466E-A74A-59BDDBC7FFCB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id-ID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5AA8902-F67B-46A0-B7BD-6A9C08C38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1813" y="357188"/>
            <a:ext cx="2928937" cy="639762"/>
          </a:xfrm>
        </p:spPr>
        <p:txBody>
          <a:bodyPr/>
          <a:lstStyle/>
          <a:p>
            <a:pPr algn="l" eaLnBrk="1" hangingPunct="1"/>
            <a:r>
              <a:rPr lang="en-US" altLang="id-ID" sz="2400" b="1" i="1" u="sng">
                <a:solidFill>
                  <a:schemeClr val="bg1"/>
                </a:solidFill>
              </a:rPr>
              <a:t>Example Problem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C3B91EE-F643-4CF0-80EF-4AE53B9CF3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3608" y="1500123"/>
            <a:ext cx="7848872" cy="3081005"/>
          </a:xfrm>
          <a:solidFill>
            <a:schemeClr val="accent3">
              <a:lumMod val="95000"/>
            </a:schemeClr>
          </a:solidFill>
        </p:spPr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The Figure shows a conducting loop consisting of a Half-</a:t>
            </a:r>
          </a:p>
          <a:p>
            <a:pPr eaLnBrk="1" hangingPunct="1">
              <a:buFontTx/>
              <a:buNone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circle of radius r=0.20m  and three straight sections. The </a:t>
            </a:r>
          </a:p>
          <a:p>
            <a:pPr eaLnBrk="1" hangingPunct="1">
              <a:buFontTx/>
              <a:buNone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half-circle lies in a uniform magnetic field that is directed out </a:t>
            </a:r>
          </a:p>
          <a:p>
            <a:pPr eaLnBrk="1" hangingPunct="1">
              <a:buFontTx/>
              <a:buNone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of the page; the field magnitude is given by  B=4.0t</a:t>
            </a:r>
            <a:r>
              <a:rPr lang="en-US" b="1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+2.0t+3.0, </a:t>
            </a:r>
          </a:p>
          <a:p>
            <a:pPr eaLnBrk="1" hangingPunct="1">
              <a:buFontTx/>
              <a:buNone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with </a:t>
            </a:r>
            <a:r>
              <a:rPr lang="en-US" b="1" i="1" dirty="0">
                <a:latin typeface="Arial" pitchFamily="34" charset="0"/>
                <a:cs typeface="Arial" pitchFamily="34" charset="0"/>
              </a:rPr>
              <a:t>B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in teslas and </a:t>
            </a:r>
            <a:r>
              <a:rPr lang="en-US" b="1" i="1" dirty="0">
                <a:latin typeface="Arial" pitchFamily="34" charset="0"/>
                <a:cs typeface="Arial" pitchFamily="34" charset="0"/>
              </a:rPr>
              <a:t>t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in seconds. An ideal battery with emf </a:t>
            </a:r>
          </a:p>
          <a:p>
            <a:pPr eaLnBrk="1" hangingPunct="1">
              <a:buFontTx/>
              <a:buNone/>
              <a:defRPr/>
            </a:pPr>
            <a:r>
              <a:rPr lang="el-GR" b="1" dirty="0">
                <a:latin typeface="Arial" pitchFamily="34" charset="0"/>
                <a:cs typeface="Arial" pitchFamily="34" charset="0"/>
              </a:rPr>
              <a:t>ε</a:t>
            </a:r>
            <a:r>
              <a:rPr lang="en-US" b="1" baseline="-25000" dirty="0">
                <a:latin typeface="Arial" pitchFamily="34" charset="0"/>
                <a:cs typeface="Arial" pitchFamily="34" charset="0"/>
              </a:rPr>
              <a:t>bet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=2.0V is connected to the loop. The resistance of the loop </a:t>
            </a:r>
          </a:p>
          <a:p>
            <a:pPr eaLnBrk="1" hangingPunct="1">
              <a:buFontTx/>
              <a:buNone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is 2.0Ω.  </a:t>
            </a:r>
          </a:p>
          <a:p>
            <a:pPr marL="457200" indent="-457200" eaLnBrk="1" hangingPunct="1">
              <a:buFontTx/>
              <a:buAutoNum type="alphaLcParenBoth"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What are the magnitude and direction of the emf induced   </a:t>
            </a:r>
          </a:p>
          <a:p>
            <a:pPr marL="0" indent="0" eaLnBrk="1" hangingPunct="1">
              <a:buNone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       around the loop by B field at t=10  s?</a:t>
            </a:r>
          </a:p>
          <a:p>
            <a:pPr eaLnBrk="1" hangingPunct="1">
              <a:buFontTx/>
              <a:buNone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(b)  What is the current in the loop at t= 10 s?</a:t>
            </a:r>
          </a:p>
        </p:txBody>
      </p:sp>
      <p:sp>
        <p:nvSpPr>
          <p:cNvPr id="20487" name="Slide Number Placeholder 6">
            <a:extLst>
              <a:ext uri="{FF2B5EF4-FFF2-40B4-BE49-F238E27FC236}">
                <a16:creationId xmlns:a16="http://schemas.microsoft.com/office/drawing/2014/main" id="{60FAC91D-DA6A-48DF-A726-A325A08EA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57C46A-B6AC-4FAF-B931-680A5DDA292F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id-ID" sz="1400"/>
          </a:p>
        </p:txBody>
      </p:sp>
      <p:pic>
        <p:nvPicPr>
          <p:cNvPr id="20484" name="Picture 5" descr="tfg008">
            <a:extLst>
              <a:ext uri="{FF2B5EF4-FFF2-40B4-BE49-F238E27FC236}">
                <a16:creationId xmlns:a16="http://schemas.microsoft.com/office/drawing/2014/main" id="{E6CB7A4B-EEA5-4A10-81AE-88CF3CEA4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188" y="4714875"/>
            <a:ext cx="3071812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7" descr="pixel">
            <a:extLst>
              <a:ext uri="{FF2B5EF4-FFF2-40B4-BE49-F238E27FC236}">
                <a16:creationId xmlns:a16="http://schemas.microsoft.com/office/drawing/2014/main" id="{5A318594-0CBF-4717-A22A-B10015A47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3" y="4092575"/>
            <a:ext cx="9525" cy="5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Rectangle 5">
            <a:extLst>
              <a:ext uri="{FF2B5EF4-FFF2-40B4-BE49-F238E27FC236}">
                <a16:creationId xmlns:a16="http://schemas.microsoft.com/office/drawing/2014/main" id="{85F7A94F-7362-4D8E-9233-891448240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256" y="4928908"/>
            <a:ext cx="5786438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 dirty="0">
                <a:solidFill>
                  <a:srgbClr val="002060"/>
                </a:solidFill>
                <a:latin typeface="Arial" panose="020B0604020202020204" pitchFamily="34" charset="0"/>
              </a:rPr>
              <a:t>Fig.6. A battery is connected to a conducting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 dirty="0">
                <a:solidFill>
                  <a:srgbClr val="002060"/>
                </a:solidFill>
                <a:latin typeface="Arial" panose="020B0604020202020204" pitchFamily="34" charset="0"/>
              </a:rPr>
              <a:t>loop that includes a half-circle of radius 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 dirty="0">
                <a:solidFill>
                  <a:srgbClr val="002060"/>
                </a:solidFill>
                <a:latin typeface="Arial" panose="020B0604020202020204" pitchFamily="34" charset="0"/>
              </a:rPr>
              <a:t>lying in uniform magnetic field. The field is directed out the page;  its magnitude changing.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d-ID" sz="20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65CA33-A4F6-4CE8-9EFD-D28D41E9CABF}"/>
                  </a:ext>
                </a:extLst>
              </p14:cNvPr>
              <p14:cNvContentPartPr/>
              <p14:nvPr/>
            </p14:nvContentPartPr>
            <p14:xfrm>
              <a:off x="7382520" y="4780440"/>
              <a:ext cx="155520" cy="265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65CA33-A4F6-4CE8-9EFD-D28D41E9CA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73160" y="4771080"/>
                <a:ext cx="174240" cy="28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1">
            <a:extLst>
              <a:ext uri="{FF2B5EF4-FFF2-40B4-BE49-F238E27FC236}">
                <a16:creationId xmlns:a16="http://schemas.microsoft.com/office/drawing/2014/main" id="{F2608B2C-7346-4323-9FC3-FB7EDF3B3D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EB2657-DABE-4475-8446-87A56CBF6440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id-ID" sz="1400"/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8147A17E-E6F4-42BC-878F-120D4989D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412776"/>
            <a:ext cx="5494422" cy="3393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3">
            <a:extLst>
              <a:ext uri="{FF2B5EF4-FFF2-40B4-BE49-F238E27FC236}">
                <a16:creationId xmlns:a16="http://schemas.microsoft.com/office/drawing/2014/main" id="{61F0788F-9E85-466A-AF6D-A7E07F248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5" y="5104429"/>
            <a:ext cx="5494419" cy="155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1">
            <a:extLst>
              <a:ext uri="{FF2B5EF4-FFF2-40B4-BE49-F238E27FC236}">
                <a16:creationId xmlns:a16="http://schemas.microsoft.com/office/drawing/2014/main" id="{1B2E4156-7D49-459D-9098-2EDF1FF88D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5EC5E9-1F87-4F35-B729-AB3CFD5707CB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id-ID" sz="1400"/>
          </a:p>
        </p:txBody>
      </p:sp>
      <p:pic>
        <p:nvPicPr>
          <p:cNvPr id="22531" name="Picture 2">
            <a:extLst>
              <a:ext uri="{FF2B5EF4-FFF2-40B4-BE49-F238E27FC236}">
                <a16:creationId xmlns:a16="http://schemas.microsoft.com/office/drawing/2014/main" id="{C12D8E48-C141-4EB6-BEBB-54D7B784A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84784"/>
            <a:ext cx="5760888" cy="2203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3">
            <a:extLst>
              <a:ext uri="{FF2B5EF4-FFF2-40B4-BE49-F238E27FC236}">
                <a16:creationId xmlns:a16="http://schemas.microsoft.com/office/drawing/2014/main" id="{4DC4E3D4-2658-4B1E-BF5B-851436CA4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009" y="3729156"/>
            <a:ext cx="4992198" cy="2933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9ED6D9-84D3-428C-A1E3-1CF79F23F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23727" y="1143000"/>
            <a:ext cx="6777385" cy="639763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400" b="1" dirty="0">
                <a:latin typeface="+mn-lt"/>
              </a:rPr>
              <a:t>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4. Inductors and Inductance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3230A83-E25A-42D6-8E62-157A14AC35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01616" y="1785938"/>
            <a:ext cx="5742384" cy="2286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>
                <a:latin typeface="Arial" charset="0"/>
                <a:cs typeface="Arial" charset="0"/>
              </a:rPr>
              <a:t>consider a long solenoid (more specifically, a short length near the middle of a long solenoid) as our basic type of </a:t>
            </a:r>
            <a: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  <a:t>inductor</a:t>
            </a:r>
            <a:r>
              <a:rPr lang="en-US" b="1" dirty="0">
                <a:latin typeface="Arial" charset="0"/>
                <a:cs typeface="Arial" charset="0"/>
              </a:rPr>
              <a:t> (symbol         ) to produce a desired magnetic field </a:t>
            </a:r>
          </a:p>
          <a:p>
            <a:pPr eaLnBrk="1" hangingPunct="1">
              <a:defRPr/>
            </a:pPr>
            <a:r>
              <a:rPr lang="en-US" sz="2000" dirty="0">
                <a:latin typeface="Arial" charset="0"/>
                <a:cs typeface="Arial" charset="0"/>
              </a:rPr>
              <a:t> </a:t>
            </a:r>
            <a:r>
              <a:rPr lang="en-US" b="1" dirty="0">
                <a:latin typeface="Arial" charset="0"/>
                <a:cs typeface="Arial" charset="0"/>
              </a:rPr>
              <a:t>The inductance of the inductor is </a:t>
            </a:r>
          </a:p>
          <a:p>
            <a:pPr eaLnBrk="1" hangingPunct="1">
              <a:defRPr/>
            </a:pPr>
            <a:endParaRPr lang="en-US" sz="2000" dirty="0">
              <a:latin typeface="Comic Sans MS" pitchFamily="66" charset="0"/>
            </a:endParaRPr>
          </a:p>
        </p:txBody>
      </p:sp>
      <p:sp>
        <p:nvSpPr>
          <p:cNvPr id="23561" name="Slide Number Placeholder 8">
            <a:extLst>
              <a:ext uri="{FF2B5EF4-FFF2-40B4-BE49-F238E27FC236}">
                <a16:creationId xmlns:a16="http://schemas.microsoft.com/office/drawing/2014/main" id="{C951DFEB-A79E-4D25-8317-B544C888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0A68C2-3D1E-4A43-B095-1D237DD6A6C6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id-ID" sz="1400"/>
          </a:p>
        </p:txBody>
      </p:sp>
      <p:pic>
        <p:nvPicPr>
          <p:cNvPr id="23556" name="Picture 4" descr="tfg017">
            <a:extLst>
              <a:ext uri="{FF2B5EF4-FFF2-40B4-BE49-F238E27FC236}">
                <a16:creationId xmlns:a16="http://schemas.microsoft.com/office/drawing/2014/main" id="{4E0B75B4-85E1-4B1C-B91D-CBBF50185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43187"/>
            <a:ext cx="228600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6" descr="ngr011">
            <a:extLst>
              <a:ext uri="{FF2B5EF4-FFF2-40B4-BE49-F238E27FC236}">
                <a16:creationId xmlns:a16="http://schemas.microsoft.com/office/drawing/2014/main" id="{FBE975EB-3BB4-45FD-AB6C-E31132502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908" y="2808288"/>
            <a:ext cx="53690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6" name="Picture 8" descr="math118">
            <a:extLst>
              <a:ext uri="{FF2B5EF4-FFF2-40B4-BE49-F238E27FC236}">
                <a16:creationId xmlns:a16="http://schemas.microsoft.com/office/drawing/2014/main" id="{ABEE5419-4597-440A-B5FA-D1DF37EF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964" y="4173359"/>
            <a:ext cx="4357688" cy="6842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6" name="Rectangle 18">
            <a:extLst>
              <a:ext uri="{FF2B5EF4-FFF2-40B4-BE49-F238E27FC236}">
                <a16:creationId xmlns:a16="http://schemas.microsoft.com/office/drawing/2014/main" id="{0D4B531C-F6A6-493A-A336-73A62B882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5286375"/>
            <a:ext cx="49974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/>
            <a:r>
              <a:rPr lang="en-US" altLang="id-ID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id-ID" b="1" dirty="0">
                <a:latin typeface="Arial" panose="020B0604020202020204" pitchFamily="34" charset="0"/>
                <a:cs typeface="Arial" panose="020B0604020202020204" pitchFamily="34" charset="0"/>
              </a:rPr>
              <a:t>Unit is: 1 henry = 1 H= 1T.m</a:t>
            </a:r>
            <a:r>
              <a:rPr lang="en-US" altLang="id-ID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id-ID" b="1" dirty="0">
                <a:latin typeface="Arial" panose="020B0604020202020204" pitchFamily="34" charset="0"/>
                <a:cs typeface="Arial" panose="020B0604020202020204" pitchFamily="34" charset="0"/>
              </a:rPr>
              <a:t>/A</a:t>
            </a:r>
          </a:p>
          <a:p>
            <a:pPr eaLnBrk="1" hangingPunct="1">
              <a:buFontTx/>
              <a:buNone/>
            </a:pPr>
            <a:r>
              <a:rPr lang="en-US" altLang="id-ID" b="1" dirty="0"/>
              <a:t>  </a:t>
            </a:r>
            <a:endParaRPr lang="en-US" altLang="id-ID" b="1" i="1" u="sng" dirty="0">
              <a:solidFill>
                <a:srgbClr val="002060"/>
              </a:solidFill>
            </a:endParaRPr>
          </a:p>
        </p:txBody>
      </p:sp>
      <p:sp>
        <p:nvSpPr>
          <p:cNvPr id="23560" name="Rectangle 9">
            <a:extLst>
              <a:ext uri="{FF2B5EF4-FFF2-40B4-BE49-F238E27FC236}">
                <a16:creationId xmlns:a16="http://schemas.microsoft.com/office/drawing/2014/main" id="{FC91BE07-2C24-470C-9C3C-FB42B462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360" y="4235568"/>
            <a:ext cx="2667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200" b="1">
                <a:latin typeface="Arial" panose="020B0604020202020204" pitchFamily="34" charset="0"/>
              </a:rPr>
              <a:t>Fig.7.</a:t>
            </a:r>
            <a:r>
              <a:rPr lang="en-US" altLang="id-ID" sz="2200">
                <a:latin typeface="Arial" panose="020B0604020202020204" pitchFamily="34" charset="0"/>
              </a:rPr>
              <a:t>  </a:t>
            </a:r>
            <a:r>
              <a:rPr lang="en-US" altLang="id-ID" sz="2200" b="1">
                <a:latin typeface="Arial" panose="020B0604020202020204" pitchFamily="34" charset="0"/>
              </a:rPr>
              <a:t>An inductor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animBg="1"/>
      <p:bldP spid="276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2">
            <a:extLst>
              <a:ext uri="{FF2B5EF4-FFF2-40B4-BE49-F238E27FC236}">
                <a16:creationId xmlns:a16="http://schemas.microsoft.com/office/drawing/2014/main" id="{FC65F7A5-A772-4BA2-9F87-2501B08B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BC2E07-1541-4077-977B-0175FD4264AE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id-ID" sz="1400"/>
          </a:p>
        </p:txBody>
      </p:sp>
      <p:pic>
        <p:nvPicPr>
          <p:cNvPr id="4" name="Picture 16" descr="math124">
            <a:extLst>
              <a:ext uri="{FF2B5EF4-FFF2-40B4-BE49-F238E27FC236}">
                <a16:creationId xmlns:a16="http://schemas.microsoft.com/office/drawing/2014/main" id="{3F81F45C-983B-4D1F-BFD6-8FF974925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996952"/>
            <a:ext cx="6215062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13" descr="ngr007">
            <a:extLst>
              <a:ext uri="{FF2B5EF4-FFF2-40B4-BE49-F238E27FC236}">
                <a16:creationId xmlns:a16="http://schemas.microsoft.com/office/drawing/2014/main" id="{B313AB69-FA0A-4911-B63D-32224BA8F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5045382" y="3002515"/>
            <a:ext cx="1214446" cy="3632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4581" name="Rectangle 4">
            <a:extLst>
              <a:ext uri="{FF2B5EF4-FFF2-40B4-BE49-F238E27FC236}">
                <a16:creationId xmlns:a16="http://schemas.microsoft.com/office/drawing/2014/main" id="{67448A0B-8A17-4FD8-8C63-C602F3EB8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516" y="1639640"/>
            <a:ext cx="3890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 i="1" u="sng" dirty="0">
                <a:solidFill>
                  <a:srgbClr val="002060"/>
                </a:solidFill>
                <a:latin typeface="Arial" panose="020B0604020202020204" pitchFamily="34" charset="0"/>
              </a:rPr>
              <a:t>Inductance of a solenoid:</a:t>
            </a:r>
            <a:endParaRPr lang="en-US" altLang="id-ID" dirty="0">
              <a:latin typeface="Arial" panose="020B0604020202020204" pitchFamily="34" charset="0"/>
            </a:endParaRPr>
          </a:p>
        </p:txBody>
      </p:sp>
      <p:pic>
        <p:nvPicPr>
          <p:cNvPr id="6" name="Picture 12" descr="math122">
            <a:extLst>
              <a:ext uri="{FF2B5EF4-FFF2-40B4-BE49-F238E27FC236}">
                <a16:creationId xmlns:a16="http://schemas.microsoft.com/office/drawing/2014/main" id="{1C001016-D97F-47BE-955B-5C3F267A8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266" y="2282577"/>
            <a:ext cx="250031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4" descr="math123">
            <a:extLst>
              <a:ext uri="{FF2B5EF4-FFF2-40B4-BE49-F238E27FC236}">
                <a16:creationId xmlns:a16="http://schemas.microsoft.com/office/drawing/2014/main" id="{38109810-5FEF-4358-A0A4-22CE6C1F5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329" y="2282577"/>
            <a:ext cx="15716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AEE16DA-0262-4CED-962D-344D4B521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1819" y="927920"/>
            <a:ext cx="2900362" cy="563562"/>
          </a:xfrm>
        </p:spPr>
        <p:txBody>
          <a:bodyPr/>
          <a:lstStyle/>
          <a:p>
            <a:pPr algn="l" eaLnBrk="1" hangingPunct="1"/>
            <a:r>
              <a:rPr lang="en-US" altLang="id-ID" sz="2400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Self-Induction</a:t>
            </a:r>
            <a:r>
              <a:rPr lang="en-US" altLang="id-ID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610" name="Slide Number Placeholder 9">
            <a:extLst>
              <a:ext uri="{FF2B5EF4-FFF2-40B4-BE49-F238E27FC236}">
                <a16:creationId xmlns:a16="http://schemas.microsoft.com/office/drawing/2014/main" id="{ABE6AE34-EA15-4152-AA5B-4B456618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872E9B-A8C5-4930-A2BF-AAB89FD845DA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id-ID" sz="1400"/>
          </a:p>
        </p:txBody>
      </p:sp>
      <p:pic>
        <p:nvPicPr>
          <p:cNvPr id="25603" name="Picture 5" descr="tfg018">
            <a:extLst>
              <a:ext uri="{FF2B5EF4-FFF2-40B4-BE49-F238E27FC236}">
                <a16:creationId xmlns:a16="http://schemas.microsoft.com/office/drawing/2014/main" id="{9E688223-DA8E-41BD-AE51-69AEE35D7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69" y="1700238"/>
            <a:ext cx="2362200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7" descr="pixel">
            <a:extLst>
              <a:ext uri="{FF2B5EF4-FFF2-40B4-BE49-F238E27FC236}">
                <a16:creationId xmlns:a16="http://schemas.microsoft.com/office/drawing/2014/main" id="{28A6A454-EC4A-4908-B5B2-4F546C1FD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107" y="4360888"/>
            <a:ext cx="9525" cy="5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18" descr="pixel">
            <a:extLst>
              <a:ext uri="{FF2B5EF4-FFF2-40B4-BE49-F238E27FC236}">
                <a16:creationId xmlns:a16="http://schemas.microsoft.com/office/drawing/2014/main" id="{0485E45E-CBC5-4368-AD28-6266EB63E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469" y="1809775"/>
            <a:ext cx="9525" cy="5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2" name="Picture 20" descr="tfg019">
            <a:extLst>
              <a:ext uri="{FF2B5EF4-FFF2-40B4-BE49-F238E27FC236}">
                <a16:creationId xmlns:a16="http://schemas.microsoft.com/office/drawing/2014/main" id="{E792B6D3-70D0-4B23-9D3A-210A7AB39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669" y="1517361"/>
            <a:ext cx="2357437" cy="464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719" name="Rectangle 47">
            <a:extLst>
              <a:ext uri="{FF2B5EF4-FFF2-40B4-BE49-F238E27FC236}">
                <a16:creationId xmlns:a16="http://schemas.microsoft.com/office/drawing/2014/main" id="{F1F3A931-24E9-473D-B2FD-1B57E8B43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887307"/>
            <a:ext cx="4882628" cy="156966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cs typeface="Arial" pitchFamily="34" charset="0"/>
              </a:rPr>
              <a:t>This process is called self-induction, and the emf that appears is called a self-induced emf. </a:t>
            </a:r>
          </a:p>
        </p:txBody>
      </p:sp>
      <p:sp>
        <p:nvSpPr>
          <p:cNvPr id="28720" name="AutoShape 48">
            <a:extLst>
              <a:ext uri="{FF2B5EF4-FFF2-40B4-BE49-F238E27FC236}">
                <a16:creationId xmlns:a16="http://schemas.microsoft.com/office/drawing/2014/main" id="{B2B9FC8B-D098-4698-B729-06C52C7C2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9857" y="2200300"/>
            <a:ext cx="2712343" cy="563562"/>
          </a:xfrm>
          <a:prstGeom prst="rightArrow">
            <a:avLst>
              <a:gd name="adj1" fmla="val 50000"/>
              <a:gd name="adj2" fmla="val 2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200">
              <a:latin typeface="Arial" panose="020B0604020202020204" pitchFamily="34" charset="0"/>
            </a:endParaRPr>
          </a:p>
        </p:txBody>
      </p:sp>
      <p:sp>
        <p:nvSpPr>
          <p:cNvPr id="25609" name="Rectangle 13">
            <a:extLst>
              <a:ext uri="{FF2B5EF4-FFF2-40B4-BE49-F238E27FC236}">
                <a16:creationId xmlns:a16="http://schemas.microsoft.com/office/drawing/2014/main" id="{423E24C3-F7D9-4286-BBC3-6C4FA29A1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69" y="3486175"/>
            <a:ext cx="54292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 dirty="0">
                <a:latin typeface="Arial" panose="020B0604020202020204" pitchFamily="34" charset="0"/>
              </a:rPr>
              <a:t>Fig.8. If the current in a coil is changed by varying contact position on a variable resistor, a self –induced emf </a:t>
            </a:r>
            <a:r>
              <a:rPr lang="el-GR" altLang="id-ID" sz="2000" b="1" dirty="0">
                <a:latin typeface="Arial" panose="020B0604020202020204" pitchFamily="34" charset="0"/>
              </a:rPr>
              <a:t>ε</a:t>
            </a:r>
            <a:r>
              <a:rPr lang="en-US" altLang="id-ID" sz="2000" b="1" baseline="-25000" dirty="0">
                <a:latin typeface="Arial" panose="020B0604020202020204" pitchFamily="34" charset="0"/>
              </a:rPr>
              <a:t>L </a:t>
            </a:r>
            <a:r>
              <a:rPr lang="en-US" altLang="id-ID" sz="2000" b="1" dirty="0">
                <a:latin typeface="Arial" panose="020B0604020202020204" pitchFamily="34" charset="0"/>
              </a:rPr>
              <a:t>will appear in the coil while the current is changing. </a:t>
            </a:r>
            <a:endParaRPr lang="en-US" altLang="id-ID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2">
            <a:extLst>
              <a:ext uri="{FF2B5EF4-FFF2-40B4-BE49-F238E27FC236}">
                <a16:creationId xmlns:a16="http://schemas.microsoft.com/office/drawing/2014/main" id="{B525B502-D850-49EC-8687-4DA07578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892F57-ED7E-4202-AB17-A275863FF339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id-ID" sz="1400"/>
          </a:p>
        </p:txBody>
      </p:sp>
      <p:pic>
        <p:nvPicPr>
          <p:cNvPr id="4" name="Picture 44" descr="math133">
            <a:extLst>
              <a:ext uri="{FF2B5EF4-FFF2-40B4-BE49-F238E27FC236}">
                <a16:creationId xmlns:a16="http://schemas.microsoft.com/office/drawing/2014/main" id="{EDB86360-8628-476A-9FAF-AA349FFF0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437" y="3557042"/>
            <a:ext cx="4191000" cy="6921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0" descr="math131">
            <a:extLst>
              <a:ext uri="{FF2B5EF4-FFF2-40B4-BE49-F238E27FC236}">
                <a16:creationId xmlns:a16="http://schemas.microsoft.com/office/drawing/2014/main" id="{17CE42A9-E119-45E4-88BA-FE96F016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124" y="2771230"/>
            <a:ext cx="1828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2" descr="math132">
            <a:extLst>
              <a:ext uri="{FF2B5EF4-FFF2-40B4-BE49-F238E27FC236}">
                <a16:creationId xmlns:a16="http://schemas.microsoft.com/office/drawing/2014/main" id="{E1C98BB1-4ADF-428A-9B8C-E27971C86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124" y="2699792"/>
            <a:ext cx="22860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45">
            <a:extLst>
              <a:ext uri="{FF2B5EF4-FFF2-40B4-BE49-F238E27FC236}">
                <a16:creationId xmlns:a16="http://schemas.microsoft.com/office/drawing/2014/main" id="{85818898-1805-4515-87AA-56E02C1E4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1556792"/>
            <a:ext cx="78581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>
                <a:latin typeface="Arial" panose="020B0604020202020204" pitchFamily="34" charset="0"/>
                <a:cs typeface="Arial" panose="020B0604020202020204" pitchFamily="34" charset="0"/>
              </a:rPr>
              <a:t>An induced emf  </a:t>
            </a:r>
            <a:r>
              <a:rPr lang="el-GR" altLang="id-ID" sz="2800" b="1"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  <a:r>
              <a:rPr lang="en-US" altLang="id-ID" sz="2800" b="1" baseline="-2500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id-ID" b="1" baseline="-25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id-ID" b="1">
                <a:latin typeface="Arial" panose="020B0604020202020204" pitchFamily="34" charset="0"/>
                <a:cs typeface="Arial" panose="020B0604020202020204" pitchFamily="34" charset="0"/>
              </a:rPr>
              <a:t> appears in any coil in which the current is changing.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1">
            <a:extLst>
              <a:ext uri="{FF2B5EF4-FFF2-40B4-BE49-F238E27FC236}">
                <a16:creationId xmlns:a16="http://schemas.microsoft.com/office/drawing/2014/main" id="{2F2EB5A8-51A9-4A66-8AB4-CA173AD56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9986" y="501346"/>
            <a:ext cx="23320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 dirty="0">
                <a:latin typeface="Arial" panose="020B0604020202020204" pitchFamily="34" charset="0"/>
                <a:cs typeface="Arial" panose="020B0604020202020204" pitchFamily="34" charset="0"/>
              </a:rPr>
              <a:t>5. RL Circuits, 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3D8E0910-C231-483A-99F6-852618444755}"/>
              </a:ext>
            </a:extLst>
          </p:cNvPr>
          <p:cNvSpPr/>
          <p:nvPr/>
        </p:nvSpPr>
        <p:spPr>
          <a:xfrm>
            <a:off x="950814" y="2677809"/>
            <a:ext cx="285750" cy="1428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7652" name="Rectangle 43">
            <a:extLst>
              <a:ext uri="{FF2B5EF4-FFF2-40B4-BE49-F238E27FC236}">
                <a16:creationId xmlns:a16="http://schemas.microsoft.com/office/drawing/2014/main" id="{51A0BA3E-B05B-4EB2-9387-666D97222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8" y="4074212"/>
            <a:ext cx="364331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d-ID" sz="1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Fig.9. An RL circuit . When switch </a:t>
            </a:r>
            <a:r>
              <a:rPr lang="en-US" altLang="id-ID" sz="18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id-ID" sz="1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closed on </a:t>
            </a:r>
            <a:r>
              <a:rPr lang="en-US" altLang="id-ID" sz="1800" b="1" i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altLang="id-ID" sz="18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altLang="id-ID" sz="1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current rises and approaches a limiting value .</a:t>
            </a:r>
            <a:endParaRPr lang="en-US" altLang="id-ID" sz="18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7653" name="Rectangle 43">
            <a:extLst>
              <a:ext uri="{FF2B5EF4-FFF2-40B4-BE49-F238E27FC236}">
                <a16:creationId xmlns:a16="http://schemas.microsoft.com/office/drawing/2014/main" id="{E194E6A6-F4F2-4502-8DAD-075C8F840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1428750"/>
            <a:ext cx="4270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id-ID" sz="20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altLang="id-ID" sz="20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7654" name="Rectangle 44">
            <a:extLst>
              <a:ext uri="{FF2B5EF4-FFF2-40B4-BE49-F238E27FC236}">
                <a16:creationId xmlns:a16="http://schemas.microsoft.com/office/drawing/2014/main" id="{C546A1B5-34D9-4D97-A52C-C8420D7E1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1214438"/>
            <a:ext cx="3413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 i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d-ID" sz="2000" b="1" i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 i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</a:t>
            </a:r>
            <a:endParaRPr lang="en-US" altLang="id-ID" sz="20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7655" name="Rectangle 45">
            <a:extLst>
              <a:ext uri="{FF2B5EF4-FFF2-40B4-BE49-F238E27FC236}">
                <a16:creationId xmlns:a16="http://schemas.microsoft.com/office/drawing/2014/main" id="{CB2C22F4-6C23-45E3-9CAE-259BA1270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200">
              <a:latin typeface="Arial" panose="020B0604020202020204" pitchFamily="34" charset="0"/>
            </a:endParaRPr>
          </a:p>
        </p:txBody>
      </p:sp>
      <p:sp>
        <p:nvSpPr>
          <p:cNvPr id="27656" name="Rectangle 46">
            <a:extLst>
              <a:ext uri="{FF2B5EF4-FFF2-40B4-BE49-F238E27FC236}">
                <a16:creationId xmlns:a16="http://schemas.microsoft.com/office/drawing/2014/main" id="{A70241B1-2C0D-43FC-B2F6-23B480350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7155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id-ID" altLang="id-ID" sz="1200">
              <a:latin typeface="Arial" panose="020B0604020202020204" pitchFamily="34" charset="0"/>
            </a:endParaRPr>
          </a:p>
        </p:txBody>
      </p:sp>
      <p:sp>
        <p:nvSpPr>
          <p:cNvPr id="27657" name="Rectangle 48">
            <a:extLst>
              <a:ext uri="{FF2B5EF4-FFF2-40B4-BE49-F238E27FC236}">
                <a16:creationId xmlns:a16="http://schemas.microsoft.com/office/drawing/2014/main" id="{FF225C95-EF2A-47D6-A925-9CC0A948B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200">
              <a:latin typeface="Arial" panose="020B0604020202020204" pitchFamily="34" charset="0"/>
            </a:endParaRPr>
          </a:p>
        </p:txBody>
      </p:sp>
      <p:sp>
        <p:nvSpPr>
          <p:cNvPr id="27658" name="Rectangle 51">
            <a:extLst>
              <a:ext uri="{FF2B5EF4-FFF2-40B4-BE49-F238E27FC236}">
                <a16:creationId xmlns:a16="http://schemas.microsoft.com/office/drawing/2014/main" id="{D966E8C0-26A0-486A-87F9-43414CF4C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200">
              <a:latin typeface="Arial" panose="020B0604020202020204" pitchFamily="34" charset="0"/>
            </a:endParaRPr>
          </a:p>
        </p:txBody>
      </p:sp>
      <p:sp>
        <p:nvSpPr>
          <p:cNvPr id="27659" name="Rectangle 53">
            <a:extLst>
              <a:ext uri="{FF2B5EF4-FFF2-40B4-BE49-F238E27FC236}">
                <a16:creationId xmlns:a16="http://schemas.microsoft.com/office/drawing/2014/main" id="{F570D673-8EE3-4ED8-9809-9372EB927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200">
              <a:latin typeface="Arial" panose="020B0604020202020204" pitchFamily="34" charset="0"/>
            </a:endParaRPr>
          </a:p>
        </p:txBody>
      </p:sp>
      <p:sp>
        <p:nvSpPr>
          <p:cNvPr id="27660" name="Rectangle 55">
            <a:extLst>
              <a:ext uri="{FF2B5EF4-FFF2-40B4-BE49-F238E27FC236}">
                <a16:creationId xmlns:a16="http://schemas.microsoft.com/office/drawing/2014/main" id="{75DCF468-D637-408F-B8EB-B1D8CCECB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200">
              <a:latin typeface="Arial" panose="020B0604020202020204" pitchFamily="34" charset="0"/>
            </a:endParaRPr>
          </a:p>
        </p:txBody>
      </p:sp>
      <p:sp>
        <p:nvSpPr>
          <p:cNvPr id="27661" name="Rectangle 57">
            <a:extLst>
              <a:ext uri="{FF2B5EF4-FFF2-40B4-BE49-F238E27FC236}">
                <a16:creationId xmlns:a16="http://schemas.microsoft.com/office/drawing/2014/main" id="{4035AE67-D7EE-4DDB-9804-5991E7671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200">
              <a:latin typeface="Arial" panose="020B0604020202020204" pitchFamily="34" charset="0"/>
            </a:endParaRPr>
          </a:p>
        </p:txBody>
      </p:sp>
      <p:sp>
        <p:nvSpPr>
          <p:cNvPr id="27662" name="Rectangle 68">
            <a:extLst>
              <a:ext uri="{FF2B5EF4-FFF2-40B4-BE49-F238E27FC236}">
                <a16:creationId xmlns:a16="http://schemas.microsoft.com/office/drawing/2014/main" id="{F7765DC2-A98E-476F-BF3A-A3A312D18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064" y="2249184"/>
            <a:ext cx="330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>
                <a:latin typeface="Arial" panose="020B0604020202020204" pitchFamily="34" charset="0"/>
              </a:rPr>
              <a:t>ε</a:t>
            </a:r>
            <a:endParaRPr lang="en-US" altLang="id-ID">
              <a:latin typeface="Arial" panose="020B0604020202020204" pitchFamily="34" charset="0"/>
            </a:endParaRPr>
          </a:p>
        </p:txBody>
      </p:sp>
      <p:sp>
        <p:nvSpPr>
          <p:cNvPr id="27663" name="Rectangle 61">
            <a:extLst>
              <a:ext uri="{FF2B5EF4-FFF2-40B4-BE49-F238E27FC236}">
                <a16:creationId xmlns:a16="http://schemas.microsoft.com/office/drawing/2014/main" id="{FD984C50-FB4B-42C4-96BC-149712BD3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0" y="1785938"/>
            <a:ext cx="369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 i="1">
                <a:latin typeface="Arial" panose="020B0604020202020204" pitchFamily="34" charset="0"/>
              </a:rPr>
              <a:t>R</a:t>
            </a:r>
            <a:endParaRPr lang="en-US" altLang="id-ID" sz="2000">
              <a:latin typeface="Arial" panose="020B0604020202020204" pitchFamily="34" charset="0"/>
            </a:endParaRPr>
          </a:p>
        </p:txBody>
      </p:sp>
      <p:sp>
        <p:nvSpPr>
          <p:cNvPr id="27664" name="Rectangle 62">
            <a:extLst>
              <a:ext uri="{FF2B5EF4-FFF2-40B4-BE49-F238E27FC236}">
                <a16:creationId xmlns:a16="http://schemas.microsoft.com/office/drawing/2014/main" id="{E8260B70-16C6-4644-98BB-156981259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5" y="2571750"/>
            <a:ext cx="34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</a:p>
        </p:txBody>
      </p:sp>
      <p:grpSp>
        <p:nvGrpSpPr>
          <p:cNvPr id="27665" name="Group 86">
            <a:extLst>
              <a:ext uri="{FF2B5EF4-FFF2-40B4-BE49-F238E27FC236}">
                <a16:creationId xmlns:a16="http://schemas.microsoft.com/office/drawing/2014/main" id="{2ED6ADED-0541-4350-BB17-A1574A4509A2}"/>
              </a:ext>
            </a:extLst>
          </p:cNvPr>
          <p:cNvGrpSpPr>
            <a:grpSpLocks/>
          </p:cNvGrpSpPr>
          <p:nvPr/>
        </p:nvGrpSpPr>
        <p:grpSpPr bwMode="auto">
          <a:xfrm>
            <a:off x="5929313" y="1500188"/>
            <a:ext cx="2500312" cy="2328862"/>
            <a:chOff x="3435" y="4789"/>
            <a:chExt cx="3267" cy="3329"/>
          </a:xfrm>
        </p:grpSpPr>
        <p:cxnSp>
          <p:nvCxnSpPr>
            <p:cNvPr id="27676" name="AutoShape 87">
              <a:extLst>
                <a:ext uri="{FF2B5EF4-FFF2-40B4-BE49-F238E27FC236}">
                  <a16:creationId xmlns:a16="http://schemas.microsoft.com/office/drawing/2014/main" id="{E12CE609-E5C8-4F8A-9CCD-37C13D1E68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78" y="5131"/>
              <a:ext cx="1196" cy="3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7" name="AutoShape 88">
              <a:extLst>
                <a:ext uri="{FF2B5EF4-FFF2-40B4-BE49-F238E27FC236}">
                  <a16:creationId xmlns:a16="http://schemas.microsoft.com/office/drawing/2014/main" id="{C4F9E951-0F08-41E6-828E-899A425D30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68" y="8098"/>
              <a:ext cx="2932" cy="1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8" name="AutoShape 89">
              <a:extLst>
                <a:ext uri="{FF2B5EF4-FFF2-40B4-BE49-F238E27FC236}">
                  <a16:creationId xmlns:a16="http://schemas.microsoft.com/office/drawing/2014/main" id="{97BDEA0E-ED43-43F1-847C-FFBF18A7AE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701" y="5163"/>
              <a:ext cx="1" cy="552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9" name="AutoShape 90">
              <a:extLst>
                <a:ext uri="{FF2B5EF4-FFF2-40B4-BE49-F238E27FC236}">
                  <a16:creationId xmlns:a16="http://schemas.microsoft.com/office/drawing/2014/main" id="{CF1FFF7B-A202-4183-84C8-F8BD23691D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14" y="5163"/>
              <a:ext cx="386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80" name="AutoShape 91">
              <a:extLst>
                <a:ext uri="{FF2B5EF4-FFF2-40B4-BE49-F238E27FC236}">
                  <a16:creationId xmlns:a16="http://schemas.microsoft.com/office/drawing/2014/main" id="{9D346898-602C-4B79-8AC5-FB724F88E1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08" y="5419"/>
              <a:ext cx="0" cy="2679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81" name="AutoShape 92">
              <a:extLst>
                <a:ext uri="{FF2B5EF4-FFF2-40B4-BE49-F238E27FC236}">
                  <a16:creationId xmlns:a16="http://schemas.microsoft.com/office/drawing/2014/main" id="{CFFC7D67-F13B-4734-B92A-A8603B49B5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767" y="6435"/>
              <a:ext cx="2" cy="1663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82" name="AutoShape 93">
              <a:extLst>
                <a:ext uri="{FF2B5EF4-FFF2-40B4-BE49-F238E27FC236}">
                  <a16:creationId xmlns:a16="http://schemas.microsoft.com/office/drawing/2014/main" id="{CCB363D8-79C1-4F9B-A9E9-5A8C57B07A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20" y="5419"/>
              <a:ext cx="8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83" name="AutoShape 94">
              <a:extLst>
                <a:ext uri="{FF2B5EF4-FFF2-40B4-BE49-F238E27FC236}">
                  <a16:creationId xmlns:a16="http://schemas.microsoft.com/office/drawing/2014/main" id="{09E72949-E337-4F94-85C0-4041A97531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152" y="5163"/>
              <a:ext cx="10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84" name="AutoShape 95">
              <a:extLst>
                <a:ext uri="{FF2B5EF4-FFF2-40B4-BE49-F238E27FC236}">
                  <a16:creationId xmlns:a16="http://schemas.microsoft.com/office/drawing/2014/main" id="{0625EEEB-6ED8-4BD0-B206-9664246569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769" y="4789"/>
              <a:ext cx="0" cy="143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85" name="AutoShape 96">
              <a:extLst>
                <a:ext uri="{FF2B5EF4-FFF2-40B4-BE49-F238E27FC236}">
                  <a16:creationId xmlns:a16="http://schemas.microsoft.com/office/drawing/2014/main" id="{CD775301-9BC9-4251-BA22-01DCB87D1B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435" y="6091"/>
              <a:ext cx="0" cy="55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86" name="AutoShape 97">
              <a:extLst>
                <a:ext uri="{FF2B5EF4-FFF2-40B4-BE49-F238E27FC236}">
                  <a16:creationId xmlns:a16="http://schemas.microsoft.com/office/drawing/2014/main" id="{2AEB2B61-FAA0-4519-B369-84BE9AFFE5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69" y="4789"/>
              <a:ext cx="1051" cy="4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87" name="AutoShape 98">
              <a:extLst>
                <a:ext uri="{FF2B5EF4-FFF2-40B4-BE49-F238E27FC236}">
                  <a16:creationId xmlns:a16="http://schemas.microsoft.com/office/drawing/2014/main" id="{A6DF6B18-9CE5-4916-846D-943EB8FF20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611" y="5161"/>
              <a:ext cx="8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7688" name="Group 99">
              <a:extLst>
                <a:ext uri="{FF2B5EF4-FFF2-40B4-BE49-F238E27FC236}">
                  <a16:creationId xmlns:a16="http://schemas.microsoft.com/office/drawing/2014/main" id="{AFA0F802-79AD-4897-9E09-CB1576E7CA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74" y="4954"/>
              <a:ext cx="540" cy="373"/>
              <a:chOff x="7080" y="2063"/>
              <a:chExt cx="540" cy="311"/>
            </a:xfrm>
          </p:grpSpPr>
          <p:cxnSp>
            <p:nvCxnSpPr>
              <p:cNvPr id="27697" name="AutoShape 100">
                <a:extLst>
                  <a:ext uri="{FF2B5EF4-FFF2-40B4-BE49-F238E27FC236}">
                    <a16:creationId xmlns:a16="http://schemas.microsoft.com/office/drawing/2014/main" id="{4BD88966-08E0-4CBE-8158-6B7C1EA2502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080" y="2063"/>
                <a:ext cx="105" cy="187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698" name="AutoShape 101">
                <a:extLst>
                  <a:ext uri="{FF2B5EF4-FFF2-40B4-BE49-F238E27FC236}">
                    <a16:creationId xmlns:a16="http://schemas.microsoft.com/office/drawing/2014/main" id="{049CE785-232D-4856-BBEF-CDA905898E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170" y="2091"/>
                <a:ext cx="90" cy="28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699" name="AutoShape 102">
                <a:extLst>
                  <a:ext uri="{FF2B5EF4-FFF2-40B4-BE49-F238E27FC236}">
                    <a16:creationId xmlns:a16="http://schemas.microsoft.com/office/drawing/2014/main" id="{A4B2CFD4-AC7A-4218-B530-0CB71339D39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20" y="2091"/>
                <a:ext cx="90" cy="28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700" name="AutoShape 103">
                <a:extLst>
                  <a:ext uri="{FF2B5EF4-FFF2-40B4-BE49-F238E27FC236}">
                    <a16:creationId xmlns:a16="http://schemas.microsoft.com/office/drawing/2014/main" id="{9752A627-D971-4491-8AAF-DD93847C379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85" y="2091"/>
                <a:ext cx="90" cy="28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701" name="AutoShape 104">
                <a:extLst>
                  <a:ext uri="{FF2B5EF4-FFF2-40B4-BE49-F238E27FC236}">
                    <a16:creationId xmlns:a16="http://schemas.microsoft.com/office/drawing/2014/main" id="{D58F83BC-D80D-4DE6-8CA3-055841A534B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260" y="2063"/>
                <a:ext cx="75" cy="31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702" name="AutoShape 105">
                <a:extLst>
                  <a:ext uri="{FF2B5EF4-FFF2-40B4-BE49-F238E27FC236}">
                    <a16:creationId xmlns:a16="http://schemas.microsoft.com/office/drawing/2014/main" id="{DBEB65BD-7D51-40EB-B58E-1927C43325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410" y="2063"/>
                <a:ext cx="75" cy="31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703" name="AutoShape 106">
                <a:extLst>
                  <a:ext uri="{FF2B5EF4-FFF2-40B4-BE49-F238E27FC236}">
                    <a16:creationId xmlns:a16="http://schemas.microsoft.com/office/drawing/2014/main" id="{7ADAE748-8B5D-4066-B152-BB1A9D81DA7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575" y="2253"/>
                <a:ext cx="45" cy="12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7689" name="AutoShape 107">
              <a:extLst>
                <a:ext uri="{FF2B5EF4-FFF2-40B4-BE49-F238E27FC236}">
                  <a16:creationId xmlns:a16="http://schemas.microsoft.com/office/drawing/2014/main" id="{6BC7C3CD-1DE6-458E-9E69-FDB974F9AC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24" y="6224"/>
              <a:ext cx="496" cy="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0" name="AutoShape 108">
              <a:extLst>
                <a:ext uri="{FF2B5EF4-FFF2-40B4-BE49-F238E27FC236}">
                  <a16:creationId xmlns:a16="http://schemas.microsoft.com/office/drawing/2014/main" id="{9FB37F4F-0967-4665-8E93-3024CC3208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34" y="6435"/>
              <a:ext cx="281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91" name="Freeform 109">
              <a:extLst>
                <a:ext uri="{FF2B5EF4-FFF2-40B4-BE49-F238E27FC236}">
                  <a16:creationId xmlns:a16="http://schemas.microsoft.com/office/drawing/2014/main" id="{FBA83F05-61A1-4D4C-B132-9080C7B24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3" y="4789"/>
              <a:ext cx="109" cy="630"/>
            </a:xfrm>
            <a:custGeom>
              <a:avLst/>
              <a:gdLst>
                <a:gd name="T0" fmla="*/ 576873838 w 30"/>
                <a:gd name="T1" fmla="*/ 0 h 626"/>
                <a:gd name="T2" fmla="*/ 0 w 30"/>
                <a:gd name="T3" fmla="*/ 364 h 626"/>
                <a:gd name="T4" fmla="*/ 576873838 w 30"/>
                <a:gd name="T5" fmla="*/ 678 h 626"/>
                <a:gd name="T6" fmla="*/ 0 60000 65536"/>
                <a:gd name="T7" fmla="*/ 0 60000 65536"/>
                <a:gd name="T8" fmla="*/ 0 60000 65536"/>
                <a:gd name="T9" fmla="*/ 0 w 30"/>
                <a:gd name="T10" fmla="*/ 0 h 626"/>
                <a:gd name="T11" fmla="*/ 30 w 30"/>
                <a:gd name="T12" fmla="*/ 626 h 6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" h="626">
                  <a:moveTo>
                    <a:pt x="30" y="0"/>
                  </a:moveTo>
                  <a:cubicBezTo>
                    <a:pt x="15" y="117"/>
                    <a:pt x="0" y="234"/>
                    <a:pt x="0" y="338"/>
                  </a:cubicBezTo>
                  <a:cubicBezTo>
                    <a:pt x="0" y="442"/>
                    <a:pt x="30" y="578"/>
                    <a:pt x="30" y="62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HK"/>
            </a:p>
          </p:txBody>
        </p:sp>
        <p:cxnSp>
          <p:nvCxnSpPr>
            <p:cNvPr id="27692" name="AutoShape 110">
              <a:extLst>
                <a:ext uri="{FF2B5EF4-FFF2-40B4-BE49-F238E27FC236}">
                  <a16:creationId xmlns:a16="http://schemas.microsoft.com/office/drawing/2014/main" id="{EA3E7BF4-9C0E-413C-AF13-CFA1880D38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02" y="7648"/>
              <a:ext cx="0" cy="47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3" name="AutoShape 111">
              <a:extLst>
                <a:ext uri="{FF2B5EF4-FFF2-40B4-BE49-F238E27FC236}">
                  <a16:creationId xmlns:a16="http://schemas.microsoft.com/office/drawing/2014/main" id="{8D20E520-9B88-4BE2-8FD6-F57F0329CF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10" y="6525"/>
              <a:ext cx="155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4" name="AutoShape 112">
              <a:extLst>
                <a:ext uri="{FF2B5EF4-FFF2-40B4-BE49-F238E27FC236}">
                  <a16:creationId xmlns:a16="http://schemas.microsoft.com/office/drawing/2014/main" id="{63FDADBA-5642-4D3F-9C43-20C2F771CC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15" y="6075"/>
              <a:ext cx="270" cy="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5" name="AutoShape 113">
              <a:extLst>
                <a:ext uri="{FF2B5EF4-FFF2-40B4-BE49-F238E27FC236}">
                  <a16:creationId xmlns:a16="http://schemas.microsoft.com/office/drawing/2014/main" id="{87D4E717-63C4-492B-9A8F-5D16A6D601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65" y="5929"/>
              <a:ext cx="0" cy="29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96" name="AutoShape 114">
              <a:extLst>
                <a:ext uri="{FF2B5EF4-FFF2-40B4-BE49-F238E27FC236}">
                  <a16:creationId xmlns:a16="http://schemas.microsoft.com/office/drawing/2014/main" id="{23CE147F-C192-4A33-8609-3ADA6E4B9A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31" y="4789"/>
              <a:ext cx="8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7666" name="Picture 114" descr="ngr007">
            <a:extLst>
              <a:ext uri="{FF2B5EF4-FFF2-40B4-BE49-F238E27FC236}">
                <a16:creationId xmlns:a16="http://schemas.microsoft.com/office/drawing/2014/main" id="{C63DAF30-571C-45FC-AE8E-E84AC1AEC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2071688"/>
            <a:ext cx="42862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667" name="Object 3">
            <a:extLst>
              <a:ext uri="{FF2B5EF4-FFF2-40B4-BE49-F238E27FC236}">
                <a16:creationId xmlns:a16="http://schemas.microsoft.com/office/drawing/2014/main" id="{CD4A123C-3A53-4E31-9973-8F8DA8A9E8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985262"/>
              </p:ext>
            </p:extLst>
          </p:nvPr>
        </p:nvGraphicFramePr>
        <p:xfrm>
          <a:off x="1450876" y="1391934"/>
          <a:ext cx="214312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5" imgW="1028254" imgH="393529" progId="Equation.3">
                  <p:embed/>
                </p:oleObj>
              </mc:Choice>
              <mc:Fallback>
                <p:oleObj name="Equation" r:id="rId5" imgW="1028254" imgH="393529" progId="Equation.3">
                  <p:embed/>
                  <p:pic>
                    <p:nvPicPr>
                      <p:cNvPr id="27667" name="Object 3">
                        <a:extLst>
                          <a:ext uri="{FF2B5EF4-FFF2-40B4-BE49-F238E27FC236}">
                            <a16:creationId xmlns:a16="http://schemas.microsoft.com/office/drawing/2014/main" id="{CD4A123C-3A53-4E31-9973-8F8DA8A9E8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876" y="1391934"/>
                        <a:ext cx="2143125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8" name="Object 4">
            <a:extLst>
              <a:ext uri="{FF2B5EF4-FFF2-40B4-BE49-F238E27FC236}">
                <a16:creationId xmlns:a16="http://schemas.microsoft.com/office/drawing/2014/main" id="{073BB961-B08F-4EC8-B32F-DA34EE798E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062781"/>
              </p:ext>
            </p:extLst>
          </p:nvPr>
        </p:nvGraphicFramePr>
        <p:xfrm>
          <a:off x="1522314" y="2392059"/>
          <a:ext cx="18494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7" imgW="875920" imgH="393529" progId="Equation.3">
                  <p:embed/>
                </p:oleObj>
              </mc:Choice>
              <mc:Fallback>
                <p:oleObj name="Equation" r:id="rId7" imgW="875920" imgH="393529" progId="Equation.3">
                  <p:embed/>
                  <p:pic>
                    <p:nvPicPr>
                      <p:cNvPr id="27668" name="Object 4">
                        <a:extLst>
                          <a:ext uri="{FF2B5EF4-FFF2-40B4-BE49-F238E27FC236}">
                            <a16:creationId xmlns:a16="http://schemas.microsoft.com/office/drawing/2014/main" id="{073BB961-B08F-4EC8-B32F-DA34EE798E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314" y="2392059"/>
                        <a:ext cx="184943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9" name="Rectangle 117">
            <a:extLst>
              <a:ext uri="{FF2B5EF4-FFF2-40B4-BE49-F238E27FC236}">
                <a16:creationId xmlns:a16="http://schemas.microsoft.com/office/drawing/2014/main" id="{88A59789-664B-4D26-921D-F84F30C23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439" y="3320747"/>
            <a:ext cx="3683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Solution this equation :</a:t>
            </a:r>
            <a:endParaRPr lang="en-US" altLang="id-ID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27670" name="Object 2">
            <a:extLst>
              <a:ext uri="{FF2B5EF4-FFF2-40B4-BE49-F238E27FC236}">
                <a16:creationId xmlns:a16="http://schemas.microsoft.com/office/drawing/2014/main" id="{85FD5E75-B6FB-4380-936A-56261C382E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286085"/>
              </p:ext>
            </p:extLst>
          </p:nvPr>
        </p:nvGraphicFramePr>
        <p:xfrm>
          <a:off x="1308001" y="3677934"/>
          <a:ext cx="324008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9" imgW="1396394" imgH="406224" progId="Equation.3">
                  <p:embed/>
                </p:oleObj>
              </mc:Choice>
              <mc:Fallback>
                <p:oleObj name="Equation" r:id="rId9" imgW="1396394" imgH="406224" progId="Equation.3">
                  <p:embed/>
                  <p:pic>
                    <p:nvPicPr>
                      <p:cNvPr id="27670" name="Object 2">
                        <a:extLst>
                          <a:ext uri="{FF2B5EF4-FFF2-40B4-BE49-F238E27FC236}">
                            <a16:creationId xmlns:a16="http://schemas.microsoft.com/office/drawing/2014/main" id="{85FD5E75-B6FB-4380-936A-56261C382E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001" y="3677934"/>
                        <a:ext cx="3240088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1" name="Rectangle 51">
            <a:extLst>
              <a:ext uri="{FF2B5EF4-FFF2-40B4-BE49-F238E27FC236}">
                <a16:creationId xmlns:a16="http://schemas.microsoft.com/office/drawing/2014/main" id="{DFAEEA57-D4F9-41CA-BC7B-DED5969CC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25" y="2357438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id-ID" sz="1600" b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n-US" altLang="id-ID" sz="1600">
              <a:latin typeface="Arial" panose="020B0604020202020204" pitchFamily="34" charset="0"/>
            </a:endParaRPr>
          </a:p>
        </p:txBody>
      </p:sp>
      <p:sp>
        <p:nvSpPr>
          <p:cNvPr id="27672" name="Rectangle 52">
            <a:extLst>
              <a:ext uri="{FF2B5EF4-FFF2-40B4-BE49-F238E27FC236}">
                <a16:creationId xmlns:a16="http://schemas.microsoft.com/office/drawing/2014/main" id="{00A669A0-CE1B-462A-8860-00C260ADD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214" y="4490327"/>
            <a:ext cx="5605463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Which we can rewrite as 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d-ID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d-ID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d-ID" sz="12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=L/R , the inductive time constant</a:t>
            </a:r>
            <a:endParaRPr lang="en-US" altLang="id-ID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27673" name="Object 5">
            <a:extLst>
              <a:ext uri="{FF2B5EF4-FFF2-40B4-BE49-F238E27FC236}">
                <a16:creationId xmlns:a16="http://schemas.microsoft.com/office/drawing/2014/main" id="{B767F5E7-1DD6-4F19-B155-0C4EF61E0F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047722"/>
              </p:ext>
            </p:extLst>
          </p:nvPr>
        </p:nvGraphicFramePr>
        <p:xfrm>
          <a:off x="1593751" y="4892372"/>
          <a:ext cx="2265363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11" imgW="1435100" imgH="482600" progId="Equation.3">
                  <p:embed/>
                </p:oleObj>
              </mc:Choice>
              <mc:Fallback>
                <p:oleObj name="Equation" r:id="rId11" imgW="1435100" imgH="482600" progId="Equation.3">
                  <p:embed/>
                  <p:pic>
                    <p:nvPicPr>
                      <p:cNvPr id="27673" name="Object 5">
                        <a:extLst>
                          <a:ext uri="{FF2B5EF4-FFF2-40B4-BE49-F238E27FC236}">
                            <a16:creationId xmlns:a16="http://schemas.microsoft.com/office/drawing/2014/main" id="{B767F5E7-1DD6-4F19-B155-0C4EF61E0F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751" y="4892372"/>
                        <a:ext cx="2265363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4" name="Object 6">
            <a:extLst>
              <a:ext uri="{FF2B5EF4-FFF2-40B4-BE49-F238E27FC236}">
                <a16:creationId xmlns:a16="http://schemas.microsoft.com/office/drawing/2014/main" id="{FE533070-B411-4EBE-834A-D654A1C5C7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911085"/>
              </p:ext>
            </p:extLst>
          </p:nvPr>
        </p:nvGraphicFramePr>
        <p:xfrm>
          <a:off x="1308001" y="5809176"/>
          <a:ext cx="3571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3" imgW="215713" imgH="253780" progId="Equation.3">
                  <p:embed/>
                </p:oleObj>
              </mc:Choice>
              <mc:Fallback>
                <p:oleObj name="Equation" r:id="rId13" imgW="215713" imgH="253780" progId="Equation.3">
                  <p:embed/>
                  <p:pic>
                    <p:nvPicPr>
                      <p:cNvPr id="27674" name="Object 6">
                        <a:extLst>
                          <a:ext uri="{FF2B5EF4-FFF2-40B4-BE49-F238E27FC236}">
                            <a16:creationId xmlns:a16="http://schemas.microsoft.com/office/drawing/2014/main" id="{FE533070-B411-4EBE-834A-D654A1C5C7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001" y="5809176"/>
                        <a:ext cx="35718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5" name="Slide Number Placeholder 54">
            <a:extLst>
              <a:ext uri="{FF2B5EF4-FFF2-40B4-BE49-F238E27FC236}">
                <a16:creationId xmlns:a16="http://schemas.microsoft.com/office/drawing/2014/main" id="{90A37E50-B293-4301-A8EE-B5906483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B66406-DE3B-48A3-814E-95DB52FD318F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id-ID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A292DAD0-4138-4A3C-8C63-3B54D6E96AC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99592" y="1443038"/>
            <a:ext cx="8382000" cy="43434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</a:rPr>
              <a:t> </a:t>
            </a:r>
            <a:r>
              <a:rPr lang="en-US" altLang="en-US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RL Circuit – current decay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switch S is closed on a along enough for the 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equilibrium current </a:t>
            </a:r>
            <a:r>
              <a:rPr lang="el-GR" altLang="en-US" sz="28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  <a:r>
              <a:rPr lang="en-US" altLang="en-US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/R 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be established and the is 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thrown to </a:t>
            </a:r>
            <a:r>
              <a:rPr lang="en-US" altLang="en-US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effect will be to remove the battery from 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circuit.</a:t>
            </a:r>
            <a:endParaRPr lang="en-US" altLang="en-US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9699" name="Object 2">
            <a:extLst>
              <a:ext uri="{FF2B5EF4-FFF2-40B4-BE49-F238E27FC236}">
                <a16:creationId xmlns:a16="http://schemas.microsoft.com/office/drawing/2014/main" id="{6616532E-DB6D-472B-A268-F1F0E01851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917524"/>
              </p:ext>
            </p:extLst>
          </p:nvPr>
        </p:nvGraphicFramePr>
        <p:xfrm>
          <a:off x="2756967" y="3514726"/>
          <a:ext cx="207168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939392" imgH="393529" progId="Equation.3">
                  <p:embed/>
                </p:oleObj>
              </mc:Choice>
              <mc:Fallback>
                <p:oleObj name="Equation" r:id="rId3" imgW="939392" imgH="393529" progId="Equation.3">
                  <p:embed/>
                  <p:pic>
                    <p:nvPicPr>
                      <p:cNvPr id="29699" name="Object 2">
                        <a:extLst>
                          <a:ext uri="{FF2B5EF4-FFF2-40B4-BE49-F238E27FC236}">
                            <a16:creationId xmlns:a16="http://schemas.microsoft.com/office/drawing/2014/main" id="{6616532E-DB6D-472B-A268-F1F0E01851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6967" y="3514726"/>
                        <a:ext cx="2071688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Text Box 22">
            <a:extLst>
              <a:ext uri="{FF2B5EF4-FFF2-40B4-BE49-F238E27FC236}">
                <a16:creationId xmlns:a16="http://schemas.microsoft.com/office/drawing/2014/main" id="{D3A05F6A-CE84-43FD-B849-14A8C0BA7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3417" y="2886076"/>
            <a:ext cx="285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400" b="1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29701" name="Text Box 23">
            <a:extLst>
              <a:ext uri="{FF2B5EF4-FFF2-40B4-BE49-F238E27FC236}">
                <a16:creationId xmlns:a16="http://schemas.microsoft.com/office/drawing/2014/main" id="{C0DF1F77-009F-4FD8-93DD-ACB529D6B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4217" y="3190876"/>
            <a:ext cx="242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400" b="1"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29702" name="Rectangle 9">
            <a:extLst>
              <a:ext uri="{FF2B5EF4-FFF2-40B4-BE49-F238E27FC236}">
                <a16:creationId xmlns:a16="http://schemas.microsoft.com/office/drawing/2014/main" id="{050D201B-53FC-4253-84D7-1790019A9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217" y="4293395"/>
            <a:ext cx="828675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The solution this differential equation that satisfies the initial condition  </a:t>
            </a:r>
            <a:r>
              <a:rPr lang="en-US" altLang="id-ID" b="1" i="1" dirty="0" err="1">
                <a:solidFill>
                  <a:srgbClr val="0070C0"/>
                </a:solidFill>
                <a:latin typeface="Arial" panose="020B0604020202020204" pitchFamily="34" charset="0"/>
              </a:rPr>
              <a:t>i</a:t>
            </a:r>
            <a:r>
              <a:rPr lang="en-US" altLang="id-ID" b="1" i="1" dirty="0">
                <a:solidFill>
                  <a:srgbClr val="0070C0"/>
                </a:solidFill>
                <a:latin typeface="Arial" panose="020B0604020202020204" pitchFamily="34" charset="0"/>
              </a:rPr>
              <a:t>(0)= i</a:t>
            </a:r>
            <a:r>
              <a:rPr lang="en-US" altLang="id-ID" b="1" i="1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0</a:t>
            </a:r>
            <a:r>
              <a:rPr lang="en-US" altLang="id-ID" b="1" i="1" dirty="0">
                <a:solidFill>
                  <a:srgbClr val="0070C0"/>
                </a:solidFill>
                <a:latin typeface="Arial" panose="020B0604020202020204" pitchFamily="34" charset="0"/>
              </a:rPr>
              <a:t> = </a:t>
            </a:r>
            <a:r>
              <a:rPr lang="el-GR" altLang="id-ID" b="1" i="1" dirty="0">
                <a:solidFill>
                  <a:srgbClr val="0070C0"/>
                </a:solidFill>
                <a:latin typeface="Arial" panose="020B0604020202020204" pitchFamily="34" charset="0"/>
              </a:rPr>
              <a:t>ε</a:t>
            </a:r>
            <a:r>
              <a:rPr lang="en-US" altLang="id-ID" b="1" i="1" dirty="0">
                <a:solidFill>
                  <a:srgbClr val="0070C0"/>
                </a:solidFill>
                <a:latin typeface="Arial" panose="020B0604020202020204" pitchFamily="34" charset="0"/>
              </a:rPr>
              <a:t>/R</a:t>
            </a:r>
            <a:r>
              <a:rPr lang="en-US" altLang="id-ID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id-ID" b="1" dirty="0">
                <a:latin typeface="Arial" panose="020B0604020202020204" pitchFamily="34" charset="0"/>
              </a:rPr>
              <a:t>is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d-ID" b="1" i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 i="1" dirty="0">
                <a:latin typeface="Arial" panose="020B0604020202020204" pitchFamily="34" charset="0"/>
              </a:rPr>
              <a:t>                                                (decay current)</a:t>
            </a:r>
            <a:endParaRPr lang="en-US" altLang="id-ID" i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d-ID" dirty="0">
              <a:latin typeface="Arial" panose="020B0604020202020204" pitchFamily="34" charset="0"/>
            </a:endParaRPr>
          </a:p>
        </p:txBody>
      </p:sp>
      <p:graphicFrame>
        <p:nvGraphicFramePr>
          <p:cNvPr id="29703" name="Object 8">
            <a:extLst>
              <a:ext uri="{FF2B5EF4-FFF2-40B4-BE49-F238E27FC236}">
                <a16:creationId xmlns:a16="http://schemas.microsoft.com/office/drawing/2014/main" id="{D09CD6E6-6EA3-456E-B5C9-80D0195655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089781"/>
              </p:ext>
            </p:extLst>
          </p:nvPr>
        </p:nvGraphicFramePr>
        <p:xfrm>
          <a:off x="1935435" y="5108576"/>
          <a:ext cx="1643063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1040948" imgH="482391" progId="Equation.3">
                  <p:embed/>
                </p:oleObj>
              </mc:Choice>
              <mc:Fallback>
                <p:oleObj name="Equation" r:id="rId5" imgW="1040948" imgH="482391" progId="Equation.3">
                  <p:embed/>
                  <p:pic>
                    <p:nvPicPr>
                      <p:cNvPr id="29703" name="Object 8">
                        <a:extLst>
                          <a:ext uri="{FF2B5EF4-FFF2-40B4-BE49-F238E27FC236}">
                            <a16:creationId xmlns:a16="http://schemas.microsoft.com/office/drawing/2014/main" id="{D09CD6E6-6EA3-456E-B5C9-80D0195655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435" y="5108576"/>
                        <a:ext cx="1643063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0C8391B-4944-49DE-89E1-30A7FB3EC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1812" y="1000125"/>
            <a:ext cx="5672137" cy="7921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id-ID" sz="2400" b="1" dirty="0">
                <a:latin typeface="Comic Sans MS" panose="030F0702030302020204" pitchFamily="66" charset="0"/>
              </a:rPr>
              <a:t>6. Energy Stored in a Magnetic Field</a:t>
            </a:r>
            <a:r>
              <a:rPr lang="en-US" altLang="id-ID" sz="2400" dirty="0"/>
              <a:t> </a:t>
            </a:r>
          </a:p>
        </p:txBody>
      </p:sp>
      <p:sp>
        <p:nvSpPr>
          <p:cNvPr id="30734" name="Slide Number Placeholder 10">
            <a:extLst>
              <a:ext uri="{FF2B5EF4-FFF2-40B4-BE49-F238E27FC236}">
                <a16:creationId xmlns:a16="http://schemas.microsoft.com/office/drawing/2014/main" id="{2EA4A4FE-5933-43B2-A871-F8325732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EE8382-63D2-499B-A5CD-A1A2E6C68EA4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id-ID" sz="1400"/>
          </a:p>
        </p:txBody>
      </p:sp>
      <p:graphicFrame>
        <p:nvGraphicFramePr>
          <p:cNvPr id="29720" name="Group 24">
            <a:extLst>
              <a:ext uri="{FF2B5EF4-FFF2-40B4-BE49-F238E27FC236}">
                <a16:creationId xmlns:a16="http://schemas.microsoft.com/office/drawing/2014/main" id="{A7C58893-8281-474C-AFD9-5D1547CC0F9B}"/>
              </a:ext>
            </a:extLst>
          </p:cNvPr>
          <p:cNvGraphicFramePr>
            <a:graphicFrameLocks noGrp="1"/>
          </p:cNvGraphicFramePr>
          <p:nvPr/>
        </p:nvGraphicFramePr>
        <p:xfrm>
          <a:off x="2432050" y="2708275"/>
          <a:ext cx="4279900" cy="1433513"/>
        </p:xfrm>
        <a:graphic>
          <a:graphicData uri="http://schemas.openxmlformats.org/drawingml/2006/table">
            <a:tbl>
              <a:tblPr/>
              <a:tblGrid>
                <a:gridCol w="427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33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721" name="Group 25">
            <a:extLst>
              <a:ext uri="{FF2B5EF4-FFF2-40B4-BE49-F238E27FC236}">
                <a16:creationId xmlns:a16="http://schemas.microsoft.com/office/drawing/2014/main" id="{71F7D8D4-CA31-436A-AE4E-16A7F3897C8E}"/>
              </a:ext>
            </a:extLst>
          </p:cNvPr>
          <p:cNvGraphicFramePr>
            <a:graphicFrameLocks noGrp="1"/>
          </p:cNvGraphicFramePr>
          <p:nvPr/>
        </p:nvGraphicFramePr>
        <p:xfrm>
          <a:off x="2441575" y="2717800"/>
          <a:ext cx="4260850" cy="1570038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 </a:t>
                      </a:r>
                      <a:endParaRPr kumimoji="0" lang="en-US" sz="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29" marB="4572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 </a:t>
                      </a:r>
                      <a:r>
                        <a:rPr kumimoji="0" lang="en-US" sz="7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 </a:t>
                      </a:r>
                      <a:r>
                        <a:rPr kumimoji="0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                                                                                             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728" name="Picture 5" descr="pixel">
            <a:extLst>
              <a:ext uri="{FF2B5EF4-FFF2-40B4-BE49-F238E27FC236}">
                <a16:creationId xmlns:a16="http://schemas.microsoft.com/office/drawing/2014/main" id="{26955DF9-E891-4FA9-A5C0-15D956676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338" y="2762250"/>
            <a:ext cx="9525" cy="5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9" name="Picture 7" descr="nfg021">
            <a:extLst>
              <a:ext uri="{FF2B5EF4-FFF2-40B4-BE49-F238E27FC236}">
                <a16:creationId xmlns:a16="http://schemas.microsoft.com/office/drawing/2014/main" id="{A8F7C646-A3F0-48DF-AAFF-FB11962CF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710306"/>
            <a:ext cx="2914650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23" name="Picture 27" descr="math177">
            <a:extLst>
              <a:ext uri="{FF2B5EF4-FFF2-40B4-BE49-F238E27FC236}">
                <a16:creationId xmlns:a16="http://schemas.microsoft.com/office/drawing/2014/main" id="{CD37FDEA-D137-442A-8DAE-23B806AC9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694" y="2009152"/>
            <a:ext cx="1684337" cy="514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25" name="Picture 29" descr="math178">
            <a:extLst>
              <a:ext uri="{FF2B5EF4-FFF2-40B4-BE49-F238E27FC236}">
                <a16:creationId xmlns:a16="http://schemas.microsoft.com/office/drawing/2014/main" id="{83E3FCFC-32A7-4589-9D44-D8C28113A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2" y="1976133"/>
            <a:ext cx="2209800" cy="5778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53" name="Rectangle 57">
            <a:extLst>
              <a:ext uri="{FF2B5EF4-FFF2-40B4-BE49-F238E27FC236}">
                <a16:creationId xmlns:a16="http://schemas.microsoft.com/office/drawing/2014/main" id="{E04C82B6-2ABA-4FE1-A7AC-AEF186D0A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93" y="2819400"/>
            <a:ext cx="4577556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The left side of Eq. represents the rate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  at which the emf device delivers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  energy to the rest of the circuit.</a:t>
            </a:r>
          </a:p>
          <a:p>
            <a:pPr eaLnBrk="1" hangingPunct="1">
              <a:spcBef>
                <a:spcPct val="0"/>
              </a:spcBef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The rightmost term represents the rate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  at which energy appears as thermal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  energy in the resistor.</a:t>
            </a:r>
          </a:p>
          <a:p>
            <a:pPr eaLnBrk="1" hangingPunct="1">
              <a:spcBef>
                <a:spcPct val="0"/>
              </a:spcBef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Energy that is delivered to the circuit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  but does not appear as thermal energy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  must, by the conservation-of-energy,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  be stored in the magnetic field of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  inductor. </a:t>
            </a:r>
          </a:p>
        </p:txBody>
      </p:sp>
      <p:sp>
        <p:nvSpPr>
          <p:cNvPr id="30733" name="Rectangle 9">
            <a:extLst>
              <a:ext uri="{FF2B5EF4-FFF2-40B4-BE49-F238E27FC236}">
                <a16:creationId xmlns:a16="http://schemas.microsoft.com/office/drawing/2014/main" id="{D51CE378-C23D-4905-9E79-5BBBEE152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4419904"/>
            <a:ext cx="27146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0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Fig.10. An RL circuit of Fig.9, with the switch closed on a.  </a:t>
            </a:r>
            <a:endParaRPr lang="en-US" altLang="id-ID" sz="2000" dirty="0">
              <a:solidFill>
                <a:srgbClr val="00206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5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2">
            <a:extLst>
              <a:ext uri="{FF2B5EF4-FFF2-40B4-BE49-F238E27FC236}">
                <a16:creationId xmlns:a16="http://schemas.microsoft.com/office/drawing/2014/main" id="{65A35843-2849-427B-A096-BCDBA8E7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78855A-CD14-4855-9216-08EBBAF3F21F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id-ID" sz="1400"/>
          </a:p>
        </p:txBody>
      </p:sp>
      <p:pic>
        <p:nvPicPr>
          <p:cNvPr id="4" name="Picture 65" descr="math185">
            <a:extLst>
              <a:ext uri="{FF2B5EF4-FFF2-40B4-BE49-F238E27FC236}">
                <a16:creationId xmlns:a16="http://schemas.microsoft.com/office/drawing/2014/main" id="{29188DCB-21B8-4523-998E-6B2D9724C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633" y="4828841"/>
            <a:ext cx="4536504" cy="7239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3" descr="math184">
            <a:extLst>
              <a:ext uri="{FF2B5EF4-FFF2-40B4-BE49-F238E27FC236}">
                <a16:creationId xmlns:a16="http://schemas.microsoft.com/office/drawing/2014/main" id="{B1F5D579-5A47-42F5-AB12-D753BB496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514" y="3650977"/>
            <a:ext cx="2448751" cy="858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9" descr="math182">
            <a:extLst>
              <a:ext uri="{FF2B5EF4-FFF2-40B4-BE49-F238E27FC236}">
                <a16:creationId xmlns:a16="http://schemas.microsoft.com/office/drawing/2014/main" id="{7142A71B-0F7F-4B4F-932D-6390E4A48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514" y="2542902"/>
            <a:ext cx="2286347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1" descr="math183">
            <a:extLst>
              <a:ext uri="{FF2B5EF4-FFF2-40B4-BE49-F238E27FC236}">
                <a16:creationId xmlns:a16="http://schemas.microsoft.com/office/drawing/2014/main" id="{887DA4AC-4A1D-49B1-8CBA-9E13E222F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26" y="1796777"/>
            <a:ext cx="2071687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4F473D7-5DC0-415E-8ABA-409A7293A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5856" y="819374"/>
            <a:ext cx="5933728" cy="639762"/>
          </a:xfrm>
        </p:spPr>
        <p:txBody>
          <a:bodyPr/>
          <a:lstStyle/>
          <a:p>
            <a:pPr algn="l" eaLnBrk="1" hangingPunct="1"/>
            <a:r>
              <a:rPr lang="en-US" altLang="id-ID" sz="2400" b="1" u="sng" dirty="0">
                <a:latin typeface="Comic Sans MS" panose="030F0702030302020204" pitchFamily="66" charset="0"/>
              </a:rPr>
              <a:t>Energy Density of a Magnetic Field</a:t>
            </a:r>
            <a:r>
              <a:rPr lang="en-US" altLang="id-ID" sz="2400" u="sng" dirty="0"/>
              <a:t> </a:t>
            </a:r>
          </a:p>
        </p:txBody>
      </p:sp>
      <p:graphicFrame>
        <p:nvGraphicFramePr>
          <p:cNvPr id="30732" name="Object 12">
            <a:extLst>
              <a:ext uri="{FF2B5EF4-FFF2-40B4-BE49-F238E27FC236}">
                <a16:creationId xmlns:a16="http://schemas.microsoft.com/office/drawing/2014/main" id="{6433DDD7-3561-4C86-A394-457A691B9E27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6839568"/>
              </p:ext>
            </p:extLst>
          </p:nvPr>
        </p:nvGraphicFramePr>
        <p:xfrm>
          <a:off x="5418187" y="4384898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698500" imgH="241300" progId="Equation.DSMT4">
                  <p:embed/>
                </p:oleObj>
              </mc:Choice>
              <mc:Fallback>
                <p:oleObj name="Equation" r:id="rId3" imgW="698500" imgH="241300" progId="Equation.DSMT4">
                  <p:embed/>
                  <p:pic>
                    <p:nvPicPr>
                      <p:cNvPr id="30732" name="Object 12">
                        <a:extLst>
                          <a:ext uri="{FF2B5EF4-FFF2-40B4-BE49-F238E27FC236}">
                            <a16:creationId xmlns:a16="http://schemas.microsoft.com/office/drawing/2014/main" id="{6433DDD7-3561-4C86-A394-457A691B9E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187" y="4384898"/>
                        <a:ext cx="6985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1" name="Slide Number Placeholder 12">
            <a:extLst>
              <a:ext uri="{FF2B5EF4-FFF2-40B4-BE49-F238E27FC236}">
                <a16:creationId xmlns:a16="http://schemas.microsoft.com/office/drawing/2014/main" id="{B01C499C-5F8F-4327-841C-A7B7AD98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20E56B-B0CB-4186-BF02-6C33EE45FD5E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id-ID" sz="1400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D9CD0CB1-5E21-483B-AB23-DCF77A80B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1610283"/>
            <a:ext cx="845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200" b="1" dirty="0">
                <a:latin typeface="Arial" panose="020B0604020202020204" pitchFamily="34" charset="0"/>
                <a:cs typeface="Arial" panose="020B0604020202020204" pitchFamily="34" charset="0"/>
              </a:rPr>
              <a:t>Consider a length </a:t>
            </a:r>
            <a:r>
              <a:rPr lang="en-US" altLang="id-ID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id-ID" sz="2200" b="1" dirty="0">
                <a:latin typeface="Arial" panose="020B0604020202020204" pitchFamily="34" charset="0"/>
                <a:cs typeface="Arial" panose="020B0604020202020204" pitchFamily="34" charset="0"/>
              </a:rPr>
              <a:t> near the middle of a long solenoid of cross-sectional area </a:t>
            </a:r>
            <a:r>
              <a:rPr lang="en-US" altLang="id-ID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id-ID" sz="2200" b="1" dirty="0">
                <a:latin typeface="Arial" panose="020B0604020202020204" pitchFamily="34" charset="0"/>
                <a:cs typeface="Arial" panose="020B0604020202020204" pitchFamily="34" charset="0"/>
              </a:rPr>
              <a:t> carrying current </a:t>
            </a:r>
            <a:r>
              <a:rPr lang="en-US" altLang="id-ID" sz="2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id-ID" sz="2200" b="1" dirty="0">
                <a:latin typeface="Arial" panose="020B0604020202020204" pitchFamily="34" charset="0"/>
                <a:cs typeface="Arial" panose="020B0604020202020204" pitchFamily="34" charset="0"/>
              </a:rPr>
              <a:t>; the volume associated with this length is </a:t>
            </a:r>
            <a:r>
              <a:rPr lang="en-US" altLang="id-ID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en-US" altLang="id-ID" sz="22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2200" b="1" dirty="0">
                <a:latin typeface="Arial" panose="020B0604020202020204" pitchFamily="34" charset="0"/>
                <a:cs typeface="Arial" panose="020B0604020202020204" pitchFamily="34" charset="0"/>
              </a:rPr>
              <a:t>The energy stored per unit volume of the field is </a:t>
            </a:r>
          </a:p>
        </p:txBody>
      </p:sp>
      <p:pic>
        <p:nvPicPr>
          <p:cNvPr id="30726" name="Picture 6" descr="math199">
            <a:extLst>
              <a:ext uri="{FF2B5EF4-FFF2-40B4-BE49-F238E27FC236}">
                <a16:creationId xmlns:a16="http://schemas.microsoft.com/office/drawing/2014/main" id="{C8650661-6315-4E79-A0D9-CE3B4EEE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787" y="3267298"/>
            <a:ext cx="1219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8" name="Picture 8" descr="math200">
            <a:extLst>
              <a:ext uri="{FF2B5EF4-FFF2-40B4-BE49-F238E27FC236}">
                <a16:creationId xmlns:a16="http://schemas.microsoft.com/office/drawing/2014/main" id="{B34E2337-2DCE-4ABD-AD55-9F7DBBC7F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600" y="3338736"/>
            <a:ext cx="16002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9" descr="tfg017">
            <a:extLst>
              <a:ext uri="{FF2B5EF4-FFF2-40B4-BE49-F238E27FC236}">
                <a16:creationId xmlns:a16="http://schemas.microsoft.com/office/drawing/2014/main" id="{D1637734-89BD-4086-B800-C27A124C6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63" y="3332553"/>
            <a:ext cx="22860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1" name="Picture 11" descr="math201">
            <a:extLst>
              <a:ext uri="{FF2B5EF4-FFF2-40B4-BE49-F238E27FC236}">
                <a16:creationId xmlns:a16="http://schemas.microsoft.com/office/drawing/2014/main" id="{D12EFE6E-3C77-45A3-929F-CA0F0EF6D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975" y="3910236"/>
            <a:ext cx="2133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5" name="Picture 15" descr="math202">
            <a:extLst>
              <a:ext uri="{FF2B5EF4-FFF2-40B4-BE49-F238E27FC236}">
                <a16:creationId xmlns:a16="http://schemas.microsoft.com/office/drawing/2014/main" id="{818A33E7-0601-4CC4-B5E9-95B26CEFE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225" y="4553173"/>
            <a:ext cx="23622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7" name="Picture 17" descr="math014">
            <a:extLst>
              <a:ext uri="{FF2B5EF4-FFF2-40B4-BE49-F238E27FC236}">
                <a16:creationId xmlns:a16="http://schemas.microsoft.com/office/drawing/2014/main" id="{B67BBA04-164E-4FE3-AC4C-8D5C4678B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287" y="5410423"/>
            <a:ext cx="121920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9" name="Picture 19" descr="math203">
            <a:extLst>
              <a:ext uri="{FF2B5EF4-FFF2-40B4-BE49-F238E27FC236}">
                <a16:creationId xmlns:a16="http://schemas.microsoft.com/office/drawing/2014/main" id="{FFE24603-1668-45AC-80FC-D5166E951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300" y="5971488"/>
            <a:ext cx="4123084" cy="60987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80" name="Rectangle 11">
            <a:extLst>
              <a:ext uri="{FF2B5EF4-FFF2-40B4-BE49-F238E27FC236}">
                <a16:creationId xmlns:a16="http://schemas.microsoft.com/office/drawing/2014/main" id="{6DAE5C10-26D6-4BF1-867B-40D8138C9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717" y="5196110"/>
            <a:ext cx="26129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>
                <a:latin typeface="Comic Sans MS" panose="030F0702030302020204" pitchFamily="66" charset="0"/>
              </a:rPr>
              <a:t>Fig.11. Solenoid </a:t>
            </a:r>
            <a:endParaRPr lang="en-US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867B40B8-8732-4CBA-A9C4-A33B73B448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415" y="1635481"/>
            <a:ext cx="3810000" cy="4442817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 fontScale="85000" lnSpcReduction="10000"/>
          </a:bodyPr>
          <a:lstStyle/>
          <a:p>
            <a:pPr eaLnBrk="1" hangingPunct="1">
              <a:buFontTx/>
              <a:buNone/>
              <a:defRPr/>
            </a:pPr>
            <a:r>
              <a:rPr lang="en-US" sz="2000" dirty="0"/>
              <a:t>  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A long coaxial cable consists of two thin-walled concentric conducting cylinders with radii </a:t>
            </a:r>
            <a:r>
              <a:rPr lang="en-US" sz="2000" b="1" i="1" dirty="0">
                <a:latin typeface="Arial" pitchFamily="34" charset="0"/>
                <a:cs typeface="Arial" pitchFamily="34" charset="0"/>
              </a:rPr>
              <a:t>a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2000" b="1" i="1" dirty="0">
                <a:latin typeface="Arial" pitchFamily="34" charset="0"/>
                <a:cs typeface="Arial" pitchFamily="34" charset="0"/>
              </a:rPr>
              <a:t>b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. </a:t>
            </a:r>
          </a:p>
          <a:p>
            <a:pPr eaLnBrk="1" hangingPunct="1">
              <a:buFontTx/>
              <a:buNone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    The inner cylinder carries a steady current </a:t>
            </a:r>
            <a:r>
              <a:rPr lang="en-US" sz="2000" b="1" i="1" dirty="0">
                <a:latin typeface="Arial" pitchFamily="34" charset="0"/>
                <a:cs typeface="Arial" pitchFamily="34" charset="0"/>
              </a:rPr>
              <a:t>i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, and the outer cylinder provides the return path for that current. </a:t>
            </a:r>
          </a:p>
          <a:p>
            <a:pPr eaLnBrk="1" hangingPunct="1">
              <a:buFontTx/>
              <a:buNone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    The current sets up a magnetic field between the two cylinders. </a:t>
            </a:r>
          </a:p>
          <a:p>
            <a:pPr eaLnBrk="1" hangingPunct="1">
              <a:buFontTx/>
              <a:buNone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    (a) Calculate the energy stored in the magnetic field for a length ℓ of the cable.</a:t>
            </a:r>
          </a:p>
          <a:p>
            <a:pPr eaLnBrk="1" hangingPunct="1">
              <a:buFontTx/>
              <a:buNone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     (b) What is the stored energy per unit length of the cable if a=1.2mm, b=3.5mm , and i=2.7A ? </a:t>
            </a:r>
          </a:p>
        </p:txBody>
      </p:sp>
      <p:sp>
        <p:nvSpPr>
          <p:cNvPr id="33799" name="Slide Number Placeholder 6">
            <a:extLst>
              <a:ext uri="{FF2B5EF4-FFF2-40B4-BE49-F238E27FC236}">
                <a16:creationId xmlns:a16="http://schemas.microsoft.com/office/drawing/2014/main" id="{730CC0A3-78F6-4A23-AC0D-22D97E094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E6671F-CD07-42AC-8319-9917BCF801DC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id-ID" sz="1400"/>
          </a:p>
        </p:txBody>
      </p:sp>
      <p:pic>
        <p:nvPicPr>
          <p:cNvPr id="33795" name="Picture 5" descr="tfg024">
            <a:extLst>
              <a:ext uri="{FF2B5EF4-FFF2-40B4-BE49-F238E27FC236}">
                <a16:creationId xmlns:a16="http://schemas.microsoft.com/office/drawing/2014/main" id="{85EDDD19-B078-47F4-9A2E-A4E682AC2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633864"/>
            <a:ext cx="3462007" cy="286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6" name="Picture 7" descr="pixel">
            <a:extLst>
              <a:ext uri="{FF2B5EF4-FFF2-40B4-BE49-F238E27FC236}">
                <a16:creationId xmlns:a16="http://schemas.microsoft.com/office/drawing/2014/main" id="{EAC8D9E0-1455-4975-AD0D-6648BEDB3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0" y="4503738"/>
            <a:ext cx="9525" cy="5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Rectangle 5">
            <a:extLst>
              <a:ext uri="{FF2B5EF4-FFF2-40B4-BE49-F238E27FC236}">
                <a16:creationId xmlns:a16="http://schemas.microsoft.com/office/drawing/2014/main" id="{E5560B6B-4A74-4618-9A6D-FCD8ACADA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4668232"/>
            <a:ext cx="320384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Fig.12. A coaxial cable consists of two thin-walled concentric conducting cylinders with radii </a:t>
            </a:r>
            <a:r>
              <a:rPr lang="en-US" altLang="id-ID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id-ID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id-ID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id-ID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7003D426-3EF5-48DC-B3AA-E3B007D41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428625"/>
            <a:ext cx="2598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b="1" i="1" u="sng" dirty="0">
                <a:latin typeface="Comic Sans MS" panose="030F0702030302020204" pitchFamily="66" charset="0"/>
              </a:rPr>
              <a:t>Sample Problem</a:t>
            </a:r>
            <a:r>
              <a:rPr lang="en-US" altLang="id-ID" b="1" i="1" u="sng" dirty="0">
                <a:latin typeface="Arial" panose="020B0604020202020204" pitchFamily="34" charset="0"/>
              </a:rPr>
              <a:t> </a:t>
            </a:r>
            <a:endParaRPr lang="en-US" altLang="id-ID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1">
            <a:extLst>
              <a:ext uri="{FF2B5EF4-FFF2-40B4-BE49-F238E27FC236}">
                <a16:creationId xmlns:a16="http://schemas.microsoft.com/office/drawing/2014/main" id="{79143FF4-BFAC-4281-8AFA-3958C5E2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2FA89A-D70C-4A48-86A6-C350733BD3A6}" type="slidenum">
              <a:rPr lang="en-US" altLang="id-ID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id-ID" sz="1400"/>
          </a:p>
        </p:txBody>
      </p:sp>
      <p:sp>
        <p:nvSpPr>
          <p:cNvPr id="36867" name="Rectangle 1">
            <a:extLst>
              <a:ext uri="{FF2B5EF4-FFF2-40B4-BE49-F238E27FC236}">
                <a16:creationId xmlns:a16="http://schemas.microsoft.com/office/drawing/2014/main" id="{479420FD-9E20-437A-965F-31D835624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1556792"/>
            <a:ext cx="7311157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Interstate" pitchFamily="2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Interstate" pitchFamily="2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Interstate" pitchFamily="2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Interstate" pitchFamily="2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id-ID" sz="2000" b="1" u="sng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Assignment</a:t>
            </a:r>
            <a:endParaRPr lang="en-US" altLang="id-ID" sz="2000" b="1" u="sng" dirty="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id-ID" sz="2000" b="1" u="sng" dirty="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d-ID" sz="2000" b="1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Do the problems in the text-book: Fundamental of Physics, Chapter 30 (Induction and inductance) ; p.8</a:t>
            </a:r>
            <a:r>
              <a:rPr lang="id-ID" altLang="id-ID" sz="2000" b="1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95</a:t>
            </a:r>
            <a:r>
              <a:rPr lang="en-US" altLang="id-ID" sz="2000" b="1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</a:t>
            </a:r>
            <a:r>
              <a:rPr lang="id-ID" altLang="id-ID" sz="2000" b="1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902</a:t>
            </a:r>
            <a:r>
              <a:rPr lang="en-US" altLang="id-ID" sz="2000" b="1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endParaRPr lang="en-US" altLang="id-ID" sz="1100" dirty="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d-ID" sz="2000" b="1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Problems Number: 3, 29, 34, 47, 61, 67, and 72 </a:t>
            </a:r>
            <a:endParaRPr lang="en-US" altLang="id-ID" sz="1200" dirty="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6453</TotalTime>
  <Words>1151</Words>
  <Application>Microsoft Office PowerPoint</Application>
  <PresentationFormat>On-screen Show (4:3)</PresentationFormat>
  <Paragraphs>133</Paragraphs>
  <Slides>26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Calibri</vt:lpstr>
      <vt:lpstr>Comic Sans MS</vt:lpstr>
      <vt:lpstr>Interstate</vt:lpstr>
      <vt:lpstr>Monotype Sorts</vt:lpstr>
      <vt:lpstr>Open Sans</vt:lpstr>
      <vt:lpstr>Open Sans Light</vt:lpstr>
      <vt:lpstr>Open Sans Semibold</vt:lpstr>
      <vt:lpstr>Verdana</vt:lpstr>
      <vt:lpstr>Template PPT 2015</vt:lpstr>
      <vt:lpstr>Equation</vt:lpstr>
      <vt:lpstr> Induction and Inductance  Session 10-11</vt:lpstr>
      <vt:lpstr>PowerPoint Presentation</vt:lpstr>
      <vt:lpstr>2. Faraday's Law of Induction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Lenz's Law </vt:lpstr>
      <vt:lpstr>PowerPoint Presentation</vt:lpstr>
      <vt:lpstr>PowerPoint Presentation</vt:lpstr>
      <vt:lpstr>What is the cause of induced emf?</vt:lpstr>
      <vt:lpstr>Example Problem </vt:lpstr>
      <vt:lpstr>PowerPoint Presentation</vt:lpstr>
      <vt:lpstr>PowerPoint Presentation</vt:lpstr>
      <vt:lpstr> 4. Inductors and Inductance </vt:lpstr>
      <vt:lpstr>PowerPoint Presentation</vt:lpstr>
      <vt:lpstr>Self-Induction </vt:lpstr>
      <vt:lpstr>PowerPoint Presentation</vt:lpstr>
      <vt:lpstr>PowerPoint Presentation</vt:lpstr>
      <vt:lpstr>PowerPoint Presentation</vt:lpstr>
      <vt:lpstr>6. Energy Stored in a Magnetic Field </vt:lpstr>
      <vt:lpstr>PowerPoint Presentation</vt:lpstr>
      <vt:lpstr>Energy Density of a Magnetic Field </vt:lpstr>
      <vt:lpstr>PowerPoint Presentation</vt:lpstr>
      <vt:lpstr>PowerPoint Presentation</vt:lpstr>
    </vt:vector>
  </TitlesOfParts>
  <Company>fasilkom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>sablin yusuf</dc:creator>
  <cp:lastModifiedBy>FABIAN</cp:lastModifiedBy>
  <cp:revision>98</cp:revision>
  <dcterms:created xsi:type="dcterms:W3CDTF">2007-02-22T08:40:35Z</dcterms:created>
  <dcterms:modified xsi:type="dcterms:W3CDTF">2024-08-03T15:43:12Z</dcterms:modified>
</cp:coreProperties>
</file>