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90" r:id="rId2"/>
    <p:sldId id="257" r:id="rId3"/>
    <p:sldId id="258" r:id="rId4"/>
    <p:sldId id="293" r:id="rId5"/>
    <p:sldId id="278" r:id="rId6"/>
  </p:sldIdLst>
  <p:sldSz cx="24384000" cy="13716000"/>
  <p:notesSz cx="6858000" cy="9144000"/>
  <p:embeddedFontLst>
    <p:embeddedFont>
      <p:font typeface="OCRB" panose="020B0609020202020204" pitchFamily="49" charset="0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1003"/>
  </p:normalViewPr>
  <p:slideViewPr>
    <p:cSldViewPr snapToGrid="0" snapToObjects="1">
      <p:cViewPr varScale="1">
        <p:scale>
          <a:sx n="31" d="100"/>
          <a:sy n="31" d="100"/>
        </p:scale>
        <p:origin x="108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discussion 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1: Describe the concept of the intelligent agent and Artificial Intelligence   </a:t>
            </a:r>
          </a:p>
          <a:p>
            <a:r>
              <a:rPr lang="en-ID" dirty="0"/>
              <a:t>LO 2: Apply various search algorithms for agents to solve problems  </a:t>
            </a:r>
          </a:p>
          <a:p>
            <a:r>
              <a:rPr lang="en-ID" dirty="0"/>
              <a:t>LO 3: Apply various knowledge representations for reasoning purpose  </a:t>
            </a:r>
          </a:p>
          <a:p>
            <a:r>
              <a:rPr lang="en-ID" dirty="0"/>
              <a:t>LO 4: Apply various techniques to an agent when acting under uncertainty  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Intelligent Agent</a:t>
            </a:r>
          </a:p>
          <a:p>
            <a:r>
              <a:rPr lang="en-ID" dirty="0"/>
              <a:t>Bayesian Network</a:t>
            </a:r>
          </a:p>
          <a:p>
            <a:r>
              <a:rPr lang="en-ID" dirty="0"/>
              <a:t>Search Strategies</a:t>
            </a:r>
          </a:p>
          <a:p>
            <a:r>
              <a:rPr lang="en-ID" dirty="0"/>
              <a:t>First Order Logic</a:t>
            </a:r>
          </a:p>
          <a:p>
            <a:r>
              <a:rPr lang="en-ID" dirty="0"/>
              <a:t>Markov Model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0DD6-FD13-BD84-767D-684B697F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73206312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/>
              <a:t>Peter Norvig, Stuart Russel. (2021). Artificial Intelligence: A Modern Approach. Pearson. London. ISBN: 978-1292401133. Ch. 1-14.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4362</TotalTime>
  <Words>130</Words>
  <Application>Microsoft Office PowerPoint</Application>
  <PresentationFormat>Custom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OCRB</vt:lpstr>
      <vt:lpstr>Arial</vt:lpstr>
      <vt:lpstr>Open Sans</vt:lpstr>
      <vt:lpstr>Open Sans ExtraBold</vt:lpstr>
      <vt:lpstr>Open Sans Light</vt:lpstr>
      <vt:lpstr>Open Sans Semibold</vt:lpstr>
      <vt:lpstr>21_BasicWhite</vt:lpstr>
      <vt:lpstr>Review and discussion I</vt:lpstr>
      <vt:lpstr>Learning Outcomes</vt:lpstr>
      <vt:lpstr>outline</vt:lpstr>
      <vt:lpstr>Review and Discussion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56</cp:revision>
  <dcterms:created xsi:type="dcterms:W3CDTF">2023-11-17T02:51:40Z</dcterms:created>
  <dcterms:modified xsi:type="dcterms:W3CDTF">2024-12-27T07:34:28Z</dcterms:modified>
</cp:coreProperties>
</file>