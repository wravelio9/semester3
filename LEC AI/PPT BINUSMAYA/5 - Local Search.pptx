
<file path=[Content_Types].xml><?xml version="1.0" encoding="utf-8"?>
<Types xmlns="http://schemas.openxmlformats.org/package/2006/content-types">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17"/>
  </p:notesMasterIdLst>
  <p:sldIdLst>
    <p:sldId id="290" r:id="rId2"/>
    <p:sldId id="257" r:id="rId3"/>
    <p:sldId id="258" r:id="rId4"/>
    <p:sldId id="310" r:id="rId5"/>
    <p:sldId id="314" r:id="rId6"/>
    <p:sldId id="315" r:id="rId7"/>
    <p:sldId id="316" r:id="rId8"/>
    <p:sldId id="317" r:id="rId9"/>
    <p:sldId id="318" r:id="rId10"/>
    <p:sldId id="319" r:id="rId11"/>
    <p:sldId id="320" r:id="rId12"/>
    <p:sldId id="321" r:id="rId13"/>
    <p:sldId id="323" r:id="rId14"/>
    <p:sldId id="313" r:id="rId15"/>
    <p:sldId id="278" r:id="rId16"/>
  </p:sldIdLst>
  <p:sldSz cx="24384000" cy="13716000"/>
  <p:notesSz cx="6858000" cy="9144000"/>
  <p:embeddedFontLst>
    <p:embeddedFont>
      <p:font typeface="OCRB" panose="020B0609020202020204" pitchFamily="49" charset="0"/>
      <p:regular r:id="rId18"/>
    </p:embeddedFont>
    <p:embeddedFont>
      <p:font typeface="Open Sans" panose="020B0606030504020204" pitchFamily="34" charset="0"/>
      <p:regular r:id="rId19"/>
      <p:bold r:id="rId20"/>
      <p:italic r:id="rId21"/>
      <p:boldItalic r:id="rId22"/>
    </p:embeddedFont>
    <p:embeddedFont>
      <p:font typeface="Open Sans ExtraBold" panose="020B0906030804020204" pitchFamily="34" charset="0"/>
      <p:bold r:id="rId23"/>
      <p:italic r:id="rId24"/>
      <p:boldItalic r:id="rId25"/>
    </p:embeddedFont>
    <p:embeddedFont>
      <p:font typeface="Open Sans Light" panose="020B0306030504020204" pitchFamily="34" charset="0"/>
      <p:regular r:id="rId26"/>
      <p:italic r:id="rId27"/>
    </p:embeddedFont>
    <p:embeddedFont>
      <p:font typeface="Open Sans Semibold" panose="020B0706030804020204" pitchFamily="34" charset="0"/>
      <p:regular r:id="rId28"/>
      <p:bold r:id="rId29"/>
      <p:italic r:id="rId30"/>
      <p:boldItalic r:id="rId31"/>
    </p:embeddedFont>
  </p:embeddedFontLst>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1pPr>
    <a:lvl2pPr marL="0" marR="0" indent="4572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2pPr>
    <a:lvl3pPr marL="0" marR="0" indent="9144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3pPr>
    <a:lvl4pPr marL="0" marR="0" indent="13716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4pPr>
    <a:lvl5pPr marL="0" marR="0" indent="18288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5pPr>
    <a:lvl6pPr marL="0" marR="0" indent="22860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6pPr>
    <a:lvl7pPr marL="0" marR="0" indent="27432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7pPr>
    <a:lvl8pPr marL="0" marR="0" indent="32004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8pPr>
    <a:lvl9pPr marL="0" marR="0" indent="36576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9pPr>
  </p:defaultTextStyle>
  <p:extLst>
    <p:ext uri="{EFAFB233-063F-42B5-8137-9DF3F51BA10A}">
      <p15:sldGuideLst xmlns:p15="http://schemas.microsoft.com/office/powerpoint/2012/main">
        <p15:guide id="1" orient="horz" pos="4320" userDrawn="1">
          <p15:clr>
            <a:srgbClr val="A4A3A4"/>
          </p15:clr>
        </p15:guide>
        <p15:guide id="2" pos="76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1B5FF"/>
    <a:srgbClr val="F5AF36"/>
    <a:srgbClr val="314F9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381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Row>
  </a:tblStyle>
  <a:tblStyle styleId="{C7B018BB-80A7-4F77-B60F-C8B233D01FF8}" styleName="">
    <a:tblBg/>
    <a:wholeTbl>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25400" cap="flat">
              <a:solidFill>
                <a:srgbClr val="000000"/>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firstCol>
    <a:lastRow>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lastRow>
    <a:firstRow>
      <a:tcTxStyle b="on"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solidFill>
            <a:schemeClr val="accent1">
              <a:lumOff val="16847"/>
            </a:schemeClr>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838383"/>
              </a:solidFill>
              <a:prstDash val="solid"/>
              <a:miter lim="400000"/>
            </a:ln>
          </a:left>
          <a:right>
            <a:ln w="12700" cap="flat">
              <a:solidFill>
                <a:srgbClr val="838383"/>
              </a:solidFill>
              <a:prstDash val="solid"/>
              <a:miter lim="400000"/>
            </a:ln>
          </a:right>
          <a:top>
            <a:ln w="12700" cap="flat">
              <a:solidFill>
                <a:srgbClr val="838383"/>
              </a:solidFill>
              <a:prstDash val="solid"/>
              <a:miter lim="400000"/>
            </a:ln>
          </a:top>
          <a:bottom>
            <a:ln w="12700" cap="flat">
              <a:solidFill>
                <a:srgbClr val="838383"/>
              </a:solidFill>
              <a:prstDash val="solid"/>
              <a:miter lim="400000"/>
            </a:ln>
          </a:bottom>
          <a:insideH>
            <a:ln w="12700" cap="flat">
              <a:solidFill>
                <a:srgbClr val="838383"/>
              </a:solidFill>
              <a:prstDash val="solid"/>
              <a:miter lim="400000"/>
            </a:ln>
          </a:insideH>
          <a:insideV>
            <a:ln w="12700" cap="flat">
              <a:solidFill>
                <a:srgbClr val="838383"/>
              </a:solidFill>
              <a:prstDash val="solid"/>
              <a:miter lim="400000"/>
            </a:ln>
          </a:insideV>
        </a:tcBdr>
        <a:fill>
          <a:noFill/>
        </a:fill>
      </a:tcStyle>
    </a:wholeTbl>
    <a:band2H>
      <a:tcTxStyle/>
      <a:tcStyle>
        <a:tcBdr/>
        <a:fill>
          <a:solidFill>
            <a:srgbClr val="EDEEEE"/>
          </a:solidFill>
        </a:fill>
      </a:tcStyle>
    </a:band2H>
    <a:firstCol>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808080"/>
              </a:solidFill>
              <a:prstDash val="solid"/>
              <a:miter lim="400000"/>
            </a:ln>
          </a:right>
          <a:top>
            <a:ln w="12700" cap="flat">
              <a:solidFill>
                <a:srgbClr val="808080"/>
              </a:solidFill>
              <a:prstDash val="solid"/>
              <a:miter lim="400000"/>
            </a:ln>
          </a:top>
          <a:bottom>
            <a:ln w="12700" cap="flat">
              <a:solidFill>
                <a:srgbClr val="808080"/>
              </a:solidFill>
              <a:prstDash val="solid"/>
              <a:miter lim="400000"/>
            </a:ln>
          </a:bottom>
          <a:insideH>
            <a:ln w="12700" cap="flat">
              <a:solidFill>
                <a:srgbClr val="808080"/>
              </a:solidFill>
              <a:prstDash val="solid"/>
              <a:miter lim="400000"/>
            </a:ln>
          </a:insideH>
          <a:insideV>
            <a:ln w="12700" cap="flat">
              <a:solidFill>
                <a:srgbClr val="808080"/>
              </a:solidFill>
              <a:prstDash val="solid"/>
              <a:miter lim="400000"/>
            </a:ln>
          </a:insideV>
        </a:tcBdr>
        <a:fill>
          <a:solidFill>
            <a:srgbClr val="88FA4F"/>
          </a:solidFill>
        </a:fill>
      </a:tcStyle>
    </a:firstCol>
    <a:lastRow>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chemeClr val="accent3"/>
              </a:solidFill>
              <a:prstDash val="solid"/>
              <a:miter lim="400000"/>
            </a:ln>
          </a:top>
          <a:bottom>
            <a:ln w="12700" cap="flat">
              <a:solidFill>
                <a:srgbClr val="4D4D4D"/>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4D4D4D"/>
              </a:solidFill>
              <a:prstDash val="solid"/>
              <a:miter lim="400000"/>
            </a:ln>
          </a:right>
          <a:top>
            <a:ln w="12700" cap="flat">
              <a:solidFill>
                <a:srgbClr val="4D4D4D"/>
              </a:solidFill>
              <a:prstDash val="solid"/>
              <a:miter lim="400000"/>
            </a:ln>
          </a:top>
          <a:bottom>
            <a:ln w="12700" cap="flat">
              <a:solidFill>
                <a:srgbClr val="4D4D4D"/>
              </a:solidFill>
              <a:prstDash val="solid"/>
              <a:miter lim="400000"/>
            </a:ln>
          </a:bottom>
          <a:insideH>
            <a:ln w="12700" cap="flat">
              <a:solidFill>
                <a:srgbClr val="4D4D4D"/>
              </a:solidFill>
              <a:prstDash val="solid"/>
              <a:miter lim="400000"/>
            </a:ln>
          </a:insideH>
          <a:insideV>
            <a:ln w="12700" cap="flat">
              <a:solidFill>
                <a:srgbClr val="4D4D4D"/>
              </a:solidFill>
              <a:prstDash val="solid"/>
              <a:miter lim="400000"/>
            </a:ln>
          </a:insideV>
        </a:tcBdr>
        <a:fill>
          <a:solidFill>
            <a:srgbClr val="60D937"/>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wholeTbl>
    <a:band2H>
      <a:tcTxStyle/>
      <a:tcStyle>
        <a:tcBdr/>
        <a:fill>
          <a:solidFill>
            <a:schemeClr val="accent4">
              <a:hueOff val="348544"/>
              <a:lumOff val="7139"/>
            </a:schemeClr>
          </a:solidFill>
        </a:fill>
      </a:tcStyle>
    </a:band2H>
    <a:firstCol>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8BB00"/>
          </a:solidFill>
        </a:fill>
      </a:tcStyle>
    </a:firstCol>
    <a:la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38100" cap="flat">
              <a:solidFill>
                <a:srgbClr val="F8BA00"/>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lastRow>
    <a:fir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9400"/>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464646"/>
              </a:solidFill>
              <a:prstDash val="solid"/>
              <a:miter lim="400000"/>
            </a:ln>
          </a:left>
          <a:right>
            <a:ln w="12700" cap="flat">
              <a:solidFill>
                <a:srgbClr val="464646"/>
              </a:solidFill>
              <a:prstDash val="solid"/>
              <a:miter lim="400000"/>
            </a:ln>
          </a:right>
          <a:top>
            <a:ln w="12700" cap="flat">
              <a:solidFill>
                <a:srgbClr val="464646"/>
              </a:solidFill>
              <a:prstDash val="solid"/>
              <a:miter lim="400000"/>
            </a:ln>
          </a:top>
          <a:bottom>
            <a:ln w="12700" cap="flat">
              <a:solidFill>
                <a:srgbClr val="464646"/>
              </a:solidFill>
              <a:prstDash val="solid"/>
              <a:miter lim="400000"/>
            </a:ln>
          </a:bottom>
          <a:insideH>
            <a:ln w="12700" cap="flat">
              <a:solidFill>
                <a:srgbClr val="464646"/>
              </a:solidFill>
              <a:prstDash val="solid"/>
              <a:miter lim="400000"/>
            </a:ln>
          </a:insideH>
          <a:insideV>
            <a:ln w="12700" cap="flat">
              <a:solidFill>
                <a:srgbClr val="464646"/>
              </a:solidFill>
              <a:prstDash val="solid"/>
              <a:miter lim="400000"/>
            </a:ln>
          </a:insideV>
        </a:tcBdr>
        <a:fill>
          <a:noFill/>
        </a:fill>
      </a:tcStyle>
    </a:wholeTbl>
    <a:band2H>
      <a:tcTxStyle/>
      <a:tcStyle>
        <a:tcBdr/>
        <a:fill>
          <a:solidFill>
            <a:srgbClr val="D4D5D5"/>
          </a:solidFill>
        </a:fill>
      </a:tcStyle>
    </a:band2H>
    <a:firstCol>
      <a:tcTxStyle b="on" i="off">
        <a:fontRef idx="minor">
          <a:srgbClr val="FFFFFF"/>
        </a:fontRef>
        <a:srgbClr val="FFFFFF"/>
      </a:tcTxStyle>
      <a:tcStyle>
        <a:tcBdr>
          <a:left>
            <a:ln w="12700" cap="flat">
              <a:solidFill>
                <a:srgbClr val="5E5E5E"/>
              </a:solidFill>
              <a:prstDash val="solid"/>
              <a:miter lim="400000"/>
            </a:ln>
          </a:left>
          <a:right>
            <a:ln w="12700" cap="flat">
              <a:solidFill>
                <a:srgbClr val="A6AAA9"/>
              </a:solidFill>
              <a:prstDash val="solid"/>
              <a:miter lim="400000"/>
            </a:ln>
          </a:right>
          <a:top>
            <a:ln w="12700" cap="flat">
              <a:solidFill>
                <a:srgbClr val="C3C3C3"/>
              </a:solidFill>
              <a:prstDash val="solid"/>
              <a:miter lim="400000"/>
            </a:ln>
          </a:top>
          <a:bottom>
            <a:ln w="12700" cap="flat">
              <a:solidFill>
                <a:srgbClr val="C3C3C3"/>
              </a:solidFill>
              <a:prstDash val="solid"/>
              <a:miter lim="400000"/>
            </a:ln>
          </a:bottom>
          <a:insideH>
            <a:ln w="12700" cap="flat">
              <a:solidFill>
                <a:srgbClr val="C3C3C3"/>
              </a:solidFill>
              <a:prstDash val="solid"/>
              <a:miter lim="400000"/>
            </a:ln>
          </a:insideH>
          <a:insideV>
            <a:ln w="12700" cap="flat">
              <a:solidFill>
                <a:srgbClr val="C3C3C3"/>
              </a:solidFill>
              <a:prstDash val="solid"/>
              <a:miter lim="400000"/>
            </a:ln>
          </a:insideV>
        </a:tcBdr>
        <a:fill>
          <a:solidFill>
            <a:srgbClr val="CB2A7B"/>
          </a:solidFill>
        </a:fill>
      </a:tcStyle>
    </a:firstCol>
    <a:lastRow>
      <a:tcTxStyle b="on" i="off">
        <a:fontRef idx="minor">
          <a:srgbClr val="000000"/>
        </a:fontRef>
        <a:srgbClr val="000000"/>
      </a:tcTxStyle>
      <a:tcStyle>
        <a:tcBdr>
          <a:left>
            <a:ln w="12700" cap="flat">
              <a:solidFill>
                <a:srgbClr val="5E5E5E"/>
              </a:solidFill>
              <a:prstDash val="solid"/>
              <a:miter lim="400000"/>
            </a:ln>
          </a:left>
          <a:right>
            <a:ln w="12700" cap="flat">
              <a:solidFill>
                <a:srgbClr val="5E5E5E"/>
              </a:solidFill>
              <a:prstDash val="solid"/>
              <a:miter lim="400000"/>
            </a:ln>
          </a:right>
          <a:top>
            <a:ln w="38100" cap="flat">
              <a:solidFill>
                <a:srgbClr val="CB297B"/>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rgbClr val="FFFFFF"/>
          </a:solidFill>
        </a:fill>
      </a:tcStyle>
    </a:lastRow>
    <a:firstRow>
      <a:tcTxStyle b="on" i="off">
        <a:fontRef idx="minor">
          <a:srgbClr val="FFFFFF"/>
        </a:fontRef>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5E5E5E"/>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991A5F"/>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wholeTbl>
    <a:band2H>
      <a:tcTxStyle/>
      <a:tcStyle>
        <a:tcBdr/>
        <a:fill>
          <a:solidFill>
            <a:srgbClr val="EDEEEE"/>
          </a:solidFill>
        </a:fill>
      </a:tcStyle>
    </a:band2H>
    <a:firstCol>
      <a:tcTxStyle b="on" i="off">
        <a:fontRef idx="minor">
          <a:srgbClr val="000000"/>
        </a:fontRef>
        <a:srgbClr val="000000"/>
      </a:tcTxStyle>
      <a:tcStyle>
        <a:tcBdr>
          <a:left>
            <a:ln w="12700" cap="flat">
              <a:solidFill>
                <a:srgbClr val="6C6C6C"/>
              </a:solidFill>
              <a:prstDash val="solid"/>
              <a:miter lim="400000"/>
            </a:ln>
          </a:left>
          <a:right>
            <a:ln w="254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6C6C6C"/>
              </a:solidFill>
              <a:prstDash val="solid"/>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6C6C6C"/>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D6DCE0"/>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7792" autoAdjust="0"/>
    <p:restoredTop sz="90994"/>
  </p:normalViewPr>
  <p:slideViewPr>
    <p:cSldViewPr snapToGrid="0" snapToObjects="1">
      <p:cViewPr varScale="1">
        <p:scale>
          <a:sx n="35" d="100"/>
          <a:sy n="35" d="100"/>
        </p:scale>
        <p:origin x="796" y="52"/>
      </p:cViewPr>
      <p:guideLst>
        <p:guide orient="horz" pos="4320"/>
        <p:guide pos="76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font" Target="fonts/font9.fntdata"/><Relationship Id="rId3" Type="http://schemas.openxmlformats.org/officeDocument/2006/relationships/slide" Target="slides/slide2.xml"/><Relationship Id="rId21" Type="http://schemas.openxmlformats.org/officeDocument/2006/relationships/font" Target="fonts/font4.fntdata"/><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5" Type="http://schemas.openxmlformats.org/officeDocument/2006/relationships/font" Target="fonts/font8.fntdata"/><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29" Type="http://schemas.openxmlformats.org/officeDocument/2006/relationships/font" Target="fonts/font1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7.fntdata"/><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6.fntdata"/><Relationship Id="rId28" Type="http://schemas.openxmlformats.org/officeDocument/2006/relationships/font" Target="fonts/font11.fntdata"/><Relationship Id="rId10" Type="http://schemas.openxmlformats.org/officeDocument/2006/relationships/slide" Target="slides/slide9.xml"/><Relationship Id="rId19" Type="http://schemas.openxmlformats.org/officeDocument/2006/relationships/font" Target="fonts/font2.fntdata"/><Relationship Id="rId31" Type="http://schemas.openxmlformats.org/officeDocument/2006/relationships/font" Target="fonts/font1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 Id="rId27" Type="http://schemas.openxmlformats.org/officeDocument/2006/relationships/font" Target="fonts/font10.fntdata"/><Relationship Id="rId30" Type="http://schemas.openxmlformats.org/officeDocument/2006/relationships/font" Target="fonts/font13.fntdata"/><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70" name="Shape 170"/>
          <p:cNvSpPr>
            <a:spLocks noGrp="1" noRot="1" noChangeAspect="1"/>
          </p:cNvSpPr>
          <p:nvPr>
            <p:ph type="sldImg"/>
          </p:nvPr>
        </p:nvSpPr>
        <p:spPr>
          <a:xfrm>
            <a:off x="1143000" y="685800"/>
            <a:ext cx="4572000" cy="3429000"/>
          </a:xfrm>
          <a:prstGeom prst="rect">
            <a:avLst/>
          </a:prstGeom>
        </p:spPr>
        <p:txBody>
          <a:bodyPr/>
          <a:lstStyle/>
          <a:p>
            <a:endParaRPr dirty="0"/>
          </a:p>
        </p:txBody>
      </p:sp>
      <p:sp>
        <p:nvSpPr>
          <p:cNvPr id="171" name="Shape 171"/>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b="0" i="0">
        <a:latin typeface="Open Sans Light" pitchFamily="2" charset="0"/>
        <a:ea typeface="Open Sans Light" pitchFamily="2" charset="0"/>
        <a:cs typeface="Open Sans Light" pitchFamily="2" charset="0"/>
        <a:sym typeface="Helvetica Neue"/>
      </a:defRPr>
    </a:lvl1pPr>
    <a:lvl2pPr indent="228600" defTabSz="457200" latinLnBrk="0">
      <a:lnSpc>
        <a:spcPct val="117999"/>
      </a:lnSpc>
      <a:defRPr sz="2200">
        <a:latin typeface="+mn-lt"/>
        <a:ea typeface="+mn-ea"/>
        <a:cs typeface="+mn-cs"/>
        <a:sym typeface="Helvetica Neue"/>
      </a:defRPr>
    </a:lvl2pPr>
    <a:lvl3pPr indent="457200" defTabSz="457200" latinLnBrk="0">
      <a:lnSpc>
        <a:spcPct val="117999"/>
      </a:lnSpc>
      <a:defRPr sz="2200">
        <a:latin typeface="+mn-lt"/>
        <a:ea typeface="+mn-ea"/>
        <a:cs typeface="+mn-cs"/>
        <a:sym typeface="Helvetica Neue"/>
      </a:defRPr>
    </a:lvl3pPr>
    <a:lvl4pPr indent="685800" defTabSz="457200" latinLnBrk="0">
      <a:lnSpc>
        <a:spcPct val="117999"/>
      </a:lnSpc>
      <a:defRPr sz="2200">
        <a:latin typeface="+mn-lt"/>
        <a:ea typeface="+mn-ea"/>
        <a:cs typeface="+mn-cs"/>
        <a:sym typeface="Helvetica Neue"/>
      </a:defRPr>
    </a:lvl4pPr>
    <a:lvl5pPr indent="914400" defTabSz="457200" latinLnBrk="0">
      <a:lnSpc>
        <a:spcPct val="117999"/>
      </a:lnSpc>
      <a:defRPr sz="2200">
        <a:latin typeface="+mn-lt"/>
        <a:ea typeface="+mn-ea"/>
        <a:cs typeface="+mn-cs"/>
        <a:sym typeface="Helvetica Neue"/>
      </a:defRPr>
    </a:lvl5pPr>
    <a:lvl6pPr indent="1143000" defTabSz="457200" latinLnBrk="0">
      <a:lnSpc>
        <a:spcPct val="117999"/>
      </a:lnSpc>
      <a:defRPr sz="2200">
        <a:latin typeface="+mn-lt"/>
        <a:ea typeface="+mn-ea"/>
        <a:cs typeface="+mn-cs"/>
        <a:sym typeface="Helvetica Neue"/>
      </a:defRPr>
    </a:lvl6pPr>
    <a:lvl7pPr indent="1371600" defTabSz="457200" latinLnBrk="0">
      <a:lnSpc>
        <a:spcPct val="117999"/>
      </a:lnSpc>
      <a:defRPr sz="2200">
        <a:latin typeface="+mn-lt"/>
        <a:ea typeface="+mn-ea"/>
        <a:cs typeface="+mn-cs"/>
        <a:sym typeface="Helvetica Neue"/>
      </a:defRPr>
    </a:lvl7pPr>
    <a:lvl8pPr indent="1600200" defTabSz="457200" latinLnBrk="0">
      <a:lnSpc>
        <a:spcPct val="117999"/>
      </a:lnSpc>
      <a:defRPr sz="2200">
        <a:latin typeface="+mn-lt"/>
        <a:ea typeface="+mn-ea"/>
        <a:cs typeface="+mn-cs"/>
        <a:sym typeface="Helvetica Neue"/>
      </a:defRPr>
    </a:lvl8pPr>
    <a:lvl9pPr indent="1828800" defTabSz="457200" latinLnBrk="0">
      <a:lnSpc>
        <a:spcPct val="117999"/>
      </a:lnSpc>
      <a:defRPr sz="2200">
        <a:latin typeface="+mn-lt"/>
        <a:ea typeface="+mn-ea"/>
        <a:cs typeface="+mn-cs"/>
        <a:sym typeface="Helvetica Neue"/>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6.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svg"/><Relationship Id="rId7" Type="http://schemas.openxmlformats.org/officeDocument/2006/relationships/image" Target="../media/image13.svg"/><Relationship Id="rId12" Type="http://schemas.openxmlformats.org/officeDocument/2006/relationships/image" Target="../media/image6.png"/><Relationship Id="rId2" Type="http://schemas.openxmlformats.org/officeDocument/2006/relationships/image" Target="../media/image8.png"/><Relationship Id="rId1" Type="http://schemas.openxmlformats.org/officeDocument/2006/relationships/slideMaster" Target="../slideMasters/slideMaster1.xml"/><Relationship Id="rId6" Type="http://schemas.openxmlformats.org/officeDocument/2006/relationships/image" Target="../media/image12.png"/><Relationship Id="rId11" Type="http://schemas.openxmlformats.org/officeDocument/2006/relationships/image" Target="../media/image5.png"/><Relationship Id="rId5" Type="http://schemas.openxmlformats.org/officeDocument/2006/relationships/image" Target="../media/image11.svg"/><Relationship Id="rId10" Type="http://schemas.openxmlformats.org/officeDocument/2006/relationships/image" Target="../media/image4.png"/><Relationship Id="rId4" Type="http://schemas.openxmlformats.org/officeDocument/2006/relationships/image" Target="../media/image10.png"/><Relationship Id="rId9" Type="http://schemas.openxmlformats.org/officeDocument/2006/relationships/image" Target="../media/image15.sv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9.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9.svg"/><Relationship Id="rId7" Type="http://schemas.openxmlformats.org/officeDocument/2006/relationships/image" Target="../media/image5.png"/><Relationship Id="rId2" Type="http://schemas.openxmlformats.org/officeDocument/2006/relationships/image" Target="../media/image18.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21.svg"/><Relationship Id="rId4" Type="http://schemas.openxmlformats.org/officeDocument/2006/relationships/image" Target="../media/image20.pn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22.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type 1">
    <p:spTree>
      <p:nvGrpSpPr>
        <p:cNvPr id="1" name=""/>
        <p:cNvGrpSpPr/>
        <p:nvPr/>
      </p:nvGrpSpPr>
      <p:grpSpPr>
        <a:xfrm>
          <a:off x="0" y="0"/>
          <a:ext cx="0" cy="0"/>
          <a:chOff x="0" y="0"/>
          <a:chExt cx="0" cy="0"/>
        </a:xfrm>
      </p:grpSpPr>
      <p:pic>
        <p:nvPicPr>
          <p:cNvPr id="26" name="BG Slide-01.jpg" descr="BG Slide-01.jpg">
            <a:extLst>
              <a:ext uri="{FF2B5EF4-FFF2-40B4-BE49-F238E27FC236}">
                <a16:creationId xmlns:a16="http://schemas.microsoft.com/office/drawing/2014/main" id="{2AB02847-5A77-D04F-9022-6161AA94A369}"/>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20" name="Rounded Rectangle">
            <a:extLst>
              <a:ext uri="{FF2B5EF4-FFF2-40B4-BE49-F238E27FC236}">
                <a16:creationId xmlns:a16="http://schemas.microsoft.com/office/drawing/2014/main" id="{2610CD5C-942F-BF48-875B-42FFCE146C9A}"/>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b="0" i="0" dirty="0">
              <a:latin typeface="Open Sans Light" pitchFamily="2" charset="0"/>
              <a:ea typeface="Open Sans Light" pitchFamily="2" charset="0"/>
              <a:cs typeface="Open Sans Light" pitchFamily="2" charset="0"/>
            </a:endParaRP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3" name="Body Level One…">
            <a:extLst>
              <a:ext uri="{FF2B5EF4-FFF2-40B4-BE49-F238E27FC236}">
                <a16:creationId xmlns:a16="http://schemas.microsoft.com/office/drawing/2014/main" id="{DC9E4D2B-1303-D647-ADF8-BD63A36C3CA0}"/>
              </a:ext>
            </a:extLst>
          </p:cNvPr>
          <p:cNvSpPr txBox="1">
            <a:spLocks noGrp="1"/>
          </p:cNvSpPr>
          <p:nvPr>
            <p:ph type="body" sz="quarter" idx="1" hasCustomPrompt="1"/>
          </p:nvPr>
        </p:nvSpPr>
        <p:spPr>
          <a:xfrm>
            <a:off x="1201342" y="6754848"/>
            <a:ext cx="21971001" cy="1905001"/>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Subtitle</a:t>
            </a:r>
          </a:p>
          <a:p>
            <a:pPr lvl="4"/>
            <a:endParaRPr dirty="0"/>
          </a:p>
        </p:txBody>
      </p:sp>
      <p:sp>
        <p:nvSpPr>
          <p:cNvPr id="24" name="Presentation Title">
            <a:extLst>
              <a:ext uri="{FF2B5EF4-FFF2-40B4-BE49-F238E27FC236}">
                <a16:creationId xmlns:a16="http://schemas.microsoft.com/office/drawing/2014/main" id="{1323A2FB-C06C-AA47-AA40-00FC9E490C61}"/>
              </a:ext>
            </a:extLst>
          </p:cNvPr>
          <p:cNvSpPr txBox="1">
            <a:spLocks noGrp="1"/>
          </p:cNvSpPr>
          <p:nvPr>
            <p:ph type="title" hasCustomPrompt="1"/>
          </p:nvPr>
        </p:nvSpPr>
        <p:spPr>
          <a:xfrm>
            <a:off x="1206496" y="2574991"/>
            <a:ext cx="21971004" cy="3917819"/>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dirty="0"/>
              <a:t>Presentation</a:t>
            </a:r>
            <a:r>
              <a:rPr dirty="0"/>
              <a:t> </a:t>
            </a:r>
            <a:r>
              <a:rPr lang="en-US" dirty="0"/>
              <a:t>Title</a:t>
            </a:r>
            <a:endParaRPr dirty="0"/>
          </a:p>
        </p:txBody>
      </p:sp>
      <p:sp>
        <p:nvSpPr>
          <p:cNvPr id="2" name="Text Placeholder 2">
            <a:extLst>
              <a:ext uri="{FF2B5EF4-FFF2-40B4-BE49-F238E27FC236}">
                <a16:creationId xmlns:a16="http://schemas.microsoft.com/office/drawing/2014/main" id="{D6474C2C-5958-6F6B-1482-E67DED339DDC}"/>
              </a:ext>
            </a:extLst>
          </p:cNvPr>
          <p:cNvSpPr>
            <a:spLocks noGrp="1"/>
          </p:cNvSpPr>
          <p:nvPr>
            <p:ph type="body" sz="quarter" idx="11" hasCustomPrompt="1"/>
          </p:nvPr>
        </p:nvSpPr>
        <p:spPr>
          <a:xfrm>
            <a:off x="10058192" y="11538583"/>
            <a:ext cx="4212692" cy="74588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lang="en-US" dirty="0"/>
              <a:t>Type your name</a:t>
            </a:r>
          </a:p>
        </p:txBody>
      </p:sp>
      <p:sp>
        <p:nvSpPr>
          <p:cNvPr id="4" name="UNIVERSITAS BINA NUSANTARA">
            <a:extLst>
              <a:ext uri="{FF2B5EF4-FFF2-40B4-BE49-F238E27FC236}">
                <a16:creationId xmlns:a16="http://schemas.microsoft.com/office/drawing/2014/main" id="{5DC7F27E-9CB9-099F-4DA7-367C6ADB411B}"/>
              </a:ext>
            </a:extLst>
          </p:cNvPr>
          <p:cNvSpPr txBox="1"/>
          <p:nvPr userDrawn="1"/>
        </p:nvSpPr>
        <p:spPr>
          <a:xfrm>
            <a:off x="10058192" y="11100823"/>
            <a:ext cx="4212692" cy="35125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lang="en-US" sz="2800" dirty="0"/>
              <a:t>SUBJECT MATTER EXPERT</a:t>
            </a:r>
            <a:endParaRPr sz="2800" b="1" dirty="0"/>
          </a:p>
        </p:txBody>
      </p:sp>
      <p:pic>
        <p:nvPicPr>
          <p:cNvPr id="5" name="Picture 4">
            <a:extLst>
              <a:ext uri="{FF2B5EF4-FFF2-40B4-BE49-F238E27FC236}">
                <a16:creationId xmlns:a16="http://schemas.microsoft.com/office/drawing/2014/main" id="{7D72B8CD-2B60-168D-460C-3FFD38B69D8E}"/>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1009027" y="758208"/>
            <a:ext cx="2698754" cy="1143002"/>
          </a:xfrm>
          <a:prstGeom prst="rect">
            <a:avLst/>
          </a:prstGeom>
        </p:spPr>
      </p:pic>
      <p:pic>
        <p:nvPicPr>
          <p:cNvPr id="7" name="Image" descr="Image">
            <a:extLst>
              <a:ext uri="{FF2B5EF4-FFF2-40B4-BE49-F238E27FC236}">
                <a16:creationId xmlns:a16="http://schemas.microsoft.com/office/drawing/2014/main" id="{69A49E29-524D-6392-0485-9DF63C0D6D3D}"/>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4094124863"/>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type 1">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2058"/>
            <a:ext cx="14715569" cy="510281"/>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rgbClr val="424242"/>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11" name="Content Placeholder 7">
            <a:extLst>
              <a:ext uri="{FF2B5EF4-FFF2-40B4-BE49-F238E27FC236}">
                <a16:creationId xmlns:a16="http://schemas.microsoft.com/office/drawing/2014/main" id="{CCD29839-25B4-3D48-8D8C-B1D859A74A9A}"/>
              </a:ext>
            </a:extLst>
          </p:cNvPr>
          <p:cNvSpPr>
            <a:spLocks noGrp="1"/>
          </p:cNvSpPr>
          <p:nvPr>
            <p:ph sz="quarter" idx="11"/>
          </p:nvPr>
        </p:nvSpPr>
        <p:spPr>
          <a:xfrm>
            <a:off x="2163188" y="3260663"/>
            <a:ext cx="20057623" cy="8583279"/>
          </a:xfrm>
        </p:spPr>
        <p:txBody>
          <a:bodyPr>
            <a:normAutofit/>
          </a:bodyPr>
          <a:lstStyle>
            <a:lvl1pPr marL="742950" indent="-742950">
              <a:lnSpc>
                <a:spcPct val="100000"/>
              </a:lnSpc>
              <a:spcBef>
                <a:spcPts val="3500"/>
              </a:spcBef>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1pPr>
            <a:lvl2pPr marL="1498950" indent="-742950">
              <a:lnSpc>
                <a:spcPct val="100000"/>
              </a:lnSpc>
              <a:spcBef>
                <a:spcPts val="3500"/>
              </a:spcBef>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2pPr>
            <a:lvl3pPr marL="2254950" indent="-742950">
              <a:lnSpc>
                <a:spcPct val="100000"/>
              </a:lnSpc>
              <a:spcBef>
                <a:spcPts val="3500"/>
              </a:spcBef>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3pPr>
            <a:lvl4pPr marL="3010950" indent="-742950">
              <a:lnSpc>
                <a:spcPct val="100000"/>
              </a:lnSpc>
              <a:spcBef>
                <a:spcPts val="3500"/>
              </a:spcBef>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4pPr>
            <a:lvl5pPr marL="3658950" indent="-742950">
              <a:lnSpc>
                <a:spcPct val="100000"/>
              </a:lnSpc>
              <a:spcBef>
                <a:spcPts val="3500"/>
              </a:spcBef>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5pPr>
            <a:lvl7pPr marL="3657600" indent="0">
              <a:buNone/>
              <a:defRPr/>
            </a:lvl7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5" name="Picture 4">
            <a:extLst>
              <a:ext uri="{FF2B5EF4-FFF2-40B4-BE49-F238E27FC236}">
                <a16:creationId xmlns:a16="http://schemas.microsoft.com/office/drawing/2014/main" id="{2CB39841-01E8-3B46-1169-9D75B18B74D3}"/>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2" name="Group">
            <a:extLst>
              <a:ext uri="{FF2B5EF4-FFF2-40B4-BE49-F238E27FC236}">
                <a16:creationId xmlns:a16="http://schemas.microsoft.com/office/drawing/2014/main" id="{AC8C371E-C0F6-4081-3D3F-D6E3528C4285}"/>
              </a:ext>
            </a:extLst>
          </p:cNvPr>
          <p:cNvGrpSpPr/>
          <p:nvPr userDrawn="1"/>
        </p:nvGrpSpPr>
        <p:grpSpPr>
          <a:xfrm>
            <a:off x="756659" y="-3867"/>
            <a:ext cx="2783909" cy="2014172"/>
            <a:chOff x="-2864397" y="0"/>
            <a:chExt cx="2783907" cy="2014171"/>
          </a:xfrm>
        </p:grpSpPr>
        <p:pic>
          <p:nvPicPr>
            <p:cNvPr id="4" name="Image" descr="Image">
              <a:extLst>
                <a:ext uri="{FF2B5EF4-FFF2-40B4-BE49-F238E27FC236}">
                  <a16:creationId xmlns:a16="http://schemas.microsoft.com/office/drawing/2014/main" id="{521B05C9-D576-5C9F-B6FD-5FB48D1A784C}"/>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6" name="Image" descr="Image">
              <a:extLst>
                <a:ext uri="{FF2B5EF4-FFF2-40B4-BE49-F238E27FC236}">
                  <a16:creationId xmlns:a16="http://schemas.microsoft.com/office/drawing/2014/main" id="{BAAB4BAE-E916-72F8-967D-ECE287538CAD}"/>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7" name="Image" descr="Image">
              <a:extLst>
                <a:ext uri="{FF2B5EF4-FFF2-40B4-BE49-F238E27FC236}">
                  <a16:creationId xmlns:a16="http://schemas.microsoft.com/office/drawing/2014/main" id="{4B27BB17-04E8-65DD-1C87-6ECA478DD2AB}"/>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109024523"/>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type 2">
    <p:spTree>
      <p:nvGrpSpPr>
        <p:cNvPr id="1" name=""/>
        <p:cNvGrpSpPr/>
        <p:nvPr/>
      </p:nvGrpSpPr>
      <p:grpSpPr>
        <a:xfrm>
          <a:off x="0" y="0"/>
          <a:ext cx="0" cy="0"/>
          <a:chOff x="0" y="0"/>
          <a:chExt cx="0" cy="0"/>
        </a:xfrm>
      </p:grpSpPr>
      <p:pic>
        <p:nvPicPr>
          <p:cNvPr id="26" name="BG Slide-01.jpg" descr="BG Slide-01.jpg">
            <a:extLst>
              <a:ext uri="{FF2B5EF4-FFF2-40B4-BE49-F238E27FC236}">
                <a16:creationId xmlns:a16="http://schemas.microsoft.com/office/drawing/2014/main" id="{2AB02847-5A77-D04F-9022-6161AA94A369}"/>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F7BB76AE-A45C-1F43-9E7B-E96439A8D439}"/>
              </a:ext>
            </a:extLst>
          </p:cNvPr>
          <p:cNvSpPr/>
          <p:nvPr userDrawn="1"/>
        </p:nvSpPr>
        <p:spPr>
          <a:xfrm>
            <a:off x="0" y="0"/>
            <a:ext cx="24384000" cy="13716000"/>
          </a:xfrm>
          <a:prstGeom prst="rect">
            <a:avLst/>
          </a:prstGeom>
          <a:gradFill>
            <a:gsLst>
              <a:gs pos="0">
                <a:srgbClr val="2670B8"/>
              </a:gs>
              <a:gs pos="100000">
                <a:srgbClr val="2258A7"/>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0" name="Rounded Rectangle">
            <a:extLst>
              <a:ext uri="{FF2B5EF4-FFF2-40B4-BE49-F238E27FC236}">
                <a16:creationId xmlns:a16="http://schemas.microsoft.com/office/drawing/2014/main" id="{2610CD5C-942F-BF48-875B-42FFCE146C9A}"/>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b="0" i="0" dirty="0">
              <a:latin typeface="Open Sans Light" pitchFamily="2" charset="0"/>
              <a:ea typeface="Open Sans Light" pitchFamily="2" charset="0"/>
              <a:cs typeface="Open Sans Light" pitchFamily="2" charset="0"/>
            </a:endParaRP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3" name="Body Level One…">
            <a:extLst>
              <a:ext uri="{FF2B5EF4-FFF2-40B4-BE49-F238E27FC236}">
                <a16:creationId xmlns:a16="http://schemas.microsoft.com/office/drawing/2014/main" id="{DC9E4D2B-1303-D647-ADF8-BD63A36C3CA0}"/>
              </a:ext>
            </a:extLst>
          </p:cNvPr>
          <p:cNvSpPr txBox="1">
            <a:spLocks noGrp="1"/>
          </p:cNvSpPr>
          <p:nvPr>
            <p:ph type="body" sz="quarter" idx="1" hasCustomPrompt="1"/>
          </p:nvPr>
        </p:nvSpPr>
        <p:spPr>
          <a:xfrm>
            <a:off x="1201342" y="6754848"/>
            <a:ext cx="21971001" cy="1905001"/>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Subtitle</a:t>
            </a:r>
          </a:p>
          <a:p>
            <a:pPr lvl="4"/>
            <a:endParaRPr dirty="0"/>
          </a:p>
        </p:txBody>
      </p:sp>
      <p:sp>
        <p:nvSpPr>
          <p:cNvPr id="24" name="Presentation Title">
            <a:extLst>
              <a:ext uri="{FF2B5EF4-FFF2-40B4-BE49-F238E27FC236}">
                <a16:creationId xmlns:a16="http://schemas.microsoft.com/office/drawing/2014/main" id="{1323A2FB-C06C-AA47-AA40-00FC9E490C61}"/>
              </a:ext>
            </a:extLst>
          </p:cNvPr>
          <p:cNvSpPr txBox="1">
            <a:spLocks noGrp="1"/>
          </p:cNvSpPr>
          <p:nvPr>
            <p:ph type="title" hasCustomPrompt="1"/>
          </p:nvPr>
        </p:nvSpPr>
        <p:spPr>
          <a:xfrm>
            <a:off x="1206496" y="2574991"/>
            <a:ext cx="21971004" cy="3917819"/>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dirty="0"/>
              <a:t>Presentation</a:t>
            </a:r>
            <a:r>
              <a:rPr dirty="0"/>
              <a:t> </a:t>
            </a:r>
            <a:r>
              <a:rPr lang="en-ID" dirty="0"/>
              <a:t>Title</a:t>
            </a:r>
            <a:endParaRPr dirty="0"/>
          </a:p>
        </p:txBody>
      </p:sp>
      <p:sp>
        <p:nvSpPr>
          <p:cNvPr id="2" name="Text Placeholder 2">
            <a:extLst>
              <a:ext uri="{FF2B5EF4-FFF2-40B4-BE49-F238E27FC236}">
                <a16:creationId xmlns:a16="http://schemas.microsoft.com/office/drawing/2014/main" id="{23DCB9E1-9FF7-C612-AB16-FF6707878307}"/>
              </a:ext>
            </a:extLst>
          </p:cNvPr>
          <p:cNvSpPr>
            <a:spLocks noGrp="1"/>
          </p:cNvSpPr>
          <p:nvPr>
            <p:ph type="body" sz="quarter" idx="11" hasCustomPrompt="1"/>
          </p:nvPr>
        </p:nvSpPr>
        <p:spPr>
          <a:xfrm>
            <a:off x="10058192" y="11538583"/>
            <a:ext cx="4212692" cy="74588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lang="en-US" dirty="0"/>
              <a:t>Type your name</a:t>
            </a:r>
          </a:p>
        </p:txBody>
      </p:sp>
      <p:sp>
        <p:nvSpPr>
          <p:cNvPr id="3" name="UNIVERSITAS BINA NUSANTARA">
            <a:extLst>
              <a:ext uri="{FF2B5EF4-FFF2-40B4-BE49-F238E27FC236}">
                <a16:creationId xmlns:a16="http://schemas.microsoft.com/office/drawing/2014/main" id="{76287026-42FF-418F-A536-8F52F4949E8D}"/>
              </a:ext>
            </a:extLst>
          </p:cNvPr>
          <p:cNvSpPr txBox="1"/>
          <p:nvPr userDrawn="1"/>
        </p:nvSpPr>
        <p:spPr>
          <a:xfrm>
            <a:off x="10058192" y="11100823"/>
            <a:ext cx="4212692" cy="35125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lang="en-US" sz="2800" dirty="0"/>
              <a:t>SUBJECT MATTER EXPERT</a:t>
            </a:r>
            <a:endParaRPr sz="2800" b="1" dirty="0"/>
          </a:p>
        </p:txBody>
      </p:sp>
      <p:pic>
        <p:nvPicPr>
          <p:cNvPr id="4" name="Picture 3">
            <a:extLst>
              <a:ext uri="{FF2B5EF4-FFF2-40B4-BE49-F238E27FC236}">
                <a16:creationId xmlns:a16="http://schemas.microsoft.com/office/drawing/2014/main" id="{22412E04-E7E5-6907-9DD0-CE975EF38391}"/>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1009028" y="758208"/>
            <a:ext cx="2698754" cy="1143002"/>
          </a:xfrm>
          <a:prstGeom prst="rect">
            <a:avLst/>
          </a:prstGeom>
        </p:spPr>
      </p:pic>
      <p:pic>
        <p:nvPicPr>
          <p:cNvPr id="5" name="Image" descr="Image">
            <a:extLst>
              <a:ext uri="{FF2B5EF4-FFF2-40B4-BE49-F238E27FC236}">
                <a16:creationId xmlns:a16="http://schemas.microsoft.com/office/drawing/2014/main" id="{926A66CA-CC36-3D53-1A6D-2BBE35B859D5}"/>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500318571"/>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x" preserve="1">
  <p:cSld name="Section type 1">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8C493109-42AD-F678-F34A-9DA73287D106}"/>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01451" y="758208"/>
            <a:ext cx="2698754" cy="1143002"/>
          </a:xfrm>
          <a:prstGeom prst="rect">
            <a:avLst/>
          </a:prstGeom>
        </p:spPr>
      </p:pic>
      <p:pic>
        <p:nvPicPr>
          <p:cNvPr id="3" name="Image" descr="Image">
            <a:extLst>
              <a:ext uri="{FF2B5EF4-FFF2-40B4-BE49-F238E27FC236}">
                <a16:creationId xmlns:a16="http://schemas.microsoft.com/office/drawing/2014/main" id="{B64D7030-BF7A-6737-0471-B16F6A5E9140}"/>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28262084"/>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x" preserve="1">
  <p:cSld name="Section type 2">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Rectangle">
            <a:extLst>
              <a:ext uri="{FF2B5EF4-FFF2-40B4-BE49-F238E27FC236}">
                <a16:creationId xmlns:a16="http://schemas.microsoft.com/office/drawing/2014/main" id="{039E3D91-9575-7645-A4DA-1857555C3973}"/>
              </a:ext>
            </a:extLst>
          </p:cNvPr>
          <p:cNvSpPr/>
          <p:nvPr userDrawn="1"/>
        </p:nvSpPr>
        <p:spPr>
          <a:xfrm>
            <a:off x="0" y="0"/>
            <a:ext cx="24384000" cy="13716000"/>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t>Section Title</a:t>
            </a:r>
          </a:p>
        </p:txBody>
      </p:sp>
      <p:pic>
        <p:nvPicPr>
          <p:cNvPr id="4" name="Picture 3">
            <a:extLst>
              <a:ext uri="{FF2B5EF4-FFF2-40B4-BE49-F238E27FC236}">
                <a16:creationId xmlns:a16="http://schemas.microsoft.com/office/drawing/2014/main" id="{76F37568-0478-FF67-A2F0-B1647C1EC994}"/>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24" y="758208"/>
            <a:ext cx="2698754" cy="1143002"/>
          </a:xfrm>
          <a:prstGeom prst="rect">
            <a:avLst/>
          </a:prstGeom>
        </p:spPr>
      </p:pic>
      <p:pic>
        <p:nvPicPr>
          <p:cNvPr id="6" name="Image" descr="Image">
            <a:extLst>
              <a:ext uri="{FF2B5EF4-FFF2-40B4-BE49-F238E27FC236}">
                <a16:creationId xmlns:a16="http://schemas.microsoft.com/office/drawing/2014/main" id="{97B52BDB-6F34-5E38-95B5-002D2E4627EA}"/>
              </a:ext>
            </a:extLst>
          </p:cNvPr>
          <p:cNvPicPr>
            <a:picLocks noChangeAspect="1"/>
          </p:cNvPicPr>
          <p:nvPr userDrawn="1"/>
        </p:nvPicPr>
        <p:blipFill>
          <a:blip r:embed="rId4"/>
          <a:stretch>
            <a:fillRect/>
          </a:stretch>
        </p:blipFill>
        <p:spPr>
          <a:xfrm>
            <a:off x="766722" y="758207"/>
            <a:ext cx="1914972" cy="1143001"/>
          </a:xfrm>
          <a:prstGeom prst="rect">
            <a:avLst/>
          </a:prstGeom>
          <a:ln w="12700">
            <a:miter lim="400000"/>
          </a:ln>
        </p:spPr>
      </p:pic>
    </p:spTree>
    <p:extLst>
      <p:ext uri="{BB962C8B-B14F-4D97-AF65-F5344CB8AC3E}">
        <p14:creationId xmlns:p14="http://schemas.microsoft.com/office/powerpoint/2010/main" val="1821208626"/>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x" preserve="1">
  <p:cSld name="Section type 3">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9B58D5CA-1AEF-754B-9F74-AE29F8DD61D5}"/>
              </a:ext>
            </a:extLst>
          </p:cNvPr>
          <p:cNvSpPr/>
          <p:nvPr userDrawn="1"/>
        </p:nvSpPr>
        <p:spPr>
          <a:xfrm>
            <a:off x="-1" y="0"/>
            <a:ext cx="24384001" cy="13716000"/>
          </a:xfrm>
          <a:prstGeom prst="rect">
            <a:avLst/>
          </a:prstGeom>
          <a:gradFill>
            <a:gsLst>
              <a:gs pos="0">
                <a:srgbClr val="F89620"/>
              </a:gs>
              <a:gs pos="100000">
                <a:srgbClr val="FFB039"/>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F8174CAF-8FC8-EDAE-768D-30BF9014380B}"/>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24" y="758208"/>
            <a:ext cx="2698754" cy="1143002"/>
          </a:xfrm>
          <a:prstGeom prst="rect">
            <a:avLst/>
          </a:prstGeom>
        </p:spPr>
      </p:pic>
      <p:pic>
        <p:nvPicPr>
          <p:cNvPr id="3" name="Image" descr="Image">
            <a:extLst>
              <a:ext uri="{FF2B5EF4-FFF2-40B4-BE49-F238E27FC236}">
                <a16:creationId xmlns:a16="http://schemas.microsoft.com/office/drawing/2014/main" id="{023E32AF-B055-2D80-60DC-AD951FFC6ECA}"/>
              </a:ext>
            </a:extLst>
          </p:cNvPr>
          <p:cNvPicPr>
            <a:picLocks noChangeAspect="1"/>
          </p:cNvPicPr>
          <p:nvPr userDrawn="1"/>
        </p:nvPicPr>
        <p:blipFill>
          <a:blip r:embed="rId4"/>
          <a:stretch>
            <a:fillRect/>
          </a:stretch>
        </p:blipFill>
        <p:spPr>
          <a:xfrm>
            <a:off x="766722" y="758207"/>
            <a:ext cx="1914972" cy="1143001"/>
          </a:xfrm>
          <a:prstGeom prst="rect">
            <a:avLst/>
          </a:prstGeom>
          <a:ln w="12700">
            <a:miter lim="400000"/>
          </a:ln>
        </p:spPr>
      </p:pic>
    </p:spTree>
    <p:extLst>
      <p:ext uri="{BB962C8B-B14F-4D97-AF65-F5344CB8AC3E}">
        <p14:creationId xmlns:p14="http://schemas.microsoft.com/office/powerpoint/2010/main" val="4029905156"/>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tx" preserve="1">
  <p:cSld name="Section type 4">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Rectangle">
            <a:extLst>
              <a:ext uri="{FF2B5EF4-FFF2-40B4-BE49-F238E27FC236}">
                <a16:creationId xmlns:a16="http://schemas.microsoft.com/office/drawing/2014/main" id="{D74DB4AE-0419-BC41-9D4A-DC2FB6ABAE92}"/>
              </a:ext>
            </a:extLst>
          </p:cNvPr>
          <p:cNvSpPr/>
          <p:nvPr userDrawn="1"/>
        </p:nvSpPr>
        <p:spPr>
          <a:xfrm>
            <a:off x="0" y="0"/>
            <a:ext cx="24384000" cy="13716000"/>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2E3F9842-C644-B204-B6FB-F1DB2194706F}"/>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12" y="758208"/>
            <a:ext cx="2698754" cy="1143002"/>
          </a:xfrm>
          <a:prstGeom prst="rect">
            <a:avLst/>
          </a:prstGeom>
        </p:spPr>
      </p:pic>
      <p:pic>
        <p:nvPicPr>
          <p:cNvPr id="3" name="Image" descr="Image">
            <a:extLst>
              <a:ext uri="{FF2B5EF4-FFF2-40B4-BE49-F238E27FC236}">
                <a16:creationId xmlns:a16="http://schemas.microsoft.com/office/drawing/2014/main" id="{171C5759-0A99-760B-64A0-C6156603CACB}"/>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2488882905"/>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tx" preserve="1">
  <p:cSld name="Section type 5">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5C668086-F712-8640-8B8D-2424E50E003F}"/>
              </a:ext>
            </a:extLst>
          </p:cNvPr>
          <p:cNvSpPr/>
          <p:nvPr userDrawn="1"/>
        </p:nvSpPr>
        <p:spPr>
          <a:xfrm>
            <a:off x="0" y="0"/>
            <a:ext cx="24384000" cy="13716000"/>
          </a:xfrm>
          <a:prstGeom prst="rect">
            <a:avLst/>
          </a:prstGeom>
          <a:gradFill>
            <a:gsLst>
              <a:gs pos="0">
                <a:srgbClr val="2670B8"/>
              </a:gs>
              <a:gs pos="100000">
                <a:srgbClr val="2258A7"/>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3" name="Picture 2">
            <a:extLst>
              <a:ext uri="{FF2B5EF4-FFF2-40B4-BE49-F238E27FC236}">
                <a16:creationId xmlns:a16="http://schemas.microsoft.com/office/drawing/2014/main" id="{4CFBCE66-A5E8-A158-9B31-BA9AFC1032C6}"/>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12" y="758208"/>
            <a:ext cx="2698754" cy="1143002"/>
          </a:xfrm>
          <a:prstGeom prst="rect">
            <a:avLst/>
          </a:prstGeom>
        </p:spPr>
      </p:pic>
      <p:pic>
        <p:nvPicPr>
          <p:cNvPr id="4" name="Image" descr="Image">
            <a:extLst>
              <a:ext uri="{FF2B5EF4-FFF2-40B4-BE49-F238E27FC236}">
                <a16:creationId xmlns:a16="http://schemas.microsoft.com/office/drawing/2014/main" id="{F25DF897-C0D1-81DA-05D2-9D6EC69E200F}"/>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1207302220"/>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tx" preserve="1">
  <p:cSld name="Section type 6">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Rectangle">
            <a:extLst>
              <a:ext uri="{FF2B5EF4-FFF2-40B4-BE49-F238E27FC236}">
                <a16:creationId xmlns:a16="http://schemas.microsoft.com/office/drawing/2014/main" id="{B6B9E9EC-92F4-2943-BCEE-A17DD1A638A8}"/>
              </a:ext>
            </a:extLst>
          </p:cNvPr>
          <p:cNvSpPr/>
          <p:nvPr userDrawn="1"/>
        </p:nvSpPr>
        <p:spPr>
          <a:xfrm>
            <a:off x="-56844" y="-25400"/>
            <a:ext cx="24497688" cy="13766800"/>
          </a:xfrm>
          <a:prstGeom prst="rect">
            <a:avLst/>
          </a:prstGeom>
          <a:gradFill>
            <a:gsLst>
              <a:gs pos="0">
                <a:srgbClr val="315094"/>
              </a:gs>
              <a:gs pos="100000">
                <a:srgbClr val="293C6E"/>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3" name="Picture 2">
            <a:extLst>
              <a:ext uri="{FF2B5EF4-FFF2-40B4-BE49-F238E27FC236}">
                <a16:creationId xmlns:a16="http://schemas.microsoft.com/office/drawing/2014/main" id="{643DC583-F6CD-401E-7E06-373CCF952400}"/>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12" y="758208"/>
            <a:ext cx="2698754" cy="1143002"/>
          </a:xfrm>
          <a:prstGeom prst="rect">
            <a:avLst/>
          </a:prstGeom>
        </p:spPr>
      </p:pic>
      <p:pic>
        <p:nvPicPr>
          <p:cNvPr id="4" name="Image" descr="Image">
            <a:extLst>
              <a:ext uri="{FF2B5EF4-FFF2-40B4-BE49-F238E27FC236}">
                <a16:creationId xmlns:a16="http://schemas.microsoft.com/office/drawing/2014/main" id="{B18B5FE2-77F7-8983-B96D-E39C876C98D9}"/>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2512683092"/>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type="tx" preserve="1">
  <p:cSld name="Section type 7">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3B0134B8-92DD-5A47-83ED-ED2B1DC0A2FA}"/>
              </a:ext>
            </a:extLst>
          </p:cNvPr>
          <p:cNvSpPr/>
          <p:nvPr userDrawn="1"/>
        </p:nvSpPr>
        <p:spPr>
          <a:xfrm>
            <a:off x="-56844" y="-25400"/>
            <a:ext cx="24497688" cy="13766800"/>
          </a:xfrm>
          <a:prstGeom prst="rect">
            <a:avLst/>
          </a:prstGeom>
          <a:gradFill>
            <a:gsLst>
              <a:gs pos="0">
                <a:srgbClr val="797979"/>
              </a:gs>
              <a:gs pos="100000">
                <a:srgbClr val="A9A9A9"/>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3" name="Picture 2">
            <a:extLst>
              <a:ext uri="{FF2B5EF4-FFF2-40B4-BE49-F238E27FC236}">
                <a16:creationId xmlns:a16="http://schemas.microsoft.com/office/drawing/2014/main" id="{7353EC82-39FF-16C4-642C-2070D4989D3B}"/>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12" y="758208"/>
            <a:ext cx="2698754" cy="1143002"/>
          </a:xfrm>
          <a:prstGeom prst="rect">
            <a:avLst/>
          </a:prstGeom>
        </p:spPr>
      </p:pic>
      <p:pic>
        <p:nvPicPr>
          <p:cNvPr id="4" name="Image" descr="Image">
            <a:extLst>
              <a:ext uri="{FF2B5EF4-FFF2-40B4-BE49-F238E27FC236}">
                <a16:creationId xmlns:a16="http://schemas.microsoft.com/office/drawing/2014/main" id="{479D2E17-CD2E-3750-65DE-315E0C44F517}"/>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3579463584"/>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Content type 1">
    <p:spTree>
      <p:nvGrpSpPr>
        <p:cNvPr id="1" name=""/>
        <p:cNvGrpSpPr/>
        <p:nvPr/>
      </p:nvGrpSpPr>
      <p:grpSpPr>
        <a:xfrm>
          <a:off x="0" y="0"/>
          <a:ext cx="0" cy="0"/>
          <a:chOff x="0" y="0"/>
          <a:chExt cx="0" cy="0"/>
        </a:xfrm>
      </p:grpSpPr>
      <p:sp>
        <p:nvSpPr>
          <p:cNvPr id="10" name="Rectangle">
            <a:extLst>
              <a:ext uri="{FF2B5EF4-FFF2-40B4-BE49-F238E27FC236}">
                <a16:creationId xmlns:a16="http://schemas.microsoft.com/office/drawing/2014/main" id="{0CE21BA8-841F-EE46-90AB-358900DBBA45}"/>
              </a:ext>
            </a:extLst>
          </p:cNvPr>
          <p:cNvSpPr/>
          <p:nvPr userDrawn="1"/>
        </p:nvSpPr>
        <p:spPr>
          <a:xfrm>
            <a:off x="0" y="2363008"/>
            <a:ext cx="24384000" cy="11436178"/>
          </a:xfrm>
          <a:prstGeom prst="rect">
            <a:avLst/>
          </a:prstGeom>
          <a:solidFill>
            <a:srgbClr val="EBEBEB"/>
          </a:soli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1" name="Rounded Rectangle 20">
            <a:extLst>
              <a:ext uri="{FF2B5EF4-FFF2-40B4-BE49-F238E27FC236}">
                <a16:creationId xmlns:a16="http://schemas.microsoft.com/office/drawing/2014/main" id="{86AB40C6-E41E-9F54-5391-1B969D0CD911}"/>
              </a:ext>
            </a:extLst>
          </p:cNvPr>
          <p:cNvSpPr/>
          <p:nvPr userDrawn="1"/>
        </p:nvSpPr>
        <p:spPr>
          <a:xfrm>
            <a:off x="6181816" y="4686855"/>
            <a:ext cx="15362340" cy="1800000"/>
          </a:xfrm>
          <a:prstGeom prst="roundRect">
            <a:avLst/>
          </a:prstGeom>
          <a:solidFill>
            <a:schemeClr val="tx1">
              <a:lumMod val="40000"/>
              <a:lumOff val="6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4" name="Rounded Rectangle 13">
            <a:extLst>
              <a:ext uri="{FF2B5EF4-FFF2-40B4-BE49-F238E27FC236}">
                <a16:creationId xmlns:a16="http://schemas.microsoft.com/office/drawing/2014/main" id="{080221CE-1DAF-B881-9928-5F7152658A68}"/>
              </a:ext>
            </a:extLst>
          </p:cNvPr>
          <p:cNvSpPr/>
          <p:nvPr userDrawn="1"/>
        </p:nvSpPr>
        <p:spPr>
          <a:xfrm>
            <a:off x="2167377" y="4686855"/>
            <a:ext cx="4545657" cy="1800000"/>
          </a:xfrm>
          <a:prstGeom prst="roundRect">
            <a:avLst/>
          </a:prstGeom>
          <a:solidFill>
            <a:schemeClr val="accent1">
              <a:lumMod val="7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6" name="Text Placeholder 5">
            <a:extLst>
              <a:ext uri="{FF2B5EF4-FFF2-40B4-BE49-F238E27FC236}">
                <a16:creationId xmlns:a16="http://schemas.microsoft.com/office/drawing/2014/main" id="{769ADC5F-7856-93FC-73B6-D0FD6CF171F7}"/>
              </a:ext>
            </a:extLst>
          </p:cNvPr>
          <p:cNvSpPr>
            <a:spLocks noGrp="1"/>
          </p:cNvSpPr>
          <p:nvPr>
            <p:ph type="body" sz="quarter" idx="15"/>
          </p:nvPr>
        </p:nvSpPr>
        <p:spPr>
          <a:xfrm>
            <a:off x="7051814" y="4995800"/>
            <a:ext cx="13796177" cy="1204225"/>
          </a:xfrm>
        </p:spPr>
        <p:txBody>
          <a:bodyPr>
            <a:noAutofit/>
          </a:bodyPr>
          <a:lstStyle>
            <a:lvl1pPr marL="0" indent="0">
              <a:buNone/>
              <a:defRPr kumimoji="0" lang="en-US" sz="24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9" name="Text Placeholder 5">
            <a:extLst>
              <a:ext uri="{FF2B5EF4-FFF2-40B4-BE49-F238E27FC236}">
                <a16:creationId xmlns:a16="http://schemas.microsoft.com/office/drawing/2014/main" id="{00A99FD3-8026-DED8-6415-E6F86A722F09}"/>
              </a:ext>
            </a:extLst>
          </p:cNvPr>
          <p:cNvSpPr>
            <a:spLocks noGrp="1"/>
          </p:cNvSpPr>
          <p:nvPr>
            <p:ph type="body" sz="quarter" idx="18" hasCustomPrompt="1"/>
          </p:nvPr>
        </p:nvSpPr>
        <p:spPr>
          <a:xfrm>
            <a:off x="2754063" y="4995800"/>
            <a:ext cx="3372284" cy="1204225"/>
          </a:xfrm>
        </p:spPr>
        <p:txBody>
          <a:bodyPr>
            <a:noAutofit/>
          </a:bodyPr>
          <a:lstStyle>
            <a:lvl1pPr marL="0" indent="0">
              <a:buNone/>
              <a:defRPr kumimoji="0" lang="en-US" sz="28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dirty="0"/>
              <a:t>CLICK TO ADD TEXT</a:t>
            </a:r>
          </a:p>
        </p:txBody>
      </p:sp>
      <p:sp>
        <p:nvSpPr>
          <p:cNvPr id="5" name="Rounded Rectangle 4">
            <a:extLst>
              <a:ext uri="{FF2B5EF4-FFF2-40B4-BE49-F238E27FC236}">
                <a16:creationId xmlns:a16="http://schemas.microsoft.com/office/drawing/2014/main" id="{E247E1DC-6698-D91F-6E0F-EE6AA5A0EE44}"/>
              </a:ext>
            </a:extLst>
          </p:cNvPr>
          <p:cNvSpPr/>
          <p:nvPr userDrawn="1"/>
        </p:nvSpPr>
        <p:spPr>
          <a:xfrm>
            <a:off x="6181816" y="7440664"/>
            <a:ext cx="15362340" cy="1800000"/>
          </a:xfrm>
          <a:prstGeom prst="roundRect">
            <a:avLst/>
          </a:prstGeom>
          <a:solidFill>
            <a:schemeClr val="tx1">
              <a:lumMod val="40000"/>
              <a:lumOff val="6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6" name="Rounded Rectangle 5">
            <a:extLst>
              <a:ext uri="{FF2B5EF4-FFF2-40B4-BE49-F238E27FC236}">
                <a16:creationId xmlns:a16="http://schemas.microsoft.com/office/drawing/2014/main" id="{E4546BDD-E691-E2BA-47E5-B549A7229C89}"/>
              </a:ext>
            </a:extLst>
          </p:cNvPr>
          <p:cNvSpPr/>
          <p:nvPr userDrawn="1"/>
        </p:nvSpPr>
        <p:spPr>
          <a:xfrm>
            <a:off x="2167377" y="7440664"/>
            <a:ext cx="4545657" cy="1800000"/>
          </a:xfrm>
          <a:prstGeom prst="roundRect">
            <a:avLst/>
          </a:prstGeom>
          <a:solidFill>
            <a:schemeClr val="accent1">
              <a:lumMod val="7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8" name="Text Placeholder 5">
            <a:extLst>
              <a:ext uri="{FF2B5EF4-FFF2-40B4-BE49-F238E27FC236}">
                <a16:creationId xmlns:a16="http://schemas.microsoft.com/office/drawing/2014/main" id="{260AF2BE-EDAA-B7C2-8580-AB1ACF70EF35}"/>
              </a:ext>
            </a:extLst>
          </p:cNvPr>
          <p:cNvSpPr>
            <a:spLocks noGrp="1"/>
          </p:cNvSpPr>
          <p:nvPr>
            <p:ph type="body" sz="quarter" idx="19"/>
          </p:nvPr>
        </p:nvSpPr>
        <p:spPr>
          <a:xfrm>
            <a:off x="7051814" y="7749609"/>
            <a:ext cx="13796177" cy="1204225"/>
          </a:xfrm>
        </p:spPr>
        <p:txBody>
          <a:bodyPr>
            <a:noAutofit/>
          </a:bodyPr>
          <a:lstStyle>
            <a:lvl1pPr marL="0" indent="0">
              <a:buNone/>
              <a:defRPr kumimoji="0" lang="en-US" sz="24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9" name="Text Placeholder 5">
            <a:extLst>
              <a:ext uri="{FF2B5EF4-FFF2-40B4-BE49-F238E27FC236}">
                <a16:creationId xmlns:a16="http://schemas.microsoft.com/office/drawing/2014/main" id="{0EC36AFE-3A01-B3EC-7E28-B8F97B900365}"/>
              </a:ext>
            </a:extLst>
          </p:cNvPr>
          <p:cNvSpPr>
            <a:spLocks noGrp="1"/>
          </p:cNvSpPr>
          <p:nvPr>
            <p:ph type="body" sz="quarter" idx="20" hasCustomPrompt="1"/>
          </p:nvPr>
        </p:nvSpPr>
        <p:spPr>
          <a:xfrm>
            <a:off x="2754063" y="7749609"/>
            <a:ext cx="3372284" cy="1204225"/>
          </a:xfrm>
        </p:spPr>
        <p:txBody>
          <a:bodyPr>
            <a:noAutofit/>
          </a:bodyPr>
          <a:lstStyle>
            <a:lvl1pPr marL="0" indent="0">
              <a:buNone/>
              <a:defRPr kumimoji="0" lang="en-US" sz="28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dirty="0"/>
              <a:t>CLICK TO ADD TEXT</a:t>
            </a:r>
          </a:p>
        </p:txBody>
      </p:sp>
      <p:sp>
        <p:nvSpPr>
          <p:cNvPr id="11" name="Rounded Rectangle 10">
            <a:extLst>
              <a:ext uri="{FF2B5EF4-FFF2-40B4-BE49-F238E27FC236}">
                <a16:creationId xmlns:a16="http://schemas.microsoft.com/office/drawing/2014/main" id="{CE84B4FD-950C-7E7E-B32E-0106A01D53C4}"/>
              </a:ext>
            </a:extLst>
          </p:cNvPr>
          <p:cNvSpPr/>
          <p:nvPr userDrawn="1"/>
        </p:nvSpPr>
        <p:spPr>
          <a:xfrm>
            <a:off x="6181816" y="10194473"/>
            <a:ext cx="15362340" cy="1800000"/>
          </a:xfrm>
          <a:prstGeom prst="roundRect">
            <a:avLst/>
          </a:prstGeom>
          <a:solidFill>
            <a:schemeClr val="tx1">
              <a:lumMod val="40000"/>
              <a:lumOff val="6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2" name="Rounded Rectangle 11">
            <a:extLst>
              <a:ext uri="{FF2B5EF4-FFF2-40B4-BE49-F238E27FC236}">
                <a16:creationId xmlns:a16="http://schemas.microsoft.com/office/drawing/2014/main" id="{3B266147-1D67-88E4-9FE7-F833346E464A}"/>
              </a:ext>
            </a:extLst>
          </p:cNvPr>
          <p:cNvSpPr/>
          <p:nvPr userDrawn="1"/>
        </p:nvSpPr>
        <p:spPr>
          <a:xfrm>
            <a:off x="2167377" y="10194473"/>
            <a:ext cx="4545657" cy="1800000"/>
          </a:xfrm>
          <a:prstGeom prst="roundRect">
            <a:avLst/>
          </a:prstGeom>
          <a:solidFill>
            <a:schemeClr val="accent1">
              <a:lumMod val="7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5" name="Text Placeholder 5">
            <a:extLst>
              <a:ext uri="{FF2B5EF4-FFF2-40B4-BE49-F238E27FC236}">
                <a16:creationId xmlns:a16="http://schemas.microsoft.com/office/drawing/2014/main" id="{6248EF39-489B-0AB6-1C39-97964F6585CC}"/>
              </a:ext>
            </a:extLst>
          </p:cNvPr>
          <p:cNvSpPr>
            <a:spLocks noGrp="1"/>
          </p:cNvSpPr>
          <p:nvPr>
            <p:ph type="body" sz="quarter" idx="21"/>
          </p:nvPr>
        </p:nvSpPr>
        <p:spPr>
          <a:xfrm>
            <a:off x="7051814" y="10503418"/>
            <a:ext cx="13796177" cy="1204225"/>
          </a:xfrm>
        </p:spPr>
        <p:txBody>
          <a:bodyPr>
            <a:noAutofit/>
          </a:bodyPr>
          <a:lstStyle>
            <a:lvl1pPr marL="0" indent="0">
              <a:buNone/>
              <a:defRPr kumimoji="0" lang="en-US" sz="24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16" name="Text Placeholder 5">
            <a:extLst>
              <a:ext uri="{FF2B5EF4-FFF2-40B4-BE49-F238E27FC236}">
                <a16:creationId xmlns:a16="http://schemas.microsoft.com/office/drawing/2014/main" id="{E37917F2-61C0-8B23-0D87-2AA3EEB8377A}"/>
              </a:ext>
            </a:extLst>
          </p:cNvPr>
          <p:cNvSpPr>
            <a:spLocks noGrp="1"/>
          </p:cNvSpPr>
          <p:nvPr>
            <p:ph type="body" sz="quarter" idx="22" hasCustomPrompt="1"/>
          </p:nvPr>
        </p:nvSpPr>
        <p:spPr>
          <a:xfrm>
            <a:off x="2754063" y="10503418"/>
            <a:ext cx="3372284" cy="1204225"/>
          </a:xfrm>
        </p:spPr>
        <p:txBody>
          <a:bodyPr>
            <a:noAutofit/>
          </a:bodyPr>
          <a:lstStyle>
            <a:lvl1pPr marL="0" indent="0">
              <a:buNone/>
              <a:defRPr kumimoji="0" lang="en-US" sz="28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dirty="0"/>
              <a:t>CLICK TO ADD TEXT</a:t>
            </a:r>
          </a:p>
        </p:txBody>
      </p:sp>
      <p:sp>
        <p:nvSpPr>
          <p:cNvPr id="17" name="Title 2">
            <a:extLst>
              <a:ext uri="{FF2B5EF4-FFF2-40B4-BE49-F238E27FC236}">
                <a16:creationId xmlns:a16="http://schemas.microsoft.com/office/drawing/2014/main" id="{3F0C4EB7-81AE-6D10-33F3-83A99AC2F3BA}"/>
              </a:ext>
            </a:extLst>
          </p:cNvPr>
          <p:cNvSpPr>
            <a:spLocks noGrp="1"/>
          </p:cNvSpPr>
          <p:nvPr>
            <p:ph type="title" hasCustomPrompt="1"/>
          </p:nvPr>
        </p:nvSpPr>
        <p:spPr>
          <a:xfrm>
            <a:off x="2167377" y="1872058"/>
            <a:ext cx="14715569" cy="510281"/>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8" name="Text Placeholder 4">
            <a:extLst>
              <a:ext uri="{FF2B5EF4-FFF2-40B4-BE49-F238E27FC236}">
                <a16:creationId xmlns:a16="http://schemas.microsoft.com/office/drawing/2014/main" id="{043113C8-679B-440C-38CF-27CC1A6FF3A6}"/>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rgbClr val="424242"/>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pic>
        <p:nvPicPr>
          <p:cNvPr id="3" name="Picture 2">
            <a:extLst>
              <a:ext uri="{FF2B5EF4-FFF2-40B4-BE49-F238E27FC236}">
                <a16:creationId xmlns:a16="http://schemas.microsoft.com/office/drawing/2014/main" id="{18947DDD-26C7-6643-F78E-7D846EE61667}"/>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4" name="Group">
            <a:extLst>
              <a:ext uri="{FF2B5EF4-FFF2-40B4-BE49-F238E27FC236}">
                <a16:creationId xmlns:a16="http://schemas.microsoft.com/office/drawing/2014/main" id="{7ECEA5DF-6E18-3A6E-8D5B-83F815F6641C}"/>
              </a:ext>
            </a:extLst>
          </p:cNvPr>
          <p:cNvGrpSpPr/>
          <p:nvPr userDrawn="1"/>
        </p:nvGrpSpPr>
        <p:grpSpPr>
          <a:xfrm>
            <a:off x="756659" y="-3867"/>
            <a:ext cx="2783909" cy="2014172"/>
            <a:chOff x="-2864397" y="0"/>
            <a:chExt cx="2783907" cy="2014171"/>
          </a:xfrm>
        </p:grpSpPr>
        <p:pic>
          <p:nvPicPr>
            <p:cNvPr id="7" name="Image" descr="Image">
              <a:extLst>
                <a:ext uri="{FF2B5EF4-FFF2-40B4-BE49-F238E27FC236}">
                  <a16:creationId xmlns:a16="http://schemas.microsoft.com/office/drawing/2014/main" id="{7091168A-CF21-90B0-E317-4D5837F6741C}"/>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13" name="Image" descr="Image">
              <a:extLst>
                <a:ext uri="{FF2B5EF4-FFF2-40B4-BE49-F238E27FC236}">
                  <a16:creationId xmlns:a16="http://schemas.microsoft.com/office/drawing/2014/main" id="{66F1D347-8887-50E1-404D-81CA8EA95453}"/>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19" name="Image" descr="Image">
              <a:extLst>
                <a:ext uri="{FF2B5EF4-FFF2-40B4-BE49-F238E27FC236}">
                  <a16:creationId xmlns:a16="http://schemas.microsoft.com/office/drawing/2014/main" id="{31815DE4-517D-1DFD-DEB0-EFAEBDA0E36C}"/>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3998102712"/>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type 3">
    <p:spTree>
      <p:nvGrpSpPr>
        <p:cNvPr id="1" name=""/>
        <p:cNvGrpSpPr/>
        <p:nvPr/>
      </p:nvGrpSpPr>
      <p:grpSpPr>
        <a:xfrm>
          <a:off x="0" y="0"/>
          <a:ext cx="0" cy="0"/>
          <a:chOff x="0" y="0"/>
          <a:chExt cx="0" cy="0"/>
        </a:xfrm>
      </p:grpSpPr>
      <p:sp>
        <p:nvSpPr>
          <p:cNvPr id="99" name="Rectangle">
            <a:extLst>
              <a:ext uri="{FF2B5EF4-FFF2-40B4-BE49-F238E27FC236}">
                <a16:creationId xmlns:a16="http://schemas.microsoft.com/office/drawing/2014/main" id="{5B500D99-BCA8-5A47-AC2D-7A5DFB585C9A}"/>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pic>
        <p:nvPicPr>
          <p:cNvPr id="4" name="Picture 3">
            <a:extLst>
              <a:ext uri="{FF2B5EF4-FFF2-40B4-BE49-F238E27FC236}">
                <a16:creationId xmlns:a16="http://schemas.microsoft.com/office/drawing/2014/main" id="{4DA99AE5-3E66-BB3F-4028-3D48CC999F27}"/>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5" name="Group">
            <a:extLst>
              <a:ext uri="{FF2B5EF4-FFF2-40B4-BE49-F238E27FC236}">
                <a16:creationId xmlns:a16="http://schemas.microsoft.com/office/drawing/2014/main" id="{394FDA65-5E81-1098-0941-1FB18BED14DD}"/>
              </a:ext>
            </a:extLst>
          </p:cNvPr>
          <p:cNvGrpSpPr/>
          <p:nvPr userDrawn="1"/>
        </p:nvGrpSpPr>
        <p:grpSpPr>
          <a:xfrm>
            <a:off x="756659" y="-3867"/>
            <a:ext cx="2783909" cy="2014172"/>
            <a:chOff x="-2864397" y="0"/>
            <a:chExt cx="2783907" cy="2014171"/>
          </a:xfrm>
        </p:grpSpPr>
        <p:pic>
          <p:nvPicPr>
            <p:cNvPr id="6" name="Image" descr="Image">
              <a:extLst>
                <a:ext uri="{FF2B5EF4-FFF2-40B4-BE49-F238E27FC236}">
                  <a16:creationId xmlns:a16="http://schemas.microsoft.com/office/drawing/2014/main" id="{38BA09D8-F8B2-19A8-B70A-1A73ACE241C6}"/>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7" name="Image" descr="Image">
              <a:extLst>
                <a:ext uri="{FF2B5EF4-FFF2-40B4-BE49-F238E27FC236}">
                  <a16:creationId xmlns:a16="http://schemas.microsoft.com/office/drawing/2014/main" id="{C8189981-CA8D-3F41-4C71-452D07E52915}"/>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8" name="Image" descr="Image">
              <a:extLst>
                <a:ext uri="{FF2B5EF4-FFF2-40B4-BE49-F238E27FC236}">
                  <a16:creationId xmlns:a16="http://schemas.microsoft.com/office/drawing/2014/main" id="{F2CA1978-1D7F-9FBC-1610-A6CA7FFAA5B4}"/>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
        <p:nvSpPr>
          <p:cNvPr id="2" name="Content Placeholder 7">
            <a:extLst>
              <a:ext uri="{FF2B5EF4-FFF2-40B4-BE49-F238E27FC236}">
                <a16:creationId xmlns:a16="http://schemas.microsoft.com/office/drawing/2014/main" id="{23987A6D-AD04-0FF1-0C66-3D62A8BBD97B}"/>
              </a:ext>
            </a:extLst>
          </p:cNvPr>
          <p:cNvSpPr>
            <a:spLocks noGrp="1"/>
          </p:cNvSpPr>
          <p:nvPr>
            <p:ph sz="quarter" idx="11"/>
          </p:nvPr>
        </p:nvSpPr>
        <p:spPr>
          <a:xfrm>
            <a:off x="2167377" y="3714224"/>
            <a:ext cx="19309300" cy="8129718"/>
          </a:xfrm>
        </p:spPr>
        <p:txBody>
          <a:bodyPr>
            <a:normAutofit/>
          </a:bodyPr>
          <a:lstStyle>
            <a:lvl1pPr marL="742950" indent="-742950">
              <a:lnSpc>
                <a:spcPct val="100000"/>
              </a:lnSpc>
              <a:spcBef>
                <a:spcPts val="3500"/>
              </a:spcBef>
              <a:buSzPct val="100000"/>
              <a:buFont typeface="Arial" panose="020B0604020202020204" pitchFamily="34" charset="0"/>
              <a:buChar char="•"/>
              <a:tabLst/>
              <a:defRPr kumimoji="0" lang="en-US" sz="4400" b="0" i="0" u="none" strike="noStrike" cap="none" spc="0" normalizeH="0" baseline="0">
                <a:ln>
                  <a:noFill/>
                </a:ln>
                <a:solidFill>
                  <a:schemeClr val="bg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1pPr>
            <a:lvl2pPr marL="1498950" indent="-742950">
              <a:lnSpc>
                <a:spcPct val="100000"/>
              </a:lnSpc>
              <a:spcBef>
                <a:spcPts val="3500"/>
              </a:spcBef>
              <a:buSzPct val="100000"/>
              <a:buFont typeface="Arial" panose="020B0604020202020204" pitchFamily="34" charset="0"/>
              <a:buChar char="•"/>
              <a:tabLst/>
              <a:defRPr kumimoji="0" lang="en-US" sz="4400" b="0" i="0" u="none" strike="noStrike" cap="none" spc="0" normalizeH="0" baseline="0">
                <a:ln>
                  <a:noFill/>
                </a:ln>
                <a:solidFill>
                  <a:schemeClr val="bg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2pPr>
            <a:lvl3pPr marL="2254950" indent="-742950">
              <a:lnSpc>
                <a:spcPct val="100000"/>
              </a:lnSpc>
              <a:spcBef>
                <a:spcPts val="3500"/>
              </a:spcBef>
              <a:buSzPct val="100000"/>
              <a:buFont typeface="Arial" panose="020B0604020202020204" pitchFamily="34" charset="0"/>
              <a:buChar char="•"/>
              <a:tabLst/>
              <a:defRPr kumimoji="0" lang="en-US" sz="4400" b="0" i="0" u="none" strike="noStrike" cap="none" spc="0" normalizeH="0" baseline="0">
                <a:ln>
                  <a:noFill/>
                </a:ln>
                <a:solidFill>
                  <a:schemeClr val="bg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3pPr>
            <a:lvl4pPr marL="3010950" indent="-742950">
              <a:lnSpc>
                <a:spcPct val="100000"/>
              </a:lnSpc>
              <a:spcBef>
                <a:spcPts val="3500"/>
              </a:spcBef>
              <a:buSzPct val="100000"/>
              <a:buFont typeface="Arial" panose="020B0604020202020204" pitchFamily="34" charset="0"/>
              <a:buChar char="•"/>
              <a:tabLst/>
              <a:defRPr kumimoji="0" lang="en-US" sz="4400" b="0" i="0" u="none" strike="noStrike" cap="none" spc="0" normalizeH="0" baseline="0">
                <a:ln>
                  <a:noFill/>
                </a:ln>
                <a:solidFill>
                  <a:schemeClr val="bg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4pPr>
            <a:lvl5pPr marL="3658950" indent="-742950">
              <a:lnSpc>
                <a:spcPct val="100000"/>
              </a:lnSpc>
              <a:spcBef>
                <a:spcPts val="3500"/>
              </a:spcBef>
              <a:buSzPct val="100000"/>
              <a:buFont typeface="Arial" panose="020B0604020202020204" pitchFamily="34" charset="0"/>
              <a:buChar char="•"/>
              <a:tabLst/>
              <a:defRPr kumimoji="0" lang="en-US" sz="4400" b="0" i="0" u="none" strike="noStrike" cap="none" spc="0" normalizeH="0" baseline="0">
                <a:ln>
                  <a:noFill/>
                </a:ln>
                <a:solidFill>
                  <a:schemeClr val="bg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5pPr>
            <a:lvl7pPr marL="3657600" indent="0">
              <a:buNone/>
              <a:defRPr/>
            </a:lvl7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134051035"/>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type 4">
    <p:spTree>
      <p:nvGrpSpPr>
        <p:cNvPr id="1" name=""/>
        <p:cNvGrpSpPr/>
        <p:nvPr/>
      </p:nvGrpSpPr>
      <p:grpSpPr>
        <a:xfrm>
          <a:off x="0" y="0"/>
          <a:ext cx="0" cy="0"/>
          <a:chOff x="0" y="0"/>
          <a:chExt cx="0" cy="0"/>
        </a:xfrm>
      </p:grpSpPr>
      <p:sp>
        <p:nvSpPr>
          <p:cNvPr id="5" name="Rectangle">
            <a:extLst>
              <a:ext uri="{FF2B5EF4-FFF2-40B4-BE49-F238E27FC236}">
                <a16:creationId xmlns:a16="http://schemas.microsoft.com/office/drawing/2014/main" id="{D2A636C9-947E-150D-EB07-22919761FA60}"/>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5" name="Text Placeholder 5">
            <a:extLst>
              <a:ext uri="{FF2B5EF4-FFF2-40B4-BE49-F238E27FC236}">
                <a16:creationId xmlns:a16="http://schemas.microsoft.com/office/drawing/2014/main" id="{0C2D7F5C-BD73-5445-9E3A-82A31E22F625}"/>
              </a:ext>
            </a:extLst>
          </p:cNvPr>
          <p:cNvSpPr>
            <a:spLocks noGrp="1"/>
          </p:cNvSpPr>
          <p:nvPr>
            <p:ph type="body" sz="quarter" idx="14"/>
          </p:nvPr>
        </p:nvSpPr>
        <p:spPr>
          <a:xfrm>
            <a:off x="2167377" y="9337350"/>
            <a:ext cx="4759266" cy="2315506"/>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6" name="Text Placeholder 5">
            <a:extLst>
              <a:ext uri="{FF2B5EF4-FFF2-40B4-BE49-F238E27FC236}">
                <a16:creationId xmlns:a16="http://schemas.microsoft.com/office/drawing/2014/main" id="{25FCA52D-C087-3347-A5F3-54D623B2115B}"/>
              </a:ext>
            </a:extLst>
          </p:cNvPr>
          <p:cNvSpPr>
            <a:spLocks noGrp="1"/>
          </p:cNvSpPr>
          <p:nvPr>
            <p:ph type="body" sz="quarter" idx="15"/>
          </p:nvPr>
        </p:nvSpPr>
        <p:spPr>
          <a:xfrm>
            <a:off x="9405342" y="9337350"/>
            <a:ext cx="4759266" cy="2315506"/>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7" name="Text Placeholder 5">
            <a:extLst>
              <a:ext uri="{FF2B5EF4-FFF2-40B4-BE49-F238E27FC236}">
                <a16:creationId xmlns:a16="http://schemas.microsoft.com/office/drawing/2014/main" id="{F4A212B9-DBD9-E746-BAFB-9234B89096E8}"/>
              </a:ext>
            </a:extLst>
          </p:cNvPr>
          <p:cNvSpPr>
            <a:spLocks noGrp="1"/>
          </p:cNvSpPr>
          <p:nvPr>
            <p:ph type="body" sz="quarter" idx="16"/>
          </p:nvPr>
        </p:nvSpPr>
        <p:spPr>
          <a:xfrm>
            <a:off x="16643307" y="9337350"/>
            <a:ext cx="4759266" cy="2315506"/>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8" name="Picture Placeholder 3">
            <a:extLst>
              <a:ext uri="{FF2B5EF4-FFF2-40B4-BE49-F238E27FC236}">
                <a16:creationId xmlns:a16="http://schemas.microsoft.com/office/drawing/2014/main" id="{3A552A97-F867-374E-B40D-BD84D808047E}"/>
              </a:ext>
            </a:extLst>
          </p:cNvPr>
          <p:cNvSpPr>
            <a:spLocks noGrp="1"/>
          </p:cNvSpPr>
          <p:nvPr>
            <p:ph type="pic" sz="quarter" idx="11"/>
          </p:nvPr>
        </p:nvSpPr>
        <p:spPr>
          <a:xfrm>
            <a:off x="2167377" y="4297293"/>
            <a:ext cx="4759266" cy="4172342"/>
          </a:xfrm>
        </p:spPr>
        <p:txBody>
          <a:bodyPr/>
          <a:lstStyle>
            <a:lvl1pPr marL="0" indent="0">
              <a:buNone/>
              <a:defRPr>
                <a:solidFill>
                  <a:schemeClr val="bg1"/>
                </a:solidFill>
              </a:defRPr>
            </a:lvl1pPr>
          </a:lstStyle>
          <a:p>
            <a:r>
              <a:rPr lang="en-US"/>
              <a:t>Click icon to add picture</a:t>
            </a:r>
            <a:endParaRPr lang="en-US" dirty="0"/>
          </a:p>
        </p:txBody>
      </p:sp>
      <p:sp>
        <p:nvSpPr>
          <p:cNvPr id="29" name="Picture Placeholder 3">
            <a:extLst>
              <a:ext uri="{FF2B5EF4-FFF2-40B4-BE49-F238E27FC236}">
                <a16:creationId xmlns:a16="http://schemas.microsoft.com/office/drawing/2014/main" id="{DB283EA2-01A0-334D-8038-2E3190C1B2B9}"/>
              </a:ext>
            </a:extLst>
          </p:cNvPr>
          <p:cNvSpPr>
            <a:spLocks noGrp="1"/>
          </p:cNvSpPr>
          <p:nvPr>
            <p:ph type="pic" sz="quarter" idx="12"/>
          </p:nvPr>
        </p:nvSpPr>
        <p:spPr>
          <a:xfrm>
            <a:off x="9405342" y="4297293"/>
            <a:ext cx="4759266" cy="4172342"/>
          </a:xfrm>
        </p:spPr>
        <p:txBody>
          <a:bodyPr/>
          <a:lstStyle>
            <a:lvl1pPr marL="0" indent="0">
              <a:buNone/>
              <a:defRPr>
                <a:solidFill>
                  <a:schemeClr val="bg1"/>
                </a:solidFill>
              </a:defRPr>
            </a:lvl1pPr>
          </a:lstStyle>
          <a:p>
            <a:r>
              <a:rPr lang="en-US"/>
              <a:t>Click icon to add picture</a:t>
            </a:r>
            <a:endParaRPr lang="en-US" dirty="0"/>
          </a:p>
        </p:txBody>
      </p:sp>
      <p:sp>
        <p:nvSpPr>
          <p:cNvPr id="30" name="Picture Placeholder 3">
            <a:extLst>
              <a:ext uri="{FF2B5EF4-FFF2-40B4-BE49-F238E27FC236}">
                <a16:creationId xmlns:a16="http://schemas.microsoft.com/office/drawing/2014/main" id="{B5710E30-F50B-2E47-A284-AB9A73F6AB8F}"/>
              </a:ext>
            </a:extLst>
          </p:cNvPr>
          <p:cNvSpPr>
            <a:spLocks noGrp="1"/>
          </p:cNvSpPr>
          <p:nvPr>
            <p:ph type="pic" sz="quarter" idx="13"/>
          </p:nvPr>
        </p:nvSpPr>
        <p:spPr>
          <a:xfrm>
            <a:off x="16643307" y="4297293"/>
            <a:ext cx="4759266" cy="4172342"/>
          </a:xfrm>
        </p:spPr>
        <p:txBody>
          <a:bodyPr/>
          <a:lstStyle>
            <a:lvl1pPr marL="0" indent="0">
              <a:buNone/>
              <a:defRPr>
                <a:solidFill>
                  <a:schemeClr val="bg1"/>
                </a:solidFill>
              </a:defRPr>
            </a:lvl1pPr>
          </a:lstStyle>
          <a:p>
            <a:r>
              <a:rPr lang="en-US"/>
              <a:t>Click icon to add picture</a:t>
            </a:r>
            <a:endParaRPr lang="en-US" dirty="0"/>
          </a:p>
        </p:txBody>
      </p:sp>
      <p:pic>
        <p:nvPicPr>
          <p:cNvPr id="4" name="Picture 3">
            <a:extLst>
              <a:ext uri="{FF2B5EF4-FFF2-40B4-BE49-F238E27FC236}">
                <a16:creationId xmlns:a16="http://schemas.microsoft.com/office/drawing/2014/main" id="{80B8984F-75C1-9D5B-FF38-2151D7714128}"/>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6" name="Group">
            <a:extLst>
              <a:ext uri="{FF2B5EF4-FFF2-40B4-BE49-F238E27FC236}">
                <a16:creationId xmlns:a16="http://schemas.microsoft.com/office/drawing/2014/main" id="{14440FB6-864F-EC32-9C12-F5781DD839A1}"/>
              </a:ext>
            </a:extLst>
          </p:cNvPr>
          <p:cNvGrpSpPr/>
          <p:nvPr userDrawn="1"/>
        </p:nvGrpSpPr>
        <p:grpSpPr>
          <a:xfrm>
            <a:off x="756659" y="-3867"/>
            <a:ext cx="2783909" cy="2014172"/>
            <a:chOff x="-2864397" y="0"/>
            <a:chExt cx="2783907" cy="2014171"/>
          </a:xfrm>
        </p:grpSpPr>
        <p:pic>
          <p:nvPicPr>
            <p:cNvPr id="7" name="Image" descr="Image">
              <a:extLst>
                <a:ext uri="{FF2B5EF4-FFF2-40B4-BE49-F238E27FC236}">
                  <a16:creationId xmlns:a16="http://schemas.microsoft.com/office/drawing/2014/main" id="{FD2AEEAF-7ADA-0233-2FB3-A724EEF0325B}"/>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8" name="Image" descr="Image">
              <a:extLst>
                <a:ext uri="{FF2B5EF4-FFF2-40B4-BE49-F238E27FC236}">
                  <a16:creationId xmlns:a16="http://schemas.microsoft.com/office/drawing/2014/main" id="{27230D68-4A71-B42E-9C59-8EFE95EE533B}"/>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9" name="Image" descr="Image">
              <a:extLst>
                <a:ext uri="{FF2B5EF4-FFF2-40B4-BE49-F238E27FC236}">
                  <a16:creationId xmlns:a16="http://schemas.microsoft.com/office/drawing/2014/main" id="{6FA4D137-12D3-04A4-6F7D-A965125F6540}"/>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3505189200"/>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_Content type 4">
    <p:spTree>
      <p:nvGrpSpPr>
        <p:cNvPr id="1" name=""/>
        <p:cNvGrpSpPr/>
        <p:nvPr/>
      </p:nvGrpSpPr>
      <p:grpSpPr>
        <a:xfrm>
          <a:off x="0" y="0"/>
          <a:ext cx="0" cy="0"/>
          <a:chOff x="0" y="0"/>
          <a:chExt cx="0" cy="0"/>
        </a:xfrm>
      </p:grpSpPr>
      <p:sp>
        <p:nvSpPr>
          <p:cNvPr id="5" name="Rectangle">
            <a:extLst>
              <a:ext uri="{FF2B5EF4-FFF2-40B4-BE49-F238E27FC236}">
                <a16:creationId xmlns:a16="http://schemas.microsoft.com/office/drawing/2014/main" id="{3A325C97-8FC1-69A4-76A6-9BFCCE62D08F}"/>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Right Arrow 3">
            <a:extLst>
              <a:ext uri="{FF2B5EF4-FFF2-40B4-BE49-F238E27FC236}">
                <a16:creationId xmlns:a16="http://schemas.microsoft.com/office/drawing/2014/main" id="{8F28C692-0EE9-7D99-17B4-3313049F0A01}"/>
              </a:ext>
            </a:extLst>
          </p:cNvPr>
          <p:cNvSpPr/>
          <p:nvPr userDrawn="1"/>
        </p:nvSpPr>
        <p:spPr>
          <a:xfrm>
            <a:off x="7398337" y="6690612"/>
            <a:ext cx="1573640" cy="1182013"/>
          </a:xfrm>
          <a:prstGeom prst="rightArrow">
            <a:avLst/>
          </a:prstGeom>
          <a:solidFill>
            <a:schemeClr val="accent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 name="Rounded Rectangle 1">
            <a:extLst>
              <a:ext uri="{FF2B5EF4-FFF2-40B4-BE49-F238E27FC236}">
                <a16:creationId xmlns:a16="http://schemas.microsoft.com/office/drawing/2014/main" id="{01B89336-F494-2062-ED79-0A44623AD4C4}"/>
              </a:ext>
            </a:extLst>
          </p:cNvPr>
          <p:cNvSpPr/>
          <p:nvPr userDrawn="1"/>
        </p:nvSpPr>
        <p:spPr>
          <a:xfrm>
            <a:off x="2167377" y="5155107"/>
            <a:ext cx="4924799" cy="4320000"/>
          </a:xfrm>
          <a:prstGeom prst="roundRect">
            <a:avLst>
              <a:gd name="adj" fmla="val 7112"/>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5" name="Text Placeholder 5">
            <a:extLst>
              <a:ext uri="{FF2B5EF4-FFF2-40B4-BE49-F238E27FC236}">
                <a16:creationId xmlns:a16="http://schemas.microsoft.com/office/drawing/2014/main" id="{0C2D7F5C-BD73-5445-9E3A-82A31E22F625}"/>
              </a:ext>
            </a:extLst>
          </p:cNvPr>
          <p:cNvSpPr>
            <a:spLocks noGrp="1"/>
          </p:cNvSpPr>
          <p:nvPr>
            <p:ph type="body" sz="quarter" idx="14"/>
          </p:nvPr>
        </p:nvSpPr>
        <p:spPr>
          <a:xfrm>
            <a:off x="2594247" y="5701845"/>
            <a:ext cx="3895763" cy="3300760"/>
          </a:xfrm>
        </p:spPr>
        <p:txBody>
          <a:bodyPr>
            <a:noAutofit/>
          </a:bodyPr>
          <a:lstStyle>
            <a:lvl1pPr marL="0" indent="0">
              <a:buNone/>
              <a:defRPr kumimoji="0" lang="en-US" sz="3200" b="0" i="0" u="none" strike="noStrike" cap="none" spc="0" normalizeH="0" baseline="0">
                <a:ln>
                  <a:noFill/>
                </a:ln>
                <a:solidFill>
                  <a:schemeClr val="accent1">
                    <a:lumMod val="50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17" name="Rounded Rectangle 16">
            <a:extLst>
              <a:ext uri="{FF2B5EF4-FFF2-40B4-BE49-F238E27FC236}">
                <a16:creationId xmlns:a16="http://schemas.microsoft.com/office/drawing/2014/main" id="{651AEE51-4476-0347-EE71-4727AC7D90CC}"/>
              </a:ext>
            </a:extLst>
          </p:cNvPr>
          <p:cNvSpPr/>
          <p:nvPr userDrawn="1"/>
        </p:nvSpPr>
        <p:spPr>
          <a:xfrm>
            <a:off x="9278138" y="5155107"/>
            <a:ext cx="4924799" cy="4320000"/>
          </a:xfrm>
          <a:prstGeom prst="roundRect">
            <a:avLst>
              <a:gd name="adj" fmla="val 7112"/>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9" name="Rounded Rectangle 18">
            <a:extLst>
              <a:ext uri="{FF2B5EF4-FFF2-40B4-BE49-F238E27FC236}">
                <a16:creationId xmlns:a16="http://schemas.microsoft.com/office/drawing/2014/main" id="{C8DF8073-7CBE-78F8-385D-33EC70507F81}"/>
              </a:ext>
            </a:extLst>
          </p:cNvPr>
          <p:cNvSpPr/>
          <p:nvPr userDrawn="1"/>
        </p:nvSpPr>
        <p:spPr>
          <a:xfrm>
            <a:off x="16388899" y="5155107"/>
            <a:ext cx="4924799" cy="4320000"/>
          </a:xfrm>
          <a:prstGeom prst="roundRect">
            <a:avLst>
              <a:gd name="adj" fmla="val 7112"/>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3" name="Text Placeholder 5">
            <a:extLst>
              <a:ext uri="{FF2B5EF4-FFF2-40B4-BE49-F238E27FC236}">
                <a16:creationId xmlns:a16="http://schemas.microsoft.com/office/drawing/2014/main" id="{5D06E93C-E9EF-DAD7-BDE3-8DDAB05CDF90}"/>
              </a:ext>
            </a:extLst>
          </p:cNvPr>
          <p:cNvSpPr>
            <a:spLocks noGrp="1"/>
          </p:cNvSpPr>
          <p:nvPr>
            <p:ph type="body" sz="quarter" idx="15"/>
          </p:nvPr>
        </p:nvSpPr>
        <p:spPr>
          <a:xfrm>
            <a:off x="9719708" y="5701845"/>
            <a:ext cx="3895763" cy="3300760"/>
          </a:xfrm>
        </p:spPr>
        <p:txBody>
          <a:bodyPr>
            <a:noAutofit/>
          </a:bodyPr>
          <a:lstStyle>
            <a:lvl1pPr marL="0" indent="0">
              <a:buNone/>
              <a:defRPr kumimoji="0" lang="en-US" sz="3200" b="0" i="0" u="none" strike="noStrike" cap="none" spc="0" normalizeH="0" baseline="0">
                <a:ln>
                  <a:noFill/>
                </a:ln>
                <a:solidFill>
                  <a:schemeClr val="accent1">
                    <a:lumMod val="50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4" name="Text Placeholder 5">
            <a:extLst>
              <a:ext uri="{FF2B5EF4-FFF2-40B4-BE49-F238E27FC236}">
                <a16:creationId xmlns:a16="http://schemas.microsoft.com/office/drawing/2014/main" id="{AB64C3FA-E7EC-73CE-DEC9-E0D1DACCC92F}"/>
              </a:ext>
            </a:extLst>
          </p:cNvPr>
          <p:cNvSpPr>
            <a:spLocks noGrp="1"/>
          </p:cNvSpPr>
          <p:nvPr>
            <p:ph type="body" sz="quarter" idx="16"/>
          </p:nvPr>
        </p:nvSpPr>
        <p:spPr>
          <a:xfrm>
            <a:off x="16882946" y="5701845"/>
            <a:ext cx="3895763" cy="3300760"/>
          </a:xfrm>
        </p:spPr>
        <p:txBody>
          <a:bodyPr>
            <a:noAutofit/>
          </a:bodyPr>
          <a:lstStyle>
            <a:lvl1pPr marL="0" indent="0">
              <a:buNone/>
              <a:defRPr kumimoji="0" lang="en-US" sz="3200" b="0" i="0" u="none" strike="noStrike" cap="none" spc="0" normalizeH="0" baseline="0">
                <a:ln>
                  <a:noFill/>
                </a:ln>
                <a:solidFill>
                  <a:schemeClr val="accent1">
                    <a:lumMod val="50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1" name="Text Placeholder 5">
            <a:extLst>
              <a:ext uri="{FF2B5EF4-FFF2-40B4-BE49-F238E27FC236}">
                <a16:creationId xmlns:a16="http://schemas.microsoft.com/office/drawing/2014/main" id="{1B745795-7EE3-42BF-EDBE-49D4FAD835F5}"/>
              </a:ext>
            </a:extLst>
          </p:cNvPr>
          <p:cNvSpPr>
            <a:spLocks noGrp="1"/>
          </p:cNvSpPr>
          <p:nvPr>
            <p:ph type="body" sz="quarter" idx="17"/>
          </p:nvPr>
        </p:nvSpPr>
        <p:spPr>
          <a:xfrm>
            <a:off x="2349891" y="10445295"/>
            <a:ext cx="19038148" cy="1701954"/>
          </a:xfrm>
        </p:spPr>
        <p:txBody>
          <a:bodyPr>
            <a:noAutofit/>
          </a:bodyPr>
          <a:lstStyle>
            <a:lvl1pPr marL="0" indent="0">
              <a:buNone/>
              <a:defRPr kumimoji="0" lang="en-US" sz="2800" b="0" i="0" u="none" strike="noStrike" cap="none" spc="0" normalizeH="0" baseline="0">
                <a:ln>
                  <a:noFill/>
                </a:ln>
                <a:solidFill>
                  <a:schemeClr val="bg1"/>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3" name="Right Arrow 32">
            <a:extLst>
              <a:ext uri="{FF2B5EF4-FFF2-40B4-BE49-F238E27FC236}">
                <a16:creationId xmlns:a16="http://schemas.microsoft.com/office/drawing/2014/main" id="{0AE76436-839B-BF36-E19E-893653562EA3}"/>
              </a:ext>
            </a:extLst>
          </p:cNvPr>
          <p:cNvSpPr/>
          <p:nvPr userDrawn="1"/>
        </p:nvSpPr>
        <p:spPr>
          <a:xfrm>
            <a:off x="14509098" y="6690612"/>
            <a:ext cx="1573640" cy="1182013"/>
          </a:xfrm>
          <a:prstGeom prst="rightArrow">
            <a:avLst/>
          </a:prstGeom>
          <a:solidFill>
            <a:schemeClr val="accent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8" name="Oval 7">
            <a:extLst>
              <a:ext uri="{FF2B5EF4-FFF2-40B4-BE49-F238E27FC236}">
                <a16:creationId xmlns:a16="http://schemas.microsoft.com/office/drawing/2014/main" id="{DCFF0438-821D-3C18-6D61-1BD73A4DC167}"/>
              </a:ext>
            </a:extLst>
          </p:cNvPr>
          <p:cNvSpPr/>
          <p:nvPr userDrawn="1"/>
        </p:nvSpPr>
        <p:spPr>
          <a:xfrm>
            <a:off x="4241849" y="4015089"/>
            <a:ext cx="775855" cy="836732"/>
          </a:xfrm>
          <a:prstGeom prst="ellipse">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3200" b="0" i="0" u="none" strike="noStrike" cap="none" spc="0" normalizeH="0" baseline="0" dirty="0">
                <a:ln>
                  <a:noFill/>
                </a:ln>
                <a:solidFill>
                  <a:schemeClr val="tx1"/>
                </a:solidFill>
                <a:effectLst/>
                <a:uFillTx/>
                <a:latin typeface="Open Sans Light" pitchFamily="2" charset="0"/>
                <a:ea typeface="Open Sans Light" pitchFamily="2" charset="0"/>
                <a:cs typeface="Open Sans Light" pitchFamily="2" charset="0"/>
                <a:sym typeface="Helvetica Neue Medium"/>
              </a:rPr>
              <a:t>1</a:t>
            </a:r>
          </a:p>
        </p:txBody>
      </p:sp>
      <p:sp>
        <p:nvSpPr>
          <p:cNvPr id="10" name="Oval 9">
            <a:extLst>
              <a:ext uri="{FF2B5EF4-FFF2-40B4-BE49-F238E27FC236}">
                <a16:creationId xmlns:a16="http://schemas.microsoft.com/office/drawing/2014/main" id="{1BC35716-81E4-A54F-3272-89DAA37CF79D}"/>
              </a:ext>
            </a:extLst>
          </p:cNvPr>
          <p:cNvSpPr/>
          <p:nvPr userDrawn="1"/>
        </p:nvSpPr>
        <p:spPr>
          <a:xfrm>
            <a:off x="11279661" y="4015089"/>
            <a:ext cx="775855" cy="836732"/>
          </a:xfrm>
          <a:prstGeom prst="ellipse">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3200" b="0" i="0" u="none" strike="noStrike" cap="none" spc="0" normalizeH="0" baseline="0" dirty="0">
                <a:ln>
                  <a:noFill/>
                </a:ln>
                <a:solidFill>
                  <a:schemeClr val="tx1"/>
                </a:solidFill>
                <a:effectLst/>
                <a:uFillTx/>
                <a:latin typeface="Open Sans Light" pitchFamily="2" charset="0"/>
                <a:ea typeface="Open Sans Light" pitchFamily="2" charset="0"/>
                <a:cs typeface="Open Sans Light" pitchFamily="2" charset="0"/>
                <a:sym typeface="Helvetica Neue Medium"/>
              </a:rPr>
              <a:t>2</a:t>
            </a:r>
          </a:p>
        </p:txBody>
      </p:sp>
      <p:sp>
        <p:nvSpPr>
          <p:cNvPr id="14" name="Oval 13">
            <a:extLst>
              <a:ext uri="{FF2B5EF4-FFF2-40B4-BE49-F238E27FC236}">
                <a16:creationId xmlns:a16="http://schemas.microsoft.com/office/drawing/2014/main" id="{6D587B62-738C-1BE8-E775-FC6EC9D2556E}"/>
              </a:ext>
            </a:extLst>
          </p:cNvPr>
          <p:cNvSpPr/>
          <p:nvPr userDrawn="1"/>
        </p:nvSpPr>
        <p:spPr>
          <a:xfrm>
            <a:off x="18463370" y="4015089"/>
            <a:ext cx="775855" cy="836732"/>
          </a:xfrm>
          <a:prstGeom prst="ellipse">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3200" b="0" i="0" u="none" strike="noStrike" cap="none" spc="0" normalizeH="0" baseline="0" dirty="0">
                <a:ln>
                  <a:noFill/>
                </a:ln>
                <a:solidFill>
                  <a:schemeClr val="tx1"/>
                </a:solidFill>
                <a:effectLst/>
                <a:uFillTx/>
                <a:latin typeface="Open Sans Light" pitchFamily="2" charset="0"/>
                <a:ea typeface="Open Sans Light" pitchFamily="2" charset="0"/>
                <a:cs typeface="Open Sans Light" pitchFamily="2" charset="0"/>
                <a:sym typeface="Helvetica Neue Medium"/>
              </a:rPr>
              <a:t>3</a:t>
            </a:r>
          </a:p>
        </p:txBody>
      </p:sp>
      <p:pic>
        <p:nvPicPr>
          <p:cNvPr id="7" name="Picture 6">
            <a:extLst>
              <a:ext uri="{FF2B5EF4-FFF2-40B4-BE49-F238E27FC236}">
                <a16:creationId xmlns:a16="http://schemas.microsoft.com/office/drawing/2014/main" id="{5EC48672-F1E2-A230-B095-57E67183FCA6}"/>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9" name="Group">
            <a:extLst>
              <a:ext uri="{FF2B5EF4-FFF2-40B4-BE49-F238E27FC236}">
                <a16:creationId xmlns:a16="http://schemas.microsoft.com/office/drawing/2014/main" id="{8D3FDAF8-012C-4D3A-C949-6317F6E219D0}"/>
              </a:ext>
            </a:extLst>
          </p:cNvPr>
          <p:cNvGrpSpPr/>
          <p:nvPr userDrawn="1"/>
        </p:nvGrpSpPr>
        <p:grpSpPr>
          <a:xfrm>
            <a:off x="756659" y="-3867"/>
            <a:ext cx="2783909" cy="2014172"/>
            <a:chOff x="-2864397" y="0"/>
            <a:chExt cx="2783907" cy="2014171"/>
          </a:xfrm>
        </p:grpSpPr>
        <p:pic>
          <p:nvPicPr>
            <p:cNvPr id="11" name="Image" descr="Image">
              <a:extLst>
                <a:ext uri="{FF2B5EF4-FFF2-40B4-BE49-F238E27FC236}">
                  <a16:creationId xmlns:a16="http://schemas.microsoft.com/office/drawing/2014/main" id="{56EB9265-9B68-78E9-B5B8-F2C39D9134A2}"/>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12" name="Image" descr="Image">
              <a:extLst>
                <a:ext uri="{FF2B5EF4-FFF2-40B4-BE49-F238E27FC236}">
                  <a16:creationId xmlns:a16="http://schemas.microsoft.com/office/drawing/2014/main" id="{E445F39B-125D-DE62-15D6-B4FE5E3C4A7D}"/>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15" name="Image" descr="Image">
              <a:extLst>
                <a:ext uri="{FF2B5EF4-FFF2-40B4-BE49-F238E27FC236}">
                  <a16:creationId xmlns:a16="http://schemas.microsoft.com/office/drawing/2014/main" id="{CC8E73D5-72F6-77A3-C650-62976C858480}"/>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1809284995"/>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type 5">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95F33489-AE64-A520-339D-37FA55DCDDCD}"/>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7" name="Text Placeholder 5">
            <a:extLst>
              <a:ext uri="{FF2B5EF4-FFF2-40B4-BE49-F238E27FC236}">
                <a16:creationId xmlns:a16="http://schemas.microsoft.com/office/drawing/2014/main" id="{F4A212B9-DBD9-E746-BAFB-9234B89096E8}"/>
              </a:ext>
            </a:extLst>
          </p:cNvPr>
          <p:cNvSpPr>
            <a:spLocks noGrp="1"/>
          </p:cNvSpPr>
          <p:nvPr>
            <p:ph type="body" sz="quarter" idx="16"/>
          </p:nvPr>
        </p:nvSpPr>
        <p:spPr>
          <a:xfrm>
            <a:off x="2167377" y="6556917"/>
            <a:ext cx="9768906" cy="5575610"/>
          </a:xfrm>
        </p:spPr>
        <p:txBody>
          <a:bodyPr>
            <a:noAutofit/>
          </a:bodyPr>
          <a:lstStyle>
            <a:lvl1pPr marL="0" indent="0">
              <a:buNone/>
              <a:defRPr kumimoji="0" lang="en-US" sz="26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4" name="Picture Placeholder 3">
            <a:extLst>
              <a:ext uri="{FF2B5EF4-FFF2-40B4-BE49-F238E27FC236}">
                <a16:creationId xmlns:a16="http://schemas.microsoft.com/office/drawing/2014/main" id="{199BEEEC-0D44-544B-A30D-8F854BF4A1E2}"/>
              </a:ext>
            </a:extLst>
          </p:cNvPr>
          <p:cNvSpPr>
            <a:spLocks noGrp="1"/>
          </p:cNvSpPr>
          <p:nvPr>
            <p:ph type="pic" sz="quarter" idx="13"/>
          </p:nvPr>
        </p:nvSpPr>
        <p:spPr>
          <a:xfrm>
            <a:off x="12339930" y="4210629"/>
            <a:ext cx="9099057" cy="7921898"/>
          </a:xfrm>
        </p:spPr>
        <p:txBody>
          <a:bodyPr/>
          <a:lstStyle>
            <a:lvl1pPr marL="0" indent="0">
              <a:buNone/>
              <a:defRPr b="0">
                <a:solidFill>
                  <a:schemeClr val="bg1"/>
                </a:solidFill>
              </a:defRPr>
            </a:lvl1pPr>
          </a:lstStyle>
          <a:p>
            <a:r>
              <a:rPr lang="en-US"/>
              <a:t>Click icon to add picture</a:t>
            </a:r>
            <a:endParaRPr lang="en-US" dirty="0"/>
          </a:p>
        </p:txBody>
      </p:sp>
      <p:sp>
        <p:nvSpPr>
          <p:cNvPr id="6" name="Text Placeholder 5">
            <a:extLst>
              <a:ext uri="{FF2B5EF4-FFF2-40B4-BE49-F238E27FC236}">
                <a16:creationId xmlns:a16="http://schemas.microsoft.com/office/drawing/2014/main" id="{313C6146-DC72-7FB3-6375-B120A24C107F}"/>
              </a:ext>
            </a:extLst>
          </p:cNvPr>
          <p:cNvSpPr>
            <a:spLocks noGrp="1"/>
          </p:cNvSpPr>
          <p:nvPr>
            <p:ph type="body" sz="quarter" idx="17" hasCustomPrompt="1"/>
          </p:nvPr>
        </p:nvSpPr>
        <p:spPr>
          <a:xfrm>
            <a:off x="2166938" y="4210049"/>
            <a:ext cx="9768874" cy="2039112"/>
          </a:xfrm>
        </p:spPr>
        <p:txBody>
          <a:bodyPr>
            <a:normAutofit/>
          </a:bodyPr>
          <a:lstStyle>
            <a:lvl1pPr marL="0" indent="0">
              <a:buNone/>
              <a:defRPr sz="4400">
                <a:solidFill>
                  <a:schemeClr val="bg1"/>
                </a:solidFill>
              </a:defRPr>
            </a:lvl1pPr>
            <a:lvl5pPr marL="2438400" indent="0" algn="l">
              <a:buFont typeface="Arial" panose="020B0604020202020204" pitchFamily="34" charset="0"/>
              <a:buNone/>
              <a:defRPr sz="4400">
                <a:solidFill>
                  <a:schemeClr val="bg1"/>
                </a:solidFill>
              </a:defRPr>
            </a:lvl5pPr>
          </a:lstStyle>
          <a:p>
            <a:pPr lvl="0"/>
            <a:r>
              <a:rPr lang="en-US" dirty="0"/>
              <a:t>Click to add text</a:t>
            </a:r>
          </a:p>
        </p:txBody>
      </p:sp>
      <p:pic>
        <p:nvPicPr>
          <p:cNvPr id="5" name="Picture 4">
            <a:extLst>
              <a:ext uri="{FF2B5EF4-FFF2-40B4-BE49-F238E27FC236}">
                <a16:creationId xmlns:a16="http://schemas.microsoft.com/office/drawing/2014/main" id="{D5CD14E8-DE1C-14FC-FEA7-30EAAA9BB930}"/>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7" name="Group">
            <a:extLst>
              <a:ext uri="{FF2B5EF4-FFF2-40B4-BE49-F238E27FC236}">
                <a16:creationId xmlns:a16="http://schemas.microsoft.com/office/drawing/2014/main" id="{E62B7B4A-4960-D224-2BB3-BD1A6C05E12C}"/>
              </a:ext>
            </a:extLst>
          </p:cNvPr>
          <p:cNvGrpSpPr/>
          <p:nvPr userDrawn="1"/>
        </p:nvGrpSpPr>
        <p:grpSpPr>
          <a:xfrm>
            <a:off x="756659" y="-3867"/>
            <a:ext cx="2783909" cy="2014172"/>
            <a:chOff x="-2864397" y="0"/>
            <a:chExt cx="2783907" cy="2014171"/>
          </a:xfrm>
        </p:grpSpPr>
        <p:pic>
          <p:nvPicPr>
            <p:cNvPr id="8" name="Image" descr="Image">
              <a:extLst>
                <a:ext uri="{FF2B5EF4-FFF2-40B4-BE49-F238E27FC236}">
                  <a16:creationId xmlns:a16="http://schemas.microsoft.com/office/drawing/2014/main" id="{6F2D1DB1-7918-B846-534B-BCACC79082AC}"/>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9" name="Image" descr="Image">
              <a:extLst>
                <a:ext uri="{FF2B5EF4-FFF2-40B4-BE49-F238E27FC236}">
                  <a16:creationId xmlns:a16="http://schemas.microsoft.com/office/drawing/2014/main" id="{A33628EC-398A-85C8-EA60-202449B367CC}"/>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10" name="Image" descr="Image">
              <a:extLst>
                <a:ext uri="{FF2B5EF4-FFF2-40B4-BE49-F238E27FC236}">
                  <a16:creationId xmlns:a16="http://schemas.microsoft.com/office/drawing/2014/main" id="{4EE2131F-630C-FF89-05AC-61DFC8071803}"/>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2085329813"/>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Content type 5">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28F252AD-5DE4-7070-6059-31CB6E8E15CC}"/>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Or 3">
            <a:extLst>
              <a:ext uri="{FF2B5EF4-FFF2-40B4-BE49-F238E27FC236}">
                <a16:creationId xmlns:a16="http://schemas.microsoft.com/office/drawing/2014/main" id="{E68A1B27-C10C-399D-6C52-E0B8F062FF6D}"/>
              </a:ext>
            </a:extLst>
          </p:cNvPr>
          <p:cNvSpPr/>
          <p:nvPr userDrawn="1"/>
        </p:nvSpPr>
        <p:spPr>
          <a:xfrm>
            <a:off x="7481303" y="3712458"/>
            <a:ext cx="9144000" cy="9144000"/>
          </a:xfrm>
          <a:prstGeom prst="flowChartOr">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cxnSp>
        <p:nvCxnSpPr>
          <p:cNvPr id="8" name="Straight Connector 7">
            <a:extLst>
              <a:ext uri="{FF2B5EF4-FFF2-40B4-BE49-F238E27FC236}">
                <a16:creationId xmlns:a16="http://schemas.microsoft.com/office/drawing/2014/main" id="{9AE1FE12-D6E7-CC76-3FE4-BC8F0EC78DF0}"/>
              </a:ext>
            </a:extLst>
          </p:cNvPr>
          <p:cNvCxnSpPr>
            <a:cxnSpLocks/>
            <a:stCxn id="4" idx="0"/>
          </p:cNvCxnSpPr>
          <p:nvPr userDrawn="1"/>
        </p:nvCxnSpPr>
        <p:spPr>
          <a:xfrm>
            <a:off x="12053303" y="3712458"/>
            <a:ext cx="22098" cy="9144000"/>
          </a:xfrm>
          <a:prstGeom prst="line">
            <a:avLst/>
          </a:prstGeom>
          <a:noFill/>
          <a:ln w="76200" cap="flat">
            <a:solidFill>
              <a:srgbClr val="314F93"/>
            </a:solidFill>
            <a:prstDash val="solid"/>
            <a:miter lim="400000"/>
          </a:ln>
          <a:effectLst/>
          <a:sp3d/>
        </p:spPr>
        <p:style>
          <a:lnRef idx="0">
            <a:scrgbClr r="0" g="0" b="0"/>
          </a:lnRef>
          <a:fillRef idx="0">
            <a:scrgbClr r="0" g="0" b="0"/>
          </a:fillRef>
          <a:effectRef idx="0">
            <a:scrgbClr r="0" g="0" b="0"/>
          </a:effectRef>
          <a:fontRef idx="none"/>
        </p:style>
      </p:cxnSp>
      <p:cxnSp>
        <p:nvCxnSpPr>
          <p:cNvPr id="18" name="Straight Connector 17">
            <a:extLst>
              <a:ext uri="{FF2B5EF4-FFF2-40B4-BE49-F238E27FC236}">
                <a16:creationId xmlns:a16="http://schemas.microsoft.com/office/drawing/2014/main" id="{4945EE12-0322-D3C6-8589-1B9554503365}"/>
              </a:ext>
            </a:extLst>
          </p:cNvPr>
          <p:cNvCxnSpPr>
            <a:cxnSpLocks/>
            <a:endCxn id="4" idx="2"/>
          </p:cNvCxnSpPr>
          <p:nvPr userDrawn="1"/>
        </p:nvCxnSpPr>
        <p:spPr>
          <a:xfrm flipH="1">
            <a:off x="7481303" y="8284458"/>
            <a:ext cx="9144000" cy="0"/>
          </a:xfrm>
          <a:prstGeom prst="line">
            <a:avLst/>
          </a:prstGeom>
          <a:noFill/>
          <a:ln w="76200" cap="flat">
            <a:solidFill>
              <a:srgbClr val="314F93"/>
            </a:solidFill>
            <a:prstDash val="solid"/>
            <a:miter lim="400000"/>
          </a:ln>
          <a:effectLst/>
          <a:sp3d/>
        </p:spPr>
        <p:style>
          <a:lnRef idx="0">
            <a:scrgbClr r="0" g="0" b="0"/>
          </a:lnRef>
          <a:fillRef idx="0">
            <a:scrgbClr r="0" g="0" b="0"/>
          </a:fillRef>
          <a:effectRef idx="0">
            <a:scrgbClr r="0" g="0" b="0"/>
          </a:effectRef>
          <a:fontRef idx="none"/>
        </p:style>
      </p:cxnSp>
      <p:sp>
        <p:nvSpPr>
          <p:cNvPr id="16" name="Text Placeholder 15">
            <a:extLst>
              <a:ext uri="{FF2B5EF4-FFF2-40B4-BE49-F238E27FC236}">
                <a16:creationId xmlns:a16="http://schemas.microsoft.com/office/drawing/2014/main" id="{9B267469-4390-8C92-5D06-4DA338A102E6}"/>
              </a:ext>
            </a:extLst>
          </p:cNvPr>
          <p:cNvSpPr>
            <a:spLocks noGrp="1"/>
          </p:cNvSpPr>
          <p:nvPr>
            <p:ph type="body" sz="quarter" idx="11" hasCustomPrompt="1"/>
          </p:nvPr>
        </p:nvSpPr>
        <p:spPr>
          <a:xfrm>
            <a:off x="2166939" y="4018728"/>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sp>
        <p:nvSpPr>
          <p:cNvPr id="25" name="Text Placeholder 15">
            <a:extLst>
              <a:ext uri="{FF2B5EF4-FFF2-40B4-BE49-F238E27FC236}">
                <a16:creationId xmlns:a16="http://schemas.microsoft.com/office/drawing/2014/main" id="{FC4F9637-2BA1-E3F7-1599-2295EF076CCC}"/>
              </a:ext>
            </a:extLst>
          </p:cNvPr>
          <p:cNvSpPr>
            <a:spLocks noGrp="1"/>
          </p:cNvSpPr>
          <p:nvPr>
            <p:ph type="body" sz="quarter" idx="12" hasCustomPrompt="1"/>
          </p:nvPr>
        </p:nvSpPr>
        <p:spPr>
          <a:xfrm>
            <a:off x="8056949" y="7294814"/>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26" name="Text Placeholder 15">
            <a:extLst>
              <a:ext uri="{FF2B5EF4-FFF2-40B4-BE49-F238E27FC236}">
                <a16:creationId xmlns:a16="http://schemas.microsoft.com/office/drawing/2014/main" id="{47270689-CD03-86EE-AD4E-701F61CD37A1}"/>
              </a:ext>
            </a:extLst>
          </p:cNvPr>
          <p:cNvSpPr>
            <a:spLocks noGrp="1"/>
          </p:cNvSpPr>
          <p:nvPr>
            <p:ph type="body" sz="quarter" idx="13" hasCustomPrompt="1"/>
          </p:nvPr>
        </p:nvSpPr>
        <p:spPr>
          <a:xfrm>
            <a:off x="8056949" y="8617313"/>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28" name="Text Placeholder 15">
            <a:extLst>
              <a:ext uri="{FF2B5EF4-FFF2-40B4-BE49-F238E27FC236}">
                <a16:creationId xmlns:a16="http://schemas.microsoft.com/office/drawing/2014/main" id="{B5939A4B-8504-2C32-E90E-9DA4843EF0EF}"/>
              </a:ext>
            </a:extLst>
          </p:cNvPr>
          <p:cNvSpPr>
            <a:spLocks noGrp="1"/>
          </p:cNvSpPr>
          <p:nvPr>
            <p:ph type="body" sz="quarter" idx="14" hasCustomPrompt="1"/>
          </p:nvPr>
        </p:nvSpPr>
        <p:spPr>
          <a:xfrm>
            <a:off x="12365741" y="7298299"/>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29" name="Text Placeholder 15">
            <a:extLst>
              <a:ext uri="{FF2B5EF4-FFF2-40B4-BE49-F238E27FC236}">
                <a16:creationId xmlns:a16="http://schemas.microsoft.com/office/drawing/2014/main" id="{44D6C0A8-7DC7-6F84-E472-8E0CA423C51E}"/>
              </a:ext>
            </a:extLst>
          </p:cNvPr>
          <p:cNvSpPr>
            <a:spLocks noGrp="1"/>
          </p:cNvSpPr>
          <p:nvPr>
            <p:ph type="body" sz="quarter" idx="15" hasCustomPrompt="1"/>
          </p:nvPr>
        </p:nvSpPr>
        <p:spPr>
          <a:xfrm>
            <a:off x="12427997" y="8595891"/>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30" name="Text Placeholder 15">
            <a:extLst>
              <a:ext uri="{FF2B5EF4-FFF2-40B4-BE49-F238E27FC236}">
                <a16:creationId xmlns:a16="http://schemas.microsoft.com/office/drawing/2014/main" id="{F6BCDD7A-9667-FF15-DEDB-20C0D431E0A3}"/>
              </a:ext>
            </a:extLst>
          </p:cNvPr>
          <p:cNvSpPr>
            <a:spLocks noGrp="1"/>
          </p:cNvSpPr>
          <p:nvPr>
            <p:ph type="body" sz="quarter" idx="16" hasCustomPrompt="1"/>
          </p:nvPr>
        </p:nvSpPr>
        <p:spPr>
          <a:xfrm>
            <a:off x="2166939" y="8938684"/>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sp>
        <p:nvSpPr>
          <p:cNvPr id="31" name="Text Placeholder 15">
            <a:extLst>
              <a:ext uri="{FF2B5EF4-FFF2-40B4-BE49-F238E27FC236}">
                <a16:creationId xmlns:a16="http://schemas.microsoft.com/office/drawing/2014/main" id="{6ADBE3FB-D313-E2BC-715C-D8600CF8BD21}"/>
              </a:ext>
            </a:extLst>
          </p:cNvPr>
          <p:cNvSpPr>
            <a:spLocks noGrp="1"/>
          </p:cNvSpPr>
          <p:nvPr>
            <p:ph type="body" sz="quarter" idx="17" hasCustomPrompt="1"/>
          </p:nvPr>
        </p:nvSpPr>
        <p:spPr>
          <a:xfrm>
            <a:off x="17255744" y="4018728"/>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sp>
        <p:nvSpPr>
          <p:cNvPr id="32" name="Text Placeholder 15">
            <a:extLst>
              <a:ext uri="{FF2B5EF4-FFF2-40B4-BE49-F238E27FC236}">
                <a16:creationId xmlns:a16="http://schemas.microsoft.com/office/drawing/2014/main" id="{A79FD328-17AF-2BB2-5730-3D5CA0EE9704}"/>
              </a:ext>
            </a:extLst>
          </p:cNvPr>
          <p:cNvSpPr>
            <a:spLocks noGrp="1"/>
          </p:cNvSpPr>
          <p:nvPr>
            <p:ph type="body" sz="quarter" idx="18" hasCustomPrompt="1"/>
          </p:nvPr>
        </p:nvSpPr>
        <p:spPr>
          <a:xfrm>
            <a:off x="17255744" y="8938684"/>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pic>
        <p:nvPicPr>
          <p:cNvPr id="20" name="Graphic 19" descr="Artificial Intelligence with solid fill">
            <a:extLst>
              <a:ext uri="{FF2B5EF4-FFF2-40B4-BE49-F238E27FC236}">
                <a16:creationId xmlns:a16="http://schemas.microsoft.com/office/drawing/2014/main" id="{717E632E-7C2D-8BE2-BA0D-FBA56ED592A2}"/>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328162" y="4999921"/>
            <a:ext cx="1936946" cy="1936946"/>
          </a:xfrm>
          <a:prstGeom prst="rect">
            <a:avLst/>
          </a:prstGeom>
        </p:spPr>
      </p:pic>
      <p:pic>
        <p:nvPicPr>
          <p:cNvPr id="22" name="Graphic 21" descr="Atom with solid fill">
            <a:extLst>
              <a:ext uri="{FF2B5EF4-FFF2-40B4-BE49-F238E27FC236}">
                <a16:creationId xmlns:a16="http://schemas.microsoft.com/office/drawing/2014/main" id="{CCE4C43E-15B3-15EB-CF11-EB3378A3CEF1}"/>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837038" y="4968699"/>
            <a:ext cx="1958731" cy="1958731"/>
          </a:xfrm>
          <a:prstGeom prst="rect">
            <a:avLst/>
          </a:prstGeom>
        </p:spPr>
      </p:pic>
      <p:pic>
        <p:nvPicPr>
          <p:cNvPr id="24" name="Graphic 23" descr="Bar chart with solid fill">
            <a:extLst>
              <a:ext uri="{FF2B5EF4-FFF2-40B4-BE49-F238E27FC236}">
                <a16:creationId xmlns:a16="http://schemas.microsoft.com/office/drawing/2014/main" id="{0445AAA4-0C9A-80AB-86CE-F91A16FFC29C}"/>
              </a:ext>
            </a:extLst>
          </p:cNvPr>
          <p:cNvPicPr>
            <a:picLocks noChangeAspect="1"/>
          </p:cNvPicPr>
          <p:nvPr userDrawn="1"/>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504135" y="9715514"/>
            <a:ext cx="1696410" cy="1696410"/>
          </a:xfrm>
          <a:prstGeom prst="rect">
            <a:avLst/>
          </a:prstGeom>
        </p:spPr>
      </p:pic>
      <p:pic>
        <p:nvPicPr>
          <p:cNvPr id="35" name="Graphic 34" descr="Blockchain with solid fill">
            <a:extLst>
              <a:ext uri="{FF2B5EF4-FFF2-40B4-BE49-F238E27FC236}">
                <a16:creationId xmlns:a16="http://schemas.microsoft.com/office/drawing/2014/main" id="{CB7D00AA-1C33-1508-6057-E10BDF964F0D}"/>
              </a:ext>
            </a:extLst>
          </p:cNvPr>
          <p:cNvPicPr>
            <a:picLocks noChangeAspect="1"/>
          </p:cNvPicPr>
          <p:nvPr userDrawn="1"/>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2837038" y="9711819"/>
            <a:ext cx="1700105" cy="1700105"/>
          </a:xfrm>
          <a:prstGeom prst="rect">
            <a:avLst/>
          </a:prstGeom>
        </p:spPr>
      </p:pic>
      <p:pic>
        <p:nvPicPr>
          <p:cNvPr id="5" name="Picture 4">
            <a:extLst>
              <a:ext uri="{FF2B5EF4-FFF2-40B4-BE49-F238E27FC236}">
                <a16:creationId xmlns:a16="http://schemas.microsoft.com/office/drawing/2014/main" id="{C97FCB3B-92B7-9A04-09DB-5667129A353E}"/>
              </a:ext>
              <a:ext uri="{C183D7F6-B498-43B3-948B-1728B52AA6E4}">
                <adec:decorative xmlns:adec="http://schemas.microsoft.com/office/drawing/2017/decorative" val="1"/>
              </a:ext>
            </a:extLst>
          </p:cNvPr>
          <p:cNvPicPr>
            <a:picLocks noChangeAspect="1"/>
          </p:cNvPicPr>
          <p:nvPr userDrawn="1"/>
        </p:nvPicPr>
        <p:blipFill rotWithShape="1">
          <a:blip r:embed="rId10">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6" name="Group">
            <a:extLst>
              <a:ext uri="{FF2B5EF4-FFF2-40B4-BE49-F238E27FC236}">
                <a16:creationId xmlns:a16="http://schemas.microsoft.com/office/drawing/2014/main" id="{805F1785-290C-1641-A96F-184692C72980}"/>
              </a:ext>
            </a:extLst>
          </p:cNvPr>
          <p:cNvGrpSpPr/>
          <p:nvPr userDrawn="1"/>
        </p:nvGrpSpPr>
        <p:grpSpPr>
          <a:xfrm>
            <a:off x="756659" y="-3867"/>
            <a:ext cx="2783909" cy="2014172"/>
            <a:chOff x="-2864397" y="0"/>
            <a:chExt cx="2783907" cy="2014171"/>
          </a:xfrm>
        </p:grpSpPr>
        <p:pic>
          <p:nvPicPr>
            <p:cNvPr id="9" name="Image" descr="Image">
              <a:extLst>
                <a:ext uri="{FF2B5EF4-FFF2-40B4-BE49-F238E27FC236}">
                  <a16:creationId xmlns:a16="http://schemas.microsoft.com/office/drawing/2014/main" id="{DE051A88-BFBF-58FB-0D20-AA66E50B943F}"/>
                </a:ext>
              </a:extLst>
            </p:cNvPr>
            <p:cNvPicPr>
              <a:picLocks noChangeAspect="1"/>
            </p:cNvPicPr>
            <p:nvPr/>
          </p:nvPicPr>
          <p:blipFill>
            <a:blip r:embed="rId11"/>
            <a:stretch>
              <a:fillRect/>
            </a:stretch>
          </p:blipFill>
          <p:spPr>
            <a:xfrm>
              <a:off x="-2864398" y="-1"/>
              <a:ext cx="630382" cy="1359672"/>
            </a:xfrm>
            <a:prstGeom prst="rect">
              <a:avLst/>
            </a:prstGeom>
            <a:ln w="12700" cap="flat">
              <a:noFill/>
              <a:miter lim="400000"/>
            </a:ln>
            <a:effectLst/>
          </p:spPr>
        </p:pic>
        <p:pic>
          <p:nvPicPr>
            <p:cNvPr id="10" name="Image" descr="Image">
              <a:extLst>
                <a:ext uri="{FF2B5EF4-FFF2-40B4-BE49-F238E27FC236}">
                  <a16:creationId xmlns:a16="http://schemas.microsoft.com/office/drawing/2014/main" id="{FF606EC9-F598-701C-CF2B-AC339348BD1A}"/>
                </a:ext>
              </a:extLst>
            </p:cNvPr>
            <p:cNvPicPr>
              <a:picLocks noChangeAspect="1"/>
            </p:cNvPicPr>
            <p:nvPr/>
          </p:nvPicPr>
          <p:blipFill>
            <a:blip r:embed="rId12"/>
            <a:srcRect t="88153" r="78332"/>
            <a:stretch>
              <a:fillRect/>
            </a:stretch>
          </p:blipFill>
          <p:spPr>
            <a:xfrm>
              <a:off x="-2850027" y="1390294"/>
              <a:ext cx="601633" cy="623878"/>
            </a:xfrm>
            <a:prstGeom prst="rect">
              <a:avLst/>
            </a:prstGeom>
            <a:ln w="12700" cap="flat">
              <a:noFill/>
              <a:miter lim="400000"/>
            </a:ln>
            <a:effectLst/>
          </p:spPr>
        </p:pic>
        <p:pic>
          <p:nvPicPr>
            <p:cNvPr id="11" name="Image" descr="Image">
              <a:extLst>
                <a:ext uri="{FF2B5EF4-FFF2-40B4-BE49-F238E27FC236}">
                  <a16:creationId xmlns:a16="http://schemas.microsoft.com/office/drawing/2014/main" id="{1DD6A07B-1CB5-B903-09DB-950559FCE4E0}"/>
                </a:ext>
              </a:extLst>
            </p:cNvPr>
            <p:cNvPicPr>
              <a:picLocks noChangeAspect="1"/>
            </p:cNvPicPr>
            <p:nvPr/>
          </p:nvPicPr>
          <p:blipFill>
            <a:blip r:embed="rId12"/>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1070102926"/>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Content type 5">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F55631E8-C878-10B3-37B6-B446CE8244F9}"/>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b="0" i="0" dirty="0">
              <a:latin typeface="OCRB" panose="020F0502020204030204" pitchFamily="34" charset="0"/>
              <a:ea typeface="Open Sans Light" pitchFamily="2" charset="0"/>
              <a:cs typeface="OCRB" panose="020F0502020204030204" pitchFamily="34"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16" name="Text Placeholder 15">
            <a:extLst>
              <a:ext uri="{FF2B5EF4-FFF2-40B4-BE49-F238E27FC236}">
                <a16:creationId xmlns:a16="http://schemas.microsoft.com/office/drawing/2014/main" id="{9B267469-4390-8C92-5D06-4DA338A102E6}"/>
              </a:ext>
            </a:extLst>
          </p:cNvPr>
          <p:cNvSpPr>
            <a:spLocks noGrp="1"/>
          </p:cNvSpPr>
          <p:nvPr>
            <p:ph type="body" sz="quarter" idx="11" hasCustomPrompt="1"/>
          </p:nvPr>
        </p:nvSpPr>
        <p:spPr>
          <a:xfrm>
            <a:off x="2166938" y="4349750"/>
            <a:ext cx="12097701" cy="3462458"/>
          </a:xfrm>
        </p:spPr>
        <p:txBody>
          <a:bodyPr>
            <a:normAutofit/>
          </a:bodyPr>
          <a:lstStyle>
            <a:lvl1pPr marL="0" indent="0">
              <a:buNone/>
              <a:defRPr sz="4000">
                <a:solidFill>
                  <a:schemeClr val="bg1"/>
                </a:solidFill>
              </a:defRPr>
            </a:lvl1pPr>
            <a:lvl5pPr marL="2438400" indent="0">
              <a:buNone/>
              <a:defRPr/>
            </a:lvl5pPr>
          </a:lstStyle>
          <a:p>
            <a:pPr lvl="0"/>
            <a:r>
              <a:rPr lang="en-US" dirty="0"/>
              <a:t>Click to add text</a:t>
            </a:r>
          </a:p>
        </p:txBody>
      </p:sp>
      <p:sp>
        <p:nvSpPr>
          <p:cNvPr id="30" name="Text Placeholder 15">
            <a:extLst>
              <a:ext uri="{FF2B5EF4-FFF2-40B4-BE49-F238E27FC236}">
                <a16:creationId xmlns:a16="http://schemas.microsoft.com/office/drawing/2014/main" id="{F6BCDD7A-9667-FF15-DEDB-20C0D431E0A3}"/>
              </a:ext>
            </a:extLst>
          </p:cNvPr>
          <p:cNvSpPr>
            <a:spLocks noGrp="1"/>
          </p:cNvSpPr>
          <p:nvPr>
            <p:ph type="body" sz="quarter" idx="16" hasCustomPrompt="1"/>
          </p:nvPr>
        </p:nvSpPr>
        <p:spPr>
          <a:xfrm>
            <a:off x="2166938" y="8938684"/>
            <a:ext cx="19839621" cy="3676241"/>
          </a:xfrm>
        </p:spPr>
        <p:txBody>
          <a:bodyPr>
            <a:normAutofit/>
          </a:bodyPr>
          <a:lstStyle>
            <a:lvl1pPr marL="0" indent="0">
              <a:buNone/>
              <a:defRPr sz="3600">
                <a:solidFill>
                  <a:schemeClr val="bg1"/>
                </a:solidFill>
              </a:defRPr>
            </a:lvl1pPr>
            <a:lvl5pPr marL="2438400" indent="0">
              <a:buNone/>
              <a:defRPr/>
            </a:lvl5pPr>
          </a:lstStyle>
          <a:p>
            <a:pPr lvl="0"/>
            <a:r>
              <a:rPr lang="en-US" dirty="0"/>
              <a:t>Click to add text</a:t>
            </a:r>
          </a:p>
        </p:txBody>
      </p:sp>
      <p:pic>
        <p:nvPicPr>
          <p:cNvPr id="5" name="Graphic 4" descr="Checklist with solid fill">
            <a:extLst>
              <a:ext uri="{FF2B5EF4-FFF2-40B4-BE49-F238E27FC236}">
                <a16:creationId xmlns:a16="http://schemas.microsoft.com/office/drawing/2014/main" id="{EEEA3E7D-43D1-BB41-8C28-FEDBD7273D07}"/>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5240000" y="4320116"/>
            <a:ext cx="3535680" cy="3535680"/>
          </a:xfrm>
          <a:prstGeom prst="rect">
            <a:avLst/>
          </a:prstGeom>
        </p:spPr>
      </p:pic>
      <p:pic>
        <p:nvPicPr>
          <p:cNvPr id="6" name="Picture 5">
            <a:extLst>
              <a:ext uri="{FF2B5EF4-FFF2-40B4-BE49-F238E27FC236}">
                <a16:creationId xmlns:a16="http://schemas.microsoft.com/office/drawing/2014/main" id="{8D1F61AE-0C1A-636C-687E-207E2A2A70F6}"/>
              </a:ext>
              <a:ext uri="{C183D7F6-B498-43B3-948B-1728B52AA6E4}">
                <adec:decorative xmlns:adec="http://schemas.microsoft.com/office/drawing/2017/decorative" val="1"/>
              </a:ext>
            </a:extLst>
          </p:cNvPr>
          <p:cNvPicPr>
            <a:picLocks noChangeAspect="1"/>
          </p:cNvPicPr>
          <p:nvPr userDrawn="1"/>
        </p:nvPicPr>
        <p:blipFill rotWithShape="1">
          <a:blip r:embed="rId4">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7" name="Group">
            <a:extLst>
              <a:ext uri="{FF2B5EF4-FFF2-40B4-BE49-F238E27FC236}">
                <a16:creationId xmlns:a16="http://schemas.microsoft.com/office/drawing/2014/main" id="{A734540B-EB64-130D-3523-93575103ED02}"/>
              </a:ext>
            </a:extLst>
          </p:cNvPr>
          <p:cNvGrpSpPr/>
          <p:nvPr userDrawn="1"/>
        </p:nvGrpSpPr>
        <p:grpSpPr>
          <a:xfrm>
            <a:off x="756659" y="-3867"/>
            <a:ext cx="2783909" cy="2014172"/>
            <a:chOff x="-2864397" y="0"/>
            <a:chExt cx="2783907" cy="2014171"/>
          </a:xfrm>
        </p:grpSpPr>
        <p:pic>
          <p:nvPicPr>
            <p:cNvPr id="8" name="Image" descr="Image">
              <a:extLst>
                <a:ext uri="{FF2B5EF4-FFF2-40B4-BE49-F238E27FC236}">
                  <a16:creationId xmlns:a16="http://schemas.microsoft.com/office/drawing/2014/main" id="{5953221E-8F74-C3B9-7C70-CFB02A3B7E6C}"/>
                </a:ext>
              </a:extLst>
            </p:cNvPr>
            <p:cNvPicPr>
              <a:picLocks noChangeAspect="1"/>
            </p:cNvPicPr>
            <p:nvPr/>
          </p:nvPicPr>
          <p:blipFill>
            <a:blip r:embed="rId5"/>
            <a:stretch>
              <a:fillRect/>
            </a:stretch>
          </p:blipFill>
          <p:spPr>
            <a:xfrm>
              <a:off x="-2864398" y="-1"/>
              <a:ext cx="630382" cy="1359672"/>
            </a:xfrm>
            <a:prstGeom prst="rect">
              <a:avLst/>
            </a:prstGeom>
            <a:ln w="12700" cap="flat">
              <a:noFill/>
              <a:miter lim="400000"/>
            </a:ln>
            <a:effectLst/>
          </p:spPr>
        </p:pic>
        <p:pic>
          <p:nvPicPr>
            <p:cNvPr id="9" name="Image" descr="Image">
              <a:extLst>
                <a:ext uri="{FF2B5EF4-FFF2-40B4-BE49-F238E27FC236}">
                  <a16:creationId xmlns:a16="http://schemas.microsoft.com/office/drawing/2014/main" id="{49A2096B-323B-F3EF-7CC9-DF562AC8C228}"/>
                </a:ext>
              </a:extLst>
            </p:cNvPr>
            <p:cNvPicPr>
              <a:picLocks noChangeAspect="1"/>
            </p:cNvPicPr>
            <p:nvPr/>
          </p:nvPicPr>
          <p:blipFill>
            <a:blip r:embed="rId6"/>
            <a:srcRect t="88153" r="78332"/>
            <a:stretch>
              <a:fillRect/>
            </a:stretch>
          </p:blipFill>
          <p:spPr>
            <a:xfrm>
              <a:off x="-2850027" y="1390294"/>
              <a:ext cx="601633" cy="623878"/>
            </a:xfrm>
            <a:prstGeom prst="rect">
              <a:avLst/>
            </a:prstGeom>
            <a:ln w="12700" cap="flat">
              <a:noFill/>
              <a:miter lim="400000"/>
            </a:ln>
            <a:effectLst/>
          </p:spPr>
        </p:pic>
        <p:pic>
          <p:nvPicPr>
            <p:cNvPr id="10" name="Image" descr="Image">
              <a:extLst>
                <a:ext uri="{FF2B5EF4-FFF2-40B4-BE49-F238E27FC236}">
                  <a16:creationId xmlns:a16="http://schemas.microsoft.com/office/drawing/2014/main" id="{8B7EE6C9-8BC7-CD09-089B-BA35D919D1CC}"/>
                </a:ext>
              </a:extLst>
            </p:cNvPr>
            <p:cNvPicPr>
              <a:picLocks noChangeAspect="1"/>
            </p:cNvPicPr>
            <p:nvPr/>
          </p:nvPicPr>
          <p:blipFill>
            <a:blip r:embed="rId6"/>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2227040866"/>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Content type 4">
    <p:spTree>
      <p:nvGrpSpPr>
        <p:cNvPr id="1" name=""/>
        <p:cNvGrpSpPr/>
        <p:nvPr/>
      </p:nvGrpSpPr>
      <p:grpSpPr>
        <a:xfrm>
          <a:off x="0" y="0"/>
          <a:ext cx="0" cy="0"/>
          <a:chOff x="0" y="0"/>
          <a:chExt cx="0" cy="0"/>
        </a:xfrm>
      </p:grpSpPr>
      <p:sp>
        <p:nvSpPr>
          <p:cNvPr id="17" name="Rectangle">
            <a:extLst>
              <a:ext uri="{FF2B5EF4-FFF2-40B4-BE49-F238E27FC236}">
                <a16:creationId xmlns:a16="http://schemas.microsoft.com/office/drawing/2014/main" id="{57D6C136-B186-B244-9E34-B1B3CC503956}"/>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5" name="Text Placeholder 5">
            <a:extLst>
              <a:ext uri="{FF2B5EF4-FFF2-40B4-BE49-F238E27FC236}">
                <a16:creationId xmlns:a16="http://schemas.microsoft.com/office/drawing/2014/main" id="{0C2D7F5C-BD73-5445-9E3A-82A31E22F625}"/>
              </a:ext>
            </a:extLst>
          </p:cNvPr>
          <p:cNvSpPr>
            <a:spLocks noGrp="1"/>
          </p:cNvSpPr>
          <p:nvPr>
            <p:ph type="body" sz="quarter" idx="14"/>
          </p:nvPr>
        </p:nvSpPr>
        <p:spPr>
          <a:xfrm>
            <a:off x="3176751" y="10942822"/>
            <a:ext cx="8523218" cy="1444847"/>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6" name="Text Placeholder 5">
            <a:extLst>
              <a:ext uri="{FF2B5EF4-FFF2-40B4-BE49-F238E27FC236}">
                <a16:creationId xmlns:a16="http://schemas.microsoft.com/office/drawing/2014/main" id="{25FCA52D-C087-3347-A5F3-54D623B2115B}"/>
              </a:ext>
            </a:extLst>
          </p:cNvPr>
          <p:cNvSpPr>
            <a:spLocks noGrp="1"/>
          </p:cNvSpPr>
          <p:nvPr>
            <p:ph type="body" sz="quarter" idx="15"/>
          </p:nvPr>
        </p:nvSpPr>
        <p:spPr>
          <a:xfrm>
            <a:off x="12684029" y="10972442"/>
            <a:ext cx="8523218" cy="1444848"/>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3" name="Picture Placeholder 3">
            <a:extLst>
              <a:ext uri="{FF2B5EF4-FFF2-40B4-BE49-F238E27FC236}">
                <a16:creationId xmlns:a16="http://schemas.microsoft.com/office/drawing/2014/main" id="{3520A367-5826-4047-8F6E-214336795336}"/>
              </a:ext>
            </a:extLst>
          </p:cNvPr>
          <p:cNvSpPr>
            <a:spLocks noGrp="1"/>
          </p:cNvSpPr>
          <p:nvPr>
            <p:ph type="pic" sz="quarter" idx="11"/>
          </p:nvPr>
        </p:nvSpPr>
        <p:spPr>
          <a:xfrm>
            <a:off x="3176751" y="4582010"/>
            <a:ext cx="8523218" cy="5555977"/>
          </a:xfrm>
        </p:spPr>
        <p:txBody>
          <a:bodyPr/>
          <a:lstStyle>
            <a:lvl1pPr marL="0" indent="0">
              <a:buNone/>
              <a:defRPr>
                <a:solidFill>
                  <a:schemeClr val="bg1"/>
                </a:solidFill>
              </a:defRPr>
            </a:lvl1pPr>
          </a:lstStyle>
          <a:p>
            <a:r>
              <a:rPr lang="en-US"/>
              <a:t>Click icon to add picture</a:t>
            </a:r>
            <a:endParaRPr lang="en-US" dirty="0"/>
          </a:p>
        </p:txBody>
      </p:sp>
      <p:sp>
        <p:nvSpPr>
          <p:cNvPr id="34" name="Picture Placeholder 3">
            <a:extLst>
              <a:ext uri="{FF2B5EF4-FFF2-40B4-BE49-F238E27FC236}">
                <a16:creationId xmlns:a16="http://schemas.microsoft.com/office/drawing/2014/main" id="{09A473F0-3B7E-704A-AA89-F4277FCB9971}"/>
              </a:ext>
            </a:extLst>
          </p:cNvPr>
          <p:cNvSpPr>
            <a:spLocks noGrp="1"/>
          </p:cNvSpPr>
          <p:nvPr>
            <p:ph type="pic" sz="quarter" idx="12"/>
          </p:nvPr>
        </p:nvSpPr>
        <p:spPr>
          <a:xfrm>
            <a:off x="12684029" y="4582010"/>
            <a:ext cx="8523218" cy="5577461"/>
          </a:xfrm>
        </p:spPr>
        <p:txBody>
          <a:bodyPr/>
          <a:lstStyle>
            <a:lvl1pPr marL="0" indent="0">
              <a:buNone/>
              <a:defRPr>
                <a:solidFill>
                  <a:schemeClr val="bg1"/>
                </a:solidFill>
              </a:defRPr>
            </a:lvl1pPr>
          </a:lstStyle>
          <a:p>
            <a:r>
              <a:rPr lang="en-US"/>
              <a:t>Click icon to add picture</a:t>
            </a:r>
            <a:endParaRPr lang="en-US" dirty="0"/>
          </a:p>
        </p:txBody>
      </p:sp>
      <p:pic>
        <p:nvPicPr>
          <p:cNvPr id="4" name="Picture 3">
            <a:extLst>
              <a:ext uri="{FF2B5EF4-FFF2-40B4-BE49-F238E27FC236}">
                <a16:creationId xmlns:a16="http://schemas.microsoft.com/office/drawing/2014/main" id="{D5210B6C-2009-3AB9-2B36-C9C111BD1FBB}"/>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5" name="Group">
            <a:extLst>
              <a:ext uri="{FF2B5EF4-FFF2-40B4-BE49-F238E27FC236}">
                <a16:creationId xmlns:a16="http://schemas.microsoft.com/office/drawing/2014/main" id="{6BFD5909-E19C-D820-5C51-280C15B09CBC}"/>
              </a:ext>
            </a:extLst>
          </p:cNvPr>
          <p:cNvGrpSpPr/>
          <p:nvPr userDrawn="1"/>
        </p:nvGrpSpPr>
        <p:grpSpPr>
          <a:xfrm>
            <a:off x="756659" y="-3867"/>
            <a:ext cx="2783909" cy="2014172"/>
            <a:chOff x="-2864397" y="0"/>
            <a:chExt cx="2783907" cy="2014171"/>
          </a:xfrm>
        </p:grpSpPr>
        <p:pic>
          <p:nvPicPr>
            <p:cNvPr id="6" name="Image" descr="Image">
              <a:extLst>
                <a:ext uri="{FF2B5EF4-FFF2-40B4-BE49-F238E27FC236}">
                  <a16:creationId xmlns:a16="http://schemas.microsoft.com/office/drawing/2014/main" id="{8B08C927-B7A0-43BA-4100-83612BFB59A9}"/>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7" name="Image" descr="Image">
              <a:extLst>
                <a:ext uri="{FF2B5EF4-FFF2-40B4-BE49-F238E27FC236}">
                  <a16:creationId xmlns:a16="http://schemas.microsoft.com/office/drawing/2014/main" id="{6AFC5A1D-896A-4BE5-A25A-A0172137210B}"/>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8" name="Image" descr="Image">
              <a:extLst>
                <a:ext uri="{FF2B5EF4-FFF2-40B4-BE49-F238E27FC236}">
                  <a16:creationId xmlns:a16="http://schemas.microsoft.com/office/drawing/2014/main" id="{58C85CFC-A584-60C9-398C-FC5F3B10CF07}"/>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779245570"/>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hart layout">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450F1BD6-0F15-C34E-9F74-50970B5378D2}"/>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Chart Placeholder 3">
            <a:extLst>
              <a:ext uri="{FF2B5EF4-FFF2-40B4-BE49-F238E27FC236}">
                <a16:creationId xmlns:a16="http://schemas.microsoft.com/office/drawing/2014/main" id="{64D80AC6-9CFD-09B5-1CEF-F695884CCD02}"/>
              </a:ext>
            </a:extLst>
          </p:cNvPr>
          <p:cNvSpPr>
            <a:spLocks noGrp="1"/>
          </p:cNvSpPr>
          <p:nvPr>
            <p:ph type="chart" sz="quarter" idx="11" hasCustomPrompt="1"/>
          </p:nvPr>
        </p:nvSpPr>
        <p:spPr>
          <a:xfrm>
            <a:off x="11460163" y="3962400"/>
            <a:ext cx="12118975" cy="9083675"/>
          </a:xfrm>
        </p:spPr>
        <p:txBody>
          <a:bodyPr>
            <a:normAutofit/>
          </a:bodyPr>
          <a:lstStyle>
            <a:lvl1pPr marL="0" indent="0">
              <a:buNone/>
              <a:defRPr sz="4000">
                <a:solidFill>
                  <a:schemeClr val="bg1"/>
                </a:solidFill>
              </a:defRPr>
            </a:lvl1pPr>
          </a:lstStyle>
          <a:p>
            <a:r>
              <a:rPr lang="en-US" dirty="0"/>
              <a:t>Click to insert chart</a:t>
            </a:r>
          </a:p>
        </p:txBody>
      </p:sp>
      <p:sp>
        <p:nvSpPr>
          <p:cNvPr id="6" name="Text Placeholder 5">
            <a:extLst>
              <a:ext uri="{FF2B5EF4-FFF2-40B4-BE49-F238E27FC236}">
                <a16:creationId xmlns:a16="http://schemas.microsoft.com/office/drawing/2014/main" id="{DEA6CC15-DCB9-9ABD-A03B-8B586BD05B11}"/>
              </a:ext>
            </a:extLst>
          </p:cNvPr>
          <p:cNvSpPr>
            <a:spLocks noGrp="1"/>
          </p:cNvSpPr>
          <p:nvPr>
            <p:ph type="body" sz="quarter" idx="12"/>
          </p:nvPr>
        </p:nvSpPr>
        <p:spPr>
          <a:xfrm>
            <a:off x="3902075" y="3962399"/>
            <a:ext cx="7010400" cy="4058049"/>
          </a:xfrm>
        </p:spPr>
        <p:txBody>
          <a:bodyPr>
            <a:normAutofit/>
          </a:bodyPr>
          <a:lstStyle>
            <a:lvl1pPr marL="0" indent="0">
              <a:buNone/>
              <a:defRPr sz="3600">
                <a:solidFill>
                  <a:schemeClr val="bg1"/>
                </a:solidFill>
              </a:defRPr>
            </a:lvl1pPr>
          </a:lstStyle>
          <a:p>
            <a:pPr lvl="0"/>
            <a:r>
              <a:rPr lang="en-US"/>
              <a:t>Click to edit Master text styles</a:t>
            </a:r>
          </a:p>
        </p:txBody>
      </p:sp>
      <p:pic>
        <p:nvPicPr>
          <p:cNvPr id="9" name="Graphic 8" descr="Blockchain with solid fill">
            <a:extLst>
              <a:ext uri="{FF2B5EF4-FFF2-40B4-BE49-F238E27FC236}">
                <a16:creationId xmlns:a16="http://schemas.microsoft.com/office/drawing/2014/main" id="{C6F9FEE2-3F55-6EBA-4F92-F43ABD638BA7}"/>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137047" y="3962400"/>
            <a:ext cx="1403522" cy="1403522"/>
          </a:xfrm>
          <a:prstGeom prst="rect">
            <a:avLst/>
          </a:prstGeom>
        </p:spPr>
      </p:pic>
      <p:sp>
        <p:nvSpPr>
          <p:cNvPr id="20" name="Text Placeholder 5">
            <a:extLst>
              <a:ext uri="{FF2B5EF4-FFF2-40B4-BE49-F238E27FC236}">
                <a16:creationId xmlns:a16="http://schemas.microsoft.com/office/drawing/2014/main" id="{8597BD3B-4478-8A1D-BD26-1D9EFAA7FCF2}"/>
              </a:ext>
            </a:extLst>
          </p:cNvPr>
          <p:cNvSpPr>
            <a:spLocks noGrp="1"/>
          </p:cNvSpPr>
          <p:nvPr>
            <p:ph type="body" sz="quarter" idx="13"/>
          </p:nvPr>
        </p:nvSpPr>
        <p:spPr>
          <a:xfrm>
            <a:off x="3902075" y="8861383"/>
            <a:ext cx="7010400" cy="4058049"/>
          </a:xfrm>
        </p:spPr>
        <p:txBody>
          <a:bodyPr>
            <a:normAutofit/>
          </a:bodyPr>
          <a:lstStyle>
            <a:lvl1pPr marL="0" indent="0">
              <a:buNone/>
              <a:defRPr sz="3600">
                <a:solidFill>
                  <a:schemeClr val="bg1"/>
                </a:solidFill>
              </a:defRPr>
            </a:lvl1pPr>
          </a:lstStyle>
          <a:p>
            <a:pPr lvl="0"/>
            <a:r>
              <a:rPr lang="en-US"/>
              <a:t>Click to edit Master text styles</a:t>
            </a:r>
          </a:p>
        </p:txBody>
      </p:sp>
      <p:pic>
        <p:nvPicPr>
          <p:cNvPr id="11" name="Graphic 10" descr="Bullseye with solid fill">
            <a:extLst>
              <a:ext uri="{FF2B5EF4-FFF2-40B4-BE49-F238E27FC236}">
                <a16:creationId xmlns:a16="http://schemas.microsoft.com/office/drawing/2014/main" id="{D6B829BF-9E0D-0105-F75C-8DDD429EFC01}"/>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287110" y="8648744"/>
            <a:ext cx="1403521" cy="1403521"/>
          </a:xfrm>
          <a:prstGeom prst="rect">
            <a:avLst/>
          </a:prstGeom>
        </p:spPr>
      </p:pic>
      <p:pic>
        <p:nvPicPr>
          <p:cNvPr id="7" name="Picture 6">
            <a:extLst>
              <a:ext uri="{FF2B5EF4-FFF2-40B4-BE49-F238E27FC236}">
                <a16:creationId xmlns:a16="http://schemas.microsoft.com/office/drawing/2014/main" id="{D0C22165-28E5-078B-D527-EB85E34E9D08}"/>
              </a:ext>
              <a:ext uri="{C183D7F6-B498-43B3-948B-1728B52AA6E4}">
                <adec:decorative xmlns:adec="http://schemas.microsoft.com/office/drawing/2017/decorative" val="1"/>
              </a:ext>
            </a:extLst>
          </p:cNvPr>
          <p:cNvPicPr>
            <a:picLocks noChangeAspect="1"/>
          </p:cNvPicPr>
          <p:nvPr userDrawn="1"/>
        </p:nvPicPr>
        <p:blipFill rotWithShape="1">
          <a:blip r:embed="rId6">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8" name="Group">
            <a:extLst>
              <a:ext uri="{FF2B5EF4-FFF2-40B4-BE49-F238E27FC236}">
                <a16:creationId xmlns:a16="http://schemas.microsoft.com/office/drawing/2014/main" id="{1AB01AB1-EADC-77A2-A940-2DE69B7ABE8E}"/>
              </a:ext>
            </a:extLst>
          </p:cNvPr>
          <p:cNvGrpSpPr/>
          <p:nvPr userDrawn="1"/>
        </p:nvGrpSpPr>
        <p:grpSpPr>
          <a:xfrm>
            <a:off x="756659" y="-3867"/>
            <a:ext cx="2783909" cy="2014172"/>
            <a:chOff x="-2864397" y="0"/>
            <a:chExt cx="2783907" cy="2014171"/>
          </a:xfrm>
        </p:grpSpPr>
        <p:pic>
          <p:nvPicPr>
            <p:cNvPr id="10" name="Image" descr="Image">
              <a:extLst>
                <a:ext uri="{FF2B5EF4-FFF2-40B4-BE49-F238E27FC236}">
                  <a16:creationId xmlns:a16="http://schemas.microsoft.com/office/drawing/2014/main" id="{3B174F11-D671-E0EF-C5C9-332FF7B2255D}"/>
                </a:ext>
              </a:extLst>
            </p:cNvPr>
            <p:cNvPicPr>
              <a:picLocks noChangeAspect="1"/>
            </p:cNvPicPr>
            <p:nvPr/>
          </p:nvPicPr>
          <p:blipFill>
            <a:blip r:embed="rId7"/>
            <a:stretch>
              <a:fillRect/>
            </a:stretch>
          </p:blipFill>
          <p:spPr>
            <a:xfrm>
              <a:off x="-2864398" y="-1"/>
              <a:ext cx="630382" cy="1359672"/>
            </a:xfrm>
            <a:prstGeom prst="rect">
              <a:avLst/>
            </a:prstGeom>
            <a:ln w="12700" cap="flat">
              <a:noFill/>
              <a:miter lim="400000"/>
            </a:ln>
            <a:effectLst/>
          </p:spPr>
        </p:pic>
        <p:pic>
          <p:nvPicPr>
            <p:cNvPr id="12" name="Image" descr="Image">
              <a:extLst>
                <a:ext uri="{FF2B5EF4-FFF2-40B4-BE49-F238E27FC236}">
                  <a16:creationId xmlns:a16="http://schemas.microsoft.com/office/drawing/2014/main" id="{B2D60E6B-CEFB-1201-1ABC-A47A5C6DEDA7}"/>
                </a:ext>
              </a:extLst>
            </p:cNvPr>
            <p:cNvPicPr>
              <a:picLocks noChangeAspect="1"/>
            </p:cNvPicPr>
            <p:nvPr/>
          </p:nvPicPr>
          <p:blipFill>
            <a:blip r:embed="rId8"/>
            <a:srcRect t="88153" r="78332"/>
            <a:stretch>
              <a:fillRect/>
            </a:stretch>
          </p:blipFill>
          <p:spPr>
            <a:xfrm>
              <a:off x="-2850027" y="1390294"/>
              <a:ext cx="601633" cy="623878"/>
            </a:xfrm>
            <a:prstGeom prst="rect">
              <a:avLst/>
            </a:prstGeom>
            <a:ln w="12700" cap="flat">
              <a:noFill/>
              <a:miter lim="400000"/>
            </a:ln>
            <a:effectLst/>
          </p:spPr>
        </p:pic>
        <p:pic>
          <p:nvPicPr>
            <p:cNvPr id="14" name="Image" descr="Image">
              <a:extLst>
                <a:ext uri="{FF2B5EF4-FFF2-40B4-BE49-F238E27FC236}">
                  <a16:creationId xmlns:a16="http://schemas.microsoft.com/office/drawing/2014/main" id="{3ECE39F8-02C5-64A7-9AC5-4BDC8C44E368}"/>
                </a:ext>
              </a:extLst>
            </p:cNvPr>
            <p:cNvPicPr>
              <a:picLocks noChangeAspect="1"/>
            </p:cNvPicPr>
            <p:nvPr/>
          </p:nvPicPr>
          <p:blipFill>
            <a:blip r:embed="rId8"/>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3811012248"/>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Content type 4">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6D051288-6E3E-A95D-1377-4372C7DC1C4F}"/>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3" name="Picture Placeholder 3">
            <a:extLst>
              <a:ext uri="{FF2B5EF4-FFF2-40B4-BE49-F238E27FC236}">
                <a16:creationId xmlns:a16="http://schemas.microsoft.com/office/drawing/2014/main" id="{4D652F67-94A0-0840-AE16-55B87BEAF320}"/>
              </a:ext>
            </a:extLst>
          </p:cNvPr>
          <p:cNvSpPr>
            <a:spLocks noGrp="1"/>
          </p:cNvSpPr>
          <p:nvPr>
            <p:ph type="pic" sz="quarter" idx="11"/>
          </p:nvPr>
        </p:nvSpPr>
        <p:spPr>
          <a:xfrm>
            <a:off x="2167377" y="4120517"/>
            <a:ext cx="9469197" cy="8568593"/>
          </a:xfrm>
        </p:spPr>
        <p:txBody>
          <a:bodyPr/>
          <a:lstStyle>
            <a:lvl1pPr marL="0" indent="0">
              <a:buNone/>
              <a:defRPr>
                <a:solidFill>
                  <a:schemeClr val="bg1"/>
                </a:solidFill>
              </a:defRPr>
            </a:lvl1pPr>
          </a:lstStyle>
          <a:p>
            <a:r>
              <a:rPr lang="en-US"/>
              <a:t>Click icon to add picture</a:t>
            </a:r>
            <a:endParaRPr lang="en-US" dirty="0"/>
          </a:p>
        </p:txBody>
      </p:sp>
      <p:sp>
        <p:nvSpPr>
          <p:cNvPr id="12" name="Text Placeholder 5">
            <a:extLst>
              <a:ext uri="{FF2B5EF4-FFF2-40B4-BE49-F238E27FC236}">
                <a16:creationId xmlns:a16="http://schemas.microsoft.com/office/drawing/2014/main" id="{6A7F952E-8DC5-6A79-9AE3-813B3AE4D1F2}"/>
              </a:ext>
            </a:extLst>
          </p:cNvPr>
          <p:cNvSpPr>
            <a:spLocks noGrp="1"/>
          </p:cNvSpPr>
          <p:nvPr>
            <p:ph type="body" sz="quarter" idx="16"/>
          </p:nvPr>
        </p:nvSpPr>
        <p:spPr>
          <a:xfrm>
            <a:off x="12747867" y="6462508"/>
            <a:ext cx="8024838" cy="6226602"/>
          </a:xfrm>
        </p:spPr>
        <p:txBody>
          <a:bodyPr>
            <a:noAutofit/>
          </a:bodyPr>
          <a:lstStyle>
            <a:lvl1pPr marL="0" indent="0">
              <a:buNone/>
              <a:defRPr kumimoji="0" lang="en-US" sz="26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14" name="Text Placeholder 5">
            <a:extLst>
              <a:ext uri="{FF2B5EF4-FFF2-40B4-BE49-F238E27FC236}">
                <a16:creationId xmlns:a16="http://schemas.microsoft.com/office/drawing/2014/main" id="{BA033C1D-E65C-08C9-F39B-80EFE57D65D8}"/>
              </a:ext>
            </a:extLst>
          </p:cNvPr>
          <p:cNvSpPr>
            <a:spLocks noGrp="1"/>
          </p:cNvSpPr>
          <p:nvPr>
            <p:ph type="body" sz="quarter" idx="17" hasCustomPrompt="1"/>
          </p:nvPr>
        </p:nvSpPr>
        <p:spPr>
          <a:xfrm>
            <a:off x="12747428" y="4115640"/>
            <a:ext cx="8024812" cy="1968425"/>
          </a:xfrm>
        </p:spPr>
        <p:txBody>
          <a:bodyPr>
            <a:normAutofit/>
          </a:bodyPr>
          <a:lstStyle>
            <a:lvl1pPr marL="0" indent="0">
              <a:buNone/>
              <a:defRPr sz="4400">
                <a:solidFill>
                  <a:schemeClr val="bg1"/>
                </a:solidFill>
              </a:defRPr>
            </a:lvl1pPr>
            <a:lvl5pPr marL="2438400" indent="0" algn="l">
              <a:buFont typeface="Arial" panose="020B0604020202020204" pitchFamily="34" charset="0"/>
              <a:buNone/>
              <a:defRPr sz="4400">
                <a:solidFill>
                  <a:schemeClr val="bg1"/>
                </a:solidFill>
              </a:defRPr>
            </a:lvl5pPr>
          </a:lstStyle>
          <a:p>
            <a:pPr lvl="0"/>
            <a:r>
              <a:rPr lang="en-US" dirty="0"/>
              <a:t>Click to add text</a:t>
            </a:r>
          </a:p>
        </p:txBody>
      </p:sp>
      <p:pic>
        <p:nvPicPr>
          <p:cNvPr id="5" name="Picture 4">
            <a:extLst>
              <a:ext uri="{FF2B5EF4-FFF2-40B4-BE49-F238E27FC236}">
                <a16:creationId xmlns:a16="http://schemas.microsoft.com/office/drawing/2014/main" id="{0079C9F5-AAFF-0002-246E-C6EBF2351B3C}"/>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6" name="Group">
            <a:extLst>
              <a:ext uri="{FF2B5EF4-FFF2-40B4-BE49-F238E27FC236}">
                <a16:creationId xmlns:a16="http://schemas.microsoft.com/office/drawing/2014/main" id="{19954499-52C9-37B8-CE68-E31F97D9B97E}"/>
              </a:ext>
            </a:extLst>
          </p:cNvPr>
          <p:cNvGrpSpPr/>
          <p:nvPr userDrawn="1"/>
        </p:nvGrpSpPr>
        <p:grpSpPr>
          <a:xfrm>
            <a:off x="756659" y="-3867"/>
            <a:ext cx="2783909" cy="2014172"/>
            <a:chOff x="-2864397" y="0"/>
            <a:chExt cx="2783907" cy="2014171"/>
          </a:xfrm>
        </p:grpSpPr>
        <p:pic>
          <p:nvPicPr>
            <p:cNvPr id="8" name="Image" descr="Image">
              <a:extLst>
                <a:ext uri="{FF2B5EF4-FFF2-40B4-BE49-F238E27FC236}">
                  <a16:creationId xmlns:a16="http://schemas.microsoft.com/office/drawing/2014/main" id="{1827E7EE-F7D7-B912-1873-48F271C754AF}"/>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9" name="Image" descr="Image">
              <a:extLst>
                <a:ext uri="{FF2B5EF4-FFF2-40B4-BE49-F238E27FC236}">
                  <a16:creationId xmlns:a16="http://schemas.microsoft.com/office/drawing/2014/main" id="{97CC2254-DB2F-2222-3ACB-0F4D49DF246B}"/>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10" name="Image" descr="Image">
              <a:extLst>
                <a:ext uri="{FF2B5EF4-FFF2-40B4-BE49-F238E27FC236}">
                  <a16:creationId xmlns:a16="http://schemas.microsoft.com/office/drawing/2014/main" id="{1DEA3358-B0D8-2D88-2DDF-CD2824CEACE3}"/>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1134045232"/>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iz layout 1">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FABE8965-C5C7-9C39-4D77-41321DCB42C7}"/>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Round Same Side Corner Rectangle 3">
            <a:extLst>
              <a:ext uri="{FF2B5EF4-FFF2-40B4-BE49-F238E27FC236}">
                <a16:creationId xmlns:a16="http://schemas.microsoft.com/office/drawing/2014/main" id="{FA29A0C7-63A9-37AE-C36E-28D29DB1FC0C}"/>
              </a:ext>
            </a:extLst>
          </p:cNvPr>
          <p:cNvSpPr/>
          <p:nvPr userDrawn="1"/>
        </p:nvSpPr>
        <p:spPr>
          <a:xfrm>
            <a:off x="2124334" y="5228017"/>
            <a:ext cx="7712393" cy="8605898"/>
          </a:xfrm>
          <a:prstGeom prst="round2SameRect">
            <a:avLst>
              <a:gd name="adj1" fmla="val 7123"/>
              <a:gd name="adj2" fmla="val 0"/>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6" name="Text Placeholder 5">
            <a:extLst>
              <a:ext uri="{FF2B5EF4-FFF2-40B4-BE49-F238E27FC236}">
                <a16:creationId xmlns:a16="http://schemas.microsoft.com/office/drawing/2014/main" id="{00BFA553-2EAA-7D5D-66A4-3CB0B3039A4F}"/>
              </a:ext>
            </a:extLst>
          </p:cNvPr>
          <p:cNvSpPr>
            <a:spLocks noGrp="1"/>
          </p:cNvSpPr>
          <p:nvPr>
            <p:ph type="body" sz="quarter" idx="16"/>
          </p:nvPr>
        </p:nvSpPr>
        <p:spPr>
          <a:xfrm>
            <a:off x="2594247" y="7248019"/>
            <a:ext cx="6817382" cy="6226602"/>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pic>
        <p:nvPicPr>
          <p:cNvPr id="6" name="Graphic 5" descr="Help with solid fill">
            <a:extLst>
              <a:ext uri="{FF2B5EF4-FFF2-40B4-BE49-F238E27FC236}">
                <a16:creationId xmlns:a16="http://schemas.microsoft.com/office/drawing/2014/main" id="{5BCC09F5-BEFD-455C-0F2F-F18D468EC78F}"/>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594247" y="5468810"/>
            <a:ext cx="1427671" cy="1427671"/>
          </a:xfrm>
          <a:prstGeom prst="rect">
            <a:avLst/>
          </a:prstGeom>
        </p:spPr>
      </p:pic>
      <p:sp>
        <p:nvSpPr>
          <p:cNvPr id="8" name="Rounded Rectangle 7">
            <a:extLst>
              <a:ext uri="{FF2B5EF4-FFF2-40B4-BE49-F238E27FC236}">
                <a16:creationId xmlns:a16="http://schemas.microsoft.com/office/drawing/2014/main" id="{7A5EDB33-736C-0AA5-C7CD-BDFF535E7A9C}"/>
              </a:ext>
            </a:extLst>
          </p:cNvPr>
          <p:cNvSpPr/>
          <p:nvPr userDrawn="1"/>
        </p:nvSpPr>
        <p:spPr>
          <a:xfrm>
            <a:off x="11485756" y="5237573"/>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9" name="Rounded Rectangle 18">
            <a:extLst>
              <a:ext uri="{FF2B5EF4-FFF2-40B4-BE49-F238E27FC236}">
                <a16:creationId xmlns:a16="http://schemas.microsoft.com/office/drawing/2014/main" id="{9A29247D-C253-CBDD-13EE-F16B85217807}"/>
              </a:ext>
            </a:extLst>
          </p:cNvPr>
          <p:cNvSpPr/>
          <p:nvPr userDrawn="1"/>
        </p:nvSpPr>
        <p:spPr>
          <a:xfrm>
            <a:off x="11485756" y="6937152"/>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0" name="Rounded Rectangle 19">
            <a:extLst>
              <a:ext uri="{FF2B5EF4-FFF2-40B4-BE49-F238E27FC236}">
                <a16:creationId xmlns:a16="http://schemas.microsoft.com/office/drawing/2014/main" id="{640D50B7-0BFF-E456-7675-C96913EC6D02}"/>
              </a:ext>
            </a:extLst>
          </p:cNvPr>
          <p:cNvSpPr/>
          <p:nvPr userDrawn="1"/>
        </p:nvSpPr>
        <p:spPr>
          <a:xfrm>
            <a:off x="11485756" y="8615938"/>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1" name="Rounded Rectangle 20">
            <a:extLst>
              <a:ext uri="{FF2B5EF4-FFF2-40B4-BE49-F238E27FC236}">
                <a16:creationId xmlns:a16="http://schemas.microsoft.com/office/drawing/2014/main" id="{A4EB9AD0-97D9-EA55-1897-8E787ACA18AD}"/>
              </a:ext>
            </a:extLst>
          </p:cNvPr>
          <p:cNvSpPr/>
          <p:nvPr userDrawn="1"/>
        </p:nvSpPr>
        <p:spPr>
          <a:xfrm>
            <a:off x="11485756" y="10294724"/>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2" name="Rounded Rectangle 21">
            <a:extLst>
              <a:ext uri="{FF2B5EF4-FFF2-40B4-BE49-F238E27FC236}">
                <a16:creationId xmlns:a16="http://schemas.microsoft.com/office/drawing/2014/main" id="{1FE4A142-7345-2F27-77AC-6B8D7F3BB8F0}"/>
              </a:ext>
            </a:extLst>
          </p:cNvPr>
          <p:cNvSpPr/>
          <p:nvPr userDrawn="1"/>
        </p:nvSpPr>
        <p:spPr>
          <a:xfrm>
            <a:off x="11485756" y="11973510"/>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4" name="Text Placeholder 5">
            <a:extLst>
              <a:ext uri="{FF2B5EF4-FFF2-40B4-BE49-F238E27FC236}">
                <a16:creationId xmlns:a16="http://schemas.microsoft.com/office/drawing/2014/main" id="{8ED258EB-0A79-0CC4-9AC5-E5BB65095D9B}"/>
              </a:ext>
            </a:extLst>
          </p:cNvPr>
          <p:cNvSpPr>
            <a:spLocks noGrp="1"/>
          </p:cNvSpPr>
          <p:nvPr>
            <p:ph type="body" sz="quarter" idx="17"/>
          </p:nvPr>
        </p:nvSpPr>
        <p:spPr>
          <a:xfrm>
            <a:off x="11936252" y="5570897"/>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5" name="Text Placeholder 5">
            <a:extLst>
              <a:ext uri="{FF2B5EF4-FFF2-40B4-BE49-F238E27FC236}">
                <a16:creationId xmlns:a16="http://schemas.microsoft.com/office/drawing/2014/main" id="{D7D34A3F-BE3B-171A-71BC-2F827D2C4C80}"/>
              </a:ext>
            </a:extLst>
          </p:cNvPr>
          <p:cNvSpPr>
            <a:spLocks noGrp="1"/>
          </p:cNvSpPr>
          <p:nvPr>
            <p:ph type="body" sz="quarter" idx="18"/>
          </p:nvPr>
        </p:nvSpPr>
        <p:spPr>
          <a:xfrm>
            <a:off x="11936252" y="7270476"/>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6" name="Text Placeholder 5">
            <a:extLst>
              <a:ext uri="{FF2B5EF4-FFF2-40B4-BE49-F238E27FC236}">
                <a16:creationId xmlns:a16="http://schemas.microsoft.com/office/drawing/2014/main" id="{3421587F-10AC-7EBE-6901-E1BA33DF8AE1}"/>
              </a:ext>
            </a:extLst>
          </p:cNvPr>
          <p:cNvSpPr>
            <a:spLocks noGrp="1"/>
          </p:cNvSpPr>
          <p:nvPr>
            <p:ph type="body" sz="quarter" idx="19"/>
          </p:nvPr>
        </p:nvSpPr>
        <p:spPr>
          <a:xfrm>
            <a:off x="11936252" y="8949262"/>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7" name="Text Placeholder 5">
            <a:extLst>
              <a:ext uri="{FF2B5EF4-FFF2-40B4-BE49-F238E27FC236}">
                <a16:creationId xmlns:a16="http://schemas.microsoft.com/office/drawing/2014/main" id="{B1FF3B0B-6113-DB9F-2F3C-96810CE90162}"/>
              </a:ext>
            </a:extLst>
          </p:cNvPr>
          <p:cNvSpPr>
            <a:spLocks noGrp="1"/>
          </p:cNvSpPr>
          <p:nvPr>
            <p:ph type="body" sz="quarter" idx="20"/>
          </p:nvPr>
        </p:nvSpPr>
        <p:spPr>
          <a:xfrm>
            <a:off x="11936252" y="10628048"/>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8" name="Text Placeholder 5">
            <a:extLst>
              <a:ext uri="{FF2B5EF4-FFF2-40B4-BE49-F238E27FC236}">
                <a16:creationId xmlns:a16="http://schemas.microsoft.com/office/drawing/2014/main" id="{1B78CB5C-262B-068C-9251-A2C3C592CF45}"/>
              </a:ext>
            </a:extLst>
          </p:cNvPr>
          <p:cNvSpPr>
            <a:spLocks noGrp="1"/>
          </p:cNvSpPr>
          <p:nvPr>
            <p:ph type="body" sz="quarter" idx="21"/>
          </p:nvPr>
        </p:nvSpPr>
        <p:spPr>
          <a:xfrm>
            <a:off x="11936252" y="12306834"/>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pic>
        <p:nvPicPr>
          <p:cNvPr id="7" name="Picture 6">
            <a:extLst>
              <a:ext uri="{FF2B5EF4-FFF2-40B4-BE49-F238E27FC236}">
                <a16:creationId xmlns:a16="http://schemas.microsoft.com/office/drawing/2014/main" id="{9F9AF533-B5F6-1F4C-DB2A-D5C619F6972D}"/>
              </a:ext>
              <a:ext uri="{C183D7F6-B498-43B3-948B-1728B52AA6E4}">
                <adec:decorative xmlns:adec="http://schemas.microsoft.com/office/drawing/2017/decorative" val="1"/>
              </a:ext>
            </a:extLst>
          </p:cNvPr>
          <p:cNvPicPr>
            <a:picLocks noChangeAspect="1"/>
          </p:cNvPicPr>
          <p:nvPr userDrawn="1"/>
        </p:nvPicPr>
        <p:blipFill rotWithShape="1">
          <a:blip r:embed="rId4">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9" name="Group">
            <a:extLst>
              <a:ext uri="{FF2B5EF4-FFF2-40B4-BE49-F238E27FC236}">
                <a16:creationId xmlns:a16="http://schemas.microsoft.com/office/drawing/2014/main" id="{CACAE48A-1410-60E4-FCE8-EBA95AD9A7D1}"/>
              </a:ext>
            </a:extLst>
          </p:cNvPr>
          <p:cNvGrpSpPr/>
          <p:nvPr userDrawn="1"/>
        </p:nvGrpSpPr>
        <p:grpSpPr>
          <a:xfrm>
            <a:off x="756659" y="-3867"/>
            <a:ext cx="2783909" cy="2014172"/>
            <a:chOff x="-2864397" y="0"/>
            <a:chExt cx="2783907" cy="2014171"/>
          </a:xfrm>
        </p:grpSpPr>
        <p:pic>
          <p:nvPicPr>
            <p:cNvPr id="10" name="Image" descr="Image">
              <a:extLst>
                <a:ext uri="{FF2B5EF4-FFF2-40B4-BE49-F238E27FC236}">
                  <a16:creationId xmlns:a16="http://schemas.microsoft.com/office/drawing/2014/main" id="{835D3321-F5AB-7B39-240A-709C3EABC96A}"/>
                </a:ext>
              </a:extLst>
            </p:cNvPr>
            <p:cNvPicPr>
              <a:picLocks noChangeAspect="1"/>
            </p:cNvPicPr>
            <p:nvPr/>
          </p:nvPicPr>
          <p:blipFill>
            <a:blip r:embed="rId5"/>
            <a:stretch>
              <a:fillRect/>
            </a:stretch>
          </p:blipFill>
          <p:spPr>
            <a:xfrm>
              <a:off x="-2864398" y="-1"/>
              <a:ext cx="630382" cy="1359672"/>
            </a:xfrm>
            <a:prstGeom prst="rect">
              <a:avLst/>
            </a:prstGeom>
            <a:ln w="12700" cap="flat">
              <a:noFill/>
              <a:miter lim="400000"/>
            </a:ln>
            <a:effectLst/>
          </p:spPr>
        </p:pic>
        <p:pic>
          <p:nvPicPr>
            <p:cNvPr id="11" name="Image" descr="Image">
              <a:extLst>
                <a:ext uri="{FF2B5EF4-FFF2-40B4-BE49-F238E27FC236}">
                  <a16:creationId xmlns:a16="http://schemas.microsoft.com/office/drawing/2014/main" id="{9A5045C5-E6D9-0C02-A60D-808D1A46D9CC}"/>
                </a:ext>
              </a:extLst>
            </p:cNvPr>
            <p:cNvPicPr>
              <a:picLocks noChangeAspect="1"/>
            </p:cNvPicPr>
            <p:nvPr/>
          </p:nvPicPr>
          <p:blipFill>
            <a:blip r:embed="rId6"/>
            <a:srcRect t="88153" r="78332"/>
            <a:stretch>
              <a:fillRect/>
            </a:stretch>
          </p:blipFill>
          <p:spPr>
            <a:xfrm>
              <a:off x="-2850027" y="1390294"/>
              <a:ext cx="601633" cy="623878"/>
            </a:xfrm>
            <a:prstGeom prst="rect">
              <a:avLst/>
            </a:prstGeom>
            <a:ln w="12700" cap="flat">
              <a:noFill/>
              <a:miter lim="400000"/>
            </a:ln>
            <a:effectLst/>
          </p:spPr>
        </p:pic>
        <p:pic>
          <p:nvPicPr>
            <p:cNvPr id="12" name="Image" descr="Image">
              <a:extLst>
                <a:ext uri="{FF2B5EF4-FFF2-40B4-BE49-F238E27FC236}">
                  <a16:creationId xmlns:a16="http://schemas.microsoft.com/office/drawing/2014/main" id="{5C378790-9194-7CF7-64F2-DCDC541DE747}"/>
                </a:ext>
              </a:extLst>
            </p:cNvPr>
            <p:cNvPicPr>
              <a:picLocks noChangeAspect="1"/>
            </p:cNvPicPr>
            <p:nvPr/>
          </p:nvPicPr>
          <p:blipFill>
            <a:blip r:embed="rId6"/>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1151361529"/>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losing type 1">
    <p:spTree>
      <p:nvGrpSpPr>
        <p:cNvPr id="1" name=""/>
        <p:cNvGrpSpPr/>
        <p:nvPr/>
      </p:nvGrpSpPr>
      <p:grpSpPr>
        <a:xfrm>
          <a:off x="0" y="0"/>
          <a:ext cx="0" cy="0"/>
          <a:chOff x="0" y="0"/>
          <a:chExt cx="0" cy="0"/>
        </a:xfrm>
      </p:grpSpPr>
      <p:pic>
        <p:nvPicPr>
          <p:cNvPr id="6" name="BG Slide-01.jpg" descr="BG Slide-01.jpg">
            <a:extLst>
              <a:ext uri="{FF2B5EF4-FFF2-40B4-BE49-F238E27FC236}">
                <a16:creationId xmlns:a16="http://schemas.microsoft.com/office/drawing/2014/main" id="{EB456242-AA88-DF45-9244-298FA0B8369B}"/>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UNIVERSITAS BINA NUSANTARA">
            <a:extLst>
              <a:ext uri="{FF2B5EF4-FFF2-40B4-BE49-F238E27FC236}">
                <a16:creationId xmlns:a16="http://schemas.microsoft.com/office/drawing/2014/main" id="{1D553A28-04FA-E944-90CB-BDB2AEBEA300}"/>
              </a:ext>
            </a:extLst>
          </p:cNvPr>
          <p:cNvSpPr txBox="1"/>
          <p:nvPr userDrawn="1"/>
        </p:nvSpPr>
        <p:spPr>
          <a:xfrm>
            <a:off x="9823213" y="8366096"/>
            <a:ext cx="4727256" cy="30104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sz="2400" dirty="0"/>
              <a:t>UNIVERSITAS</a:t>
            </a:r>
            <a:r>
              <a:rPr sz="2400" b="1" dirty="0"/>
              <a:t> BINA NUSANTARA</a:t>
            </a: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902508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13" name="Body Level One…"/>
          <p:cNvSpPr txBox="1">
            <a:spLocks noGrp="1"/>
          </p:cNvSpPr>
          <p:nvPr>
            <p:ph type="body" sz="quarter" idx="1" hasCustomPrompt="1"/>
          </p:nvPr>
        </p:nvSpPr>
        <p:spPr>
          <a:xfrm>
            <a:off x="1201342" y="7438335"/>
            <a:ext cx="21971001" cy="864672"/>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a:t>
            </a:r>
            <a:r>
              <a:rPr lang="en-US" dirty="0"/>
              <a:t>TITLE</a:t>
            </a:r>
            <a:endParaRPr dirty="0"/>
          </a:p>
        </p:txBody>
      </p:sp>
      <p:sp>
        <p:nvSpPr>
          <p:cNvPr id="18" name="Presentation Title">
            <a:extLst>
              <a:ext uri="{FF2B5EF4-FFF2-40B4-BE49-F238E27FC236}">
                <a16:creationId xmlns:a16="http://schemas.microsoft.com/office/drawing/2014/main" id="{15CBFADB-E6B3-9B4E-8320-314E3790EC2E}"/>
              </a:ext>
            </a:extLst>
          </p:cNvPr>
          <p:cNvSpPr txBox="1">
            <a:spLocks noGrp="1"/>
          </p:cNvSpPr>
          <p:nvPr>
            <p:ph type="title" hasCustomPrompt="1"/>
          </p:nvPr>
        </p:nvSpPr>
        <p:spPr>
          <a:xfrm>
            <a:off x="1206496" y="3058757"/>
            <a:ext cx="21971004" cy="3746281"/>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dirty="0"/>
              <a:t>THANK YOU message</a:t>
            </a:r>
            <a:endParaRPr dirty="0"/>
          </a:p>
        </p:txBody>
      </p:sp>
      <p:sp>
        <p:nvSpPr>
          <p:cNvPr id="19" name="Text Placeholder 2">
            <a:extLst>
              <a:ext uri="{FF2B5EF4-FFF2-40B4-BE49-F238E27FC236}">
                <a16:creationId xmlns:a16="http://schemas.microsoft.com/office/drawing/2014/main" id="{9973D83C-1488-3E4C-B9DF-5608E0394C08}"/>
              </a:ext>
            </a:extLst>
          </p:cNvPr>
          <p:cNvSpPr>
            <a:spLocks noGrp="1"/>
          </p:cNvSpPr>
          <p:nvPr>
            <p:ph type="body" sz="quarter" idx="10" hasCustomPrompt="1"/>
          </p:nvPr>
        </p:nvSpPr>
        <p:spPr>
          <a:xfrm>
            <a:off x="9075574" y="9486762"/>
            <a:ext cx="6222535" cy="35827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rPr>
              <a:t>MONTH YEAR</a:t>
            </a:r>
            <a:endParaRPr lang="en-US"/>
          </a:p>
        </p:txBody>
      </p:sp>
      <p:pic>
        <p:nvPicPr>
          <p:cNvPr id="3" name="Picture 2">
            <a:extLst>
              <a:ext uri="{FF2B5EF4-FFF2-40B4-BE49-F238E27FC236}">
                <a16:creationId xmlns:a16="http://schemas.microsoft.com/office/drawing/2014/main" id="{8EBE46FE-17DA-131C-25CA-513E1EB2D6D7}"/>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12" y="758208"/>
            <a:ext cx="2698754" cy="1143002"/>
          </a:xfrm>
          <a:prstGeom prst="rect">
            <a:avLst/>
          </a:prstGeom>
        </p:spPr>
      </p:pic>
      <p:pic>
        <p:nvPicPr>
          <p:cNvPr id="4" name="Image" descr="Image">
            <a:extLst>
              <a:ext uri="{FF2B5EF4-FFF2-40B4-BE49-F238E27FC236}">
                <a16:creationId xmlns:a16="http://schemas.microsoft.com/office/drawing/2014/main" id="{49D08008-1FC5-26A6-E9A3-347420006839}"/>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2273209878"/>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losing type 2">
    <p:spTree>
      <p:nvGrpSpPr>
        <p:cNvPr id="1" name=""/>
        <p:cNvGrpSpPr/>
        <p:nvPr/>
      </p:nvGrpSpPr>
      <p:grpSpPr>
        <a:xfrm>
          <a:off x="0" y="0"/>
          <a:ext cx="0" cy="0"/>
          <a:chOff x="0" y="0"/>
          <a:chExt cx="0" cy="0"/>
        </a:xfrm>
      </p:grpSpPr>
      <p:pic>
        <p:nvPicPr>
          <p:cNvPr id="6" name="BG Slide-01.jpg" descr="BG Slide-01.jpg">
            <a:extLst>
              <a:ext uri="{FF2B5EF4-FFF2-40B4-BE49-F238E27FC236}">
                <a16:creationId xmlns:a16="http://schemas.microsoft.com/office/drawing/2014/main" id="{EB456242-AA88-DF45-9244-298FA0B8369B}"/>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BE73ECD8-9761-904C-83FC-7C21B825FC86}"/>
              </a:ext>
            </a:extLst>
          </p:cNvPr>
          <p:cNvSpPr/>
          <p:nvPr userDrawn="1"/>
        </p:nvSpPr>
        <p:spPr>
          <a:xfrm>
            <a:off x="0" y="0"/>
            <a:ext cx="24384000" cy="13716000"/>
          </a:xfrm>
          <a:prstGeom prst="rect">
            <a:avLst/>
          </a:prstGeom>
          <a:gradFill>
            <a:gsLst>
              <a:gs pos="0">
                <a:srgbClr val="2670B8"/>
              </a:gs>
              <a:gs pos="100000">
                <a:srgbClr val="2258A7"/>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902508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13" name="Body Level One…"/>
          <p:cNvSpPr txBox="1">
            <a:spLocks noGrp="1"/>
          </p:cNvSpPr>
          <p:nvPr>
            <p:ph type="body" sz="quarter" idx="1" hasCustomPrompt="1"/>
          </p:nvPr>
        </p:nvSpPr>
        <p:spPr>
          <a:xfrm>
            <a:off x="1201342" y="7438335"/>
            <a:ext cx="21971001" cy="864672"/>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a:t>
            </a:r>
            <a:r>
              <a:rPr lang="en-US" dirty="0"/>
              <a:t>TITLE</a:t>
            </a:r>
            <a:endParaRPr dirty="0"/>
          </a:p>
        </p:txBody>
      </p:sp>
      <p:sp>
        <p:nvSpPr>
          <p:cNvPr id="18" name="Presentation Title">
            <a:extLst>
              <a:ext uri="{FF2B5EF4-FFF2-40B4-BE49-F238E27FC236}">
                <a16:creationId xmlns:a16="http://schemas.microsoft.com/office/drawing/2014/main" id="{15CBFADB-E6B3-9B4E-8320-314E3790EC2E}"/>
              </a:ext>
            </a:extLst>
          </p:cNvPr>
          <p:cNvSpPr txBox="1">
            <a:spLocks noGrp="1"/>
          </p:cNvSpPr>
          <p:nvPr>
            <p:ph type="title" hasCustomPrompt="1"/>
          </p:nvPr>
        </p:nvSpPr>
        <p:spPr>
          <a:xfrm>
            <a:off x="1206496" y="3058757"/>
            <a:ext cx="21971004" cy="3746281"/>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a:t>THANK YOU message</a:t>
            </a:r>
            <a:endParaRPr/>
          </a:p>
        </p:txBody>
      </p:sp>
      <p:sp>
        <p:nvSpPr>
          <p:cNvPr id="19" name="Text Placeholder 2">
            <a:extLst>
              <a:ext uri="{FF2B5EF4-FFF2-40B4-BE49-F238E27FC236}">
                <a16:creationId xmlns:a16="http://schemas.microsoft.com/office/drawing/2014/main" id="{9973D83C-1488-3E4C-B9DF-5608E0394C08}"/>
              </a:ext>
            </a:extLst>
          </p:cNvPr>
          <p:cNvSpPr>
            <a:spLocks noGrp="1"/>
          </p:cNvSpPr>
          <p:nvPr>
            <p:ph type="body" sz="quarter" idx="10" hasCustomPrompt="1"/>
          </p:nvPr>
        </p:nvSpPr>
        <p:spPr>
          <a:xfrm>
            <a:off x="9075574" y="9486762"/>
            <a:ext cx="6222535" cy="35827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rPr>
              <a:t>MONTH YEAR</a:t>
            </a:r>
            <a:endParaRPr lang="en-US"/>
          </a:p>
        </p:txBody>
      </p:sp>
      <p:pic>
        <p:nvPicPr>
          <p:cNvPr id="3" name="Picture 2">
            <a:extLst>
              <a:ext uri="{FF2B5EF4-FFF2-40B4-BE49-F238E27FC236}">
                <a16:creationId xmlns:a16="http://schemas.microsoft.com/office/drawing/2014/main" id="{C5851190-1E16-8731-05F7-9E415A2E72A4}"/>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12" y="758208"/>
            <a:ext cx="2698754" cy="1143002"/>
          </a:xfrm>
          <a:prstGeom prst="rect">
            <a:avLst/>
          </a:prstGeom>
        </p:spPr>
      </p:pic>
      <p:pic>
        <p:nvPicPr>
          <p:cNvPr id="4" name="Image" descr="Image">
            <a:extLst>
              <a:ext uri="{FF2B5EF4-FFF2-40B4-BE49-F238E27FC236}">
                <a16:creationId xmlns:a16="http://schemas.microsoft.com/office/drawing/2014/main" id="{16478055-4CD9-7AD2-1E0C-062019F0D612}"/>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2109941728"/>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lide Title"/>
          <p:cNvSpPr txBox="1">
            <a:spLocks noGrp="1"/>
          </p:cNvSpPr>
          <p:nvPr>
            <p:ph type="title" hasCustomPrompt="1"/>
          </p:nvPr>
        </p:nvSpPr>
        <p:spPr>
          <a:xfrm>
            <a:off x="1206500" y="1079500"/>
            <a:ext cx="21971000" cy="143316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a:bodyPr>
          <a:lstStyle/>
          <a:p>
            <a:r>
              <a:rPr dirty="0"/>
              <a:t>Slide Title</a:t>
            </a:r>
          </a:p>
        </p:txBody>
      </p:sp>
      <p:sp>
        <p:nvSpPr>
          <p:cNvPr id="3" name="Body Level One…"/>
          <p:cNvSpPr txBox="1">
            <a:spLocks noGrp="1"/>
          </p:cNvSpPr>
          <p:nvPr>
            <p:ph type="body" idx="1" hasCustomPrompt="1"/>
          </p:nvPr>
        </p:nvSpPr>
        <p:spPr>
          <a:xfrm>
            <a:off x="1206500" y="4248504"/>
            <a:ext cx="21971000" cy="825601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a:bodyPr>
          <a:lstStyle/>
          <a:p>
            <a:r>
              <a:rPr dirty="0"/>
              <a:t>Slide bullet text</a:t>
            </a:r>
          </a:p>
          <a:p>
            <a:pPr lvl="1"/>
            <a:endParaRPr dirty="0"/>
          </a:p>
          <a:p>
            <a:pPr lvl="2"/>
            <a:endParaRPr dirty="0"/>
          </a:p>
          <a:p>
            <a:pPr lvl="3"/>
            <a:endParaRPr dirty="0"/>
          </a:p>
          <a:p>
            <a:pPr lvl="4"/>
            <a:endParaRPr dirty="0"/>
          </a:p>
        </p:txBody>
      </p:sp>
      <p:sp>
        <p:nvSpPr>
          <p:cNvPr id="4" name="Slide Number"/>
          <p:cNvSpPr txBox="1">
            <a:spLocks noGrp="1"/>
          </p:cNvSpPr>
          <p:nvPr>
            <p:ph type="sldNum" sz="quarter" idx="2"/>
          </p:nvPr>
        </p:nvSpPr>
        <p:spPr>
          <a:xfrm>
            <a:off x="11989384" y="13076008"/>
            <a:ext cx="392736" cy="379591"/>
          </a:xfrm>
          <a:prstGeom prst="rect">
            <a:avLst/>
          </a:prstGeom>
          <a:ln w="12700">
            <a:miter lim="400000"/>
          </a:ln>
        </p:spPr>
        <p:txBody>
          <a:bodyPr wrap="none" lIns="50800" tIns="50800" rIns="50800" bIns="50800" anchor="b">
            <a:spAutoFit/>
          </a:bodyPr>
          <a:lstStyle>
            <a:lvl1pPr defTabSz="584200">
              <a:defRPr sz="1800">
                <a:solidFill>
                  <a:srgbClr val="000000"/>
                </a:solidFill>
                <a:latin typeface="Open Sans Light" panose="020B0606030504020204" pitchFamily="34" charset="0"/>
                <a:ea typeface="Open Sans Light" panose="020B0606030504020204" pitchFamily="34" charset="0"/>
                <a:cs typeface="Open Sans Light" panose="020B0606030504020204" pitchFamily="34" charset="0"/>
              </a:defRPr>
            </a:lvl1pPr>
          </a:lstStyle>
          <a:p>
            <a:fld id="{86CB4B4D-7CA3-9044-876B-883B54F8677D}" type="slidenum">
              <a:rPr lang="en-ID"/>
              <a:pPr/>
              <a:t>‹#›</a:t>
            </a:fld>
            <a:endParaRPr lang="en-ID" dirty="0"/>
          </a:p>
        </p:txBody>
      </p:sp>
    </p:spTree>
  </p:cSld>
  <p:clrMap bg1="lt1" tx1="dk1" bg2="lt2" tx2="dk2" accent1="accent1" accent2="accent2" accent3="accent3" accent4="accent4" accent5="accent5" accent6="accent6" hlink="hlink" folHlink="folHlink"/>
  <p:sldLayoutIdLst>
    <p:sldLayoutId id="2147483672" r:id="rId1"/>
    <p:sldLayoutId id="2147483666" r:id="rId2"/>
    <p:sldLayoutId id="2147483682" r:id="rId3"/>
    <p:sldLayoutId id="2147483673" r:id="rId4"/>
    <p:sldLayoutId id="2147483674" r:id="rId5"/>
    <p:sldLayoutId id="2147483675" r:id="rId6"/>
    <p:sldLayoutId id="2147483676" r:id="rId7"/>
    <p:sldLayoutId id="2147483677" r:id="rId8"/>
    <p:sldLayoutId id="2147483678" r:id="rId9"/>
    <p:sldLayoutId id="2147483679" r:id="rId10"/>
    <p:sldLayoutId id="2147483684" r:id="rId11"/>
    <p:sldLayoutId id="2147483667" r:id="rId12"/>
    <p:sldLayoutId id="2147483668" r:id="rId13"/>
    <p:sldLayoutId id="2147483685" r:id="rId14"/>
    <p:sldLayoutId id="2147483669" r:id="rId15"/>
    <p:sldLayoutId id="2147483683" r:id="rId16"/>
    <p:sldLayoutId id="2147483688" r:id="rId17"/>
    <p:sldLayoutId id="2147483670" r:id="rId18"/>
    <p:sldLayoutId id="2147483687" r:id="rId19"/>
    <p:sldLayoutId id="2147483671" r:id="rId20"/>
    <p:sldLayoutId id="2147483686" r:id="rId21"/>
    <p:sldLayoutId id="2147483680" r:id="rId22"/>
    <p:sldLayoutId id="2147483681" r:id="rId23"/>
  </p:sldLayoutIdLst>
  <p:transition spd="med"/>
  <p:txStyles>
    <p:titleStyle>
      <a:lvl1pPr marL="0" marR="0" indent="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Open Sans Extrabold" panose="020B0606030504020204" pitchFamily="34" charset="0"/>
          <a:ea typeface="Open Sans Extrabold" panose="020B0606030504020204" pitchFamily="34" charset="0"/>
          <a:cs typeface="Open Sans Extrabold" panose="020B0606030504020204" pitchFamily="34" charset="0"/>
          <a:sym typeface="Helvetica Neue"/>
        </a:defRPr>
      </a:lvl1pPr>
      <a:lvl2pPr marL="0" marR="0" indent="4572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2pPr>
      <a:lvl3pPr marL="0" marR="0" indent="9144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3pPr>
      <a:lvl4pPr marL="0" marR="0" indent="13716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4pPr>
      <a:lvl5pPr marL="0" marR="0" indent="18288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5pPr>
      <a:lvl6pPr marL="0" marR="0" indent="22860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6pPr>
      <a:lvl7pPr marL="0" marR="0" indent="27432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7pPr>
      <a:lvl8pPr marL="0" marR="0" indent="32004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8pPr>
      <a:lvl9pPr marL="0" marR="0" indent="36576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9pPr>
    </p:titleStyle>
    <p:bodyStyle>
      <a:lvl1pPr marL="609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1pPr>
      <a:lvl2pPr marL="1219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2pPr>
      <a:lvl3pPr marL="1828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3pPr>
      <a:lvl4pPr marL="2438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4pPr>
      <a:lvl5pPr marL="30480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p:bodyStyle>
    <p:otherStyle>
      <a:lvl1pPr marL="0" marR="0" indent="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1pPr>
      <a:lvl2pPr marL="0" marR="0" indent="4572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2pPr>
      <a:lvl3pPr marL="0" marR="0" indent="9144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3pPr>
      <a:lvl4pPr marL="0" marR="0" indent="13716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4pPr>
      <a:lvl5pPr marL="0" marR="0" indent="18288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5pPr>
      <a:lvl6pPr marL="0" marR="0" indent="22860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6pPr>
      <a:lvl7pPr marL="0" marR="0" indent="27432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7pPr>
      <a:lvl8pPr marL="0" marR="0" indent="32004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8pPr>
      <a:lvl9pPr marL="0" marR="0" indent="36576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hyperlink" Target="https://www.jarrar.info/courses/AI/Jarrar.LectureNotes.Ch4.LocalSearch.pdf" TargetMode="External"/><Relationship Id="rId2" Type="http://schemas.openxmlformats.org/officeDocument/2006/relationships/hyperlink" Target="https://www.youtube.com/watch?v=RxQxFRUadvw"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0F9371B-F92F-AED8-457A-F4BAE6779B8C}"/>
              </a:ext>
            </a:extLst>
          </p:cNvPr>
          <p:cNvSpPr>
            <a:spLocks noGrp="1"/>
          </p:cNvSpPr>
          <p:nvPr>
            <p:ph type="body" sz="quarter" idx="1"/>
          </p:nvPr>
        </p:nvSpPr>
        <p:spPr/>
        <p:txBody>
          <a:bodyPr/>
          <a:lstStyle/>
          <a:p>
            <a:r>
              <a:rPr lang="en-US" dirty="0"/>
              <a:t>Session 05</a:t>
            </a:r>
          </a:p>
        </p:txBody>
      </p:sp>
      <p:sp>
        <p:nvSpPr>
          <p:cNvPr id="3" name="Title 2">
            <a:extLst>
              <a:ext uri="{FF2B5EF4-FFF2-40B4-BE49-F238E27FC236}">
                <a16:creationId xmlns:a16="http://schemas.microsoft.com/office/drawing/2014/main" id="{05C0E2BF-BBBC-BF27-4255-C5149D193112}"/>
              </a:ext>
            </a:extLst>
          </p:cNvPr>
          <p:cNvSpPr>
            <a:spLocks noGrp="1"/>
          </p:cNvSpPr>
          <p:nvPr>
            <p:ph type="title"/>
          </p:nvPr>
        </p:nvSpPr>
        <p:spPr/>
        <p:txBody>
          <a:bodyPr/>
          <a:lstStyle/>
          <a:p>
            <a:r>
              <a:rPr lang="en-US" dirty="0"/>
              <a:t>Local Search</a:t>
            </a:r>
          </a:p>
        </p:txBody>
      </p:sp>
      <p:sp>
        <p:nvSpPr>
          <p:cNvPr id="4" name="Text Placeholder 3">
            <a:extLst>
              <a:ext uri="{FF2B5EF4-FFF2-40B4-BE49-F238E27FC236}">
                <a16:creationId xmlns:a16="http://schemas.microsoft.com/office/drawing/2014/main" id="{319DA326-32BB-7EBF-F49C-D0308881B79F}"/>
              </a:ext>
            </a:extLst>
          </p:cNvPr>
          <p:cNvSpPr>
            <a:spLocks noGrp="1"/>
          </p:cNvSpPr>
          <p:nvPr>
            <p:ph type="body" sz="quarter" idx="11"/>
          </p:nvPr>
        </p:nvSpPr>
        <p:spPr>
          <a:xfrm>
            <a:off x="9543550" y="11538583"/>
            <a:ext cx="5286583" cy="745888"/>
          </a:xfrm>
        </p:spPr>
        <p:txBody>
          <a:bodyPr/>
          <a:lstStyle/>
          <a:p>
            <a:r>
              <a:rPr lang="en-US" dirty="0"/>
              <a:t>Henry Lucky, </a:t>
            </a:r>
            <a:r>
              <a:rPr lang="en-US" dirty="0" err="1"/>
              <a:t>S.Kom</a:t>
            </a:r>
            <a:r>
              <a:rPr lang="en-US" dirty="0"/>
              <a:t>., </a:t>
            </a:r>
            <a:r>
              <a:rPr lang="en-US" dirty="0" err="1"/>
              <a:t>M.Kom</a:t>
            </a:r>
            <a:r>
              <a:rPr lang="en-US" dirty="0"/>
              <a:t>.</a:t>
            </a:r>
          </a:p>
        </p:txBody>
      </p:sp>
    </p:spTree>
    <p:extLst>
      <p:ext uri="{BB962C8B-B14F-4D97-AF65-F5344CB8AC3E}">
        <p14:creationId xmlns:p14="http://schemas.microsoft.com/office/powerpoint/2010/main" val="4205779256"/>
      </p:ext>
    </p:ext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3EE913-EE39-C321-5882-05A506DB3444}"/>
              </a:ext>
            </a:extLst>
          </p:cNvPr>
          <p:cNvSpPr>
            <a:spLocks noGrp="1"/>
          </p:cNvSpPr>
          <p:nvPr>
            <p:ph type="title"/>
          </p:nvPr>
        </p:nvSpPr>
        <p:spPr/>
        <p:txBody>
          <a:bodyPr>
            <a:normAutofit fontScale="90000"/>
          </a:bodyPr>
          <a:lstStyle/>
          <a:p>
            <a:r>
              <a:rPr lang="en-US" dirty="0"/>
              <a:t>Learning Outcomes</a:t>
            </a:r>
            <a:endParaRPr lang="en-ID" dirty="0"/>
          </a:p>
        </p:txBody>
      </p:sp>
      <p:sp>
        <p:nvSpPr>
          <p:cNvPr id="3" name="Text Placeholder 2">
            <a:extLst>
              <a:ext uri="{FF2B5EF4-FFF2-40B4-BE49-F238E27FC236}">
                <a16:creationId xmlns:a16="http://schemas.microsoft.com/office/drawing/2014/main" id="{0002D373-5BC5-C51D-92C2-C090C3857861}"/>
              </a:ext>
            </a:extLst>
          </p:cNvPr>
          <p:cNvSpPr>
            <a:spLocks noGrp="1"/>
          </p:cNvSpPr>
          <p:nvPr>
            <p:ph type="body" sz="quarter" idx="10"/>
          </p:nvPr>
        </p:nvSpPr>
        <p:spPr/>
        <p:txBody>
          <a:bodyPr/>
          <a:lstStyle/>
          <a:p>
            <a:r>
              <a:rPr lang="en-ID" dirty="0"/>
              <a:t>Session 5</a:t>
            </a:r>
          </a:p>
        </p:txBody>
      </p:sp>
      <p:sp>
        <p:nvSpPr>
          <p:cNvPr id="4" name="Content Placeholder 3">
            <a:extLst>
              <a:ext uri="{FF2B5EF4-FFF2-40B4-BE49-F238E27FC236}">
                <a16:creationId xmlns:a16="http://schemas.microsoft.com/office/drawing/2014/main" id="{72B426B6-A02E-F758-7A2B-554FFF354A1A}"/>
              </a:ext>
            </a:extLst>
          </p:cNvPr>
          <p:cNvSpPr>
            <a:spLocks noGrp="1"/>
          </p:cNvSpPr>
          <p:nvPr>
            <p:ph sz="quarter" idx="11"/>
          </p:nvPr>
        </p:nvSpPr>
        <p:spPr/>
        <p:txBody>
          <a:bodyPr/>
          <a:lstStyle/>
          <a:p>
            <a:pPr marL="0" indent="0">
              <a:buNone/>
            </a:pPr>
            <a:r>
              <a:rPr lang="en-ID" dirty="0"/>
              <a:t>At the end of this session, students will be able to:</a:t>
            </a:r>
          </a:p>
          <a:p>
            <a:r>
              <a:rPr lang="en-ID" dirty="0"/>
              <a:t>LO 2: </a:t>
            </a:r>
            <a:r>
              <a:rPr lang="en-US" sz="4400" dirty="0">
                <a:latin typeface="+mj-lt"/>
              </a:rPr>
              <a:t>Apply various search algorithms for agents to solve problems</a:t>
            </a:r>
            <a:endParaRPr lang="en-ID" dirty="0"/>
          </a:p>
        </p:txBody>
      </p:sp>
    </p:spTree>
    <p:extLst>
      <p:ext uri="{BB962C8B-B14F-4D97-AF65-F5344CB8AC3E}">
        <p14:creationId xmlns:p14="http://schemas.microsoft.com/office/powerpoint/2010/main" val="2766454393"/>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3EE913-EE39-C321-5882-05A506DB3444}"/>
              </a:ext>
            </a:extLst>
          </p:cNvPr>
          <p:cNvSpPr>
            <a:spLocks noGrp="1"/>
          </p:cNvSpPr>
          <p:nvPr>
            <p:ph type="title"/>
          </p:nvPr>
        </p:nvSpPr>
        <p:spPr/>
        <p:txBody>
          <a:bodyPr>
            <a:normAutofit fontScale="90000"/>
          </a:bodyPr>
          <a:lstStyle/>
          <a:p>
            <a:r>
              <a:rPr lang="en-US" dirty="0"/>
              <a:t>outline</a:t>
            </a:r>
            <a:endParaRPr lang="en-ID" dirty="0"/>
          </a:p>
        </p:txBody>
      </p:sp>
      <p:sp>
        <p:nvSpPr>
          <p:cNvPr id="3" name="Text Placeholder 2">
            <a:extLst>
              <a:ext uri="{FF2B5EF4-FFF2-40B4-BE49-F238E27FC236}">
                <a16:creationId xmlns:a16="http://schemas.microsoft.com/office/drawing/2014/main" id="{0002D373-5BC5-C51D-92C2-C090C3857861}"/>
              </a:ext>
            </a:extLst>
          </p:cNvPr>
          <p:cNvSpPr>
            <a:spLocks noGrp="1"/>
          </p:cNvSpPr>
          <p:nvPr>
            <p:ph type="body" sz="quarter" idx="10"/>
          </p:nvPr>
        </p:nvSpPr>
        <p:spPr/>
        <p:txBody>
          <a:bodyPr/>
          <a:lstStyle/>
          <a:p>
            <a:r>
              <a:rPr lang="en-ID" dirty="0"/>
              <a:t>Session 5</a:t>
            </a:r>
          </a:p>
        </p:txBody>
      </p:sp>
      <p:sp>
        <p:nvSpPr>
          <p:cNvPr id="4" name="Content Placeholder 3">
            <a:extLst>
              <a:ext uri="{FF2B5EF4-FFF2-40B4-BE49-F238E27FC236}">
                <a16:creationId xmlns:a16="http://schemas.microsoft.com/office/drawing/2014/main" id="{72B426B6-A02E-F758-7A2B-554FFF354A1A}"/>
              </a:ext>
            </a:extLst>
          </p:cNvPr>
          <p:cNvSpPr>
            <a:spLocks noGrp="1"/>
          </p:cNvSpPr>
          <p:nvPr>
            <p:ph sz="quarter" idx="11"/>
          </p:nvPr>
        </p:nvSpPr>
        <p:spPr/>
        <p:txBody>
          <a:bodyPr>
            <a:normAutofit/>
          </a:bodyPr>
          <a:lstStyle/>
          <a:p>
            <a:r>
              <a:rPr lang="en-ID" dirty="0"/>
              <a:t>Introduction </a:t>
            </a:r>
          </a:p>
          <a:p>
            <a:r>
              <a:rPr lang="en-ID" dirty="0"/>
              <a:t>Hill Climbing</a:t>
            </a:r>
          </a:p>
          <a:p>
            <a:endParaRPr lang="en-ID" dirty="0"/>
          </a:p>
          <a:p>
            <a:endParaRPr lang="en-ID" dirty="0"/>
          </a:p>
          <a:p>
            <a:endParaRPr lang="en-ID" dirty="0"/>
          </a:p>
        </p:txBody>
      </p:sp>
    </p:spTree>
    <p:extLst>
      <p:ext uri="{BB962C8B-B14F-4D97-AF65-F5344CB8AC3E}">
        <p14:creationId xmlns:p14="http://schemas.microsoft.com/office/powerpoint/2010/main" val="1889462471"/>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A328C-1B95-C676-8144-17B68BDBF8C0}"/>
              </a:ext>
            </a:extLst>
          </p:cNvPr>
          <p:cNvSpPr>
            <a:spLocks noGrp="1"/>
          </p:cNvSpPr>
          <p:nvPr>
            <p:ph type="title"/>
          </p:nvPr>
        </p:nvSpPr>
        <p:spPr/>
        <p:txBody>
          <a:bodyPr>
            <a:normAutofit fontScale="90000"/>
          </a:bodyPr>
          <a:lstStyle/>
          <a:p>
            <a:r>
              <a:rPr lang="en-ID" dirty="0"/>
              <a:t>Introduction</a:t>
            </a:r>
          </a:p>
        </p:txBody>
      </p:sp>
      <p:sp>
        <p:nvSpPr>
          <p:cNvPr id="3" name="Text Placeholder 2">
            <a:extLst>
              <a:ext uri="{FF2B5EF4-FFF2-40B4-BE49-F238E27FC236}">
                <a16:creationId xmlns:a16="http://schemas.microsoft.com/office/drawing/2014/main" id="{C9FD4B36-DB29-EC9E-2767-9ED5EA04575E}"/>
              </a:ext>
            </a:extLst>
          </p:cNvPr>
          <p:cNvSpPr>
            <a:spLocks noGrp="1"/>
          </p:cNvSpPr>
          <p:nvPr>
            <p:ph type="body" sz="quarter" idx="10"/>
          </p:nvPr>
        </p:nvSpPr>
        <p:spPr/>
        <p:txBody>
          <a:bodyPr/>
          <a:lstStyle/>
          <a:p>
            <a:r>
              <a:rPr lang="en-US" dirty="0"/>
              <a:t>definition</a:t>
            </a:r>
          </a:p>
        </p:txBody>
      </p:sp>
      <p:sp>
        <p:nvSpPr>
          <p:cNvPr id="4" name="Content Placeholder 3">
            <a:extLst>
              <a:ext uri="{FF2B5EF4-FFF2-40B4-BE49-F238E27FC236}">
                <a16:creationId xmlns:a16="http://schemas.microsoft.com/office/drawing/2014/main" id="{F50E50B6-6863-4D06-4C7D-4E3B74F82B76}"/>
              </a:ext>
            </a:extLst>
          </p:cNvPr>
          <p:cNvSpPr>
            <a:spLocks noGrp="1"/>
          </p:cNvSpPr>
          <p:nvPr>
            <p:ph sz="quarter" idx="11"/>
          </p:nvPr>
        </p:nvSpPr>
        <p:spPr/>
        <p:txBody>
          <a:bodyPr>
            <a:normAutofit/>
          </a:bodyPr>
          <a:lstStyle/>
          <a:p>
            <a:r>
              <a:rPr lang="en-US" dirty="0"/>
              <a:t>In many optimization problems, the path to the goal is irrelevant; the goal state itself is the solution.</a:t>
            </a:r>
          </a:p>
          <a:p>
            <a:r>
              <a:rPr lang="en-US" dirty="0"/>
              <a:t>The idea: keep a single "current" state, try to improve it according to an objective function.</a:t>
            </a:r>
          </a:p>
          <a:p>
            <a:r>
              <a:rPr lang="en-US" dirty="0"/>
              <a:t>Local search algorithms: </a:t>
            </a:r>
          </a:p>
          <a:p>
            <a:pPr lvl="1">
              <a:buFont typeface="Wingdings" pitchFamily="2" charset="2"/>
              <a:buChar char="Ø"/>
            </a:pPr>
            <a:r>
              <a:rPr lang="en-US" dirty="0"/>
              <a:t>Use little memory </a:t>
            </a:r>
          </a:p>
          <a:p>
            <a:pPr lvl="1">
              <a:buFont typeface="Wingdings" pitchFamily="2" charset="2"/>
              <a:buChar char="Ø"/>
            </a:pPr>
            <a:r>
              <a:rPr lang="en-US" dirty="0"/>
              <a:t>Find reasonable solutions in large infinite spaces</a:t>
            </a:r>
          </a:p>
          <a:p>
            <a:endParaRPr lang="en-US" dirty="0"/>
          </a:p>
          <a:p>
            <a:endParaRPr lang="en-US" dirty="0"/>
          </a:p>
          <a:p>
            <a:endParaRPr lang="en-US" dirty="0"/>
          </a:p>
          <a:p>
            <a:endParaRPr lang="en-US" dirty="0"/>
          </a:p>
        </p:txBody>
      </p:sp>
    </p:spTree>
    <p:extLst>
      <p:ext uri="{BB962C8B-B14F-4D97-AF65-F5344CB8AC3E}">
        <p14:creationId xmlns:p14="http://schemas.microsoft.com/office/powerpoint/2010/main" val="670236476"/>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A328C-1B95-C676-8144-17B68BDBF8C0}"/>
              </a:ext>
            </a:extLst>
          </p:cNvPr>
          <p:cNvSpPr>
            <a:spLocks noGrp="1"/>
          </p:cNvSpPr>
          <p:nvPr>
            <p:ph type="title"/>
          </p:nvPr>
        </p:nvSpPr>
        <p:spPr/>
        <p:txBody>
          <a:bodyPr>
            <a:normAutofit fontScale="90000"/>
          </a:bodyPr>
          <a:lstStyle/>
          <a:p>
            <a:r>
              <a:rPr lang="en-ID" dirty="0"/>
              <a:t>Introduction</a:t>
            </a:r>
          </a:p>
        </p:txBody>
      </p:sp>
      <p:sp>
        <p:nvSpPr>
          <p:cNvPr id="3" name="Text Placeholder 2">
            <a:extLst>
              <a:ext uri="{FF2B5EF4-FFF2-40B4-BE49-F238E27FC236}">
                <a16:creationId xmlns:a16="http://schemas.microsoft.com/office/drawing/2014/main" id="{C9FD4B36-DB29-EC9E-2767-9ED5EA04575E}"/>
              </a:ext>
            </a:extLst>
          </p:cNvPr>
          <p:cNvSpPr>
            <a:spLocks noGrp="1"/>
          </p:cNvSpPr>
          <p:nvPr>
            <p:ph type="body" sz="quarter" idx="10"/>
          </p:nvPr>
        </p:nvSpPr>
        <p:spPr/>
        <p:txBody>
          <a:bodyPr/>
          <a:lstStyle/>
          <a:p>
            <a:r>
              <a:rPr lang="en-US" dirty="0"/>
              <a:t>definition</a:t>
            </a:r>
          </a:p>
        </p:txBody>
      </p:sp>
      <p:sp>
        <p:nvSpPr>
          <p:cNvPr id="4" name="Content Placeholder 3">
            <a:extLst>
              <a:ext uri="{FF2B5EF4-FFF2-40B4-BE49-F238E27FC236}">
                <a16:creationId xmlns:a16="http://schemas.microsoft.com/office/drawing/2014/main" id="{F50E50B6-6863-4D06-4C7D-4E3B74F82B76}"/>
              </a:ext>
            </a:extLst>
          </p:cNvPr>
          <p:cNvSpPr>
            <a:spLocks noGrp="1"/>
          </p:cNvSpPr>
          <p:nvPr>
            <p:ph sz="quarter" idx="11"/>
          </p:nvPr>
        </p:nvSpPr>
        <p:spPr/>
        <p:txBody>
          <a:bodyPr>
            <a:normAutofit/>
          </a:bodyPr>
          <a:lstStyle/>
          <a:p>
            <a:r>
              <a:rPr lang="en-US" dirty="0"/>
              <a:t>Local search is applicable to issues that may be expressed as the search for a solution that maximizes a specific criterion from a set of potential solutions.</a:t>
            </a:r>
          </a:p>
          <a:p>
            <a:r>
              <a:rPr lang="en-US" dirty="0"/>
              <a:t>Local search algorithms iteratively explore the search space of potential solutions until an optimal solution is found or a time limit is reached.</a:t>
            </a:r>
          </a:p>
          <a:p>
            <a:r>
              <a:rPr lang="en-US" dirty="0"/>
              <a:t>A local search algorithm starts from a candidate solution and then iteratively moves to a neighbor solution.</a:t>
            </a:r>
          </a:p>
          <a:p>
            <a:r>
              <a:rPr lang="en-US" dirty="0"/>
              <a:t>Local search methods are generally considered incomplete as they may terminate even if the algorithm has not located the ideal solution.</a:t>
            </a:r>
          </a:p>
          <a:p>
            <a:endParaRPr lang="en-US" dirty="0"/>
          </a:p>
          <a:p>
            <a:endParaRPr lang="en-US" dirty="0"/>
          </a:p>
          <a:p>
            <a:endParaRPr lang="en-US" dirty="0"/>
          </a:p>
          <a:p>
            <a:endParaRPr lang="en-US" dirty="0"/>
          </a:p>
          <a:p>
            <a:endParaRPr lang="en-US" dirty="0"/>
          </a:p>
        </p:txBody>
      </p:sp>
    </p:spTree>
    <p:extLst>
      <p:ext uri="{BB962C8B-B14F-4D97-AF65-F5344CB8AC3E}">
        <p14:creationId xmlns:p14="http://schemas.microsoft.com/office/powerpoint/2010/main" val="1703814859"/>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A328C-1B95-C676-8144-17B68BDBF8C0}"/>
              </a:ext>
            </a:extLst>
          </p:cNvPr>
          <p:cNvSpPr>
            <a:spLocks noGrp="1"/>
          </p:cNvSpPr>
          <p:nvPr>
            <p:ph type="title"/>
          </p:nvPr>
        </p:nvSpPr>
        <p:spPr/>
        <p:txBody>
          <a:bodyPr>
            <a:normAutofit fontScale="90000"/>
          </a:bodyPr>
          <a:lstStyle/>
          <a:p>
            <a:r>
              <a:rPr lang="en-ID" dirty="0"/>
              <a:t>Introduction</a:t>
            </a:r>
          </a:p>
        </p:txBody>
      </p:sp>
      <p:sp>
        <p:nvSpPr>
          <p:cNvPr id="3" name="Text Placeholder 2">
            <a:extLst>
              <a:ext uri="{FF2B5EF4-FFF2-40B4-BE49-F238E27FC236}">
                <a16:creationId xmlns:a16="http://schemas.microsoft.com/office/drawing/2014/main" id="{C9FD4B36-DB29-EC9E-2767-9ED5EA04575E}"/>
              </a:ext>
            </a:extLst>
          </p:cNvPr>
          <p:cNvSpPr>
            <a:spLocks noGrp="1"/>
          </p:cNvSpPr>
          <p:nvPr>
            <p:ph type="body" sz="quarter" idx="10"/>
          </p:nvPr>
        </p:nvSpPr>
        <p:spPr/>
        <p:txBody>
          <a:bodyPr/>
          <a:lstStyle/>
          <a:p>
            <a:r>
              <a:rPr lang="en-US" dirty="0"/>
              <a:t>definition</a:t>
            </a:r>
          </a:p>
        </p:txBody>
      </p:sp>
      <p:sp>
        <p:nvSpPr>
          <p:cNvPr id="4" name="Content Placeholder 3">
            <a:extLst>
              <a:ext uri="{FF2B5EF4-FFF2-40B4-BE49-F238E27FC236}">
                <a16:creationId xmlns:a16="http://schemas.microsoft.com/office/drawing/2014/main" id="{F50E50B6-6863-4D06-4C7D-4E3B74F82B76}"/>
              </a:ext>
            </a:extLst>
          </p:cNvPr>
          <p:cNvSpPr>
            <a:spLocks noGrp="1"/>
          </p:cNvSpPr>
          <p:nvPr>
            <p:ph sz="quarter" idx="11"/>
          </p:nvPr>
        </p:nvSpPr>
        <p:spPr/>
        <p:txBody>
          <a:bodyPr>
            <a:normAutofit/>
          </a:bodyPr>
          <a:lstStyle/>
          <a:p>
            <a:r>
              <a:rPr lang="en-US" dirty="0"/>
              <a:t>Search Landscape (2D)</a:t>
            </a:r>
          </a:p>
        </p:txBody>
      </p:sp>
      <p:pic>
        <p:nvPicPr>
          <p:cNvPr id="5" name="Picture 4">
            <a:extLst>
              <a:ext uri="{FF2B5EF4-FFF2-40B4-BE49-F238E27FC236}">
                <a16:creationId xmlns:a16="http://schemas.microsoft.com/office/drawing/2014/main" id="{136D607C-92FB-BB4C-BDA7-CF13DF6E5E53}"/>
              </a:ext>
            </a:extLst>
          </p:cNvPr>
          <p:cNvPicPr>
            <a:picLocks noChangeAspect="1"/>
          </p:cNvPicPr>
          <p:nvPr/>
        </p:nvPicPr>
        <p:blipFill>
          <a:blip r:embed="rId2"/>
          <a:stretch>
            <a:fillRect/>
          </a:stretch>
        </p:blipFill>
        <p:spPr>
          <a:xfrm>
            <a:off x="3731359" y="4101598"/>
            <a:ext cx="16921279" cy="9149038"/>
          </a:xfrm>
          <a:prstGeom prst="rect">
            <a:avLst/>
          </a:prstGeom>
        </p:spPr>
      </p:pic>
    </p:spTree>
    <p:extLst>
      <p:ext uri="{BB962C8B-B14F-4D97-AF65-F5344CB8AC3E}">
        <p14:creationId xmlns:p14="http://schemas.microsoft.com/office/powerpoint/2010/main" val="2961666046"/>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A328C-1B95-C676-8144-17B68BDBF8C0}"/>
              </a:ext>
            </a:extLst>
          </p:cNvPr>
          <p:cNvSpPr>
            <a:spLocks noGrp="1"/>
          </p:cNvSpPr>
          <p:nvPr>
            <p:ph type="title"/>
          </p:nvPr>
        </p:nvSpPr>
        <p:spPr/>
        <p:txBody>
          <a:bodyPr>
            <a:normAutofit fontScale="90000"/>
          </a:bodyPr>
          <a:lstStyle/>
          <a:p>
            <a:r>
              <a:rPr lang="en-ID" dirty="0"/>
              <a:t>Introduction</a:t>
            </a:r>
          </a:p>
        </p:txBody>
      </p:sp>
      <p:sp>
        <p:nvSpPr>
          <p:cNvPr id="3" name="Text Placeholder 2">
            <a:extLst>
              <a:ext uri="{FF2B5EF4-FFF2-40B4-BE49-F238E27FC236}">
                <a16:creationId xmlns:a16="http://schemas.microsoft.com/office/drawing/2014/main" id="{C9FD4B36-DB29-EC9E-2767-9ED5EA04575E}"/>
              </a:ext>
            </a:extLst>
          </p:cNvPr>
          <p:cNvSpPr>
            <a:spLocks noGrp="1"/>
          </p:cNvSpPr>
          <p:nvPr>
            <p:ph type="body" sz="quarter" idx="10"/>
          </p:nvPr>
        </p:nvSpPr>
        <p:spPr/>
        <p:txBody>
          <a:bodyPr/>
          <a:lstStyle/>
          <a:p>
            <a:r>
              <a:rPr lang="en-US" dirty="0"/>
              <a:t>definition</a:t>
            </a:r>
          </a:p>
        </p:txBody>
      </p:sp>
      <p:sp>
        <p:nvSpPr>
          <p:cNvPr id="4" name="Content Placeholder 3">
            <a:extLst>
              <a:ext uri="{FF2B5EF4-FFF2-40B4-BE49-F238E27FC236}">
                <a16:creationId xmlns:a16="http://schemas.microsoft.com/office/drawing/2014/main" id="{F50E50B6-6863-4D06-4C7D-4E3B74F82B76}"/>
              </a:ext>
            </a:extLst>
          </p:cNvPr>
          <p:cNvSpPr>
            <a:spLocks noGrp="1"/>
          </p:cNvSpPr>
          <p:nvPr>
            <p:ph sz="quarter" idx="11"/>
          </p:nvPr>
        </p:nvSpPr>
        <p:spPr/>
        <p:txBody>
          <a:bodyPr>
            <a:normAutofit/>
          </a:bodyPr>
          <a:lstStyle/>
          <a:p>
            <a:r>
              <a:rPr lang="en-US" dirty="0"/>
              <a:t>Search Landscape (3D)</a:t>
            </a:r>
          </a:p>
        </p:txBody>
      </p:sp>
      <p:pic>
        <p:nvPicPr>
          <p:cNvPr id="6" name="Picture 5">
            <a:extLst>
              <a:ext uri="{FF2B5EF4-FFF2-40B4-BE49-F238E27FC236}">
                <a16:creationId xmlns:a16="http://schemas.microsoft.com/office/drawing/2014/main" id="{C1372749-D0B5-BDA0-411C-3D6D98805309}"/>
              </a:ext>
            </a:extLst>
          </p:cNvPr>
          <p:cNvPicPr>
            <a:picLocks noChangeAspect="1"/>
          </p:cNvPicPr>
          <p:nvPr/>
        </p:nvPicPr>
        <p:blipFill>
          <a:blip r:embed="rId2"/>
          <a:stretch>
            <a:fillRect/>
          </a:stretch>
        </p:blipFill>
        <p:spPr>
          <a:xfrm>
            <a:off x="5731727" y="4101598"/>
            <a:ext cx="12920546" cy="9056981"/>
          </a:xfrm>
          <a:prstGeom prst="rect">
            <a:avLst/>
          </a:prstGeom>
        </p:spPr>
      </p:pic>
    </p:spTree>
    <p:extLst>
      <p:ext uri="{BB962C8B-B14F-4D97-AF65-F5344CB8AC3E}">
        <p14:creationId xmlns:p14="http://schemas.microsoft.com/office/powerpoint/2010/main" val="3925406310"/>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A328C-1B95-C676-8144-17B68BDBF8C0}"/>
              </a:ext>
            </a:extLst>
          </p:cNvPr>
          <p:cNvSpPr>
            <a:spLocks noGrp="1"/>
          </p:cNvSpPr>
          <p:nvPr>
            <p:ph type="title"/>
          </p:nvPr>
        </p:nvSpPr>
        <p:spPr/>
        <p:txBody>
          <a:bodyPr>
            <a:normAutofit fontScale="90000"/>
          </a:bodyPr>
          <a:lstStyle/>
          <a:p>
            <a:r>
              <a:rPr lang="en-ID" dirty="0"/>
              <a:t>Hill climbing search</a:t>
            </a:r>
          </a:p>
        </p:txBody>
      </p:sp>
      <p:sp>
        <p:nvSpPr>
          <p:cNvPr id="3" name="Text Placeholder 2">
            <a:extLst>
              <a:ext uri="{FF2B5EF4-FFF2-40B4-BE49-F238E27FC236}">
                <a16:creationId xmlns:a16="http://schemas.microsoft.com/office/drawing/2014/main" id="{C9FD4B36-DB29-EC9E-2767-9ED5EA04575E}"/>
              </a:ext>
            </a:extLst>
          </p:cNvPr>
          <p:cNvSpPr>
            <a:spLocks noGrp="1"/>
          </p:cNvSpPr>
          <p:nvPr>
            <p:ph type="body" sz="quarter" idx="10"/>
          </p:nvPr>
        </p:nvSpPr>
        <p:spPr/>
        <p:txBody>
          <a:bodyPr/>
          <a:lstStyle/>
          <a:p>
            <a:r>
              <a:rPr lang="en-US" dirty="0"/>
              <a:t>definition</a:t>
            </a:r>
          </a:p>
        </p:txBody>
      </p:sp>
      <p:sp>
        <p:nvSpPr>
          <p:cNvPr id="4" name="Content Placeholder 3">
            <a:extLst>
              <a:ext uri="{FF2B5EF4-FFF2-40B4-BE49-F238E27FC236}">
                <a16:creationId xmlns:a16="http://schemas.microsoft.com/office/drawing/2014/main" id="{F50E50B6-6863-4D06-4C7D-4E3B74F82B76}"/>
              </a:ext>
            </a:extLst>
          </p:cNvPr>
          <p:cNvSpPr>
            <a:spLocks noGrp="1"/>
          </p:cNvSpPr>
          <p:nvPr>
            <p:ph sz="quarter" idx="11"/>
          </p:nvPr>
        </p:nvSpPr>
        <p:spPr/>
        <p:txBody>
          <a:bodyPr>
            <a:normAutofit lnSpcReduction="10000"/>
          </a:bodyPr>
          <a:lstStyle/>
          <a:p>
            <a:r>
              <a:rPr lang="en-US" dirty="0"/>
              <a:t>Continually moves in the direction of increasing value (i.e., uphill).</a:t>
            </a:r>
          </a:p>
          <a:p>
            <a:r>
              <a:rPr lang="en-US" dirty="0"/>
              <a:t>Terminates when it reaches a “peak”, no neighbor has a higher value.</a:t>
            </a:r>
          </a:p>
          <a:p>
            <a:r>
              <a:rPr lang="en-US" dirty="0"/>
              <a:t>Only records the state and its objective function value.</a:t>
            </a:r>
          </a:p>
          <a:p>
            <a:r>
              <a:rPr lang="en-US" dirty="0"/>
              <a:t>Does not look ahead beyond the immediate.</a:t>
            </a:r>
          </a:p>
          <a:p>
            <a:r>
              <a:rPr lang="en-US" dirty="0"/>
              <a:t>Sometimes is called </a:t>
            </a:r>
            <a:r>
              <a:rPr lang="en-US" b="1" dirty="0"/>
              <a:t>Greedy Local Search</a:t>
            </a:r>
          </a:p>
          <a:p>
            <a:r>
              <a:rPr lang="en-US" dirty="0"/>
              <a:t>Problem: can get stuck in</a:t>
            </a:r>
            <a:r>
              <a:rPr lang="en-US" b="1" dirty="0"/>
              <a:t> local maxima</a:t>
            </a:r>
            <a:r>
              <a:rPr lang="en-US" dirty="0"/>
              <a:t>, </a:t>
            </a:r>
          </a:p>
          <a:p>
            <a:r>
              <a:rPr lang="en-US" dirty="0"/>
              <a:t>its success depends very much on the shape of the state-space land-scape: if there are few local maxima, </a:t>
            </a:r>
            <a:r>
              <a:rPr lang="en-US" b="1" dirty="0"/>
              <a:t>random-restart</a:t>
            </a:r>
            <a:r>
              <a:rPr lang="en-US" dirty="0"/>
              <a:t> hill climbing will find a “good” solution very quickly</a:t>
            </a:r>
          </a:p>
        </p:txBody>
      </p:sp>
    </p:spTree>
    <p:extLst>
      <p:ext uri="{BB962C8B-B14F-4D97-AF65-F5344CB8AC3E}">
        <p14:creationId xmlns:p14="http://schemas.microsoft.com/office/powerpoint/2010/main" val="562100720"/>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A328C-1B95-C676-8144-17B68BDBF8C0}"/>
              </a:ext>
            </a:extLst>
          </p:cNvPr>
          <p:cNvSpPr>
            <a:spLocks noGrp="1"/>
          </p:cNvSpPr>
          <p:nvPr>
            <p:ph type="title"/>
          </p:nvPr>
        </p:nvSpPr>
        <p:spPr/>
        <p:txBody>
          <a:bodyPr>
            <a:normAutofit fontScale="90000"/>
          </a:bodyPr>
          <a:lstStyle/>
          <a:p>
            <a:r>
              <a:rPr lang="en-ID" dirty="0"/>
              <a:t>Hill climbing search</a:t>
            </a:r>
          </a:p>
        </p:txBody>
      </p:sp>
      <p:sp>
        <p:nvSpPr>
          <p:cNvPr id="3" name="Text Placeholder 2">
            <a:extLst>
              <a:ext uri="{FF2B5EF4-FFF2-40B4-BE49-F238E27FC236}">
                <a16:creationId xmlns:a16="http://schemas.microsoft.com/office/drawing/2014/main" id="{C9FD4B36-DB29-EC9E-2767-9ED5EA04575E}"/>
              </a:ext>
            </a:extLst>
          </p:cNvPr>
          <p:cNvSpPr>
            <a:spLocks noGrp="1"/>
          </p:cNvSpPr>
          <p:nvPr>
            <p:ph type="body" sz="quarter" idx="10"/>
          </p:nvPr>
        </p:nvSpPr>
        <p:spPr/>
        <p:txBody>
          <a:bodyPr/>
          <a:lstStyle/>
          <a:p>
            <a:r>
              <a:rPr lang="en-US" dirty="0"/>
              <a:t>example</a:t>
            </a:r>
          </a:p>
        </p:txBody>
      </p:sp>
      <p:sp>
        <p:nvSpPr>
          <p:cNvPr id="4" name="Content Placeholder 3">
            <a:extLst>
              <a:ext uri="{FF2B5EF4-FFF2-40B4-BE49-F238E27FC236}">
                <a16:creationId xmlns:a16="http://schemas.microsoft.com/office/drawing/2014/main" id="{F50E50B6-6863-4D06-4C7D-4E3B74F82B76}"/>
              </a:ext>
            </a:extLst>
          </p:cNvPr>
          <p:cNvSpPr>
            <a:spLocks noGrp="1"/>
          </p:cNvSpPr>
          <p:nvPr>
            <p:ph sz="quarter" idx="11"/>
          </p:nvPr>
        </p:nvSpPr>
        <p:spPr/>
        <p:txBody>
          <a:bodyPr>
            <a:normAutofit/>
          </a:bodyPr>
          <a:lstStyle/>
          <a:p>
            <a:r>
              <a:rPr lang="en-US" dirty="0"/>
              <a:t>Posters will be placed in </a:t>
            </a:r>
            <a:r>
              <a:rPr lang="en-US" dirty="0" err="1"/>
              <a:t>Binus</a:t>
            </a:r>
            <a:r>
              <a:rPr lang="en-US" dirty="0"/>
              <a:t>' IT-Math (M), IT-Stat (S), Computer Science (C), Data Science (DS) and Computer Engineer(E) departments. </a:t>
            </a:r>
          </a:p>
          <a:p>
            <a:r>
              <a:rPr lang="en-US" dirty="0"/>
              <a:t>The distance between locations is as follows:</a:t>
            </a:r>
          </a:p>
          <a:p>
            <a:endParaRPr lang="en-US" dirty="0"/>
          </a:p>
        </p:txBody>
      </p:sp>
      <p:graphicFrame>
        <p:nvGraphicFramePr>
          <p:cNvPr id="5" name="Table 4">
            <a:extLst>
              <a:ext uri="{FF2B5EF4-FFF2-40B4-BE49-F238E27FC236}">
                <a16:creationId xmlns:a16="http://schemas.microsoft.com/office/drawing/2014/main" id="{4E094DD4-D164-DFF3-3948-CE2B1E84992E}"/>
              </a:ext>
            </a:extLst>
          </p:cNvPr>
          <p:cNvGraphicFramePr>
            <a:graphicFrameLocks noGrp="1"/>
          </p:cNvGraphicFramePr>
          <p:nvPr>
            <p:extLst>
              <p:ext uri="{D42A27DB-BD31-4B8C-83A1-F6EECF244321}">
                <p14:modId xmlns:p14="http://schemas.microsoft.com/office/powerpoint/2010/main" val="529645791"/>
              </p:ext>
            </p:extLst>
          </p:nvPr>
        </p:nvGraphicFramePr>
        <p:xfrm>
          <a:off x="2163188" y="6858000"/>
          <a:ext cx="9773064" cy="4572000"/>
        </p:xfrm>
        <a:graphic>
          <a:graphicData uri="http://schemas.openxmlformats.org/drawingml/2006/table">
            <a:tbl>
              <a:tblPr firstRow="1" bandRow="1">
                <a:tableStyleId>{5940675A-B579-460E-94D1-54222C63F5DA}</a:tableStyleId>
              </a:tblPr>
              <a:tblGrid>
                <a:gridCol w="1628844">
                  <a:extLst>
                    <a:ext uri="{9D8B030D-6E8A-4147-A177-3AD203B41FA5}">
                      <a16:colId xmlns:a16="http://schemas.microsoft.com/office/drawing/2014/main" val="906937804"/>
                    </a:ext>
                  </a:extLst>
                </a:gridCol>
                <a:gridCol w="1628844">
                  <a:extLst>
                    <a:ext uri="{9D8B030D-6E8A-4147-A177-3AD203B41FA5}">
                      <a16:colId xmlns:a16="http://schemas.microsoft.com/office/drawing/2014/main" val="2307340030"/>
                    </a:ext>
                  </a:extLst>
                </a:gridCol>
                <a:gridCol w="1628844">
                  <a:extLst>
                    <a:ext uri="{9D8B030D-6E8A-4147-A177-3AD203B41FA5}">
                      <a16:colId xmlns:a16="http://schemas.microsoft.com/office/drawing/2014/main" val="3053764382"/>
                    </a:ext>
                  </a:extLst>
                </a:gridCol>
                <a:gridCol w="1628844">
                  <a:extLst>
                    <a:ext uri="{9D8B030D-6E8A-4147-A177-3AD203B41FA5}">
                      <a16:colId xmlns:a16="http://schemas.microsoft.com/office/drawing/2014/main" val="3363917979"/>
                    </a:ext>
                  </a:extLst>
                </a:gridCol>
                <a:gridCol w="1628844">
                  <a:extLst>
                    <a:ext uri="{9D8B030D-6E8A-4147-A177-3AD203B41FA5}">
                      <a16:colId xmlns:a16="http://schemas.microsoft.com/office/drawing/2014/main" val="1567882037"/>
                    </a:ext>
                  </a:extLst>
                </a:gridCol>
                <a:gridCol w="1628844">
                  <a:extLst>
                    <a:ext uri="{9D8B030D-6E8A-4147-A177-3AD203B41FA5}">
                      <a16:colId xmlns:a16="http://schemas.microsoft.com/office/drawing/2014/main" val="946606398"/>
                    </a:ext>
                  </a:extLst>
                </a:gridCol>
              </a:tblGrid>
              <a:tr h="739712">
                <a:tc>
                  <a:txBody>
                    <a:bodyPr/>
                    <a:lstStyle/>
                    <a:p>
                      <a:endParaRPr lang="en-ID" sz="4400" dirty="0">
                        <a:solidFill>
                          <a:schemeClr val="bg2">
                            <a:lumMod val="10000"/>
                          </a:schemeClr>
                        </a:solidFill>
                      </a:endParaRPr>
                    </a:p>
                  </a:txBody>
                  <a:tcPr/>
                </a:tc>
                <a:tc>
                  <a:txBody>
                    <a:bodyPr/>
                    <a:lstStyle/>
                    <a:p>
                      <a:r>
                        <a:rPr lang="en-US" sz="4400" dirty="0">
                          <a:solidFill>
                            <a:schemeClr val="bg2">
                              <a:lumMod val="10000"/>
                            </a:schemeClr>
                          </a:solidFill>
                        </a:rPr>
                        <a:t>M</a:t>
                      </a:r>
                      <a:endParaRPr lang="en-ID" sz="4400" dirty="0">
                        <a:solidFill>
                          <a:schemeClr val="bg2">
                            <a:lumMod val="10000"/>
                          </a:schemeClr>
                        </a:solidFill>
                      </a:endParaRPr>
                    </a:p>
                  </a:txBody>
                  <a:tcPr/>
                </a:tc>
                <a:tc>
                  <a:txBody>
                    <a:bodyPr/>
                    <a:lstStyle/>
                    <a:p>
                      <a:r>
                        <a:rPr lang="en-US" sz="4400" dirty="0">
                          <a:solidFill>
                            <a:schemeClr val="bg2">
                              <a:lumMod val="10000"/>
                            </a:schemeClr>
                          </a:solidFill>
                        </a:rPr>
                        <a:t>C</a:t>
                      </a:r>
                      <a:endParaRPr lang="en-ID" sz="4400" dirty="0">
                        <a:solidFill>
                          <a:schemeClr val="bg2">
                            <a:lumMod val="10000"/>
                          </a:schemeClr>
                        </a:solidFill>
                      </a:endParaRPr>
                    </a:p>
                  </a:txBody>
                  <a:tcPr/>
                </a:tc>
                <a:tc>
                  <a:txBody>
                    <a:bodyPr/>
                    <a:lstStyle/>
                    <a:p>
                      <a:r>
                        <a:rPr lang="en-US" sz="4400" dirty="0">
                          <a:solidFill>
                            <a:schemeClr val="bg2">
                              <a:lumMod val="10000"/>
                            </a:schemeClr>
                          </a:solidFill>
                        </a:rPr>
                        <a:t>DS</a:t>
                      </a:r>
                      <a:endParaRPr lang="en-ID" sz="4400" dirty="0">
                        <a:solidFill>
                          <a:schemeClr val="bg2">
                            <a:lumMod val="10000"/>
                          </a:schemeClr>
                        </a:solidFill>
                      </a:endParaRPr>
                    </a:p>
                  </a:txBody>
                  <a:tcPr/>
                </a:tc>
                <a:tc>
                  <a:txBody>
                    <a:bodyPr/>
                    <a:lstStyle/>
                    <a:p>
                      <a:r>
                        <a:rPr lang="en-US" sz="4400" dirty="0">
                          <a:solidFill>
                            <a:schemeClr val="bg2">
                              <a:lumMod val="10000"/>
                            </a:schemeClr>
                          </a:solidFill>
                        </a:rPr>
                        <a:t>E</a:t>
                      </a:r>
                      <a:endParaRPr lang="en-ID" sz="4400" dirty="0">
                        <a:solidFill>
                          <a:schemeClr val="bg2">
                            <a:lumMod val="10000"/>
                          </a:schemeClr>
                        </a:solidFill>
                      </a:endParaRPr>
                    </a:p>
                  </a:txBody>
                  <a:tcPr/>
                </a:tc>
                <a:tc>
                  <a:txBody>
                    <a:bodyPr/>
                    <a:lstStyle/>
                    <a:p>
                      <a:r>
                        <a:rPr lang="en-US" sz="4400" dirty="0">
                          <a:solidFill>
                            <a:schemeClr val="bg2">
                              <a:lumMod val="10000"/>
                            </a:schemeClr>
                          </a:solidFill>
                        </a:rPr>
                        <a:t>S</a:t>
                      </a:r>
                      <a:endParaRPr lang="en-ID" sz="4400" dirty="0">
                        <a:solidFill>
                          <a:schemeClr val="bg2">
                            <a:lumMod val="10000"/>
                          </a:schemeClr>
                        </a:solidFill>
                      </a:endParaRPr>
                    </a:p>
                  </a:txBody>
                  <a:tcPr/>
                </a:tc>
                <a:extLst>
                  <a:ext uri="{0D108BD9-81ED-4DB2-BD59-A6C34878D82A}">
                    <a16:rowId xmlns:a16="http://schemas.microsoft.com/office/drawing/2014/main" val="3541309781"/>
                  </a:ext>
                </a:extLst>
              </a:tr>
              <a:tr h="739712">
                <a:tc>
                  <a:txBody>
                    <a:bodyPr/>
                    <a:lstStyle/>
                    <a:p>
                      <a:r>
                        <a:rPr lang="en-US" sz="4400" dirty="0">
                          <a:solidFill>
                            <a:schemeClr val="bg2">
                              <a:lumMod val="10000"/>
                            </a:schemeClr>
                          </a:solidFill>
                        </a:rPr>
                        <a:t>M</a:t>
                      </a:r>
                      <a:endParaRPr lang="en-ID" sz="4400" dirty="0">
                        <a:solidFill>
                          <a:schemeClr val="bg2">
                            <a:lumMod val="10000"/>
                          </a:schemeClr>
                        </a:solidFill>
                      </a:endParaRPr>
                    </a:p>
                  </a:txBody>
                  <a:tcPr/>
                </a:tc>
                <a:tc>
                  <a:txBody>
                    <a:bodyPr/>
                    <a:lstStyle/>
                    <a:p>
                      <a:r>
                        <a:rPr lang="en-US" sz="4400" dirty="0">
                          <a:solidFill>
                            <a:schemeClr val="bg2">
                              <a:lumMod val="10000"/>
                            </a:schemeClr>
                          </a:solidFill>
                        </a:rPr>
                        <a:t>0</a:t>
                      </a:r>
                      <a:endParaRPr lang="en-ID" sz="4400" dirty="0">
                        <a:solidFill>
                          <a:schemeClr val="bg2">
                            <a:lumMod val="10000"/>
                          </a:schemeClr>
                        </a:solidFill>
                      </a:endParaRPr>
                    </a:p>
                  </a:txBody>
                  <a:tcPr/>
                </a:tc>
                <a:tc>
                  <a:txBody>
                    <a:bodyPr/>
                    <a:lstStyle/>
                    <a:p>
                      <a:r>
                        <a:rPr lang="en-US" sz="4400" dirty="0">
                          <a:solidFill>
                            <a:schemeClr val="bg2">
                              <a:lumMod val="10000"/>
                            </a:schemeClr>
                          </a:solidFill>
                        </a:rPr>
                        <a:t>0.9</a:t>
                      </a:r>
                      <a:endParaRPr lang="en-ID" sz="4400" dirty="0">
                        <a:solidFill>
                          <a:schemeClr val="bg2">
                            <a:lumMod val="10000"/>
                          </a:schemeClr>
                        </a:solidFill>
                      </a:endParaRPr>
                    </a:p>
                  </a:txBody>
                  <a:tcPr/>
                </a:tc>
                <a:tc>
                  <a:txBody>
                    <a:bodyPr/>
                    <a:lstStyle/>
                    <a:p>
                      <a:r>
                        <a:rPr lang="en-US" sz="4400" dirty="0">
                          <a:solidFill>
                            <a:schemeClr val="bg2">
                              <a:lumMod val="10000"/>
                            </a:schemeClr>
                          </a:solidFill>
                        </a:rPr>
                        <a:t>0.6</a:t>
                      </a:r>
                      <a:endParaRPr lang="en-ID" sz="4400" dirty="0">
                        <a:solidFill>
                          <a:schemeClr val="bg2">
                            <a:lumMod val="10000"/>
                          </a:schemeClr>
                        </a:solidFill>
                      </a:endParaRPr>
                    </a:p>
                  </a:txBody>
                  <a:tcPr/>
                </a:tc>
                <a:tc>
                  <a:txBody>
                    <a:bodyPr/>
                    <a:lstStyle/>
                    <a:p>
                      <a:r>
                        <a:rPr lang="en-US" sz="4400" dirty="0">
                          <a:solidFill>
                            <a:schemeClr val="bg2">
                              <a:lumMod val="10000"/>
                            </a:schemeClr>
                          </a:solidFill>
                        </a:rPr>
                        <a:t>0.8</a:t>
                      </a:r>
                      <a:endParaRPr lang="en-ID" sz="4400" dirty="0">
                        <a:solidFill>
                          <a:schemeClr val="bg2">
                            <a:lumMod val="10000"/>
                          </a:schemeClr>
                        </a:solidFill>
                      </a:endParaRPr>
                    </a:p>
                  </a:txBody>
                  <a:tcPr/>
                </a:tc>
                <a:tc>
                  <a:txBody>
                    <a:bodyPr/>
                    <a:lstStyle/>
                    <a:p>
                      <a:r>
                        <a:rPr lang="en-US" sz="4400" dirty="0">
                          <a:solidFill>
                            <a:schemeClr val="bg2">
                              <a:lumMod val="10000"/>
                            </a:schemeClr>
                          </a:solidFill>
                        </a:rPr>
                        <a:t>0.7</a:t>
                      </a:r>
                      <a:endParaRPr lang="en-ID" sz="4400" dirty="0">
                        <a:solidFill>
                          <a:schemeClr val="bg2">
                            <a:lumMod val="10000"/>
                          </a:schemeClr>
                        </a:solidFill>
                      </a:endParaRPr>
                    </a:p>
                  </a:txBody>
                  <a:tcPr/>
                </a:tc>
                <a:extLst>
                  <a:ext uri="{0D108BD9-81ED-4DB2-BD59-A6C34878D82A}">
                    <a16:rowId xmlns:a16="http://schemas.microsoft.com/office/drawing/2014/main" val="3387229570"/>
                  </a:ext>
                </a:extLst>
              </a:tr>
              <a:tr h="739712">
                <a:tc>
                  <a:txBody>
                    <a:bodyPr/>
                    <a:lstStyle/>
                    <a:p>
                      <a:r>
                        <a:rPr lang="en-US" sz="4400" dirty="0">
                          <a:solidFill>
                            <a:schemeClr val="bg2">
                              <a:lumMod val="10000"/>
                            </a:schemeClr>
                          </a:solidFill>
                        </a:rPr>
                        <a:t>C</a:t>
                      </a:r>
                      <a:endParaRPr lang="en-ID" sz="4400" dirty="0">
                        <a:solidFill>
                          <a:schemeClr val="bg2">
                            <a:lumMod val="10000"/>
                          </a:schemeClr>
                        </a:solidFill>
                      </a:endParaRPr>
                    </a:p>
                  </a:txBody>
                  <a:tcPr/>
                </a:tc>
                <a:tc>
                  <a:txBody>
                    <a:bodyPr/>
                    <a:lstStyle/>
                    <a:p>
                      <a:endParaRPr lang="en-ID" sz="4400" dirty="0">
                        <a:solidFill>
                          <a:schemeClr val="bg2">
                            <a:lumMod val="10000"/>
                          </a:schemeClr>
                        </a:solidFill>
                      </a:endParaRPr>
                    </a:p>
                  </a:txBody>
                  <a:tcPr/>
                </a:tc>
                <a:tc>
                  <a:txBody>
                    <a:bodyPr/>
                    <a:lstStyle/>
                    <a:p>
                      <a:r>
                        <a:rPr lang="en-US" sz="4400" dirty="0">
                          <a:solidFill>
                            <a:schemeClr val="bg2">
                              <a:lumMod val="10000"/>
                            </a:schemeClr>
                          </a:solidFill>
                        </a:rPr>
                        <a:t>0</a:t>
                      </a:r>
                      <a:endParaRPr lang="en-ID" sz="4400" dirty="0">
                        <a:solidFill>
                          <a:schemeClr val="bg2">
                            <a:lumMod val="10000"/>
                          </a:schemeClr>
                        </a:solidFill>
                      </a:endParaRPr>
                    </a:p>
                  </a:txBody>
                  <a:tcPr/>
                </a:tc>
                <a:tc>
                  <a:txBody>
                    <a:bodyPr/>
                    <a:lstStyle/>
                    <a:p>
                      <a:r>
                        <a:rPr lang="en-US" sz="4400" dirty="0">
                          <a:solidFill>
                            <a:schemeClr val="bg2">
                              <a:lumMod val="10000"/>
                            </a:schemeClr>
                          </a:solidFill>
                        </a:rPr>
                        <a:t>1.3</a:t>
                      </a:r>
                      <a:endParaRPr lang="en-ID" sz="4400" dirty="0">
                        <a:solidFill>
                          <a:schemeClr val="bg2">
                            <a:lumMod val="10000"/>
                          </a:schemeClr>
                        </a:solidFill>
                      </a:endParaRPr>
                    </a:p>
                  </a:txBody>
                  <a:tcPr/>
                </a:tc>
                <a:tc>
                  <a:txBody>
                    <a:bodyPr/>
                    <a:lstStyle/>
                    <a:p>
                      <a:r>
                        <a:rPr lang="en-US" sz="4400" dirty="0">
                          <a:solidFill>
                            <a:schemeClr val="bg2">
                              <a:lumMod val="10000"/>
                            </a:schemeClr>
                          </a:solidFill>
                        </a:rPr>
                        <a:t>1.5</a:t>
                      </a:r>
                      <a:endParaRPr lang="en-ID" sz="4400" dirty="0">
                        <a:solidFill>
                          <a:schemeClr val="bg2">
                            <a:lumMod val="10000"/>
                          </a:schemeClr>
                        </a:solidFill>
                      </a:endParaRPr>
                    </a:p>
                  </a:txBody>
                  <a:tcPr/>
                </a:tc>
                <a:tc>
                  <a:txBody>
                    <a:bodyPr/>
                    <a:lstStyle/>
                    <a:p>
                      <a:r>
                        <a:rPr lang="en-US" sz="4400" dirty="0">
                          <a:solidFill>
                            <a:schemeClr val="bg2">
                              <a:lumMod val="10000"/>
                            </a:schemeClr>
                          </a:solidFill>
                        </a:rPr>
                        <a:t>1.3</a:t>
                      </a:r>
                      <a:endParaRPr lang="en-ID" sz="4400" dirty="0">
                        <a:solidFill>
                          <a:schemeClr val="bg2">
                            <a:lumMod val="10000"/>
                          </a:schemeClr>
                        </a:solidFill>
                      </a:endParaRPr>
                    </a:p>
                  </a:txBody>
                  <a:tcPr/>
                </a:tc>
                <a:extLst>
                  <a:ext uri="{0D108BD9-81ED-4DB2-BD59-A6C34878D82A}">
                    <a16:rowId xmlns:a16="http://schemas.microsoft.com/office/drawing/2014/main" val="1020260176"/>
                  </a:ext>
                </a:extLst>
              </a:tr>
              <a:tr h="739712">
                <a:tc>
                  <a:txBody>
                    <a:bodyPr/>
                    <a:lstStyle/>
                    <a:p>
                      <a:r>
                        <a:rPr lang="en-US" sz="4400" dirty="0">
                          <a:solidFill>
                            <a:schemeClr val="bg2">
                              <a:lumMod val="10000"/>
                            </a:schemeClr>
                          </a:solidFill>
                        </a:rPr>
                        <a:t>DS</a:t>
                      </a:r>
                      <a:endParaRPr lang="en-ID" sz="4400" dirty="0">
                        <a:solidFill>
                          <a:schemeClr val="bg2">
                            <a:lumMod val="10000"/>
                          </a:schemeClr>
                        </a:solidFill>
                      </a:endParaRPr>
                    </a:p>
                  </a:txBody>
                  <a:tcPr/>
                </a:tc>
                <a:tc>
                  <a:txBody>
                    <a:bodyPr/>
                    <a:lstStyle/>
                    <a:p>
                      <a:endParaRPr lang="en-ID" sz="4400">
                        <a:solidFill>
                          <a:schemeClr val="bg2">
                            <a:lumMod val="10000"/>
                          </a:schemeClr>
                        </a:solidFill>
                      </a:endParaRPr>
                    </a:p>
                  </a:txBody>
                  <a:tcPr/>
                </a:tc>
                <a:tc>
                  <a:txBody>
                    <a:bodyPr/>
                    <a:lstStyle/>
                    <a:p>
                      <a:endParaRPr lang="en-ID" sz="4400">
                        <a:solidFill>
                          <a:schemeClr val="bg2">
                            <a:lumMod val="10000"/>
                          </a:schemeClr>
                        </a:solidFill>
                      </a:endParaRPr>
                    </a:p>
                  </a:txBody>
                  <a:tcPr/>
                </a:tc>
                <a:tc>
                  <a:txBody>
                    <a:bodyPr/>
                    <a:lstStyle/>
                    <a:p>
                      <a:r>
                        <a:rPr lang="en-US" sz="4400" dirty="0">
                          <a:solidFill>
                            <a:schemeClr val="bg2">
                              <a:lumMod val="10000"/>
                            </a:schemeClr>
                          </a:solidFill>
                        </a:rPr>
                        <a:t>0</a:t>
                      </a:r>
                      <a:endParaRPr lang="en-ID" sz="4400" dirty="0">
                        <a:solidFill>
                          <a:schemeClr val="bg2">
                            <a:lumMod val="10000"/>
                          </a:schemeClr>
                        </a:solidFill>
                      </a:endParaRPr>
                    </a:p>
                  </a:txBody>
                  <a:tcPr/>
                </a:tc>
                <a:tc>
                  <a:txBody>
                    <a:bodyPr/>
                    <a:lstStyle/>
                    <a:p>
                      <a:r>
                        <a:rPr lang="en-US" sz="4400" dirty="0">
                          <a:solidFill>
                            <a:schemeClr val="bg2">
                              <a:lumMod val="10000"/>
                            </a:schemeClr>
                          </a:solidFill>
                        </a:rPr>
                        <a:t>0.2</a:t>
                      </a:r>
                      <a:endParaRPr lang="en-ID" sz="4400" dirty="0">
                        <a:solidFill>
                          <a:schemeClr val="bg2">
                            <a:lumMod val="10000"/>
                          </a:schemeClr>
                        </a:solidFill>
                      </a:endParaRPr>
                    </a:p>
                  </a:txBody>
                  <a:tcPr/>
                </a:tc>
                <a:tc>
                  <a:txBody>
                    <a:bodyPr/>
                    <a:lstStyle/>
                    <a:p>
                      <a:r>
                        <a:rPr lang="en-US" sz="4400" dirty="0">
                          <a:solidFill>
                            <a:schemeClr val="bg2">
                              <a:lumMod val="10000"/>
                            </a:schemeClr>
                          </a:solidFill>
                        </a:rPr>
                        <a:t>0.3</a:t>
                      </a:r>
                      <a:endParaRPr lang="en-ID" sz="4400" dirty="0">
                        <a:solidFill>
                          <a:schemeClr val="bg2">
                            <a:lumMod val="10000"/>
                          </a:schemeClr>
                        </a:solidFill>
                      </a:endParaRPr>
                    </a:p>
                  </a:txBody>
                  <a:tcPr/>
                </a:tc>
                <a:extLst>
                  <a:ext uri="{0D108BD9-81ED-4DB2-BD59-A6C34878D82A}">
                    <a16:rowId xmlns:a16="http://schemas.microsoft.com/office/drawing/2014/main" val="1164074279"/>
                  </a:ext>
                </a:extLst>
              </a:tr>
              <a:tr h="739712">
                <a:tc>
                  <a:txBody>
                    <a:bodyPr/>
                    <a:lstStyle/>
                    <a:p>
                      <a:r>
                        <a:rPr lang="en-US" sz="4400" dirty="0">
                          <a:solidFill>
                            <a:schemeClr val="bg2">
                              <a:lumMod val="10000"/>
                            </a:schemeClr>
                          </a:solidFill>
                        </a:rPr>
                        <a:t>E</a:t>
                      </a:r>
                      <a:endParaRPr lang="en-ID" sz="4400" dirty="0">
                        <a:solidFill>
                          <a:schemeClr val="bg2">
                            <a:lumMod val="10000"/>
                          </a:schemeClr>
                        </a:solidFill>
                      </a:endParaRPr>
                    </a:p>
                  </a:txBody>
                  <a:tcPr/>
                </a:tc>
                <a:tc>
                  <a:txBody>
                    <a:bodyPr/>
                    <a:lstStyle/>
                    <a:p>
                      <a:endParaRPr lang="en-ID" sz="4400" dirty="0">
                        <a:solidFill>
                          <a:schemeClr val="bg2">
                            <a:lumMod val="10000"/>
                          </a:schemeClr>
                        </a:solidFill>
                      </a:endParaRPr>
                    </a:p>
                  </a:txBody>
                  <a:tcPr/>
                </a:tc>
                <a:tc>
                  <a:txBody>
                    <a:bodyPr/>
                    <a:lstStyle/>
                    <a:p>
                      <a:endParaRPr lang="en-ID" sz="4400" dirty="0">
                        <a:solidFill>
                          <a:schemeClr val="bg2">
                            <a:lumMod val="10000"/>
                          </a:schemeClr>
                        </a:solidFill>
                      </a:endParaRPr>
                    </a:p>
                  </a:txBody>
                  <a:tcPr/>
                </a:tc>
                <a:tc>
                  <a:txBody>
                    <a:bodyPr/>
                    <a:lstStyle/>
                    <a:p>
                      <a:endParaRPr lang="en-ID" sz="4400">
                        <a:solidFill>
                          <a:schemeClr val="bg2">
                            <a:lumMod val="10000"/>
                          </a:schemeClr>
                        </a:solidFill>
                      </a:endParaRPr>
                    </a:p>
                  </a:txBody>
                  <a:tcPr/>
                </a:tc>
                <a:tc>
                  <a:txBody>
                    <a:bodyPr/>
                    <a:lstStyle/>
                    <a:p>
                      <a:r>
                        <a:rPr lang="en-US" sz="4400" dirty="0">
                          <a:solidFill>
                            <a:schemeClr val="bg2">
                              <a:lumMod val="10000"/>
                            </a:schemeClr>
                          </a:solidFill>
                        </a:rPr>
                        <a:t>0</a:t>
                      </a:r>
                      <a:endParaRPr lang="en-ID" sz="4400" dirty="0">
                        <a:solidFill>
                          <a:schemeClr val="bg2">
                            <a:lumMod val="10000"/>
                          </a:schemeClr>
                        </a:solidFill>
                      </a:endParaRPr>
                    </a:p>
                  </a:txBody>
                  <a:tcPr/>
                </a:tc>
                <a:tc>
                  <a:txBody>
                    <a:bodyPr/>
                    <a:lstStyle/>
                    <a:p>
                      <a:r>
                        <a:rPr lang="en-US" sz="4400" dirty="0">
                          <a:solidFill>
                            <a:schemeClr val="bg2">
                              <a:lumMod val="10000"/>
                            </a:schemeClr>
                          </a:solidFill>
                        </a:rPr>
                        <a:t>0.2</a:t>
                      </a:r>
                      <a:endParaRPr lang="en-ID" sz="4400" dirty="0">
                        <a:solidFill>
                          <a:schemeClr val="bg2">
                            <a:lumMod val="10000"/>
                          </a:schemeClr>
                        </a:solidFill>
                      </a:endParaRPr>
                    </a:p>
                  </a:txBody>
                  <a:tcPr/>
                </a:tc>
                <a:extLst>
                  <a:ext uri="{0D108BD9-81ED-4DB2-BD59-A6C34878D82A}">
                    <a16:rowId xmlns:a16="http://schemas.microsoft.com/office/drawing/2014/main" val="1808568247"/>
                  </a:ext>
                </a:extLst>
              </a:tr>
              <a:tr h="739712">
                <a:tc>
                  <a:txBody>
                    <a:bodyPr/>
                    <a:lstStyle/>
                    <a:p>
                      <a:r>
                        <a:rPr lang="en-US" sz="4400" dirty="0">
                          <a:solidFill>
                            <a:schemeClr val="bg2">
                              <a:lumMod val="10000"/>
                            </a:schemeClr>
                          </a:solidFill>
                        </a:rPr>
                        <a:t>S</a:t>
                      </a:r>
                      <a:endParaRPr lang="en-ID" sz="4400" dirty="0">
                        <a:solidFill>
                          <a:schemeClr val="bg2">
                            <a:lumMod val="10000"/>
                          </a:schemeClr>
                        </a:solidFill>
                      </a:endParaRPr>
                    </a:p>
                  </a:txBody>
                  <a:tcPr/>
                </a:tc>
                <a:tc>
                  <a:txBody>
                    <a:bodyPr/>
                    <a:lstStyle/>
                    <a:p>
                      <a:endParaRPr lang="en-ID" sz="4400">
                        <a:solidFill>
                          <a:schemeClr val="bg2">
                            <a:lumMod val="10000"/>
                          </a:schemeClr>
                        </a:solidFill>
                      </a:endParaRPr>
                    </a:p>
                  </a:txBody>
                  <a:tcPr/>
                </a:tc>
                <a:tc>
                  <a:txBody>
                    <a:bodyPr/>
                    <a:lstStyle/>
                    <a:p>
                      <a:endParaRPr lang="en-ID" sz="4400">
                        <a:solidFill>
                          <a:schemeClr val="bg2">
                            <a:lumMod val="10000"/>
                          </a:schemeClr>
                        </a:solidFill>
                      </a:endParaRPr>
                    </a:p>
                  </a:txBody>
                  <a:tcPr/>
                </a:tc>
                <a:tc>
                  <a:txBody>
                    <a:bodyPr/>
                    <a:lstStyle/>
                    <a:p>
                      <a:endParaRPr lang="en-ID" sz="4400" dirty="0">
                        <a:solidFill>
                          <a:schemeClr val="bg2">
                            <a:lumMod val="10000"/>
                          </a:schemeClr>
                        </a:solidFill>
                      </a:endParaRPr>
                    </a:p>
                  </a:txBody>
                  <a:tcPr/>
                </a:tc>
                <a:tc>
                  <a:txBody>
                    <a:bodyPr/>
                    <a:lstStyle/>
                    <a:p>
                      <a:endParaRPr lang="en-ID" sz="4400" dirty="0">
                        <a:solidFill>
                          <a:schemeClr val="bg2">
                            <a:lumMod val="10000"/>
                          </a:schemeClr>
                        </a:solidFill>
                      </a:endParaRPr>
                    </a:p>
                  </a:txBody>
                  <a:tcPr/>
                </a:tc>
                <a:tc>
                  <a:txBody>
                    <a:bodyPr/>
                    <a:lstStyle/>
                    <a:p>
                      <a:r>
                        <a:rPr lang="en-US" sz="4400" dirty="0">
                          <a:solidFill>
                            <a:schemeClr val="bg2">
                              <a:lumMod val="10000"/>
                            </a:schemeClr>
                          </a:solidFill>
                        </a:rPr>
                        <a:t>0</a:t>
                      </a:r>
                      <a:endParaRPr lang="en-ID" sz="4400" dirty="0">
                        <a:solidFill>
                          <a:schemeClr val="bg2">
                            <a:lumMod val="10000"/>
                          </a:schemeClr>
                        </a:solidFill>
                      </a:endParaRPr>
                    </a:p>
                  </a:txBody>
                  <a:tcPr/>
                </a:tc>
                <a:extLst>
                  <a:ext uri="{0D108BD9-81ED-4DB2-BD59-A6C34878D82A}">
                    <a16:rowId xmlns:a16="http://schemas.microsoft.com/office/drawing/2014/main" val="2073443510"/>
                  </a:ext>
                </a:extLst>
              </a:tr>
            </a:tbl>
          </a:graphicData>
        </a:graphic>
      </p:graphicFrame>
      <p:sp>
        <p:nvSpPr>
          <p:cNvPr id="8" name="TextBox 7">
            <a:extLst>
              <a:ext uri="{FF2B5EF4-FFF2-40B4-BE49-F238E27FC236}">
                <a16:creationId xmlns:a16="http://schemas.microsoft.com/office/drawing/2014/main" id="{8F4E71D3-000B-36A6-EE97-A9AC26C3E62C}"/>
              </a:ext>
            </a:extLst>
          </p:cNvPr>
          <p:cNvSpPr txBox="1"/>
          <p:nvPr/>
        </p:nvSpPr>
        <p:spPr>
          <a:xfrm>
            <a:off x="12657908" y="6858000"/>
            <a:ext cx="9773064" cy="280076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marL="342900" marR="0" indent="-342900" algn="just" defTabSz="2438338" rtl="0" fontAlgn="auto" latinLnBrk="0" hangingPunct="0">
              <a:lnSpc>
                <a:spcPct val="100000"/>
              </a:lnSpc>
              <a:spcBef>
                <a:spcPts val="0"/>
              </a:spcBef>
              <a:spcAft>
                <a:spcPts val="0"/>
              </a:spcAft>
              <a:buClrTx/>
              <a:buSzTx/>
              <a:buFont typeface="Arial" panose="020B0604020202020204" pitchFamily="34" charset="0"/>
              <a:buChar char="•"/>
              <a:tabLst/>
            </a:pPr>
            <a:r>
              <a:rPr kumimoji="0" lang="en-US" sz="4400" b="0" i="0" u="none" strike="noStrike" cap="none" spc="0" normalizeH="0" baseline="0" dirty="0">
                <a:ln>
                  <a:noFill/>
                </a:ln>
                <a:solidFill>
                  <a:schemeClr val="bg2">
                    <a:lumMod val="10000"/>
                  </a:schemeClr>
                </a:solidFill>
                <a:effectLst/>
                <a:uFillTx/>
                <a:latin typeface="+mn-lt"/>
                <a:ea typeface="+mn-ea"/>
                <a:cs typeface="+mn-cs"/>
                <a:sym typeface="Helvetica Neue"/>
              </a:rPr>
              <a:t>Find the installation path with the shortest distance</a:t>
            </a:r>
          </a:p>
          <a:p>
            <a:pPr marL="342900" marR="0" indent="-342900" algn="just" defTabSz="2438338" rtl="0" fontAlgn="auto" latinLnBrk="0" hangingPunct="0">
              <a:lnSpc>
                <a:spcPct val="100000"/>
              </a:lnSpc>
              <a:spcBef>
                <a:spcPts val="0"/>
              </a:spcBef>
              <a:spcAft>
                <a:spcPts val="0"/>
              </a:spcAft>
              <a:buClrTx/>
              <a:buSzTx/>
              <a:buFont typeface="Arial" panose="020B0604020202020204" pitchFamily="34" charset="0"/>
              <a:buChar char="•"/>
              <a:tabLst/>
            </a:pPr>
            <a:endParaRPr lang="en-US" sz="4400" dirty="0">
              <a:solidFill>
                <a:schemeClr val="bg2">
                  <a:lumMod val="10000"/>
                </a:schemeClr>
              </a:solidFill>
            </a:endParaRPr>
          </a:p>
          <a:p>
            <a:pPr marL="342900" marR="0" indent="-342900" algn="just" defTabSz="2438338" rtl="0" fontAlgn="auto" latinLnBrk="0" hangingPunct="0">
              <a:lnSpc>
                <a:spcPct val="100000"/>
              </a:lnSpc>
              <a:spcBef>
                <a:spcPts val="0"/>
              </a:spcBef>
              <a:spcAft>
                <a:spcPts val="0"/>
              </a:spcAft>
              <a:buClrTx/>
              <a:buSzTx/>
              <a:buFont typeface="Arial" panose="020B0604020202020204" pitchFamily="34" charset="0"/>
              <a:buChar char="•"/>
              <a:tabLst/>
            </a:pPr>
            <a:r>
              <a:rPr kumimoji="0" lang="en-US" sz="4400" b="0" i="0" u="none" strike="noStrike" cap="none" spc="0" normalizeH="0" baseline="0" dirty="0">
                <a:ln>
                  <a:noFill/>
                </a:ln>
                <a:solidFill>
                  <a:schemeClr val="bg2">
                    <a:lumMod val="10000"/>
                  </a:schemeClr>
                </a:solidFill>
                <a:effectLst/>
                <a:uFillTx/>
                <a:latin typeface="+mn-lt"/>
                <a:ea typeface="+mn-ea"/>
                <a:cs typeface="+mn-cs"/>
                <a:sym typeface="Helvetica Neue"/>
              </a:rPr>
              <a:t>Value h = total distance</a:t>
            </a:r>
            <a:endParaRPr kumimoji="0" lang="en-ID" sz="4400" b="0" i="0" u="none" strike="noStrike" cap="none" spc="0" normalizeH="0" baseline="0" dirty="0">
              <a:ln>
                <a:noFill/>
              </a:ln>
              <a:solidFill>
                <a:schemeClr val="bg2">
                  <a:lumMod val="10000"/>
                </a:schemeClr>
              </a:solidFill>
              <a:effectLst/>
              <a:uFillTx/>
              <a:latin typeface="+mn-lt"/>
              <a:ea typeface="+mn-ea"/>
              <a:cs typeface="+mn-cs"/>
              <a:sym typeface="Helvetica Neue"/>
            </a:endParaRPr>
          </a:p>
        </p:txBody>
      </p:sp>
    </p:spTree>
    <p:extLst>
      <p:ext uri="{BB962C8B-B14F-4D97-AF65-F5344CB8AC3E}">
        <p14:creationId xmlns:p14="http://schemas.microsoft.com/office/powerpoint/2010/main" val="397431839"/>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A328C-1B95-C676-8144-17B68BDBF8C0}"/>
              </a:ext>
            </a:extLst>
          </p:cNvPr>
          <p:cNvSpPr>
            <a:spLocks noGrp="1"/>
          </p:cNvSpPr>
          <p:nvPr>
            <p:ph type="title"/>
          </p:nvPr>
        </p:nvSpPr>
        <p:spPr/>
        <p:txBody>
          <a:bodyPr>
            <a:normAutofit fontScale="90000"/>
          </a:bodyPr>
          <a:lstStyle/>
          <a:p>
            <a:r>
              <a:rPr lang="en-ID" dirty="0"/>
              <a:t>Hill climbing search</a:t>
            </a:r>
          </a:p>
        </p:txBody>
      </p:sp>
      <p:sp>
        <p:nvSpPr>
          <p:cNvPr id="3" name="Text Placeholder 2">
            <a:extLst>
              <a:ext uri="{FF2B5EF4-FFF2-40B4-BE49-F238E27FC236}">
                <a16:creationId xmlns:a16="http://schemas.microsoft.com/office/drawing/2014/main" id="{C9FD4B36-DB29-EC9E-2767-9ED5EA04575E}"/>
              </a:ext>
            </a:extLst>
          </p:cNvPr>
          <p:cNvSpPr>
            <a:spLocks noGrp="1"/>
          </p:cNvSpPr>
          <p:nvPr>
            <p:ph type="body" sz="quarter" idx="10"/>
          </p:nvPr>
        </p:nvSpPr>
        <p:spPr/>
        <p:txBody>
          <a:bodyPr/>
          <a:lstStyle/>
          <a:p>
            <a:r>
              <a:rPr lang="en-US" dirty="0"/>
              <a:t>example</a:t>
            </a:r>
          </a:p>
        </p:txBody>
      </p:sp>
      <p:sp>
        <p:nvSpPr>
          <p:cNvPr id="4" name="Content Placeholder 3">
            <a:extLst>
              <a:ext uri="{FF2B5EF4-FFF2-40B4-BE49-F238E27FC236}">
                <a16:creationId xmlns:a16="http://schemas.microsoft.com/office/drawing/2014/main" id="{F50E50B6-6863-4D06-4C7D-4E3B74F82B76}"/>
              </a:ext>
            </a:extLst>
          </p:cNvPr>
          <p:cNvSpPr>
            <a:spLocks noGrp="1"/>
          </p:cNvSpPr>
          <p:nvPr>
            <p:ph sz="quarter" idx="11"/>
          </p:nvPr>
        </p:nvSpPr>
        <p:spPr/>
        <p:txBody>
          <a:bodyPr>
            <a:normAutofit/>
          </a:bodyPr>
          <a:lstStyle/>
          <a:p>
            <a:r>
              <a:rPr lang="en-US" dirty="0"/>
              <a:t>Initial State – (M -&gt; E-&gt;C-&gt;S-&gt;DS)  (path is randomly selected)</a:t>
            </a:r>
          </a:p>
          <a:p>
            <a:r>
              <a:rPr lang="en-US" dirty="0"/>
              <a:t>Value of h = 0.8 + 1.5 + 1.3 + 0.3 = 3.9</a:t>
            </a:r>
          </a:p>
          <a:p>
            <a:endParaRPr lang="en-US" dirty="0"/>
          </a:p>
        </p:txBody>
      </p:sp>
      <p:graphicFrame>
        <p:nvGraphicFramePr>
          <p:cNvPr id="5" name="Table 4">
            <a:extLst>
              <a:ext uri="{FF2B5EF4-FFF2-40B4-BE49-F238E27FC236}">
                <a16:creationId xmlns:a16="http://schemas.microsoft.com/office/drawing/2014/main" id="{4E094DD4-D164-DFF3-3948-CE2B1E84992E}"/>
              </a:ext>
            </a:extLst>
          </p:cNvPr>
          <p:cNvGraphicFramePr>
            <a:graphicFrameLocks noGrp="1"/>
          </p:cNvGraphicFramePr>
          <p:nvPr/>
        </p:nvGraphicFramePr>
        <p:xfrm>
          <a:off x="2163188" y="6858000"/>
          <a:ext cx="9773064" cy="4572000"/>
        </p:xfrm>
        <a:graphic>
          <a:graphicData uri="http://schemas.openxmlformats.org/drawingml/2006/table">
            <a:tbl>
              <a:tblPr firstRow="1" bandRow="1">
                <a:tableStyleId>{5940675A-B579-460E-94D1-54222C63F5DA}</a:tableStyleId>
              </a:tblPr>
              <a:tblGrid>
                <a:gridCol w="1628844">
                  <a:extLst>
                    <a:ext uri="{9D8B030D-6E8A-4147-A177-3AD203B41FA5}">
                      <a16:colId xmlns:a16="http://schemas.microsoft.com/office/drawing/2014/main" val="906937804"/>
                    </a:ext>
                  </a:extLst>
                </a:gridCol>
                <a:gridCol w="1628844">
                  <a:extLst>
                    <a:ext uri="{9D8B030D-6E8A-4147-A177-3AD203B41FA5}">
                      <a16:colId xmlns:a16="http://schemas.microsoft.com/office/drawing/2014/main" val="2307340030"/>
                    </a:ext>
                  </a:extLst>
                </a:gridCol>
                <a:gridCol w="1628844">
                  <a:extLst>
                    <a:ext uri="{9D8B030D-6E8A-4147-A177-3AD203B41FA5}">
                      <a16:colId xmlns:a16="http://schemas.microsoft.com/office/drawing/2014/main" val="3053764382"/>
                    </a:ext>
                  </a:extLst>
                </a:gridCol>
                <a:gridCol w="1628844">
                  <a:extLst>
                    <a:ext uri="{9D8B030D-6E8A-4147-A177-3AD203B41FA5}">
                      <a16:colId xmlns:a16="http://schemas.microsoft.com/office/drawing/2014/main" val="3363917979"/>
                    </a:ext>
                  </a:extLst>
                </a:gridCol>
                <a:gridCol w="1628844">
                  <a:extLst>
                    <a:ext uri="{9D8B030D-6E8A-4147-A177-3AD203B41FA5}">
                      <a16:colId xmlns:a16="http://schemas.microsoft.com/office/drawing/2014/main" val="1567882037"/>
                    </a:ext>
                  </a:extLst>
                </a:gridCol>
                <a:gridCol w="1628844">
                  <a:extLst>
                    <a:ext uri="{9D8B030D-6E8A-4147-A177-3AD203B41FA5}">
                      <a16:colId xmlns:a16="http://schemas.microsoft.com/office/drawing/2014/main" val="946606398"/>
                    </a:ext>
                  </a:extLst>
                </a:gridCol>
              </a:tblGrid>
              <a:tr h="739712">
                <a:tc>
                  <a:txBody>
                    <a:bodyPr/>
                    <a:lstStyle/>
                    <a:p>
                      <a:endParaRPr lang="en-ID" sz="4400" dirty="0">
                        <a:solidFill>
                          <a:schemeClr val="bg2">
                            <a:lumMod val="10000"/>
                          </a:schemeClr>
                        </a:solidFill>
                      </a:endParaRPr>
                    </a:p>
                  </a:txBody>
                  <a:tcPr/>
                </a:tc>
                <a:tc>
                  <a:txBody>
                    <a:bodyPr/>
                    <a:lstStyle/>
                    <a:p>
                      <a:r>
                        <a:rPr lang="en-US" sz="4400" dirty="0">
                          <a:solidFill>
                            <a:schemeClr val="bg2">
                              <a:lumMod val="10000"/>
                            </a:schemeClr>
                          </a:solidFill>
                        </a:rPr>
                        <a:t>M</a:t>
                      </a:r>
                      <a:endParaRPr lang="en-ID" sz="4400" dirty="0">
                        <a:solidFill>
                          <a:schemeClr val="bg2">
                            <a:lumMod val="10000"/>
                          </a:schemeClr>
                        </a:solidFill>
                      </a:endParaRPr>
                    </a:p>
                  </a:txBody>
                  <a:tcPr/>
                </a:tc>
                <a:tc>
                  <a:txBody>
                    <a:bodyPr/>
                    <a:lstStyle/>
                    <a:p>
                      <a:r>
                        <a:rPr lang="en-US" sz="4400" dirty="0">
                          <a:solidFill>
                            <a:schemeClr val="bg2">
                              <a:lumMod val="10000"/>
                            </a:schemeClr>
                          </a:solidFill>
                        </a:rPr>
                        <a:t>C</a:t>
                      </a:r>
                      <a:endParaRPr lang="en-ID" sz="4400" dirty="0">
                        <a:solidFill>
                          <a:schemeClr val="bg2">
                            <a:lumMod val="10000"/>
                          </a:schemeClr>
                        </a:solidFill>
                      </a:endParaRPr>
                    </a:p>
                  </a:txBody>
                  <a:tcPr/>
                </a:tc>
                <a:tc>
                  <a:txBody>
                    <a:bodyPr/>
                    <a:lstStyle/>
                    <a:p>
                      <a:r>
                        <a:rPr lang="en-US" sz="4400" dirty="0">
                          <a:solidFill>
                            <a:schemeClr val="bg2">
                              <a:lumMod val="10000"/>
                            </a:schemeClr>
                          </a:solidFill>
                        </a:rPr>
                        <a:t>DS</a:t>
                      </a:r>
                      <a:endParaRPr lang="en-ID" sz="4400" dirty="0">
                        <a:solidFill>
                          <a:schemeClr val="bg2">
                            <a:lumMod val="10000"/>
                          </a:schemeClr>
                        </a:solidFill>
                      </a:endParaRPr>
                    </a:p>
                  </a:txBody>
                  <a:tcPr/>
                </a:tc>
                <a:tc>
                  <a:txBody>
                    <a:bodyPr/>
                    <a:lstStyle/>
                    <a:p>
                      <a:r>
                        <a:rPr lang="en-US" sz="4400" dirty="0">
                          <a:solidFill>
                            <a:schemeClr val="bg2">
                              <a:lumMod val="10000"/>
                            </a:schemeClr>
                          </a:solidFill>
                        </a:rPr>
                        <a:t>E</a:t>
                      </a:r>
                      <a:endParaRPr lang="en-ID" sz="4400" dirty="0">
                        <a:solidFill>
                          <a:schemeClr val="bg2">
                            <a:lumMod val="10000"/>
                          </a:schemeClr>
                        </a:solidFill>
                      </a:endParaRPr>
                    </a:p>
                  </a:txBody>
                  <a:tcPr/>
                </a:tc>
                <a:tc>
                  <a:txBody>
                    <a:bodyPr/>
                    <a:lstStyle/>
                    <a:p>
                      <a:r>
                        <a:rPr lang="en-US" sz="4400" dirty="0">
                          <a:solidFill>
                            <a:schemeClr val="bg2">
                              <a:lumMod val="10000"/>
                            </a:schemeClr>
                          </a:solidFill>
                        </a:rPr>
                        <a:t>S</a:t>
                      </a:r>
                      <a:endParaRPr lang="en-ID" sz="4400" dirty="0">
                        <a:solidFill>
                          <a:schemeClr val="bg2">
                            <a:lumMod val="10000"/>
                          </a:schemeClr>
                        </a:solidFill>
                      </a:endParaRPr>
                    </a:p>
                  </a:txBody>
                  <a:tcPr/>
                </a:tc>
                <a:extLst>
                  <a:ext uri="{0D108BD9-81ED-4DB2-BD59-A6C34878D82A}">
                    <a16:rowId xmlns:a16="http://schemas.microsoft.com/office/drawing/2014/main" val="3541309781"/>
                  </a:ext>
                </a:extLst>
              </a:tr>
              <a:tr h="739712">
                <a:tc>
                  <a:txBody>
                    <a:bodyPr/>
                    <a:lstStyle/>
                    <a:p>
                      <a:r>
                        <a:rPr lang="en-US" sz="4400" dirty="0">
                          <a:solidFill>
                            <a:schemeClr val="bg2">
                              <a:lumMod val="10000"/>
                            </a:schemeClr>
                          </a:solidFill>
                        </a:rPr>
                        <a:t>M</a:t>
                      </a:r>
                      <a:endParaRPr lang="en-ID" sz="4400" dirty="0">
                        <a:solidFill>
                          <a:schemeClr val="bg2">
                            <a:lumMod val="10000"/>
                          </a:schemeClr>
                        </a:solidFill>
                      </a:endParaRPr>
                    </a:p>
                  </a:txBody>
                  <a:tcPr/>
                </a:tc>
                <a:tc>
                  <a:txBody>
                    <a:bodyPr/>
                    <a:lstStyle/>
                    <a:p>
                      <a:r>
                        <a:rPr lang="en-US" sz="4400" dirty="0">
                          <a:solidFill>
                            <a:schemeClr val="bg2">
                              <a:lumMod val="10000"/>
                            </a:schemeClr>
                          </a:solidFill>
                        </a:rPr>
                        <a:t>0</a:t>
                      </a:r>
                      <a:endParaRPr lang="en-ID" sz="4400" dirty="0">
                        <a:solidFill>
                          <a:schemeClr val="bg2">
                            <a:lumMod val="10000"/>
                          </a:schemeClr>
                        </a:solidFill>
                      </a:endParaRPr>
                    </a:p>
                  </a:txBody>
                  <a:tcPr/>
                </a:tc>
                <a:tc>
                  <a:txBody>
                    <a:bodyPr/>
                    <a:lstStyle/>
                    <a:p>
                      <a:r>
                        <a:rPr lang="en-US" sz="4400" dirty="0">
                          <a:solidFill>
                            <a:schemeClr val="bg2">
                              <a:lumMod val="10000"/>
                            </a:schemeClr>
                          </a:solidFill>
                        </a:rPr>
                        <a:t>0.9</a:t>
                      </a:r>
                      <a:endParaRPr lang="en-ID" sz="4400" dirty="0">
                        <a:solidFill>
                          <a:schemeClr val="bg2">
                            <a:lumMod val="10000"/>
                          </a:schemeClr>
                        </a:solidFill>
                      </a:endParaRPr>
                    </a:p>
                  </a:txBody>
                  <a:tcPr/>
                </a:tc>
                <a:tc>
                  <a:txBody>
                    <a:bodyPr/>
                    <a:lstStyle/>
                    <a:p>
                      <a:r>
                        <a:rPr lang="en-US" sz="4400" dirty="0">
                          <a:solidFill>
                            <a:schemeClr val="bg2">
                              <a:lumMod val="10000"/>
                            </a:schemeClr>
                          </a:solidFill>
                        </a:rPr>
                        <a:t>0.6</a:t>
                      </a:r>
                      <a:endParaRPr lang="en-ID" sz="4400" dirty="0">
                        <a:solidFill>
                          <a:schemeClr val="bg2">
                            <a:lumMod val="10000"/>
                          </a:schemeClr>
                        </a:solidFill>
                      </a:endParaRPr>
                    </a:p>
                  </a:txBody>
                  <a:tcPr/>
                </a:tc>
                <a:tc>
                  <a:txBody>
                    <a:bodyPr/>
                    <a:lstStyle/>
                    <a:p>
                      <a:r>
                        <a:rPr lang="en-US" sz="4400" dirty="0">
                          <a:solidFill>
                            <a:schemeClr val="bg2">
                              <a:lumMod val="10000"/>
                            </a:schemeClr>
                          </a:solidFill>
                        </a:rPr>
                        <a:t>0.8</a:t>
                      </a:r>
                      <a:endParaRPr lang="en-ID" sz="4400" dirty="0">
                        <a:solidFill>
                          <a:schemeClr val="bg2">
                            <a:lumMod val="10000"/>
                          </a:schemeClr>
                        </a:solidFill>
                      </a:endParaRPr>
                    </a:p>
                  </a:txBody>
                  <a:tcPr/>
                </a:tc>
                <a:tc>
                  <a:txBody>
                    <a:bodyPr/>
                    <a:lstStyle/>
                    <a:p>
                      <a:r>
                        <a:rPr lang="en-US" sz="4400" dirty="0">
                          <a:solidFill>
                            <a:schemeClr val="bg2">
                              <a:lumMod val="10000"/>
                            </a:schemeClr>
                          </a:solidFill>
                        </a:rPr>
                        <a:t>0.7</a:t>
                      </a:r>
                      <a:endParaRPr lang="en-ID" sz="4400" dirty="0">
                        <a:solidFill>
                          <a:schemeClr val="bg2">
                            <a:lumMod val="10000"/>
                          </a:schemeClr>
                        </a:solidFill>
                      </a:endParaRPr>
                    </a:p>
                  </a:txBody>
                  <a:tcPr/>
                </a:tc>
                <a:extLst>
                  <a:ext uri="{0D108BD9-81ED-4DB2-BD59-A6C34878D82A}">
                    <a16:rowId xmlns:a16="http://schemas.microsoft.com/office/drawing/2014/main" val="3387229570"/>
                  </a:ext>
                </a:extLst>
              </a:tr>
              <a:tr h="739712">
                <a:tc>
                  <a:txBody>
                    <a:bodyPr/>
                    <a:lstStyle/>
                    <a:p>
                      <a:r>
                        <a:rPr lang="en-US" sz="4400" dirty="0">
                          <a:solidFill>
                            <a:schemeClr val="bg2">
                              <a:lumMod val="10000"/>
                            </a:schemeClr>
                          </a:solidFill>
                        </a:rPr>
                        <a:t>C</a:t>
                      </a:r>
                      <a:endParaRPr lang="en-ID" sz="4400" dirty="0">
                        <a:solidFill>
                          <a:schemeClr val="bg2">
                            <a:lumMod val="10000"/>
                          </a:schemeClr>
                        </a:solidFill>
                      </a:endParaRPr>
                    </a:p>
                  </a:txBody>
                  <a:tcPr/>
                </a:tc>
                <a:tc>
                  <a:txBody>
                    <a:bodyPr/>
                    <a:lstStyle/>
                    <a:p>
                      <a:endParaRPr lang="en-ID" sz="4400" dirty="0">
                        <a:solidFill>
                          <a:schemeClr val="bg2">
                            <a:lumMod val="10000"/>
                          </a:schemeClr>
                        </a:solidFill>
                      </a:endParaRPr>
                    </a:p>
                  </a:txBody>
                  <a:tcPr/>
                </a:tc>
                <a:tc>
                  <a:txBody>
                    <a:bodyPr/>
                    <a:lstStyle/>
                    <a:p>
                      <a:r>
                        <a:rPr lang="en-US" sz="4400" dirty="0">
                          <a:solidFill>
                            <a:schemeClr val="bg2">
                              <a:lumMod val="10000"/>
                            </a:schemeClr>
                          </a:solidFill>
                        </a:rPr>
                        <a:t>0</a:t>
                      </a:r>
                      <a:endParaRPr lang="en-ID" sz="4400" dirty="0">
                        <a:solidFill>
                          <a:schemeClr val="bg2">
                            <a:lumMod val="10000"/>
                          </a:schemeClr>
                        </a:solidFill>
                      </a:endParaRPr>
                    </a:p>
                  </a:txBody>
                  <a:tcPr/>
                </a:tc>
                <a:tc>
                  <a:txBody>
                    <a:bodyPr/>
                    <a:lstStyle/>
                    <a:p>
                      <a:r>
                        <a:rPr lang="en-US" sz="4400" dirty="0">
                          <a:solidFill>
                            <a:schemeClr val="bg2">
                              <a:lumMod val="10000"/>
                            </a:schemeClr>
                          </a:solidFill>
                        </a:rPr>
                        <a:t>1.3</a:t>
                      </a:r>
                      <a:endParaRPr lang="en-ID" sz="4400" dirty="0">
                        <a:solidFill>
                          <a:schemeClr val="bg2">
                            <a:lumMod val="10000"/>
                          </a:schemeClr>
                        </a:solidFill>
                      </a:endParaRPr>
                    </a:p>
                  </a:txBody>
                  <a:tcPr/>
                </a:tc>
                <a:tc>
                  <a:txBody>
                    <a:bodyPr/>
                    <a:lstStyle/>
                    <a:p>
                      <a:r>
                        <a:rPr lang="en-US" sz="4400" dirty="0">
                          <a:solidFill>
                            <a:schemeClr val="bg2">
                              <a:lumMod val="10000"/>
                            </a:schemeClr>
                          </a:solidFill>
                        </a:rPr>
                        <a:t>1.5</a:t>
                      </a:r>
                      <a:endParaRPr lang="en-ID" sz="4400" dirty="0">
                        <a:solidFill>
                          <a:schemeClr val="bg2">
                            <a:lumMod val="10000"/>
                          </a:schemeClr>
                        </a:solidFill>
                      </a:endParaRPr>
                    </a:p>
                  </a:txBody>
                  <a:tcPr/>
                </a:tc>
                <a:tc>
                  <a:txBody>
                    <a:bodyPr/>
                    <a:lstStyle/>
                    <a:p>
                      <a:r>
                        <a:rPr lang="en-US" sz="4400" dirty="0">
                          <a:solidFill>
                            <a:schemeClr val="bg2">
                              <a:lumMod val="10000"/>
                            </a:schemeClr>
                          </a:solidFill>
                        </a:rPr>
                        <a:t>1.3</a:t>
                      </a:r>
                      <a:endParaRPr lang="en-ID" sz="4400" dirty="0">
                        <a:solidFill>
                          <a:schemeClr val="bg2">
                            <a:lumMod val="10000"/>
                          </a:schemeClr>
                        </a:solidFill>
                      </a:endParaRPr>
                    </a:p>
                  </a:txBody>
                  <a:tcPr/>
                </a:tc>
                <a:extLst>
                  <a:ext uri="{0D108BD9-81ED-4DB2-BD59-A6C34878D82A}">
                    <a16:rowId xmlns:a16="http://schemas.microsoft.com/office/drawing/2014/main" val="1020260176"/>
                  </a:ext>
                </a:extLst>
              </a:tr>
              <a:tr h="739712">
                <a:tc>
                  <a:txBody>
                    <a:bodyPr/>
                    <a:lstStyle/>
                    <a:p>
                      <a:r>
                        <a:rPr lang="en-US" sz="4400" dirty="0">
                          <a:solidFill>
                            <a:schemeClr val="bg2">
                              <a:lumMod val="10000"/>
                            </a:schemeClr>
                          </a:solidFill>
                        </a:rPr>
                        <a:t>DS</a:t>
                      </a:r>
                      <a:endParaRPr lang="en-ID" sz="4400" dirty="0">
                        <a:solidFill>
                          <a:schemeClr val="bg2">
                            <a:lumMod val="10000"/>
                          </a:schemeClr>
                        </a:solidFill>
                      </a:endParaRPr>
                    </a:p>
                  </a:txBody>
                  <a:tcPr/>
                </a:tc>
                <a:tc>
                  <a:txBody>
                    <a:bodyPr/>
                    <a:lstStyle/>
                    <a:p>
                      <a:endParaRPr lang="en-ID" sz="4400">
                        <a:solidFill>
                          <a:schemeClr val="bg2">
                            <a:lumMod val="10000"/>
                          </a:schemeClr>
                        </a:solidFill>
                      </a:endParaRPr>
                    </a:p>
                  </a:txBody>
                  <a:tcPr/>
                </a:tc>
                <a:tc>
                  <a:txBody>
                    <a:bodyPr/>
                    <a:lstStyle/>
                    <a:p>
                      <a:endParaRPr lang="en-ID" sz="4400">
                        <a:solidFill>
                          <a:schemeClr val="bg2">
                            <a:lumMod val="10000"/>
                          </a:schemeClr>
                        </a:solidFill>
                      </a:endParaRPr>
                    </a:p>
                  </a:txBody>
                  <a:tcPr/>
                </a:tc>
                <a:tc>
                  <a:txBody>
                    <a:bodyPr/>
                    <a:lstStyle/>
                    <a:p>
                      <a:r>
                        <a:rPr lang="en-US" sz="4400" dirty="0">
                          <a:solidFill>
                            <a:schemeClr val="bg2">
                              <a:lumMod val="10000"/>
                            </a:schemeClr>
                          </a:solidFill>
                        </a:rPr>
                        <a:t>0</a:t>
                      </a:r>
                      <a:endParaRPr lang="en-ID" sz="4400" dirty="0">
                        <a:solidFill>
                          <a:schemeClr val="bg2">
                            <a:lumMod val="10000"/>
                          </a:schemeClr>
                        </a:solidFill>
                      </a:endParaRPr>
                    </a:p>
                  </a:txBody>
                  <a:tcPr/>
                </a:tc>
                <a:tc>
                  <a:txBody>
                    <a:bodyPr/>
                    <a:lstStyle/>
                    <a:p>
                      <a:r>
                        <a:rPr lang="en-US" sz="4400" dirty="0">
                          <a:solidFill>
                            <a:schemeClr val="bg2">
                              <a:lumMod val="10000"/>
                            </a:schemeClr>
                          </a:solidFill>
                        </a:rPr>
                        <a:t>0.2</a:t>
                      </a:r>
                      <a:endParaRPr lang="en-ID" sz="4400" dirty="0">
                        <a:solidFill>
                          <a:schemeClr val="bg2">
                            <a:lumMod val="10000"/>
                          </a:schemeClr>
                        </a:solidFill>
                      </a:endParaRPr>
                    </a:p>
                  </a:txBody>
                  <a:tcPr/>
                </a:tc>
                <a:tc>
                  <a:txBody>
                    <a:bodyPr/>
                    <a:lstStyle/>
                    <a:p>
                      <a:r>
                        <a:rPr lang="en-US" sz="4400" dirty="0">
                          <a:solidFill>
                            <a:schemeClr val="bg2">
                              <a:lumMod val="10000"/>
                            </a:schemeClr>
                          </a:solidFill>
                        </a:rPr>
                        <a:t>0.3</a:t>
                      </a:r>
                      <a:endParaRPr lang="en-ID" sz="4400" dirty="0">
                        <a:solidFill>
                          <a:schemeClr val="bg2">
                            <a:lumMod val="10000"/>
                          </a:schemeClr>
                        </a:solidFill>
                      </a:endParaRPr>
                    </a:p>
                  </a:txBody>
                  <a:tcPr/>
                </a:tc>
                <a:extLst>
                  <a:ext uri="{0D108BD9-81ED-4DB2-BD59-A6C34878D82A}">
                    <a16:rowId xmlns:a16="http://schemas.microsoft.com/office/drawing/2014/main" val="1164074279"/>
                  </a:ext>
                </a:extLst>
              </a:tr>
              <a:tr h="739712">
                <a:tc>
                  <a:txBody>
                    <a:bodyPr/>
                    <a:lstStyle/>
                    <a:p>
                      <a:r>
                        <a:rPr lang="en-US" sz="4400" dirty="0">
                          <a:solidFill>
                            <a:schemeClr val="bg2">
                              <a:lumMod val="10000"/>
                            </a:schemeClr>
                          </a:solidFill>
                        </a:rPr>
                        <a:t>E</a:t>
                      </a:r>
                      <a:endParaRPr lang="en-ID" sz="4400" dirty="0">
                        <a:solidFill>
                          <a:schemeClr val="bg2">
                            <a:lumMod val="10000"/>
                          </a:schemeClr>
                        </a:solidFill>
                      </a:endParaRPr>
                    </a:p>
                  </a:txBody>
                  <a:tcPr/>
                </a:tc>
                <a:tc>
                  <a:txBody>
                    <a:bodyPr/>
                    <a:lstStyle/>
                    <a:p>
                      <a:endParaRPr lang="en-ID" sz="4400" dirty="0">
                        <a:solidFill>
                          <a:schemeClr val="bg2">
                            <a:lumMod val="10000"/>
                          </a:schemeClr>
                        </a:solidFill>
                      </a:endParaRPr>
                    </a:p>
                  </a:txBody>
                  <a:tcPr/>
                </a:tc>
                <a:tc>
                  <a:txBody>
                    <a:bodyPr/>
                    <a:lstStyle/>
                    <a:p>
                      <a:endParaRPr lang="en-ID" sz="4400" dirty="0">
                        <a:solidFill>
                          <a:schemeClr val="bg2">
                            <a:lumMod val="10000"/>
                          </a:schemeClr>
                        </a:solidFill>
                      </a:endParaRPr>
                    </a:p>
                  </a:txBody>
                  <a:tcPr/>
                </a:tc>
                <a:tc>
                  <a:txBody>
                    <a:bodyPr/>
                    <a:lstStyle/>
                    <a:p>
                      <a:endParaRPr lang="en-ID" sz="4400">
                        <a:solidFill>
                          <a:schemeClr val="bg2">
                            <a:lumMod val="10000"/>
                          </a:schemeClr>
                        </a:solidFill>
                      </a:endParaRPr>
                    </a:p>
                  </a:txBody>
                  <a:tcPr/>
                </a:tc>
                <a:tc>
                  <a:txBody>
                    <a:bodyPr/>
                    <a:lstStyle/>
                    <a:p>
                      <a:r>
                        <a:rPr lang="en-US" sz="4400" dirty="0">
                          <a:solidFill>
                            <a:schemeClr val="bg2">
                              <a:lumMod val="10000"/>
                            </a:schemeClr>
                          </a:solidFill>
                        </a:rPr>
                        <a:t>0</a:t>
                      </a:r>
                      <a:endParaRPr lang="en-ID" sz="4400" dirty="0">
                        <a:solidFill>
                          <a:schemeClr val="bg2">
                            <a:lumMod val="10000"/>
                          </a:schemeClr>
                        </a:solidFill>
                      </a:endParaRPr>
                    </a:p>
                  </a:txBody>
                  <a:tcPr/>
                </a:tc>
                <a:tc>
                  <a:txBody>
                    <a:bodyPr/>
                    <a:lstStyle/>
                    <a:p>
                      <a:r>
                        <a:rPr lang="en-US" sz="4400" dirty="0">
                          <a:solidFill>
                            <a:schemeClr val="bg2">
                              <a:lumMod val="10000"/>
                            </a:schemeClr>
                          </a:solidFill>
                        </a:rPr>
                        <a:t>0.2</a:t>
                      </a:r>
                      <a:endParaRPr lang="en-ID" sz="4400" dirty="0">
                        <a:solidFill>
                          <a:schemeClr val="bg2">
                            <a:lumMod val="10000"/>
                          </a:schemeClr>
                        </a:solidFill>
                      </a:endParaRPr>
                    </a:p>
                  </a:txBody>
                  <a:tcPr/>
                </a:tc>
                <a:extLst>
                  <a:ext uri="{0D108BD9-81ED-4DB2-BD59-A6C34878D82A}">
                    <a16:rowId xmlns:a16="http://schemas.microsoft.com/office/drawing/2014/main" val="1808568247"/>
                  </a:ext>
                </a:extLst>
              </a:tr>
              <a:tr h="739712">
                <a:tc>
                  <a:txBody>
                    <a:bodyPr/>
                    <a:lstStyle/>
                    <a:p>
                      <a:r>
                        <a:rPr lang="en-US" sz="4400" dirty="0">
                          <a:solidFill>
                            <a:schemeClr val="bg2">
                              <a:lumMod val="10000"/>
                            </a:schemeClr>
                          </a:solidFill>
                        </a:rPr>
                        <a:t>S</a:t>
                      </a:r>
                      <a:endParaRPr lang="en-ID" sz="4400" dirty="0">
                        <a:solidFill>
                          <a:schemeClr val="bg2">
                            <a:lumMod val="10000"/>
                          </a:schemeClr>
                        </a:solidFill>
                      </a:endParaRPr>
                    </a:p>
                  </a:txBody>
                  <a:tcPr/>
                </a:tc>
                <a:tc>
                  <a:txBody>
                    <a:bodyPr/>
                    <a:lstStyle/>
                    <a:p>
                      <a:endParaRPr lang="en-ID" sz="4400">
                        <a:solidFill>
                          <a:schemeClr val="bg2">
                            <a:lumMod val="10000"/>
                          </a:schemeClr>
                        </a:solidFill>
                      </a:endParaRPr>
                    </a:p>
                  </a:txBody>
                  <a:tcPr/>
                </a:tc>
                <a:tc>
                  <a:txBody>
                    <a:bodyPr/>
                    <a:lstStyle/>
                    <a:p>
                      <a:endParaRPr lang="en-ID" sz="4400">
                        <a:solidFill>
                          <a:schemeClr val="bg2">
                            <a:lumMod val="10000"/>
                          </a:schemeClr>
                        </a:solidFill>
                      </a:endParaRPr>
                    </a:p>
                  </a:txBody>
                  <a:tcPr/>
                </a:tc>
                <a:tc>
                  <a:txBody>
                    <a:bodyPr/>
                    <a:lstStyle/>
                    <a:p>
                      <a:endParaRPr lang="en-ID" sz="4400" dirty="0">
                        <a:solidFill>
                          <a:schemeClr val="bg2">
                            <a:lumMod val="10000"/>
                          </a:schemeClr>
                        </a:solidFill>
                      </a:endParaRPr>
                    </a:p>
                  </a:txBody>
                  <a:tcPr/>
                </a:tc>
                <a:tc>
                  <a:txBody>
                    <a:bodyPr/>
                    <a:lstStyle/>
                    <a:p>
                      <a:endParaRPr lang="en-ID" sz="4400" dirty="0">
                        <a:solidFill>
                          <a:schemeClr val="bg2">
                            <a:lumMod val="10000"/>
                          </a:schemeClr>
                        </a:solidFill>
                      </a:endParaRPr>
                    </a:p>
                  </a:txBody>
                  <a:tcPr/>
                </a:tc>
                <a:tc>
                  <a:txBody>
                    <a:bodyPr/>
                    <a:lstStyle/>
                    <a:p>
                      <a:r>
                        <a:rPr lang="en-US" sz="4400" dirty="0">
                          <a:solidFill>
                            <a:schemeClr val="bg2">
                              <a:lumMod val="10000"/>
                            </a:schemeClr>
                          </a:solidFill>
                        </a:rPr>
                        <a:t>0</a:t>
                      </a:r>
                      <a:endParaRPr lang="en-ID" sz="4400" dirty="0">
                        <a:solidFill>
                          <a:schemeClr val="bg2">
                            <a:lumMod val="10000"/>
                          </a:schemeClr>
                        </a:solidFill>
                      </a:endParaRPr>
                    </a:p>
                  </a:txBody>
                  <a:tcPr/>
                </a:tc>
                <a:extLst>
                  <a:ext uri="{0D108BD9-81ED-4DB2-BD59-A6C34878D82A}">
                    <a16:rowId xmlns:a16="http://schemas.microsoft.com/office/drawing/2014/main" val="2073443510"/>
                  </a:ext>
                </a:extLst>
              </a:tr>
            </a:tbl>
          </a:graphicData>
        </a:graphic>
      </p:graphicFrame>
      <p:sp>
        <p:nvSpPr>
          <p:cNvPr id="8" name="TextBox 7">
            <a:extLst>
              <a:ext uri="{FF2B5EF4-FFF2-40B4-BE49-F238E27FC236}">
                <a16:creationId xmlns:a16="http://schemas.microsoft.com/office/drawing/2014/main" id="{8F4E71D3-000B-36A6-EE97-A9AC26C3E62C}"/>
              </a:ext>
            </a:extLst>
          </p:cNvPr>
          <p:cNvSpPr txBox="1"/>
          <p:nvPr/>
        </p:nvSpPr>
        <p:spPr>
          <a:xfrm>
            <a:off x="12657908" y="6858000"/>
            <a:ext cx="9773064" cy="212365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marL="342900" marR="0" indent="-342900" algn="just" defTabSz="2438338" rtl="0" fontAlgn="auto" latinLnBrk="0" hangingPunct="0">
              <a:lnSpc>
                <a:spcPct val="100000"/>
              </a:lnSpc>
              <a:spcBef>
                <a:spcPts val="0"/>
              </a:spcBef>
              <a:spcAft>
                <a:spcPts val="0"/>
              </a:spcAft>
              <a:buClrTx/>
              <a:buSzTx/>
              <a:buFont typeface="Arial" panose="020B0604020202020204" pitchFamily="34" charset="0"/>
              <a:buChar char="•"/>
              <a:tabLst/>
            </a:pPr>
            <a:r>
              <a:rPr kumimoji="0" lang="en-US" sz="4400" b="0" i="0" u="none" strike="noStrike" cap="none" spc="0" normalizeH="0" baseline="0" dirty="0">
                <a:ln>
                  <a:noFill/>
                </a:ln>
                <a:solidFill>
                  <a:srgbClr val="5E5E5E"/>
                </a:solidFill>
                <a:effectLst/>
                <a:uFillTx/>
                <a:latin typeface="+mn-lt"/>
                <a:ea typeface="+mn-ea"/>
                <a:cs typeface="+mn-cs"/>
                <a:sym typeface="Helvetica Neue"/>
              </a:rPr>
              <a:t>The value of h is seen based on the distance between the </a:t>
            </a:r>
            <a:r>
              <a:rPr kumimoji="0" lang="en-US" sz="4400" b="1" i="0" u="none" strike="noStrike" cap="none" spc="0" normalizeH="0" baseline="0" dirty="0">
                <a:ln>
                  <a:noFill/>
                </a:ln>
                <a:solidFill>
                  <a:srgbClr val="FF0000"/>
                </a:solidFill>
                <a:effectLst/>
                <a:uFillTx/>
                <a:latin typeface="+mn-lt"/>
                <a:ea typeface="+mn-ea"/>
                <a:cs typeface="+mn-cs"/>
                <a:sym typeface="Helvetica Neue"/>
              </a:rPr>
              <a:t>current node </a:t>
            </a:r>
            <a:r>
              <a:rPr kumimoji="0" lang="en-US" sz="4400" b="0" i="0" u="none" strike="noStrike" cap="none" spc="0" normalizeH="0" baseline="0" dirty="0">
                <a:ln>
                  <a:noFill/>
                </a:ln>
                <a:solidFill>
                  <a:srgbClr val="5E5E5E"/>
                </a:solidFill>
                <a:effectLst/>
                <a:uFillTx/>
                <a:latin typeface="+mn-lt"/>
                <a:ea typeface="+mn-ea"/>
                <a:cs typeface="+mn-cs"/>
                <a:sym typeface="Helvetica Neue"/>
              </a:rPr>
              <a:t>and the </a:t>
            </a:r>
            <a:r>
              <a:rPr kumimoji="0" lang="en-US" sz="4400" b="1" i="0" u="none" strike="noStrike" cap="none" spc="0" normalizeH="0" baseline="0" dirty="0">
                <a:ln>
                  <a:noFill/>
                </a:ln>
                <a:solidFill>
                  <a:srgbClr val="FF0000"/>
                </a:solidFill>
                <a:effectLst/>
                <a:uFillTx/>
                <a:latin typeface="+mn-lt"/>
                <a:ea typeface="+mn-ea"/>
                <a:cs typeface="+mn-cs"/>
                <a:sym typeface="Helvetica Neue"/>
              </a:rPr>
              <a:t>next node</a:t>
            </a:r>
            <a:endParaRPr lang="en-US" sz="4400" b="1" dirty="0">
              <a:solidFill>
                <a:srgbClr val="FF0000"/>
              </a:solidFill>
            </a:endParaRPr>
          </a:p>
        </p:txBody>
      </p:sp>
    </p:spTree>
    <p:extLst>
      <p:ext uri="{BB962C8B-B14F-4D97-AF65-F5344CB8AC3E}">
        <p14:creationId xmlns:p14="http://schemas.microsoft.com/office/powerpoint/2010/main" val="3554971821"/>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A328C-1B95-C676-8144-17B68BDBF8C0}"/>
              </a:ext>
            </a:extLst>
          </p:cNvPr>
          <p:cNvSpPr>
            <a:spLocks noGrp="1"/>
          </p:cNvSpPr>
          <p:nvPr>
            <p:ph type="title"/>
          </p:nvPr>
        </p:nvSpPr>
        <p:spPr/>
        <p:txBody>
          <a:bodyPr>
            <a:normAutofit fontScale="90000"/>
          </a:bodyPr>
          <a:lstStyle/>
          <a:p>
            <a:r>
              <a:rPr lang="en-ID" dirty="0"/>
              <a:t>Hill climbing search</a:t>
            </a:r>
          </a:p>
        </p:txBody>
      </p:sp>
      <p:sp>
        <p:nvSpPr>
          <p:cNvPr id="3" name="Text Placeholder 2">
            <a:extLst>
              <a:ext uri="{FF2B5EF4-FFF2-40B4-BE49-F238E27FC236}">
                <a16:creationId xmlns:a16="http://schemas.microsoft.com/office/drawing/2014/main" id="{C9FD4B36-DB29-EC9E-2767-9ED5EA04575E}"/>
              </a:ext>
            </a:extLst>
          </p:cNvPr>
          <p:cNvSpPr>
            <a:spLocks noGrp="1"/>
          </p:cNvSpPr>
          <p:nvPr>
            <p:ph type="body" sz="quarter" idx="10"/>
          </p:nvPr>
        </p:nvSpPr>
        <p:spPr/>
        <p:txBody>
          <a:bodyPr/>
          <a:lstStyle/>
          <a:p>
            <a:r>
              <a:rPr lang="en-US" dirty="0"/>
              <a:t>example</a:t>
            </a:r>
          </a:p>
        </p:txBody>
      </p:sp>
      <p:sp>
        <p:nvSpPr>
          <p:cNvPr id="4" name="Content Placeholder 3">
            <a:extLst>
              <a:ext uri="{FF2B5EF4-FFF2-40B4-BE49-F238E27FC236}">
                <a16:creationId xmlns:a16="http://schemas.microsoft.com/office/drawing/2014/main" id="{F50E50B6-6863-4D06-4C7D-4E3B74F82B76}"/>
              </a:ext>
            </a:extLst>
          </p:cNvPr>
          <p:cNvSpPr>
            <a:spLocks noGrp="1"/>
          </p:cNvSpPr>
          <p:nvPr>
            <p:ph sz="quarter" idx="11"/>
          </p:nvPr>
        </p:nvSpPr>
        <p:spPr/>
        <p:txBody>
          <a:bodyPr>
            <a:normAutofit/>
          </a:bodyPr>
          <a:lstStyle/>
          <a:p>
            <a:r>
              <a:rPr lang="en-US" dirty="0"/>
              <a:t>Next, we look for neighbors (other alternatives)</a:t>
            </a:r>
          </a:p>
          <a:p>
            <a:r>
              <a:rPr lang="en-US" dirty="0"/>
              <a:t>The way to generate neighbors is by using the swap process</a:t>
            </a:r>
          </a:p>
          <a:p>
            <a:r>
              <a:rPr lang="en-US" dirty="0"/>
              <a:t>Example of swap process: (A-&gt;B-&gt;C)</a:t>
            </a:r>
          </a:p>
          <a:p>
            <a:pPr lvl="1">
              <a:buFont typeface="Wingdings" pitchFamily="2" charset="2"/>
              <a:buChar char="Ø"/>
            </a:pPr>
            <a:r>
              <a:rPr lang="en-US" dirty="0"/>
              <a:t>Swap A-B to get (B-&gt;A-&gt;C)</a:t>
            </a:r>
          </a:p>
          <a:p>
            <a:pPr lvl="1">
              <a:buFont typeface="Wingdings" pitchFamily="2" charset="2"/>
              <a:buChar char="Ø"/>
            </a:pPr>
            <a:r>
              <a:rPr lang="en-US" dirty="0"/>
              <a:t>Swap A-C obtained (C-&gt;B-&gt;A)</a:t>
            </a:r>
          </a:p>
          <a:p>
            <a:pPr lvl="1">
              <a:buFont typeface="Wingdings" pitchFamily="2" charset="2"/>
              <a:buChar char="Ø"/>
            </a:pPr>
            <a:r>
              <a:rPr lang="en-US" dirty="0"/>
              <a:t>Swap B-C gets (A-&gt;C-&gt;B)</a:t>
            </a:r>
          </a:p>
          <a:p>
            <a:endParaRPr lang="en-US" dirty="0"/>
          </a:p>
        </p:txBody>
      </p:sp>
    </p:spTree>
    <p:extLst>
      <p:ext uri="{BB962C8B-B14F-4D97-AF65-F5344CB8AC3E}">
        <p14:creationId xmlns:p14="http://schemas.microsoft.com/office/powerpoint/2010/main" val="4000042432"/>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A328C-1B95-C676-8144-17B68BDBF8C0}"/>
              </a:ext>
            </a:extLst>
          </p:cNvPr>
          <p:cNvSpPr>
            <a:spLocks noGrp="1"/>
          </p:cNvSpPr>
          <p:nvPr>
            <p:ph type="title"/>
          </p:nvPr>
        </p:nvSpPr>
        <p:spPr/>
        <p:txBody>
          <a:bodyPr>
            <a:normAutofit fontScale="90000"/>
          </a:bodyPr>
          <a:lstStyle/>
          <a:p>
            <a:r>
              <a:rPr lang="en-ID" dirty="0"/>
              <a:t>Hill climbing search</a:t>
            </a:r>
          </a:p>
        </p:txBody>
      </p:sp>
      <p:sp>
        <p:nvSpPr>
          <p:cNvPr id="3" name="Text Placeholder 2">
            <a:extLst>
              <a:ext uri="{FF2B5EF4-FFF2-40B4-BE49-F238E27FC236}">
                <a16:creationId xmlns:a16="http://schemas.microsoft.com/office/drawing/2014/main" id="{C9FD4B36-DB29-EC9E-2767-9ED5EA04575E}"/>
              </a:ext>
            </a:extLst>
          </p:cNvPr>
          <p:cNvSpPr>
            <a:spLocks noGrp="1"/>
          </p:cNvSpPr>
          <p:nvPr>
            <p:ph type="body" sz="quarter" idx="10"/>
          </p:nvPr>
        </p:nvSpPr>
        <p:spPr/>
        <p:txBody>
          <a:bodyPr/>
          <a:lstStyle/>
          <a:p>
            <a:r>
              <a:rPr lang="en-US" dirty="0"/>
              <a:t>example</a:t>
            </a:r>
          </a:p>
        </p:txBody>
      </p:sp>
      <p:sp>
        <p:nvSpPr>
          <p:cNvPr id="4" name="Content Placeholder 3">
            <a:extLst>
              <a:ext uri="{FF2B5EF4-FFF2-40B4-BE49-F238E27FC236}">
                <a16:creationId xmlns:a16="http://schemas.microsoft.com/office/drawing/2014/main" id="{F50E50B6-6863-4D06-4C7D-4E3B74F82B76}"/>
              </a:ext>
            </a:extLst>
          </p:cNvPr>
          <p:cNvSpPr>
            <a:spLocks noGrp="1"/>
          </p:cNvSpPr>
          <p:nvPr>
            <p:ph sz="quarter" idx="11"/>
          </p:nvPr>
        </p:nvSpPr>
        <p:spPr/>
        <p:txBody>
          <a:bodyPr>
            <a:normAutofit/>
          </a:bodyPr>
          <a:lstStyle/>
          <a:p>
            <a:r>
              <a:rPr lang="en-US" dirty="0"/>
              <a:t>Neighbors are formed by swapping two locations:</a:t>
            </a:r>
          </a:p>
          <a:p>
            <a:pPr lvl="1"/>
            <a:r>
              <a:rPr lang="en-US" dirty="0"/>
              <a:t>(E-&gt;M-&gt;C-&gt;S-&gt;DS) = 3.3</a:t>
            </a:r>
          </a:p>
          <a:p>
            <a:pPr lvl="1"/>
            <a:r>
              <a:rPr lang="en-US" dirty="0"/>
              <a:t>(S-&gt;E-&gt;C-&gt;M-&gt;DS) = 3.2</a:t>
            </a:r>
          </a:p>
          <a:p>
            <a:pPr lvl="1"/>
            <a:r>
              <a:rPr lang="en-US" dirty="0"/>
              <a:t>(M-&gt;C-&gt;E-&gt;S-&gt;DS) = 2.9</a:t>
            </a:r>
          </a:p>
          <a:p>
            <a:pPr lvl="1"/>
            <a:r>
              <a:rPr lang="en-US" dirty="0"/>
              <a:t>(M-&gt;DS-&gt;C-&gt;S-&gt;E) = 3.4</a:t>
            </a:r>
          </a:p>
          <a:p>
            <a:pPr lvl="1"/>
            <a:r>
              <a:rPr lang="en-US" dirty="0"/>
              <a:t>(M-&gt;E-&gt;DS-&gt;S-&gt;C) = 2.6</a:t>
            </a:r>
          </a:p>
          <a:p>
            <a:endParaRPr lang="en-US" dirty="0"/>
          </a:p>
          <a:p>
            <a:endParaRPr lang="en-US" dirty="0"/>
          </a:p>
          <a:p>
            <a:endParaRPr lang="en-US" dirty="0"/>
          </a:p>
          <a:p>
            <a:endParaRPr lang="en-US" dirty="0"/>
          </a:p>
        </p:txBody>
      </p:sp>
      <p:sp>
        <p:nvSpPr>
          <p:cNvPr id="5" name="TextBox 4">
            <a:extLst>
              <a:ext uri="{FF2B5EF4-FFF2-40B4-BE49-F238E27FC236}">
                <a16:creationId xmlns:a16="http://schemas.microsoft.com/office/drawing/2014/main" id="{B01BB69B-3443-7421-FDF3-241B864FFE38}"/>
              </a:ext>
            </a:extLst>
          </p:cNvPr>
          <p:cNvSpPr txBox="1"/>
          <p:nvPr/>
        </p:nvSpPr>
        <p:spPr>
          <a:xfrm>
            <a:off x="11015755" y="4321280"/>
            <a:ext cx="12186138" cy="527323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marL="2168526" lvl="1" indent="-685800" algn="just">
              <a:spcBef>
                <a:spcPts val="3500"/>
              </a:spcBef>
              <a:buFont typeface="Arial" panose="020B0604020202020204" pitchFamily="34" charset="0"/>
              <a:buChar char="•"/>
            </a:pPr>
            <a:r>
              <a:rPr lang="en-US" sz="4400" dirty="0">
                <a:solidFill>
                  <a:schemeClr val="bg2">
                    <a:lumMod val="10000"/>
                  </a:schemeClr>
                </a:solidFill>
                <a:latin typeface="+mj-lt"/>
              </a:rPr>
              <a:t>(C-&gt;E-&gt;M-&gt;S-&gt;DS) = 3.3</a:t>
            </a:r>
          </a:p>
          <a:p>
            <a:pPr marL="2168526" lvl="1" indent="-685800" algn="just">
              <a:spcBef>
                <a:spcPts val="3500"/>
              </a:spcBef>
              <a:buFont typeface="Arial" panose="020B0604020202020204" pitchFamily="34" charset="0"/>
              <a:buChar char="•"/>
            </a:pPr>
            <a:r>
              <a:rPr lang="en-US" sz="4400" dirty="0">
                <a:solidFill>
                  <a:schemeClr val="bg2">
                    <a:lumMod val="10000"/>
                  </a:schemeClr>
                </a:solidFill>
                <a:latin typeface="+mj-lt"/>
              </a:rPr>
              <a:t>(DS-&gt;E-&gt;C-&gt;S-&gt;M) = 3.7</a:t>
            </a:r>
          </a:p>
          <a:p>
            <a:pPr marL="2168526" lvl="1" indent="-685800" algn="just">
              <a:spcBef>
                <a:spcPts val="3500"/>
              </a:spcBef>
              <a:buFont typeface="Arial" panose="020B0604020202020204" pitchFamily="34" charset="0"/>
              <a:buChar char="•"/>
            </a:pPr>
            <a:r>
              <a:rPr lang="en-US" sz="4400" dirty="0">
                <a:solidFill>
                  <a:schemeClr val="bg2">
                    <a:lumMod val="10000"/>
                  </a:schemeClr>
                </a:solidFill>
                <a:latin typeface="+mj-lt"/>
              </a:rPr>
              <a:t>(M-&gt;S-&gt;C-&gt;E-&gt;DS) = 3.7</a:t>
            </a:r>
          </a:p>
          <a:p>
            <a:pPr marL="2168526" lvl="1" indent="-685800" algn="just">
              <a:spcBef>
                <a:spcPts val="3500"/>
              </a:spcBef>
              <a:buFont typeface="Arial" panose="020B0604020202020204" pitchFamily="34" charset="0"/>
              <a:buChar char="•"/>
            </a:pPr>
            <a:r>
              <a:rPr lang="en-US" sz="4400" dirty="0">
                <a:solidFill>
                  <a:schemeClr val="bg2">
                    <a:lumMod val="10000"/>
                  </a:schemeClr>
                </a:solidFill>
                <a:latin typeface="+mj-lt"/>
              </a:rPr>
              <a:t>(M-&gt;E-&gt;S-&gt;C-&gt;DS) = 3.6</a:t>
            </a:r>
          </a:p>
          <a:p>
            <a:pPr marL="2168526" lvl="1" indent="-685800" algn="just">
              <a:spcBef>
                <a:spcPts val="3500"/>
              </a:spcBef>
              <a:buFont typeface="Arial" panose="020B0604020202020204" pitchFamily="34" charset="0"/>
              <a:buChar char="•"/>
            </a:pPr>
            <a:r>
              <a:rPr lang="en-US" sz="4400" dirty="0">
                <a:solidFill>
                  <a:schemeClr val="bg2">
                    <a:lumMod val="10000"/>
                  </a:schemeClr>
                </a:solidFill>
                <a:latin typeface="+mj-lt"/>
              </a:rPr>
              <a:t>(M-&gt;E-&gt;C-&gt;DS-&gt;S) = 3.9</a:t>
            </a:r>
          </a:p>
        </p:txBody>
      </p:sp>
    </p:spTree>
    <p:extLst>
      <p:ext uri="{BB962C8B-B14F-4D97-AF65-F5344CB8AC3E}">
        <p14:creationId xmlns:p14="http://schemas.microsoft.com/office/powerpoint/2010/main" val="1877390001"/>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A328C-1B95-C676-8144-17B68BDBF8C0}"/>
              </a:ext>
            </a:extLst>
          </p:cNvPr>
          <p:cNvSpPr>
            <a:spLocks noGrp="1"/>
          </p:cNvSpPr>
          <p:nvPr>
            <p:ph type="title"/>
          </p:nvPr>
        </p:nvSpPr>
        <p:spPr/>
        <p:txBody>
          <a:bodyPr>
            <a:normAutofit fontScale="90000"/>
          </a:bodyPr>
          <a:lstStyle/>
          <a:p>
            <a:r>
              <a:rPr lang="en-ID" dirty="0"/>
              <a:t>Hill climbing search</a:t>
            </a:r>
          </a:p>
        </p:txBody>
      </p:sp>
      <p:sp>
        <p:nvSpPr>
          <p:cNvPr id="3" name="Text Placeholder 2">
            <a:extLst>
              <a:ext uri="{FF2B5EF4-FFF2-40B4-BE49-F238E27FC236}">
                <a16:creationId xmlns:a16="http://schemas.microsoft.com/office/drawing/2014/main" id="{C9FD4B36-DB29-EC9E-2767-9ED5EA04575E}"/>
              </a:ext>
            </a:extLst>
          </p:cNvPr>
          <p:cNvSpPr>
            <a:spLocks noGrp="1"/>
          </p:cNvSpPr>
          <p:nvPr>
            <p:ph type="body" sz="quarter" idx="10"/>
          </p:nvPr>
        </p:nvSpPr>
        <p:spPr/>
        <p:txBody>
          <a:bodyPr/>
          <a:lstStyle/>
          <a:p>
            <a:r>
              <a:rPr lang="en-US" dirty="0"/>
              <a:t>example</a:t>
            </a:r>
          </a:p>
        </p:txBody>
      </p:sp>
      <p:sp>
        <p:nvSpPr>
          <p:cNvPr id="4" name="Content Placeholder 3">
            <a:extLst>
              <a:ext uri="{FF2B5EF4-FFF2-40B4-BE49-F238E27FC236}">
                <a16:creationId xmlns:a16="http://schemas.microsoft.com/office/drawing/2014/main" id="{F50E50B6-6863-4D06-4C7D-4E3B74F82B76}"/>
              </a:ext>
            </a:extLst>
          </p:cNvPr>
          <p:cNvSpPr>
            <a:spLocks noGrp="1"/>
          </p:cNvSpPr>
          <p:nvPr>
            <p:ph sz="quarter" idx="11"/>
          </p:nvPr>
        </p:nvSpPr>
        <p:spPr/>
        <p:txBody>
          <a:bodyPr>
            <a:normAutofit/>
          </a:bodyPr>
          <a:lstStyle/>
          <a:p>
            <a:r>
              <a:rPr lang="en-US" dirty="0"/>
              <a:t>Hill climbing will choose h= 2.6</a:t>
            </a:r>
          </a:p>
          <a:p>
            <a:pPr lvl="1"/>
            <a:r>
              <a:rPr lang="en-US" dirty="0"/>
              <a:t>The current state (M-&gt;E-&gt;DS-&gt;S-&gt;C)</a:t>
            </a:r>
          </a:p>
          <a:p>
            <a:r>
              <a:rPr lang="en-US" dirty="0"/>
              <a:t>The swap process is performed 1 x again and the optimal solution is obtained:</a:t>
            </a:r>
          </a:p>
          <a:p>
            <a:pPr lvl="1"/>
            <a:r>
              <a:rPr lang="en-US" dirty="0"/>
              <a:t>(S-&gt;E-&gt;DS-&gt;M-&gt;C) with h= 1.9</a:t>
            </a:r>
          </a:p>
          <a:p>
            <a:endParaRPr lang="en-US" dirty="0"/>
          </a:p>
          <a:p>
            <a:endParaRPr lang="en-US" dirty="0"/>
          </a:p>
          <a:p>
            <a:endParaRPr lang="en-US" dirty="0"/>
          </a:p>
          <a:p>
            <a:endParaRPr lang="en-US" dirty="0"/>
          </a:p>
          <a:p>
            <a:endParaRPr lang="en-US" dirty="0"/>
          </a:p>
        </p:txBody>
      </p:sp>
    </p:spTree>
    <p:extLst>
      <p:ext uri="{BB962C8B-B14F-4D97-AF65-F5344CB8AC3E}">
        <p14:creationId xmlns:p14="http://schemas.microsoft.com/office/powerpoint/2010/main" val="379844105"/>
      </p:ext>
    </p:ext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A328C-1B95-C676-8144-17B68BDBF8C0}"/>
              </a:ext>
            </a:extLst>
          </p:cNvPr>
          <p:cNvSpPr>
            <a:spLocks noGrp="1"/>
          </p:cNvSpPr>
          <p:nvPr>
            <p:ph type="title"/>
          </p:nvPr>
        </p:nvSpPr>
        <p:spPr/>
        <p:txBody>
          <a:bodyPr>
            <a:normAutofit fontScale="90000"/>
          </a:bodyPr>
          <a:lstStyle/>
          <a:p>
            <a:r>
              <a:rPr lang="en-ID" dirty="0"/>
              <a:t>Case study</a:t>
            </a:r>
          </a:p>
        </p:txBody>
      </p:sp>
      <p:sp>
        <p:nvSpPr>
          <p:cNvPr id="3" name="Text Placeholder 2">
            <a:extLst>
              <a:ext uri="{FF2B5EF4-FFF2-40B4-BE49-F238E27FC236}">
                <a16:creationId xmlns:a16="http://schemas.microsoft.com/office/drawing/2014/main" id="{C9FD4B36-DB29-EC9E-2767-9ED5EA04575E}"/>
              </a:ext>
            </a:extLst>
          </p:cNvPr>
          <p:cNvSpPr>
            <a:spLocks noGrp="1"/>
          </p:cNvSpPr>
          <p:nvPr>
            <p:ph type="body" sz="quarter" idx="10"/>
          </p:nvPr>
        </p:nvSpPr>
        <p:spPr/>
        <p:txBody>
          <a:bodyPr/>
          <a:lstStyle/>
          <a:p>
            <a:r>
              <a:rPr lang="en-US" dirty="0"/>
              <a:t>Poster placing</a:t>
            </a:r>
          </a:p>
        </p:txBody>
      </p:sp>
      <p:sp>
        <p:nvSpPr>
          <p:cNvPr id="4" name="Content Placeholder 3">
            <a:extLst>
              <a:ext uri="{FF2B5EF4-FFF2-40B4-BE49-F238E27FC236}">
                <a16:creationId xmlns:a16="http://schemas.microsoft.com/office/drawing/2014/main" id="{F50E50B6-6863-4D06-4C7D-4E3B74F82B76}"/>
              </a:ext>
            </a:extLst>
          </p:cNvPr>
          <p:cNvSpPr>
            <a:spLocks noGrp="1"/>
          </p:cNvSpPr>
          <p:nvPr>
            <p:ph sz="quarter" idx="11"/>
          </p:nvPr>
        </p:nvSpPr>
        <p:spPr>
          <a:xfrm>
            <a:off x="2163188" y="3260663"/>
            <a:ext cx="20057623" cy="9697691"/>
          </a:xfrm>
        </p:spPr>
        <p:txBody>
          <a:bodyPr>
            <a:normAutofit/>
          </a:bodyPr>
          <a:lstStyle/>
          <a:p>
            <a:r>
              <a:rPr lang="en-US" dirty="0"/>
              <a:t>You are a campaign planner who wants to place posters in three cities: City A, City B, and City C. Your goal is to minimize the total distance traveled to put up these posters. You decide to use the hill climbing algorithm to find the most efficient order of poster placement.</a:t>
            </a:r>
          </a:p>
          <a:p>
            <a:r>
              <a:rPr lang="en-US" dirty="0"/>
              <a:t>Given the table of distance between cities below:</a:t>
            </a:r>
          </a:p>
          <a:p>
            <a:endParaRPr lang="en-US" dirty="0"/>
          </a:p>
          <a:p>
            <a:endParaRPr lang="en-US" dirty="0"/>
          </a:p>
          <a:p>
            <a:endParaRPr lang="en-US" dirty="0"/>
          </a:p>
          <a:p>
            <a:endParaRPr lang="en-US" dirty="0"/>
          </a:p>
          <a:p>
            <a:r>
              <a:rPr lang="en-US" dirty="0"/>
              <a:t>The initial path is </a:t>
            </a:r>
            <a:r>
              <a:rPr lang="en-US" sz="4400" dirty="0">
                <a:latin typeface="+mj-lt"/>
              </a:rPr>
              <a:t>A-&gt;B-&gt;C-&gt;D</a:t>
            </a:r>
          </a:p>
          <a:p>
            <a:endParaRPr lang="en-US" dirty="0"/>
          </a:p>
          <a:p>
            <a:endParaRPr lang="en-US" dirty="0"/>
          </a:p>
          <a:p>
            <a:endParaRPr lang="en-US" dirty="0"/>
          </a:p>
          <a:p>
            <a:endParaRPr lang="en-US" dirty="0"/>
          </a:p>
          <a:p>
            <a:endParaRPr lang="en-US" dirty="0"/>
          </a:p>
        </p:txBody>
      </p:sp>
      <p:graphicFrame>
        <p:nvGraphicFramePr>
          <p:cNvPr id="5" name="Table 4">
            <a:extLst>
              <a:ext uri="{FF2B5EF4-FFF2-40B4-BE49-F238E27FC236}">
                <a16:creationId xmlns:a16="http://schemas.microsoft.com/office/drawing/2014/main" id="{6A4457EE-08B8-753B-A87C-7097EBFF4059}"/>
              </a:ext>
            </a:extLst>
          </p:cNvPr>
          <p:cNvGraphicFramePr>
            <a:graphicFrameLocks noGrp="1"/>
          </p:cNvGraphicFramePr>
          <p:nvPr>
            <p:extLst>
              <p:ext uri="{D42A27DB-BD31-4B8C-83A1-F6EECF244321}">
                <p14:modId xmlns:p14="http://schemas.microsoft.com/office/powerpoint/2010/main" val="250780894"/>
              </p:ext>
            </p:extLst>
          </p:nvPr>
        </p:nvGraphicFramePr>
        <p:xfrm>
          <a:off x="3030583" y="7671767"/>
          <a:ext cx="18288000" cy="3810000"/>
        </p:xfrm>
        <a:graphic>
          <a:graphicData uri="http://schemas.openxmlformats.org/drawingml/2006/table">
            <a:tbl>
              <a:tblPr firstRow="1" bandRow="1">
                <a:tableStyleId>{5940675A-B579-460E-94D1-54222C63F5DA}</a:tableStyleId>
              </a:tblPr>
              <a:tblGrid>
                <a:gridCol w="3657600">
                  <a:extLst>
                    <a:ext uri="{9D8B030D-6E8A-4147-A177-3AD203B41FA5}">
                      <a16:colId xmlns:a16="http://schemas.microsoft.com/office/drawing/2014/main" val="1618311254"/>
                    </a:ext>
                  </a:extLst>
                </a:gridCol>
                <a:gridCol w="3657600">
                  <a:extLst>
                    <a:ext uri="{9D8B030D-6E8A-4147-A177-3AD203B41FA5}">
                      <a16:colId xmlns:a16="http://schemas.microsoft.com/office/drawing/2014/main" val="974648545"/>
                    </a:ext>
                  </a:extLst>
                </a:gridCol>
                <a:gridCol w="3657600">
                  <a:extLst>
                    <a:ext uri="{9D8B030D-6E8A-4147-A177-3AD203B41FA5}">
                      <a16:colId xmlns:a16="http://schemas.microsoft.com/office/drawing/2014/main" val="3603377571"/>
                    </a:ext>
                  </a:extLst>
                </a:gridCol>
                <a:gridCol w="3657600">
                  <a:extLst>
                    <a:ext uri="{9D8B030D-6E8A-4147-A177-3AD203B41FA5}">
                      <a16:colId xmlns:a16="http://schemas.microsoft.com/office/drawing/2014/main" val="3076033108"/>
                    </a:ext>
                  </a:extLst>
                </a:gridCol>
                <a:gridCol w="3657600">
                  <a:extLst>
                    <a:ext uri="{9D8B030D-6E8A-4147-A177-3AD203B41FA5}">
                      <a16:colId xmlns:a16="http://schemas.microsoft.com/office/drawing/2014/main" val="3482925463"/>
                    </a:ext>
                  </a:extLst>
                </a:gridCol>
              </a:tblGrid>
              <a:tr h="607907">
                <a:tc>
                  <a:txBody>
                    <a:bodyPr/>
                    <a:lstStyle/>
                    <a:p>
                      <a:endParaRPr lang="en-ID" sz="4400" dirty="0">
                        <a:solidFill>
                          <a:schemeClr val="bg2">
                            <a:lumMod val="10000"/>
                          </a:schemeClr>
                        </a:solidFill>
                      </a:endParaRPr>
                    </a:p>
                  </a:txBody>
                  <a:tcPr/>
                </a:tc>
                <a:tc>
                  <a:txBody>
                    <a:bodyPr/>
                    <a:lstStyle/>
                    <a:p>
                      <a:r>
                        <a:rPr lang="en-US" sz="4400" dirty="0">
                          <a:solidFill>
                            <a:schemeClr val="bg2">
                              <a:lumMod val="10000"/>
                            </a:schemeClr>
                          </a:solidFill>
                        </a:rPr>
                        <a:t>A</a:t>
                      </a:r>
                      <a:endParaRPr lang="en-ID" sz="4400" dirty="0">
                        <a:solidFill>
                          <a:schemeClr val="bg2">
                            <a:lumMod val="10000"/>
                          </a:schemeClr>
                        </a:solidFill>
                      </a:endParaRPr>
                    </a:p>
                  </a:txBody>
                  <a:tcPr/>
                </a:tc>
                <a:tc>
                  <a:txBody>
                    <a:bodyPr/>
                    <a:lstStyle/>
                    <a:p>
                      <a:r>
                        <a:rPr lang="en-US" sz="4400" dirty="0">
                          <a:solidFill>
                            <a:schemeClr val="bg2">
                              <a:lumMod val="10000"/>
                            </a:schemeClr>
                          </a:solidFill>
                        </a:rPr>
                        <a:t>B</a:t>
                      </a:r>
                      <a:endParaRPr lang="en-ID" sz="4400" dirty="0">
                        <a:solidFill>
                          <a:schemeClr val="bg2">
                            <a:lumMod val="10000"/>
                          </a:schemeClr>
                        </a:solidFill>
                      </a:endParaRPr>
                    </a:p>
                  </a:txBody>
                  <a:tcPr/>
                </a:tc>
                <a:tc>
                  <a:txBody>
                    <a:bodyPr/>
                    <a:lstStyle/>
                    <a:p>
                      <a:r>
                        <a:rPr lang="en-US" sz="4400" dirty="0">
                          <a:solidFill>
                            <a:schemeClr val="bg2">
                              <a:lumMod val="10000"/>
                            </a:schemeClr>
                          </a:solidFill>
                        </a:rPr>
                        <a:t>C</a:t>
                      </a:r>
                      <a:endParaRPr lang="en-ID" sz="4400" dirty="0">
                        <a:solidFill>
                          <a:schemeClr val="bg2">
                            <a:lumMod val="10000"/>
                          </a:schemeClr>
                        </a:solidFill>
                      </a:endParaRPr>
                    </a:p>
                  </a:txBody>
                  <a:tcPr/>
                </a:tc>
                <a:tc>
                  <a:txBody>
                    <a:bodyPr/>
                    <a:lstStyle/>
                    <a:p>
                      <a:r>
                        <a:rPr lang="en-US" sz="4400" dirty="0">
                          <a:solidFill>
                            <a:schemeClr val="bg2">
                              <a:lumMod val="10000"/>
                            </a:schemeClr>
                          </a:solidFill>
                        </a:rPr>
                        <a:t>D</a:t>
                      </a:r>
                      <a:endParaRPr lang="en-ID" sz="4400" dirty="0">
                        <a:solidFill>
                          <a:schemeClr val="bg2">
                            <a:lumMod val="10000"/>
                          </a:schemeClr>
                        </a:solidFill>
                      </a:endParaRPr>
                    </a:p>
                  </a:txBody>
                  <a:tcPr/>
                </a:tc>
                <a:extLst>
                  <a:ext uri="{0D108BD9-81ED-4DB2-BD59-A6C34878D82A}">
                    <a16:rowId xmlns:a16="http://schemas.microsoft.com/office/drawing/2014/main" val="1108757699"/>
                  </a:ext>
                </a:extLst>
              </a:tr>
              <a:tr h="370840">
                <a:tc>
                  <a:txBody>
                    <a:bodyPr/>
                    <a:lstStyle/>
                    <a:p>
                      <a:r>
                        <a:rPr lang="en-US" sz="4400" dirty="0">
                          <a:solidFill>
                            <a:schemeClr val="bg2">
                              <a:lumMod val="10000"/>
                            </a:schemeClr>
                          </a:solidFill>
                        </a:rPr>
                        <a:t>A</a:t>
                      </a:r>
                      <a:endParaRPr lang="en-ID" sz="4400" dirty="0">
                        <a:solidFill>
                          <a:schemeClr val="bg2">
                            <a:lumMod val="10000"/>
                          </a:schemeClr>
                        </a:solidFill>
                      </a:endParaRPr>
                    </a:p>
                  </a:txBody>
                  <a:tcPr/>
                </a:tc>
                <a:tc>
                  <a:txBody>
                    <a:bodyPr/>
                    <a:lstStyle/>
                    <a:p>
                      <a:r>
                        <a:rPr lang="en-US" sz="4400" dirty="0">
                          <a:solidFill>
                            <a:schemeClr val="bg2">
                              <a:lumMod val="10000"/>
                            </a:schemeClr>
                          </a:solidFill>
                        </a:rPr>
                        <a:t>0</a:t>
                      </a:r>
                      <a:endParaRPr lang="en-ID" sz="4400" dirty="0">
                        <a:solidFill>
                          <a:schemeClr val="bg2">
                            <a:lumMod val="10000"/>
                          </a:schemeClr>
                        </a:solidFill>
                      </a:endParaRPr>
                    </a:p>
                  </a:txBody>
                  <a:tcPr/>
                </a:tc>
                <a:tc>
                  <a:txBody>
                    <a:bodyPr/>
                    <a:lstStyle/>
                    <a:p>
                      <a:r>
                        <a:rPr lang="en-US" sz="4400" dirty="0">
                          <a:solidFill>
                            <a:schemeClr val="bg2">
                              <a:lumMod val="10000"/>
                            </a:schemeClr>
                          </a:solidFill>
                        </a:rPr>
                        <a:t>10</a:t>
                      </a:r>
                      <a:endParaRPr lang="en-ID" sz="4400" dirty="0">
                        <a:solidFill>
                          <a:schemeClr val="bg2">
                            <a:lumMod val="10000"/>
                          </a:schemeClr>
                        </a:solidFill>
                      </a:endParaRPr>
                    </a:p>
                  </a:txBody>
                  <a:tcPr/>
                </a:tc>
                <a:tc>
                  <a:txBody>
                    <a:bodyPr/>
                    <a:lstStyle/>
                    <a:p>
                      <a:r>
                        <a:rPr lang="en-US" sz="4400" dirty="0">
                          <a:solidFill>
                            <a:schemeClr val="bg2">
                              <a:lumMod val="10000"/>
                            </a:schemeClr>
                          </a:solidFill>
                        </a:rPr>
                        <a:t>20</a:t>
                      </a:r>
                      <a:endParaRPr lang="en-ID" sz="4400" dirty="0">
                        <a:solidFill>
                          <a:schemeClr val="bg2">
                            <a:lumMod val="10000"/>
                          </a:schemeClr>
                        </a:solidFill>
                      </a:endParaRPr>
                    </a:p>
                  </a:txBody>
                  <a:tcPr/>
                </a:tc>
                <a:tc>
                  <a:txBody>
                    <a:bodyPr/>
                    <a:lstStyle/>
                    <a:p>
                      <a:r>
                        <a:rPr lang="en-US" sz="4400" dirty="0">
                          <a:solidFill>
                            <a:schemeClr val="bg2">
                              <a:lumMod val="10000"/>
                            </a:schemeClr>
                          </a:solidFill>
                        </a:rPr>
                        <a:t>30</a:t>
                      </a:r>
                      <a:endParaRPr lang="en-ID" sz="4400" dirty="0">
                        <a:solidFill>
                          <a:schemeClr val="bg2">
                            <a:lumMod val="10000"/>
                          </a:schemeClr>
                        </a:solidFill>
                      </a:endParaRPr>
                    </a:p>
                  </a:txBody>
                  <a:tcPr/>
                </a:tc>
                <a:extLst>
                  <a:ext uri="{0D108BD9-81ED-4DB2-BD59-A6C34878D82A}">
                    <a16:rowId xmlns:a16="http://schemas.microsoft.com/office/drawing/2014/main" val="2190422435"/>
                  </a:ext>
                </a:extLst>
              </a:tr>
              <a:tr h="370840">
                <a:tc>
                  <a:txBody>
                    <a:bodyPr/>
                    <a:lstStyle/>
                    <a:p>
                      <a:r>
                        <a:rPr lang="en-US" sz="4400" dirty="0">
                          <a:solidFill>
                            <a:schemeClr val="bg2">
                              <a:lumMod val="10000"/>
                            </a:schemeClr>
                          </a:solidFill>
                        </a:rPr>
                        <a:t>B</a:t>
                      </a:r>
                      <a:endParaRPr lang="en-ID" sz="4400" dirty="0">
                        <a:solidFill>
                          <a:schemeClr val="bg2">
                            <a:lumMod val="10000"/>
                          </a:schemeClr>
                        </a:solidFill>
                      </a:endParaRPr>
                    </a:p>
                  </a:txBody>
                  <a:tcPr/>
                </a:tc>
                <a:tc>
                  <a:txBody>
                    <a:bodyPr/>
                    <a:lstStyle/>
                    <a:p>
                      <a:endParaRPr lang="en-ID" sz="4400" dirty="0">
                        <a:solidFill>
                          <a:schemeClr val="bg2">
                            <a:lumMod val="10000"/>
                          </a:schemeClr>
                        </a:solidFill>
                      </a:endParaRPr>
                    </a:p>
                  </a:txBody>
                  <a:tcPr/>
                </a:tc>
                <a:tc>
                  <a:txBody>
                    <a:bodyPr/>
                    <a:lstStyle/>
                    <a:p>
                      <a:r>
                        <a:rPr lang="en-US" sz="4400" dirty="0">
                          <a:solidFill>
                            <a:schemeClr val="bg2">
                              <a:lumMod val="10000"/>
                            </a:schemeClr>
                          </a:solidFill>
                        </a:rPr>
                        <a:t>0</a:t>
                      </a:r>
                      <a:endParaRPr lang="en-ID" sz="4400" dirty="0">
                        <a:solidFill>
                          <a:schemeClr val="bg2">
                            <a:lumMod val="10000"/>
                          </a:schemeClr>
                        </a:solidFill>
                      </a:endParaRPr>
                    </a:p>
                  </a:txBody>
                  <a:tcPr/>
                </a:tc>
                <a:tc>
                  <a:txBody>
                    <a:bodyPr/>
                    <a:lstStyle/>
                    <a:p>
                      <a:r>
                        <a:rPr lang="en-US" sz="4400" dirty="0">
                          <a:solidFill>
                            <a:schemeClr val="bg2">
                              <a:lumMod val="10000"/>
                            </a:schemeClr>
                          </a:solidFill>
                        </a:rPr>
                        <a:t>15</a:t>
                      </a:r>
                      <a:endParaRPr lang="en-ID" sz="4400" dirty="0">
                        <a:solidFill>
                          <a:schemeClr val="bg2">
                            <a:lumMod val="10000"/>
                          </a:schemeClr>
                        </a:solidFill>
                      </a:endParaRPr>
                    </a:p>
                  </a:txBody>
                  <a:tcPr/>
                </a:tc>
                <a:tc>
                  <a:txBody>
                    <a:bodyPr/>
                    <a:lstStyle/>
                    <a:p>
                      <a:r>
                        <a:rPr lang="en-US" sz="4400" dirty="0">
                          <a:solidFill>
                            <a:schemeClr val="bg2">
                              <a:lumMod val="10000"/>
                            </a:schemeClr>
                          </a:solidFill>
                        </a:rPr>
                        <a:t>25</a:t>
                      </a:r>
                      <a:endParaRPr lang="en-ID" sz="4400" dirty="0">
                        <a:solidFill>
                          <a:schemeClr val="bg2">
                            <a:lumMod val="10000"/>
                          </a:schemeClr>
                        </a:solidFill>
                      </a:endParaRPr>
                    </a:p>
                  </a:txBody>
                  <a:tcPr/>
                </a:tc>
                <a:extLst>
                  <a:ext uri="{0D108BD9-81ED-4DB2-BD59-A6C34878D82A}">
                    <a16:rowId xmlns:a16="http://schemas.microsoft.com/office/drawing/2014/main" val="2880503686"/>
                  </a:ext>
                </a:extLst>
              </a:tr>
              <a:tr h="370840">
                <a:tc>
                  <a:txBody>
                    <a:bodyPr/>
                    <a:lstStyle/>
                    <a:p>
                      <a:r>
                        <a:rPr lang="en-US" sz="4400" dirty="0">
                          <a:solidFill>
                            <a:schemeClr val="bg2">
                              <a:lumMod val="10000"/>
                            </a:schemeClr>
                          </a:solidFill>
                        </a:rPr>
                        <a:t>C</a:t>
                      </a:r>
                      <a:endParaRPr lang="en-ID" sz="4400" dirty="0">
                        <a:solidFill>
                          <a:schemeClr val="bg2">
                            <a:lumMod val="10000"/>
                          </a:schemeClr>
                        </a:solidFill>
                      </a:endParaRPr>
                    </a:p>
                  </a:txBody>
                  <a:tcPr/>
                </a:tc>
                <a:tc>
                  <a:txBody>
                    <a:bodyPr/>
                    <a:lstStyle/>
                    <a:p>
                      <a:endParaRPr lang="en-ID" sz="4400" dirty="0">
                        <a:solidFill>
                          <a:schemeClr val="bg2">
                            <a:lumMod val="10000"/>
                          </a:schemeClr>
                        </a:solidFill>
                      </a:endParaRPr>
                    </a:p>
                  </a:txBody>
                  <a:tcPr/>
                </a:tc>
                <a:tc>
                  <a:txBody>
                    <a:bodyPr/>
                    <a:lstStyle/>
                    <a:p>
                      <a:endParaRPr lang="en-ID" sz="4400" dirty="0">
                        <a:solidFill>
                          <a:schemeClr val="bg2">
                            <a:lumMod val="10000"/>
                          </a:schemeClr>
                        </a:solidFill>
                      </a:endParaRPr>
                    </a:p>
                  </a:txBody>
                  <a:tcPr/>
                </a:tc>
                <a:tc>
                  <a:txBody>
                    <a:bodyPr/>
                    <a:lstStyle/>
                    <a:p>
                      <a:r>
                        <a:rPr lang="en-US" sz="4400" dirty="0">
                          <a:solidFill>
                            <a:schemeClr val="bg2">
                              <a:lumMod val="10000"/>
                            </a:schemeClr>
                          </a:solidFill>
                        </a:rPr>
                        <a:t>0</a:t>
                      </a:r>
                      <a:endParaRPr lang="en-ID" sz="4400" dirty="0">
                        <a:solidFill>
                          <a:schemeClr val="bg2">
                            <a:lumMod val="10000"/>
                          </a:schemeClr>
                        </a:solidFill>
                      </a:endParaRPr>
                    </a:p>
                  </a:txBody>
                  <a:tcPr/>
                </a:tc>
                <a:tc>
                  <a:txBody>
                    <a:bodyPr/>
                    <a:lstStyle/>
                    <a:p>
                      <a:r>
                        <a:rPr lang="en-US" sz="4400" dirty="0">
                          <a:solidFill>
                            <a:schemeClr val="bg2">
                              <a:lumMod val="10000"/>
                            </a:schemeClr>
                          </a:solidFill>
                        </a:rPr>
                        <a:t>35</a:t>
                      </a:r>
                      <a:endParaRPr lang="en-ID" sz="4400" dirty="0">
                        <a:solidFill>
                          <a:schemeClr val="bg2">
                            <a:lumMod val="10000"/>
                          </a:schemeClr>
                        </a:solidFill>
                      </a:endParaRPr>
                    </a:p>
                  </a:txBody>
                  <a:tcPr/>
                </a:tc>
                <a:extLst>
                  <a:ext uri="{0D108BD9-81ED-4DB2-BD59-A6C34878D82A}">
                    <a16:rowId xmlns:a16="http://schemas.microsoft.com/office/drawing/2014/main" val="945920180"/>
                  </a:ext>
                </a:extLst>
              </a:tr>
              <a:tr h="370840">
                <a:tc>
                  <a:txBody>
                    <a:bodyPr/>
                    <a:lstStyle/>
                    <a:p>
                      <a:r>
                        <a:rPr lang="en-US" sz="4400" dirty="0">
                          <a:solidFill>
                            <a:schemeClr val="bg2">
                              <a:lumMod val="10000"/>
                            </a:schemeClr>
                          </a:solidFill>
                        </a:rPr>
                        <a:t>D</a:t>
                      </a:r>
                      <a:endParaRPr lang="en-ID" sz="4400" dirty="0">
                        <a:solidFill>
                          <a:schemeClr val="bg2">
                            <a:lumMod val="10000"/>
                          </a:schemeClr>
                        </a:solidFill>
                      </a:endParaRPr>
                    </a:p>
                  </a:txBody>
                  <a:tcPr/>
                </a:tc>
                <a:tc>
                  <a:txBody>
                    <a:bodyPr/>
                    <a:lstStyle/>
                    <a:p>
                      <a:endParaRPr lang="en-ID" sz="4400" dirty="0">
                        <a:solidFill>
                          <a:schemeClr val="bg2">
                            <a:lumMod val="10000"/>
                          </a:schemeClr>
                        </a:solidFill>
                      </a:endParaRPr>
                    </a:p>
                  </a:txBody>
                  <a:tcPr/>
                </a:tc>
                <a:tc>
                  <a:txBody>
                    <a:bodyPr/>
                    <a:lstStyle/>
                    <a:p>
                      <a:endParaRPr lang="en-ID" sz="4400" dirty="0">
                        <a:solidFill>
                          <a:schemeClr val="bg2">
                            <a:lumMod val="10000"/>
                          </a:schemeClr>
                        </a:solidFill>
                      </a:endParaRPr>
                    </a:p>
                  </a:txBody>
                  <a:tcPr/>
                </a:tc>
                <a:tc>
                  <a:txBody>
                    <a:bodyPr/>
                    <a:lstStyle/>
                    <a:p>
                      <a:endParaRPr lang="en-ID" sz="4400" dirty="0">
                        <a:solidFill>
                          <a:schemeClr val="bg2">
                            <a:lumMod val="10000"/>
                          </a:schemeClr>
                        </a:solidFill>
                      </a:endParaRPr>
                    </a:p>
                  </a:txBody>
                  <a:tcPr/>
                </a:tc>
                <a:tc>
                  <a:txBody>
                    <a:bodyPr/>
                    <a:lstStyle/>
                    <a:p>
                      <a:r>
                        <a:rPr lang="en-US" sz="4400" dirty="0">
                          <a:solidFill>
                            <a:schemeClr val="bg2">
                              <a:lumMod val="10000"/>
                            </a:schemeClr>
                          </a:solidFill>
                        </a:rPr>
                        <a:t>0</a:t>
                      </a:r>
                      <a:endParaRPr lang="en-ID" sz="4400" dirty="0">
                        <a:solidFill>
                          <a:schemeClr val="bg2">
                            <a:lumMod val="10000"/>
                          </a:schemeClr>
                        </a:solidFill>
                      </a:endParaRPr>
                    </a:p>
                  </a:txBody>
                  <a:tcPr/>
                </a:tc>
                <a:extLst>
                  <a:ext uri="{0D108BD9-81ED-4DB2-BD59-A6C34878D82A}">
                    <a16:rowId xmlns:a16="http://schemas.microsoft.com/office/drawing/2014/main" val="1149885174"/>
                  </a:ext>
                </a:extLst>
              </a:tr>
            </a:tbl>
          </a:graphicData>
        </a:graphic>
      </p:graphicFrame>
    </p:spTree>
    <p:extLst>
      <p:ext uri="{BB962C8B-B14F-4D97-AF65-F5344CB8AC3E}">
        <p14:creationId xmlns:p14="http://schemas.microsoft.com/office/powerpoint/2010/main" val="2671179401"/>
      </p:ext>
    </p:ext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A328C-1B95-C676-8144-17B68BDBF8C0}"/>
              </a:ext>
            </a:extLst>
          </p:cNvPr>
          <p:cNvSpPr>
            <a:spLocks noGrp="1"/>
          </p:cNvSpPr>
          <p:nvPr>
            <p:ph type="title"/>
          </p:nvPr>
        </p:nvSpPr>
        <p:spPr/>
        <p:txBody>
          <a:bodyPr>
            <a:normAutofit fontScale="90000"/>
          </a:bodyPr>
          <a:lstStyle/>
          <a:p>
            <a:r>
              <a:rPr lang="en-ID" dirty="0"/>
              <a:t>References</a:t>
            </a:r>
          </a:p>
        </p:txBody>
      </p:sp>
      <p:sp>
        <p:nvSpPr>
          <p:cNvPr id="3" name="Text Placeholder 2">
            <a:extLst>
              <a:ext uri="{FF2B5EF4-FFF2-40B4-BE49-F238E27FC236}">
                <a16:creationId xmlns:a16="http://schemas.microsoft.com/office/drawing/2014/main" id="{C9FD4B36-DB29-EC9E-2767-9ED5EA04575E}"/>
              </a:ext>
            </a:extLst>
          </p:cNvPr>
          <p:cNvSpPr>
            <a:spLocks noGrp="1"/>
          </p:cNvSpPr>
          <p:nvPr>
            <p:ph type="body" sz="quarter" idx="10"/>
          </p:nvPr>
        </p:nvSpPr>
        <p:spPr/>
        <p:txBody>
          <a:bodyPr/>
          <a:lstStyle/>
          <a:p>
            <a:r>
              <a:rPr lang="en-US" dirty="0"/>
              <a:t>Session 5</a:t>
            </a:r>
          </a:p>
        </p:txBody>
      </p:sp>
      <p:sp>
        <p:nvSpPr>
          <p:cNvPr id="6" name="Content Placeholder 5">
            <a:extLst>
              <a:ext uri="{FF2B5EF4-FFF2-40B4-BE49-F238E27FC236}">
                <a16:creationId xmlns:a16="http://schemas.microsoft.com/office/drawing/2014/main" id="{CFC03F54-B3BC-80AB-98AC-C3ABDC8D86EE}"/>
              </a:ext>
            </a:extLst>
          </p:cNvPr>
          <p:cNvSpPr>
            <a:spLocks noGrp="1"/>
          </p:cNvSpPr>
          <p:nvPr>
            <p:ph sz="quarter" idx="11"/>
          </p:nvPr>
        </p:nvSpPr>
        <p:spPr>
          <a:xfrm>
            <a:off x="2167377" y="3260663"/>
            <a:ext cx="20149698" cy="9798111"/>
          </a:xfrm>
        </p:spPr>
        <p:txBody>
          <a:bodyPr>
            <a:normAutofit/>
          </a:bodyPr>
          <a:lstStyle/>
          <a:p>
            <a:pPr>
              <a:spcBef>
                <a:spcPts val="600"/>
              </a:spcBef>
            </a:pPr>
            <a:r>
              <a:rPr lang="en-US" sz="3200" dirty="0"/>
              <a:t>Russell, S. J., Norvig, P., Chang, M., Devlin, J., Dragan, A., Forsyth, D., Goodfellow, I., Malik, J., </a:t>
            </a:r>
            <a:r>
              <a:rPr lang="en-US" sz="3200" dirty="0" err="1"/>
              <a:t>Mansinghka</a:t>
            </a:r>
            <a:r>
              <a:rPr lang="en-US" sz="3200" dirty="0"/>
              <a:t>, V., Pearl, J., &amp; Wooldridge, M. J. (2022). Artificial intelligence: A modern approach (Fourth edition, global edition). Pearson.</a:t>
            </a:r>
          </a:p>
          <a:p>
            <a:pPr>
              <a:spcBef>
                <a:spcPts val="600"/>
              </a:spcBef>
            </a:pPr>
            <a:r>
              <a:rPr lang="en-US" sz="3200" dirty="0">
                <a:latin typeface="+mj-lt"/>
                <a:hlinkClick r:id="rId2"/>
              </a:rPr>
              <a:t>https://www.youtube.com/watch?v=RxQxFRUadvw</a:t>
            </a:r>
            <a:endParaRPr lang="en-US" sz="3200" dirty="0">
              <a:latin typeface="+mj-lt"/>
            </a:endParaRPr>
          </a:p>
          <a:p>
            <a:pPr>
              <a:spcBef>
                <a:spcPts val="600"/>
              </a:spcBef>
            </a:pPr>
            <a:r>
              <a:rPr lang="en-US" sz="3200" dirty="0">
                <a:latin typeface="+mj-lt"/>
                <a:hlinkClick r:id="rId3"/>
              </a:rPr>
              <a:t>https://www.jarrar.info/courses/AI/Jarrar.LectureNotes.Ch4.LocalSearch.pdf</a:t>
            </a:r>
            <a:endParaRPr lang="en-US" sz="3200" dirty="0">
              <a:latin typeface="+mj-lt"/>
            </a:endParaRPr>
          </a:p>
          <a:p>
            <a:pPr marL="1773238" indent="-914400" algn="just"/>
            <a:endParaRPr lang="en-US" sz="3200" dirty="0">
              <a:latin typeface="+mj-lt"/>
            </a:endParaRPr>
          </a:p>
          <a:p>
            <a:pPr>
              <a:spcBef>
                <a:spcPts val="600"/>
              </a:spcBef>
            </a:pPr>
            <a:endParaRPr lang="en-US" sz="3200" dirty="0"/>
          </a:p>
          <a:p>
            <a:pPr>
              <a:spcBef>
                <a:spcPts val="600"/>
              </a:spcBef>
            </a:pPr>
            <a:endParaRPr lang="en-US" sz="3200" dirty="0"/>
          </a:p>
          <a:p>
            <a:pPr>
              <a:spcBef>
                <a:spcPts val="600"/>
              </a:spcBef>
            </a:pPr>
            <a:endParaRPr lang="en-US" sz="3200" dirty="0"/>
          </a:p>
          <a:p>
            <a:pPr>
              <a:spcBef>
                <a:spcPts val="600"/>
              </a:spcBef>
            </a:pPr>
            <a:endParaRPr lang="en-US" sz="3200" dirty="0"/>
          </a:p>
          <a:p>
            <a:pPr>
              <a:spcBef>
                <a:spcPts val="600"/>
              </a:spcBef>
            </a:pPr>
            <a:endParaRPr lang="en-US" sz="3200" dirty="0"/>
          </a:p>
        </p:txBody>
      </p:sp>
    </p:spTree>
    <p:extLst>
      <p:ext uri="{BB962C8B-B14F-4D97-AF65-F5344CB8AC3E}">
        <p14:creationId xmlns:p14="http://schemas.microsoft.com/office/powerpoint/2010/main" val="3774771954"/>
      </p:ext>
    </p:extLst>
  </p:cSld>
  <p:clrMapOvr>
    <a:masterClrMapping/>
  </p:clrMapOvr>
  <p:transition spd="med"/>
</p:sld>
</file>

<file path=ppt/theme/theme1.xml><?xml version="1.0" encoding="utf-8"?>
<a:theme xmlns:a="http://schemas.openxmlformats.org/drawingml/2006/main" name="21_BasicWhite">
  <a:themeElements>
    <a:clrScheme name="21_BasicWhite">
      <a:dk1>
        <a:srgbClr val="5E5E5E"/>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Custom 1">
      <a:majorFont>
        <a:latin typeface="Open Sans"/>
        <a:ea typeface=""/>
        <a:cs typeface=""/>
      </a:majorFont>
      <a:minorFont>
        <a:latin typeface="Open Sans"/>
        <a:ea typeface=""/>
        <a:cs typefac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extLst>
    <a:ext uri="{05A4C25C-085E-4340-85A3-A5531E510DB2}">
      <thm15:themeFamily xmlns:thm15="http://schemas.microsoft.com/office/thememl/2012/main" name="BINUS Learning Object Slide Template 2023  -  Read-Only" id="{0B9ADDDE-C7FD-42D8-83B7-6621693F3C5D}" vid="{472DF894-1FEC-4319-A5F3-1F8BDBEC1F3D}"/>
    </a:ext>
  </a:extLst>
</a:theme>
</file>

<file path=ppt/theme/theme2.xml><?xml version="1.0" encoding="utf-8"?>
<a:theme xmlns:a="http://schemas.openxmlformats.org/drawingml/2006/main"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emplate>21_BasicWhite</Template>
  <TotalTime>342</TotalTime>
  <Words>946</Words>
  <Application>Microsoft Office PowerPoint</Application>
  <PresentationFormat>Custom</PresentationFormat>
  <Paragraphs>178</Paragraphs>
  <Slides>15</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15</vt:i4>
      </vt:variant>
    </vt:vector>
  </HeadingPairs>
  <TitlesOfParts>
    <vt:vector size="23" baseType="lpstr">
      <vt:lpstr>Open Sans</vt:lpstr>
      <vt:lpstr>Open Sans Semibold</vt:lpstr>
      <vt:lpstr>Open Sans Light</vt:lpstr>
      <vt:lpstr>Open Sans ExtraBold</vt:lpstr>
      <vt:lpstr>Arial</vt:lpstr>
      <vt:lpstr>Wingdings</vt:lpstr>
      <vt:lpstr>OCRB</vt:lpstr>
      <vt:lpstr>21_BasicWhite</vt:lpstr>
      <vt:lpstr>Local Search</vt:lpstr>
      <vt:lpstr>Learning Outcomes</vt:lpstr>
      <vt:lpstr>outline</vt:lpstr>
      <vt:lpstr>Introduction</vt:lpstr>
      <vt:lpstr>Introduction</vt:lpstr>
      <vt:lpstr>Introduction</vt:lpstr>
      <vt:lpstr>Introduction</vt:lpstr>
      <vt:lpstr>Hill climbing search</vt:lpstr>
      <vt:lpstr>Hill climbing search</vt:lpstr>
      <vt:lpstr>Hill climbing search</vt:lpstr>
      <vt:lpstr>Hill climbing search</vt:lpstr>
      <vt:lpstr>Hill climbing search</vt:lpstr>
      <vt:lpstr>Hill climbing search</vt:lpstr>
      <vt:lpstr>Case study</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HENRY LUCKY</dc:creator>
  <cp:lastModifiedBy>Henry Lucky</cp:lastModifiedBy>
  <cp:revision>37</cp:revision>
  <dcterms:created xsi:type="dcterms:W3CDTF">2023-11-17T02:51:40Z</dcterms:created>
  <dcterms:modified xsi:type="dcterms:W3CDTF">2024-12-26T16:12:36Z</dcterms:modified>
</cp:coreProperties>
</file>