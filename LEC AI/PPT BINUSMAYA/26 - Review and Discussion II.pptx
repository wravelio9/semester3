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290" r:id="rId2"/>
    <p:sldId id="257" r:id="rId3"/>
    <p:sldId id="258" r:id="rId4"/>
    <p:sldId id="293" r:id="rId5"/>
    <p:sldId id="278" r:id="rId6"/>
  </p:sldIdLst>
  <p:sldSz cx="24384000" cy="13716000"/>
  <p:notesSz cx="6858000" cy="9144000"/>
  <p:embeddedFontLst>
    <p:embeddedFont>
      <p:font typeface="OCRB" panose="020B0609020202020204" pitchFamily="49" charset="0"/>
      <p:regular r:id="rId8"/>
    </p:embeddedFont>
    <p:embeddedFont>
      <p:font typeface="Open Sans" panose="020B0606030504020204" pitchFamily="34" charset="0"/>
      <p:regular r:id="rId9"/>
      <p:bold r:id="rId10"/>
      <p:italic r:id="rId11"/>
      <p:boldItalic r:id="rId12"/>
    </p:embeddedFont>
    <p:embeddedFont>
      <p:font typeface="Open Sans ExtraBold" panose="020B0906030804020204" pitchFamily="34" charset="0"/>
      <p:bold r:id="rId13"/>
      <p:italic r:id="rId14"/>
      <p:boldItalic r:id="rId15"/>
    </p:embeddedFont>
    <p:embeddedFont>
      <p:font typeface="Open Sans Light" panose="020B0306030504020204" pitchFamily="34" charset="0"/>
      <p:regular r:id="rId16"/>
      <p:italic r:id="rId17"/>
    </p:embeddedFont>
    <p:embeddedFont>
      <p:font typeface="Open Sans Semibold" panose="020B0706030804020204" pitchFamily="34" charset="0"/>
      <p:regular r:id="rId18"/>
      <p:bold r:id="rId19"/>
      <p:italic r:id="rId20"/>
      <p:boldItalic r:id="rId2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0" autoAdjust="0"/>
    <p:restoredTop sz="91003"/>
  </p:normalViewPr>
  <p:slideViewPr>
    <p:cSldViewPr snapToGrid="0" snapToObjects="1">
      <p:cViewPr varScale="1">
        <p:scale>
          <a:sx n="31" d="100"/>
          <a:sy n="31" d="100"/>
        </p:scale>
        <p:origin x="1080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and discussion II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ID" dirty="0"/>
              <a:t>LO 4: Apply various techniques to an agent when acting under uncertainty  </a:t>
            </a:r>
          </a:p>
          <a:p>
            <a:r>
              <a:rPr lang="en-ID" dirty="0"/>
              <a:t>LO 5: Apply various learning algorithms for agents to solve problems  </a:t>
            </a:r>
          </a:p>
          <a:p>
            <a:r>
              <a:rPr lang="en-ID" dirty="0"/>
              <a:t>LO 6: </a:t>
            </a:r>
            <a:r>
              <a:rPr lang="en-ID" dirty="0" err="1"/>
              <a:t>Analyze</a:t>
            </a:r>
            <a:r>
              <a:rPr lang="en-ID" dirty="0"/>
              <a:t> the impact of AI in society concerning ethical, fairness, and safety issues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Markov Decision Process</a:t>
            </a:r>
          </a:p>
          <a:p>
            <a:r>
              <a:rPr lang="en-ID" dirty="0"/>
              <a:t>Decision Tree </a:t>
            </a:r>
          </a:p>
          <a:p>
            <a:r>
              <a:rPr lang="en-ID" dirty="0"/>
              <a:t>K-Means </a:t>
            </a:r>
          </a:p>
          <a:p>
            <a:r>
              <a:rPr lang="en-ID" dirty="0"/>
              <a:t>Fuzzy Logic </a:t>
            </a:r>
          </a:p>
          <a:p>
            <a:r>
              <a:rPr lang="en-ID" dirty="0"/>
              <a:t>Philosophy, Ethics, and Safety of AI </a:t>
            </a:r>
          </a:p>
          <a:p>
            <a:r>
              <a:rPr lang="en-ID" dirty="0"/>
              <a:t>Neural Networks </a:t>
            </a:r>
          </a:p>
          <a:p>
            <a:r>
              <a:rPr lang="en-ID" dirty="0"/>
              <a:t>KNN </a:t>
            </a:r>
          </a:p>
          <a:p>
            <a:r>
              <a:rPr lang="en-ID" dirty="0"/>
              <a:t>Linear regression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E0DD6-FD13-BD84-767D-684B697FC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73206312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24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97981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/>
              <a:t>Peter Norvig, Stuart Russel. (2021). Artificial Intelligence: A Modern Approach. Pearson. London. ISBN: 978-1292401133. Ch. 19-22.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4363</TotalTime>
  <Words>135</Words>
  <Application>Microsoft Office PowerPoint</Application>
  <PresentationFormat>Custom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Open Sans Light</vt:lpstr>
      <vt:lpstr>Open Sans ExtraBold</vt:lpstr>
      <vt:lpstr>Open Sans Semibold</vt:lpstr>
      <vt:lpstr>Arial</vt:lpstr>
      <vt:lpstr>Open Sans</vt:lpstr>
      <vt:lpstr>OCRB</vt:lpstr>
      <vt:lpstr>21_BasicWhite</vt:lpstr>
      <vt:lpstr>Review and discussion II</vt:lpstr>
      <vt:lpstr>Learning Outcomes</vt:lpstr>
      <vt:lpstr>outline</vt:lpstr>
      <vt:lpstr>Review and Discussion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57</cp:revision>
  <dcterms:created xsi:type="dcterms:W3CDTF">2023-11-17T02:51:40Z</dcterms:created>
  <dcterms:modified xsi:type="dcterms:W3CDTF">2024-12-27T08:03:26Z</dcterms:modified>
</cp:coreProperties>
</file>