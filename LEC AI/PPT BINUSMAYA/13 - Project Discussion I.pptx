
<file path=[Content_Types].xml><?xml version="1.0" encoding="utf-8"?>
<Types xmlns="http://schemas.openxmlformats.org/package/2006/content-types">
  <Default Extension="emf" ContentType="image/x-emf"/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notesMasterIdLst>
    <p:notesMasterId r:id="rId7"/>
  </p:notesMasterIdLst>
  <p:sldIdLst>
    <p:sldId id="290" r:id="rId2"/>
    <p:sldId id="257" r:id="rId3"/>
    <p:sldId id="258" r:id="rId4"/>
    <p:sldId id="291" r:id="rId5"/>
    <p:sldId id="278" r:id="rId6"/>
  </p:sldIdLst>
  <p:sldSz cx="24384000" cy="13716000"/>
  <p:notesSz cx="6858000" cy="9144000"/>
  <p:embeddedFontLst>
    <p:embeddedFont>
      <p:font typeface="OCRB" panose="020B0609020202020204" pitchFamily="49" charset="0"/>
      <p:regular r:id="rId8"/>
    </p:embeddedFont>
    <p:embeddedFont>
      <p:font typeface="Open Sans" panose="020B0606030504020204" pitchFamily="34" charset="0"/>
      <p:regular r:id="rId9"/>
      <p:bold r:id="rId10"/>
      <p:italic r:id="rId11"/>
      <p:boldItalic r:id="rId12"/>
    </p:embeddedFont>
    <p:embeddedFont>
      <p:font typeface="Open Sans ExtraBold" panose="020B0906030804020204" pitchFamily="34" charset="0"/>
      <p:bold r:id="rId13"/>
      <p:italic r:id="rId14"/>
      <p:boldItalic r:id="rId15"/>
    </p:embeddedFont>
    <p:embeddedFont>
      <p:font typeface="Open Sans Light" panose="020B0306030504020204" pitchFamily="34" charset="0"/>
      <p:regular r:id="rId16"/>
      <p:italic r:id="rId17"/>
    </p:embeddedFont>
    <p:embeddedFont>
      <p:font typeface="Open Sans Semibold" panose="020B0706030804020204" pitchFamily="34" charset="0"/>
      <p:regular r:id="rId18"/>
      <p:bold r:id="rId19"/>
      <p:italic r:id="rId20"/>
      <p:boldItalic r:id="rId21"/>
    </p:embeddedFont>
  </p:embeddedFontLst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1pPr>
    <a:lvl2pPr marL="0" marR="0" indent="4572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2pPr>
    <a:lvl3pPr marL="0" marR="0" indent="9144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3pPr>
    <a:lvl4pPr marL="0" marR="0" indent="13716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4pPr>
    <a:lvl5pPr marL="0" marR="0" indent="18288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5pPr>
    <a:lvl6pPr marL="0" marR="0" indent="22860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6pPr>
    <a:lvl7pPr marL="0" marR="0" indent="27432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7pPr>
    <a:lvl8pPr marL="0" marR="0" indent="32004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8pPr>
    <a:lvl9pPr marL="0" marR="0" indent="36576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9pPr>
  </p:defaultTextStyle>
  <p:extLst>
    <p:ext uri="{EFAFB233-063F-42B5-8137-9DF3F51BA10A}">
      <p15:sldGuideLst xmlns:p15="http://schemas.microsoft.com/office/powerpoint/2012/main">
        <p15:guide id="1" orient="horz" pos="4320" userDrawn="1">
          <p15:clr>
            <a:srgbClr val="A4A3A4"/>
          </p15:clr>
        </p15:guide>
        <p15:guide id="2" pos="76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1B5FF"/>
    <a:srgbClr val="F5AF36"/>
    <a:srgbClr val="314F9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381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381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solidFill>
            <a:schemeClr val="accent1">
              <a:lumOff val="16847"/>
            </a:schemeClr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838383"/>
              </a:solidFill>
              <a:prstDash val="solid"/>
              <a:miter lim="400000"/>
            </a:ln>
          </a:left>
          <a:right>
            <a:ln w="12700" cap="flat">
              <a:solidFill>
                <a:srgbClr val="838383"/>
              </a:solidFill>
              <a:prstDash val="solid"/>
              <a:miter lim="400000"/>
            </a:ln>
          </a:right>
          <a:top>
            <a:ln w="12700" cap="flat">
              <a:solidFill>
                <a:srgbClr val="838383"/>
              </a:solidFill>
              <a:prstDash val="solid"/>
              <a:miter lim="400000"/>
            </a:ln>
          </a:top>
          <a:bottom>
            <a:ln w="12700" cap="flat">
              <a:solidFill>
                <a:srgbClr val="838383"/>
              </a:solidFill>
              <a:prstDash val="solid"/>
              <a:miter lim="400000"/>
            </a:ln>
          </a:bottom>
          <a:insideH>
            <a:ln w="12700" cap="flat">
              <a:solidFill>
                <a:srgbClr val="838383"/>
              </a:solidFill>
              <a:prstDash val="solid"/>
              <a:miter lim="400000"/>
            </a:ln>
          </a:insideH>
          <a:insideV>
            <a:ln w="12700" cap="flat">
              <a:solidFill>
                <a:srgbClr val="83838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DEEEE"/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808080"/>
              </a:solidFill>
              <a:prstDash val="solid"/>
              <a:miter lim="400000"/>
            </a:ln>
          </a:right>
          <a:top>
            <a:ln w="12700" cap="flat">
              <a:solidFill>
                <a:srgbClr val="808080"/>
              </a:solidFill>
              <a:prstDash val="solid"/>
              <a:miter lim="400000"/>
            </a:ln>
          </a:top>
          <a:bottom>
            <a:ln w="12700" cap="flat">
              <a:solidFill>
                <a:srgbClr val="808080"/>
              </a:solidFill>
              <a:prstDash val="solid"/>
              <a:miter lim="400000"/>
            </a:ln>
          </a:bottom>
          <a:insideH>
            <a:ln w="12700" cap="flat">
              <a:solidFill>
                <a:srgbClr val="808080"/>
              </a:solidFill>
              <a:prstDash val="solid"/>
              <a:miter lim="400000"/>
            </a:ln>
          </a:insideH>
          <a:insideV>
            <a:ln w="12700" cap="flat">
              <a:solidFill>
                <a:srgbClr val="808080"/>
              </a:solidFill>
              <a:prstDash val="solid"/>
              <a:miter lim="400000"/>
            </a:ln>
          </a:insideV>
        </a:tcBdr>
        <a:fill>
          <a:solidFill>
            <a:srgbClr val="88FA4F"/>
          </a:solidFill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chemeClr val="accent3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4D4D4D"/>
              </a:solidFill>
              <a:prstDash val="solid"/>
              <a:miter lim="400000"/>
            </a:ln>
          </a:right>
          <a:top>
            <a:ln w="12700" cap="flat">
              <a:solidFill>
                <a:srgbClr val="4D4D4D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4D4D4D"/>
              </a:solidFill>
              <a:prstDash val="solid"/>
              <a:miter lim="400000"/>
            </a:ln>
          </a:insideH>
          <a:insideV>
            <a:ln w="12700" cap="flat">
              <a:solidFill>
                <a:srgbClr val="4D4D4D"/>
              </a:solidFill>
              <a:prstDash val="solid"/>
              <a:miter lim="400000"/>
            </a:ln>
          </a:insideV>
        </a:tcBdr>
        <a:fill>
          <a:solidFill>
            <a:srgbClr val="60D937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wholeTbl>
    <a:band2H>
      <a:tcTxStyle/>
      <a:tcStyle>
        <a:tcBdr/>
        <a:fill>
          <a:solidFill>
            <a:schemeClr val="accent4">
              <a:hueOff val="348544"/>
              <a:lumOff val="7139"/>
            </a:schemeClr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8BB00"/>
          </a:solidFill>
        </a:fill>
      </a:tcStyle>
    </a:firstCol>
    <a:la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38100" cap="flat">
              <a:solidFill>
                <a:srgbClr val="F8BA00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F9400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464646"/>
              </a:solidFill>
              <a:prstDash val="solid"/>
              <a:miter lim="400000"/>
            </a:ln>
          </a:left>
          <a:right>
            <a:ln w="12700" cap="flat">
              <a:solidFill>
                <a:srgbClr val="464646"/>
              </a:solidFill>
              <a:prstDash val="solid"/>
              <a:miter lim="400000"/>
            </a:ln>
          </a:right>
          <a:top>
            <a:ln w="12700" cap="flat">
              <a:solidFill>
                <a:srgbClr val="464646"/>
              </a:solidFill>
              <a:prstDash val="solid"/>
              <a:miter lim="400000"/>
            </a:ln>
          </a:top>
          <a:bottom>
            <a:ln w="12700" cap="flat">
              <a:solidFill>
                <a:srgbClr val="464646"/>
              </a:solidFill>
              <a:prstDash val="solid"/>
              <a:miter lim="400000"/>
            </a:ln>
          </a:bottom>
          <a:insideH>
            <a:ln w="12700" cap="flat">
              <a:solidFill>
                <a:srgbClr val="464646"/>
              </a:solidFill>
              <a:prstDash val="solid"/>
              <a:miter lim="400000"/>
            </a:ln>
          </a:insideH>
          <a:insideV>
            <a:ln w="12700" cap="flat">
              <a:solidFill>
                <a:srgbClr val="464646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D4D5D5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C3C3C3"/>
              </a:solidFill>
              <a:prstDash val="solid"/>
              <a:miter lim="400000"/>
            </a:ln>
          </a:top>
          <a:bottom>
            <a:ln w="12700" cap="flat">
              <a:solidFill>
                <a:srgbClr val="C3C3C3"/>
              </a:solidFill>
              <a:prstDash val="solid"/>
              <a:miter lim="400000"/>
            </a:ln>
          </a:bottom>
          <a:insideH>
            <a:ln w="12700" cap="flat">
              <a:solidFill>
                <a:srgbClr val="C3C3C3"/>
              </a:solidFill>
              <a:prstDash val="solid"/>
              <a:miter lim="400000"/>
            </a:ln>
          </a:insideH>
          <a:insideV>
            <a:ln w="12700" cap="flat">
              <a:solidFill>
                <a:srgbClr val="C3C3C3"/>
              </a:solidFill>
              <a:prstDash val="solid"/>
              <a:miter lim="400000"/>
            </a:ln>
          </a:insideV>
        </a:tcBdr>
        <a:fill>
          <a:solidFill>
            <a:srgbClr val="CB2A7B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5E5E5E"/>
              </a:solidFill>
              <a:prstDash val="solid"/>
              <a:miter lim="400000"/>
            </a:ln>
          </a:right>
          <a:top>
            <a:ln w="38100" cap="flat">
              <a:solidFill>
                <a:srgbClr val="CB297B"/>
              </a:solidFill>
              <a:prstDash val="solid"/>
              <a:miter lim="400000"/>
            </a:ln>
          </a:top>
          <a:bottom>
            <a:ln w="12700" cap="flat">
              <a:solidFill>
                <a:srgbClr val="5E5E5E"/>
              </a:solidFill>
              <a:prstDash val="solid"/>
              <a:miter lim="400000"/>
            </a:ln>
          </a:bottom>
          <a:insideH>
            <a:ln w="12700" cap="flat">
              <a:solidFill>
                <a:srgbClr val="5E5E5E"/>
              </a:solidFill>
              <a:prstDash val="solid"/>
              <a:miter lim="400000"/>
            </a:ln>
          </a:insideH>
          <a:insideV>
            <a:ln w="12700" cap="flat">
              <a:solidFill>
                <a:srgbClr val="5E5E5E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5E5E5E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991A5F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DEEEE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6C6C6C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6C6C6C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6C6C6C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D6DCE0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430" autoAdjust="0"/>
    <p:restoredTop sz="91003"/>
  </p:normalViewPr>
  <p:slideViewPr>
    <p:cSldViewPr snapToGrid="0" snapToObjects="1">
      <p:cViewPr varScale="1">
        <p:scale>
          <a:sx n="31" d="100"/>
          <a:sy n="31" d="100"/>
        </p:scale>
        <p:origin x="1080" y="102"/>
      </p:cViewPr>
      <p:guideLst>
        <p:guide orient="horz" pos="4320"/>
        <p:guide pos="76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1.fntdata"/><Relationship Id="rId13" Type="http://schemas.openxmlformats.org/officeDocument/2006/relationships/font" Target="fonts/font6.fntdata"/><Relationship Id="rId18" Type="http://schemas.openxmlformats.org/officeDocument/2006/relationships/font" Target="fonts/font11.fntdata"/><Relationship Id="rId3" Type="http://schemas.openxmlformats.org/officeDocument/2006/relationships/slide" Target="slides/slide2.xml"/><Relationship Id="rId21" Type="http://schemas.openxmlformats.org/officeDocument/2006/relationships/font" Target="fonts/font14.fntdata"/><Relationship Id="rId7" Type="http://schemas.openxmlformats.org/officeDocument/2006/relationships/notesMaster" Target="notesMasters/notesMaster1.xml"/><Relationship Id="rId12" Type="http://schemas.openxmlformats.org/officeDocument/2006/relationships/font" Target="fonts/font5.fntdata"/><Relationship Id="rId17" Type="http://schemas.openxmlformats.org/officeDocument/2006/relationships/font" Target="fonts/font10.fntdata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9.fntdata"/><Relationship Id="rId20" Type="http://schemas.openxmlformats.org/officeDocument/2006/relationships/font" Target="fonts/font13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4.fntdata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font" Target="fonts/font8.fntdata"/><Relationship Id="rId23" Type="http://schemas.openxmlformats.org/officeDocument/2006/relationships/viewProps" Target="viewProps.xml"/><Relationship Id="rId10" Type="http://schemas.openxmlformats.org/officeDocument/2006/relationships/font" Target="fonts/font3.fntdata"/><Relationship Id="rId19" Type="http://schemas.openxmlformats.org/officeDocument/2006/relationships/font" Target="fonts/font12.fntdata"/><Relationship Id="rId4" Type="http://schemas.openxmlformats.org/officeDocument/2006/relationships/slide" Target="slides/slide3.xml"/><Relationship Id="rId9" Type="http://schemas.openxmlformats.org/officeDocument/2006/relationships/font" Target="fonts/font2.fntdata"/><Relationship Id="rId14" Type="http://schemas.openxmlformats.org/officeDocument/2006/relationships/font" Target="fonts/font7.fntdata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Shape 170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 dirty="0"/>
          </a:p>
        </p:txBody>
      </p:sp>
      <p:sp>
        <p:nvSpPr>
          <p:cNvPr id="171" name="Shape 171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 b="0" i="0">
        <a:latin typeface="Open Sans Light" pitchFamily="2" charset="0"/>
        <a:ea typeface="Open Sans Light" pitchFamily="2" charset="0"/>
        <a:cs typeface="Open Sans Light" pitchFamily="2" charset="0"/>
        <a:sym typeface="Helvetica Neue"/>
      </a:defRPr>
    </a:lvl1pPr>
    <a:lvl2pPr indent="228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2pPr>
    <a:lvl3pPr indent="457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3pPr>
    <a:lvl4pPr indent="685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4pPr>
    <a:lvl5pPr indent="9144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5pPr>
    <a:lvl6pPr indent="11430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6pPr>
    <a:lvl7pPr indent="1371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7pPr>
    <a:lvl8pPr indent="1600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8pPr>
    <a:lvl9pPr indent="1828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9.svg"/><Relationship Id="rId7" Type="http://schemas.openxmlformats.org/officeDocument/2006/relationships/image" Target="../media/image13.svg"/><Relationship Id="rId12" Type="http://schemas.openxmlformats.org/officeDocument/2006/relationships/image" Target="../media/image6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2.png"/><Relationship Id="rId11" Type="http://schemas.openxmlformats.org/officeDocument/2006/relationships/image" Target="../media/image5.png"/><Relationship Id="rId5" Type="http://schemas.openxmlformats.org/officeDocument/2006/relationships/image" Target="../media/image11.svg"/><Relationship Id="rId10" Type="http://schemas.openxmlformats.org/officeDocument/2006/relationships/image" Target="../media/image4.png"/><Relationship Id="rId4" Type="http://schemas.openxmlformats.org/officeDocument/2006/relationships/image" Target="../media/image10.png"/><Relationship Id="rId9" Type="http://schemas.openxmlformats.org/officeDocument/2006/relationships/image" Target="../media/image15.svg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9.svg"/><Relationship Id="rId7" Type="http://schemas.openxmlformats.org/officeDocument/2006/relationships/image" Target="../media/image5.png"/><Relationship Id="rId2" Type="http://schemas.openxmlformats.org/officeDocument/2006/relationships/image" Target="../media/image18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png"/><Relationship Id="rId5" Type="http://schemas.openxmlformats.org/officeDocument/2006/relationships/image" Target="../media/image21.svg"/><Relationship Id="rId4" Type="http://schemas.openxmlformats.org/officeDocument/2006/relationships/image" Target="../media/image20.png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svg"/><Relationship Id="rId2" Type="http://schemas.openxmlformats.org/officeDocument/2006/relationships/image" Target="../media/image22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typ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BG Slide-01.jpg" descr="BG Slide-01.jpg">
            <a:extLst>
              <a:ext uri="{FF2B5EF4-FFF2-40B4-BE49-F238E27FC236}">
                <a16:creationId xmlns:a16="http://schemas.microsoft.com/office/drawing/2014/main" id="{2AB02847-5A77-D04F-9022-6161AA94A36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20" name="Rounded Rectangle">
            <a:extLst>
              <a:ext uri="{FF2B5EF4-FFF2-40B4-BE49-F238E27FC236}">
                <a16:creationId xmlns:a16="http://schemas.microsoft.com/office/drawing/2014/main" id="{2610CD5C-942F-BF48-875B-42FFCE146C9A}"/>
              </a:ext>
            </a:extLst>
          </p:cNvPr>
          <p:cNvSpPr/>
          <p:nvPr userDrawn="1"/>
        </p:nvSpPr>
        <p:spPr>
          <a:xfrm>
            <a:off x="11684000" y="10608557"/>
            <a:ext cx="1016000" cy="88901"/>
          </a:xfrm>
          <a:prstGeom prst="roundRect">
            <a:avLst>
              <a:gd name="adj" fmla="val 50000"/>
            </a:avLst>
          </a:prstGeom>
          <a:solidFill>
            <a:srgbClr val="F08700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b="0" i="0"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9" name="Rounded Rectangle">
            <a:extLst>
              <a:ext uri="{FF2B5EF4-FFF2-40B4-BE49-F238E27FC236}">
                <a16:creationId xmlns:a16="http://schemas.microsoft.com/office/drawing/2014/main" id="{A398922F-A33B-3C44-AAA1-709DF0A7FE30}"/>
              </a:ext>
            </a:extLst>
          </p:cNvPr>
          <p:cNvSpPr/>
          <p:nvPr userDrawn="1"/>
        </p:nvSpPr>
        <p:spPr>
          <a:xfrm>
            <a:off x="11684000" y="10608557"/>
            <a:ext cx="1016000" cy="88901"/>
          </a:xfrm>
          <a:prstGeom prst="roundRect">
            <a:avLst>
              <a:gd name="adj" fmla="val 50000"/>
            </a:avLst>
          </a:prstGeom>
          <a:solidFill>
            <a:srgbClr val="F08700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23" name="Body Level One…">
            <a:extLst>
              <a:ext uri="{FF2B5EF4-FFF2-40B4-BE49-F238E27FC236}">
                <a16:creationId xmlns:a16="http://schemas.microsoft.com/office/drawing/2014/main" id="{DC9E4D2B-1303-D647-ADF8-BD63A36C3CA0}"/>
              </a:ext>
            </a:extLst>
          </p:cNvPr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201342" y="6754848"/>
            <a:ext cx="21971001" cy="1905001"/>
          </a:xfrm>
          <a:prstGeom prst="rect">
            <a:avLst/>
          </a:prstGeom>
        </p:spPr>
        <p:txBody>
          <a:bodyPr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kumimoji="0" sz="5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5pPr>
          </a:lstStyle>
          <a:p>
            <a:r>
              <a:rPr dirty="0"/>
              <a:t>Presentation Subtitle</a:t>
            </a:r>
          </a:p>
          <a:p>
            <a:pPr lvl="4"/>
            <a:endParaRPr dirty="0"/>
          </a:p>
        </p:txBody>
      </p:sp>
      <p:sp>
        <p:nvSpPr>
          <p:cNvPr id="24" name="Presentation Title">
            <a:extLst>
              <a:ext uri="{FF2B5EF4-FFF2-40B4-BE49-F238E27FC236}">
                <a16:creationId xmlns:a16="http://schemas.microsoft.com/office/drawing/2014/main" id="{1323A2FB-C06C-AA47-AA40-00FC9E490C61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1206496" y="2574991"/>
            <a:ext cx="21971004" cy="3917819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kumimoji="0" sz="12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lang="en-US" dirty="0"/>
              <a:t>Presentation</a:t>
            </a:r>
            <a:r>
              <a:rPr dirty="0"/>
              <a:t> </a:t>
            </a:r>
            <a:r>
              <a:rPr lang="en-US" dirty="0"/>
              <a:t>Title</a:t>
            </a:r>
            <a:endParaRPr dirty="0"/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D6474C2C-5958-6F6B-1482-E67DED339DD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0058192" y="11538583"/>
            <a:ext cx="4212692" cy="745888"/>
          </a:xfrm>
        </p:spPr>
        <p:txBody>
          <a:bodyPr>
            <a:normAutofit/>
          </a:bodyPr>
          <a:lstStyle>
            <a:lvl1pPr marL="0" indent="0" algn="ctr">
              <a:buNone/>
              <a:defRPr kumimoji="0" lang="en-US" sz="20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pPr lvl="0"/>
            <a:r>
              <a:rPr lang="en-US" dirty="0"/>
              <a:t>Type your name</a:t>
            </a:r>
          </a:p>
        </p:txBody>
      </p:sp>
      <p:sp>
        <p:nvSpPr>
          <p:cNvPr id="4" name="UNIVERSITAS BINA NUSANTARA">
            <a:extLst>
              <a:ext uri="{FF2B5EF4-FFF2-40B4-BE49-F238E27FC236}">
                <a16:creationId xmlns:a16="http://schemas.microsoft.com/office/drawing/2014/main" id="{5DC7F27E-9CB9-099F-4DA7-367C6ADB411B}"/>
              </a:ext>
            </a:extLst>
          </p:cNvPr>
          <p:cNvSpPr txBox="1"/>
          <p:nvPr userDrawn="1"/>
        </p:nvSpPr>
        <p:spPr>
          <a:xfrm>
            <a:off x="10058192" y="11100823"/>
            <a:ext cx="4212692" cy="3512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0" tIns="0" rIns="0" bIns="0">
            <a:spAutoFit/>
          </a:bodyPr>
          <a:lstStyle/>
          <a:p>
            <a:pPr algn="l" defTabSz="821531">
              <a:lnSpc>
                <a:spcPct val="80000"/>
              </a:lnSpc>
              <a:defRPr sz="3600">
                <a:solidFill>
                  <a:srgbClr val="FFFFFF"/>
                </a:solidFill>
                <a:latin typeface="Open Sans Light"/>
                <a:ea typeface="Open Sans Light"/>
                <a:cs typeface="Open Sans Light"/>
                <a:sym typeface="Open Sans"/>
              </a:defRPr>
            </a:pPr>
            <a:r>
              <a:rPr lang="en-US" sz="2800" dirty="0"/>
              <a:t>SUBJECT MATTER EXPERT</a:t>
            </a:r>
            <a:endParaRPr sz="2800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D72B8CD-2B60-168D-460C-3FFD38B69D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1009027" y="758208"/>
            <a:ext cx="2698754" cy="1143002"/>
          </a:xfrm>
          <a:prstGeom prst="rect">
            <a:avLst/>
          </a:prstGeom>
        </p:spPr>
      </p:pic>
      <p:pic>
        <p:nvPicPr>
          <p:cNvPr id="7" name="Image" descr="Image">
            <a:extLst>
              <a:ext uri="{FF2B5EF4-FFF2-40B4-BE49-F238E27FC236}">
                <a16:creationId xmlns:a16="http://schemas.microsoft.com/office/drawing/2014/main" id="{69A49E29-524D-6392-0485-9DF63C0D6D3D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66734" y="758207"/>
            <a:ext cx="1914949" cy="11430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4094124863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typ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2058"/>
            <a:ext cx="14715569" cy="510281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rgbClr val="424242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11" name="Content Placeholder 7">
            <a:extLst>
              <a:ext uri="{FF2B5EF4-FFF2-40B4-BE49-F238E27FC236}">
                <a16:creationId xmlns:a16="http://schemas.microsoft.com/office/drawing/2014/main" id="{CCD29839-25B4-3D48-8D8C-B1D859A74A9A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3188" y="3260663"/>
            <a:ext cx="20057623" cy="8583279"/>
          </a:xfrm>
        </p:spPr>
        <p:txBody>
          <a:bodyPr>
            <a:normAutofit/>
          </a:bodyPr>
          <a:lstStyle>
            <a:lvl1pPr marL="742950" indent="-742950">
              <a:lnSpc>
                <a:spcPct val="100000"/>
              </a:lnSpc>
              <a:spcBef>
                <a:spcPts val="3500"/>
              </a:spcBef>
              <a:buSzPct val="100000"/>
              <a:buFont typeface="Arial" panose="020B0604020202020204" pitchFamily="34" charset="0"/>
              <a:buChar char="•"/>
              <a:tabLst/>
              <a:defRPr kumimoji="0" lang="en-US" sz="44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Helvetica Neue"/>
              </a:defRPr>
            </a:lvl1pPr>
            <a:lvl2pPr marL="1498950" indent="-742950">
              <a:lnSpc>
                <a:spcPct val="100000"/>
              </a:lnSpc>
              <a:spcBef>
                <a:spcPts val="3500"/>
              </a:spcBef>
              <a:buSzPct val="100000"/>
              <a:buFont typeface="Arial" panose="020B0604020202020204" pitchFamily="34" charset="0"/>
              <a:buChar char="•"/>
              <a:tabLst/>
              <a:defRPr kumimoji="0" lang="en-US" sz="44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Helvetica Neue"/>
              </a:defRPr>
            </a:lvl2pPr>
            <a:lvl3pPr marL="2254950" indent="-742950">
              <a:lnSpc>
                <a:spcPct val="100000"/>
              </a:lnSpc>
              <a:spcBef>
                <a:spcPts val="3500"/>
              </a:spcBef>
              <a:buSzPct val="100000"/>
              <a:buFont typeface="Arial" panose="020B0604020202020204" pitchFamily="34" charset="0"/>
              <a:buChar char="•"/>
              <a:tabLst/>
              <a:defRPr kumimoji="0" lang="en-US" sz="44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Helvetica Neue"/>
              </a:defRPr>
            </a:lvl3pPr>
            <a:lvl4pPr marL="3010950" indent="-742950">
              <a:lnSpc>
                <a:spcPct val="100000"/>
              </a:lnSpc>
              <a:spcBef>
                <a:spcPts val="3500"/>
              </a:spcBef>
              <a:buSzPct val="100000"/>
              <a:buFont typeface="Arial" panose="020B0604020202020204" pitchFamily="34" charset="0"/>
              <a:buChar char="•"/>
              <a:tabLst/>
              <a:defRPr kumimoji="0" lang="en-US" sz="44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Helvetica Neue"/>
              </a:defRPr>
            </a:lvl4pPr>
            <a:lvl5pPr marL="3658950" indent="-742950">
              <a:lnSpc>
                <a:spcPct val="100000"/>
              </a:lnSpc>
              <a:spcBef>
                <a:spcPts val="3500"/>
              </a:spcBef>
              <a:buSzPct val="100000"/>
              <a:buFont typeface="Arial" panose="020B0604020202020204" pitchFamily="34" charset="0"/>
              <a:buChar char="•"/>
              <a:tabLst/>
              <a:defRPr kumimoji="0" lang="en-US" sz="44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Helvetica Neue"/>
              </a:defRPr>
            </a:lvl5pPr>
            <a:lvl7pPr marL="3657600" indent="0">
              <a:buNone/>
              <a:defRPr/>
            </a:lvl7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CB39841-01E8-3B46-1169-9D75B18B74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2" name="Group">
            <a:extLst>
              <a:ext uri="{FF2B5EF4-FFF2-40B4-BE49-F238E27FC236}">
                <a16:creationId xmlns:a16="http://schemas.microsoft.com/office/drawing/2014/main" id="{AC8C371E-C0F6-4081-3D3F-D6E3528C4285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4" name="Image" descr="Image">
              <a:extLst>
                <a:ext uri="{FF2B5EF4-FFF2-40B4-BE49-F238E27FC236}">
                  <a16:creationId xmlns:a16="http://schemas.microsoft.com/office/drawing/2014/main" id="{521B05C9-D576-5C9F-B6FD-5FB48D1A784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6" name="Image" descr="Image">
              <a:extLst>
                <a:ext uri="{FF2B5EF4-FFF2-40B4-BE49-F238E27FC236}">
                  <a16:creationId xmlns:a16="http://schemas.microsoft.com/office/drawing/2014/main" id="{BAAB4BAE-E916-72F8-967D-ECE287538CA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7" name="Image" descr="Image">
              <a:extLst>
                <a:ext uri="{FF2B5EF4-FFF2-40B4-BE49-F238E27FC236}">
                  <a16:creationId xmlns:a16="http://schemas.microsoft.com/office/drawing/2014/main" id="{4B27BB17-04E8-65DD-1C87-6ECA478DD2A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109024523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typ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BG Slide-01.jpg" descr="BG Slide-01.jpg">
            <a:extLst>
              <a:ext uri="{FF2B5EF4-FFF2-40B4-BE49-F238E27FC236}">
                <a16:creationId xmlns:a16="http://schemas.microsoft.com/office/drawing/2014/main" id="{2AB02847-5A77-D04F-9022-6161AA94A36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10" name="Rectangle">
            <a:extLst>
              <a:ext uri="{FF2B5EF4-FFF2-40B4-BE49-F238E27FC236}">
                <a16:creationId xmlns:a16="http://schemas.microsoft.com/office/drawing/2014/main" id="{F7BB76AE-A45C-1F43-9E7B-E96439A8D439}"/>
              </a:ext>
            </a:extLst>
          </p:cNvPr>
          <p:cNvSpPr/>
          <p:nvPr userDrawn="1"/>
        </p:nvSpPr>
        <p:spPr>
          <a:xfrm>
            <a:off x="0" y="0"/>
            <a:ext cx="24384000" cy="13716000"/>
          </a:xfrm>
          <a:prstGeom prst="rect">
            <a:avLst/>
          </a:prstGeom>
          <a:gradFill>
            <a:gsLst>
              <a:gs pos="0">
                <a:srgbClr val="2670B8"/>
              </a:gs>
              <a:gs pos="100000">
                <a:srgbClr val="2258A7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20" name="Rounded Rectangle">
            <a:extLst>
              <a:ext uri="{FF2B5EF4-FFF2-40B4-BE49-F238E27FC236}">
                <a16:creationId xmlns:a16="http://schemas.microsoft.com/office/drawing/2014/main" id="{2610CD5C-942F-BF48-875B-42FFCE146C9A}"/>
              </a:ext>
            </a:extLst>
          </p:cNvPr>
          <p:cNvSpPr/>
          <p:nvPr userDrawn="1"/>
        </p:nvSpPr>
        <p:spPr>
          <a:xfrm>
            <a:off x="11684000" y="10608557"/>
            <a:ext cx="1016000" cy="88901"/>
          </a:xfrm>
          <a:prstGeom prst="roundRect">
            <a:avLst>
              <a:gd name="adj" fmla="val 50000"/>
            </a:avLst>
          </a:prstGeom>
          <a:solidFill>
            <a:srgbClr val="F08700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b="0" i="0"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9" name="Rounded Rectangle">
            <a:extLst>
              <a:ext uri="{FF2B5EF4-FFF2-40B4-BE49-F238E27FC236}">
                <a16:creationId xmlns:a16="http://schemas.microsoft.com/office/drawing/2014/main" id="{A398922F-A33B-3C44-AAA1-709DF0A7FE30}"/>
              </a:ext>
            </a:extLst>
          </p:cNvPr>
          <p:cNvSpPr/>
          <p:nvPr userDrawn="1"/>
        </p:nvSpPr>
        <p:spPr>
          <a:xfrm>
            <a:off x="11684000" y="10608557"/>
            <a:ext cx="1016000" cy="88901"/>
          </a:xfrm>
          <a:prstGeom prst="roundRect">
            <a:avLst>
              <a:gd name="adj" fmla="val 50000"/>
            </a:avLst>
          </a:prstGeom>
          <a:solidFill>
            <a:srgbClr val="F08700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23" name="Body Level One…">
            <a:extLst>
              <a:ext uri="{FF2B5EF4-FFF2-40B4-BE49-F238E27FC236}">
                <a16:creationId xmlns:a16="http://schemas.microsoft.com/office/drawing/2014/main" id="{DC9E4D2B-1303-D647-ADF8-BD63A36C3CA0}"/>
              </a:ext>
            </a:extLst>
          </p:cNvPr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201342" y="6754848"/>
            <a:ext cx="21971001" cy="1905001"/>
          </a:xfrm>
          <a:prstGeom prst="rect">
            <a:avLst/>
          </a:prstGeom>
        </p:spPr>
        <p:txBody>
          <a:bodyPr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kumimoji="0" sz="5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5pPr>
          </a:lstStyle>
          <a:p>
            <a:r>
              <a:rPr dirty="0"/>
              <a:t>Presentation Subtitle</a:t>
            </a:r>
          </a:p>
          <a:p>
            <a:pPr lvl="4"/>
            <a:endParaRPr dirty="0"/>
          </a:p>
        </p:txBody>
      </p:sp>
      <p:sp>
        <p:nvSpPr>
          <p:cNvPr id="24" name="Presentation Title">
            <a:extLst>
              <a:ext uri="{FF2B5EF4-FFF2-40B4-BE49-F238E27FC236}">
                <a16:creationId xmlns:a16="http://schemas.microsoft.com/office/drawing/2014/main" id="{1323A2FB-C06C-AA47-AA40-00FC9E490C61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1206496" y="2574991"/>
            <a:ext cx="21971004" cy="3917819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kumimoji="0" sz="12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lang="en-US" dirty="0"/>
              <a:t>Presentation</a:t>
            </a:r>
            <a:r>
              <a:rPr dirty="0"/>
              <a:t> </a:t>
            </a:r>
            <a:r>
              <a:rPr lang="en-ID" dirty="0"/>
              <a:t>Title</a:t>
            </a:r>
            <a:endParaRPr dirty="0"/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23DCB9E1-9FF7-C612-AB16-FF670787830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0058192" y="11538583"/>
            <a:ext cx="4212692" cy="745888"/>
          </a:xfrm>
        </p:spPr>
        <p:txBody>
          <a:bodyPr>
            <a:normAutofit/>
          </a:bodyPr>
          <a:lstStyle>
            <a:lvl1pPr marL="0" indent="0" algn="ctr">
              <a:buNone/>
              <a:defRPr kumimoji="0" lang="en-US" sz="20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pPr lvl="0"/>
            <a:r>
              <a:rPr lang="en-US" dirty="0"/>
              <a:t>Type your name</a:t>
            </a:r>
          </a:p>
        </p:txBody>
      </p:sp>
      <p:sp>
        <p:nvSpPr>
          <p:cNvPr id="3" name="UNIVERSITAS BINA NUSANTARA">
            <a:extLst>
              <a:ext uri="{FF2B5EF4-FFF2-40B4-BE49-F238E27FC236}">
                <a16:creationId xmlns:a16="http://schemas.microsoft.com/office/drawing/2014/main" id="{76287026-42FF-418F-A536-8F52F4949E8D}"/>
              </a:ext>
            </a:extLst>
          </p:cNvPr>
          <p:cNvSpPr txBox="1"/>
          <p:nvPr userDrawn="1"/>
        </p:nvSpPr>
        <p:spPr>
          <a:xfrm>
            <a:off x="10058192" y="11100823"/>
            <a:ext cx="4212692" cy="3512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0" tIns="0" rIns="0" bIns="0">
            <a:spAutoFit/>
          </a:bodyPr>
          <a:lstStyle/>
          <a:p>
            <a:pPr algn="l" defTabSz="821531">
              <a:lnSpc>
                <a:spcPct val="80000"/>
              </a:lnSpc>
              <a:defRPr sz="3600">
                <a:solidFill>
                  <a:srgbClr val="FFFFFF"/>
                </a:solidFill>
                <a:latin typeface="Open Sans Light"/>
                <a:ea typeface="Open Sans Light"/>
                <a:cs typeface="Open Sans Light"/>
                <a:sym typeface="Open Sans"/>
              </a:defRPr>
            </a:pPr>
            <a:r>
              <a:rPr lang="en-US" sz="2800" dirty="0"/>
              <a:t>SUBJECT MATTER EXPERT</a:t>
            </a:r>
            <a:endParaRPr sz="2800" b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2412E04-E7E5-6907-9DD0-CE975EF383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1009028" y="758208"/>
            <a:ext cx="2698754" cy="1143002"/>
          </a:xfrm>
          <a:prstGeom prst="rect">
            <a:avLst/>
          </a:prstGeom>
        </p:spPr>
      </p:pic>
      <p:pic>
        <p:nvPicPr>
          <p:cNvPr id="5" name="Image" descr="Image">
            <a:extLst>
              <a:ext uri="{FF2B5EF4-FFF2-40B4-BE49-F238E27FC236}">
                <a16:creationId xmlns:a16="http://schemas.microsoft.com/office/drawing/2014/main" id="{926A66CA-CC36-3D53-1A6D-2BBE35B859D5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66734" y="758207"/>
            <a:ext cx="1914949" cy="11430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500318571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Section typ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G Slide-01.jpg" descr="BG Slide-01.jpg">
            <a:extLst>
              <a:ext uri="{FF2B5EF4-FFF2-40B4-BE49-F238E27FC236}">
                <a16:creationId xmlns:a16="http://schemas.microsoft.com/office/drawing/2014/main" id="{4290823B-2698-F44F-82ED-3153CB051CA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71" name="Section Title"/>
          <p:cNvSpPr txBox="1">
            <a:spLocks noGrp="1"/>
          </p:cNvSpPr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 algn="ctr">
              <a:defRPr kumimoji="0" sz="10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dirty="0"/>
              <a:t>Section Title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C493109-42AD-F678-F34A-9DA73287D1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0901451" y="758208"/>
            <a:ext cx="2698754" cy="1143002"/>
          </a:xfrm>
          <a:prstGeom prst="rect">
            <a:avLst/>
          </a:prstGeom>
        </p:spPr>
      </p:pic>
      <p:pic>
        <p:nvPicPr>
          <p:cNvPr id="3" name="Image" descr="Image">
            <a:extLst>
              <a:ext uri="{FF2B5EF4-FFF2-40B4-BE49-F238E27FC236}">
                <a16:creationId xmlns:a16="http://schemas.microsoft.com/office/drawing/2014/main" id="{B64D7030-BF7A-6737-0471-B16F6A5E9140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66734" y="758207"/>
            <a:ext cx="1914949" cy="11430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28262084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Section typ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G Slide-01.jpg" descr="BG Slide-01.jpg">
            <a:extLst>
              <a:ext uri="{FF2B5EF4-FFF2-40B4-BE49-F238E27FC236}">
                <a16:creationId xmlns:a16="http://schemas.microsoft.com/office/drawing/2014/main" id="{4290823B-2698-F44F-82ED-3153CB051CA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8" name="Rectangle">
            <a:extLst>
              <a:ext uri="{FF2B5EF4-FFF2-40B4-BE49-F238E27FC236}">
                <a16:creationId xmlns:a16="http://schemas.microsoft.com/office/drawing/2014/main" id="{039E3D91-9575-7645-A4DA-1857555C3973}"/>
              </a:ext>
            </a:extLst>
          </p:cNvPr>
          <p:cNvSpPr/>
          <p:nvPr userDrawn="1"/>
        </p:nvSpPr>
        <p:spPr>
          <a:xfrm>
            <a:off x="0" y="0"/>
            <a:ext cx="24384000" cy="13716000"/>
          </a:xfrm>
          <a:prstGeom prst="rect">
            <a:avLst/>
          </a:prstGeom>
          <a:gradFill>
            <a:gsLst>
              <a:gs pos="0">
                <a:srgbClr val="F15A24"/>
              </a:gs>
              <a:gs pos="100000">
                <a:srgbClr val="F8A036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71" name="Section Title"/>
          <p:cNvSpPr txBox="1">
            <a:spLocks noGrp="1"/>
          </p:cNvSpPr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 algn="ctr">
              <a:defRPr kumimoji="0" sz="10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t>Section Title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6F37568-0478-FF67-A2F0-B1647C1EC9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0918524" y="758208"/>
            <a:ext cx="2698754" cy="1143002"/>
          </a:xfrm>
          <a:prstGeom prst="rect">
            <a:avLst/>
          </a:prstGeom>
        </p:spPr>
      </p:pic>
      <p:pic>
        <p:nvPicPr>
          <p:cNvPr id="6" name="Image" descr="Image">
            <a:extLst>
              <a:ext uri="{FF2B5EF4-FFF2-40B4-BE49-F238E27FC236}">
                <a16:creationId xmlns:a16="http://schemas.microsoft.com/office/drawing/2014/main" id="{97B52BDB-6F34-5E38-95B5-002D2E4627EA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66722" y="758207"/>
            <a:ext cx="1914972" cy="11430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1821208626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Section typ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G Slide-01.jpg" descr="BG Slide-01.jpg">
            <a:extLst>
              <a:ext uri="{FF2B5EF4-FFF2-40B4-BE49-F238E27FC236}">
                <a16:creationId xmlns:a16="http://schemas.microsoft.com/office/drawing/2014/main" id="{4290823B-2698-F44F-82ED-3153CB051CA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10" name="Rectangle">
            <a:extLst>
              <a:ext uri="{FF2B5EF4-FFF2-40B4-BE49-F238E27FC236}">
                <a16:creationId xmlns:a16="http://schemas.microsoft.com/office/drawing/2014/main" id="{9B58D5CA-1AEF-754B-9F74-AE29F8DD61D5}"/>
              </a:ext>
            </a:extLst>
          </p:cNvPr>
          <p:cNvSpPr/>
          <p:nvPr userDrawn="1"/>
        </p:nvSpPr>
        <p:spPr>
          <a:xfrm>
            <a:off x="-1" y="0"/>
            <a:ext cx="24384001" cy="13716000"/>
          </a:xfrm>
          <a:prstGeom prst="rect">
            <a:avLst/>
          </a:prstGeom>
          <a:gradFill>
            <a:gsLst>
              <a:gs pos="0">
                <a:srgbClr val="F89620"/>
              </a:gs>
              <a:gs pos="100000">
                <a:srgbClr val="FFB039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71" name="Section Title"/>
          <p:cNvSpPr txBox="1">
            <a:spLocks noGrp="1"/>
          </p:cNvSpPr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 algn="ctr">
              <a:defRPr kumimoji="0" sz="10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dirty="0"/>
              <a:t>Section Title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F8174CAF-8FC8-EDAE-768D-30BF901438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0918524" y="758208"/>
            <a:ext cx="2698754" cy="1143002"/>
          </a:xfrm>
          <a:prstGeom prst="rect">
            <a:avLst/>
          </a:prstGeom>
        </p:spPr>
      </p:pic>
      <p:pic>
        <p:nvPicPr>
          <p:cNvPr id="3" name="Image" descr="Image">
            <a:extLst>
              <a:ext uri="{FF2B5EF4-FFF2-40B4-BE49-F238E27FC236}">
                <a16:creationId xmlns:a16="http://schemas.microsoft.com/office/drawing/2014/main" id="{023E32AF-B055-2D80-60DC-AD951FFC6ECA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66722" y="758207"/>
            <a:ext cx="1914972" cy="11430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4029905156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Section typ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G Slide-01.jpg" descr="BG Slide-01.jpg">
            <a:extLst>
              <a:ext uri="{FF2B5EF4-FFF2-40B4-BE49-F238E27FC236}">
                <a16:creationId xmlns:a16="http://schemas.microsoft.com/office/drawing/2014/main" id="{4290823B-2698-F44F-82ED-3153CB051CA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8" name="Rectangle">
            <a:extLst>
              <a:ext uri="{FF2B5EF4-FFF2-40B4-BE49-F238E27FC236}">
                <a16:creationId xmlns:a16="http://schemas.microsoft.com/office/drawing/2014/main" id="{D74DB4AE-0419-BC41-9D4A-DC2FB6ABAE92}"/>
              </a:ext>
            </a:extLst>
          </p:cNvPr>
          <p:cNvSpPr/>
          <p:nvPr userDrawn="1"/>
        </p:nvSpPr>
        <p:spPr>
          <a:xfrm>
            <a:off x="0" y="0"/>
            <a:ext cx="24384000" cy="13716000"/>
          </a:xfrm>
          <a:prstGeom prst="rect">
            <a:avLst/>
          </a:prstGeom>
          <a:gradFill>
            <a:gsLst>
              <a:gs pos="0">
                <a:srgbClr val="2B7EC4"/>
              </a:gs>
              <a:gs pos="100000">
                <a:srgbClr val="57BFE8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71" name="Section Title"/>
          <p:cNvSpPr txBox="1">
            <a:spLocks noGrp="1"/>
          </p:cNvSpPr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 algn="ctr">
              <a:defRPr kumimoji="0" sz="10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dirty="0"/>
              <a:t>Section Title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E3F9842-C644-B204-B6FB-F1DB219470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0918512" y="758208"/>
            <a:ext cx="2698754" cy="1143002"/>
          </a:xfrm>
          <a:prstGeom prst="rect">
            <a:avLst/>
          </a:prstGeom>
        </p:spPr>
      </p:pic>
      <p:pic>
        <p:nvPicPr>
          <p:cNvPr id="3" name="Image" descr="Image">
            <a:extLst>
              <a:ext uri="{FF2B5EF4-FFF2-40B4-BE49-F238E27FC236}">
                <a16:creationId xmlns:a16="http://schemas.microsoft.com/office/drawing/2014/main" id="{171C5759-0A99-760B-64A0-C6156603CACB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66734" y="758207"/>
            <a:ext cx="1914949" cy="11430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2488882905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Section typ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G Slide-01.jpg" descr="BG Slide-01.jpg">
            <a:extLst>
              <a:ext uri="{FF2B5EF4-FFF2-40B4-BE49-F238E27FC236}">
                <a16:creationId xmlns:a16="http://schemas.microsoft.com/office/drawing/2014/main" id="{4290823B-2698-F44F-82ED-3153CB051CA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10" name="Rectangle">
            <a:extLst>
              <a:ext uri="{FF2B5EF4-FFF2-40B4-BE49-F238E27FC236}">
                <a16:creationId xmlns:a16="http://schemas.microsoft.com/office/drawing/2014/main" id="{5C668086-F712-8640-8B8D-2424E50E003F}"/>
              </a:ext>
            </a:extLst>
          </p:cNvPr>
          <p:cNvSpPr/>
          <p:nvPr userDrawn="1"/>
        </p:nvSpPr>
        <p:spPr>
          <a:xfrm>
            <a:off x="0" y="0"/>
            <a:ext cx="24384000" cy="13716000"/>
          </a:xfrm>
          <a:prstGeom prst="rect">
            <a:avLst/>
          </a:prstGeom>
          <a:gradFill>
            <a:gsLst>
              <a:gs pos="0">
                <a:srgbClr val="2670B8"/>
              </a:gs>
              <a:gs pos="100000">
                <a:srgbClr val="2258A7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71" name="Section Title"/>
          <p:cNvSpPr txBox="1">
            <a:spLocks noGrp="1"/>
          </p:cNvSpPr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 algn="ctr">
              <a:defRPr kumimoji="0" sz="10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dirty="0"/>
              <a:t>Section Title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CFBCE66-A5E8-A158-9B31-BA9AFC1032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0918512" y="758208"/>
            <a:ext cx="2698754" cy="1143002"/>
          </a:xfrm>
          <a:prstGeom prst="rect">
            <a:avLst/>
          </a:prstGeom>
        </p:spPr>
      </p:pic>
      <p:pic>
        <p:nvPicPr>
          <p:cNvPr id="4" name="Image" descr="Image">
            <a:extLst>
              <a:ext uri="{FF2B5EF4-FFF2-40B4-BE49-F238E27FC236}">
                <a16:creationId xmlns:a16="http://schemas.microsoft.com/office/drawing/2014/main" id="{F25DF897-C0D1-81DA-05D2-9D6EC69E200F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66734" y="758207"/>
            <a:ext cx="1914949" cy="11430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1207302220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Section typ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G Slide-01.jpg" descr="BG Slide-01.jpg">
            <a:extLst>
              <a:ext uri="{FF2B5EF4-FFF2-40B4-BE49-F238E27FC236}">
                <a16:creationId xmlns:a16="http://schemas.microsoft.com/office/drawing/2014/main" id="{4290823B-2698-F44F-82ED-3153CB051CA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8" name="Rectangle">
            <a:extLst>
              <a:ext uri="{FF2B5EF4-FFF2-40B4-BE49-F238E27FC236}">
                <a16:creationId xmlns:a16="http://schemas.microsoft.com/office/drawing/2014/main" id="{B6B9E9EC-92F4-2943-BCEE-A17DD1A638A8}"/>
              </a:ext>
            </a:extLst>
          </p:cNvPr>
          <p:cNvSpPr/>
          <p:nvPr userDrawn="1"/>
        </p:nvSpPr>
        <p:spPr>
          <a:xfrm>
            <a:off x="-56844" y="-25400"/>
            <a:ext cx="24497688" cy="13766800"/>
          </a:xfrm>
          <a:prstGeom prst="rect">
            <a:avLst/>
          </a:prstGeom>
          <a:gradFill>
            <a:gsLst>
              <a:gs pos="0">
                <a:srgbClr val="315094"/>
              </a:gs>
              <a:gs pos="100000">
                <a:srgbClr val="293C6E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71" name="Section Title"/>
          <p:cNvSpPr txBox="1">
            <a:spLocks noGrp="1"/>
          </p:cNvSpPr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 algn="ctr">
              <a:defRPr kumimoji="0" sz="10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dirty="0"/>
              <a:t>Section Title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43DC583-F6CD-401E-7E06-373CCF9524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0918512" y="758208"/>
            <a:ext cx="2698754" cy="1143002"/>
          </a:xfrm>
          <a:prstGeom prst="rect">
            <a:avLst/>
          </a:prstGeom>
        </p:spPr>
      </p:pic>
      <p:pic>
        <p:nvPicPr>
          <p:cNvPr id="4" name="Image" descr="Image">
            <a:extLst>
              <a:ext uri="{FF2B5EF4-FFF2-40B4-BE49-F238E27FC236}">
                <a16:creationId xmlns:a16="http://schemas.microsoft.com/office/drawing/2014/main" id="{B18B5FE2-77F7-8983-B96D-E39C876C98D9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66734" y="758207"/>
            <a:ext cx="1914949" cy="11430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2512683092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Section typ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G Slide-01.jpg" descr="BG Slide-01.jpg">
            <a:extLst>
              <a:ext uri="{FF2B5EF4-FFF2-40B4-BE49-F238E27FC236}">
                <a16:creationId xmlns:a16="http://schemas.microsoft.com/office/drawing/2014/main" id="{4290823B-2698-F44F-82ED-3153CB051CA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10" name="Rectangle">
            <a:extLst>
              <a:ext uri="{FF2B5EF4-FFF2-40B4-BE49-F238E27FC236}">
                <a16:creationId xmlns:a16="http://schemas.microsoft.com/office/drawing/2014/main" id="{3B0134B8-92DD-5A47-83ED-ED2B1DC0A2FA}"/>
              </a:ext>
            </a:extLst>
          </p:cNvPr>
          <p:cNvSpPr/>
          <p:nvPr userDrawn="1"/>
        </p:nvSpPr>
        <p:spPr>
          <a:xfrm>
            <a:off x="-56844" y="-25400"/>
            <a:ext cx="24497688" cy="13766800"/>
          </a:xfrm>
          <a:prstGeom prst="rect">
            <a:avLst/>
          </a:prstGeom>
          <a:gradFill>
            <a:gsLst>
              <a:gs pos="0">
                <a:srgbClr val="797979"/>
              </a:gs>
              <a:gs pos="100000">
                <a:srgbClr val="A9A9A9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71" name="Section Title"/>
          <p:cNvSpPr txBox="1">
            <a:spLocks noGrp="1"/>
          </p:cNvSpPr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 algn="ctr">
              <a:defRPr kumimoji="0" sz="10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dirty="0"/>
              <a:t>Section Title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353EC82-39FF-16C4-642C-2070D4989D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0918512" y="758208"/>
            <a:ext cx="2698754" cy="1143002"/>
          </a:xfrm>
          <a:prstGeom prst="rect">
            <a:avLst/>
          </a:prstGeom>
        </p:spPr>
      </p:pic>
      <p:pic>
        <p:nvPicPr>
          <p:cNvPr id="4" name="Image" descr="Image">
            <a:extLst>
              <a:ext uri="{FF2B5EF4-FFF2-40B4-BE49-F238E27FC236}">
                <a16:creationId xmlns:a16="http://schemas.microsoft.com/office/drawing/2014/main" id="{479D2E17-CD2E-3750-65DE-315E0C44F517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66734" y="758207"/>
            <a:ext cx="1914949" cy="11430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3579463584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 typ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">
            <a:extLst>
              <a:ext uri="{FF2B5EF4-FFF2-40B4-BE49-F238E27FC236}">
                <a16:creationId xmlns:a16="http://schemas.microsoft.com/office/drawing/2014/main" id="{0CE21BA8-841F-EE46-90AB-358900DBBA45}"/>
              </a:ext>
            </a:extLst>
          </p:cNvPr>
          <p:cNvSpPr/>
          <p:nvPr userDrawn="1"/>
        </p:nvSpPr>
        <p:spPr>
          <a:xfrm>
            <a:off x="0" y="2363008"/>
            <a:ext cx="24384000" cy="11436178"/>
          </a:xfrm>
          <a:prstGeom prst="rect">
            <a:avLst/>
          </a:prstGeom>
          <a:solidFill>
            <a:srgbClr val="EBEBEB"/>
          </a:soli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86AB40C6-E41E-9F54-5391-1B969D0CD911}"/>
              </a:ext>
            </a:extLst>
          </p:cNvPr>
          <p:cNvSpPr/>
          <p:nvPr userDrawn="1"/>
        </p:nvSpPr>
        <p:spPr>
          <a:xfrm>
            <a:off x="6181816" y="4686855"/>
            <a:ext cx="15362340" cy="1800000"/>
          </a:xfrm>
          <a:prstGeom prst="roundRect">
            <a:avLst/>
          </a:prstGeom>
          <a:solidFill>
            <a:schemeClr val="tx1">
              <a:lumMod val="40000"/>
              <a:lumOff val="6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080221CE-1DAF-B881-9928-5F7152658A68}"/>
              </a:ext>
            </a:extLst>
          </p:cNvPr>
          <p:cNvSpPr/>
          <p:nvPr userDrawn="1"/>
        </p:nvSpPr>
        <p:spPr>
          <a:xfrm>
            <a:off x="2167377" y="4686855"/>
            <a:ext cx="4545657" cy="1800000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26" name="Text Placeholder 5">
            <a:extLst>
              <a:ext uri="{FF2B5EF4-FFF2-40B4-BE49-F238E27FC236}">
                <a16:creationId xmlns:a16="http://schemas.microsoft.com/office/drawing/2014/main" id="{769ADC5F-7856-93FC-73B6-D0FD6CF171F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7051814" y="4995800"/>
            <a:ext cx="13796177" cy="1204225"/>
          </a:xfrm>
        </p:spPr>
        <p:txBody>
          <a:bodyPr>
            <a:noAutofit/>
          </a:bodyPr>
          <a:lstStyle>
            <a:lvl1pPr marL="0" indent="0">
              <a:buNone/>
              <a:defRPr kumimoji="0" lang="en-US" sz="24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5">
            <a:extLst>
              <a:ext uri="{FF2B5EF4-FFF2-40B4-BE49-F238E27FC236}">
                <a16:creationId xmlns:a16="http://schemas.microsoft.com/office/drawing/2014/main" id="{00A99FD3-8026-DED8-6415-E6F86A722F0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754063" y="4995800"/>
            <a:ext cx="3372284" cy="1204225"/>
          </a:xfrm>
        </p:spPr>
        <p:txBody>
          <a:bodyPr>
            <a:noAutofit/>
          </a:bodyPr>
          <a:lstStyle>
            <a:lvl1pPr marL="0" indent="0">
              <a:buNone/>
              <a:defRPr kumimoji="0" lang="en-US" sz="28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E247E1DC-6698-D91F-6E0F-EE6AA5A0EE44}"/>
              </a:ext>
            </a:extLst>
          </p:cNvPr>
          <p:cNvSpPr/>
          <p:nvPr userDrawn="1"/>
        </p:nvSpPr>
        <p:spPr>
          <a:xfrm>
            <a:off x="6181816" y="7440664"/>
            <a:ext cx="15362340" cy="1800000"/>
          </a:xfrm>
          <a:prstGeom prst="roundRect">
            <a:avLst/>
          </a:prstGeom>
          <a:solidFill>
            <a:schemeClr val="tx1">
              <a:lumMod val="40000"/>
              <a:lumOff val="6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E4546BDD-E691-E2BA-47E5-B549A7229C89}"/>
              </a:ext>
            </a:extLst>
          </p:cNvPr>
          <p:cNvSpPr/>
          <p:nvPr userDrawn="1"/>
        </p:nvSpPr>
        <p:spPr>
          <a:xfrm>
            <a:off x="2167377" y="7440664"/>
            <a:ext cx="4545657" cy="1800000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260AF2BE-EDAA-B7C2-8580-AB1ACF70EF35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051814" y="7749609"/>
            <a:ext cx="13796177" cy="1204225"/>
          </a:xfrm>
        </p:spPr>
        <p:txBody>
          <a:bodyPr>
            <a:noAutofit/>
          </a:bodyPr>
          <a:lstStyle>
            <a:lvl1pPr marL="0" indent="0">
              <a:buNone/>
              <a:defRPr kumimoji="0" lang="en-US" sz="24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0EC36AFE-3A01-B3EC-7E28-B8F97B900365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754063" y="7749609"/>
            <a:ext cx="3372284" cy="1204225"/>
          </a:xfrm>
        </p:spPr>
        <p:txBody>
          <a:bodyPr>
            <a:noAutofit/>
          </a:bodyPr>
          <a:lstStyle>
            <a:lvl1pPr marL="0" indent="0">
              <a:buNone/>
              <a:defRPr kumimoji="0" lang="en-US" sz="28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CE84B4FD-950C-7E7E-B32E-0106A01D53C4}"/>
              </a:ext>
            </a:extLst>
          </p:cNvPr>
          <p:cNvSpPr/>
          <p:nvPr userDrawn="1"/>
        </p:nvSpPr>
        <p:spPr>
          <a:xfrm>
            <a:off x="6181816" y="10194473"/>
            <a:ext cx="15362340" cy="1800000"/>
          </a:xfrm>
          <a:prstGeom prst="roundRect">
            <a:avLst/>
          </a:prstGeom>
          <a:solidFill>
            <a:schemeClr val="tx1">
              <a:lumMod val="40000"/>
              <a:lumOff val="6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3B266147-1D67-88E4-9FE7-F833346E464A}"/>
              </a:ext>
            </a:extLst>
          </p:cNvPr>
          <p:cNvSpPr/>
          <p:nvPr userDrawn="1"/>
        </p:nvSpPr>
        <p:spPr>
          <a:xfrm>
            <a:off x="2167377" y="10194473"/>
            <a:ext cx="4545657" cy="1800000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15" name="Text Placeholder 5">
            <a:extLst>
              <a:ext uri="{FF2B5EF4-FFF2-40B4-BE49-F238E27FC236}">
                <a16:creationId xmlns:a16="http://schemas.microsoft.com/office/drawing/2014/main" id="{6248EF39-489B-0AB6-1C39-97964F6585C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051814" y="10503418"/>
            <a:ext cx="13796177" cy="1204225"/>
          </a:xfrm>
        </p:spPr>
        <p:txBody>
          <a:bodyPr>
            <a:noAutofit/>
          </a:bodyPr>
          <a:lstStyle>
            <a:lvl1pPr marL="0" indent="0">
              <a:buNone/>
              <a:defRPr kumimoji="0" lang="en-US" sz="24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E37917F2-61C0-8B23-0D87-2AA3EEB8377A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2754063" y="10503418"/>
            <a:ext cx="3372284" cy="1204225"/>
          </a:xfrm>
        </p:spPr>
        <p:txBody>
          <a:bodyPr>
            <a:noAutofit/>
          </a:bodyPr>
          <a:lstStyle>
            <a:lvl1pPr marL="0" indent="0">
              <a:buNone/>
              <a:defRPr kumimoji="0" lang="en-US" sz="28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17" name="Title 2">
            <a:extLst>
              <a:ext uri="{FF2B5EF4-FFF2-40B4-BE49-F238E27FC236}">
                <a16:creationId xmlns:a16="http://schemas.microsoft.com/office/drawing/2014/main" id="{3F0C4EB7-81AE-6D10-33F3-83A99AC2F3B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2058"/>
            <a:ext cx="14715569" cy="510281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043113C8-679B-440C-38CF-27CC1A6FF3A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rgbClr val="424242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8947DDD-26C7-6643-F78E-7D846EE616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4" name="Group">
            <a:extLst>
              <a:ext uri="{FF2B5EF4-FFF2-40B4-BE49-F238E27FC236}">
                <a16:creationId xmlns:a16="http://schemas.microsoft.com/office/drawing/2014/main" id="{7ECEA5DF-6E18-3A6E-8D5B-83F815F6641C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7" name="Image" descr="Image">
              <a:extLst>
                <a:ext uri="{FF2B5EF4-FFF2-40B4-BE49-F238E27FC236}">
                  <a16:creationId xmlns:a16="http://schemas.microsoft.com/office/drawing/2014/main" id="{7091168A-CF21-90B0-E317-4D5837F6741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3" name="Image" descr="Image">
              <a:extLst>
                <a:ext uri="{FF2B5EF4-FFF2-40B4-BE49-F238E27FC236}">
                  <a16:creationId xmlns:a16="http://schemas.microsoft.com/office/drawing/2014/main" id="{66F1D347-8887-50E1-404D-81CA8EA9545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9" name="Image" descr="Image">
              <a:extLst>
                <a:ext uri="{FF2B5EF4-FFF2-40B4-BE49-F238E27FC236}">
                  <a16:creationId xmlns:a16="http://schemas.microsoft.com/office/drawing/2014/main" id="{31815DE4-517D-1DFD-DEB0-EFAEBDA0E36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3998102712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typ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Rectangle">
            <a:extLst>
              <a:ext uri="{FF2B5EF4-FFF2-40B4-BE49-F238E27FC236}">
                <a16:creationId xmlns:a16="http://schemas.microsoft.com/office/drawing/2014/main" id="{5B500D99-BCA8-5A47-AC2D-7A5DFB585C9A}"/>
              </a:ext>
            </a:extLst>
          </p:cNvPr>
          <p:cNvSpPr/>
          <p:nvPr userDrawn="1"/>
        </p:nvSpPr>
        <p:spPr>
          <a:xfrm>
            <a:off x="-13856" y="2360348"/>
            <a:ext cx="24397856" cy="11436178"/>
          </a:xfrm>
          <a:prstGeom prst="rect">
            <a:avLst/>
          </a:prstGeom>
          <a:gradFill>
            <a:gsLst>
              <a:gs pos="0">
                <a:srgbClr val="2B7EC4"/>
              </a:gs>
              <a:gs pos="100000">
                <a:srgbClr val="57BFE8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DA99AE5-3E66-BB3F-4028-3D48CC999F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5" name="Group">
            <a:extLst>
              <a:ext uri="{FF2B5EF4-FFF2-40B4-BE49-F238E27FC236}">
                <a16:creationId xmlns:a16="http://schemas.microsoft.com/office/drawing/2014/main" id="{394FDA65-5E81-1098-0941-1FB18BED14DD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6" name="Image" descr="Image">
              <a:extLst>
                <a:ext uri="{FF2B5EF4-FFF2-40B4-BE49-F238E27FC236}">
                  <a16:creationId xmlns:a16="http://schemas.microsoft.com/office/drawing/2014/main" id="{38BA09D8-F8B2-19A8-B70A-1A73ACE241C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7" name="Image" descr="Image">
              <a:extLst>
                <a:ext uri="{FF2B5EF4-FFF2-40B4-BE49-F238E27FC236}">
                  <a16:creationId xmlns:a16="http://schemas.microsoft.com/office/drawing/2014/main" id="{C8189981-CA8D-3F41-4C71-452D07E5291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8" name="Image" descr="Image">
              <a:extLst>
                <a:ext uri="{FF2B5EF4-FFF2-40B4-BE49-F238E27FC236}">
                  <a16:creationId xmlns:a16="http://schemas.microsoft.com/office/drawing/2014/main" id="{F2CA1978-1D7F-9FBC-1610-A6CA7FFAA5B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sp>
        <p:nvSpPr>
          <p:cNvPr id="2" name="Content Placeholder 7">
            <a:extLst>
              <a:ext uri="{FF2B5EF4-FFF2-40B4-BE49-F238E27FC236}">
                <a16:creationId xmlns:a16="http://schemas.microsoft.com/office/drawing/2014/main" id="{23987A6D-AD04-0FF1-0C66-3D62A8BBD97B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7377" y="3714224"/>
            <a:ext cx="19309300" cy="8129718"/>
          </a:xfrm>
        </p:spPr>
        <p:txBody>
          <a:bodyPr>
            <a:normAutofit/>
          </a:bodyPr>
          <a:lstStyle>
            <a:lvl1pPr marL="742950" indent="-742950">
              <a:lnSpc>
                <a:spcPct val="100000"/>
              </a:lnSpc>
              <a:spcBef>
                <a:spcPts val="3500"/>
              </a:spcBef>
              <a:buSzPct val="100000"/>
              <a:buFont typeface="Arial" panose="020B0604020202020204" pitchFamily="34" charset="0"/>
              <a:buChar char="•"/>
              <a:tabLst/>
              <a:defRPr kumimoji="0" lang="en-US" sz="44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Helvetica Neue"/>
              </a:defRPr>
            </a:lvl1pPr>
            <a:lvl2pPr marL="1498950" indent="-742950">
              <a:lnSpc>
                <a:spcPct val="100000"/>
              </a:lnSpc>
              <a:spcBef>
                <a:spcPts val="3500"/>
              </a:spcBef>
              <a:buSzPct val="100000"/>
              <a:buFont typeface="Arial" panose="020B0604020202020204" pitchFamily="34" charset="0"/>
              <a:buChar char="•"/>
              <a:tabLst/>
              <a:defRPr kumimoji="0" lang="en-US" sz="44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Helvetica Neue"/>
              </a:defRPr>
            </a:lvl2pPr>
            <a:lvl3pPr marL="2254950" indent="-742950">
              <a:lnSpc>
                <a:spcPct val="100000"/>
              </a:lnSpc>
              <a:spcBef>
                <a:spcPts val="3500"/>
              </a:spcBef>
              <a:buSzPct val="100000"/>
              <a:buFont typeface="Arial" panose="020B0604020202020204" pitchFamily="34" charset="0"/>
              <a:buChar char="•"/>
              <a:tabLst/>
              <a:defRPr kumimoji="0" lang="en-US" sz="44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Helvetica Neue"/>
              </a:defRPr>
            </a:lvl3pPr>
            <a:lvl4pPr marL="3010950" indent="-742950">
              <a:lnSpc>
                <a:spcPct val="100000"/>
              </a:lnSpc>
              <a:spcBef>
                <a:spcPts val="3500"/>
              </a:spcBef>
              <a:buSzPct val="100000"/>
              <a:buFont typeface="Arial" panose="020B0604020202020204" pitchFamily="34" charset="0"/>
              <a:buChar char="•"/>
              <a:tabLst/>
              <a:defRPr kumimoji="0" lang="en-US" sz="44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Helvetica Neue"/>
              </a:defRPr>
            </a:lvl4pPr>
            <a:lvl5pPr marL="3658950" indent="-742950">
              <a:lnSpc>
                <a:spcPct val="100000"/>
              </a:lnSpc>
              <a:spcBef>
                <a:spcPts val="3500"/>
              </a:spcBef>
              <a:buSzPct val="100000"/>
              <a:buFont typeface="Arial" panose="020B0604020202020204" pitchFamily="34" charset="0"/>
              <a:buChar char="•"/>
              <a:tabLst/>
              <a:defRPr kumimoji="0" lang="en-US" sz="44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Helvetica Neue"/>
              </a:defRPr>
            </a:lvl5pPr>
            <a:lvl7pPr marL="3657600" indent="0">
              <a:buNone/>
              <a:defRPr/>
            </a:lvl7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134051035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typ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">
            <a:extLst>
              <a:ext uri="{FF2B5EF4-FFF2-40B4-BE49-F238E27FC236}">
                <a16:creationId xmlns:a16="http://schemas.microsoft.com/office/drawing/2014/main" id="{D2A636C9-947E-150D-EB07-22919761FA60}"/>
              </a:ext>
            </a:extLst>
          </p:cNvPr>
          <p:cNvSpPr/>
          <p:nvPr userDrawn="1"/>
        </p:nvSpPr>
        <p:spPr>
          <a:xfrm>
            <a:off x="-13856" y="2360348"/>
            <a:ext cx="24397856" cy="11436178"/>
          </a:xfrm>
          <a:prstGeom prst="rect">
            <a:avLst/>
          </a:prstGeom>
          <a:gradFill>
            <a:gsLst>
              <a:gs pos="0">
                <a:srgbClr val="2B7EC4"/>
              </a:gs>
              <a:gs pos="100000">
                <a:srgbClr val="57BFE8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25" name="Text Placeholder 5">
            <a:extLst>
              <a:ext uri="{FF2B5EF4-FFF2-40B4-BE49-F238E27FC236}">
                <a16:creationId xmlns:a16="http://schemas.microsoft.com/office/drawing/2014/main" id="{0C2D7F5C-BD73-5445-9E3A-82A31E22F62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167377" y="9337350"/>
            <a:ext cx="4759266" cy="2315506"/>
          </a:xfrm>
        </p:spPr>
        <p:txBody>
          <a:bodyPr>
            <a:noAutofit/>
          </a:bodyPr>
          <a:lstStyle>
            <a:lvl1pPr marL="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5">
            <a:extLst>
              <a:ext uri="{FF2B5EF4-FFF2-40B4-BE49-F238E27FC236}">
                <a16:creationId xmlns:a16="http://schemas.microsoft.com/office/drawing/2014/main" id="{25FCA52D-C087-3347-A5F3-54D623B2115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9405342" y="9337350"/>
            <a:ext cx="4759266" cy="2315506"/>
          </a:xfrm>
        </p:spPr>
        <p:txBody>
          <a:bodyPr>
            <a:noAutofit/>
          </a:bodyPr>
          <a:lstStyle>
            <a:lvl1pPr marL="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5">
            <a:extLst>
              <a:ext uri="{FF2B5EF4-FFF2-40B4-BE49-F238E27FC236}">
                <a16:creationId xmlns:a16="http://schemas.microsoft.com/office/drawing/2014/main" id="{F4A212B9-DBD9-E746-BAFB-9234B89096E8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6643307" y="9337350"/>
            <a:ext cx="4759266" cy="2315506"/>
          </a:xfrm>
        </p:spPr>
        <p:txBody>
          <a:bodyPr>
            <a:noAutofit/>
          </a:bodyPr>
          <a:lstStyle>
            <a:lvl1pPr marL="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Picture Placeholder 3">
            <a:extLst>
              <a:ext uri="{FF2B5EF4-FFF2-40B4-BE49-F238E27FC236}">
                <a16:creationId xmlns:a16="http://schemas.microsoft.com/office/drawing/2014/main" id="{3A552A97-F867-374E-B40D-BD84D808047E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2167377" y="4297293"/>
            <a:ext cx="4759266" cy="4172342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9" name="Picture Placeholder 3">
            <a:extLst>
              <a:ext uri="{FF2B5EF4-FFF2-40B4-BE49-F238E27FC236}">
                <a16:creationId xmlns:a16="http://schemas.microsoft.com/office/drawing/2014/main" id="{DB283EA2-01A0-334D-8038-2E3190C1B2B9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9405342" y="4297293"/>
            <a:ext cx="4759266" cy="4172342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0" name="Picture Placeholder 3">
            <a:extLst>
              <a:ext uri="{FF2B5EF4-FFF2-40B4-BE49-F238E27FC236}">
                <a16:creationId xmlns:a16="http://schemas.microsoft.com/office/drawing/2014/main" id="{B5710E30-F50B-2E47-A284-AB9A73F6AB8F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6643307" y="4297293"/>
            <a:ext cx="4759266" cy="4172342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0B8984F-75C1-9D5B-FF38-2151D77141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6" name="Group">
            <a:extLst>
              <a:ext uri="{FF2B5EF4-FFF2-40B4-BE49-F238E27FC236}">
                <a16:creationId xmlns:a16="http://schemas.microsoft.com/office/drawing/2014/main" id="{14440FB6-864F-EC32-9C12-F5781DD839A1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7" name="Image" descr="Image">
              <a:extLst>
                <a:ext uri="{FF2B5EF4-FFF2-40B4-BE49-F238E27FC236}">
                  <a16:creationId xmlns:a16="http://schemas.microsoft.com/office/drawing/2014/main" id="{FD2AEEAF-7ADA-0233-2FB3-A724EEF0325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8" name="Image" descr="Image">
              <a:extLst>
                <a:ext uri="{FF2B5EF4-FFF2-40B4-BE49-F238E27FC236}">
                  <a16:creationId xmlns:a16="http://schemas.microsoft.com/office/drawing/2014/main" id="{27230D68-4A71-B42E-9C59-8EFE95EE533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9" name="Image" descr="Image">
              <a:extLst>
                <a:ext uri="{FF2B5EF4-FFF2-40B4-BE49-F238E27FC236}">
                  <a16:creationId xmlns:a16="http://schemas.microsoft.com/office/drawing/2014/main" id="{6FA4D137-12D3-04A4-6F7D-A965125F654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3505189200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ontent typ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">
            <a:extLst>
              <a:ext uri="{FF2B5EF4-FFF2-40B4-BE49-F238E27FC236}">
                <a16:creationId xmlns:a16="http://schemas.microsoft.com/office/drawing/2014/main" id="{3A325C97-8FC1-69A4-76A6-9BFCCE62D08F}"/>
              </a:ext>
            </a:extLst>
          </p:cNvPr>
          <p:cNvSpPr/>
          <p:nvPr userDrawn="1"/>
        </p:nvSpPr>
        <p:spPr>
          <a:xfrm>
            <a:off x="-13856" y="2360348"/>
            <a:ext cx="24397856" cy="11436178"/>
          </a:xfrm>
          <a:prstGeom prst="rect">
            <a:avLst/>
          </a:prstGeom>
          <a:gradFill>
            <a:gsLst>
              <a:gs pos="0">
                <a:srgbClr val="2B7EC4"/>
              </a:gs>
              <a:gs pos="100000">
                <a:srgbClr val="57BFE8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4" name="Right Arrow 3">
            <a:extLst>
              <a:ext uri="{FF2B5EF4-FFF2-40B4-BE49-F238E27FC236}">
                <a16:creationId xmlns:a16="http://schemas.microsoft.com/office/drawing/2014/main" id="{8F28C692-0EE9-7D99-17B4-3313049F0A01}"/>
              </a:ext>
            </a:extLst>
          </p:cNvPr>
          <p:cNvSpPr/>
          <p:nvPr userDrawn="1"/>
        </p:nvSpPr>
        <p:spPr>
          <a:xfrm>
            <a:off x="7398337" y="6690612"/>
            <a:ext cx="1573640" cy="1182013"/>
          </a:xfrm>
          <a:prstGeom prst="rightArrow">
            <a:avLst/>
          </a:prstGeom>
          <a:solidFill>
            <a:schemeClr val="accent1">
              <a:lumMod val="5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01B89336-F494-2062-ED79-0A44623AD4C4}"/>
              </a:ext>
            </a:extLst>
          </p:cNvPr>
          <p:cNvSpPr/>
          <p:nvPr userDrawn="1"/>
        </p:nvSpPr>
        <p:spPr>
          <a:xfrm>
            <a:off x="2167377" y="5155107"/>
            <a:ext cx="4924799" cy="4320000"/>
          </a:xfrm>
          <a:prstGeom prst="roundRect">
            <a:avLst>
              <a:gd name="adj" fmla="val 7112"/>
            </a:avLst>
          </a:prstGeom>
          <a:solidFill>
            <a:schemeClr val="bg1">
              <a:lumMod val="9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25" name="Text Placeholder 5">
            <a:extLst>
              <a:ext uri="{FF2B5EF4-FFF2-40B4-BE49-F238E27FC236}">
                <a16:creationId xmlns:a16="http://schemas.microsoft.com/office/drawing/2014/main" id="{0C2D7F5C-BD73-5445-9E3A-82A31E22F62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594247" y="5701845"/>
            <a:ext cx="3895763" cy="3300760"/>
          </a:xfrm>
        </p:spPr>
        <p:txBody>
          <a:bodyPr>
            <a:noAutofit/>
          </a:bodyPr>
          <a:lstStyle>
            <a:lvl1pPr marL="0" indent="0">
              <a:buNone/>
              <a:defRPr kumimoji="0" lang="en-US" sz="3200" b="0" i="0" u="none" strike="noStrike" cap="none" spc="0" normalizeH="0" baseline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651AEE51-4476-0347-EE71-4727AC7D90CC}"/>
              </a:ext>
            </a:extLst>
          </p:cNvPr>
          <p:cNvSpPr/>
          <p:nvPr userDrawn="1"/>
        </p:nvSpPr>
        <p:spPr>
          <a:xfrm>
            <a:off x="9278138" y="5155107"/>
            <a:ext cx="4924799" cy="4320000"/>
          </a:xfrm>
          <a:prstGeom prst="roundRect">
            <a:avLst>
              <a:gd name="adj" fmla="val 7112"/>
            </a:avLst>
          </a:prstGeom>
          <a:solidFill>
            <a:schemeClr val="bg1">
              <a:lumMod val="9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C8DF8073-7CBE-78F8-385D-33EC70507F81}"/>
              </a:ext>
            </a:extLst>
          </p:cNvPr>
          <p:cNvSpPr/>
          <p:nvPr userDrawn="1"/>
        </p:nvSpPr>
        <p:spPr>
          <a:xfrm>
            <a:off x="16388899" y="5155107"/>
            <a:ext cx="4924799" cy="4320000"/>
          </a:xfrm>
          <a:prstGeom prst="roundRect">
            <a:avLst>
              <a:gd name="adj" fmla="val 7112"/>
            </a:avLst>
          </a:prstGeom>
          <a:solidFill>
            <a:schemeClr val="bg1">
              <a:lumMod val="9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23" name="Text Placeholder 5">
            <a:extLst>
              <a:ext uri="{FF2B5EF4-FFF2-40B4-BE49-F238E27FC236}">
                <a16:creationId xmlns:a16="http://schemas.microsoft.com/office/drawing/2014/main" id="{5D06E93C-E9EF-DAD7-BDE3-8DDAB05CDF9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9719708" y="5701845"/>
            <a:ext cx="3895763" cy="3300760"/>
          </a:xfrm>
        </p:spPr>
        <p:txBody>
          <a:bodyPr>
            <a:noAutofit/>
          </a:bodyPr>
          <a:lstStyle>
            <a:lvl1pPr marL="0" indent="0">
              <a:buNone/>
              <a:defRPr kumimoji="0" lang="en-US" sz="3200" b="0" i="0" u="none" strike="noStrike" cap="none" spc="0" normalizeH="0" baseline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5">
            <a:extLst>
              <a:ext uri="{FF2B5EF4-FFF2-40B4-BE49-F238E27FC236}">
                <a16:creationId xmlns:a16="http://schemas.microsoft.com/office/drawing/2014/main" id="{AB64C3FA-E7EC-73CE-DEC9-E0D1DACCC92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6882946" y="5701845"/>
            <a:ext cx="3895763" cy="3300760"/>
          </a:xfrm>
        </p:spPr>
        <p:txBody>
          <a:bodyPr>
            <a:noAutofit/>
          </a:bodyPr>
          <a:lstStyle>
            <a:lvl1pPr marL="0" indent="0">
              <a:buNone/>
              <a:defRPr kumimoji="0" lang="en-US" sz="3200" b="0" i="0" u="none" strike="noStrike" cap="none" spc="0" normalizeH="0" baseline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5">
            <a:extLst>
              <a:ext uri="{FF2B5EF4-FFF2-40B4-BE49-F238E27FC236}">
                <a16:creationId xmlns:a16="http://schemas.microsoft.com/office/drawing/2014/main" id="{1B745795-7EE3-42BF-EDBE-49D4FAD835F5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2349891" y="10445295"/>
            <a:ext cx="19038148" cy="1701954"/>
          </a:xfrm>
        </p:spPr>
        <p:txBody>
          <a:bodyPr>
            <a:noAutofit/>
          </a:bodyPr>
          <a:lstStyle>
            <a:lvl1pPr marL="0" indent="0">
              <a:buNone/>
              <a:defRPr kumimoji="0" lang="en-US" sz="28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3" name="Right Arrow 32">
            <a:extLst>
              <a:ext uri="{FF2B5EF4-FFF2-40B4-BE49-F238E27FC236}">
                <a16:creationId xmlns:a16="http://schemas.microsoft.com/office/drawing/2014/main" id="{0AE76436-839B-BF36-E19E-893653562EA3}"/>
              </a:ext>
            </a:extLst>
          </p:cNvPr>
          <p:cNvSpPr/>
          <p:nvPr userDrawn="1"/>
        </p:nvSpPr>
        <p:spPr>
          <a:xfrm>
            <a:off x="14509098" y="6690612"/>
            <a:ext cx="1573640" cy="1182013"/>
          </a:xfrm>
          <a:prstGeom prst="rightArrow">
            <a:avLst/>
          </a:prstGeom>
          <a:solidFill>
            <a:schemeClr val="accent1">
              <a:lumMod val="5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DCFF0438-821D-3C18-6D61-1BD73A4DC167}"/>
              </a:ext>
            </a:extLst>
          </p:cNvPr>
          <p:cNvSpPr/>
          <p:nvPr userDrawn="1"/>
        </p:nvSpPr>
        <p:spPr>
          <a:xfrm>
            <a:off x="4241849" y="4015089"/>
            <a:ext cx="775855" cy="836732"/>
          </a:xfrm>
          <a:prstGeom prst="ellipse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Open Sans Light" pitchFamily="2" charset="0"/>
                <a:ea typeface="Open Sans Light" pitchFamily="2" charset="0"/>
                <a:cs typeface="Open Sans Light" pitchFamily="2" charset="0"/>
                <a:sym typeface="Helvetica Neue Medium"/>
              </a:rPr>
              <a:t>1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1BC35716-81E4-A54F-3272-89DAA37CF79D}"/>
              </a:ext>
            </a:extLst>
          </p:cNvPr>
          <p:cNvSpPr/>
          <p:nvPr userDrawn="1"/>
        </p:nvSpPr>
        <p:spPr>
          <a:xfrm>
            <a:off x="11279661" y="4015089"/>
            <a:ext cx="775855" cy="836732"/>
          </a:xfrm>
          <a:prstGeom prst="ellipse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Open Sans Light" pitchFamily="2" charset="0"/>
                <a:ea typeface="Open Sans Light" pitchFamily="2" charset="0"/>
                <a:cs typeface="Open Sans Light" pitchFamily="2" charset="0"/>
                <a:sym typeface="Helvetica Neue Medium"/>
              </a:rPr>
              <a:t>2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6D587B62-738C-1BE8-E775-FC6EC9D2556E}"/>
              </a:ext>
            </a:extLst>
          </p:cNvPr>
          <p:cNvSpPr/>
          <p:nvPr userDrawn="1"/>
        </p:nvSpPr>
        <p:spPr>
          <a:xfrm>
            <a:off x="18463370" y="4015089"/>
            <a:ext cx="775855" cy="836732"/>
          </a:xfrm>
          <a:prstGeom prst="ellipse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Open Sans Light" pitchFamily="2" charset="0"/>
                <a:ea typeface="Open Sans Light" pitchFamily="2" charset="0"/>
                <a:cs typeface="Open Sans Light" pitchFamily="2" charset="0"/>
                <a:sym typeface="Helvetica Neue Medium"/>
              </a:rPr>
              <a:t>3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EC48672-F1E2-A230-B095-57E67183FC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9" name="Group">
            <a:extLst>
              <a:ext uri="{FF2B5EF4-FFF2-40B4-BE49-F238E27FC236}">
                <a16:creationId xmlns:a16="http://schemas.microsoft.com/office/drawing/2014/main" id="{8D3FDAF8-012C-4D3A-C949-6317F6E219D0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11" name="Image" descr="Image">
              <a:extLst>
                <a:ext uri="{FF2B5EF4-FFF2-40B4-BE49-F238E27FC236}">
                  <a16:creationId xmlns:a16="http://schemas.microsoft.com/office/drawing/2014/main" id="{56EB9265-9B68-78E9-B5B8-F2C39D9134A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2" name="Image" descr="Image">
              <a:extLst>
                <a:ext uri="{FF2B5EF4-FFF2-40B4-BE49-F238E27FC236}">
                  <a16:creationId xmlns:a16="http://schemas.microsoft.com/office/drawing/2014/main" id="{E445F39B-125D-DE62-15D6-B4FE5E3C4A7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5" name="Image" descr="Image">
              <a:extLst>
                <a:ext uri="{FF2B5EF4-FFF2-40B4-BE49-F238E27FC236}">
                  <a16:creationId xmlns:a16="http://schemas.microsoft.com/office/drawing/2014/main" id="{CC8E73D5-72F6-77A3-C650-62976C85848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1809284995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typ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">
            <a:extLst>
              <a:ext uri="{FF2B5EF4-FFF2-40B4-BE49-F238E27FC236}">
                <a16:creationId xmlns:a16="http://schemas.microsoft.com/office/drawing/2014/main" id="{95F33489-AE64-A520-339D-37FA55DCDDCD}"/>
              </a:ext>
            </a:extLst>
          </p:cNvPr>
          <p:cNvSpPr/>
          <p:nvPr userDrawn="1"/>
        </p:nvSpPr>
        <p:spPr>
          <a:xfrm>
            <a:off x="-13856" y="2360348"/>
            <a:ext cx="24397856" cy="11436178"/>
          </a:xfrm>
          <a:prstGeom prst="rect">
            <a:avLst/>
          </a:prstGeom>
          <a:gradFill>
            <a:gsLst>
              <a:gs pos="0">
                <a:srgbClr val="2B7EC4"/>
              </a:gs>
              <a:gs pos="100000">
                <a:srgbClr val="57BFE8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27" name="Text Placeholder 5">
            <a:extLst>
              <a:ext uri="{FF2B5EF4-FFF2-40B4-BE49-F238E27FC236}">
                <a16:creationId xmlns:a16="http://schemas.microsoft.com/office/drawing/2014/main" id="{F4A212B9-DBD9-E746-BAFB-9234B89096E8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167377" y="6556917"/>
            <a:ext cx="9768906" cy="5575610"/>
          </a:xfrm>
        </p:spPr>
        <p:txBody>
          <a:bodyPr>
            <a:noAutofit/>
          </a:bodyPr>
          <a:lstStyle>
            <a:lvl1pPr marL="0" indent="0">
              <a:buNone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Picture Placeholder 3">
            <a:extLst>
              <a:ext uri="{FF2B5EF4-FFF2-40B4-BE49-F238E27FC236}">
                <a16:creationId xmlns:a16="http://schemas.microsoft.com/office/drawing/2014/main" id="{199BEEEC-0D44-544B-A30D-8F854BF4A1E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2339930" y="4210629"/>
            <a:ext cx="9099057" cy="7921898"/>
          </a:xfrm>
        </p:spPr>
        <p:txBody>
          <a:bodyPr/>
          <a:lstStyle>
            <a:lvl1pPr marL="0" indent="0">
              <a:buNone/>
              <a:defRPr b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313C6146-DC72-7FB3-6375-B120A24C107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166938" y="4210049"/>
            <a:ext cx="9768874" cy="2039112"/>
          </a:xfrm>
        </p:spPr>
        <p:txBody>
          <a:bodyPr>
            <a:normAutofit/>
          </a:bodyPr>
          <a:lstStyle>
            <a:lvl1pPr marL="0" indent="0">
              <a:buNone/>
              <a:defRPr sz="4400">
                <a:solidFill>
                  <a:schemeClr val="bg1"/>
                </a:solidFill>
              </a:defRPr>
            </a:lvl1pPr>
            <a:lvl5pPr marL="2438400" indent="0" algn="l">
              <a:buFont typeface="Arial" panose="020B0604020202020204" pitchFamily="34" charset="0"/>
              <a:buNone/>
              <a:defRPr sz="4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5CD14E8-DE1C-14FC-FEA7-30EAAA9BB9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7" name="Group">
            <a:extLst>
              <a:ext uri="{FF2B5EF4-FFF2-40B4-BE49-F238E27FC236}">
                <a16:creationId xmlns:a16="http://schemas.microsoft.com/office/drawing/2014/main" id="{E62B7B4A-4960-D224-2BB3-BD1A6C05E12C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8" name="Image" descr="Image">
              <a:extLst>
                <a:ext uri="{FF2B5EF4-FFF2-40B4-BE49-F238E27FC236}">
                  <a16:creationId xmlns:a16="http://schemas.microsoft.com/office/drawing/2014/main" id="{6F2D1DB1-7918-B846-534B-BCACC79082A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9" name="Image" descr="Image">
              <a:extLst>
                <a:ext uri="{FF2B5EF4-FFF2-40B4-BE49-F238E27FC236}">
                  <a16:creationId xmlns:a16="http://schemas.microsoft.com/office/drawing/2014/main" id="{A33628EC-398A-85C8-EA60-202449B367C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0" name="Image" descr="Image">
              <a:extLst>
                <a:ext uri="{FF2B5EF4-FFF2-40B4-BE49-F238E27FC236}">
                  <a16:creationId xmlns:a16="http://schemas.microsoft.com/office/drawing/2014/main" id="{4EE2131F-630C-FF89-05AC-61DFC807180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2085329813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 typ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">
            <a:extLst>
              <a:ext uri="{FF2B5EF4-FFF2-40B4-BE49-F238E27FC236}">
                <a16:creationId xmlns:a16="http://schemas.microsoft.com/office/drawing/2014/main" id="{28F252AD-5DE4-7070-6059-31CB6E8E15CC}"/>
              </a:ext>
            </a:extLst>
          </p:cNvPr>
          <p:cNvSpPr/>
          <p:nvPr userDrawn="1"/>
        </p:nvSpPr>
        <p:spPr>
          <a:xfrm>
            <a:off x="-13856" y="2360348"/>
            <a:ext cx="24397856" cy="11436178"/>
          </a:xfrm>
          <a:prstGeom prst="rect">
            <a:avLst/>
          </a:prstGeom>
          <a:gradFill>
            <a:gsLst>
              <a:gs pos="0">
                <a:srgbClr val="2B7EC4"/>
              </a:gs>
              <a:gs pos="100000">
                <a:srgbClr val="57BFE8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4" name="Or 3">
            <a:extLst>
              <a:ext uri="{FF2B5EF4-FFF2-40B4-BE49-F238E27FC236}">
                <a16:creationId xmlns:a16="http://schemas.microsoft.com/office/drawing/2014/main" id="{E68A1B27-C10C-399D-6C52-E0B8F062FF6D}"/>
              </a:ext>
            </a:extLst>
          </p:cNvPr>
          <p:cNvSpPr/>
          <p:nvPr userDrawn="1"/>
        </p:nvSpPr>
        <p:spPr>
          <a:xfrm>
            <a:off x="7481303" y="3712458"/>
            <a:ext cx="9144000" cy="9144000"/>
          </a:xfrm>
          <a:prstGeom prst="flowChartOr">
            <a:avLst/>
          </a:prstGeom>
          <a:solidFill>
            <a:schemeClr val="bg1">
              <a:lumMod val="9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9AE1FE12-D6E7-CC76-3FE4-BC8F0EC78DF0}"/>
              </a:ext>
            </a:extLst>
          </p:cNvPr>
          <p:cNvCxnSpPr>
            <a:cxnSpLocks/>
            <a:stCxn id="4" idx="0"/>
          </p:cNvCxnSpPr>
          <p:nvPr userDrawn="1"/>
        </p:nvCxnSpPr>
        <p:spPr>
          <a:xfrm>
            <a:off x="12053303" y="3712458"/>
            <a:ext cx="22098" cy="9144000"/>
          </a:xfrm>
          <a:prstGeom prst="line">
            <a:avLst/>
          </a:prstGeom>
          <a:noFill/>
          <a:ln w="76200" cap="flat">
            <a:solidFill>
              <a:srgbClr val="314F93"/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4945EE12-0322-D3C6-8589-1B9554503365}"/>
              </a:ext>
            </a:extLst>
          </p:cNvPr>
          <p:cNvCxnSpPr>
            <a:cxnSpLocks/>
            <a:endCxn id="4" idx="2"/>
          </p:cNvCxnSpPr>
          <p:nvPr userDrawn="1"/>
        </p:nvCxnSpPr>
        <p:spPr>
          <a:xfrm flipH="1">
            <a:off x="7481303" y="8284458"/>
            <a:ext cx="9144000" cy="0"/>
          </a:xfrm>
          <a:prstGeom prst="line">
            <a:avLst/>
          </a:prstGeom>
          <a:noFill/>
          <a:ln w="76200" cap="flat">
            <a:solidFill>
              <a:srgbClr val="314F93"/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B267469-4390-8C92-5D06-4DA338A102E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166939" y="4018728"/>
            <a:ext cx="4683924" cy="3600000"/>
          </a:xfrm>
        </p:spPr>
        <p:txBody>
          <a:bodyPr>
            <a:normAutofit/>
          </a:bodyPr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25" name="Text Placeholder 15">
            <a:extLst>
              <a:ext uri="{FF2B5EF4-FFF2-40B4-BE49-F238E27FC236}">
                <a16:creationId xmlns:a16="http://schemas.microsoft.com/office/drawing/2014/main" id="{FC4F9637-2BA1-E3F7-1599-2295EF076CC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056949" y="7294814"/>
            <a:ext cx="3795402" cy="751262"/>
          </a:xfrm>
        </p:spPr>
        <p:txBody>
          <a:bodyPr>
            <a:normAutofit/>
          </a:bodyPr>
          <a:lstStyle>
            <a:lvl1pPr marL="0" indent="0" algn="ctr">
              <a:buNone/>
              <a:defRPr sz="2800">
                <a:solidFill>
                  <a:srgbClr val="002060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26" name="Text Placeholder 15">
            <a:extLst>
              <a:ext uri="{FF2B5EF4-FFF2-40B4-BE49-F238E27FC236}">
                <a16:creationId xmlns:a16="http://schemas.microsoft.com/office/drawing/2014/main" id="{47270689-CD03-86EE-AD4E-701F61CD37A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056949" y="8617313"/>
            <a:ext cx="3795402" cy="751262"/>
          </a:xfrm>
        </p:spPr>
        <p:txBody>
          <a:bodyPr>
            <a:normAutofit/>
          </a:bodyPr>
          <a:lstStyle>
            <a:lvl1pPr marL="0" indent="0" algn="ctr">
              <a:buNone/>
              <a:defRPr sz="2800">
                <a:solidFill>
                  <a:srgbClr val="002060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28" name="Text Placeholder 15">
            <a:extLst>
              <a:ext uri="{FF2B5EF4-FFF2-40B4-BE49-F238E27FC236}">
                <a16:creationId xmlns:a16="http://schemas.microsoft.com/office/drawing/2014/main" id="{B5939A4B-8504-2C32-E90E-9DA4843EF0E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2365741" y="7298299"/>
            <a:ext cx="3795402" cy="751262"/>
          </a:xfrm>
        </p:spPr>
        <p:txBody>
          <a:bodyPr>
            <a:normAutofit/>
          </a:bodyPr>
          <a:lstStyle>
            <a:lvl1pPr marL="0" indent="0" algn="ctr">
              <a:buNone/>
              <a:defRPr sz="2800">
                <a:solidFill>
                  <a:srgbClr val="002060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29" name="Text Placeholder 15">
            <a:extLst>
              <a:ext uri="{FF2B5EF4-FFF2-40B4-BE49-F238E27FC236}">
                <a16:creationId xmlns:a16="http://schemas.microsoft.com/office/drawing/2014/main" id="{44D6C0A8-7DC7-6F84-E472-8E0CA423C51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2427997" y="8595891"/>
            <a:ext cx="3795402" cy="751262"/>
          </a:xfrm>
        </p:spPr>
        <p:txBody>
          <a:bodyPr>
            <a:normAutofit/>
          </a:bodyPr>
          <a:lstStyle>
            <a:lvl1pPr marL="0" indent="0" algn="ctr">
              <a:buNone/>
              <a:defRPr sz="2800">
                <a:solidFill>
                  <a:srgbClr val="002060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0" name="Text Placeholder 15">
            <a:extLst>
              <a:ext uri="{FF2B5EF4-FFF2-40B4-BE49-F238E27FC236}">
                <a16:creationId xmlns:a16="http://schemas.microsoft.com/office/drawing/2014/main" id="{F6BCDD7A-9667-FF15-DEDB-20C0D431E0A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166939" y="8938684"/>
            <a:ext cx="4683924" cy="3600000"/>
          </a:xfrm>
        </p:spPr>
        <p:txBody>
          <a:bodyPr>
            <a:normAutofit/>
          </a:bodyPr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1" name="Text Placeholder 15">
            <a:extLst>
              <a:ext uri="{FF2B5EF4-FFF2-40B4-BE49-F238E27FC236}">
                <a16:creationId xmlns:a16="http://schemas.microsoft.com/office/drawing/2014/main" id="{6ADBE3FB-D313-E2BC-715C-D8600CF8BD21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7255744" y="4018728"/>
            <a:ext cx="4683924" cy="3600000"/>
          </a:xfrm>
        </p:spPr>
        <p:txBody>
          <a:bodyPr>
            <a:normAutofit/>
          </a:bodyPr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2" name="Text Placeholder 15">
            <a:extLst>
              <a:ext uri="{FF2B5EF4-FFF2-40B4-BE49-F238E27FC236}">
                <a16:creationId xmlns:a16="http://schemas.microsoft.com/office/drawing/2014/main" id="{A79FD328-17AF-2BB2-5730-3D5CA0EE970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7255744" y="8938684"/>
            <a:ext cx="4683924" cy="3600000"/>
          </a:xfrm>
        </p:spPr>
        <p:txBody>
          <a:bodyPr>
            <a:normAutofit/>
          </a:bodyPr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pic>
        <p:nvPicPr>
          <p:cNvPr id="20" name="Graphic 19" descr="Artificial Intelligence with solid fill">
            <a:extLst>
              <a:ext uri="{FF2B5EF4-FFF2-40B4-BE49-F238E27FC236}">
                <a16:creationId xmlns:a16="http://schemas.microsoft.com/office/drawing/2014/main" id="{717E632E-7C2D-8BE2-BA0D-FBA56ED592A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328162" y="4999921"/>
            <a:ext cx="1936946" cy="1936946"/>
          </a:xfrm>
          <a:prstGeom prst="rect">
            <a:avLst/>
          </a:prstGeom>
        </p:spPr>
      </p:pic>
      <p:pic>
        <p:nvPicPr>
          <p:cNvPr id="22" name="Graphic 21" descr="Atom with solid fill">
            <a:extLst>
              <a:ext uri="{FF2B5EF4-FFF2-40B4-BE49-F238E27FC236}">
                <a16:creationId xmlns:a16="http://schemas.microsoft.com/office/drawing/2014/main" id="{CCE4C43E-15B3-15EB-CF11-EB3378A3CEF1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2837038" y="4968699"/>
            <a:ext cx="1958731" cy="1958731"/>
          </a:xfrm>
          <a:prstGeom prst="rect">
            <a:avLst/>
          </a:prstGeom>
        </p:spPr>
      </p:pic>
      <p:pic>
        <p:nvPicPr>
          <p:cNvPr id="24" name="Graphic 23" descr="Bar chart with solid fill">
            <a:extLst>
              <a:ext uri="{FF2B5EF4-FFF2-40B4-BE49-F238E27FC236}">
                <a16:creationId xmlns:a16="http://schemas.microsoft.com/office/drawing/2014/main" id="{0445AAA4-0C9A-80AB-86CE-F91A16FFC29C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504135" y="9715514"/>
            <a:ext cx="1696410" cy="1696410"/>
          </a:xfrm>
          <a:prstGeom prst="rect">
            <a:avLst/>
          </a:prstGeom>
        </p:spPr>
      </p:pic>
      <p:pic>
        <p:nvPicPr>
          <p:cNvPr id="35" name="Graphic 34" descr="Blockchain with solid fill">
            <a:extLst>
              <a:ext uri="{FF2B5EF4-FFF2-40B4-BE49-F238E27FC236}">
                <a16:creationId xmlns:a16="http://schemas.microsoft.com/office/drawing/2014/main" id="{CB7D00AA-1C33-1508-6057-E10BDF964F0D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2837038" y="9711819"/>
            <a:ext cx="1700105" cy="170010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97FCB3B-92B7-9A04-09DB-5667129A35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6" name="Group">
            <a:extLst>
              <a:ext uri="{FF2B5EF4-FFF2-40B4-BE49-F238E27FC236}">
                <a16:creationId xmlns:a16="http://schemas.microsoft.com/office/drawing/2014/main" id="{805F1785-290C-1641-A96F-184692C72980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9" name="Image" descr="Image">
              <a:extLst>
                <a:ext uri="{FF2B5EF4-FFF2-40B4-BE49-F238E27FC236}">
                  <a16:creationId xmlns:a16="http://schemas.microsoft.com/office/drawing/2014/main" id="{DE051A88-BFBF-58FB-0D20-AA66E50B943F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0" name="Image" descr="Image">
              <a:extLst>
                <a:ext uri="{FF2B5EF4-FFF2-40B4-BE49-F238E27FC236}">
                  <a16:creationId xmlns:a16="http://schemas.microsoft.com/office/drawing/2014/main" id="{FF606EC9-F598-701C-CF2B-AC339348BD1A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1" name="Image" descr="Image">
              <a:extLst>
                <a:ext uri="{FF2B5EF4-FFF2-40B4-BE49-F238E27FC236}">
                  <a16:creationId xmlns:a16="http://schemas.microsoft.com/office/drawing/2014/main" id="{1DD6A07B-1CB5-B903-09DB-950559FCE4E0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1070102926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ntent typ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">
            <a:extLst>
              <a:ext uri="{FF2B5EF4-FFF2-40B4-BE49-F238E27FC236}">
                <a16:creationId xmlns:a16="http://schemas.microsoft.com/office/drawing/2014/main" id="{F55631E8-C878-10B3-37B6-B446CE8244F9}"/>
              </a:ext>
            </a:extLst>
          </p:cNvPr>
          <p:cNvSpPr/>
          <p:nvPr userDrawn="1"/>
        </p:nvSpPr>
        <p:spPr>
          <a:xfrm>
            <a:off x="-13856" y="2360348"/>
            <a:ext cx="24397856" cy="11436178"/>
          </a:xfrm>
          <a:prstGeom prst="rect">
            <a:avLst/>
          </a:prstGeom>
          <a:gradFill>
            <a:gsLst>
              <a:gs pos="0">
                <a:srgbClr val="2B7EC4"/>
              </a:gs>
              <a:gs pos="100000">
                <a:srgbClr val="57BFE8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b="0" i="0" dirty="0">
              <a:latin typeface="OCRB" panose="020F0502020204030204" pitchFamily="34" charset="0"/>
              <a:ea typeface="Open Sans Light" pitchFamily="2" charset="0"/>
              <a:cs typeface="OCRB" panose="020F0502020204030204" pitchFamily="34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B267469-4390-8C92-5D06-4DA338A102E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166938" y="4349750"/>
            <a:ext cx="12097701" cy="3462458"/>
          </a:xfrm>
        </p:spPr>
        <p:txBody>
          <a:bodyPr>
            <a:normAutofit/>
          </a:bodyPr>
          <a:lstStyle>
            <a:lvl1pPr marL="0" indent="0">
              <a:buNone/>
              <a:defRPr sz="4000">
                <a:solidFill>
                  <a:schemeClr val="bg1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0" name="Text Placeholder 15">
            <a:extLst>
              <a:ext uri="{FF2B5EF4-FFF2-40B4-BE49-F238E27FC236}">
                <a16:creationId xmlns:a16="http://schemas.microsoft.com/office/drawing/2014/main" id="{F6BCDD7A-9667-FF15-DEDB-20C0D431E0A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166938" y="8938684"/>
            <a:ext cx="19839621" cy="3676241"/>
          </a:xfrm>
        </p:spPr>
        <p:txBody>
          <a:bodyPr>
            <a:normAutofit/>
          </a:bodyPr>
          <a:lstStyle>
            <a:lvl1pPr marL="0" indent="0">
              <a:buNone/>
              <a:defRPr sz="3600">
                <a:solidFill>
                  <a:schemeClr val="bg1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pic>
        <p:nvPicPr>
          <p:cNvPr id="5" name="Graphic 4" descr="Checklist with solid fill">
            <a:extLst>
              <a:ext uri="{FF2B5EF4-FFF2-40B4-BE49-F238E27FC236}">
                <a16:creationId xmlns:a16="http://schemas.microsoft.com/office/drawing/2014/main" id="{EEEA3E7D-43D1-BB41-8C28-FEDBD7273D0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5240000" y="4320116"/>
            <a:ext cx="3535680" cy="353568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D1F61AE-0C1A-636C-687E-207E2A2A70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7" name="Group">
            <a:extLst>
              <a:ext uri="{FF2B5EF4-FFF2-40B4-BE49-F238E27FC236}">
                <a16:creationId xmlns:a16="http://schemas.microsoft.com/office/drawing/2014/main" id="{A734540B-EB64-130D-3523-93575103ED02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8" name="Image" descr="Image">
              <a:extLst>
                <a:ext uri="{FF2B5EF4-FFF2-40B4-BE49-F238E27FC236}">
                  <a16:creationId xmlns:a16="http://schemas.microsoft.com/office/drawing/2014/main" id="{5953221E-8F74-C3B9-7C70-CFB02A3B7E6C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9" name="Image" descr="Image">
              <a:extLst>
                <a:ext uri="{FF2B5EF4-FFF2-40B4-BE49-F238E27FC236}">
                  <a16:creationId xmlns:a16="http://schemas.microsoft.com/office/drawing/2014/main" id="{49A2096B-323B-F3EF-7CC9-DF562AC8C228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0" name="Image" descr="Image">
              <a:extLst>
                <a:ext uri="{FF2B5EF4-FFF2-40B4-BE49-F238E27FC236}">
                  <a16:creationId xmlns:a16="http://schemas.microsoft.com/office/drawing/2014/main" id="{8B7EE6C9-8BC7-CD09-089B-BA35D919D1CC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2227040866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 typ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">
            <a:extLst>
              <a:ext uri="{FF2B5EF4-FFF2-40B4-BE49-F238E27FC236}">
                <a16:creationId xmlns:a16="http://schemas.microsoft.com/office/drawing/2014/main" id="{57D6C136-B186-B244-9E34-B1B3CC503956}"/>
              </a:ext>
            </a:extLst>
          </p:cNvPr>
          <p:cNvSpPr/>
          <p:nvPr userDrawn="1"/>
        </p:nvSpPr>
        <p:spPr>
          <a:xfrm>
            <a:off x="0" y="2360348"/>
            <a:ext cx="24384000" cy="11436178"/>
          </a:xfrm>
          <a:prstGeom prst="rect">
            <a:avLst/>
          </a:prstGeom>
          <a:gradFill>
            <a:gsLst>
              <a:gs pos="0">
                <a:srgbClr val="F15A24"/>
              </a:gs>
              <a:gs pos="100000">
                <a:srgbClr val="F8A036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25" name="Text Placeholder 5">
            <a:extLst>
              <a:ext uri="{FF2B5EF4-FFF2-40B4-BE49-F238E27FC236}">
                <a16:creationId xmlns:a16="http://schemas.microsoft.com/office/drawing/2014/main" id="{0C2D7F5C-BD73-5445-9E3A-82A31E22F62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176751" y="10942822"/>
            <a:ext cx="8523218" cy="1444847"/>
          </a:xfrm>
        </p:spPr>
        <p:txBody>
          <a:bodyPr>
            <a:noAutofit/>
          </a:bodyPr>
          <a:lstStyle>
            <a:lvl1pPr marL="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5">
            <a:extLst>
              <a:ext uri="{FF2B5EF4-FFF2-40B4-BE49-F238E27FC236}">
                <a16:creationId xmlns:a16="http://schemas.microsoft.com/office/drawing/2014/main" id="{25FCA52D-C087-3347-A5F3-54D623B2115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2684029" y="10972442"/>
            <a:ext cx="8523218" cy="1444848"/>
          </a:xfrm>
        </p:spPr>
        <p:txBody>
          <a:bodyPr>
            <a:noAutofit/>
          </a:bodyPr>
          <a:lstStyle>
            <a:lvl1pPr marL="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3" name="Picture Placeholder 3">
            <a:extLst>
              <a:ext uri="{FF2B5EF4-FFF2-40B4-BE49-F238E27FC236}">
                <a16:creationId xmlns:a16="http://schemas.microsoft.com/office/drawing/2014/main" id="{3520A367-5826-4047-8F6E-214336795336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3176751" y="4582010"/>
            <a:ext cx="8523218" cy="5555977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4" name="Picture Placeholder 3">
            <a:extLst>
              <a:ext uri="{FF2B5EF4-FFF2-40B4-BE49-F238E27FC236}">
                <a16:creationId xmlns:a16="http://schemas.microsoft.com/office/drawing/2014/main" id="{09A473F0-3B7E-704A-AA89-F4277FCB9971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2684029" y="4582010"/>
            <a:ext cx="8523218" cy="5577461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5210B6C-2009-3AB9-2B36-C9C111BD1F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5" name="Group">
            <a:extLst>
              <a:ext uri="{FF2B5EF4-FFF2-40B4-BE49-F238E27FC236}">
                <a16:creationId xmlns:a16="http://schemas.microsoft.com/office/drawing/2014/main" id="{6BFD5909-E19C-D820-5C51-280C15B09CBC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6" name="Image" descr="Image">
              <a:extLst>
                <a:ext uri="{FF2B5EF4-FFF2-40B4-BE49-F238E27FC236}">
                  <a16:creationId xmlns:a16="http://schemas.microsoft.com/office/drawing/2014/main" id="{8B08C927-B7A0-43BA-4100-83612BFB59A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7" name="Image" descr="Image">
              <a:extLst>
                <a:ext uri="{FF2B5EF4-FFF2-40B4-BE49-F238E27FC236}">
                  <a16:creationId xmlns:a16="http://schemas.microsoft.com/office/drawing/2014/main" id="{6AFC5A1D-896A-4BE5-A25A-A0172137210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8" name="Image" descr="Image">
              <a:extLst>
                <a:ext uri="{FF2B5EF4-FFF2-40B4-BE49-F238E27FC236}">
                  <a16:creationId xmlns:a16="http://schemas.microsoft.com/office/drawing/2014/main" id="{58C85CFC-A584-60C9-398C-FC5F3B10CF0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779245570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">
            <a:extLst>
              <a:ext uri="{FF2B5EF4-FFF2-40B4-BE49-F238E27FC236}">
                <a16:creationId xmlns:a16="http://schemas.microsoft.com/office/drawing/2014/main" id="{450F1BD6-0F15-C34E-9F74-50970B5378D2}"/>
              </a:ext>
            </a:extLst>
          </p:cNvPr>
          <p:cNvSpPr/>
          <p:nvPr userDrawn="1"/>
        </p:nvSpPr>
        <p:spPr>
          <a:xfrm>
            <a:off x="0" y="2360348"/>
            <a:ext cx="24384000" cy="11436178"/>
          </a:xfrm>
          <a:prstGeom prst="rect">
            <a:avLst/>
          </a:prstGeom>
          <a:gradFill>
            <a:gsLst>
              <a:gs pos="0">
                <a:srgbClr val="F15A24"/>
              </a:gs>
              <a:gs pos="100000">
                <a:srgbClr val="F8A036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4" name="Chart Placeholder 3">
            <a:extLst>
              <a:ext uri="{FF2B5EF4-FFF2-40B4-BE49-F238E27FC236}">
                <a16:creationId xmlns:a16="http://schemas.microsoft.com/office/drawing/2014/main" id="{64D80AC6-9CFD-09B5-1CEF-F695884CCD02}"/>
              </a:ext>
            </a:extLst>
          </p:cNvPr>
          <p:cNvSpPr>
            <a:spLocks noGrp="1"/>
          </p:cNvSpPr>
          <p:nvPr>
            <p:ph type="chart" sz="quarter" idx="11" hasCustomPrompt="1"/>
          </p:nvPr>
        </p:nvSpPr>
        <p:spPr>
          <a:xfrm>
            <a:off x="11460163" y="3962400"/>
            <a:ext cx="12118975" cy="9083675"/>
          </a:xfrm>
        </p:spPr>
        <p:txBody>
          <a:bodyPr>
            <a:normAutofit/>
          </a:bodyPr>
          <a:lstStyle>
            <a:lvl1pPr marL="0" indent="0">
              <a:buNone/>
              <a:defRPr sz="4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insert chart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DEA6CC15-DCB9-9ABD-A03B-8B586BD05B1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902075" y="3962399"/>
            <a:ext cx="7010400" cy="4058049"/>
          </a:xfrm>
        </p:spPr>
        <p:txBody>
          <a:bodyPr>
            <a:normAutofit/>
          </a:bodyPr>
          <a:lstStyle>
            <a:lvl1pPr marL="0" indent="0">
              <a:buNone/>
              <a:defRPr sz="36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9" name="Graphic 8" descr="Blockchain with solid fill">
            <a:extLst>
              <a:ext uri="{FF2B5EF4-FFF2-40B4-BE49-F238E27FC236}">
                <a16:creationId xmlns:a16="http://schemas.microsoft.com/office/drawing/2014/main" id="{C6F9FEE2-3F55-6EBA-4F92-F43ABD638BA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137047" y="3962400"/>
            <a:ext cx="1403522" cy="1403522"/>
          </a:xfrm>
          <a:prstGeom prst="rect">
            <a:avLst/>
          </a:prstGeom>
        </p:spPr>
      </p:pic>
      <p:sp>
        <p:nvSpPr>
          <p:cNvPr id="20" name="Text Placeholder 5">
            <a:extLst>
              <a:ext uri="{FF2B5EF4-FFF2-40B4-BE49-F238E27FC236}">
                <a16:creationId xmlns:a16="http://schemas.microsoft.com/office/drawing/2014/main" id="{8597BD3B-4478-8A1D-BD26-1D9EFAA7FCF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902075" y="8861383"/>
            <a:ext cx="7010400" cy="4058049"/>
          </a:xfrm>
        </p:spPr>
        <p:txBody>
          <a:bodyPr>
            <a:normAutofit/>
          </a:bodyPr>
          <a:lstStyle>
            <a:lvl1pPr marL="0" indent="0">
              <a:buNone/>
              <a:defRPr sz="36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11" name="Graphic 10" descr="Bullseye with solid fill">
            <a:extLst>
              <a:ext uri="{FF2B5EF4-FFF2-40B4-BE49-F238E27FC236}">
                <a16:creationId xmlns:a16="http://schemas.microsoft.com/office/drawing/2014/main" id="{D6B829BF-9E0D-0105-F75C-8DDD429EFC01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287110" y="8648744"/>
            <a:ext cx="1403521" cy="140352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0C22165-28E5-078B-D527-EB85E34E9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8" name="Group">
            <a:extLst>
              <a:ext uri="{FF2B5EF4-FFF2-40B4-BE49-F238E27FC236}">
                <a16:creationId xmlns:a16="http://schemas.microsoft.com/office/drawing/2014/main" id="{1AB01AB1-EADC-77A2-A940-2DE69B7ABE8E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10" name="Image" descr="Image">
              <a:extLst>
                <a:ext uri="{FF2B5EF4-FFF2-40B4-BE49-F238E27FC236}">
                  <a16:creationId xmlns:a16="http://schemas.microsoft.com/office/drawing/2014/main" id="{3B174F11-D671-E0EF-C5C9-332FF7B2255D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2" name="Image" descr="Image">
              <a:extLst>
                <a:ext uri="{FF2B5EF4-FFF2-40B4-BE49-F238E27FC236}">
                  <a16:creationId xmlns:a16="http://schemas.microsoft.com/office/drawing/2014/main" id="{B2D60E6B-CEFB-1201-1ABC-A47A5C6DEDA7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4" name="Image" descr="Image">
              <a:extLst>
                <a:ext uri="{FF2B5EF4-FFF2-40B4-BE49-F238E27FC236}">
                  <a16:creationId xmlns:a16="http://schemas.microsoft.com/office/drawing/2014/main" id="{3ECE39F8-02C5-64A7-9AC5-4BDC8C44E368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3811012248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ntent typ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">
            <a:extLst>
              <a:ext uri="{FF2B5EF4-FFF2-40B4-BE49-F238E27FC236}">
                <a16:creationId xmlns:a16="http://schemas.microsoft.com/office/drawing/2014/main" id="{6D051288-6E3E-A95D-1377-4372C7DC1C4F}"/>
              </a:ext>
            </a:extLst>
          </p:cNvPr>
          <p:cNvSpPr/>
          <p:nvPr userDrawn="1"/>
        </p:nvSpPr>
        <p:spPr>
          <a:xfrm>
            <a:off x="0" y="2360348"/>
            <a:ext cx="24384000" cy="11436178"/>
          </a:xfrm>
          <a:prstGeom prst="rect">
            <a:avLst/>
          </a:prstGeom>
          <a:gradFill>
            <a:gsLst>
              <a:gs pos="0">
                <a:srgbClr val="F15A24"/>
              </a:gs>
              <a:gs pos="100000">
                <a:srgbClr val="F8A036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23" name="Picture Placeholder 3">
            <a:extLst>
              <a:ext uri="{FF2B5EF4-FFF2-40B4-BE49-F238E27FC236}">
                <a16:creationId xmlns:a16="http://schemas.microsoft.com/office/drawing/2014/main" id="{4D652F67-94A0-0840-AE16-55B87BEAF320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2167377" y="4120517"/>
            <a:ext cx="9469197" cy="8568593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6A7F952E-8DC5-6A79-9AE3-813B3AE4D1F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2747867" y="6462508"/>
            <a:ext cx="8024838" cy="6226602"/>
          </a:xfrm>
        </p:spPr>
        <p:txBody>
          <a:bodyPr>
            <a:noAutofit/>
          </a:bodyPr>
          <a:lstStyle>
            <a:lvl1pPr marL="0" indent="0">
              <a:buNone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5">
            <a:extLst>
              <a:ext uri="{FF2B5EF4-FFF2-40B4-BE49-F238E27FC236}">
                <a16:creationId xmlns:a16="http://schemas.microsoft.com/office/drawing/2014/main" id="{BA033C1D-E65C-08C9-F39B-80EFE57D65D8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2747428" y="4115640"/>
            <a:ext cx="8024812" cy="1968425"/>
          </a:xfrm>
        </p:spPr>
        <p:txBody>
          <a:bodyPr>
            <a:normAutofit/>
          </a:bodyPr>
          <a:lstStyle>
            <a:lvl1pPr marL="0" indent="0">
              <a:buNone/>
              <a:defRPr sz="4400">
                <a:solidFill>
                  <a:schemeClr val="bg1"/>
                </a:solidFill>
              </a:defRPr>
            </a:lvl1pPr>
            <a:lvl5pPr marL="2438400" indent="0" algn="l">
              <a:buFont typeface="Arial" panose="020B0604020202020204" pitchFamily="34" charset="0"/>
              <a:buNone/>
              <a:defRPr sz="4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079C9F5-AAFF-0002-246E-C6EBF2351B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6" name="Group">
            <a:extLst>
              <a:ext uri="{FF2B5EF4-FFF2-40B4-BE49-F238E27FC236}">
                <a16:creationId xmlns:a16="http://schemas.microsoft.com/office/drawing/2014/main" id="{19954499-52C9-37B8-CE68-E31F97D9B97E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8" name="Image" descr="Image">
              <a:extLst>
                <a:ext uri="{FF2B5EF4-FFF2-40B4-BE49-F238E27FC236}">
                  <a16:creationId xmlns:a16="http://schemas.microsoft.com/office/drawing/2014/main" id="{1827E7EE-F7D7-B912-1873-48F271C754A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9" name="Image" descr="Image">
              <a:extLst>
                <a:ext uri="{FF2B5EF4-FFF2-40B4-BE49-F238E27FC236}">
                  <a16:creationId xmlns:a16="http://schemas.microsoft.com/office/drawing/2014/main" id="{97CC2254-DB2F-2222-3ACB-0F4D49DF246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0" name="Image" descr="Image">
              <a:extLst>
                <a:ext uri="{FF2B5EF4-FFF2-40B4-BE49-F238E27FC236}">
                  <a16:creationId xmlns:a16="http://schemas.microsoft.com/office/drawing/2014/main" id="{1DEA3358-B0D8-2D88-2DDF-CD2824CEACE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1134045232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iz layou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">
            <a:extLst>
              <a:ext uri="{FF2B5EF4-FFF2-40B4-BE49-F238E27FC236}">
                <a16:creationId xmlns:a16="http://schemas.microsoft.com/office/drawing/2014/main" id="{FABE8965-C5C7-9C39-4D77-41321DCB42C7}"/>
              </a:ext>
            </a:extLst>
          </p:cNvPr>
          <p:cNvSpPr/>
          <p:nvPr userDrawn="1"/>
        </p:nvSpPr>
        <p:spPr>
          <a:xfrm>
            <a:off x="0" y="2360348"/>
            <a:ext cx="24384000" cy="11436178"/>
          </a:xfrm>
          <a:prstGeom prst="rect">
            <a:avLst/>
          </a:prstGeom>
          <a:gradFill>
            <a:gsLst>
              <a:gs pos="0">
                <a:srgbClr val="F15A24"/>
              </a:gs>
              <a:gs pos="100000">
                <a:srgbClr val="F8A036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4" name="Round Same Side Corner Rectangle 3">
            <a:extLst>
              <a:ext uri="{FF2B5EF4-FFF2-40B4-BE49-F238E27FC236}">
                <a16:creationId xmlns:a16="http://schemas.microsoft.com/office/drawing/2014/main" id="{FA29A0C7-63A9-37AE-C36E-28D29DB1FC0C}"/>
              </a:ext>
            </a:extLst>
          </p:cNvPr>
          <p:cNvSpPr/>
          <p:nvPr userDrawn="1"/>
        </p:nvSpPr>
        <p:spPr>
          <a:xfrm>
            <a:off x="2124334" y="5228017"/>
            <a:ext cx="7712393" cy="8605898"/>
          </a:xfrm>
          <a:prstGeom prst="round2SameRect">
            <a:avLst>
              <a:gd name="adj1" fmla="val 7123"/>
              <a:gd name="adj2" fmla="val 0"/>
            </a:avLst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00BFA553-2EAA-7D5D-66A4-3CB0B3039A4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594247" y="7248019"/>
            <a:ext cx="6817382" cy="6226602"/>
          </a:xfrm>
        </p:spPr>
        <p:txBody>
          <a:bodyPr>
            <a:noAutofit/>
          </a:bodyPr>
          <a:lstStyle>
            <a:lvl1pPr marL="0" indent="0">
              <a:buNone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6" name="Graphic 5" descr="Help with solid fill">
            <a:extLst>
              <a:ext uri="{FF2B5EF4-FFF2-40B4-BE49-F238E27FC236}">
                <a16:creationId xmlns:a16="http://schemas.microsoft.com/office/drawing/2014/main" id="{5BCC09F5-BEFD-455C-0F2F-F18D468EC78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594247" y="5468810"/>
            <a:ext cx="1427671" cy="1427671"/>
          </a:xfrm>
          <a:prstGeom prst="rect">
            <a:avLst/>
          </a:prstGeom>
        </p:spPr>
      </p:pic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7A5EDB33-736C-0AA5-C7CD-BDFF535E7A9C}"/>
              </a:ext>
            </a:extLst>
          </p:cNvPr>
          <p:cNvSpPr/>
          <p:nvPr userDrawn="1"/>
        </p:nvSpPr>
        <p:spPr>
          <a:xfrm>
            <a:off x="11485756" y="5237573"/>
            <a:ext cx="11731083" cy="1080000"/>
          </a:xfrm>
          <a:prstGeom prst="roundRect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9A29247D-C253-CBDD-13EE-F16B85217807}"/>
              </a:ext>
            </a:extLst>
          </p:cNvPr>
          <p:cNvSpPr/>
          <p:nvPr userDrawn="1"/>
        </p:nvSpPr>
        <p:spPr>
          <a:xfrm>
            <a:off x="11485756" y="6937152"/>
            <a:ext cx="11731083" cy="1080000"/>
          </a:xfrm>
          <a:prstGeom prst="roundRect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640D50B7-0BFF-E456-7675-C96913EC6D02}"/>
              </a:ext>
            </a:extLst>
          </p:cNvPr>
          <p:cNvSpPr/>
          <p:nvPr userDrawn="1"/>
        </p:nvSpPr>
        <p:spPr>
          <a:xfrm>
            <a:off x="11485756" y="8615938"/>
            <a:ext cx="11731083" cy="1080000"/>
          </a:xfrm>
          <a:prstGeom prst="roundRect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A4EB9AD0-97D9-EA55-1897-8E787ACA18AD}"/>
              </a:ext>
            </a:extLst>
          </p:cNvPr>
          <p:cNvSpPr/>
          <p:nvPr userDrawn="1"/>
        </p:nvSpPr>
        <p:spPr>
          <a:xfrm>
            <a:off x="11485756" y="10294724"/>
            <a:ext cx="11731083" cy="1080000"/>
          </a:xfrm>
          <a:prstGeom prst="roundRect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1FE4A142-7345-2F27-77AC-6B8D7F3BB8F0}"/>
              </a:ext>
            </a:extLst>
          </p:cNvPr>
          <p:cNvSpPr/>
          <p:nvPr userDrawn="1"/>
        </p:nvSpPr>
        <p:spPr>
          <a:xfrm>
            <a:off x="11485756" y="11973510"/>
            <a:ext cx="11731083" cy="1080000"/>
          </a:xfrm>
          <a:prstGeom prst="roundRect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24" name="Text Placeholder 5">
            <a:extLst>
              <a:ext uri="{FF2B5EF4-FFF2-40B4-BE49-F238E27FC236}">
                <a16:creationId xmlns:a16="http://schemas.microsoft.com/office/drawing/2014/main" id="{8ED258EB-0A79-0CC4-9AC5-E5BB65095D9B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1936252" y="5570897"/>
            <a:ext cx="10801828" cy="468000"/>
          </a:xfrm>
        </p:spPr>
        <p:txBody>
          <a:bodyPr>
            <a:noAutofit/>
          </a:bodyPr>
          <a:lstStyle>
            <a:lvl1pPr marL="0" indent="0">
              <a:buNone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5">
            <a:extLst>
              <a:ext uri="{FF2B5EF4-FFF2-40B4-BE49-F238E27FC236}">
                <a16:creationId xmlns:a16="http://schemas.microsoft.com/office/drawing/2014/main" id="{D7D34A3F-BE3B-171A-71BC-2F827D2C4C8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11936252" y="7270476"/>
            <a:ext cx="10801828" cy="468000"/>
          </a:xfrm>
        </p:spPr>
        <p:txBody>
          <a:bodyPr>
            <a:noAutofit/>
          </a:bodyPr>
          <a:lstStyle>
            <a:lvl1pPr marL="0" indent="0">
              <a:buNone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5">
            <a:extLst>
              <a:ext uri="{FF2B5EF4-FFF2-40B4-BE49-F238E27FC236}">
                <a16:creationId xmlns:a16="http://schemas.microsoft.com/office/drawing/2014/main" id="{3421587F-10AC-7EBE-6901-E1BA33DF8AE1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11936252" y="8949262"/>
            <a:ext cx="10801828" cy="468000"/>
          </a:xfrm>
        </p:spPr>
        <p:txBody>
          <a:bodyPr>
            <a:noAutofit/>
          </a:bodyPr>
          <a:lstStyle>
            <a:lvl1pPr marL="0" indent="0">
              <a:buNone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5">
            <a:extLst>
              <a:ext uri="{FF2B5EF4-FFF2-40B4-BE49-F238E27FC236}">
                <a16:creationId xmlns:a16="http://schemas.microsoft.com/office/drawing/2014/main" id="{B1FF3B0B-6113-DB9F-2F3C-96810CE90162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11936252" y="10628048"/>
            <a:ext cx="10801828" cy="468000"/>
          </a:xfrm>
        </p:spPr>
        <p:txBody>
          <a:bodyPr>
            <a:noAutofit/>
          </a:bodyPr>
          <a:lstStyle>
            <a:lvl1pPr marL="0" indent="0">
              <a:buNone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Text Placeholder 5">
            <a:extLst>
              <a:ext uri="{FF2B5EF4-FFF2-40B4-BE49-F238E27FC236}">
                <a16:creationId xmlns:a16="http://schemas.microsoft.com/office/drawing/2014/main" id="{1B78CB5C-262B-068C-9251-A2C3C592CF45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11936252" y="12306834"/>
            <a:ext cx="10801828" cy="468000"/>
          </a:xfrm>
        </p:spPr>
        <p:txBody>
          <a:bodyPr>
            <a:noAutofit/>
          </a:bodyPr>
          <a:lstStyle>
            <a:lvl1pPr marL="0" indent="0">
              <a:buNone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F9AF533-B5F6-1F4C-DB2A-D5C619F697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9" name="Group">
            <a:extLst>
              <a:ext uri="{FF2B5EF4-FFF2-40B4-BE49-F238E27FC236}">
                <a16:creationId xmlns:a16="http://schemas.microsoft.com/office/drawing/2014/main" id="{CACAE48A-1410-60E4-FCE8-EBA95AD9A7D1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10" name="Image" descr="Image">
              <a:extLst>
                <a:ext uri="{FF2B5EF4-FFF2-40B4-BE49-F238E27FC236}">
                  <a16:creationId xmlns:a16="http://schemas.microsoft.com/office/drawing/2014/main" id="{835D3321-F5AB-7B39-240A-709C3EABC96A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1" name="Image" descr="Image">
              <a:extLst>
                <a:ext uri="{FF2B5EF4-FFF2-40B4-BE49-F238E27FC236}">
                  <a16:creationId xmlns:a16="http://schemas.microsoft.com/office/drawing/2014/main" id="{9A5045C5-E6D9-0C02-A60D-808D1A46D9CC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2" name="Image" descr="Image">
              <a:extLst>
                <a:ext uri="{FF2B5EF4-FFF2-40B4-BE49-F238E27FC236}">
                  <a16:creationId xmlns:a16="http://schemas.microsoft.com/office/drawing/2014/main" id="{5C378790-9194-7CF7-64F2-DCDC541DE747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1151361529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 typ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BG Slide-01.jpg" descr="BG Slide-01.jpg">
            <a:extLst>
              <a:ext uri="{FF2B5EF4-FFF2-40B4-BE49-F238E27FC236}">
                <a16:creationId xmlns:a16="http://schemas.microsoft.com/office/drawing/2014/main" id="{EB456242-AA88-DF45-9244-298FA0B8369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8" name="UNIVERSITAS BINA NUSANTARA">
            <a:extLst>
              <a:ext uri="{FF2B5EF4-FFF2-40B4-BE49-F238E27FC236}">
                <a16:creationId xmlns:a16="http://schemas.microsoft.com/office/drawing/2014/main" id="{1D553A28-04FA-E944-90CB-BDB2AEBEA300}"/>
              </a:ext>
            </a:extLst>
          </p:cNvPr>
          <p:cNvSpPr txBox="1"/>
          <p:nvPr userDrawn="1"/>
        </p:nvSpPr>
        <p:spPr>
          <a:xfrm>
            <a:off x="9823213" y="8366096"/>
            <a:ext cx="4727256" cy="3010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0" tIns="0" rIns="0" bIns="0">
            <a:spAutoFit/>
          </a:bodyPr>
          <a:lstStyle/>
          <a:p>
            <a:pPr algn="l" defTabSz="821531">
              <a:lnSpc>
                <a:spcPct val="80000"/>
              </a:lnSpc>
              <a:defRPr sz="3600">
                <a:solidFill>
                  <a:srgbClr val="FFFFFF"/>
                </a:solidFill>
                <a:latin typeface="Open Sans Light"/>
                <a:ea typeface="Open Sans Light"/>
                <a:cs typeface="Open Sans Light"/>
                <a:sym typeface="Open Sans"/>
              </a:defRPr>
            </a:pPr>
            <a:r>
              <a:rPr sz="2400" dirty="0"/>
              <a:t>UNIVERSITAS</a:t>
            </a:r>
            <a:r>
              <a:rPr sz="2400" b="1" dirty="0"/>
              <a:t> BINA NUSANTARA</a:t>
            </a:r>
          </a:p>
        </p:txBody>
      </p:sp>
      <p:sp>
        <p:nvSpPr>
          <p:cNvPr id="9" name="Rounded Rectangle">
            <a:extLst>
              <a:ext uri="{FF2B5EF4-FFF2-40B4-BE49-F238E27FC236}">
                <a16:creationId xmlns:a16="http://schemas.microsoft.com/office/drawing/2014/main" id="{A398922F-A33B-3C44-AAA1-709DF0A7FE30}"/>
              </a:ext>
            </a:extLst>
          </p:cNvPr>
          <p:cNvSpPr/>
          <p:nvPr userDrawn="1"/>
        </p:nvSpPr>
        <p:spPr>
          <a:xfrm>
            <a:off x="11684000" y="9025087"/>
            <a:ext cx="1016000" cy="88901"/>
          </a:xfrm>
          <a:prstGeom prst="roundRect">
            <a:avLst>
              <a:gd name="adj" fmla="val 50000"/>
            </a:avLst>
          </a:prstGeom>
          <a:solidFill>
            <a:srgbClr val="F08700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13" name="Body Level One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201342" y="7438335"/>
            <a:ext cx="21971001" cy="864672"/>
          </a:xfrm>
          <a:prstGeom prst="rect">
            <a:avLst/>
          </a:prstGeom>
        </p:spPr>
        <p:txBody>
          <a:bodyPr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kumimoji="0" sz="5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5pPr>
          </a:lstStyle>
          <a:p>
            <a:r>
              <a:rPr dirty="0"/>
              <a:t>Presentation </a:t>
            </a:r>
            <a:r>
              <a:rPr lang="en-US" dirty="0"/>
              <a:t>TITLE</a:t>
            </a:r>
            <a:endParaRPr dirty="0"/>
          </a:p>
        </p:txBody>
      </p:sp>
      <p:sp>
        <p:nvSpPr>
          <p:cNvPr id="18" name="Presentation Title">
            <a:extLst>
              <a:ext uri="{FF2B5EF4-FFF2-40B4-BE49-F238E27FC236}">
                <a16:creationId xmlns:a16="http://schemas.microsoft.com/office/drawing/2014/main" id="{15CBFADB-E6B3-9B4E-8320-314E3790EC2E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1206496" y="3058757"/>
            <a:ext cx="21971004" cy="3746281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kumimoji="0" sz="12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lang="en-US" dirty="0"/>
              <a:t>THANK YOU message</a:t>
            </a:r>
            <a:endParaRPr dirty="0"/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9973D83C-1488-3E4C-B9DF-5608E0394C0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075574" y="9486762"/>
            <a:ext cx="6222535" cy="358278"/>
          </a:xfrm>
        </p:spPr>
        <p:txBody>
          <a:bodyPr>
            <a:normAutofit/>
          </a:bodyPr>
          <a:lstStyle>
            <a:lvl1pPr marL="0" indent="0" algn="ctr">
              <a:buNone/>
              <a:defRPr kumimoji="0" lang="en-US" sz="20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pPr lvl="0"/>
            <a:r>
              <a:rPr kumimoji="0" lang="en-US" sz="20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rPr>
              <a:t>MONTH YEAR</a:t>
            </a:r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EBE46FE-17DA-131C-25CA-513E1EB2D6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0918512" y="758208"/>
            <a:ext cx="2698754" cy="1143002"/>
          </a:xfrm>
          <a:prstGeom prst="rect">
            <a:avLst/>
          </a:prstGeom>
        </p:spPr>
      </p:pic>
      <p:pic>
        <p:nvPicPr>
          <p:cNvPr id="4" name="Image" descr="Image">
            <a:extLst>
              <a:ext uri="{FF2B5EF4-FFF2-40B4-BE49-F238E27FC236}">
                <a16:creationId xmlns:a16="http://schemas.microsoft.com/office/drawing/2014/main" id="{49D08008-1FC5-26A6-E9A3-347420006839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66734" y="758207"/>
            <a:ext cx="1914949" cy="11430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2273209878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 typ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BG Slide-01.jpg" descr="BG Slide-01.jpg">
            <a:extLst>
              <a:ext uri="{FF2B5EF4-FFF2-40B4-BE49-F238E27FC236}">
                <a16:creationId xmlns:a16="http://schemas.microsoft.com/office/drawing/2014/main" id="{EB456242-AA88-DF45-9244-298FA0B8369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10" name="Rectangle">
            <a:extLst>
              <a:ext uri="{FF2B5EF4-FFF2-40B4-BE49-F238E27FC236}">
                <a16:creationId xmlns:a16="http://schemas.microsoft.com/office/drawing/2014/main" id="{BE73ECD8-9761-904C-83FC-7C21B825FC86}"/>
              </a:ext>
            </a:extLst>
          </p:cNvPr>
          <p:cNvSpPr/>
          <p:nvPr userDrawn="1"/>
        </p:nvSpPr>
        <p:spPr>
          <a:xfrm>
            <a:off x="0" y="0"/>
            <a:ext cx="24384000" cy="13716000"/>
          </a:xfrm>
          <a:prstGeom prst="rect">
            <a:avLst/>
          </a:prstGeom>
          <a:gradFill>
            <a:gsLst>
              <a:gs pos="0">
                <a:srgbClr val="2670B8"/>
              </a:gs>
              <a:gs pos="100000">
                <a:srgbClr val="2258A7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9" name="Rounded Rectangle">
            <a:extLst>
              <a:ext uri="{FF2B5EF4-FFF2-40B4-BE49-F238E27FC236}">
                <a16:creationId xmlns:a16="http://schemas.microsoft.com/office/drawing/2014/main" id="{A398922F-A33B-3C44-AAA1-709DF0A7FE30}"/>
              </a:ext>
            </a:extLst>
          </p:cNvPr>
          <p:cNvSpPr/>
          <p:nvPr userDrawn="1"/>
        </p:nvSpPr>
        <p:spPr>
          <a:xfrm>
            <a:off x="11684000" y="9025087"/>
            <a:ext cx="1016000" cy="88901"/>
          </a:xfrm>
          <a:prstGeom prst="roundRect">
            <a:avLst>
              <a:gd name="adj" fmla="val 50000"/>
            </a:avLst>
          </a:prstGeom>
          <a:solidFill>
            <a:srgbClr val="F08700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13" name="Body Level One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201342" y="7438335"/>
            <a:ext cx="21971001" cy="864672"/>
          </a:xfrm>
          <a:prstGeom prst="rect">
            <a:avLst/>
          </a:prstGeom>
        </p:spPr>
        <p:txBody>
          <a:bodyPr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kumimoji="0" sz="5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5pPr>
          </a:lstStyle>
          <a:p>
            <a:r>
              <a:rPr dirty="0"/>
              <a:t>Presentation </a:t>
            </a:r>
            <a:r>
              <a:rPr lang="en-US" dirty="0"/>
              <a:t>TITLE</a:t>
            </a:r>
            <a:endParaRPr dirty="0"/>
          </a:p>
        </p:txBody>
      </p:sp>
      <p:sp>
        <p:nvSpPr>
          <p:cNvPr id="18" name="Presentation Title">
            <a:extLst>
              <a:ext uri="{FF2B5EF4-FFF2-40B4-BE49-F238E27FC236}">
                <a16:creationId xmlns:a16="http://schemas.microsoft.com/office/drawing/2014/main" id="{15CBFADB-E6B3-9B4E-8320-314E3790EC2E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1206496" y="3058757"/>
            <a:ext cx="21971004" cy="3746281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kumimoji="0" sz="12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lang="en-US"/>
              <a:t>THANK YOU message</a:t>
            </a:r>
            <a:endParaRPr/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9973D83C-1488-3E4C-B9DF-5608E0394C0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075574" y="9486762"/>
            <a:ext cx="6222535" cy="358278"/>
          </a:xfrm>
        </p:spPr>
        <p:txBody>
          <a:bodyPr>
            <a:normAutofit/>
          </a:bodyPr>
          <a:lstStyle>
            <a:lvl1pPr marL="0" indent="0" algn="ctr">
              <a:buNone/>
              <a:defRPr kumimoji="0" lang="en-US" sz="20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pPr lvl="0"/>
            <a:r>
              <a:rPr kumimoji="0" lang="en-US" sz="20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rPr>
              <a:t>MONTH YEAR</a:t>
            </a:r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5851190-1E16-8731-05F7-9E415A2E72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0918512" y="758208"/>
            <a:ext cx="2698754" cy="1143002"/>
          </a:xfrm>
          <a:prstGeom prst="rect">
            <a:avLst/>
          </a:prstGeom>
        </p:spPr>
      </p:pic>
      <p:pic>
        <p:nvPicPr>
          <p:cNvPr id="4" name="Image" descr="Image">
            <a:extLst>
              <a:ext uri="{FF2B5EF4-FFF2-40B4-BE49-F238E27FC236}">
                <a16:creationId xmlns:a16="http://schemas.microsoft.com/office/drawing/2014/main" id="{16478055-4CD9-7AD2-1E0C-062019F0D612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66734" y="758207"/>
            <a:ext cx="1914949" cy="11430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2109941728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/>
          <p:cNvSpPr txBox="1">
            <a:spLocks noGrp="1"/>
          </p:cNvSpPr>
          <p:nvPr>
            <p:ph type="title" hasCustomPrompt="1"/>
          </p:nvPr>
        </p:nvSpPr>
        <p:spPr>
          <a:xfrm>
            <a:off x="1206500" y="1079500"/>
            <a:ext cx="21971000" cy="14331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>
            <a:normAutofit/>
          </a:bodyPr>
          <a:lstStyle/>
          <a:p>
            <a:r>
              <a:rPr dirty="0"/>
              <a:t>Slide Title</a:t>
            </a:r>
          </a:p>
        </p:txBody>
      </p:sp>
      <p:sp>
        <p:nvSpPr>
          <p:cNvPr id="3" name="Body Level One…"/>
          <p:cNvSpPr txBox="1">
            <a:spLocks noGrp="1"/>
          </p:cNvSpPr>
          <p:nvPr>
            <p:ph type="body" idx="1" hasCustomPrompt="1"/>
          </p:nvPr>
        </p:nvSpPr>
        <p:spPr>
          <a:xfrm>
            <a:off x="1206500" y="4248504"/>
            <a:ext cx="21971000" cy="82560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>
            <a:normAutofit/>
          </a:bodyPr>
          <a:lstStyle/>
          <a:p>
            <a:r>
              <a:rPr dirty="0"/>
              <a:t>Slide bullet text</a:t>
            </a:r>
          </a:p>
          <a:p>
            <a:pPr lvl="1"/>
            <a:endParaRPr dirty="0"/>
          </a:p>
          <a:p>
            <a:pPr lvl="2"/>
            <a:endParaRPr dirty="0"/>
          </a:p>
          <a:p>
            <a:pPr lvl="3"/>
            <a:endParaRPr dirty="0"/>
          </a:p>
          <a:p>
            <a:pPr lvl="4"/>
            <a:endParaRPr dirty="0"/>
          </a:p>
        </p:txBody>
      </p:sp>
      <p:sp>
        <p:nvSpPr>
          <p:cNvPr id="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989384" y="13076008"/>
            <a:ext cx="392736" cy="379591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b">
            <a:spAutoFit/>
          </a:bodyPr>
          <a:lstStyle>
            <a:lvl1pPr defTabSz="584200">
              <a:defRPr sz="1800">
                <a:solidFill>
                  <a:srgbClr val="000000"/>
                </a:solidFill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</a:defRPr>
            </a:lvl1pPr>
          </a:lstStyle>
          <a:p>
            <a:fld id="{86CB4B4D-7CA3-9044-876B-883B54F8677D}" type="slidenum">
              <a:rPr lang="en-ID"/>
              <a:pPr/>
              <a:t>‹#›</a:t>
            </a:fld>
            <a:endParaRPr lang="en-ID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2" r:id="rId1"/>
    <p:sldLayoutId id="2147483666" r:id="rId2"/>
    <p:sldLayoutId id="2147483682" r:id="rId3"/>
    <p:sldLayoutId id="2147483673" r:id="rId4"/>
    <p:sldLayoutId id="2147483674" r:id="rId5"/>
    <p:sldLayoutId id="2147483675" r:id="rId6"/>
    <p:sldLayoutId id="2147483676" r:id="rId7"/>
    <p:sldLayoutId id="2147483677" r:id="rId8"/>
    <p:sldLayoutId id="2147483678" r:id="rId9"/>
    <p:sldLayoutId id="2147483679" r:id="rId10"/>
    <p:sldLayoutId id="2147483684" r:id="rId11"/>
    <p:sldLayoutId id="2147483667" r:id="rId12"/>
    <p:sldLayoutId id="2147483668" r:id="rId13"/>
    <p:sldLayoutId id="2147483685" r:id="rId14"/>
    <p:sldLayoutId id="2147483669" r:id="rId15"/>
    <p:sldLayoutId id="2147483683" r:id="rId16"/>
    <p:sldLayoutId id="2147483688" r:id="rId17"/>
    <p:sldLayoutId id="2147483670" r:id="rId18"/>
    <p:sldLayoutId id="2147483687" r:id="rId19"/>
    <p:sldLayoutId id="2147483671" r:id="rId20"/>
    <p:sldLayoutId id="2147483686" r:id="rId21"/>
    <p:sldLayoutId id="2147483680" r:id="rId22"/>
    <p:sldLayoutId id="2147483681" r:id="rId23"/>
  </p:sldLayoutIdLst>
  <p:transition spd="med"/>
  <p:txStyles>
    <p:titleStyle>
      <a:lvl1pPr marL="0" marR="0" indent="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Open Sans Extrabold" panose="020B0606030504020204" pitchFamily="34" charset="0"/>
          <a:ea typeface="Open Sans Extrabold" panose="020B0606030504020204" pitchFamily="34" charset="0"/>
          <a:cs typeface="Open Sans Extrabold" panose="020B0606030504020204" pitchFamily="34" charset="0"/>
          <a:sym typeface="Helvetica Neue"/>
        </a:defRPr>
      </a:lvl1pPr>
      <a:lvl2pPr marL="0" marR="0" indent="45720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91440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137160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182880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228600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274320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320040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365760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9pPr>
    </p:titleStyle>
    <p:bodyStyle>
      <a:lvl1pPr marL="6096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Open Sans Light" panose="020B0606030504020204" pitchFamily="34" charset="0"/>
          <a:ea typeface="Open Sans Light" panose="020B0606030504020204" pitchFamily="34" charset="0"/>
          <a:cs typeface="Open Sans Light" panose="020B0606030504020204" pitchFamily="34" charset="0"/>
          <a:sym typeface="Helvetica Neue"/>
        </a:defRPr>
      </a:lvl1pPr>
      <a:lvl2pPr marL="12192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Open Sans Light" panose="020B0606030504020204" pitchFamily="34" charset="0"/>
          <a:ea typeface="Open Sans Light" panose="020B0606030504020204" pitchFamily="34" charset="0"/>
          <a:cs typeface="Open Sans Light" panose="020B0606030504020204" pitchFamily="34" charset="0"/>
          <a:sym typeface="Helvetica Neue"/>
        </a:defRPr>
      </a:lvl2pPr>
      <a:lvl3pPr marL="18288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Open Sans Light" panose="020B0606030504020204" pitchFamily="34" charset="0"/>
          <a:ea typeface="Open Sans Light" panose="020B0606030504020204" pitchFamily="34" charset="0"/>
          <a:cs typeface="Open Sans Light" panose="020B0606030504020204" pitchFamily="34" charset="0"/>
          <a:sym typeface="Helvetica Neue"/>
        </a:defRPr>
      </a:lvl3pPr>
      <a:lvl4pPr marL="24384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Open Sans Light" panose="020B0606030504020204" pitchFamily="34" charset="0"/>
          <a:ea typeface="Open Sans Light" panose="020B0606030504020204" pitchFamily="34" charset="0"/>
          <a:cs typeface="Open Sans Light" panose="020B0606030504020204" pitchFamily="34" charset="0"/>
          <a:sym typeface="Helvetica Neue"/>
        </a:defRPr>
      </a:lvl4pPr>
      <a:lvl5pPr marL="30480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Open Sans Light" panose="020B0606030504020204" pitchFamily="34" charset="0"/>
          <a:ea typeface="Open Sans Light" panose="020B0606030504020204" pitchFamily="34" charset="0"/>
          <a:cs typeface="Open Sans Light" panose="020B0606030504020204" pitchFamily="34" charset="0"/>
          <a:sym typeface="Helvetica Neue"/>
        </a:defRPr>
      </a:lvl5pPr>
      <a:lvl6pPr marL="36576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6pPr>
      <a:lvl7pPr marL="42672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7pPr>
      <a:lvl8pPr marL="48768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8pPr>
      <a:lvl9pPr marL="54864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9pPr>
    </p:bodyStyle>
    <p:otherStyle>
      <a:lvl1pPr marL="0" marR="0" indent="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45720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91440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137160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182880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228600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274320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320040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365760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50F9371B-F92F-AED8-457A-F4BAE6779B8C}"/>
              </a:ext>
            </a:extLst>
          </p:cNvPr>
          <p:cNvSpPr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r>
              <a:rPr lang="en-US" dirty="0"/>
              <a:t>Session 13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5C0E2BF-BBBC-BF27-4255-C5149D1931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Project Discussion I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19DA326-32BB-7EBF-F49C-D0308881B79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9543550" y="11538583"/>
            <a:ext cx="5286583" cy="745888"/>
          </a:xfrm>
        </p:spPr>
        <p:txBody>
          <a:bodyPr/>
          <a:lstStyle/>
          <a:p>
            <a:r>
              <a:rPr lang="en-US" dirty="0"/>
              <a:t>Henry Lucky, </a:t>
            </a:r>
            <a:r>
              <a:rPr lang="en-US" dirty="0" err="1"/>
              <a:t>S.Kom</a:t>
            </a:r>
            <a:r>
              <a:rPr lang="en-US" dirty="0"/>
              <a:t>., </a:t>
            </a:r>
            <a:r>
              <a:rPr lang="en-US" dirty="0" err="1"/>
              <a:t>M.Kom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205779256"/>
      </p:ext>
    </p:extLst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3EE913-EE39-C321-5882-05A506DB34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Learning Outcomes</a:t>
            </a:r>
            <a:endParaRPr lang="en-ID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002D373-5BC5-C51D-92C2-C090C385786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ID" dirty="0"/>
              <a:t>Session 13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B426B6-A02E-F758-7A2B-554FFF354A1A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ID" dirty="0"/>
              <a:t>At the end of this session, students will be able to:</a:t>
            </a:r>
          </a:p>
          <a:p>
            <a:r>
              <a:rPr lang="en-ID" dirty="0"/>
              <a:t>LO 1: Describe the concept of the intelligent agent and Artificial Intelligence   </a:t>
            </a:r>
          </a:p>
          <a:p>
            <a:r>
              <a:rPr lang="en-ID" dirty="0"/>
              <a:t>LO 2: Apply various search algorithms for agents to solve problems  </a:t>
            </a:r>
          </a:p>
          <a:p>
            <a:r>
              <a:rPr lang="en-ID" dirty="0"/>
              <a:t>LO 3: Apply various knowledge representations for reasoning purpose  </a:t>
            </a:r>
          </a:p>
          <a:p>
            <a:r>
              <a:rPr lang="en-ID" dirty="0"/>
              <a:t>LO 4: Apply various techniques to an agent when acting under uncertainty  </a:t>
            </a:r>
          </a:p>
        </p:txBody>
      </p:sp>
    </p:spTree>
    <p:extLst>
      <p:ext uri="{BB962C8B-B14F-4D97-AF65-F5344CB8AC3E}">
        <p14:creationId xmlns:p14="http://schemas.microsoft.com/office/powerpoint/2010/main" val="2766454393"/>
      </p:ext>
    </p:extLst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3EE913-EE39-C321-5882-05A506DB34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outline</a:t>
            </a:r>
            <a:endParaRPr lang="en-ID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002D373-5BC5-C51D-92C2-C090C385786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ID" dirty="0"/>
              <a:t>Session 13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B426B6-A02E-F758-7A2B-554FFF354A1A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>
            <a:normAutofit/>
          </a:bodyPr>
          <a:lstStyle/>
          <a:p>
            <a:r>
              <a:rPr lang="en-ID" dirty="0"/>
              <a:t>Project Discussion</a:t>
            </a:r>
          </a:p>
          <a:p>
            <a:endParaRPr lang="en-ID" dirty="0"/>
          </a:p>
          <a:p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1889462471"/>
      </p:ext>
    </p:extLst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D88DD0-8F25-41C3-82BC-B95D592FA9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Project Discussion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3310117-20BB-57E7-3768-D85034AB932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C9A86AB-963C-02BB-CA7E-4AF739BD4A70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r>
              <a:rPr lang="en-US" altLang="en-US" sz="4400" dirty="0"/>
              <a:t>The student explain the progress of proposed project specific to the Artificial Intelligence module.</a:t>
            </a:r>
          </a:p>
          <a:p>
            <a:r>
              <a:rPr lang="en-US" altLang="en-US" sz="4400" dirty="0"/>
              <a:t>The lecturer will give some reviews from technicality and business perspective.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09123665"/>
      </p:ext>
    </p:extLst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8A328C-1B95-C676-8144-17B68BDBF8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D" dirty="0"/>
              <a:t>References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9FD4B36-DB29-EC9E-2767-9ED5EA04575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Session 13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FC03F54-B3BC-80AB-98AC-C3ABDC8D86EE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7377" y="3260663"/>
            <a:ext cx="20149698" cy="9798111"/>
          </a:xfrm>
        </p:spPr>
        <p:txBody>
          <a:bodyPr>
            <a:normAutofit/>
          </a:bodyPr>
          <a:lstStyle/>
          <a:p>
            <a:pPr>
              <a:spcBef>
                <a:spcPts val="600"/>
              </a:spcBef>
            </a:pPr>
            <a:r>
              <a:rPr lang="en-US" sz="4000" dirty="0">
                <a:latin typeface="+mj-lt"/>
              </a:rPr>
              <a:t>-</a:t>
            </a:r>
            <a:endParaRPr lang="en-US" sz="4000" dirty="0"/>
          </a:p>
        </p:txBody>
      </p:sp>
    </p:spTree>
    <p:extLst>
      <p:ext uri="{BB962C8B-B14F-4D97-AF65-F5344CB8AC3E}">
        <p14:creationId xmlns:p14="http://schemas.microsoft.com/office/powerpoint/2010/main" val="3774771954"/>
      </p:ext>
    </p:extLst>
  </p:cSld>
  <p:clrMapOvr>
    <a:masterClrMapping/>
  </p:clrMapOvr>
  <p:transition spd="med"/>
</p:sld>
</file>

<file path=ppt/theme/theme1.xml><?xml version="1.0" encoding="utf-8"?>
<a:theme xmlns:a="http://schemas.openxmlformats.org/drawingml/2006/main" name="21_BasicWhite">
  <a:themeElements>
    <a:clrScheme name="21_BasicWhite">
      <a:dk1>
        <a:srgbClr val="5E5E5E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Custom 1">
      <a:majorFont>
        <a:latin typeface="Open Sans"/>
        <a:ea typeface=""/>
        <a:cs typeface=""/>
      </a:majorFont>
      <a:minorFont>
        <a:latin typeface="Open Sans"/>
        <a:ea typeface=""/>
        <a:cs typeface="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2438338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2400" b="0" i="0" u="none" strike="noStrike" cap="none" spc="0" normalizeH="0" baseline="0">
            <a:ln>
              <a:noFill/>
            </a:ln>
            <a:solidFill>
              <a:srgbClr val="5E5E5E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  <a:extLst>
    <a:ext uri="{05A4C25C-085E-4340-85A3-A5531E510DB2}">
      <thm15:themeFamily xmlns:thm15="http://schemas.microsoft.com/office/thememl/2012/main" name="BINUS Learning Object Slide Template 2023  -  Read-Only" id="{0B9ADDDE-C7FD-42D8-83B7-6621693F3C5D}" vid="{472DF894-1FEC-4319-A5F3-1F8BDBEC1F3D}"/>
    </a:ext>
  </a:extLst>
</a:theme>
</file>

<file path=ppt/theme/theme2.xml><?xml version="1.0" encoding="utf-8"?>
<a:theme xmlns:a="http://schemas.openxmlformats.org/drawingml/2006/main" name="21_BasicWhite">
  <a:themeElements>
    <a:clrScheme name="21_Basic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21_BasicWhite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2438338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2400" b="0" i="0" u="none" strike="noStrike" cap="none" spc="0" normalizeH="0" baseline="0">
            <a:ln>
              <a:noFill/>
            </a:ln>
            <a:solidFill>
              <a:srgbClr val="5E5E5E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21_BasicWhite</Template>
  <TotalTime>4362</TotalTime>
  <Words>119</Words>
  <Application>Microsoft Office PowerPoint</Application>
  <PresentationFormat>Custom</PresentationFormat>
  <Paragraphs>19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2" baseType="lpstr">
      <vt:lpstr>Open Sans Light</vt:lpstr>
      <vt:lpstr>OCRB</vt:lpstr>
      <vt:lpstr>Open Sans</vt:lpstr>
      <vt:lpstr>Open Sans Semibold</vt:lpstr>
      <vt:lpstr>Arial</vt:lpstr>
      <vt:lpstr>Open Sans ExtraBold</vt:lpstr>
      <vt:lpstr>21_BasicWhite</vt:lpstr>
      <vt:lpstr>Project Discussion I</vt:lpstr>
      <vt:lpstr>Learning Outcomes</vt:lpstr>
      <vt:lpstr>outline</vt:lpstr>
      <vt:lpstr>Project Discussion</vt:lpstr>
      <vt:lpstr>References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HENRY LUCKY</dc:creator>
  <cp:lastModifiedBy>Henry Lucky</cp:lastModifiedBy>
  <cp:revision>55</cp:revision>
  <dcterms:created xsi:type="dcterms:W3CDTF">2023-11-17T02:51:40Z</dcterms:created>
  <dcterms:modified xsi:type="dcterms:W3CDTF">2024-12-27T07:33:42Z</dcterms:modified>
</cp:coreProperties>
</file>