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21"/>
  </p:notesMasterIdLst>
  <p:sldIdLst>
    <p:sldId id="258" r:id="rId2"/>
    <p:sldId id="259" r:id="rId3"/>
    <p:sldId id="262" r:id="rId4"/>
    <p:sldId id="264" r:id="rId5"/>
    <p:sldId id="265" r:id="rId6"/>
    <p:sldId id="266" r:id="rId7"/>
    <p:sldId id="267" r:id="rId8"/>
    <p:sldId id="268" r:id="rId9"/>
    <p:sldId id="269" r:id="rId10"/>
    <p:sldId id="270" r:id="rId11"/>
    <p:sldId id="271" r:id="rId12"/>
    <p:sldId id="273" r:id="rId13"/>
    <p:sldId id="272" r:id="rId14"/>
    <p:sldId id="275" r:id="rId15"/>
    <p:sldId id="274" r:id="rId16"/>
    <p:sldId id="446" r:id="rId17"/>
    <p:sldId id="447" r:id="rId18"/>
    <p:sldId id="263" r:id="rId19"/>
    <p:sldId id="445" r:id="rId20"/>
  </p:sldIdLst>
  <p:sldSz cx="24384000" cy="13716000"/>
  <p:notesSz cx="6858000" cy="9144000"/>
  <p:embeddedFontLst>
    <p:embeddedFont>
      <p:font typeface="OCRB" panose="020B0609020202020204" pitchFamily="49" charset="0"/>
      <p:regular r:id="rId22"/>
    </p:embeddedFont>
    <p:embeddedFont>
      <p:font typeface="Open Sans ExtraBold" panose="020B0906030804020204" pitchFamily="34" charset="0"/>
      <p:bold r:id="rId23"/>
      <p:italic r:id="rId24"/>
      <p:boldItalic r:id="rId25"/>
    </p:embeddedFont>
    <p:embeddedFont>
      <p:font typeface="Open Sans Light" panose="020B0306030504020204" pitchFamily="34" charset="0"/>
      <p:regular r:id="rId26"/>
      <p:italic r:id="rId27"/>
    </p:embeddedFont>
    <p:embeddedFont>
      <p:font typeface="Open Sans Semibold" panose="020B0706030804020204" pitchFamily="34" charset="0"/>
      <p:regular r:id="rId28"/>
      <p:bold r:id="rId29"/>
      <p:italic r:id="rId30"/>
      <p:boldItalic r:id="rId31"/>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14F93"/>
    <a:srgbClr val="F5AF3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95DC2B1-F04E-4523-B3CB-8E2BEE59DE23}" v="10" dt="2024-12-13T14:30:59.845"/>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0654" autoAdjust="0"/>
  </p:normalViewPr>
  <p:slideViewPr>
    <p:cSldViewPr snapToGrid="0" snapToObjects="1">
      <p:cViewPr>
        <p:scale>
          <a:sx n="62" d="100"/>
          <a:sy n="62" d="100"/>
        </p:scale>
        <p:origin x="-941" y="-1181"/>
      </p:cViewPr>
      <p:guideLst>
        <p:guide orient="horz" pos="4320"/>
        <p:guide pos="76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21" Type="http://schemas.openxmlformats.org/officeDocument/2006/relationships/notesMaster" Target="notesMasters/notesMaster1.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r. Santoso Budijono, M.M." userId="bbff4192-f18b-4ea0-9da7-966ec02cbd0b" providerId="ADAL" clId="{B95DC2B1-F04E-4523-B3CB-8E2BEE59DE23}"/>
    <pc:docChg chg="undo custSel addSld delSld modSld sldOrd">
      <pc:chgData name="Ir. Santoso Budijono, M.M." userId="bbff4192-f18b-4ea0-9da7-966ec02cbd0b" providerId="ADAL" clId="{B95DC2B1-F04E-4523-B3CB-8E2BEE59DE23}" dt="2024-12-14T02:11:20.202" v="700" actId="20577"/>
      <pc:docMkLst>
        <pc:docMk/>
      </pc:docMkLst>
      <pc:sldChg chg="modSp mod">
        <pc:chgData name="Ir. Santoso Budijono, M.M." userId="bbff4192-f18b-4ea0-9da7-966ec02cbd0b" providerId="ADAL" clId="{B95DC2B1-F04E-4523-B3CB-8E2BEE59DE23}" dt="2024-12-13T14:00:52.622" v="6" actId="113"/>
        <pc:sldMkLst>
          <pc:docMk/>
          <pc:sldMk cId="1208492461" sldId="259"/>
        </pc:sldMkLst>
        <pc:spChg chg="mod">
          <ac:chgData name="Ir. Santoso Budijono, M.M." userId="bbff4192-f18b-4ea0-9da7-966ec02cbd0b" providerId="ADAL" clId="{B95DC2B1-F04E-4523-B3CB-8E2BEE59DE23}" dt="2024-12-13T14:00:52.622" v="6" actId="113"/>
          <ac:spMkLst>
            <pc:docMk/>
            <pc:sldMk cId="1208492461" sldId="259"/>
            <ac:spMk id="4" creationId="{91F0E055-8210-691C-0EF7-F371DBB1757D}"/>
          </ac:spMkLst>
        </pc:spChg>
      </pc:sldChg>
      <pc:sldChg chg="modSp mod">
        <pc:chgData name="Ir. Santoso Budijono, M.M." userId="bbff4192-f18b-4ea0-9da7-966ec02cbd0b" providerId="ADAL" clId="{B95DC2B1-F04E-4523-B3CB-8E2BEE59DE23}" dt="2024-12-13T14:01:04.184" v="11" actId="14100"/>
        <pc:sldMkLst>
          <pc:docMk/>
          <pc:sldMk cId="2415315432" sldId="262"/>
        </pc:sldMkLst>
        <pc:spChg chg="mod">
          <ac:chgData name="Ir. Santoso Budijono, M.M." userId="bbff4192-f18b-4ea0-9da7-966ec02cbd0b" providerId="ADAL" clId="{B95DC2B1-F04E-4523-B3CB-8E2BEE59DE23}" dt="2024-12-13T14:01:04.184" v="11" actId="14100"/>
          <ac:spMkLst>
            <pc:docMk/>
            <pc:sldMk cId="2415315432" sldId="262"/>
            <ac:spMk id="6" creationId="{45061B4E-80AF-5BB1-066F-9D5B73BF20F7}"/>
          </ac:spMkLst>
        </pc:spChg>
      </pc:sldChg>
      <pc:sldChg chg="modSp mod">
        <pc:chgData name="Ir. Santoso Budijono, M.M." userId="bbff4192-f18b-4ea0-9da7-966ec02cbd0b" providerId="ADAL" clId="{B95DC2B1-F04E-4523-B3CB-8E2BEE59DE23}" dt="2024-12-13T14:01:18.790" v="14" actId="14100"/>
        <pc:sldMkLst>
          <pc:docMk/>
          <pc:sldMk cId="1611776347" sldId="264"/>
        </pc:sldMkLst>
        <pc:spChg chg="mod">
          <ac:chgData name="Ir. Santoso Budijono, M.M." userId="bbff4192-f18b-4ea0-9da7-966ec02cbd0b" providerId="ADAL" clId="{B95DC2B1-F04E-4523-B3CB-8E2BEE59DE23}" dt="2024-12-13T14:01:18.790" v="14" actId="14100"/>
          <ac:spMkLst>
            <pc:docMk/>
            <pc:sldMk cId="1611776347" sldId="264"/>
            <ac:spMk id="5" creationId="{71BF49F1-8CB1-FBC6-E30A-5269A19D0606}"/>
          </ac:spMkLst>
        </pc:spChg>
      </pc:sldChg>
      <pc:sldChg chg="addSp modSp mod">
        <pc:chgData name="Ir. Santoso Budijono, M.M." userId="bbff4192-f18b-4ea0-9da7-966ec02cbd0b" providerId="ADAL" clId="{B95DC2B1-F04E-4523-B3CB-8E2BEE59DE23}" dt="2024-12-13T14:09:16.194" v="114" actId="1076"/>
        <pc:sldMkLst>
          <pc:docMk/>
          <pc:sldMk cId="3535085601" sldId="265"/>
        </pc:sldMkLst>
        <pc:spChg chg="mod">
          <ac:chgData name="Ir. Santoso Budijono, M.M." userId="bbff4192-f18b-4ea0-9da7-966ec02cbd0b" providerId="ADAL" clId="{B95DC2B1-F04E-4523-B3CB-8E2BEE59DE23}" dt="2024-12-13T14:01:25.635" v="16" actId="1076"/>
          <ac:spMkLst>
            <pc:docMk/>
            <pc:sldMk cId="3535085601" sldId="265"/>
            <ac:spMk id="3" creationId="{DD258209-06B9-A0E3-5FF7-9043F5AA796D}"/>
          </ac:spMkLst>
        </pc:spChg>
        <pc:spChg chg="add mod">
          <ac:chgData name="Ir. Santoso Budijono, M.M." userId="bbff4192-f18b-4ea0-9da7-966ec02cbd0b" providerId="ADAL" clId="{B95DC2B1-F04E-4523-B3CB-8E2BEE59DE23}" dt="2024-12-13T14:06:58.812" v="102" actId="13926"/>
          <ac:spMkLst>
            <pc:docMk/>
            <pc:sldMk cId="3535085601" sldId="265"/>
            <ac:spMk id="5" creationId="{8DB7EE98-9846-80DD-9A99-4FE9E3B21B73}"/>
          </ac:spMkLst>
        </pc:spChg>
        <pc:spChg chg="add mod">
          <ac:chgData name="Ir. Santoso Budijono, M.M." userId="bbff4192-f18b-4ea0-9da7-966ec02cbd0b" providerId="ADAL" clId="{B95DC2B1-F04E-4523-B3CB-8E2BEE59DE23}" dt="2024-12-13T14:06:46.066" v="101" actId="207"/>
          <ac:spMkLst>
            <pc:docMk/>
            <pc:sldMk cId="3535085601" sldId="265"/>
            <ac:spMk id="7" creationId="{DED571D0-FC2B-CDEB-97C3-DE4D8F899116}"/>
          </ac:spMkLst>
        </pc:spChg>
        <pc:spChg chg="add mod">
          <ac:chgData name="Ir. Santoso Budijono, M.M." userId="bbff4192-f18b-4ea0-9da7-966ec02cbd0b" providerId="ADAL" clId="{B95DC2B1-F04E-4523-B3CB-8E2BEE59DE23}" dt="2024-12-13T14:09:16.194" v="114" actId="1076"/>
          <ac:spMkLst>
            <pc:docMk/>
            <pc:sldMk cId="3535085601" sldId="265"/>
            <ac:spMk id="9" creationId="{118B9911-5147-C547-3668-6EAA0E580A85}"/>
          </ac:spMkLst>
        </pc:spChg>
        <pc:spChg chg="mod">
          <ac:chgData name="Ir. Santoso Budijono, M.M." userId="bbff4192-f18b-4ea0-9da7-966ec02cbd0b" providerId="ADAL" clId="{B95DC2B1-F04E-4523-B3CB-8E2BEE59DE23}" dt="2024-12-13T14:01:41.369" v="20" actId="113"/>
          <ac:spMkLst>
            <pc:docMk/>
            <pc:sldMk cId="3535085601" sldId="265"/>
            <ac:spMk id="13" creationId="{31A03BF9-2910-65F8-6E93-95330CA9F774}"/>
          </ac:spMkLst>
        </pc:spChg>
        <pc:spChg chg="mod">
          <ac:chgData name="Ir. Santoso Budijono, M.M." userId="bbff4192-f18b-4ea0-9da7-966ec02cbd0b" providerId="ADAL" clId="{B95DC2B1-F04E-4523-B3CB-8E2BEE59DE23}" dt="2024-12-13T14:01:41.369" v="20" actId="113"/>
          <ac:spMkLst>
            <pc:docMk/>
            <pc:sldMk cId="3535085601" sldId="265"/>
            <ac:spMk id="14" creationId="{7213E85C-4DB7-126A-56A6-4B9B211991A6}"/>
          </ac:spMkLst>
        </pc:spChg>
        <pc:spChg chg="mod">
          <ac:chgData name="Ir. Santoso Budijono, M.M." userId="bbff4192-f18b-4ea0-9da7-966ec02cbd0b" providerId="ADAL" clId="{B95DC2B1-F04E-4523-B3CB-8E2BEE59DE23}" dt="2024-12-13T14:01:41.369" v="20" actId="113"/>
          <ac:spMkLst>
            <pc:docMk/>
            <pc:sldMk cId="3535085601" sldId="265"/>
            <ac:spMk id="15" creationId="{858E7D7D-285C-DED1-5382-91589C11FFF8}"/>
          </ac:spMkLst>
        </pc:spChg>
        <pc:spChg chg="mod">
          <ac:chgData name="Ir. Santoso Budijono, M.M." userId="bbff4192-f18b-4ea0-9da7-966ec02cbd0b" providerId="ADAL" clId="{B95DC2B1-F04E-4523-B3CB-8E2BEE59DE23}" dt="2024-12-13T14:01:41.369" v="20" actId="113"/>
          <ac:spMkLst>
            <pc:docMk/>
            <pc:sldMk cId="3535085601" sldId="265"/>
            <ac:spMk id="16" creationId="{C12B540F-5C51-E7ED-9821-8FC297E0EAA1}"/>
          </ac:spMkLst>
        </pc:spChg>
        <pc:spChg chg="mod">
          <ac:chgData name="Ir. Santoso Budijono, M.M." userId="bbff4192-f18b-4ea0-9da7-966ec02cbd0b" providerId="ADAL" clId="{B95DC2B1-F04E-4523-B3CB-8E2BEE59DE23}" dt="2024-12-13T14:01:41.369" v="20" actId="113"/>
          <ac:spMkLst>
            <pc:docMk/>
            <pc:sldMk cId="3535085601" sldId="265"/>
            <ac:spMk id="17" creationId="{E637C5AB-7E5B-3A91-BC69-29732BEAFC59}"/>
          </ac:spMkLst>
        </pc:spChg>
        <pc:spChg chg="mod">
          <ac:chgData name="Ir. Santoso Budijono, M.M." userId="bbff4192-f18b-4ea0-9da7-966ec02cbd0b" providerId="ADAL" clId="{B95DC2B1-F04E-4523-B3CB-8E2BEE59DE23}" dt="2024-12-13T14:01:41.369" v="20" actId="113"/>
          <ac:spMkLst>
            <pc:docMk/>
            <pc:sldMk cId="3535085601" sldId="265"/>
            <ac:spMk id="18" creationId="{EE73CBE2-F0E3-E31D-3B0E-8EA7953D2E78}"/>
          </ac:spMkLst>
        </pc:spChg>
        <pc:grpChg chg="mod">
          <ac:chgData name="Ir. Santoso Budijono, M.M." userId="bbff4192-f18b-4ea0-9da7-966ec02cbd0b" providerId="ADAL" clId="{B95DC2B1-F04E-4523-B3CB-8E2BEE59DE23}" dt="2024-12-13T14:05:28.860" v="59" actId="1076"/>
          <ac:grpSpMkLst>
            <pc:docMk/>
            <pc:sldMk cId="3535085601" sldId="265"/>
            <ac:grpSpMk id="12" creationId="{F618D1C0-B787-6AB4-853F-8CF5BEFC3E62}"/>
          </ac:grpSpMkLst>
        </pc:grpChg>
      </pc:sldChg>
      <pc:sldChg chg="modSp mod">
        <pc:chgData name="Ir. Santoso Budijono, M.M." userId="bbff4192-f18b-4ea0-9da7-966ec02cbd0b" providerId="ADAL" clId="{B95DC2B1-F04E-4523-B3CB-8E2BEE59DE23}" dt="2024-12-13T14:09:45.971" v="117" actId="113"/>
        <pc:sldMkLst>
          <pc:docMk/>
          <pc:sldMk cId="4225109706" sldId="266"/>
        </pc:sldMkLst>
        <pc:spChg chg="mod">
          <ac:chgData name="Ir. Santoso Budijono, M.M." userId="bbff4192-f18b-4ea0-9da7-966ec02cbd0b" providerId="ADAL" clId="{B95DC2B1-F04E-4523-B3CB-8E2BEE59DE23}" dt="2024-12-13T14:09:45.971" v="117" actId="113"/>
          <ac:spMkLst>
            <pc:docMk/>
            <pc:sldMk cId="4225109706" sldId="266"/>
            <ac:spMk id="5" creationId="{137157BE-3FAF-EE22-65B7-756906FD1588}"/>
          </ac:spMkLst>
        </pc:spChg>
      </pc:sldChg>
      <pc:sldChg chg="modSp mod">
        <pc:chgData name="Ir. Santoso Budijono, M.M." userId="bbff4192-f18b-4ea0-9da7-966ec02cbd0b" providerId="ADAL" clId="{B95DC2B1-F04E-4523-B3CB-8E2BEE59DE23}" dt="2024-12-13T14:09:57.507" v="120" actId="113"/>
        <pc:sldMkLst>
          <pc:docMk/>
          <pc:sldMk cId="1130460836" sldId="267"/>
        </pc:sldMkLst>
        <pc:spChg chg="mod">
          <ac:chgData name="Ir. Santoso Budijono, M.M." userId="bbff4192-f18b-4ea0-9da7-966ec02cbd0b" providerId="ADAL" clId="{B95DC2B1-F04E-4523-B3CB-8E2BEE59DE23}" dt="2024-12-13T14:09:57.507" v="120" actId="113"/>
          <ac:spMkLst>
            <pc:docMk/>
            <pc:sldMk cId="1130460836" sldId="267"/>
            <ac:spMk id="5" creationId="{7A73FBE3-281A-10AD-A1EA-7575FA2A9CB5}"/>
          </ac:spMkLst>
        </pc:spChg>
      </pc:sldChg>
      <pc:sldChg chg="modSp mod">
        <pc:chgData name="Ir. Santoso Budijono, M.M." userId="bbff4192-f18b-4ea0-9da7-966ec02cbd0b" providerId="ADAL" clId="{B95DC2B1-F04E-4523-B3CB-8E2BEE59DE23}" dt="2024-12-13T14:10:35.640" v="125" actId="13926"/>
        <pc:sldMkLst>
          <pc:docMk/>
          <pc:sldMk cId="67317105" sldId="268"/>
        </pc:sldMkLst>
        <pc:spChg chg="mod">
          <ac:chgData name="Ir. Santoso Budijono, M.M." userId="bbff4192-f18b-4ea0-9da7-966ec02cbd0b" providerId="ADAL" clId="{B95DC2B1-F04E-4523-B3CB-8E2BEE59DE23}" dt="2024-12-13T14:10:35.640" v="125" actId="13926"/>
          <ac:spMkLst>
            <pc:docMk/>
            <pc:sldMk cId="67317105" sldId="268"/>
            <ac:spMk id="5" creationId="{36E5F456-F59C-2F82-DF5F-73B2BC57E035}"/>
          </ac:spMkLst>
        </pc:spChg>
      </pc:sldChg>
      <pc:sldChg chg="modSp mod">
        <pc:chgData name="Ir. Santoso Budijono, M.M." userId="bbff4192-f18b-4ea0-9da7-966ec02cbd0b" providerId="ADAL" clId="{B95DC2B1-F04E-4523-B3CB-8E2BEE59DE23}" dt="2024-12-13T14:10:47.719" v="129" actId="113"/>
        <pc:sldMkLst>
          <pc:docMk/>
          <pc:sldMk cId="1061497185" sldId="269"/>
        </pc:sldMkLst>
        <pc:spChg chg="mod">
          <ac:chgData name="Ir. Santoso Budijono, M.M." userId="bbff4192-f18b-4ea0-9da7-966ec02cbd0b" providerId="ADAL" clId="{B95DC2B1-F04E-4523-B3CB-8E2BEE59DE23}" dt="2024-12-13T14:10:47.719" v="129" actId="113"/>
          <ac:spMkLst>
            <pc:docMk/>
            <pc:sldMk cId="1061497185" sldId="269"/>
            <ac:spMk id="5" creationId="{ADF5E08E-7289-8360-40F9-EAF4F907D65A}"/>
          </ac:spMkLst>
        </pc:spChg>
      </pc:sldChg>
      <pc:sldChg chg="modSp mod">
        <pc:chgData name="Ir. Santoso Budijono, M.M." userId="bbff4192-f18b-4ea0-9da7-966ec02cbd0b" providerId="ADAL" clId="{B95DC2B1-F04E-4523-B3CB-8E2BEE59DE23}" dt="2024-12-13T14:11:04.355" v="134" actId="1076"/>
        <pc:sldMkLst>
          <pc:docMk/>
          <pc:sldMk cId="85074020" sldId="270"/>
        </pc:sldMkLst>
        <pc:spChg chg="mod">
          <ac:chgData name="Ir. Santoso Budijono, M.M." userId="bbff4192-f18b-4ea0-9da7-966ec02cbd0b" providerId="ADAL" clId="{B95DC2B1-F04E-4523-B3CB-8E2BEE59DE23}" dt="2024-12-13T14:11:04.355" v="134" actId="1076"/>
          <ac:spMkLst>
            <pc:docMk/>
            <pc:sldMk cId="85074020" sldId="270"/>
            <ac:spMk id="5" creationId="{78ACC9B7-7E6D-5061-FC33-F2731C1BECC2}"/>
          </ac:spMkLst>
        </pc:spChg>
      </pc:sldChg>
      <pc:sldChg chg="modSp mod">
        <pc:chgData name="Ir. Santoso Budijono, M.M." userId="bbff4192-f18b-4ea0-9da7-966ec02cbd0b" providerId="ADAL" clId="{B95DC2B1-F04E-4523-B3CB-8E2BEE59DE23}" dt="2024-12-13T14:15:54.043" v="141" actId="113"/>
        <pc:sldMkLst>
          <pc:docMk/>
          <pc:sldMk cId="131798106" sldId="271"/>
        </pc:sldMkLst>
        <pc:spChg chg="mod">
          <ac:chgData name="Ir. Santoso Budijono, M.M." userId="bbff4192-f18b-4ea0-9da7-966ec02cbd0b" providerId="ADAL" clId="{B95DC2B1-F04E-4523-B3CB-8E2BEE59DE23}" dt="2024-12-13T14:15:54.043" v="141" actId="113"/>
          <ac:spMkLst>
            <pc:docMk/>
            <pc:sldMk cId="131798106" sldId="271"/>
            <ac:spMk id="6" creationId="{838ABE7D-F9E4-08AF-B550-7A139D0308E0}"/>
          </ac:spMkLst>
        </pc:spChg>
        <pc:spChg chg="mod">
          <ac:chgData name="Ir. Santoso Budijono, M.M." userId="bbff4192-f18b-4ea0-9da7-966ec02cbd0b" providerId="ADAL" clId="{B95DC2B1-F04E-4523-B3CB-8E2BEE59DE23}" dt="2024-12-13T14:15:54.043" v="141" actId="113"/>
          <ac:spMkLst>
            <pc:docMk/>
            <pc:sldMk cId="131798106" sldId="271"/>
            <ac:spMk id="7" creationId="{476EEBE5-DBC4-D16C-B975-742F8AD8408A}"/>
          </ac:spMkLst>
        </pc:spChg>
        <pc:spChg chg="mod">
          <ac:chgData name="Ir. Santoso Budijono, M.M." userId="bbff4192-f18b-4ea0-9da7-966ec02cbd0b" providerId="ADAL" clId="{B95DC2B1-F04E-4523-B3CB-8E2BEE59DE23}" dt="2024-12-13T14:15:54.043" v="141" actId="113"/>
          <ac:spMkLst>
            <pc:docMk/>
            <pc:sldMk cId="131798106" sldId="271"/>
            <ac:spMk id="9" creationId="{3BCFEAD5-FA7B-52BC-C6AD-2B6A56C67B0D}"/>
          </ac:spMkLst>
        </pc:spChg>
        <pc:spChg chg="mod">
          <ac:chgData name="Ir. Santoso Budijono, M.M." userId="bbff4192-f18b-4ea0-9da7-966ec02cbd0b" providerId="ADAL" clId="{B95DC2B1-F04E-4523-B3CB-8E2BEE59DE23}" dt="2024-12-13T14:15:54.043" v="141" actId="113"/>
          <ac:spMkLst>
            <pc:docMk/>
            <pc:sldMk cId="131798106" sldId="271"/>
            <ac:spMk id="10" creationId="{0DDF09BE-4B2F-2E9E-35B1-EF3340C7E3CC}"/>
          </ac:spMkLst>
        </pc:spChg>
        <pc:spChg chg="mod">
          <ac:chgData name="Ir. Santoso Budijono, M.M." userId="bbff4192-f18b-4ea0-9da7-966ec02cbd0b" providerId="ADAL" clId="{B95DC2B1-F04E-4523-B3CB-8E2BEE59DE23}" dt="2024-12-13T14:15:54.043" v="141" actId="113"/>
          <ac:spMkLst>
            <pc:docMk/>
            <pc:sldMk cId="131798106" sldId="271"/>
            <ac:spMk id="11" creationId="{A4B4055B-C7FF-AA66-617F-8282C4904C80}"/>
          </ac:spMkLst>
        </pc:spChg>
        <pc:spChg chg="mod">
          <ac:chgData name="Ir. Santoso Budijono, M.M." userId="bbff4192-f18b-4ea0-9da7-966ec02cbd0b" providerId="ADAL" clId="{B95DC2B1-F04E-4523-B3CB-8E2BEE59DE23}" dt="2024-12-13T14:15:54.043" v="141" actId="113"/>
          <ac:spMkLst>
            <pc:docMk/>
            <pc:sldMk cId="131798106" sldId="271"/>
            <ac:spMk id="12" creationId="{D2D09723-E838-DB6C-CBAB-E21D25268EC5}"/>
          </ac:spMkLst>
        </pc:spChg>
        <pc:spChg chg="mod">
          <ac:chgData name="Ir. Santoso Budijono, M.M." userId="bbff4192-f18b-4ea0-9da7-966ec02cbd0b" providerId="ADAL" clId="{B95DC2B1-F04E-4523-B3CB-8E2BEE59DE23}" dt="2024-12-13T14:15:54.043" v="141" actId="113"/>
          <ac:spMkLst>
            <pc:docMk/>
            <pc:sldMk cId="131798106" sldId="271"/>
            <ac:spMk id="13" creationId="{3742768A-4678-0FC3-0BEA-3AF9299E4C4A}"/>
          </ac:spMkLst>
        </pc:spChg>
        <pc:spChg chg="mod">
          <ac:chgData name="Ir. Santoso Budijono, M.M." userId="bbff4192-f18b-4ea0-9da7-966ec02cbd0b" providerId="ADAL" clId="{B95DC2B1-F04E-4523-B3CB-8E2BEE59DE23}" dt="2024-12-13T14:15:54.043" v="141" actId="113"/>
          <ac:spMkLst>
            <pc:docMk/>
            <pc:sldMk cId="131798106" sldId="271"/>
            <ac:spMk id="14" creationId="{D0D23A65-D3EA-EF16-32FA-A0BCFCBAC842}"/>
          </ac:spMkLst>
        </pc:spChg>
        <pc:spChg chg="mod">
          <ac:chgData name="Ir. Santoso Budijono, M.M." userId="bbff4192-f18b-4ea0-9da7-966ec02cbd0b" providerId="ADAL" clId="{B95DC2B1-F04E-4523-B3CB-8E2BEE59DE23}" dt="2024-12-13T14:15:54.043" v="141" actId="113"/>
          <ac:spMkLst>
            <pc:docMk/>
            <pc:sldMk cId="131798106" sldId="271"/>
            <ac:spMk id="16" creationId="{804DD96B-D32F-F044-4C56-7BFB12CE96C8}"/>
          </ac:spMkLst>
        </pc:spChg>
      </pc:sldChg>
      <pc:sldChg chg="modSp mod">
        <pc:chgData name="Ir. Santoso Budijono, M.M." userId="bbff4192-f18b-4ea0-9da7-966ec02cbd0b" providerId="ADAL" clId="{B95DC2B1-F04E-4523-B3CB-8E2BEE59DE23}" dt="2024-12-13T14:20:11.102" v="296" actId="20577"/>
        <pc:sldMkLst>
          <pc:docMk/>
          <pc:sldMk cId="350539570" sldId="272"/>
        </pc:sldMkLst>
        <pc:spChg chg="mod">
          <ac:chgData name="Ir. Santoso Budijono, M.M." userId="bbff4192-f18b-4ea0-9da7-966ec02cbd0b" providerId="ADAL" clId="{B95DC2B1-F04E-4523-B3CB-8E2BEE59DE23}" dt="2024-12-13T14:20:11.102" v="296" actId="20577"/>
          <ac:spMkLst>
            <pc:docMk/>
            <pc:sldMk cId="350539570" sldId="272"/>
            <ac:spMk id="3" creationId="{DD258209-06B9-A0E3-5FF7-9043F5AA796D}"/>
          </ac:spMkLst>
        </pc:spChg>
        <pc:spChg chg="mod">
          <ac:chgData name="Ir. Santoso Budijono, M.M." userId="bbff4192-f18b-4ea0-9da7-966ec02cbd0b" providerId="ADAL" clId="{B95DC2B1-F04E-4523-B3CB-8E2BEE59DE23}" dt="2024-12-13T14:16:58.598" v="153" actId="1076"/>
          <ac:spMkLst>
            <pc:docMk/>
            <pc:sldMk cId="350539570" sldId="272"/>
            <ac:spMk id="5" creationId="{21D00E7B-355C-84FD-EFED-2E00C96054DF}"/>
          </ac:spMkLst>
        </pc:spChg>
        <pc:grpChg chg="mod">
          <ac:chgData name="Ir. Santoso Budijono, M.M." userId="bbff4192-f18b-4ea0-9da7-966ec02cbd0b" providerId="ADAL" clId="{B95DC2B1-F04E-4523-B3CB-8E2BEE59DE23}" dt="2024-12-13T14:16:24.760" v="147" actId="1076"/>
          <ac:grpSpMkLst>
            <pc:docMk/>
            <pc:sldMk cId="350539570" sldId="272"/>
            <ac:grpSpMk id="6" creationId="{F1C8CFF9-FDA7-A29E-66B5-590E5174E02D}"/>
          </ac:grpSpMkLst>
        </pc:grpChg>
      </pc:sldChg>
      <pc:sldChg chg="modSp mod ord">
        <pc:chgData name="Ir. Santoso Budijono, M.M." userId="bbff4192-f18b-4ea0-9da7-966ec02cbd0b" providerId="ADAL" clId="{B95DC2B1-F04E-4523-B3CB-8E2BEE59DE23}" dt="2024-12-13T14:20:04.479" v="282"/>
        <pc:sldMkLst>
          <pc:docMk/>
          <pc:sldMk cId="1513006674" sldId="273"/>
        </pc:sldMkLst>
        <pc:spChg chg="mod">
          <ac:chgData name="Ir. Santoso Budijono, M.M." userId="bbff4192-f18b-4ea0-9da7-966ec02cbd0b" providerId="ADAL" clId="{B95DC2B1-F04E-4523-B3CB-8E2BEE59DE23}" dt="2024-12-13T14:18:47.587" v="229" actId="20577"/>
          <ac:spMkLst>
            <pc:docMk/>
            <pc:sldMk cId="1513006674" sldId="273"/>
            <ac:spMk id="3" creationId="{DD258209-06B9-A0E3-5FF7-9043F5AA796D}"/>
          </ac:spMkLst>
        </pc:spChg>
        <pc:spChg chg="mod">
          <ac:chgData name="Ir. Santoso Budijono, M.M." userId="bbff4192-f18b-4ea0-9da7-966ec02cbd0b" providerId="ADAL" clId="{B95DC2B1-F04E-4523-B3CB-8E2BEE59DE23}" dt="2024-12-13T14:16:52.956" v="152" actId="948"/>
          <ac:spMkLst>
            <pc:docMk/>
            <pc:sldMk cId="1513006674" sldId="273"/>
            <ac:spMk id="5" creationId="{870C3824-681A-2E60-2610-E57138FBB03D}"/>
          </ac:spMkLst>
        </pc:spChg>
      </pc:sldChg>
      <pc:sldChg chg="modSp mod">
        <pc:chgData name="Ir. Santoso Budijono, M.M." userId="bbff4192-f18b-4ea0-9da7-966ec02cbd0b" providerId="ADAL" clId="{B95DC2B1-F04E-4523-B3CB-8E2BEE59DE23}" dt="2024-12-13T14:20:26.686" v="300" actId="27636"/>
        <pc:sldMkLst>
          <pc:docMk/>
          <pc:sldMk cId="4251989875" sldId="274"/>
        </pc:sldMkLst>
        <pc:spChg chg="mod">
          <ac:chgData name="Ir. Santoso Budijono, M.M." userId="bbff4192-f18b-4ea0-9da7-966ec02cbd0b" providerId="ADAL" clId="{B95DC2B1-F04E-4523-B3CB-8E2BEE59DE23}" dt="2024-12-13T14:20:26.686" v="300" actId="27636"/>
          <ac:spMkLst>
            <pc:docMk/>
            <pc:sldMk cId="4251989875" sldId="274"/>
            <ac:spMk id="3" creationId="{DD258209-06B9-A0E3-5FF7-9043F5AA796D}"/>
          </ac:spMkLst>
        </pc:spChg>
      </pc:sldChg>
      <pc:sldChg chg="modSp mod ord">
        <pc:chgData name="Ir. Santoso Budijono, M.M." userId="bbff4192-f18b-4ea0-9da7-966ec02cbd0b" providerId="ADAL" clId="{B95DC2B1-F04E-4523-B3CB-8E2BEE59DE23}" dt="2024-12-13T14:19:41.900" v="280" actId="27636"/>
        <pc:sldMkLst>
          <pc:docMk/>
          <pc:sldMk cId="3789537968" sldId="275"/>
        </pc:sldMkLst>
        <pc:spChg chg="mod">
          <ac:chgData name="Ir. Santoso Budijono, M.M." userId="bbff4192-f18b-4ea0-9da7-966ec02cbd0b" providerId="ADAL" clId="{B95DC2B1-F04E-4523-B3CB-8E2BEE59DE23}" dt="2024-12-13T14:19:16.965" v="267" actId="313"/>
          <ac:spMkLst>
            <pc:docMk/>
            <pc:sldMk cId="3789537968" sldId="275"/>
            <ac:spMk id="3" creationId="{DD258209-06B9-A0E3-5FF7-9043F5AA796D}"/>
          </ac:spMkLst>
        </pc:spChg>
        <pc:spChg chg="mod">
          <ac:chgData name="Ir. Santoso Budijono, M.M." userId="bbff4192-f18b-4ea0-9da7-966ec02cbd0b" providerId="ADAL" clId="{B95DC2B1-F04E-4523-B3CB-8E2BEE59DE23}" dt="2024-12-13T14:19:41.900" v="280" actId="27636"/>
          <ac:spMkLst>
            <pc:docMk/>
            <pc:sldMk cId="3789537968" sldId="275"/>
            <ac:spMk id="5" creationId="{4393C921-5DAD-AA06-FBF1-69BE8725AD49}"/>
          </ac:spMkLst>
        </pc:spChg>
      </pc:sldChg>
      <pc:sldChg chg="del">
        <pc:chgData name="Ir. Santoso Budijono, M.M." userId="bbff4192-f18b-4ea0-9da7-966ec02cbd0b" providerId="ADAL" clId="{B95DC2B1-F04E-4523-B3CB-8E2BEE59DE23}" dt="2024-12-13T14:34:27.331" v="384" actId="47"/>
        <pc:sldMkLst>
          <pc:docMk/>
          <pc:sldMk cId="3291130503" sldId="328"/>
        </pc:sldMkLst>
      </pc:sldChg>
      <pc:sldChg chg="addSp delSp modSp new mod modNotesTx">
        <pc:chgData name="Ir. Santoso Budijono, M.M." userId="bbff4192-f18b-4ea0-9da7-966ec02cbd0b" providerId="ADAL" clId="{B95DC2B1-F04E-4523-B3CB-8E2BEE59DE23}" dt="2024-12-13T14:31:41.390" v="383" actId="20577"/>
        <pc:sldMkLst>
          <pc:docMk/>
          <pc:sldMk cId="368557187" sldId="446"/>
        </pc:sldMkLst>
        <pc:spChg chg="mod">
          <ac:chgData name="Ir. Santoso Budijono, M.M." userId="bbff4192-f18b-4ea0-9da7-966ec02cbd0b" providerId="ADAL" clId="{B95DC2B1-F04E-4523-B3CB-8E2BEE59DE23}" dt="2024-12-13T14:30:28.464" v="327" actId="20577"/>
          <ac:spMkLst>
            <pc:docMk/>
            <pc:sldMk cId="368557187" sldId="446"/>
            <ac:spMk id="2" creationId="{236EAF44-72E1-6059-B4CF-6178A06F908B}"/>
          </ac:spMkLst>
        </pc:spChg>
        <pc:spChg chg="mod">
          <ac:chgData name="Ir. Santoso Budijono, M.M." userId="bbff4192-f18b-4ea0-9da7-966ec02cbd0b" providerId="ADAL" clId="{B95DC2B1-F04E-4523-B3CB-8E2BEE59DE23}" dt="2024-12-13T14:30:39.244" v="349" actId="20577"/>
          <ac:spMkLst>
            <pc:docMk/>
            <pc:sldMk cId="368557187" sldId="446"/>
            <ac:spMk id="3" creationId="{AC7090AA-A5FE-012E-A115-922EEBF4C900}"/>
          </ac:spMkLst>
        </pc:spChg>
        <pc:spChg chg="del">
          <ac:chgData name="Ir. Santoso Budijono, M.M." userId="bbff4192-f18b-4ea0-9da7-966ec02cbd0b" providerId="ADAL" clId="{B95DC2B1-F04E-4523-B3CB-8E2BEE59DE23}" dt="2024-12-13T14:29:59.100" v="302"/>
          <ac:spMkLst>
            <pc:docMk/>
            <pc:sldMk cId="368557187" sldId="446"/>
            <ac:spMk id="4" creationId="{C7C157A4-71F5-6C1A-A0D3-6C8E527A4183}"/>
          </ac:spMkLst>
        </pc:spChg>
        <pc:spChg chg="add del">
          <ac:chgData name="Ir. Santoso Budijono, M.M." userId="bbff4192-f18b-4ea0-9da7-966ec02cbd0b" providerId="ADAL" clId="{B95DC2B1-F04E-4523-B3CB-8E2BEE59DE23}" dt="2024-12-13T14:30:54.602" v="351" actId="22"/>
          <ac:spMkLst>
            <pc:docMk/>
            <pc:sldMk cId="368557187" sldId="446"/>
            <ac:spMk id="6" creationId="{37FE9B04-683E-4165-2536-E46C40633424}"/>
          </ac:spMkLst>
        </pc:spChg>
        <pc:spChg chg="add mod">
          <ac:chgData name="Ir. Santoso Budijono, M.M." userId="bbff4192-f18b-4ea0-9da7-966ec02cbd0b" providerId="ADAL" clId="{B95DC2B1-F04E-4523-B3CB-8E2BEE59DE23}" dt="2024-12-13T14:31:11.951" v="357" actId="1076"/>
          <ac:spMkLst>
            <pc:docMk/>
            <pc:sldMk cId="368557187" sldId="446"/>
            <ac:spMk id="8" creationId="{212B4B00-E79C-3F73-0351-524678848439}"/>
          </ac:spMkLst>
        </pc:spChg>
        <pc:picChg chg="add mod">
          <ac:chgData name="Ir. Santoso Budijono, M.M." userId="bbff4192-f18b-4ea0-9da7-966ec02cbd0b" providerId="ADAL" clId="{B95DC2B1-F04E-4523-B3CB-8E2BEE59DE23}" dt="2024-12-13T14:30:13.167" v="310" actId="14100"/>
          <ac:picMkLst>
            <pc:docMk/>
            <pc:sldMk cId="368557187" sldId="446"/>
            <ac:picMk id="1026" creationId="{10F883A9-B761-0357-C4EF-B4262E73569F}"/>
          </ac:picMkLst>
        </pc:picChg>
      </pc:sldChg>
      <pc:sldChg chg="modSp new mod">
        <pc:chgData name="Ir. Santoso Budijono, M.M." userId="bbff4192-f18b-4ea0-9da7-966ec02cbd0b" providerId="ADAL" clId="{B95DC2B1-F04E-4523-B3CB-8E2BEE59DE23}" dt="2024-12-14T02:11:20.202" v="700" actId="20577"/>
        <pc:sldMkLst>
          <pc:docMk/>
          <pc:sldMk cId="1686503751" sldId="447"/>
        </pc:sldMkLst>
        <pc:spChg chg="mod">
          <ac:chgData name="Ir. Santoso Budijono, M.M." userId="bbff4192-f18b-4ea0-9da7-966ec02cbd0b" providerId="ADAL" clId="{B95DC2B1-F04E-4523-B3CB-8E2BEE59DE23}" dt="2024-12-14T02:08:26.504" v="394" actId="20577"/>
          <ac:spMkLst>
            <pc:docMk/>
            <pc:sldMk cId="1686503751" sldId="447"/>
            <ac:spMk id="2" creationId="{16363F04-2B10-BCDD-09FB-73C58BFC6F43}"/>
          </ac:spMkLst>
        </pc:spChg>
        <pc:spChg chg="mod">
          <ac:chgData name="Ir. Santoso Budijono, M.M." userId="bbff4192-f18b-4ea0-9da7-966ec02cbd0b" providerId="ADAL" clId="{B95DC2B1-F04E-4523-B3CB-8E2BEE59DE23}" dt="2024-12-14T02:11:20.202" v="700" actId="20577"/>
          <ac:spMkLst>
            <pc:docMk/>
            <pc:sldMk cId="1686503751" sldId="447"/>
            <ac:spMk id="4" creationId="{47E04527-B6C3-9974-55E1-5D311FC7CBF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stackoverflow.com/questions/71935651/how-does-fiddler-decrypt-https-traffic-it-works-for-my-iphone-but-fails-for-my"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Please see website : </a:t>
            </a:r>
            <a:r>
              <a:rPr lang="en-US" dirty="0">
                <a:hlinkClick r:id="rId3"/>
              </a:rPr>
              <a:t>encryption - How does Fiddler decrypt https traffic? It works for my iPhone but fails for my Android - Stack Overflow</a:t>
            </a:r>
            <a:endParaRPr lang="en-US" dirty="0"/>
          </a:p>
          <a:p>
            <a:endParaRPr lang="en-US" dirty="0"/>
          </a:p>
        </p:txBody>
      </p:sp>
    </p:spTree>
    <p:extLst>
      <p:ext uri="{BB962C8B-B14F-4D97-AF65-F5344CB8AC3E}">
        <p14:creationId xmlns:p14="http://schemas.microsoft.com/office/powerpoint/2010/main" val="7230772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svg"/><Relationship Id="rId7" Type="http://schemas.openxmlformats.org/officeDocument/2006/relationships/image" Target="../media/image13.svg"/><Relationship Id="rId12"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12.png"/><Relationship Id="rId11" Type="http://schemas.openxmlformats.org/officeDocument/2006/relationships/image" Target="../media/image5.png"/><Relationship Id="rId5" Type="http://schemas.openxmlformats.org/officeDocument/2006/relationships/image" Target="../media/image11.svg"/><Relationship Id="rId10" Type="http://schemas.openxmlformats.org/officeDocument/2006/relationships/image" Target="../media/image4.png"/><Relationship Id="rId4" Type="http://schemas.openxmlformats.org/officeDocument/2006/relationships/image" Target="../media/image10.png"/><Relationship Id="rId9" Type="http://schemas.openxmlformats.org/officeDocument/2006/relationships/image" Target="../media/image15.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9.svg"/><Relationship Id="rId7" Type="http://schemas.openxmlformats.org/officeDocument/2006/relationships/image" Target="../media/image5.png"/><Relationship Id="rId2" Type="http://schemas.openxmlformats.org/officeDocument/2006/relationships/image" Target="../media/image18.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21.svg"/><Relationship Id="rId4" Type="http://schemas.openxmlformats.org/officeDocument/2006/relationships/image" Target="../media/image20.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US" dirty="0"/>
              <a:t>Title</a:t>
            </a:r>
            <a:endParaRPr dirty="0"/>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5" name="Picture 4">
            <a:extLst>
              <a:ext uri="{FF2B5EF4-FFF2-40B4-BE49-F238E27FC236}">
                <a16:creationId xmlns:a16="http://schemas.microsoft.com/office/drawing/2014/main" id="{7D72B8CD-2B60-168D-460C-3FFD38B69D8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1009027" y="758208"/>
            <a:ext cx="2698754" cy="1143002"/>
          </a:xfrm>
          <a:prstGeom prst="rect">
            <a:avLst/>
          </a:prstGeom>
        </p:spPr>
      </p:pic>
      <p:pic>
        <p:nvPicPr>
          <p:cNvPr id="7" name="Image" descr="Image">
            <a:extLst>
              <a:ext uri="{FF2B5EF4-FFF2-40B4-BE49-F238E27FC236}">
                <a16:creationId xmlns:a16="http://schemas.microsoft.com/office/drawing/2014/main" id="{69A49E29-524D-6392-0485-9DF63C0D6D3D}"/>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409412486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a:extLst>
              <a:ext uri="{FF2B5EF4-FFF2-40B4-BE49-F238E27FC236}">
                <a16:creationId xmlns:a16="http://schemas.microsoft.com/office/drawing/2014/main" id="{2CB39841-01E8-3B46-1169-9D75B18B74D3}"/>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2" name="Group">
            <a:extLst>
              <a:ext uri="{FF2B5EF4-FFF2-40B4-BE49-F238E27FC236}">
                <a16:creationId xmlns:a16="http://schemas.microsoft.com/office/drawing/2014/main" id="{AC8C371E-C0F6-4081-3D3F-D6E3528C4285}"/>
              </a:ext>
            </a:extLst>
          </p:cNvPr>
          <p:cNvGrpSpPr/>
          <p:nvPr userDrawn="1"/>
        </p:nvGrpSpPr>
        <p:grpSpPr>
          <a:xfrm>
            <a:off x="756659" y="-3867"/>
            <a:ext cx="2783909" cy="2014172"/>
            <a:chOff x="-2864397" y="0"/>
            <a:chExt cx="2783907" cy="2014171"/>
          </a:xfrm>
        </p:grpSpPr>
        <p:pic>
          <p:nvPicPr>
            <p:cNvPr id="4" name="Image" descr="Image">
              <a:extLst>
                <a:ext uri="{FF2B5EF4-FFF2-40B4-BE49-F238E27FC236}">
                  <a16:creationId xmlns:a16="http://schemas.microsoft.com/office/drawing/2014/main" id="{521B05C9-D576-5C9F-B6FD-5FB48D1A784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6" name="Image" descr="Image">
              <a:extLst>
                <a:ext uri="{FF2B5EF4-FFF2-40B4-BE49-F238E27FC236}">
                  <a16:creationId xmlns:a16="http://schemas.microsoft.com/office/drawing/2014/main" id="{BAAB4BAE-E916-72F8-967D-ECE287538CAD}"/>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7" name="Image" descr="Image">
              <a:extLst>
                <a:ext uri="{FF2B5EF4-FFF2-40B4-BE49-F238E27FC236}">
                  <a16:creationId xmlns:a16="http://schemas.microsoft.com/office/drawing/2014/main" id="{4B27BB17-04E8-65DD-1C87-6ECA478DD2AB}"/>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0902452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ID" dirty="0"/>
              <a:t>Title</a:t>
            </a:r>
            <a:endParaRPr dirty="0"/>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4" name="Picture 3">
            <a:extLst>
              <a:ext uri="{FF2B5EF4-FFF2-40B4-BE49-F238E27FC236}">
                <a16:creationId xmlns:a16="http://schemas.microsoft.com/office/drawing/2014/main" id="{22412E04-E7E5-6907-9DD0-CE975EF3839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1009028" y="758208"/>
            <a:ext cx="2698754" cy="1143002"/>
          </a:xfrm>
          <a:prstGeom prst="rect">
            <a:avLst/>
          </a:prstGeom>
        </p:spPr>
      </p:pic>
      <p:pic>
        <p:nvPicPr>
          <p:cNvPr id="5" name="Image" descr="Image">
            <a:extLst>
              <a:ext uri="{FF2B5EF4-FFF2-40B4-BE49-F238E27FC236}">
                <a16:creationId xmlns:a16="http://schemas.microsoft.com/office/drawing/2014/main" id="{926A66CA-CC36-3D53-1A6D-2BBE35B859D5}"/>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500318571"/>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C493109-42AD-F678-F34A-9DA73287D10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01451" y="758208"/>
            <a:ext cx="2698754" cy="1143002"/>
          </a:xfrm>
          <a:prstGeom prst="rect">
            <a:avLst/>
          </a:prstGeom>
        </p:spPr>
      </p:pic>
      <p:pic>
        <p:nvPicPr>
          <p:cNvPr id="3" name="Image" descr="Image">
            <a:extLst>
              <a:ext uri="{FF2B5EF4-FFF2-40B4-BE49-F238E27FC236}">
                <a16:creationId xmlns:a16="http://schemas.microsoft.com/office/drawing/2014/main" id="{B64D7030-BF7A-6737-0471-B16F6A5E9140}"/>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8262084"/>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pic>
        <p:nvPicPr>
          <p:cNvPr id="4" name="Picture 3">
            <a:extLst>
              <a:ext uri="{FF2B5EF4-FFF2-40B4-BE49-F238E27FC236}">
                <a16:creationId xmlns:a16="http://schemas.microsoft.com/office/drawing/2014/main" id="{76F37568-0478-FF67-A2F0-B1647C1EC99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24" y="758208"/>
            <a:ext cx="2698754" cy="1143002"/>
          </a:xfrm>
          <a:prstGeom prst="rect">
            <a:avLst/>
          </a:prstGeom>
        </p:spPr>
      </p:pic>
      <p:pic>
        <p:nvPicPr>
          <p:cNvPr id="6" name="Image" descr="Image">
            <a:extLst>
              <a:ext uri="{FF2B5EF4-FFF2-40B4-BE49-F238E27FC236}">
                <a16:creationId xmlns:a16="http://schemas.microsoft.com/office/drawing/2014/main" id="{97B52BDB-6F34-5E38-95B5-002D2E4627EA}"/>
              </a:ext>
            </a:extLst>
          </p:cNvPr>
          <p:cNvPicPr>
            <a:picLocks noChangeAspect="1"/>
          </p:cNvPicPr>
          <p:nvPr userDrawn="1"/>
        </p:nvPicPr>
        <p:blipFill>
          <a:blip r:embed="rId4"/>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182120862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8174CAF-8FC8-EDAE-768D-30BF9014380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24" y="758208"/>
            <a:ext cx="2698754" cy="1143002"/>
          </a:xfrm>
          <a:prstGeom prst="rect">
            <a:avLst/>
          </a:prstGeom>
        </p:spPr>
      </p:pic>
      <p:pic>
        <p:nvPicPr>
          <p:cNvPr id="3" name="Image" descr="Image">
            <a:extLst>
              <a:ext uri="{FF2B5EF4-FFF2-40B4-BE49-F238E27FC236}">
                <a16:creationId xmlns:a16="http://schemas.microsoft.com/office/drawing/2014/main" id="{023E32AF-B055-2D80-60DC-AD951FFC6ECA}"/>
              </a:ext>
            </a:extLst>
          </p:cNvPr>
          <p:cNvPicPr>
            <a:picLocks noChangeAspect="1"/>
          </p:cNvPicPr>
          <p:nvPr userDrawn="1"/>
        </p:nvPicPr>
        <p:blipFill>
          <a:blip r:embed="rId4"/>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402990515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2E3F9842-C644-B204-B6FB-F1DB2194706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3" name="Image" descr="Image">
            <a:extLst>
              <a:ext uri="{FF2B5EF4-FFF2-40B4-BE49-F238E27FC236}">
                <a16:creationId xmlns:a16="http://schemas.microsoft.com/office/drawing/2014/main" id="{171C5759-0A99-760B-64A0-C6156603CACB}"/>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48888290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4CFBCE66-A5E8-A158-9B31-BA9AFC1032C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F25DF897-C0D1-81DA-05D2-9D6EC69E200F}"/>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120730222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643DC583-F6CD-401E-7E06-373CCF95240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B18B5FE2-77F7-8983-B96D-E39C876C98D9}"/>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51268309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7353EC82-39FF-16C4-642C-2070D4989D3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479D2E17-CD2E-3750-65DE-315E0C44F517}"/>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3579463584"/>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3" name="Picture 2">
            <a:extLst>
              <a:ext uri="{FF2B5EF4-FFF2-40B4-BE49-F238E27FC236}">
                <a16:creationId xmlns:a16="http://schemas.microsoft.com/office/drawing/2014/main" id="{18947DDD-26C7-6643-F78E-7D846EE6166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4" name="Group">
            <a:extLst>
              <a:ext uri="{FF2B5EF4-FFF2-40B4-BE49-F238E27FC236}">
                <a16:creationId xmlns:a16="http://schemas.microsoft.com/office/drawing/2014/main" id="{7ECEA5DF-6E18-3A6E-8D5B-83F815F6641C}"/>
              </a:ext>
            </a:extLst>
          </p:cNvPr>
          <p:cNvGrpSpPr/>
          <p:nvPr userDrawn="1"/>
        </p:nvGrpSpPr>
        <p:grpSpPr>
          <a:xfrm>
            <a:off x="756659" y="-3867"/>
            <a:ext cx="2783909" cy="2014172"/>
            <a:chOff x="-2864397" y="0"/>
            <a:chExt cx="2783907" cy="2014171"/>
          </a:xfrm>
        </p:grpSpPr>
        <p:pic>
          <p:nvPicPr>
            <p:cNvPr id="7" name="Image" descr="Image">
              <a:extLst>
                <a:ext uri="{FF2B5EF4-FFF2-40B4-BE49-F238E27FC236}">
                  <a16:creationId xmlns:a16="http://schemas.microsoft.com/office/drawing/2014/main" id="{7091168A-CF21-90B0-E317-4D5837F6741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13" name="Image" descr="Image">
              <a:extLst>
                <a:ext uri="{FF2B5EF4-FFF2-40B4-BE49-F238E27FC236}">
                  <a16:creationId xmlns:a16="http://schemas.microsoft.com/office/drawing/2014/main" id="{66F1D347-8887-50E1-404D-81CA8EA95453}"/>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9" name="Image" descr="Image">
              <a:extLst>
                <a:ext uri="{FF2B5EF4-FFF2-40B4-BE49-F238E27FC236}">
                  <a16:creationId xmlns:a16="http://schemas.microsoft.com/office/drawing/2014/main" id="{31815DE4-517D-1DFD-DEB0-EFAEBDA0E36C}"/>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99810271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04" name="Content Placeholder 7">
            <a:extLst>
              <a:ext uri="{FF2B5EF4-FFF2-40B4-BE49-F238E27FC236}">
                <a16:creationId xmlns:a16="http://schemas.microsoft.com/office/drawing/2014/main" id="{A238D5AC-1068-5240-9AFA-91BA1250D945}"/>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4DA99AE5-3E66-BB3F-4028-3D48CC999F2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5" name="Group">
            <a:extLst>
              <a:ext uri="{FF2B5EF4-FFF2-40B4-BE49-F238E27FC236}">
                <a16:creationId xmlns:a16="http://schemas.microsoft.com/office/drawing/2014/main" id="{394FDA65-5E81-1098-0941-1FB18BED14DD}"/>
              </a:ext>
            </a:extLst>
          </p:cNvPr>
          <p:cNvGrpSpPr/>
          <p:nvPr userDrawn="1"/>
        </p:nvGrpSpPr>
        <p:grpSpPr>
          <a:xfrm>
            <a:off x="756659" y="-3867"/>
            <a:ext cx="2783909" cy="2014172"/>
            <a:chOff x="-2864397" y="0"/>
            <a:chExt cx="2783907" cy="2014171"/>
          </a:xfrm>
        </p:grpSpPr>
        <p:pic>
          <p:nvPicPr>
            <p:cNvPr id="6" name="Image" descr="Image">
              <a:extLst>
                <a:ext uri="{FF2B5EF4-FFF2-40B4-BE49-F238E27FC236}">
                  <a16:creationId xmlns:a16="http://schemas.microsoft.com/office/drawing/2014/main" id="{38BA09D8-F8B2-19A8-B70A-1A73ACE241C6}"/>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7" name="Image" descr="Image">
              <a:extLst>
                <a:ext uri="{FF2B5EF4-FFF2-40B4-BE49-F238E27FC236}">
                  <a16:creationId xmlns:a16="http://schemas.microsoft.com/office/drawing/2014/main" id="{C8189981-CA8D-3F41-4C71-452D07E52915}"/>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8" name="Image" descr="Image">
              <a:extLst>
                <a:ext uri="{FF2B5EF4-FFF2-40B4-BE49-F238E27FC236}">
                  <a16:creationId xmlns:a16="http://schemas.microsoft.com/office/drawing/2014/main" id="{F2CA1978-1D7F-9FBC-1610-A6CA7FFAA5B4}"/>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413405103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US"/>
              <a:t>Click icon to add picture</a:t>
            </a:r>
            <a:endParaRPr lang="en-US" dirty="0"/>
          </a:p>
        </p:txBody>
      </p:sp>
      <p:pic>
        <p:nvPicPr>
          <p:cNvPr id="4" name="Picture 3">
            <a:extLst>
              <a:ext uri="{FF2B5EF4-FFF2-40B4-BE49-F238E27FC236}">
                <a16:creationId xmlns:a16="http://schemas.microsoft.com/office/drawing/2014/main" id="{80B8984F-75C1-9D5B-FF38-2151D7714128}"/>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14440FB6-864F-EC32-9C12-F5781DD839A1}"/>
              </a:ext>
            </a:extLst>
          </p:cNvPr>
          <p:cNvGrpSpPr/>
          <p:nvPr userDrawn="1"/>
        </p:nvGrpSpPr>
        <p:grpSpPr>
          <a:xfrm>
            <a:off x="756659" y="-3867"/>
            <a:ext cx="2783909" cy="2014172"/>
            <a:chOff x="-2864397" y="0"/>
            <a:chExt cx="2783907" cy="2014171"/>
          </a:xfrm>
        </p:grpSpPr>
        <p:pic>
          <p:nvPicPr>
            <p:cNvPr id="7" name="Image" descr="Image">
              <a:extLst>
                <a:ext uri="{FF2B5EF4-FFF2-40B4-BE49-F238E27FC236}">
                  <a16:creationId xmlns:a16="http://schemas.microsoft.com/office/drawing/2014/main" id="{FD2AEEAF-7ADA-0233-2FB3-A724EEF0325B}"/>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8" name="Image" descr="Image">
              <a:extLst>
                <a:ext uri="{FF2B5EF4-FFF2-40B4-BE49-F238E27FC236}">
                  <a16:creationId xmlns:a16="http://schemas.microsoft.com/office/drawing/2014/main" id="{27230D68-4A71-B42E-9C59-8EFE95EE533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9" name="Image" descr="Image">
              <a:extLst>
                <a:ext uri="{FF2B5EF4-FFF2-40B4-BE49-F238E27FC236}">
                  <a16:creationId xmlns:a16="http://schemas.microsoft.com/office/drawing/2014/main" id="{6FA4D137-12D3-04A4-6F7D-A965125F6540}"/>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50518920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pic>
        <p:nvPicPr>
          <p:cNvPr id="7" name="Picture 6">
            <a:extLst>
              <a:ext uri="{FF2B5EF4-FFF2-40B4-BE49-F238E27FC236}">
                <a16:creationId xmlns:a16="http://schemas.microsoft.com/office/drawing/2014/main" id="{5EC48672-F1E2-A230-B095-57E67183FCA6}"/>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9" name="Group">
            <a:extLst>
              <a:ext uri="{FF2B5EF4-FFF2-40B4-BE49-F238E27FC236}">
                <a16:creationId xmlns:a16="http://schemas.microsoft.com/office/drawing/2014/main" id="{8D3FDAF8-012C-4D3A-C949-6317F6E219D0}"/>
              </a:ext>
            </a:extLst>
          </p:cNvPr>
          <p:cNvGrpSpPr/>
          <p:nvPr userDrawn="1"/>
        </p:nvGrpSpPr>
        <p:grpSpPr>
          <a:xfrm>
            <a:off x="756659" y="-3867"/>
            <a:ext cx="2783909" cy="2014172"/>
            <a:chOff x="-2864397" y="0"/>
            <a:chExt cx="2783907" cy="2014171"/>
          </a:xfrm>
        </p:grpSpPr>
        <p:pic>
          <p:nvPicPr>
            <p:cNvPr id="11" name="Image" descr="Image">
              <a:extLst>
                <a:ext uri="{FF2B5EF4-FFF2-40B4-BE49-F238E27FC236}">
                  <a16:creationId xmlns:a16="http://schemas.microsoft.com/office/drawing/2014/main" id="{56EB9265-9B68-78E9-B5B8-F2C39D9134A2}"/>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12" name="Image" descr="Image">
              <a:extLst>
                <a:ext uri="{FF2B5EF4-FFF2-40B4-BE49-F238E27FC236}">
                  <a16:creationId xmlns:a16="http://schemas.microsoft.com/office/drawing/2014/main" id="{E445F39B-125D-DE62-15D6-B4FE5E3C4A7D}"/>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5" name="Image" descr="Image">
              <a:extLst>
                <a:ext uri="{FF2B5EF4-FFF2-40B4-BE49-F238E27FC236}">
                  <a16:creationId xmlns:a16="http://schemas.microsoft.com/office/drawing/2014/main" id="{CC8E73D5-72F6-77A3-C650-62976C858480}"/>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80928499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5" name="Picture 4">
            <a:extLst>
              <a:ext uri="{FF2B5EF4-FFF2-40B4-BE49-F238E27FC236}">
                <a16:creationId xmlns:a16="http://schemas.microsoft.com/office/drawing/2014/main" id="{D5CD14E8-DE1C-14FC-FEA7-30EAAA9BB930}"/>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7" name="Group">
            <a:extLst>
              <a:ext uri="{FF2B5EF4-FFF2-40B4-BE49-F238E27FC236}">
                <a16:creationId xmlns:a16="http://schemas.microsoft.com/office/drawing/2014/main" id="{E62B7B4A-4960-D224-2BB3-BD1A6C05E12C}"/>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6F2D1DB1-7918-B846-534B-BCACC79082A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A33628EC-398A-85C8-EA60-202449B367CC}"/>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4EE2131F-630C-FF89-05AC-61DFC8071803}"/>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208532981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2837038" y="9711819"/>
            <a:ext cx="1700105" cy="1700105"/>
          </a:xfrm>
          <a:prstGeom prst="rect">
            <a:avLst/>
          </a:prstGeom>
        </p:spPr>
      </p:pic>
      <p:pic>
        <p:nvPicPr>
          <p:cNvPr id="5" name="Picture 4">
            <a:extLst>
              <a:ext uri="{FF2B5EF4-FFF2-40B4-BE49-F238E27FC236}">
                <a16:creationId xmlns:a16="http://schemas.microsoft.com/office/drawing/2014/main" id="{C97FCB3B-92B7-9A04-09DB-5667129A353E}"/>
              </a:ext>
              <a:ext uri="{C183D7F6-B498-43B3-948B-1728B52AA6E4}">
                <adec:decorative xmlns:adec="http://schemas.microsoft.com/office/drawing/2017/decorative" val="1"/>
              </a:ext>
            </a:extLst>
          </p:cNvPr>
          <p:cNvPicPr>
            <a:picLocks noChangeAspect="1"/>
          </p:cNvPicPr>
          <p:nvPr userDrawn="1"/>
        </p:nvPicPr>
        <p:blipFill rotWithShape="1">
          <a:blip r:embed="rId10">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805F1785-290C-1641-A96F-184692C72980}"/>
              </a:ext>
            </a:extLst>
          </p:cNvPr>
          <p:cNvGrpSpPr/>
          <p:nvPr userDrawn="1"/>
        </p:nvGrpSpPr>
        <p:grpSpPr>
          <a:xfrm>
            <a:off x="756659" y="-3867"/>
            <a:ext cx="2783909" cy="2014172"/>
            <a:chOff x="-2864397" y="0"/>
            <a:chExt cx="2783907" cy="2014171"/>
          </a:xfrm>
        </p:grpSpPr>
        <p:pic>
          <p:nvPicPr>
            <p:cNvPr id="9" name="Image" descr="Image">
              <a:extLst>
                <a:ext uri="{FF2B5EF4-FFF2-40B4-BE49-F238E27FC236}">
                  <a16:creationId xmlns:a16="http://schemas.microsoft.com/office/drawing/2014/main" id="{DE051A88-BFBF-58FB-0D20-AA66E50B943F}"/>
                </a:ext>
              </a:extLst>
            </p:cNvPr>
            <p:cNvPicPr>
              <a:picLocks noChangeAspect="1"/>
            </p:cNvPicPr>
            <p:nvPr/>
          </p:nvPicPr>
          <p:blipFill>
            <a:blip r:embed="rId11"/>
            <a:stretch>
              <a:fillRect/>
            </a:stretch>
          </p:blipFill>
          <p:spPr>
            <a:xfrm>
              <a:off x="-2864398" y="-1"/>
              <a:ext cx="630382" cy="1359672"/>
            </a:xfrm>
            <a:prstGeom prst="rect">
              <a:avLst/>
            </a:prstGeom>
            <a:ln w="12700" cap="flat">
              <a:noFill/>
              <a:miter lim="400000"/>
            </a:ln>
            <a:effectLst/>
          </p:spPr>
        </p:pic>
        <p:pic>
          <p:nvPicPr>
            <p:cNvPr id="10" name="Image" descr="Image">
              <a:extLst>
                <a:ext uri="{FF2B5EF4-FFF2-40B4-BE49-F238E27FC236}">
                  <a16:creationId xmlns:a16="http://schemas.microsoft.com/office/drawing/2014/main" id="{FF606EC9-F598-701C-CF2B-AC339348BD1A}"/>
                </a:ext>
              </a:extLst>
            </p:cNvPr>
            <p:cNvPicPr>
              <a:picLocks noChangeAspect="1"/>
            </p:cNvPicPr>
            <p:nvPr/>
          </p:nvPicPr>
          <p:blipFill>
            <a:blip r:embed="rId12"/>
            <a:srcRect t="88153" r="78332"/>
            <a:stretch>
              <a:fillRect/>
            </a:stretch>
          </p:blipFill>
          <p:spPr>
            <a:xfrm>
              <a:off x="-2850027" y="1390294"/>
              <a:ext cx="601633" cy="623878"/>
            </a:xfrm>
            <a:prstGeom prst="rect">
              <a:avLst/>
            </a:prstGeom>
            <a:ln w="12700" cap="flat">
              <a:noFill/>
              <a:miter lim="400000"/>
            </a:ln>
            <a:effectLst/>
          </p:spPr>
        </p:pic>
        <p:pic>
          <p:nvPicPr>
            <p:cNvPr id="11" name="Image" descr="Image">
              <a:extLst>
                <a:ext uri="{FF2B5EF4-FFF2-40B4-BE49-F238E27FC236}">
                  <a16:creationId xmlns:a16="http://schemas.microsoft.com/office/drawing/2014/main" id="{1DD6A07B-1CB5-B903-09DB-950559FCE4E0}"/>
                </a:ext>
              </a:extLst>
            </p:cNvPr>
            <p:cNvPicPr>
              <a:picLocks noChangeAspect="1"/>
            </p:cNvPicPr>
            <p:nvPr/>
          </p:nvPicPr>
          <p:blipFill>
            <a:blip r:embed="rId12"/>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07010292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240000" y="4320116"/>
            <a:ext cx="3535680" cy="3535680"/>
          </a:xfrm>
          <a:prstGeom prst="rect">
            <a:avLst/>
          </a:prstGeom>
        </p:spPr>
      </p:pic>
      <p:pic>
        <p:nvPicPr>
          <p:cNvPr id="6" name="Picture 5">
            <a:extLst>
              <a:ext uri="{FF2B5EF4-FFF2-40B4-BE49-F238E27FC236}">
                <a16:creationId xmlns:a16="http://schemas.microsoft.com/office/drawing/2014/main" id="{8D1F61AE-0C1A-636C-687E-207E2A2A70F6}"/>
              </a:ext>
              <a:ext uri="{C183D7F6-B498-43B3-948B-1728B52AA6E4}">
                <adec:decorative xmlns:adec="http://schemas.microsoft.com/office/drawing/2017/decorative" val="1"/>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7" name="Group">
            <a:extLst>
              <a:ext uri="{FF2B5EF4-FFF2-40B4-BE49-F238E27FC236}">
                <a16:creationId xmlns:a16="http://schemas.microsoft.com/office/drawing/2014/main" id="{A734540B-EB64-130D-3523-93575103ED02}"/>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5953221E-8F74-C3B9-7C70-CFB02A3B7E6C}"/>
                </a:ext>
              </a:extLst>
            </p:cNvPr>
            <p:cNvPicPr>
              <a:picLocks noChangeAspect="1"/>
            </p:cNvPicPr>
            <p:nvPr/>
          </p:nvPicPr>
          <p:blipFill>
            <a:blip r:embed="rId5"/>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49A2096B-323B-F3EF-7CC9-DF562AC8C228}"/>
                </a:ext>
              </a:extLst>
            </p:cNvPr>
            <p:cNvPicPr>
              <a:picLocks noChangeAspect="1"/>
            </p:cNvPicPr>
            <p:nvPr/>
          </p:nvPicPr>
          <p:blipFill>
            <a:blip r:embed="rId6"/>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8B7EE6C9-8BC7-CD09-089B-BA35D919D1CC}"/>
                </a:ext>
              </a:extLst>
            </p:cNvPr>
            <p:cNvPicPr>
              <a:picLocks noChangeAspect="1"/>
            </p:cNvPicPr>
            <p:nvPr/>
          </p:nvPicPr>
          <p:blipFill>
            <a:blip r:embed="rId6"/>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222704086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US"/>
              <a:t>Click icon to add picture</a:t>
            </a:r>
            <a:endParaRPr lang="en-US" dirty="0"/>
          </a:p>
        </p:txBody>
      </p:sp>
      <p:pic>
        <p:nvPicPr>
          <p:cNvPr id="4" name="Picture 3">
            <a:extLst>
              <a:ext uri="{FF2B5EF4-FFF2-40B4-BE49-F238E27FC236}">
                <a16:creationId xmlns:a16="http://schemas.microsoft.com/office/drawing/2014/main" id="{D5210B6C-2009-3AB9-2B36-C9C111BD1FBB}"/>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5" name="Group">
            <a:extLst>
              <a:ext uri="{FF2B5EF4-FFF2-40B4-BE49-F238E27FC236}">
                <a16:creationId xmlns:a16="http://schemas.microsoft.com/office/drawing/2014/main" id="{6BFD5909-E19C-D820-5C51-280C15B09CBC}"/>
              </a:ext>
            </a:extLst>
          </p:cNvPr>
          <p:cNvGrpSpPr/>
          <p:nvPr userDrawn="1"/>
        </p:nvGrpSpPr>
        <p:grpSpPr>
          <a:xfrm>
            <a:off x="756659" y="-3867"/>
            <a:ext cx="2783909" cy="2014172"/>
            <a:chOff x="-2864397" y="0"/>
            <a:chExt cx="2783907" cy="2014171"/>
          </a:xfrm>
        </p:grpSpPr>
        <p:pic>
          <p:nvPicPr>
            <p:cNvPr id="6" name="Image" descr="Image">
              <a:extLst>
                <a:ext uri="{FF2B5EF4-FFF2-40B4-BE49-F238E27FC236}">
                  <a16:creationId xmlns:a16="http://schemas.microsoft.com/office/drawing/2014/main" id="{8B08C927-B7A0-43BA-4100-83612BFB59A9}"/>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7" name="Image" descr="Image">
              <a:extLst>
                <a:ext uri="{FF2B5EF4-FFF2-40B4-BE49-F238E27FC236}">
                  <a16:creationId xmlns:a16="http://schemas.microsoft.com/office/drawing/2014/main" id="{6AFC5A1D-896A-4BE5-A25A-A0172137210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8" name="Image" descr="Image">
              <a:extLst>
                <a:ext uri="{FF2B5EF4-FFF2-40B4-BE49-F238E27FC236}">
                  <a16:creationId xmlns:a16="http://schemas.microsoft.com/office/drawing/2014/main" id="{58C85CFC-A584-60C9-398C-FC5F3B10CF07}"/>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77924557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287110" y="8648744"/>
            <a:ext cx="1403521" cy="1403521"/>
          </a:xfrm>
          <a:prstGeom prst="rect">
            <a:avLst/>
          </a:prstGeom>
        </p:spPr>
      </p:pic>
      <p:pic>
        <p:nvPicPr>
          <p:cNvPr id="7" name="Picture 6">
            <a:extLst>
              <a:ext uri="{FF2B5EF4-FFF2-40B4-BE49-F238E27FC236}">
                <a16:creationId xmlns:a16="http://schemas.microsoft.com/office/drawing/2014/main" id="{D0C22165-28E5-078B-D527-EB85E34E9D08}"/>
              </a:ext>
              <a:ext uri="{C183D7F6-B498-43B3-948B-1728B52AA6E4}">
                <adec:decorative xmlns:adec="http://schemas.microsoft.com/office/drawing/2017/decorative" val="1"/>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8" name="Group">
            <a:extLst>
              <a:ext uri="{FF2B5EF4-FFF2-40B4-BE49-F238E27FC236}">
                <a16:creationId xmlns:a16="http://schemas.microsoft.com/office/drawing/2014/main" id="{1AB01AB1-EADC-77A2-A940-2DE69B7ABE8E}"/>
              </a:ext>
            </a:extLst>
          </p:cNvPr>
          <p:cNvGrpSpPr/>
          <p:nvPr userDrawn="1"/>
        </p:nvGrpSpPr>
        <p:grpSpPr>
          <a:xfrm>
            <a:off x="756659" y="-3867"/>
            <a:ext cx="2783909" cy="2014172"/>
            <a:chOff x="-2864397" y="0"/>
            <a:chExt cx="2783907" cy="2014171"/>
          </a:xfrm>
        </p:grpSpPr>
        <p:pic>
          <p:nvPicPr>
            <p:cNvPr id="10" name="Image" descr="Image">
              <a:extLst>
                <a:ext uri="{FF2B5EF4-FFF2-40B4-BE49-F238E27FC236}">
                  <a16:creationId xmlns:a16="http://schemas.microsoft.com/office/drawing/2014/main" id="{3B174F11-D671-E0EF-C5C9-332FF7B2255D}"/>
                </a:ext>
              </a:extLst>
            </p:cNvPr>
            <p:cNvPicPr>
              <a:picLocks noChangeAspect="1"/>
            </p:cNvPicPr>
            <p:nvPr/>
          </p:nvPicPr>
          <p:blipFill>
            <a:blip r:embed="rId7"/>
            <a:stretch>
              <a:fillRect/>
            </a:stretch>
          </p:blipFill>
          <p:spPr>
            <a:xfrm>
              <a:off x="-2864398" y="-1"/>
              <a:ext cx="630382" cy="1359672"/>
            </a:xfrm>
            <a:prstGeom prst="rect">
              <a:avLst/>
            </a:prstGeom>
            <a:ln w="12700" cap="flat">
              <a:noFill/>
              <a:miter lim="400000"/>
            </a:ln>
            <a:effectLst/>
          </p:spPr>
        </p:pic>
        <p:pic>
          <p:nvPicPr>
            <p:cNvPr id="12" name="Image" descr="Image">
              <a:extLst>
                <a:ext uri="{FF2B5EF4-FFF2-40B4-BE49-F238E27FC236}">
                  <a16:creationId xmlns:a16="http://schemas.microsoft.com/office/drawing/2014/main" id="{B2D60E6B-CEFB-1201-1ABC-A47A5C6DEDA7}"/>
                </a:ext>
              </a:extLst>
            </p:cNvPr>
            <p:cNvPicPr>
              <a:picLocks noChangeAspect="1"/>
            </p:cNvPicPr>
            <p:nvPr/>
          </p:nvPicPr>
          <p:blipFill>
            <a:blip r:embed="rId8"/>
            <a:srcRect t="88153" r="78332"/>
            <a:stretch>
              <a:fillRect/>
            </a:stretch>
          </p:blipFill>
          <p:spPr>
            <a:xfrm>
              <a:off x="-2850027" y="1390294"/>
              <a:ext cx="601633" cy="623878"/>
            </a:xfrm>
            <a:prstGeom prst="rect">
              <a:avLst/>
            </a:prstGeom>
            <a:ln w="12700" cap="flat">
              <a:noFill/>
              <a:miter lim="400000"/>
            </a:ln>
            <a:effectLst/>
          </p:spPr>
        </p:pic>
        <p:pic>
          <p:nvPicPr>
            <p:cNvPr id="14" name="Image" descr="Image">
              <a:extLst>
                <a:ext uri="{FF2B5EF4-FFF2-40B4-BE49-F238E27FC236}">
                  <a16:creationId xmlns:a16="http://schemas.microsoft.com/office/drawing/2014/main" id="{3ECE39F8-02C5-64A7-9AC5-4BDC8C44E368}"/>
                </a:ext>
              </a:extLst>
            </p:cNvPr>
            <p:cNvPicPr>
              <a:picLocks noChangeAspect="1"/>
            </p:cNvPicPr>
            <p:nvPr/>
          </p:nvPicPr>
          <p:blipFill>
            <a:blip r:embed="rId8"/>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81101224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5" name="Picture 4">
            <a:extLst>
              <a:ext uri="{FF2B5EF4-FFF2-40B4-BE49-F238E27FC236}">
                <a16:creationId xmlns:a16="http://schemas.microsoft.com/office/drawing/2014/main" id="{0079C9F5-AAFF-0002-246E-C6EBF2351B3C}"/>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19954499-52C9-37B8-CE68-E31F97D9B97E}"/>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1827E7EE-F7D7-B912-1873-48F271C754AF}"/>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97CC2254-DB2F-2222-3ACB-0F4D49DF246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1DEA3358-B0D8-2D88-2DDF-CD2824CEACE3}"/>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13404523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570897"/>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270476"/>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949262"/>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628048"/>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306834"/>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7" name="Picture 6">
            <a:extLst>
              <a:ext uri="{FF2B5EF4-FFF2-40B4-BE49-F238E27FC236}">
                <a16:creationId xmlns:a16="http://schemas.microsoft.com/office/drawing/2014/main" id="{9F9AF533-B5F6-1F4C-DB2A-D5C619F6972D}"/>
              </a:ext>
              <a:ext uri="{C183D7F6-B498-43B3-948B-1728B52AA6E4}">
                <adec:decorative xmlns:adec="http://schemas.microsoft.com/office/drawing/2017/decorative" val="1"/>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9" name="Group">
            <a:extLst>
              <a:ext uri="{FF2B5EF4-FFF2-40B4-BE49-F238E27FC236}">
                <a16:creationId xmlns:a16="http://schemas.microsoft.com/office/drawing/2014/main" id="{CACAE48A-1410-60E4-FCE8-EBA95AD9A7D1}"/>
              </a:ext>
            </a:extLst>
          </p:cNvPr>
          <p:cNvGrpSpPr/>
          <p:nvPr userDrawn="1"/>
        </p:nvGrpSpPr>
        <p:grpSpPr>
          <a:xfrm>
            <a:off x="756659" y="-3867"/>
            <a:ext cx="2783909" cy="2014172"/>
            <a:chOff x="-2864397" y="0"/>
            <a:chExt cx="2783907" cy="2014171"/>
          </a:xfrm>
        </p:grpSpPr>
        <p:pic>
          <p:nvPicPr>
            <p:cNvPr id="10" name="Image" descr="Image">
              <a:extLst>
                <a:ext uri="{FF2B5EF4-FFF2-40B4-BE49-F238E27FC236}">
                  <a16:creationId xmlns:a16="http://schemas.microsoft.com/office/drawing/2014/main" id="{835D3321-F5AB-7B39-240A-709C3EABC96A}"/>
                </a:ext>
              </a:extLst>
            </p:cNvPr>
            <p:cNvPicPr>
              <a:picLocks noChangeAspect="1"/>
            </p:cNvPicPr>
            <p:nvPr/>
          </p:nvPicPr>
          <p:blipFill>
            <a:blip r:embed="rId5"/>
            <a:stretch>
              <a:fillRect/>
            </a:stretch>
          </p:blipFill>
          <p:spPr>
            <a:xfrm>
              <a:off x="-2864398" y="-1"/>
              <a:ext cx="630382" cy="1359672"/>
            </a:xfrm>
            <a:prstGeom prst="rect">
              <a:avLst/>
            </a:prstGeom>
            <a:ln w="12700" cap="flat">
              <a:noFill/>
              <a:miter lim="400000"/>
            </a:ln>
            <a:effectLst/>
          </p:spPr>
        </p:pic>
        <p:pic>
          <p:nvPicPr>
            <p:cNvPr id="11" name="Image" descr="Image">
              <a:extLst>
                <a:ext uri="{FF2B5EF4-FFF2-40B4-BE49-F238E27FC236}">
                  <a16:creationId xmlns:a16="http://schemas.microsoft.com/office/drawing/2014/main" id="{9A5045C5-E6D9-0C02-A60D-808D1A46D9CC}"/>
                </a:ext>
              </a:extLst>
            </p:cNvPr>
            <p:cNvPicPr>
              <a:picLocks noChangeAspect="1"/>
            </p:cNvPicPr>
            <p:nvPr/>
          </p:nvPicPr>
          <p:blipFill>
            <a:blip r:embed="rId6"/>
            <a:srcRect t="88153" r="78332"/>
            <a:stretch>
              <a:fillRect/>
            </a:stretch>
          </p:blipFill>
          <p:spPr>
            <a:xfrm>
              <a:off x="-2850027" y="1390294"/>
              <a:ext cx="601633" cy="623878"/>
            </a:xfrm>
            <a:prstGeom prst="rect">
              <a:avLst/>
            </a:prstGeom>
            <a:ln w="12700" cap="flat">
              <a:noFill/>
              <a:miter lim="400000"/>
            </a:ln>
            <a:effectLst/>
          </p:spPr>
        </p:pic>
        <p:pic>
          <p:nvPicPr>
            <p:cNvPr id="12" name="Image" descr="Image">
              <a:extLst>
                <a:ext uri="{FF2B5EF4-FFF2-40B4-BE49-F238E27FC236}">
                  <a16:creationId xmlns:a16="http://schemas.microsoft.com/office/drawing/2014/main" id="{5C378790-9194-7CF7-64F2-DCDC541DE747}"/>
                </a:ext>
              </a:extLst>
            </p:cNvPr>
            <p:cNvPicPr>
              <a:picLocks noChangeAspect="1"/>
            </p:cNvPicPr>
            <p:nvPr/>
          </p:nvPicPr>
          <p:blipFill>
            <a:blip r:embed="rId6"/>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151361529"/>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3" name="Picture 2">
            <a:extLst>
              <a:ext uri="{FF2B5EF4-FFF2-40B4-BE49-F238E27FC236}">
                <a16:creationId xmlns:a16="http://schemas.microsoft.com/office/drawing/2014/main" id="{8EBE46FE-17DA-131C-25CA-513E1EB2D6D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49D08008-1FC5-26A6-E9A3-347420006839}"/>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27320987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3" name="Picture 2">
            <a:extLst>
              <a:ext uri="{FF2B5EF4-FFF2-40B4-BE49-F238E27FC236}">
                <a16:creationId xmlns:a16="http://schemas.microsoft.com/office/drawing/2014/main" id="{C5851190-1E16-8731-05F7-9E415A2E72A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16478055-4CD9-7AD2-1E0C-062019F0D612}"/>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10994172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4.w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s://stackoverflow.com/questions/71935651/how-does-fiddler-decrypt-https-traffic-it-works-for-my-iphone-but-fails-for-my"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0F9371B-F92F-AED8-457A-F4BAE6779B8C}"/>
              </a:ext>
            </a:extLst>
          </p:cNvPr>
          <p:cNvSpPr>
            <a:spLocks noGrp="1"/>
          </p:cNvSpPr>
          <p:nvPr>
            <p:ph type="body" sz="quarter" idx="1"/>
          </p:nvPr>
        </p:nvSpPr>
        <p:spPr/>
        <p:txBody>
          <a:bodyPr/>
          <a:lstStyle/>
          <a:p>
            <a:r>
              <a:rPr lang="en-US" dirty="0"/>
              <a:t>NETWORK SECURITY</a:t>
            </a:r>
          </a:p>
        </p:txBody>
      </p:sp>
      <p:sp>
        <p:nvSpPr>
          <p:cNvPr id="3" name="Title 2">
            <a:extLst>
              <a:ext uri="{FF2B5EF4-FFF2-40B4-BE49-F238E27FC236}">
                <a16:creationId xmlns:a16="http://schemas.microsoft.com/office/drawing/2014/main" id="{05C0E2BF-BBBC-BF27-4255-C5149D193112}"/>
              </a:ext>
            </a:extLst>
          </p:cNvPr>
          <p:cNvSpPr>
            <a:spLocks noGrp="1"/>
          </p:cNvSpPr>
          <p:nvPr>
            <p:ph type="title"/>
          </p:nvPr>
        </p:nvSpPr>
        <p:spPr/>
        <p:txBody>
          <a:bodyPr/>
          <a:lstStyle/>
          <a:p>
            <a:r>
              <a:rPr lang="en-US" dirty="0"/>
              <a:t>Computer network</a:t>
            </a:r>
            <a:br>
              <a:rPr lang="en-US" dirty="0"/>
            </a:br>
            <a:r>
              <a:rPr lang="en-US" dirty="0"/>
              <a:t>session 11</a:t>
            </a:r>
          </a:p>
        </p:txBody>
      </p:sp>
      <p:sp>
        <p:nvSpPr>
          <p:cNvPr id="4" name="Text Placeholder 3">
            <a:extLst>
              <a:ext uri="{FF2B5EF4-FFF2-40B4-BE49-F238E27FC236}">
                <a16:creationId xmlns:a16="http://schemas.microsoft.com/office/drawing/2014/main" id="{319DA326-32BB-7EBF-F49C-D0308881B79F}"/>
              </a:ext>
            </a:extLst>
          </p:cNvPr>
          <p:cNvSpPr>
            <a:spLocks noGrp="1"/>
          </p:cNvSpPr>
          <p:nvPr>
            <p:ph type="body" sz="quarter" idx="11"/>
          </p:nvPr>
        </p:nvSpPr>
        <p:spPr/>
        <p:txBody>
          <a:bodyPr/>
          <a:lstStyle/>
          <a:p>
            <a:r>
              <a:rPr lang="en-US" dirty="0"/>
              <a:t>Santoso Budijono</a:t>
            </a:r>
          </a:p>
        </p:txBody>
      </p:sp>
    </p:spTree>
    <p:extLst>
      <p:ext uri="{BB962C8B-B14F-4D97-AF65-F5344CB8AC3E}">
        <p14:creationId xmlns:p14="http://schemas.microsoft.com/office/powerpoint/2010/main" val="1693146093"/>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C8BBB-4BF7-BE85-D54D-D0A9CF50CBA4}"/>
              </a:ext>
            </a:extLst>
          </p:cNvPr>
          <p:cNvSpPr>
            <a:spLocks noGrp="1"/>
          </p:cNvSpPr>
          <p:nvPr>
            <p:ph type="title"/>
          </p:nvPr>
        </p:nvSpPr>
        <p:spPr/>
        <p:txBody>
          <a:bodyPr>
            <a:normAutofit fontScale="90000"/>
          </a:bodyPr>
          <a:lstStyle/>
          <a:p>
            <a:r>
              <a:rPr lang="en-US" dirty="0"/>
              <a:t>Learning outcomes</a:t>
            </a:r>
          </a:p>
        </p:txBody>
      </p:sp>
      <p:sp>
        <p:nvSpPr>
          <p:cNvPr id="3" name="Text Placeholder 2">
            <a:extLst>
              <a:ext uri="{FF2B5EF4-FFF2-40B4-BE49-F238E27FC236}">
                <a16:creationId xmlns:a16="http://schemas.microsoft.com/office/drawing/2014/main" id="{DE5C19C5-D693-9A65-B004-1E4675C8F8E7}"/>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91F0E055-8210-691C-0EF7-F371DBB1757D}"/>
              </a:ext>
            </a:extLst>
          </p:cNvPr>
          <p:cNvSpPr>
            <a:spLocks noGrp="1"/>
          </p:cNvSpPr>
          <p:nvPr>
            <p:ph sz="quarter" idx="11"/>
          </p:nvPr>
        </p:nvSpPr>
        <p:spPr>
          <a:xfrm>
            <a:off x="3168006" y="4596868"/>
            <a:ext cx="13714940" cy="4522264"/>
          </a:xfrm>
        </p:spPr>
        <p:txBody>
          <a:bodyPr>
            <a:normAutofit/>
          </a:bodyPr>
          <a:lstStyle/>
          <a:p>
            <a:pPr marL="0" marR="0" indent="0" algn="l" rtl="0" eaLnBrk="1" fontAlgn="t" latinLnBrk="0" hangingPunct="1">
              <a:spcBef>
                <a:spcPts val="0"/>
              </a:spcBef>
              <a:spcAft>
                <a:spcPts val="0"/>
              </a:spcAft>
              <a:buNone/>
            </a:pPr>
            <a:r>
              <a:rPr lang="en-ID" sz="3200" b="1" i="0" u="none" strike="noStrike" kern="1200" dirty="0">
                <a:solidFill>
                  <a:srgbClr val="000000"/>
                </a:solidFill>
                <a:effectLst/>
                <a:latin typeface="Open Sans Light" panose="020B0306030504020204" pitchFamily="34" charset="0"/>
                <a:ea typeface="Open Sans Light" panose="020B0306030504020204" pitchFamily="34" charset="0"/>
                <a:cs typeface="Open Sans Light" panose="020B0306030504020204" pitchFamily="34" charset="0"/>
              </a:rPr>
              <a:t>LO 1: Describe basic structures of network</a:t>
            </a:r>
            <a:endParaRPr lang="en-US" sz="3200" b="1" dirty="0">
              <a:latin typeface="Open Sans Light" panose="020B0306030504020204" pitchFamily="34" charset="0"/>
              <a:ea typeface="Open Sans Light" panose="020B0306030504020204" pitchFamily="34" charset="0"/>
              <a:cs typeface="Open Sans Light" panose="020B0306030504020204" pitchFamily="34" charset="0"/>
            </a:endParaRPr>
          </a:p>
          <a:p>
            <a:pPr marL="0" marR="0" indent="0" algn="l" rtl="0" eaLnBrk="1" fontAlgn="t" latinLnBrk="0" hangingPunct="1">
              <a:spcBef>
                <a:spcPts val="0"/>
              </a:spcBef>
              <a:spcAft>
                <a:spcPts val="0"/>
              </a:spcAft>
              <a:buNone/>
            </a:pPr>
            <a:r>
              <a:rPr lang="en-ID" sz="3200" b="1" i="0" u="none" strike="noStrike" kern="1200" dirty="0">
                <a:solidFill>
                  <a:srgbClr val="000000"/>
                </a:solidFill>
                <a:effectLst/>
                <a:latin typeface="Open Sans Light" panose="020B0306030504020204" pitchFamily="34" charset="0"/>
                <a:ea typeface="Open Sans Light" panose="020B0306030504020204" pitchFamily="34" charset="0"/>
                <a:cs typeface="Open Sans Light" panose="020B0306030504020204" pitchFamily="34" charset="0"/>
              </a:rPr>
              <a:t>LO 2: Explain basic concepts of network</a:t>
            </a:r>
          </a:p>
          <a:p>
            <a:pPr marL="0" indent="0" fontAlgn="t">
              <a:spcBef>
                <a:spcPts val="0"/>
              </a:spcBef>
              <a:buNone/>
            </a:pPr>
            <a:r>
              <a:rPr lang="en-ID" sz="3200" b="1" kern="1200" dirty="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rPr>
              <a:t>LO 3: Design network environment using TCP/IP Model</a:t>
            </a:r>
            <a:endParaRPr lang="en-US" sz="3200" b="1" i="0" u="none" strike="noStrike" dirty="0">
              <a:effectLst/>
              <a:latin typeface="Open Sans Light" panose="020B0306030504020204" pitchFamily="34" charset="0"/>
              <a:ea typeface="Open Sans Light" panose="020B0306030504020204" pitchFamily="34" charset="0"/>
              <a:cs typeface="Open Sans Light" panose="020B0306030504020204" pitchFamily="34" charset="0"/>
            </a:endParaRPr>
          </a:p>
          <a:p>
            <a:pPr marL="0" marR="0" indent="0" algn="l" rtl="0" eaLnBrk="1" fontAlgn="t" latinLnBrk="0" hangingPunct="1">
              <a:spcBef>
                <a:spcPts val="0"/>
              </a:spcBef>
              <a:spcAft>
                <a:spcPts val="0"/>
              </a:spcAft>
              <a:buNone/>
            </a:pPr>
            <a:endParaRPr lang="en-US" sz="3200" b="1" i="0" u="none" strike="noStrike" dirty="0">
              <a:effectLst/>
              <a:latin typeface="Open Sans Light" panose="020B0306030504020204" pitchFamily="34" charset="0"/>
              <a:ea typeface="Open Sans Light" panose="020B0306030504020204" pitchFamily="34" charset="0"/>
              <a:cs typeface="Open Sans Light" panose="020B0306030504020204" pitchFamily="34" charset="0"/>
            </a:endParaRPr>
          </a:p>
          <a:p>
            <a:endParaRPr lang="en-US" sz="2800" b="1" dirty="0">
              <a:latin typeface="Open Sans Light" panose="020B0306030504020204" pitchFamily="34" charset="0"/>
              <a:ea typeface="Open Sans Light" panose="020B0306030504020204" pitchFamily="34" charset="0"/>
              <a:cs typeface="Open Sans Light" panose="020B0306030504020204" pitchFamily="34" charset="0"/>
            </a:endParaRPr>
          </a:p>
        </p:txBody>
      </p:sp>
    </p:spTree>
    <p:extLst>
      <p:ext uri="{BB962C8B-B14F-4D97-AF65-F5344CB8AC3E}">
        <p14:creationId xmlns:p14="http://schemas.microsoft.com/office/powerpoint/2010/main" val="1208492461"/>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A2D43-6DC0-82BA-8E90-2AA624325042}"/>
              </a:ext>
            </a:extLst>
          </p:cNvPr>
          <p:cNvSpPr>
            <a:spLocks noGrp="1"/>
          </p:cNvSpPr>
          <p:nvPr>
            <p:ph type="title"/>
          </p:nvPr>
        </p:nvSpPr>
        <p:spPr/>
        <p:txBody>
          <a:bodyPr>
            <a:normAutofit fontScale="90000"/>
          </a:bodyPr>
          <a:lstStyle/>
          <a:p>
            <a:r>
              <a:rPr lang="en-US" dirty="0"/>
              <a:t>topics</a:t>
            </a:r>
          </a:p>
        </p:txBody>
      </p:sp>
      <p:sp>
        <p:nvSpPr>
          <p:cNvPr id="3" name="Text Placeholder 2">
            <a:extLst>
              <a:ext uri="{FF2B5EF4-FFF2-40B4-BE49-F238E27FC236}">
                <a16:creationId xmlns:a16="http://schemas.microsoft.com/office/drawing/2014/main" id="{C8EBF1C5-C280-D9C4-3EDE-DC565FCDCC5F}"/>
              </a:ext>
            </a:extLst>
          </p:cNvPr>
          <p:cNvSpPr>
            <a:spLocks noGrp="1"/>
          </p:cNvSpPr>
          <p:nvPr>
            <p:ph type="body" sz="quarter" idx="10"/>
          </p:nvPr>
        </p:nvSpPr>
        <p:spPr/>
        <p:txBody>
          <a:bodyPr/>
          <a:lstStyle/>
          <a:p>
            <a:endParaRPr lang="en-US"/>
          </a:p>
        </p:txBody>
      </p:sp>
      <p:sp>
        <p:nvSpPr>
          <p:cNvPr id="6" name="Rectangle 3">
            <a:extLst>
              <a:ext uri="{FF2B5EF4-FFF2-40B4-BE49-F238E27FC236}">
                <a16:creationId xmlns:a16="http://schemas.microsoft.com/office/drawing/2014/main" id="{45061B4E-80AF-5BB1-066F-9D5B73BF20F7}"/>
              </a:ext>
            </a:extLst>
          </p:cNvPr>
          <p:cNvSpPr txBox="1">
            <a:spLocks noGrp="1" noChangeArrowheads="1"/>
          </p:cNvSpPr>
          <p:nvPr>
            <p:ph sz="quarter" idx="11"/>
          </p:nvPr>
        </p:nvSpPr>
        <p:spPr>
          <a:xfrm>
            <a:off x="5486400" y="5334000"/>
            <a:ext cx="13716000" cy="274631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90000"/>
              </a:lnSpc>
            </a:pPr>
            <a:r>
              <a:rPr lang="en-US" b="1" dirty="0">
                <a:latin typeface="Open Sans Light" panose="020B0306030504020204" pitchFamily="34" charset="0"/>
                <a:ea typeface="Open Sans Light" panose="020B0306030504020204" pitchFamily="34" charset="0"/>
                <a:cs typeface="Open Sans Light" panose="020B0306030504020204" pitchFamily="34" charset="0"/>
              </a:rPr>
              <a:t>Security Goals</a:t>
            </a:r>
          </a:p>
          <a:p>
            <a:pPr>
              <a:lnSpc>
                <a:spcPct val="90000"/>
              </a:lnSpc>
            </a:pPr>
            <a:r>
              <a:rPr lang="en-US" b="1" dirty="0">
                <a:latin typeface="Open Sans Light" panose="020B0306030504020204" pitchFamily="34" charset="0"/>
                <a:ea typeface="Open Sans Light" panose="020B0306030504020204" pitchFamily="34" charset="0"/>
                <a:cs typeface="Open Sans Light" panose="020B0306030504020204" pitchFamily="34" charset="0"/>
              </a:rPr>
              <a:t>Threat, Attacks</a:t>
            </a:r>
          </a:p>
          <a:p>
            <a:pPr>
              <a:lnSpc>
                <a:spcPct val="90000"/>
              </a:lnSpc>
            </a:pPr>
            <a:r>
              <a:rPr lang="en-US" b="1" dirty="0">
                <a:latin typeface="Open Sans Light" panose="020B0306030504020204" pitchFamily="34" charset="0"/>
                <a:ea typeface="Open Sans Light" panose="020B0306030504020204" pitchFamily="34" charset="0"/>
                <a:cs typeface="Open Sans Light" panose="020B0306030504020204" pitchFamily="34" charset="0"/>
              </a:rPr>
              <a:t>Cryptography concept</a:t>
            </a:r>
          </a:p>
          <a:p>
            <a:pPr>
              <a:lnSpc>
                <a:spcPct val="90000"/>
              </a:lnSpc>
            </a:pPr>
            <a:r>
              <a:rPr lang="en-US" b="1" dirty="0">
                <a:latin typeface="Open Sans Light" panose="020B0306030504020204" pitchFamily="34" charset="0"/>
                <a:ea typeface="Open Sans Light" panose="020B0306030504020204" pitchFamily="34" charset="0"/>
                <a:cs typeface="Open Sans Light" panose="020B0306030504020204" pitchFamily="34" charset="0"/>
              </a:rPr>
              <a:t>Security in Cloud computing</a:t>
            </a:r>
          </a:p>
        </p:txBody>
      </p:sp>
    </p:spTree>
    <p:extLst>
      <p:ext uri="{BB962C8B-B14F-4D97-AF65-F5344CB8AC3E}">
        <p14:creationId xmlns:p14="http://schemas.microsoft.com/office/powerpoint/2010/main" val="2415315432"/>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4ED39-51B5-03CD-5637-02A26DA7B4D1}"/>
              </a:ext>
            </a:extLst>
          </p:cNvPr>
          <p:cNvSpPr>
            <a:spLocks noGrp="1"/>
          </p:cNvSpPr>
          <p:nvPr>
            <p:ph type="title"/>
          </p:nvPr>
        </p:nvSpPr>
        <p:spPr/>
        <p:txBody>
          <a:bodyPr>
            <a:normAutofit fontScale="90000"/>
          </a:bodyPr>
          <a:lstStyle/>
          <a:p>
            <a:r>
              <a:rPr lang="en-US" dirty="0"/>
              <a:t>NETWORK SECURITY</a:t>
            </a:r>
          </a:p>
        </p:txBody>
      </p:sp>
      <p:sp>
        <p:nvSpPr>
          <p:cNvPr id="3" name="Text Placeholder 2">
            <a:extLst>
              <a:ext uri="{FF2B5EF4-FFF2-40B4-BE49-F238E27FC236}">
                <a16:creationId xmlns:a16="http://schemas.microsoft.com/office/drawing/2014/main" id="{DD258209-06B9-A0E3-5FF7-9043F5AA796D}"/>
              </a:ext>
            </a:extLst>
          </p:cNvPr>
          <p:cNvSpPr>
            <a:spLocks noGrp="1"/>
          </p:cNvSpPr>
          <p:nvPr>
            <p:ph type="body" sz="quarter" idx="10"/>
          </p:nvPr>
        </p:nvSpPr>
        <p:spPr/>
        <p:txBody>
          <a:bodyPr/>
          <a:lstStyle/>
          <a:p>
            <a:r>
              <a:rPr lang="en-US" dirty="0"/>
              <a:t>DEFINITION</a:t>
            </a:r>
          </a:p>
        </p:txBody>
      </p:sp>
      <p:sp>
        <p:nvSpPr>
          <p:cNvPr id="5" name="Rectangle 3">
            <a:extLst>
              <a:ext uri="{FF2B5EF4-FFF2-40B4-BE49-F238E27FC236}">
                <a16:creationId xmlns:a16="http://schemas.microsoft.com/office/drawing/2014/main" id="{71BF49F1-8CB1-FBC6-E30A-5269A19D0606}"/>
              </a:ext>
            </a:extLst>
          </p:cNvPr>
          <p:cNvSpPr>
            <a:spLocks noGrp="1" noChangeArrowheads="1"/>
          </p:cNvSpPr>
          <p:nvPr>
            <p:ph sz="quarter" idx="11"/>
          </p:nvPr>
        </p:nvSpPr>
        <p:spPr bwMode="auto">
          <a:xfrm>
            <a:off x="3918856" y="3990392"/>
            <a:ext cx="14425127" cy="4522788"/>
          </a:xfrm>
          <a:prstGeom prst="rect">
            <a:avLst/>
          </a:prstGeom>
          <a:noFill/>
          <a:ln>
            <a:miter lim="800000"/>
            <a:headEnd/>
            <a:tailEnd/>
          </a:ln>
        </p:spPr>
        <p:txBody>
          <a:bodyPr lIns="92075" tIns="46038" rIns="92075" bIns="46038">
            <a:normAutofit/>
          </a:bodyPr>
          <a:lstStyle/>
          <a:p>
            <a:r>
              <a:rPr lang="en-US" sz="3200" b="1" dirty="0"/>
              <a:t>Security is a state of well-being of information and infrastructures in which the possibility of successful yet undetected theft, tampering, and disruption of information and services is kept low or tolerable.</a:t>
            </a:r>
          </a:p>
          <a:p>
            <a:r>
              <a:rPr lang="en-US" sz="3200" b="1" dirty="0"/>
              <a:t>Security rests on confidentiality, authenticity, integrity, and availability.</a:t>
            </a:r>
          </a:p>
        </p:txBody>
      </p:sp>
    </p:spTree>
    <p:extLst>
      <p:ext uri="{BB962C8B-B14F-4D97-AF65-F5344CB8AC3E}">
        <p14:creationId xmlns:p14="http://schemas.microsoft.com/office/powerpoint/2010/main" val="1611776347"/>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4ED39-51B5-03CD-5637-02A26DA7B4D1}"/>
              </a:ext>
            </a:extLst>
          </p:cNvPr>
          <p:cNvSpPr>
            <a:spLocks noGrp="1"/>
          </p:cNvSpPr>
          <p:nvPr>
            <p:ph type="title"/>
          </p:nvPr>
        </p:nvSpPr>
        <p:spPr/>
        <p:txBody>
          <a:bodyPr>
            <a:normAutofit fontScale="90000"/>
          </a:bodyPr>
          <a:lstStyle/>
          <a:p>
            <a:r>
              <a:rPr lang="en-US" dirty="0"/>
              <a:t>NETWORK SECURITY</a:t>
            </a:r>
          </a:p>
        </p:txBody>
      </p:sp>
      <p:sp>
        <p:nvSpPr>
          <p:cNvPr id="3" name="Text Placeholder 2">
            <a:extLst>
              <a:ext uri="{FF2B5EF4-FFF2-40B4-BE49-F238E27FC236}">
                <a16:creationId xmlns:a16="http://schemas.microsoft.com/office/drawing/2014/main" id="{DD258209-06B9-A0E3-5FF7-9043F5AA796D}"/>
              </a:ext>
            </a:extLst>
          </p:cNvPr>
          <p:cNvSpPr>
            <a:spLocks noGrp="1"/>
          </p:cNvSpPr>
          <p:nvPr>
            <p:ph type="body" sz="quarter" idx="10"/>
          </p:nvPr>
        </p:nvSpPr>
        <p:spPr/>
        <p:txBody>
          <a:bodyPr/>
          <a:lstStyle/>
          <a:p>
            <a:r>
              <a:rPr lang="en-US" dirty="0"/>
              <a:t>SECURITY GOAL</a:t>
            </a:r>
          </a:p>
        </p:txBody>
      </p:sp>
      <p:grpSp>
        <p:nvGrpSpPr>
          <p:cNvPr id="12" name="Group 8">
            <a:extLst>
              <a:ext uri="{FF2B5EF4-FFF2-40B4-BE49-F238E27FC236}">
                <a16:creationId xmlns:a16="http://schemas.microsoft.com/office/drawing/2014/main" id="{F618D1C0-B787-6AB4-853F-8CF5BEFC3E62}"/>
              </a:ext>
            </a:extLst>
          </p:cNvPr>
          <p:cNvGrpSpPr>
            <a:grpSpLocks/>
          </p:cNvGrpSpPr>
          <p:nvPr/>
        </p:nvGrpSpPr>
        <p:grpSpPr bwMode="auto">
          <a:xfrm>
            <a:off x="7160674" y="4857042"/>
            <a:ext cx="7340600" cy="5641970"/>
            <a:chOff x="1600200" y="1905000"/>
            <a:chExt cx="6096000" cy="4419600"/>
          </a:xfrm>
        </p:grpSpPr>
        <p:sp>
          <p:nvSpPr>
            <p:cNvPr id="13" name="Oval 3">
              <a:extLst>
                <a:ext uri="{FF2B5EF4-FFF2-40B4-BE49-F238E27FC236}">
                  <a16:creationId xmlns:a16="http://schemas.microsoft.com/office/drawing/2014/main" id="{31A03BF9-2910-65F8-6E93-95330CA9F774}"/>
                </a:ext>
              </a:extLst>
            </p:cNvPr>
            <p:cNvSpPr>
              <a:spLocks noChangeArrowheads="1"/>
            </p:cNvSpPr>
            <p:nvPr/>
          </p:nvSpPr>
          <p:spPr bwMode="auto">
            <a:xfrm>
              <a:off x="3048000" y="1905000"/>
              <a:ext cx="3276600" cy="2971800"/>
            </a:xfrm>
            <a:prstGeom prst="ellipse">
              <a:avLst/>
            </a:prstGeom>
            <a:solidFill>
              <a:srgbClr val="99CCFF"/>
            </a:solidFill>
            <a:ln w="9525">
              <a:solidFill>
                <a:schemeClr val="tx1"/>
              </a:solidFill>
              <a:round/>
              <a:headEnd/>
              <a:tailEnd/>
            </a:ln>
          </p:spPr>
          <p:txBody>
            <a:bodyPr wrap="none" anchor="ctr"/>
            <a:lstStyle/>
            <a:p>
              <a:endParaRPr lang="id-ID" sz="3200" b="1">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14" name="Oval 4">
              <a:extLst>
                <a:ext uri="{FF2B5EF4-FFF2-40B4-BE49-F238E27FC236}">
                  <a16:creationId xmlns:a16="http://schemas.microsoft.com/office/drawing/2014/main" id="{7213E85C-4DB7-126A-56A6-4B9B211991A6}"/>
                </a:ext>
              </a:extLst>
            </p:cNvPr>
            <p:cNvSpPr>
              <a:spLocks noChangeArrowheads="1"/>
            </p:cNvSpPr>
            <p:nvPr/>
          </p:nvSpPr>
          <p:spPr bwMode="auto">
            <a:xfrm>
              <a:off x="1600200" y="3276600"/>
              <a:ext cx="3276600" cy="2971800"/>
            </a:xfrm>
            <a:prstGeom prst="ellipse">
              <a:avLst/>
            </a:prstGeom>
            <a:solidFill>
              <a:srgbClr val="FF0000">
                <a:alpha val="50195"/>
              </a:srgbClr>
            </a:solidFill>
            <a:ln w="9525">
              <a:solidFill>
                <a:schemeClr val="tx1"/>
              </a:solidFill>
              <a:round/>
              <a:headEnd/>
              <a:tailEnd/>
            </a:ln>
          </p:spPr>
          <p:txBody>
            <a:bodyPr wrap="none" anchor="ctr"/>
            <a:lstStyle/>
            <a:p>
              <a:endParaRPr lang="id-ID" sz="3200" b="1">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15" name="Oval 5">
              <a:extLst>
                <a:ext uri="{FF2B5EF4-FFF2-40B4-BE49-F238E27FC236}">
                  <a16:creationId xmlns:a16="http://schemas.microsoft.com/office/drawing/2014/main" id="{858E7D7D-285C-DED1-5382-91589C11FFF8}"/>
                </a:ext>
              </a:extLst>
            </p:cNvPr>
            <p:cNvSpPr>
              <a:spLocks noChangeArrowheads="1"/>
            </p:cNvSpPr>
            <p:nvPr/>
          </p:nvSpPr>
          <p:spPr bwMode="auto">
            <a:xfrm>
              <a:off x="4419600" y="3352800"/>
              <a:ext cx="3276600" cy="2971800"/>
            </a:xfrm>
            <a:prstGeom prst="ellipse">
              <a:avLst/>
            </a:prstGeom>
            <a:solidFill>
              <a:srgbClr val="00FF00">
                <a:alpha val="50195"/>
              </a:srgbClr>
            </a:solidFill>
            <a:ln w="9525">
              <a:solidFill>
                <a:schemeClr val="tx1"/>
              </a:solidFill>
              <a:round/>
              <a:headEnd/>
              <a:tailEnd/>
            </a:ln>
          </p:spPr>
          <p:txBody>
            <a:bodyPr wrap="none" anchor="ctr"/>
            <a:lstStyle/>
            <a:p>
              <a:pPr algn="ctr"/>
              <a:endParaRPr lang="id-ID" sz="3200" b="1">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16" name="Text Box 6">
              <a:extLst>
                <a:ext uri="{FF2B5EF4-FFF2-40B4-BE49-F238E27FC236}">
                  <a16:creationId xmlns:a16="http://schemas.microsoft.com/office/drawing/2014/main" id="{C12B540F-5C51-E7ED-9821-8FC297E0EAA1}"/>
                </a:ext>
              </a:extLst>
            </p:cNvPr>
            <p:cNvSpPr txBox="1">
              <a:spLocks noChangeArrowheads="1"/>
            </p:cNvSpPr>
            <p:nvPr/>
          </p:nvSpPr>
          <p:spPr bwMode="auto">
            <a:xfrm>
              <a:off x="2057400" y="4953000"/>
              <a:ext cx="1981200" cy="458080"/>
            </a:xfrm>
            <a:prstGeom prst="rect">
              <a:avLst/>
            </a:prstGeom>
            <a:noFill/>
            <a:ln w="9525">
              <a:noFill/>
              <a:miter lim="800000"/>
              <a:headEnd/>
              <a:tailEnd/>
            </a:ln>
          </p:spPr>
          <p:txBody>
            <a:bodyPr>
              <a:spAutoFit/>
            </a:bodyPr>
            <a:lstStyle/>
            <a:p>
              <a:pPr algn="ctr">
                <a:spcBef>
                  <a:spcPct val="50000"/>
                </a:spcBef>
              </a:pPr>
              <a:r>
                <a:rPr lang="en-US" sz="3200" b="1"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Integrity</a:t>
              </a:r>
            </a:p>
          </p:txBody>
        </p:sp>
        <p:sp>
          <p:nvSpPr>
            <p:cNvPr id="17" name="Text Box 7">
              <a:extLst>
                <a:ext uri="{FF2B5EF4-FFF2-40B4-BE49-F238E27FC236}">
                  <a16:creationId xmlns:a16="http://schemas.microsoft.com/office/drawing/2014/main" id="{E637C5AB-7E5B-3A91-BC69-29732BEAFC59}"/>
                </a:ext>
              </a:extLst>
            </p:cNvPr>
            <p:cNvSpPr txBox="1">
              <a:spLocks noChangeArrowheads="1"/>
            </p:cNvSpPr>
            <p:nvPr/>
          </p:nvSpPr>
          <p:spPr bwMode="auto">
            <a:xfrm>
              <a:off x="3178959" y="2571744"/>
              <a:ext cx="2786082" cy="458080"/>
            </a:xfrm>
            <a:prstGeom prst="rect">
              <a:avLst/>
            </a:prstGeom>
            <a:noFill/>
            <a:ln w="9525">
              <a:noFill/>
              <a:miter lim="800000"/>
              <a:headEnd/>
              <a:tailEnd/>
            </a:ln>
          </p:spPr>
          <p:txBody>
            <a:bodyPr>
              <a:spAutoFit/>
            </a:bodyPr>
            <a:lstStyle/>
            <a:p>
              <a:pPr algn="ctr">
                <a:spcBef>
                  <a:spcPct val="50000"/>
                </a:spcBef>
              </a:pPr>
              <a:r>
                <a:rPr lang="en-US" sz="3200" b="1"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Confidentiality</a:t>
              </a:r>
            </a:p>
          </p:txBody>
        </p:sp>
        <p:sp>
          <p:nvSpPr>
            <p:cNvPr id="18" name="Text Box 8">
              <a:extLst>
                <a:ext uri="{FF2B5EF4-FFF2-40B4-BE49-F238E27FC236}">
                  <a16:creationId xmlns:a16="http://schemas.microsoft.com/office/drawing/2014/main" id="{EE73CBE2-F0E3-E31D-3B0E-8EA7953D2E78}"/>
                </a:ext>
              </a:extLst>
            </p:cNvPr>
            <p:cNvSpPr txBox="1">
              <a:spLocks noChangeArrowheads="1"/>
            </p:cNvSpPr>
            <p:nvPr/>
          </p:nvSpPr>
          <p:spPr bwMode="auto">
            <a:xfrm>
              <a:off x="5214942" y="4929198"/>
              <a:ext cx="2057400" cy="458080"/>
            </a:xfrm>
            <a:prstGeom prst="rect">
              <a:avLst/>
            </a:prstGeom>
            <a:noFill/>
            <a:ln w="9525">
              <a:noFill/>
              <a:miter lim="800000"/>
              <a:headEnd/>
              <a:tailEnd/>
            </a:ln>
          </p:spPr>
          <p:txBody>
            <a:bodyPr>
              <a:spAutoFit/>
            </a:bodyPr>
            <a:lstStyle/>
            <a:p>
              <a:pPr algn="ctr">
                <a:spcBef>
                  <a:spcPct val="50000"/>
                </a:spcBef>
              </a:pPr>
              <a:r>
                <a:rPr lang="en-US" sz="3200" b="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Availability</a:t>
              </a:r>
            </a:p>
          </p:txBody>
        </p:sp>
      </p:grpSp>
      <p:sp>
        <p:nvSpPr>
          <p:cNvPr id="5" name="TextBox 4">
            <a:extLst>
              <a:ext uri="{FF2B5EF4-FFF2-40B4-BE49-F238E27FC236}">
                <a16:creationId xmlns:a16="http://schemas.microsoft.com/office/drawing/2014/main" id="{8DB7EE98-9846-80DD-9A99-4FE9E3B21B73}"/>
              </a:ext>
            </a:extLst>
          </p:cNvPr>
          <p:cNvSpPr txBox="1"/>
          <p:nvPr/>
        </p:nvSpPr>
        <p:spPr>
          <a:xfrm>
            <a:off x="15140422" y="8748056"/>
            <a:ext cx="6450615" cy="446276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lang="en-US" sz="3200" b="1" i="0" dirty="0">
                <a:solidFill>
                  <a:srgbClr val="242424"/>
                </a:solidFill>
                <a:effectLst/>
                <a:highlight>
                  <a:srgbClr val="00FF00"/>
                </a:highlight>
                <a:latin typeface="Open Sans Light" panose="020B0306030504020204" pitchFamily="34" charset="0"/>
                <a:ea typeface="Open Sans Light" panose="020B0306030504020204" pitchFamily="34" charset="0"/>
                <a:cs typeface="Open Sans Light" panose="020B0306030504020204" pitchFamily="34" charset="0"/>
              </a:rPr>
              <a:t>Availability :</a:t>
            </a:r>
          </a:p>
          <a:p>
            <a:pPr algn="l"/>
            <a:r>
              <a:rPr lang="en-US" sz="2800" b="1" dirty="0">
                <a:solidFill>
                  <a:srgbClr val="242424"/>
                </a:solidFill>
                <a:latin typeface="Open Sans Light" panose="020B0306030504020204" pitchFamily="34" charset="0"/>
                <a:ea typeface="Open Sans Light" panose="020B0306030504020204" pitchFamily="34" charset="0"/>
                <a:cs typeface="Open Sans Light" panose="020B0306030504020204" pitchFamily="34" charset="0"/>
              </a:rPr>
              <a:t>E</a:t>
            </a:r>
            <a:r>
              <a:rPr lang="en-US" sz="2800" b="1" i="0" dirty="0">
                <a:solidFill>
                  <a:srgbClr val="242424"/>
                </a:solidFill>
                <a:effectLst/>
                <a:latin typeface="Open Sans Light" panose="020B0306030504020204" pitchFamily="34" charset="0"/>
                <a:ea typeface="Open Sans Light" panose="020B0306030504020204" pitchFamily="34" charset="0"/>
                <a:cs typeface="Open Sans Light" panose="020B0306030504020204" pitchFamily="34" charset="0"/>
              </a:rPr>
              <a:t>nsures that information and resources are accessible to authorized users whenever they need them. This involves maintaining the uptime and performance of systems, ensuring there is sufficient bandwidth, and protecting against disruptions such as hardware failures, cyber-attacks, or natural disasters</a:t>
            </a:r>
            <a:endParaRPr lang="en-US" sz="2800" b="1" dirty="0">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7" name="TextBox 6">
            <a:extLst>
              <a:ext uri="{FF2B5EF4-FFF2-40B4-BE49-F238E27FC236}">
                <a16:creationId xmlns:a16="http://schemas.microsoft.com/office/drawing/2014/main" id="{DED571D0-FC2B-CDEB-97C3-DE4D8F899116}"/>
              </a:ext>
            </a:extLst>
          </p:cNvPr>
          <p:cNvSpPr txBox="1"/>
          <p:nvPr/>
        </p:nvSpPr>
        <p:spPr>
          <a:xfrm>
            <a:off x="4590356" y="3007715"/>
            <a:ext cx="13031781" cy="181588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lang="en-US" sz="2800" b="1" i="0" dirty="0">
                <a:solidFill>
                  <a:schemeClr val="bg1"/>
                </a:solidFill>
                <a:effectLst/>
                <a:highlight>
                  <a:srgbClr val="314F93"/>
                </a:highlight>
                <a:latin typeface="Open Sans Light" panose="020B0306030504020204" pitchFamily="34" charset="0"/>
                <a:ea typeface="Open Sans Light" panose="020B0306030504020204" pitchFamily="34" charset="0"/>
                <a:cs typeface="Open Sans Light" panose="020B0306030504020204" pitchFamily="34" charset="0"/>
              </a:rPr>
              <a:t>Confidentiality :</a:t>
            </a:r>
          </a:p>
          <a:p>
            <a:pPr algn="l"/>
            <a:r>
              <a:rPr lang="en-US" sz="2800" b="1" i="0" dirty="0">
                <a:solidFill>
                  <a:srgbClr val="242424"/>
                </a:solidFill>
                <a:effectLst/>
                <a:latin typeface="Open Sans Light" panose="020B0306030504020204" pitchFamily="34" charset="0"/>
                <a:ea typeface="Open Sans Light" panose="020B0306030504020204" pitchFamily="34" charset="0"/>
                <a:cs typeface="Open Sans Light" panose="020B0306030504020204" pitchFamily="34" charset="0"/>
              </a:rPr>
              <a:t>ensures that sensitive information is accessible only to those who are authorized to view it. This is crucial for protecting personal data, proprietary information, and other confidential materials from unauthorized access and breaches</a:t>
            </a:r>
            <a:endParaRPr lang="en-US" sz="2800" b="1" dirty="0">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9" name="TextBox 8">
            <a:extLst>
              <a:ext uri="{FF2B5EF4-FFF2-40B4-BE49-F238E27FC236}">
                <a16:creationId xmlns:a16="http://schemas.microsoft.com/office/drawing/2014/main" id="{118B9911-5147-C547-3668-6EAA0E580A85}"/>
              </a:ext>
            </a:extLst>
          </p:cNvPr>
          <p:cNvSpPr txBox="1"/>
          <p:nvPr/>
        </p:nvSpPr>
        <p:spPr>
          <a:xfrm>
            <a:off x="2167377" y="9348958"/>
            <a:ext cx="5130896" cy="156966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lang="en-US" b="1" i="0" dirty="0">
                <a:solidFill>
                  <a:srgbClr val="242424"/>
                </a:solidFill>
                <a:effectLst/>
                <a:highlight>
                  <a:srgbClr val="FF0000"/>
                </a:highlight>
                <a:latin typeface="Open Sans Light" panose="020B0306030504020204" pitchFamily="34" charset="0"/>
                <a:ea typeface="Open Sans Light" panose="020B0306030504020204" pitchFamily="34" charset="0"/>
                <a:cs typeface="Open Sans Light" panose="020B0306030504020204" pitchFamily="34" charset="0"/>
              </a:rPr>
              <a:t>integrity</a:t>
            </a:r>
            <a:r>
              <a:rPr lang="en-US" b="0" i="0" dirty="0">
                <a:solidFill>
                  <a:srgbClr val="242424"/>
                </a:solidFill>
                <a:effectLst/>
                <a:latin typeface="Open Sans Light" panose="020B0306030504020204" pitchFamily="34" charset="0"/>
                <a:ea typeface="Open Sans Light" panose="020B0306030504020204" pitchFamily="34" charset="0"/>
                <a:cs typeface="Open Sans Light" panose="020B0306030504020204" pitchFamily="34" charset="0"/>
              </a:rPr>
              <a:t> </a:t>
            </a:r>
          </a:p>
          <a:p>
            <a:pPr algn="l"/>
            <a:r>
              <a:rPr lang="en-US" b="0" i="0" dirty="0">
                <a:solidFill>
                  <a:srgbClr val="242424"/>
                </a:solidFill>
                <a:effectLst/>
                <a:latin typeface="Open Sans Light" panose="020B0306030504020204" pitchFamily="34" charset="0"/>
                <a:ea typeface="Open Sans Light" panose="020B0306030504020204" pitchFamily="34" charset="0"/>
                <a:cs typeface="Open Sans Light" panose="020B0306030504020204" pitchFamily="34" charset="0"/>
              </a:rPr>
              <a:t>ensures that information remains accurate, consistent, and unaltered except by authorized users.</a:t>
            </a:r>
            <a:endParaRPr lang="en-US" dirty="0">
              <a:latin typeface="Open Sans Light" panose="020B0306030504020204" pitchFamily="34" charset="0"/>
              <a:ea typeface="Open Sans Light" panose="020B0306030504020204" pitchFamily="34" charset="0"/>
              <a:cs typeface="Open Sans Light" panose="020B0306030504020204" pitchFamily="34" charset="0"/>
            </a:endParaRPr>
          </a:p>
        </p:txBody>
      </p:sp>
    </p:spTree>
    <p:extLst>
      <p:ext uri="{BB962C8B-B14F-4D97-AF65-F5344CB8AC3E}">
        <p14:creationId xmlns:p14="http://schemas.microsoft.com/office/powerpoint/2010/main" val="3535085601"/>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4ED39-51B5-03CD-5637-02A26DA7B4D1}"/>
              </a:ext>
            </a:extLst>
          </p:cNvPr>
          <p:cNvSpPr>
            <a:spLocks noGrp="1"/>
          </p:cNvSpPr>
          <p:nvPr>
            <p:ph type="title"/>
          </p:nvPr>
        </p:nvSpPr>
        <p:spPr/>
        <p:txBody>
          <a:bodyPr>
            <a:normAutofit fontScale="90000"/>
          </a:bodyPr>
          <a:lstStyle/>
          <a:p>
            <a:r>
              <a:rPr lang="en-US" dirty="0"/>
              <a:t>NETWORK SECURITY</a:t>
            </a:r>
          </a:p>
        </p:txBody>
      </p:sp>
      <p:sp>
        <p:nvSpPr>
          <p:cNvPr id="3" name="Text Placeholder 2">
            <a:extLst>
              <a:ext uri="{FF2B5EF4-FFF2-40B4-BE49-F238E27FC236}">
                <a16:creationId xmlns:a16="http://schemas.microsoft.com/office/drawing/2014/main" id="{DD258209-06B9-A0E3-5FF7-9043F5AA796D}"/>
              </a:ext>
            </a:extLst>
          </p:cNvPr>
          <p:cNvSpPr>
            <a:spLocks noGrp="1"/>
          </p:cNvSpPr>
          <p:nvPr>
            <p:ph type="body" sz="quarter" idx="10"/>
          </p:nvPr>
        </p:nvSpPr>
        <p:spPr/>
        <p:txBody>
          <a:bodyPr/>
          <a:lstStyle/>
          <a:p>
            <a:r>
              <a:rPr lang="en-US" dirty="0"/>
              <a:t>THREAT &amp; ATTACKS</a:t>
            </a:r>
          </a:p>
        </p:txBody>
      </p:sp>
      <p:sp>
        <p:nvSpPr>
          <p:cNvPr id="5" name="Rectangle 3">
            <a:extLst>
              <a:ext uri="{FF2B5EF4-FFF2-40B4-BE49-F238E27FC236}">
                <a16:creationId xmlns:a16="http://schemas.microsoft.com/office/drawing/2014/main" id="{137157BE-3FAF-EE22-65B7-756906FD1588}"/>
              </a:ext>
            </a:extLst>
          </p:cNvPr>
          <p:cNvSpPr>
            <a:spLocks noGrp="1" noChangeArrowheads="1"/>
          </p:cNvSpPr>
          <p:nvPr>
            <p:ph sz="quarter" idx="11"/>
          </p:nvPr>
        </p:nvSpPr>
        <p:spPr bwMode="auto">
          <a:xfrm>
            <a:off x="3844212" y="4596606"/>
            <a:ext cx="13716000" cy="4522788"/>
          </a:xfrm>
          <a:prstGeom prst="rect">
            <a:avLst/>
          </a:prstGeom>
          <a:noFill/>
          <a:ln>
            <a:miter lim="800000"/>
            <a:headEnd/>
            <a:tailEnd/>
          </a:ln>
        </p:spPr>
        <p:txBody>
          <a:bodyPr lIns="92075" tIns="46038" rIns="92075" bIns="46038">
            <a:normAutofit/>
          </a:bodyPr>
          <a:lstStyle/>
          <a:p>
            <a:pPr>
              <a:spcBef>
                <a:spcPct val="0"/>
              </a:spcBef>
            </a:pPr>
            <a:r>
              <a:rPr lang="en-US" sz="3200" b="1" dirty="0"/>
              <a:t>A threat is a potential violation of security.</a:t>
            </a:r>
          </a:p>
          <a:p>
            <a:pPr lvl="1">
              <a:spcBef>
                <a:spcPct val="0"/>
              </a:spcBef>
            </a:pPr>
            <a:r>
              <a:rPr lang="en-US" sz="3200" b="1" dirty="0"/>
              <a:t>Flaws in design, implementation, and operation.</a:t>
            </a:r>
          </a:p>
          <a:p>
            <a:pPr>
              <a:spcBef>
                <a:spcPct val="0"/>
              </a:spcBef>
            </a:pPr>
            <a:r>
              <a:rPr lang="en-US" sz="3200" b="1" dirty="0"/>
              <a:t>An attack is any action that violates security.</a:t>
            </a:r>
          </a:p>
          <a:p>
            <a:pPr lvl="1">
              <a:spcBef>
                <a:spcPct val="0"/>
              </a:spcBef>
            </a:pPr>
            <a:r>
              <a:rPr lang="en-US" sz="3200" b="1" dirty="0"/>
              <a:t>Active adversary.</a:t>
            </a:r>
          </a:p>
          <a:p>
            <a:pPr>
              <a:spcBef>
                <a:spcPct val="0"/>
              </a:spcBef>
            </a:pPr>
            <a:r>
              <a:rPr lang="en-US" sz="3200" b="1" dirty="0"/>
              <a:t>Common threats:</a:t>
            </a:r>
          </a:p>
          <a:p>
            <a:pPr lvl="1">
              <a:spcBef>
                <a:spcPct val="0"/>
              </a:spcBef>
            </a:pPr>
            <a:r>
              <a:rPr lang="en-US" sz="3200" b="1" dirty="0"/>
              <a:t>Snooping/eavesdropping, alteration, spoofing, repudiation of origin, denial of receipt, delay and denial of service.</a:t>
            </a:r>
          </a:p>
        </p:txBody>
      </p:sp>
    </p:spTree>
    <p:extLst>
      <p:ext uri="{BB962C8B-B14F-4D97-AF65-F5344CB8AC3E}">
        <p14:creationId xmlns:p14="http://schemas.microsoft.com/office/powerpoint/2010/main" val="4225109706"/>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4ED39-51B5-03CD-5637-02A26DA7B4D1}"/>
              </a:ext>
            </a:extLst>
          </p:cNvPr>
          <p:cNvSpPr>
            <a:spLocks noGrp="1"/>
          </p:cNvSpPr>
          <p:nvPr>
            <p:ph type="title"/>
          </p:nvPr>
        </p:nvSpPr>
        <p:spPr/>
        <p:txBody>
          <a:bodyPr>
            <a:normAutofit fontScale="90000"/>
          </a:bodyPr>
          <a:lstStyle/>
          <a:p>
            <a:r>
              <a:rPr lang="en-US" dirty="0"/>
              <a:t>NETWORK SECURITY</a:t>
            </a:r>
          </a:p>
        </p:txBody>
      </p:sp>
      <p:sp>
        <p:nvSpPr>
          <p:cNvPr id="3" name="Text Placeholder 2">
            <a:extLst>
              <a:ext uri="{FF2B5EF4-FFF2-40B4-BE49-F238E27FC236}">
                <a16:creationId xmlns:a16="http://schemas.microsoft.com/office/drawing/2014/main" id="{DD258209-06B9-A0E3-5FF7-9043F5AA796D}"/>
              </a:ext>
            </a:extLst>
          </p:cNvPr>
          <p:cNvSpPr>
            <a:spLocks noGrp="1"/>
          </p:cNvSpPr>
          <p:nvPr>
            <p:ph type="body" sz="quarter" idx="10"/>
          </p:nvPr>
        </p:nvSpPr>
        <p:spPr/>
        <p:txBody>
          <a:bodyPr/>
          <a:lstStyle/>
          <a:p>
            <a:r>
              <a:rPr lang="en-US" dirty="0"/>
              <a:t>ATTACKS CLASSIFICATION</a:t>
            </a:r>
          </a:p>
        </p:txBody>
      </p:sp>
      <p:sp>
        <p:nvSpPr>
          <p:cNvPr id="5" name="Rectangle 3">
            <a:extLst>
              <a:ext uri="{FF2B5EF4-FFF2-40B4-BE49-F238E27FC236}">
                <a16:creationId xmlns:a16="http://schemas.microsoft.com/office/drawing/2014/main" id="{7A73FBE3-281A-10AD-A1EA-7575FA2A9CB5}"/>
              </a:ext>
            </a:extLst>
          </p:cNvPr>
          <p:cNvSpPr>
            <a:spLocks noGrp="1" noChangeArrowheads="1"/>
          </p:cNvSpPr>
          <p:nvPr>
            <p:ph sz="quarter" idx="11"/>
          </p:nvPr>
        </p:nvSpPr>
        <p:spPr bwMode="auto">
          <a:xfrm>
            <a:off x="3769566" y="3953070"/>
            <a:ext cx="16291249" cy="6509942"/>
          </a:xfrm>
          <a:prstGeom prst="rect">
            <a:avLst/>
          </a:prstGeom>
          <a:noFill/>
          <a:ln>
            <a:miter lim="800000"/>
            <a:headEnd/>
            <a:tailEnd/>
          </a:ln>
        </p:spPr>
        <p:txBody>
          <a:bodyPr>
            <a:noAutofit/>
          </a:bodyPr>
          <a:lstStyle/>
          <a:p>
            <a:pPr>
              <a:spcBef>
                <a:spcPct val="0"/>
              </a:spcBef>
            </a:pPr>
            <a:r>
              <a:rPr lang="en-US" sz="3200" b="1" dirty="0"/>
              <a:t>Passive Attacks</a:t>
            </a:r>
          </a:p>
          <a:p>
            <a:pPr lvl="1">
              <a:spcBef>
                <a:spcPct val="0"/>
              </a:spcBef>
            </a:pPr>
            <a:r>
              <a:rPr lang="en-AU" sz="3200" b="1" dirty="0"/>
              <a:t>System unaltered, hard to detect.</a:t>
            </a:r>
          </a:p>
          <a:p>
            <a:pPr lvl="1">
              <a:spcBef>
                <a:spcPct val="0"/>
              </a:spcBef>
            </a:pPr>
            <a:r>
              <a:rPr lang="en-AU" sz="3200" b="1" dirty="0"/>
              <a:t>Eavesdropping on, or monitoring of, transmissions to:</a:t>
            </a:r>
          </a:p>
          <a:p>
            <a:pPr lvl="2">
              <a:spcBef>
                <a:spcPct val="0"/>
              </a:spcBef>
            </a:pPr>
            <a:r>
              <a:rPr lang="en-US" sz="3200" b="1" dirty="0"/>
              <a:t>obtain message contents, or</a:t>
            </a:r>
          </a:p>
          <a:p>
            <a:pPr lvl="2">
              <a:spcBef>
                <a:spcPct val="0"/>
              </a:spcBef>
            </a:pPr>
            <a:r>
              <a:rPr lang="en-US" sz="3200" b="1" dirty="0"/>
              <a:t>monitor traffic flows.</a:t>
            </a:r>
          </a:p>
          <a:p>
            <a:pPr>
              <a:spcBef>
                <a:spcPct val="0"/>
              </a:spcBef>
            </a:pPr>
            <a:r>
              <a:rPr lang="en-AU" sz="3200" b="1" dirty="0"/>
              <a:t>Active Attacks .</a:t>
            </a:r>
          </a:p>
          <a:p>
            <a:pPr lvl="1">
              <a:spcBef>
                <a:spcPct val="0"/>
              </a:spcBef>
            </a:pPr>
            <a:r>
              <a:rPr lang="en-AU" sz="3200" b="1" dirty="0"/>
              <a:t>System altered, easier to detect.</a:t>
            </a:r>
          </a:p>
          <a:p>
            <a:pPr lvl="1">
              <a:spcBef>
                <a:spcPct val="0"/>
              </a:spcBef>
            </a:pPr>
            <a:r>
              <a:rPr lang="en-AU" sz="3200" b="1" dirty="0"/>
              <a:t>Modification of data stream to:</a:t>
            </a:r>
          </a:p>
          <a:p>
            <a:pPr lvl="2">
              <a:spcBef>
                <a:spcPct val="0"/>
              </a:spcBef>
            </a:pPr>
            <a:r>
              <a:rPr lang="en-US" sz="3200" b="1" dirty="0"/>
              <a:t>masquerade of one entity as some other.</a:t>
            </a:r>
            <a:endParaRPr lang="en-AU" sz="3200" b="1" dirty="0"/>
          </a:p>
          <a:p>
            <a:pPr lvl="2">
              <a:spcBef>
                <a:spcPct val="0"/>
              </a:spcBef>
            </a:pPr>
            <a:r>
              <a:rPr lang="en-US" sz="3200" b="1" dirty="0"/>
              <a:t>replay previous messages.</a:t>
            </a:r>
          </a:p>
          <a:p>
            <a:pPr lvl="2">
              <a:spcBef>
                <a:spcPct val="0"/>
              </a:spcBef>
            </a:pPr>
            <a:r>
              <a:rPr lang="en-US" sz="3200" b="1" dirty="0"/>
              <a:t>modify messages in transit.</a:t>
            </a:r>
          </a:p>
          <a:p>
            <a:pPr lvl="2">
              <a:spcBef>
                <a:spcPct val="0"/>
              </a:spcBef>
            </a:pPr>
            <a:r>
              <a:rPr lang="en-US" sz="3200" b="1" dirty="0"/>
              <a:t>denial of service.</a:t>
            </a:r>
            <a:endParaRPr lang="en-AU" sz="3200" b="1" dirty="0"/>
          </a:p>
        </p:txBody>
      </p:sp>
    </p:spTree>
    <p:extLst>
      <p:ext uri="{BB962C8B-B14F-4D97-AF65-F5344CB8AC3E}">
        <p14:creationId xmlns:p14="http://schemas.microsoft.com/office/powerpoint/2010/main" val="1130460836"/>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4ED39-51B5-03CD-5637-02A26DA7B4D1}"/>
              </a:ext>
            </a:extLst>
          </p:cNvPr>
          <p:cNvSpPr>
            <a:spLocks noGrp="1"/>
          </p:cNvSpPr>
          <p:nvPr>
            <p:ph type="title"/>
          </p:nvPr>
        </p:nvSpPr>
        <p:spPr/>
        <p:txBody>
          <a:bodyPr>
            <a:normAutofit fontScale="90000"/>
          </a:bodyPr>
          <a:lstStyle/>
          <a:p>
            <a:r>
              <a:rPr lang="en-US" dirty="0"/>
              <a:t>NETWORK SECURITY</a:t>
            </a:r>
          </a:p>
        </p:txBody>
      </p:sp>
      <p:sp>
        <p:nvSpPr>
          <p:cNvPr id="3" name="Text Placeholder 2">
            <a:extLst>
              <a:ext uri="{FF2B5EF4-FFF2-40B4-BE49-F238E27FC236}">
                <a16:creationId xmlns:a16="http://schemas.microsoft.com/office/drawing/2014/main" id="{DD258209-06B9-A0E3-5FF7-9043F5AA796D}"/>
              </a:ext>
            </a:extLst>
          </p:cNvPr>
          <p:cNvSpPr>
            <a:spLocks noGrp="1"/>
          </p:cNvSpPr>
          <p:nvPr>
            <p:ph type="body" sz="quarter" idx="10"/>
          </p:nvPr>
        </p:nvSpPr>
        <p:spPr/>
        <p:txBody>
          <a:bodyPr/>
          <a:lstStyle/>
          <a:p>
            <a:r>
              <a:rPr lang="en-US" dirty="0"/>
              <a:t>IMPACT OF ATTACKS</a:t>
            </a:r>
          </a:p>
        </p:txBody>
      </p:sp>
      <p:sp>
        <p:nvSpPr>
          <p:cNvPr id="5" name="Rectangle 3">
            <a:extLst>
              <a:ext uri="{FF2B5EF4-FFF2-40B4-BE49-F238E27FC236}">
                <a16:creationId xmlns:a16="http://schemas.microsoft.com/office/drawing/2014/main" id="{36E5F456-F59C-2F82-DF5F-73B2BC57E035}"/>
              </a:ext>
            </a:extLst>
          </p:cNvPr>
          <p:cNvSpPr>
            <a:spLocks noGrp="1" noChangeArrowheads="1"/>
          </p:cNvSpPr>
          <p:nvPr>
            <p:ph sz="quarter" idx="11"/>
          </p:nvPr>
        </p:nvSpPr>
        <p:spPr bwMode="auto">
          <a:xfrm>
            <a:off x="3452326" y="3934408"/>
            <a:ext cx="13716000" cy="4522788"/>
          </a:xfrm>
          <a:prstGeom prst="rect">
            <a:avLst/>
          </a:prstGeom>
          <a:noFill/>
          <a:ln>
            <a:miter lim="800000"/>
            <a:headEnd/>
            <a:tailEnd/>
          </a:ln>
        </p:spPr>
        <p:txBody>
          <a:bodyPr lIns="92075" tIns="46038" rIns="92075" bIns="46038">
            <a:normAutofit/>
          </a:bodyPr>
          <a:lstStyle/>
          <a:p>
            <a:pPr>
              <a:spcBef>
                <a:spcPct val="0"/>
              </a:spcBef>
            </a:pPr>
            <a:r>
              <a:rPr lang="en-US" sz="3200" b="1" dirty="0"/>
              <a:t>Theft of confidential information.</a:t>
            </a:r>
          </a:p>
          <a:p>
            <a:pPr>
              <a:spcBef>
                <a:spcPct val="0"/>
              </a:spcBef>
            </a:pPr>
            <a:r>
              <a:rPr lang="en-US" sz="3200" b="1" dirty="0"/>
              <a:t>Unauthorized use of</a:t>
            </a:r>
          </a:p>
          <a:p>
            <a:pPr lvl="1">
              <a:spcBef>
                <a:spcPct val="0"/>
              </a:spcBef>
            </a:pPr>
            <a:r>
              <a:rPr lang="en-US" sz="3200" b="1" dirty="0"/>
              <a:t>Network bandwidth.</a:t>
            </a:r>
          </a:p>
          <a:p>
            <a:pPr lvl="1">
              <a:spcBef>
                <a:spcPct val="0"/>
              </a:spcBef>
            </a:pPr>
            <a:r>
              <a:rPr lang="en-US" sz="3200" b="1" dirty="0"/>
              <a:t>Computing resource.</a:t>
            </a:r>
          </a:p>
          <a:p>
            <a:pPr>
              <a:spcBef>
                <a:spcPct val="0"/>
              </a:spcBef>
            </a:pPr>
            <a:r>
              <a:rPr lang="en-US" sz="3200" b="1" dirty="0"/>
              <a:t>Spread of false information.</a:t>
            </a:r>
          </a:p>
          <a:p>
            <a:pPr>
              <a:spcBef>
                <a:spcPct val="0"/>
              </a:spcBef>
            </a:pPr>
            <a:r>
              <a:rPr lang="en-US" sz="3200" b="1" dirty="0"/>
              <a:t>Disruption of legitimate services.</a:t>
            </a:r>
          </a:p>
          <a:p>
            <a:pPr>
              <a:spcBef>
                <a:spcPct val="0"/>
              </a:spcBef>
              <a:buFontTx/>
              <a:buNone/>
            </a:pPr>
            <a:endParaRPr lang="en-US" sz="3200" b="1" dirty="0"/>
          </a:p>
          <a:p>
            <a:pPr algn="ctr">
              <a:spcBef>
                <a:spcPct val="0"/>
              </a:spcBef>
              <a:buFontTx/>
              <a:buNone/>
            </a:pPr>
            <a:r>
              <a:rPr lang="en-US" sz="3200" b="1" dirty="0">
                <a:solidFill>
                  <a:schemeClr val="bg1"/>
                </a:solidFill>
                <a:highlight>
                  <a:srgbClr val="000000"/>
                </a:highlight>
              </a:rPr>
              <a:t>All attacks can be related and are dangerous!</a:t>
            </a:r>
          </a:p>
        </p:txBody>
      </p:sp>
    </p:spTree>
    <p:extLst>
      <p:ext uri="{BB962C8B-B14F-4D97-AF65-F5344CB8AC3E}">
        <p14:creationId xmlns:p14="http://schemas.microsoft.com/office/powerpoint/2010/main" val="67317105"/>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4ED39-51B5-03CD-5637-02A26DA7B4D1}"/>
              </a:ext>
            </a:extLst>
          </p:cNvPr>
          <p:cNvSpPr>
            <a:spLocks noGrp="1"/>
          </p:cNvSpPr>
          <p:nvPr>
            <p:ph type="title"/>
          </p:nvPr>
        </p:nvSpPr>
        <p:spPr/>
        <p:txBody>
          <a:bodyPr>
            <a:normAutofit fontScale="90000"/>
          </a:bodyPr>
          <a:lstStyle/>
          <a:p>
            <a:r>
              <a:rPr lang="en-US" dirty="0"/>
              <a:t>NETWORK SECURITY</a:t>
            </a:r>
          </a:p>
        </p:txBody>
      </p:sp>
      <p:sp>
        <p:nvSpPr>
          <p:cNvPr id="3" name="Text Placeholder 2">
            <a:extLst>
              <a:ext uri="{FF2B5EF4-FFF2-40B4-BE49-F238E27FC236}">
                <a16:creationId xmlns:a16="http://schemas.microsoft.com/office/drawing/2014/main" id="{DD258209-06B9-A0E3-5FF7-9043F5AA796D}"/>
              </a:ext>
            </a:extLst>
          </p:cNvPr>
          <p:cNvSpPr>
            <a:spLocks noGrp="1"/>
          </p:cNvSpPr>
          <p:nvPr>
            <p:ph type="body" sz="quarter" idx="10"/>
          </p:nvPr>
        </p:nvSpPr>
        <p:spPr/>
        <p:txBody>
          <a:bodyPr/>
          <a:lstStyle/>
          <a:p>
            <a:r>
              <a:rPr lang="en-US" dirty="0"/>
              <a:t>METHODS OF DEFENCE</a:t>
            </a:r>
          </a:p>
        </p:txBody>
      </p:sp>
      <p:sp>
        <p:nvSpPr>
          <p:cNvPr id="5" name="Rectangle 3">
            <a:extLst>
              <a:ext uri="{FF2B5EF4-FFF2-40B4-BE49-F238E27FC236}">
                <a16:creationId xmlns:a16="http://schemas.microsoft.com/office/drawing/2014/main" id="{ADF5E08E-7289-8360-40F9-EAF4F907D65A}"/>
              </a:ext>
            </a:extLst>
          </p:cNvPr>
          <p:cNvSpPr>
            <a:spLocks noGrp="1" noChangeArrowheads="1"/>
          </p:cNvSpPr>
          <p:nvPr>
            <p:ph sz="quarter" idx="11"/>
          </p:nvPr>
        </p:nvSpPr>
        <p:spPr bwMode="auto">
          <a:xfrm>
            <a:off x="3676260" y="3990391"/>
            <a:ext cx="14854335" cy="5620139"/>
          </a:xfrm>
          <a:prstGeom prst="rect">
            <a:avLst/>
          </a:prstGeom>
          <a:noFill/>
          <a:ln>
            <a:miter lim="800000"/>
            <a:headEnd/>
            <a:tailEnd/>
          </a:ln>
        </p:spPr>
        <p:txBody>
          <a:bodyPr>
            <a:noAutofit/>
          </a:bodyPr>
          <a:lstStyle/>
          <a:p>
            <a:pPr>
              <a:spcBef>
                <a:spcPct val="0"/>
              </a:spcBef>
            </a:pPr>
            <a:r>
              <a:rPr lang="en-US" sz="3200" b="1" dirty="0"/>
              <a:t>Information Protection</a:t>
            </a:r>
          </a:p>
          <a:p>
            <a:pPr lvl="1">
              <a:spcBef>
                <a:spcPct val="0"/>
              </a:spcBef>
            </a:pPr>
            <a:r>
              <a:rPr lang="en-US" sz="3200" b="1" dirty="0"/>
              <a:t>Encryption.</a:t>
            </a:r>
          </a:p>
          <a:p>
            <a:pPr>
              <a:spcBef>
                <a:spcPct val="0"/>
              </a:spcBef>
            </a:pPr>
            <a:r>
              <a:rPr lang="en-US" sz="3200" b="1" dirty="0"/>
              <a:t>Software Controls </a:t>
            </a:r>
          </a:p>
          <a:p>
            <a:pPr lvl="1">
              <a:spcBef>
                <a:spcPct val="0"/>
              </a:spcBef>
            </a:pPr>
            <a:r>
              <a:rPr lang="en-US" sz="3200" b="1" dirty="0"/>
              <a:t>Access limitations in a data base.</a:t>
            </a:r>
          </a:p>
          <a:p>
            <a:pPr lvl="1">
              <a:spcBef>
                <a:spcPct val="0"/>
              </a:spcBef>
            </a:pPr>
            <a:r>
              <a:rPr lang="en-US" sz="3200" b="1" dirty="0"/>
              <a:t>In operating system protect each user from other users.</a:t>
            </a:r>
          </a:p>
          <a:p>
            <a:pPr>
              <a:spcBef>
                <a:spcPct val="0"/>
              </a:spcBef>
            </a:pPr>
            <a:r>
              <a:rPr lang="en-US" sz="3200" b="1" dirty="0"/>
              <a:t>Hardware Controls</a:t>
            </a:r>
          </a:p>
          <a:p>
            <a:pPr lvl="1">
              <a:spcBef>
                <a:spcPct val="0"/>
              </a:spcBef>
            </a:pPr>
            <a:r>
              <a:rPr lang="en-US" sz="3200" b="1" dirty="0"/>
              <a:t>Smartcard, biometric.</a:t>
            </a:r>
          </a:p>
          <a:p>
            <a:pPr>
              <a:spcBef>
                <a:spcPct val="0"/>
              </a:spcBef>
            </a:pPr>
            <a:r>
              <a:rPr lang="en-US" sz="3200" b="1" dirty="0"/>
              <a:t>Policies</a:t>
            </a:r>
          </a:p>
          <a:p>
            <a:pPr lvl="1">
              <a:spcBef>
                <a:spcPct val="0"/>
              </a:spcBef>
            </a:pPr>
            <a:r>
              <a:rPr lang="en-US" sz="3200" b="1" dirty="0"/>
              <a:t>Frequent changes of passwords.</a:t>
            </a:r>
          </a:p>
          <a:p>
            <a:pPr>
              <a:spcBef>
                <a:spcPct val="0"/>
              </a:spcBef>
            </a:pPr>
            <a:r>
              <a:rPr lang="en-US" sz="3200" b="1" dirty="0"/>
              <a:t>Physical Controls</a:t>
            </a:r>
          </a:p>
        </p:txBody>
      </p:sp>
    </p:spTree>
    <p:extLst>
      <p:ext uri="{BB962C8B-B14F-4D97-AF65-F5344CB8AC3E}">
        <p14:creationId xmlns:p14="http://schemas.microsoft.com/office/powerpoint/2010/main" val="1061497185"/>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4ED39-51B5-03CD-5637-02A26DA7B4D1}"/>
              </a:ext>
            </a:extLst>
          </p:cNvPr>
          <p:cNvSpPr>
            <a:spLocks noGrp="1"/>
          </p:cNvSpPr>
          <p:nvPr>
            <p:ph type="title"/>
          </p:nvPr>
        </p:nvSpPr>
        <p:spPr/>
        <p:txBody>
          <a:bodyPr>
            <a:normAutofit fontScale="90000"/>
          </a:bodyPr>
          <a:lstStyle/>
          <a:p>
            <a:r>
              <a:rPr lang="en-US" dirty="0"/>
              <a:t>NETWORK SECURITY</a:t>
            </a:r>
          </a:p>
        </p:txBody>
      </p:sp>
      <p:sp>
        <p:nvSpPr>
          <p:cNvPr id="3" name="Text Placeholder 2">
            <a:extLst>
              <a:ext uri="{FF2B5EF4-FFF2-40B4-BE49-F238E27FC236}">
                <a16:creationId xmlns:a16="http://schemas.microsoft.com/office/drawing/2014/main" id="{DD258209-06B9-A0E3-5FF7-9043F5AA796D}"/>
              </a:ext>
            </a:extLst>
          </p:cNvPr>
          <p:cNvSpPr>
            <a:spLocks noGrp="1"/>
          </p:cNvSpPr>
          <p:nvPr>
            <p:ph type="body" sz="quarter" idx="10"/>
          </p:nvPr>
        </p:nvSpPr>
        <p:spPr/>
        <p:txBody>
          <a:bodyPr/>
          <a:lstStyle/>
          <a:p>
            <a:r>
              <a:rPr lang="en-US" dirty="0"/>
              <a:t>CRYPTOGRAPHY</a:t>
            </a:r>
          </a:p>
        </p:txBody>
      </p:sp>
      <p:sp>
        <p:nvSpPr>
          <p:cNvPr id="5" name="Rectangle 2">
            <a:extLst>
              <a:ext uri="{FF2B5EF4-FFF2-40B4-BE49-F238E27FC236}">
                <a16:creationId xmlns:a16="http://schemas.microsoft.com/office/drawing/2014/main" id="{78ACC9B7-7E6D-5061-FC33-F2731C1BECC2}"/>
              </a:ext>
            </a:extLst>
          </p:cNvPr>
          <p:cNvSpPr>
            <a:spLocks noGrp="1" noChangeArrowheads="1"/>
          </p:cNvSpPr>
          <p:nvPr>
            <p:ph sz="quarter" idx="11"/>
          </p:nvPr>
        </p:nvSpPr>
        <p:spPr bwMode="auto">
          <a:xfrm>
            <a:off x="3209730" y="3598505"/>
            <a:ext cx="14715569" cy="5377543"/>
          </a:xfrm>
          <a:prstGeom prst="rect">
            <a:avLst/>
          </a:prstGeom>
          <a:noFill/>
          <a:ln>
            <a:miter lim="800000"/>
            <a:headEnd/>
            <a:tailEnd/>
          </a:ln>
        </p:spPr>
        <p:txBody>
          <a:bodyPr>
            <a:noAutofit/>
          </a:bodyPr>
          <a:lstStyle/>
          <a:p>
            <a:pPr marL="225425" indent="-225425">
              <a:spcBef>
                <a:spcPct val="0"/>
              </a:spcBef>
              <a:tabLst>
                <a:tab pos="225425" algn="l"/>
              </a:tabLst>
            </a:pPr>
            <a:r>
              <a:rPr lang="en-AU" sz="3200" b="1" dirty="0"/>
              <a:t>Study of encryption principles/methods </a:t>
            </a:r>
            <a:r>
              <a:rPr lang="en-US" sz="3200" b="1" dirty="0"/>
              <a:t>characterized by:</a:t>
            </a:r>
          </a:p>
          <a:p>
            <a:pPr marL="914400" lvl="2" indent="-223838">
              <a:spcBef>
                <a:spcPct val="0"/>
              </a:spcBef>
              <a:tabLst>
                <a:tab pos="225425" algn="l"/>
              </a:tabLst>
            </a:pPr>
            <a:r>
              <a:rPr lang="en-US" sz="3200" b="1" dirty="0"/>
              <a:t>Number of keys used.</a:t>
            </a:r>
          </a:p>
          <a:p>
            <a:pPr marL="1252538" lvl="3" indent="-223838">
              <a:spcBef>
                <a:spcPct val="0"/>
              </a:spcBef>
              <a:tabLst>
                <a:tab pos="225425" algn="l"/>
              </a:tabLst>
            </a:pPr>
            <a:r>
              <a:rPr lang="en-US" sz="3200" b="1" dirty="0"/>
              <a:t>Single-key or secret key.</a:t>
            </a:r>
          </a:p>
          <a:p>
            <a:pPr marL="1252538" lvl="3" indent="-223838">
              <a:spcBef>
                <a:spcPct val="0"/>
              </a:spcBef>
              <a:tabLst>
                <a:tab pos="225425" algn="l"/>
              </a:tabLst>
            </a:pPr>
            <a:r>
              <a:rPr lang="en-US" sz="3200" b="1" dirty="0"/>
              <a:t>Two-key or public key.</a:t>
            </a:r>
          </a:p>
          <a:p>
            <a:pPr marL="914400" lvl="2" indent="-223838">
              <a:spcBef>
                <a:spcPct val="0"/>
              </a:spcBef>
              <a:tabLst>
                <a:tab pos="225425" algn="l"/>
              </a:tabLst>
            </a:pPr>
            <a:r>
              <a:rPr lang="en-US" sz="3200" b="1" dirty="0"/>
              <a:t>Type of encryption operations used</a:t>
            </a:r>
          </a:p>
          <a:p>
            <a:pPr marL="1252538" lvl="3" indent="-223838">
              <a:spcBef>
                <a:spcPct val="0"/>
              </a:spcBef>
              <a:tabLst>
                <a:tab pos="225425" algn="l"/>
              </a:tabLst>
            </a:pPr>
            <a:r>
              <a:rPr lang="en-US" sz="3200" b="1" dirty="0"/>
              <a:t>Substitution.</a:t>
            </a:r>
          </a:p>
          <a:p>
            <a:pPr marL="1252538" lvl="3" indent="-223838">
              <a:spcBef>
                <a:spcPct val="0"/>
              </a:spcBef>
              <a:tabLst>
                <a:tab pos="225425" algn="l"/>
              </a:tabLst>
            </a:pPr>
            <a:r>
              <a:rPr lang="en-US" sz="3200" b="1" dirty="0"/>
              <a:t>Transposition.</a:t>
            </a:r>
          </a:p>
          <a:p>
            <a:pPr marL="1252538" lvl="3" indent="-223838">
              <a:spcBef>
                <a:spcPct val="0"/>
              </a:spcBef>
              <a:tabLst>
                <a:tab pos="225425" algn="l"/>
              </a:tabLst>
            </a:pPr>
            <a:r>
              <a:rPr lang="en-US" sz="3200" b="1" dirty="0"/>
              <a:t>Product .</a:t>
            </a:r>
          </a:p>
          <a:p>
            <a:pPr marL="914400" lvl="2" indent="-223838">
              <a:spcBef>
                <a:spcPct val="0"/>
              </a:spcBef>
              <a:tabLst>
                <a:tab pos="225425" algn="l"/>
              </a:tabLst>
            </a:pPr>
            <a:r>
              <a:rPr lang="en-US" sz="3200" b="1" dirty="0"/>
              <a:t>Way in which plaintext is processed</a:t>
            </a:r>
          </a:p>
          <a:p>
            <a:pPr marL="1252538" lvl="3" indent="-223838">
              <a:spcBef>
                <a:spcPct val="0"/>
              </a:spcBef>
              <a:tabLst>
                <a:tab pos="225425" algn="l"/>
              </a:tabLst>
            </a:pPr>
            <a:r>
              <a:rPr lang="en-US" sz="3200" b="1" dirty="0"/>
              <a:t>Block.</a:t>
            </a:r>
          </a:p>
          <a:p>
            <a:pPr marL="1252538" lvl="3" indent="-223838">
              <a:spcBef>
                <a:spcPct val="0"/>
              </a:spcBef>
              <a:tabLst>
                <a:tab pos="225425" algn="l"/>
              </a:tabLst>
            </a:pPr>
            <a:r>
              <a:rPr lang="en-US" sz="3200" b="1" dirty="0"/>
              <a:t>Stream.</a:t>
            </a:r>
            <a:endParaRPr lang="en-AU" sz="3200" b="1" dirty="0"/>
          </a:p>
        </p:txBody>
      </p:sp>
    </p:spTree>
    <p:extLst>
      <p:ext uri="{BB962C8B-B14F-4D97-AF65-F5344CB8AC3E}">
        <p14:creationId xmlns:p14="http://schemas.microsoft.com/office/powerpoint/2010/main" val="85074020"/>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4ED39-51B5-03CD-5637-02A26DA7B4D1}"/>
              </a:ext>
            </a:extLst>
          </p:cNvPr>
          <p:cNvSpPr>
            <a:spLocks noGrp="1"/>
          </p:cNvSpPr>
          <p:nvPr>
            <p:ph type="title"/>
          </p:nvPr>
        </p:nvSpPr>
        <p:spPr/>
        <p:txBody>
          <a:bodyPr>
            <a:normAutofit fontScale="90000"/>
          </a:bodyPr>
          <a:lstStyle/>
          <a:p>
            <a:r>
              <a:rPr lang="en-US" dirty="0"/>
              <a:t>NETWORK SECURITY</a:t>
            </a:r>
          </a:p>
        </p:txBody>
      </p:sp>
      <p:sp>
        <p:nvSpPr>
          <p:cNvPr id="3" name="Text Placeholder 2">
            <a:extLst>
              <a:ext uri="{FF2B5EF4-FFF2-40B4-BE49-F238E27FC236}">
                <a16:creationId xmlns:a16="http://schemas.microsoft.com/office/drawing/2014/main" id="{DD258209-06B9-A0E3-5FF7-9043F5AA796D}"/>
              </a:ext>
            </a:extLst>
          </p:cNvPr>
          <p:cNvSpPr>
            <a:spLocks noGrp="1"/>
          </p:cNvSpPr>
          <p:nvPr>
            <p:ph type="body" sz="quarter" idx="10"/>
          </p:nvPr>
        </p:nvSpPr>
        <p:spPr/>
        <p:txBody>
          <a:bodyPr/>
          <a:lstStyle/>
          <a:p>
            <a:r>
              <a:rPr lang="en-US" dirty="0"/>
              <a:t>ENCRYPTION OVERVIEW</a:t>
            </a:r>
          </a:p>
        </p:txBody>
      </p:sp>
      <p:grpSp>
        <p:nvGrpSpPr>
          <p:cNvPr id="5" name="Group 49">
            <a:extLst>
              <a:ext uri="{FF2B5EF4-FFF2-40B4-BE49-F238E27FC236}">
                <a16:creationId xmlns:a16="http://schemas.microsoft.com/office/drawing/2014/main" id="{4FB37B50-06D1-213D-A283-CEBFDB9B81E1}"/>
              </a:ext>
            </a:extLst>
          </p:cNvPr>
          <p:cNvGrpSpPr>
            <a:grpSpLocks/>
          </p:cNvGrpSpPr>
          <p:nvPr/>
        </p:nvGrpSpPr>
        <p:grpSpPr bwMode="auto">
          <a:xfrm>
            <a:off x="5657078" y="5328747"/>
            <a:ext cx="10833100" cy="3284975"/>
            <a:chOff x="714348" y="1524001"/>
            <a:chExt cx="7643866" cy="1449388"/>
          </a:xfrm>
        </p:grpSpPr>
        <p:sp>
          <p:nvSpPr>
            <p:cNvPr id="6" name="Rectangle 4">
              <a:extLst>
                <a:ext uri="{FF2B5EF4-FFF2-40B4-BE49-F238E27FC236}">
                  <a16:creationId xmlns:a16="http://schemas.microsoft.com/office/drawing/2014/main" id="{838ABE7D-F9E4-08AF-B550-7A139D0308E0}"/>
                </a:ext>
              </a:extLst>
            </p:cNvPr>
            <p:cNvSpPr>
              <a:spLocks noChangeArrowheads="1"/>
            </p:cNvSpPr>
            <p:nvPr/>
          </p:nvSpPr>
          <p:spPr bwMode="auto">
            <a:xfrm>
              <a:off x="2185988" y="2055814"/>
              <a:ext cx="1371600" cy="914400"/>
            </a:xfrm>
            <a:prstGeom prst="rect">
              <a:avLst/>
            </a:prstGeom>
            <a:solidFill>
              <a:srgbClr val="CCFFCC"/>
            </a:solidFill>
            <a:ln w="9525">
              <a:solidFill>
                <a:schemeClr val="tx1"/>
              </a:solidFill>
              <a:miter lim="800000"/>
              <a:headEnd/>
              <a:tailEnd/>
            </a:ln>
          </p:spPr>
          <p:txBody>
            <a:bodyPr wrap="none" anchor="ctr"/>
            <a:lstStyle/>
            <a:p>
              <a:pPr algn="ctr"/>
              <a:r>
                <a:rPr lang="en-US" sz="3200" b="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Encrypt</a:t>
              </a:r>
            </a:p>
          </p:txBody>
        </p:sp>
        <p:sp>
          <p:nvSpPr>
            <p:cNvPr id="7" name="Rectangle 5">
              <a:extLst>
                <a:ext uri="{FF2B5EF4-FFF2-40B4-BE49-F238E27FC236}">
                  <a16:creationId xmlns:a16="http://schemas.microsoft.com/office/drawing/2014/main" id="{476EEBE5-DBC4-D16C-B975-742F8AD8408A}"/>
                </a:ext>
              </a:extLst>
            </p:cNvPr>
            <p:cNvSpPr>
              <a:spLocks noChangeArrowheads="1"/>
            </p:cNvSpPr>
            <p:nvPr/>
          </p:nvSpPr>
          <p:spPr bwMode="auto">
            <a:xfrm>
              <a:off x="5545138" y="2058989"/>
              <a:ext cx="1371600" cy="914400"/>
            </a:xfrm>
            <a:prstGeom prst="rect">
              <a:avLst/>
            </a:prstGeom>
            <a:solidFill>
              <a:srgbClr val="FFC8BB"/>
            </a:solidFill>
            <a:ln w="9525">
              <a:solidFill>
                <a:schemeClr val="tx1"/>
              </a:solidFill>
              <a:miter lim="800000"/>
              <a:headEnd/>
              <a:tailEnd/>
            </a:ln>
          </p:spPr>
          <p:txBody>
            <a:bodyPr wrap="none" anchor="ctr"/>
            <a:lstStyle/>
            <a:p>
              <a:pPr algn="ctr"/>
              <a:r>
                <a:rPr lang="en-US" sz="3200" b="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Decrypt</a:t>
              </a:r>
            </a:p>
          </p:txBody>
        </p:sp>
        <p:cxnSp>
          <p:nvCxnSpPr>
            <p:cNvPr id="8" name="AutoShape 6">
              <a:extLst>
                <a:ext uri="{FF2B5EF4-FFF2-40B4-BE49-F238E27FC236}">
                  <a16:creationId xmlns:a16="http://schemas.microsoft.com/office/drawing/2014/main" id="{92DA95B7-9FC7-0324-4689-845418D3E016}"/>
                </a:ext>
              </a:extLst>
            </p:cNvPr>
            <p:cNvCxnSpPr>
              <a:cxnSpLocks noChangeShapeType="1"/>
              <a:stCxn id="6" idx="3"/>
              <a:endCxn id="7" idx="1"/>
            </p:cNvCxnSpPr>
            <p:nvPr/>
          </p:nvCxnSpPr>
          <p:spPr bwMode="auto">
            <a:xfrm>
              <a:off x="3557588" y="2513014"/>
              <a:ext cx="1987550" cy="3175"/>
            </a:xfrm>
            <a:prstGeom prst="straightConnector1">
              <a:avLst/>
            </a:prstGeom>
            <a:noFill/>
            <a:ln w="9525">
              <a:solidFill>
                <a:schemeClr val="tx1"/>
              </a:solidFill>
              <a:round/>
              <a:headEnd/>
              <a:tailEnd type="triangle" w="med" len="med"/>
            </a:ln>
          </p:spPr>
        </p:cxnSp>
        <p:sp>
          <p:nvSpPr>
            <p:cNvPr id="9" name="Text Box 7">
              <a:extLst>
                <a:ext uri="{FF2B5EF4-FFF2-40B4-BE49-F238E27FC236}">
                  <a16:creationId xmlns:a16="http://schemas.microsoft.com/office/drawing/2014/main" id="{3BCFEAD5-FA7B-52BC-C6AD-2B6A56C67B0D}"/>
                </a:ext>
              </a:extLst>
            </p:cNvPr>
            <p:cNvSpPr txBox="1">
              <a:spLocks noChangeArrowheads="1"/>
            </p:cNvSpPr>
            <p:nvPr/>
          </p:nvSpPr>
          <p:spPr bwMode="auto">
            <a:xfrm>
              <a:off x="742686" y="2071678"/>
              <a:ext cx="1254598" cy="258013"/>
            </a:xfrm>
            <a:prstGeom prst="rect">
              <a:avLst/>
            </a:prstGeom>
            <a:noFill/>
            <a:ln w="9525">
              <a:noFill/>
              <a:miter lim="800000"/>
              <a:headEnd/>
              <a:tailEnd/>
            </a:ln>
          </p:spPr>
          <p:txBody>
            <a:bodyPr wrap="none">
              <a:spAutoFit/>
            </a:bodyPr>
            <a:lstStyle/>
            <a:p>
              <a:pPr algn="ctr"/>
              <a:r>
                <a:rPr lang="en-US" sz="3200" b="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Plaintext</a:t>
              </a:r>
            </a:p>
          </p:txBody>
        </p:sp>
        <p:sp>
          <p:nvSpPr>
            <p:cNvPr id="10" name="Text Box 8">
              <a:extLst>
                <a:ext uri="{FF2B5EF4-FFF2-40B4-BE49-F238E27FC236}">
                  <a16:creationId xmlns:a16="http://schemas.microsoft.com/office/drawing/2014/main" id="{0DDF09BE-4B2F-2E9E-35B1-EF3340C7E3CC}"/>
                </a:ext>
              </a:extLst>
            </p:cNvPr>
            <p:cNvSpPr txBox="1">
              <a:spLocks noChangeArrowheads="1"/>
            </p:cNvSpPr>
            <p:nvPr/>
          </p:nvSpPr>
          <p:spPr bwMode="auto">
            <a:xfrm>
              <a:off x="3606409" y="2097089"/>
              <a:ext cx="1489863" cy="258013"/>
            </a:xfrm>
            <a:prstGeom prst="rect">
              <a:avLst/>
            </a:prstGeom>
            <a:noFill/>
            <a:ln w="9525">
              <a:noFill/>
              <a:miter lim="800000"/>
              <a:headEnd/>
              <a:tailEnd/>
            </a:ln>
          </p:spPr>
          <p:txBody>
            <a:bodyPr wrap="none">
              <a:spAutoFit/>
            </a:bodyPr>
            <a:lstStyle/>
            <a:p>
              <a:pPr algn="ctr"/>
              <a:r>
                <a:rPr lang="en-US" sz="3200" b="1"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Ciphertext</a:t>
              </a:r>
            </a:p>
          </p:txBody>
        </p:sp>
        <p:sp>
          <p:nvSpPr>
            <p:cNvPr id="11" name="Text Box 10">
              <a:extLst>
                <a:ext uri="{FF2B5EF4-FFF2-40B4-BE49-F238E27FC236}">
                  <a16:creationId xmlns:a16="http://schemas.microsoft.com/office/drawing/2014/main" id="{A4B4055B-C7FF-AA66-617F-8282C4904C80}"/>
                </a:ext>
              </a:extLst>
            </p:cNvPr>
            <p:cNvSpPr txBox="1">
              <a:spLocks noChangeArrowheads="1"/>
            </p:cNvSpPr>
            <p:nvPr/>
          </p:nvSpPr>
          <p:spPr bwMode="auto">
            <a:xfrm>
              <a:off x="7072330" y="2000240"/>
              <a:ext cx="1168400" cy="475287"/>
            </a:xfrm>
            <a:prstGeom prst="rect">
              <a:avLst/>
            </a:prstGeom>
            <a:noFill/>
            <a:ln w="9525">
              <a:noFill/>
              <a:miter lim="800000"/>
              <a:headEnd/>
              <a:tailEnd/>
            </a:ln>
          </p:spPr>
          <p:txBody>
            <a:bodyPr>
              <a:spAutoFit/>
            </a:bodyPr>
            <a:lstStyle/>
            <a:p>
              <a:pPr algn="ctr"/>
              <a:r>
                <a:rPr lang="en-US" sz="3200" b="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Plaintext</a:t>
              </a:r>
            </a:p>
          </p:txBody>
        </p:sp>
        <p:sp>
          <p:nvSpPr>
            <p:cNvPr id="12" name="Text Box 33">
              <a:extLst>
                <a:ext uri="{FF2B5EF4-FFF2-40B4-BE49-F238E27FC236}">
                  <a16:creationId xmlns:a16="http://schemas.microsoft.com/office/drawing/2014/main" id="{D2D09723-E838-DB6C-CBAB-E21D25268EC5}"/>
                </a:ext>
              </a:extLst>
            </p:cNvPr>
            <p:cNvSpPr txBox="1">
              <a:spLocks noChangeArrowheads="1"/>
            </p:cNvSpPr>
            <p:nvPr/>
          </p:nvSpPr>
          <p:spPr bwMode="auto">
            <a:xfrm>
              <a:off x="3312387" y="1524001"/>
              <a:ext cx="2396992" cy="258013"/>
            </a:xfrm>
            <a:prstGeom prst="rect">
              <a:avLst/>
            </a:prstGeom>
            <a:noFill/>
            <a:ln w="9525">
              <a:noFill/>
              <a:miter lim="800000"/>
              <a:headEnd/>
              <a:tailEnd/>
            </a:ln>
          </p:spPr>
          <p:txBody>
            <a:bodyPr wrap="none">
              <a:spAutoFit/>
            </a:bodyPr>
            <a:lstStyle/>
            <a:p>
              <a:pPr algn="ctr"/>
              <a:r>
                <a:rPr lang="en-US" sz="3200" b="1"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Insecure Channel</a:t>
              </a:r>
            </a:p>
          </p:txBody>
        </p:sp>
        <p:sp>
          <p:nvSpPr>
            <p:cNvPr id="13" name="Text Box 34">
              <a:extLst>
                <a:ext uri="{FF2B5EF4-FFF2-40B4-BE49-F238E27FC236}">
                  <a16:creationId xmlns:a16="http://schemas.microsoft.com/office/drawing/2014/main" id="{3742768A-4678-0FC3-0BEA-3AF9299E4C4A}"/>
                </a:ext>
              </a:extLst>
            </p:cNvPr>
            <p:cNvSpPr txBox="1">
              <a:spLocks noChangeArrowheads="1"/>
            </p:cNvSpPr>
            <p:nvPr/>
          </p:nvSpPr>
          <p:spPr bwMode="auto">
            <a:xfrm>
              <a:off x="4014032" y="2643189"/>
              <a:ext cx="1114343" cy="258013"/>
            </a:xfrm>
            <a:prstGeom prst="rect">
              <a:avLst/>
            </a:prstGeom>
            <a:noFill/>
            <a:ln w="9525">
              <a:noFill/>
              <a:miter lim="800000"/>
              <a:headEnd/>
              <a:tailEnd/>
            </a:ln>
          </p:spPr>
          <p:txBody>
            <a:bodyPr wrap="none">
              <a:spAutoFit/>
            </a:bodyPr>
            <a:lstStyle/>
            <a:p>
              <a:r>
                <a:rPr lang="en-US" sz="3200" b="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C = E(P)</a:t>
              </a:r>
            </a:p>
          </p:txBody>
        </p:sp>
        <p:sp>
          <p:nvSpPr>
            <p:cNvPr id="14" name="Text Box 34">
              <a:extLst>
                <a:ext uri="{FF2B5EF4-FFF2-40B4-BE49-F238E27FC236}">
                  <a16:creationId xmlns:a16="http://schemas.microsoft.com/office/drawing/2014/main" id="{D0D23A65-D3EA-EF16-32FA-A0BCFCBAC842}"/>
                </a:ext>
              </a:extLst>
            </p:cNvPr>
            <p:cNvSpPr txBox="1">
              <a:spLocks noChangeArrowheads="1"/>
            </p:cNvSpPr>
            <p:nvPr/>
          </p:nvSpPr>
          <p:spPr bwMode="auto">
            <a:xfrm>
              <a:off x="7155740" y="2571744"/>
              <a:ext cx="1159587" cy="258013"/>
            </a:xfrm>
            <a:prstGeom prst="rect">
              <a:avLst/>
            </a:prstGeom>
            <a:noFill/>
            <a:ln w="9525">
              <a:noFill/>
              <a:miter lim="800000"/>
              <a:headEnd/>
              <a:tailEnd/>
            </a:ln>
          </p:spPr>
          <p:txBody>
            <a:bodyPr wrap="none">
              <a:spAutoFit/>
            </a:bodyPr>
            <a:lstStyle/>
            <a:p>
              <a:r>
                <a:rPr lang="en-US" sz="3200" b="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P = D(C)</a:t>
              </a:r>
            </a:p>
          </p:txBody>
        </p:sp>
        <p:cxnSp>
          <p:nvCxnSpPr>
            <p:cNvPr id="15" name="AutoShape 6">
              <a:extLst>
                <a:ext uri="{FF2B5EF4-FFF2-40B4-BE49-F238E27FC236}">
                  <a16:creationId xmlns:a16="http://schemas.microsoft.com/office/drawing/2014/main" id="{52BAA14E-C578-122F-E9B4-90DE91384964}"/>
                </a:ext>
              </a:extLst>
            </p:cNvPr>
            <p:cNvCxnSpPr>
              <a:cxnSpLocks noChangeShapeType="1"/>
            </p:cNvCxnSpPr>
            <p:nvPr/>
          </p:nvCxnSpPr>
          <p:spPr bwMode="auto">
            <a:xfrm>
              <a:off x="6929454" y="2500306"/>
              <a:ext cx="1428760" cy="1588"/>
            </a:xfrm>
            <a:prstGeom prst="straightConnector1">
              <a:avLst/>
            </a:prstGeom>
            <a:noFill/>
            <a:ln w="9525">
              <a:solidFill>
                <a:schemeClr val="tx1"/>
              </a:solidFill>
              <a:round/>
              <a:headEnd/>
              <a:tailEnd type="triangle" w="med" len="med"/>
            </a:ln>
          </p:spPr>
        </p:cxnSp>
        <p:sp>
          <p:nvSpPr>
            <p:cNvPr id="16" name="Text Box 34">
              <a:extLst>
                <a:ext uri="{FF2B5EF4-FFF2-40B4-BE49-F238E27FC236}">
                  <a16:creationId xmlns:a16="http://schemas.microsoft.com/office/drawing/2014/main" id="{804DD96B-D32F-F044-4C56-7BFB12CE96C8}"/>
                </a:ext>
              </a:extLst>
            </p:cNvPr>
            <p:cNvSpPr txBox="1">
              <a:spLocks noChangeArrowheads="1"/>
            </p:cNvSpPr>
            <p:nvPr/>
          </p:nvSpPr>
          <p:spPr bwMode="auto">
            <a:xfrm>
              <a:off x="1166155" y="2500306"/>
              <a:ext cx="375746" cy="258013"/>
            </a:xfrm>
            <a:prstGeom prst="rect">
              <a:avLst/>
            </a:prstGeom>
            <a:noFill/>
            <a:ln w="9525">
              <a:noFill/>
              <a:miter lim="800000"/>
              <a:headEnd/>
              <a:tailEnd/>
            </a:ln>
          </p:spPr>
          <p:txBody>
            <a:bodyPr wrap="none">
              <a:spAutoFit/>
            </a:bodyPr>
            <a:lstStyle/>
            <a:p>
              <a:r>
                <a:rPr lang="en-US" sz="3200" b="1">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P </a:t>
              </a:r>
            </a:p>
          </p:txBody>
        </p:sp>
        <p:cxnSp>
          <p:nvCxnSpPr>
            <p:cNvPr id="17" name="AutoShape 6">
              <a:extLst>
                <a:ext uri="{FF2B5EF4-FFF2-40B4-BE49-F238E27FC236}">
                  <a16:creationId xmlns:a16="http://schemas.microsoft.com/office/drawing/2014/main" id="{1BFC6571-FEE7-66AE-9070-D8453209D5F0}"/>
                </a:ext>
              </a:extLst>
            </p:cNvPr>
            <p:cNvCxnSpPr>
              <a:cxnSpLocks noChangeShapeType="1"/>
            </p:cNvCxnSpPr>
            <p:nvPr/>
          </p:nvCxnSpPr>
          <p:spPr bwMode="auto">
            <a:xfrm>
              <a:off x="714348" y="2500306"/>
              <a:ext cx="1428760" cy="1588"/>
            </a:xfrm>
            <a:prstGeom prst="straightConnector1">
              <a:avLst/>
            </a:prstGeom>
            <a:noFill/>
            <a:ln w="9525">
              <a:solidFill>
                <a:schemeClr val="tx1"/>
              </a:solidFill>
              <a:round/>
              <a:headEnd/>
              <a:tailEnd type="triangle" w="med" len="med"/>
            </a:ln>
          </p:spPr>
        </p:cxnSp>
      </p:grpSp>
    </p:spTree>
    <p:extLst>
      <p:ext uri="{BB962C8B-B14F-4D97-AF65-F5344CB8AC3E}">
        <p14:creationId xmlns:p14="http://schemas.microsoft.com/office/powerpoint/2010/main" val="131798106"/>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4ED39-51B5-03CD-5637-02A26DA7B4D1}"/>
              </a:ext>
            </a:extLst>
          </p:cNvPr>
          <p:cNvSpPr>
            <a:spLocks noGrp="1"/>
          </p:cNvSpPr>
          <p:nvPr>
            <p:ph type="title"/>
          </p:nvPr>
        </p:nvSpPr>
        <p:spPr/>
        <p:txBody>
          <a:bodyPr>
            <a:normAutofit fontScale="90000"/>
          </a:bodyPr>
          <a:lstStyle/>
          <a:p>
            <a:r>
              <a:rPr lang="en-US" dirty="0"/>
              <a:t>NETWORK SECURITY</a:t>
            </a:r>
          </a:p>
        </p:txBody>
      </p:sp>
      <p:sp>
        <p:nvSpPr>
          <p:cNvPr id="3" name="Text Placeholder 2">
            <a:extLst>
              <a:ext uri="{FF2B5EF4-FFF2-40B4-BE49-F238E27FC236}">
                <a16:creationId xmlns:a16="http://schemas.microsoft.com/office/drawing/2014/main" id="{DD258209-06B9-A0E3-5FF7-9043F5AA796D}"/>
              </a:ext>
            </a:extLst>
          </p:cNvPr>
          <p:cNvSpPr>
            <a:spLocks noGrp="1"/>
          </p:cNvSpPr>
          <p:nvPr>
            <p:ph type="body" sz="quarter" idx="10"/>
          </p:nvPr>
        </p:nvSpPr>
        <p:spPr>
          <a:xfrm>
            <a:off x="2167377" y="2419728"/>
            <a:ext cx="14161194" cy="803546"/>
          </a:xfrm>
        </p:spPr>
        <p:txBody>
          <a:bodyPr>
            <a:normAutofit/>
          </a:bodyPr>
          <a:lstStyle/>
          <a:p>
            <a:r>
              <a:rPr lang="en-US" dirty="0"/>
              <a:t>Symmetric key / one KEY CRYPTOGRAPHY</a:t>
            </a:r>
          </a:p>
        </p:txBody>
      </p:sp>
      <p:sp>
        <p:nvSpPr>
          <p:cNvPr id="5" name="Rectangle 3">
            <a:extLst>
              <a:ext uri="{FF2B5EF4-FFF2-40B4-BE49-F238E27FC236}">
                <a16:creationId xmlns:a16="http://schemas.microsoft.com/office/drawing/2014/main" id="{870C3824-681A-2E60-2610-E57138FBB03D}"/>
              </a:ext>
            </a:extLst>
          </p:cNvPr>
          <p:cNvSpPr>
            <a:spLocks noGrp="1" noChangeArrowheads="1"/>
          </p:cNvSpPr>
          <p:nvPr>
            <p:ph sz="quarter" idx="11"/>
          </p:nvPr>
        </p:nvSpPr>
        <p:spPr bwMode="auto">
          <a:xfrm>
            <a:off x="3676261" y="3747796"/>
            <a:ext cx="15638106" cy="6030686"/>
          </a:xfrm>
          <a:prstGeom prst="rect">
            <a:avLst/>
          </a:prstGeom>
          <a:noFill/>
          <a:ln>
            <a:miter lim="800000"/>
            <a:headEnd/>
            <a:tailEnd/>
          </a:ln>
        </p:spPr>
        <p:txBody>
          <a:bodyPr>
            <a:normAutofit/>
          </a:bodyPr>
          <a:lstStyle/>
          <a:p>
            <a:pPr marL="231775" indent="-231775">
              <a:spcBef>
                <a:spcPct val="0"/>
              </a:spcBef>
              <a:spcAft>
                <a:spcPts val="1200"/>
              </a:spcAft>
            </a:pPr>
            <a:r>
              <a:rPr lang="en-US" sz="3200" b="1" dirty="0"/>
              <a:t>The parties communicating share a completely random and secret key. </a:t>
            </a:r>
          </a:p>
          <a:p>
            <a:pPr marL="231775" indent="-231775">
              <a:spcBef>
                <a:spcPct val="0"/>
              </a:spcBef>
              <a:spcAft>
                <a:spcPts val="1200"/>
              </a:spcAft>
            </a:pPr>
            <a:r>
              <a:rPr lang="en-US" sz="3200" b="1" dirty="0"/>
              <a:t>Key is not known to an opponent.</a:t>
            </a:r>
          </a:p>
          <a:p>
            <a:pPr lvl="1">
              <a:spcBef>
                <a:spcPct val="0"/>
              </a:spcBef>
              <a:spcAft>
                <a:spcPts val="1200"/>
              </a:spcAft>
            </a:pPr>
            <a:r>
              <a:rPr lang="en-US" sz="3200" b="1" dirty="0"/>
              <a:t>Must be shared securely by the communicating parties.</a:t>
            </a:r>
          </a:p>
          <a:p>
            <a:pPr lvl="1">
              <a:spcBef>
                <a:spcPct val="0"/>
              </a:spcBef>
              <a:spcAft>
                <a:spcPts val="1200"/>
              </a:spcAft>
            </a:pPr>
            <a:r>
              <a:rPr lang="en-US" sz="3200" b="1" dirty="0"/>
              <a:t>Must be completely random.</a:t>
            </a:r>
          </a:p>
          <a:p>
            <a:pPr lvl="1">
              <a:spcBef>
                <a:spcPct val="0"/>
              </a:spcBef>
              <a:spcAft>
                <a:spcPts val="1200"/>
              </a:spcAft>
            </a:pPr>
            <a:r>
              <a:rPr lang="en-US" sz="3200" b="1" dirty="0"/>
              <a:t>Must be kept completely secret from the </a:t>
            </a:r>
            <a:r>
              <a:rPr lang="en-US" sz="3200" b="1" dirty="0" err="1"/>
              <a:t>oppenents</a:t>
            </a:r>
            <a:r>
              <a:rPr lang="en-US" sz="3200" b="1" dirty="0"/>
              <a:t>.</a:t>
            </a:r>
          </a:p>
          <a:p>
            <a:pPr marL="231775" indent="-231775">
              <a:spcBef>
                <a:spcPct val="0"/>
              </a:spcBef>
              <a:spcAft>
                <a:spcPts val="1200"/>
              </a:spcAft>
            </a:pPr>
            <a:r>
              <a:rPr lang="en-US" sz="3200" b="1" dirty="0"/>
              <a:t>All classical cryptosystems are private-key based.</a:t>
            </a:r>
          </a:p>
          <a:p>
            <a:pPr marL="231775" indent="-231775">
              <a:spcBef>
                <a:spcPct val="0"/>
              </a:spcBef>
              <a:spcAft>
                <a:spcPts val="1200"/>
              </a:spcAft>
            </a:pPr>
            <a:r>
              <a:rPr lang="en-US" sz="3200" b="1" dirty="0"/>
              <a:t>Traditionally symmetric encryption is used to. provide message confidentiality.</a:t>
            </a:r>
          </a:p>
          <a:p>
            <a:pPr marL="231775" indent="-231775">
              <a:spcBef>
                <a:spcPct val="0"/>
              </a:spcBef>
              <a:spcAft>
                <a:spcPts val="1200"/>
              </a:spcAft>
            </a:pPr>
            <a:r>
              <a:rPr lang="en-US" sz="3200" b="1" dirty="0"/>
              <a:t>Can also be used for secure storage.</a:t>
            </a:r>
          </a:p>
        </p:txBody>
      </p:sp>
    </p:spTree>
    <p:extLst>
      <p:ext uri="{BB962C8B-B14F-4D97-AF65-F5344CB8AC3E}">
        <p14:creationId xmlns:p14="http://schemas.microsoft.com/office/powerpoint/2010/main" val="1513006674"/>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4ED39-51B5-03CD-5637-02A26DA7B4D1}"/>
              </a:ext>
            </a:extLst>
          </p:cNvPr>
          <p:cNvSpPr>
            <a:spLocks noGrp="1"/>
          </p:cNvSpPr>
          <p:nvPr>
            <p:ph type="title"/>
          </p:nvPr>
        </p:nvSpPr>
        <p:spPr/>
        <p:txBody>
          <a:bodyPr>
            <a:normAutofit fontScale="90000"/>
          </a:bodyPr>
          <a:lstStyle/>
          <a:p>
            <a:r>
              <a:rPr lang="en-US" dirty="0"/>
              <a:t>NETWORK SECURITY</a:t>
            </a:r>
          </a:p>
        </p:txBody>
      </p:sp>
      <p:sp>
        <p:nvSpPr>
          <p:cNvPr id="3" name="Text Placeholder 2">
            <a:extLst>
              <a:ext uri="{FF2B5EF4-FFF2-40B4-BE49-F238E27FC236}">
                <a16:creationId xmlns:a16="http://schemas.microsoft.com/office/drawing/2014/main" id="{DD258209-06B9-A0E3-5FF7-9043F5AA796D}"/>
              </a:ext>
            </a:extLst>
          </p:cNvPr>
          <p:cNvSpPr>
            <a:spLocks noGrp="1"/>
          </p:cNvSpPr>
          <p:nvPr>
            <p:ph type="body" sz="quarter" idx="10"/>
          </p:nvPr>
        </p:nvSpPr>
        <p:spPr/>
        <p:txBody>
          <a:bodyPr/>
          <a:lstStyle/>
          <a:p>
            <a:r>
              <a:rPr lang="en-US" dirty="0"/>
              <a:t>Symmetric key ENCRYPTION</a:t>
            </a:r>
          </a:p>
        </p:txBody>
      </p:sp>
      <p:sp>
        <p:nvSpPr>
          <p:cNvPr id="5" name="Rectangle 3">
            <a:extLst>
              <a:ext uri="{FF2B5EF4-FFF2-40B4-BE49-F238E27FC236}">
                <a16:creationId xmlns:a16="http://schemas.microsoft.com/office/drawing/2014/main" id="{21D00E7B-355C-84FD-EFED-2E00C96054DF}"/>
              </a:ext>
            </a:extLst>
          </p:cNvPr>
          <p:cNvSpPr>
            <a:spLocks noGrp="1" noChangeArrowheads="1"/>
          </p:cNvSpPr>
          <p:nvPr>
            <p:ph sz="quarter" idx="11"/>
          </p:nvPr>
        </p:nvSpPr>
        <p:spPr bwMode="auto">
          <a:xfrm>
            <a:off x="3615591" y="3097848"/>
            <a:ext cx="13716000" cy="4522788"/>
          </a:xfrm>
          <a:prstGeom prst="rect">
            <a:avLst/>
          </a:prstGeom>
          <a:noFill/>
          <a:ln>
            <a:miter lim="800000"/>
            <a:headEnd/>
            <a:tailEnd/>
          </a:ln>
        </p:spPr>
        <p:txBody>
          <a:bodyPr>
            <a:normAutofit/>
          </a:bodyPr>
          <a:lstStyle/>
          <a:p>
            <a:pPr>
              <a:spcBef>
                <a:spcPct val="0"/>
              </a:spcBef>
            </a:pPr>
            <a:r>
              <a:rPr lang="en-US" sz="3200" b="1" dirty="0"/>
              <a:t>An encryption scheme has five ingredients:</a:t>
            </a:r>
          </a:p>
          <a:p>
            <a:pPr lvl="1">
              <a:spcBef>
                <a:spcPct val="0"/>
              </a:spcBef>
            </a:pPr>
            <a:r>
              <a:rPr lang="en-US" sz="3200" b="1" dirty="0"/>
              <a:t>Plaintext.</a:t>
            </a:r>
          </a:p>
          <a:p>
            <a:pPr lvl="1">
              <a:spcBef>
                <a:spcPct val="0"/>
              </a:spcBef>
            </a:pPr>
            <a:r>
              <a:rPr lang="en-US" sz="3200" b="1" dirty="0"/>
              <a:t>Encryption  algorithm.</a:t>
            </a:r>
          </a:p>
          <a:p>
            <a:pPr lvl="1">
              <a:spcBef>
                <a:spcPct val="0"/>
              </a:spcBef>
            </a:pPr>
            <a:r>
              <a:rPr lang="en-US" sz="3200" b="1" dirty="0"/>
              <a:t>Secret Key.</a:t>
            </a:r>
          </a:p>
          <a:p>
            <a:pPr lvl="1">
              <a:spcBef>
                <a:spcPct val="0"/>
              </a:spcBef>
            </a:pPr>
            <a:r>
              <a:rPr lang="en-US" sz="3200" b="1" dirty="0"/>
              <a:t>Ciphertext.</a:t>
            </a:r>
          </a:p>
          <a:p>
            <a:pPr lvl="1">
              <a:spcBef>
                <a:spcPct val="0"/>
              </a:spcBef>
            </a:pPr>
            <a:r>
              <a:rPr lang="en-US" sz="3200" b="1" dirty="0"/>
              <a:t>Decryption algorithm.</a:t>
            </a:r>
            <a:endParaRPr lang="sv-SE" sz="3200" b="1" dirty="0"/>
          </a:p>
          <a:p>
            <a:pPr>
              <a:spcBef>
                <a:spcPct val="0"/>
              </a:spcBef>
            </a:pPr>
            <a:r>
              <a:rPr lang="en-US" sz="3200" b="1" dirty="0"/>
              <a:t>Security depends on the secrecy of the key, not the secrecy of the algorithm.</a:t>
            </a:r>
          </a:p>
        </p:txBody>
      </p:sp>
      <p:grpSp>
        <p:nvGrpSpPr>
          <p:cNvPr id="6" name="Group 5">
            <a:extLst>
              <a:ext uri="{FF2B5EF4-FFF2-40B4-BE49-F238E27FC236}">
                <a16:creationId xmlns:a16="http://schemas.microsoft.com/office/drawing/2014/main" id="{F1C8CFF9-FDA7-A29E-66B5-590E5174E02D}"/>
              </a:ext>
            </a:extLst>
          </p:cNvPr>
          <p:cNvGrpSpPr>
            <a:grpSpLocks/>
          </p:cNvGrpSpPr>
          <p:nvPr/>
        </p:nvGrpSpPr>
        <p:grpSpPr bwMode="auto">
          <a:xfrm>
            <a:off x="5390288" y="7579958"/>
            <a:ext cx="11941303" cy="5750757"/>
            <a:chOff x="906462" y="1733539"/>
            <a:chExt cx="7331075" cy="4114800"/>
          </a:xfrm>
        </p:grpSpPr>
        <p:pic>
          <p:nvPicPr>
            <p:cNvPr id="7" name="Picture 3">
              <a:extLst>
                <a:ext uri="{FF2B5EF4-FFF2-40B4-BE49-F238E27FC236}">
                  <a16:creationId xmlns:a16="http://schemas.microsoft.com/office/drawing/2014/main" id="{FBC183C0-CCCA-F976-C808-F89FFCF45566}"/>
                </a:ext>
              </a:extLst>
            </p:cNvPr>
            <p:cNvPicPr>
              <a:picLocks noChangeAspect="1" noChangeArrowheads="1"/>
            </p:cNvPicPr>
            <p:nvPr/>
          </p:nvPicPr>
          <p:blipFill>
            <a:blip r:embed="rId2"/>
            <a:srcRect/>
            <a:stretch>
              <a:fillRect/>
            </a:stretch>
          </p:blipFill>
          <p:spPr bwMode="auto">
            <a:xfrm>
              <a:off x="906462" y="1733539"/>
              <a:ext cx="7331075" cy="4114800"/>
            </a:xfrm>
            <a:prstGeom prst="rect">
              <a:avLst/>
            </a:prstGeom>
            <a:noFill/>
            <a:ln w="9525">
              <a:noFill/>
              <a:miter lim="800000"/>
              <a:headEnd/>
              <a:tailEnd/>
            </a:ln>
          </p:spPr>
        </p:pic>
        <p:sp>
          <p:nvSpPr>
            <p:cNvPr id="8" name="Rectangle 4">
              <a:extLst>
                <a:ext uri="{FF2B5EF4-FFF2-40B4-BE49-F238E27FC236}">
                  <a16:creationId xmlns:a16="http://schemas.microsoft.com/office/drawing/2014/main" id="{E91E2672-7898-810E-3137-E611F780B4B5}"/>
                </a:ext>
              </a:extLst>
            </p:cNvPr>
            <p:cNvSpPr>
              <a:spLocks noChangeArrowheads="1"/>
            </p:cNvSpPr>
            <p:nvPr/>
          </p:nvSpPr>
          <p:spPr bwMode="auto">
            <a:xfrm>
              <a:off x="1214414" y="5357826"/>
              <a:ext cx="6481786" cy="381000"/>
            </a:xfrm>
            <a:prstGeom prst="rect">
              <a:avLst/>
            </a:prstGeom>
            <a:solidFill>
              <a:schemeClr val="bg1"/>
            </a:solidFill>
            <a:ln w="12700">
              <a:noFill/>
              <a:miter lim="800000"/>
              <a:headEnd/>
              <a:tailEnd/>
            </a:ln>
          </p:spPr>
          <p:txBody>
            <a:bodyPr wrap="none" anchor="ctr"/>
            <a:lstStyle/>
            <a:p>
              <a:endParaRPr lang="id-ID"/>
            </a:p>
          </p:txBody>
        </p:sp>
      </p:grpSp>
    </p:spTree>
    <p:extLst>
      <p:ext uri="{BB962C8B-B14F-4D97-AF65-F5344CB8AC3E}">
        <p14:creationId xmlns:p14="http://schemas.microsoft.com/office/powerpoint/2010/main" val="350539570"/>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4ED39-51B5-03CD-5637-02A26DA7B4D1}"/>
              </a:ext>
            </a:extLst>
          </p:cNvPr>
          <p:cNvSpPr>
            <a:spLocks noGrp="1"/>
          </p:cNvSpPr>
          <p:nvPr>
            <p:ph type="title"/>
          </p:nvPr>
        </p:nvSpPr>
        <p:spPr/>
        <p:txBody>
          <a:bodyPr>
            <a:normAutofit fontScale="90000"/>
          </a:bodyPr>
          <a:lstStyle/>
          <a:p>
            <a:r>
              <a:rPr lang="en-US" dirty="0"/>
              <a:t>NETWORK SECURITY</a:t>
            </a:r>
          </a:p>
        </p:txBody>
      </p:sp>
      <p:sp>
        <p:nvSpPr>
          <p:cNvPr id="3" name="Text Placeholder 2">
            <a:extLst>
              <a:ext uri="{FF2B5EF4-FFF2-40B4-BE49-F238E27FC236}">
                <a16:creationId xmlns:a16="http://schemas.microsoft.com/office/drawing/2014/main" id="{DD258209-06B9-A0E3-5FF7-9043F5AA796D}"/>
              </a:ext>
            </a:extLst>
          </p:cNvPr>
          <p:cNvSpPr>
            <a:spLocks noGrp="1"/>
          </p:cNvSpPr>
          <p:nvPr>
            <p:ph type="body" sz="quarter" idx="10"/>
          </p:nvPr>
        </p:nvSpPr>
        <p:spPr>
          <a:xfrm>
            <a:off x="2167377" y="2419728"/>
            <a:ext cx="12761603" cy="803546"/>
          </a:xfrm>
        </p:spPr>
        <p:txBody>
          <a:bodyPr>
            <a:normAutofit/>
          </a:bodyPr>
          <a:lstStyle/>
          <a:p>
            <a:r>
              <a:rPr lang="en-US" dirty="0"/>
              <a:t>Asymmetric key, public/private KEY CRYPTOGRAPHY</a:t>
            </a:r>
          </a:p>
        </p:txBody>
      </p:sp>
      <p:sp>
        <p:nvSpPr>
          <p:cNvPr id="5" name="Rectangle 3">
            <a:extLst>
              <a:ext uri="{FF2B5EF4-FFF2-40B4-BE49-F238E27FC236}">
                <a16:creationId xmlns:a16="http://schemas.microsoft.com/office/drawing/2014/main" id="{4393C921-5DAD-AA06-FBF1-69BE8725AD49}"/>
              </a:ext>
            </a:extLst>
          </p:cNvPr>
          <p:cNvSpPr>
            <a:spLocks noGrp="1" noChangeArrowheads="1"/>
          </p:cNvSpPr>
          <p:nvPr>
            <p:ph sz="quarter" idx="11"/>
          </p:nvPr>
        </p:nvSpPr>
        <p:spPr bwMode="auto">
          <a:xfrm>
            <a:off x="4012162" y="3803779"/>
            <a:ext cx="16253927" cy="5844074"/>
          </a:xfrm>
          <a:prstGeom prst="rect">
            <a:avLst/>
          </a:prstGeom>
          <a:noFill/>
          <a:ln>
            <a:miter lim="800000"/>
            <a:headEnd/>
            <a:tailEnd/>
          </a:ln>
        </p:spPr>
        <p:txBody>
          <a:bodyPr>
            <a:normAutofit/>
          </a:bodyPr>
          <a:lstStyle/>
          <a:p>
            <a:pPr marL="457200" indent="-457200">
              <a:spcBef>
                <a:spcPct val="0"/>
              </a:spcBef>
              <a:spcAft>
                <a:spcPts val="1200"/>
              </a:spcAft>
            </a:pPr>
            <a:r>
              <a:rPr lang="en-AU" sz="3200" b="1" dirty="0"/>
              <a:t>Public-key/two-key/asymmetric cryptography involves the use of two keys: </a:t>
            </a:r>
          </a:p>
          <a:p>
            <a:pPr lvl="1">
              <a:spcBef>
                <a:spcPct val="0"/>
              </a:spcBef>
              <a:spcAft>
                <a:spcPts val="1200"/>
              </a:spcAft>
            </a:pPr>
            <a:r>
              <a:rPr lang="en-AU" sz="3200" b="1" dirty="0"/>
              <a:t>Public-key, which may be known by anybody.</a:t>
            </a:r>
          </a:p>
          <a:p>
            <a:pPr lvl="1">
              <a:spcBef>
                <a:spcPct val="0"/>
              </a:spcBef>
              <a:spcAft>
                <a:spcPts val="1200"/>
              </a:spcAft>
            </a:pPr>
            <a:r>
              <a:rPr lang="en-AU" sz="3200" b="1" dirty="0"/>
              <a:t>Private-key, known only to the recipient.</a:t>
            </a:r>
          </a:p>
          <a:p>
            <a:pPr marL="457200" indent="-457200">
              <a:spcBef>
                <a:spcPct val="0"/>
              </a:spcBef>
              <a:spcAft>
                <a:spcPts val="1200"/>
              </a:spcAft>
            </a:pPr>
            <a:r>
              <a:rPr lang="en-US" sz="3200" b="1" dirty="0"/>
              <a:t>Complements rather than replaces private key cryptography.</a:t>
            </a:r>
          </a:p>
          <a:p>
            <a:pPr marL="457200" indent="-457200">
              <a:spcBef>
                <a:spcPct val="0"/>
              </a:spcBef>
              <a:spcAft>
                <a:spcPts val="1200"/>
              </a:spcAft>
            </a:pPr>
            <a:r>
              <a:rPr lang="en-US" sz="3200" b="1" dirty="0"/>
              <a:t>Public key cryptography enhances the security as it enables authentication, integrity, non-repudiation besides confidentiality.</a:t>
            </a:r>
          </a:p>
          <a:p>
            <a:pPr marL="457200" indent="-457200">
              <a:spcBef>
                <a:spcPct val="0"/>
              </a:spcBef>
              <a:spcAft>
                <a:spcPts val="1200"/>
              </a:spcAft>
            </a:pPr>
            <a:r>
              <a:rPr lang="en-US" sz="3200" b="1" dirty="0"/>
              <a:t>Ingredients: Plain text, Encryption algorithm, Public and private key, Cipher text, Decryption algorithm.</a:t>
            </a:r>
            <a:endParaRPr lang="en-AU" sz="3200" b="1" dirty="0"/>
          </a:p>
          <a:p>
            <a:pPr marL="457200" indent="-457200">
              <a:spcBef>
                <a:spcPct val="0"/>
              </a:spcBef>
              <a:spcAft>
                <a:spcPts val="1200"/>
              </a:spcAft>
            </a:pPr>
            <a:r>
              <a:rPr lang="en-US" sz="3200" b="1" dirty="0"/>
              <a:t>If one key is used for encryption, the other for decryption.</a:t>
            </a:r>
          </a:p>
        </p:txBody>
      </p:sp>
    </p:spTree>
    <p:extLst>
      <p:ext uri="{BB962C8B-B14F-4D97-AF65-F5344CB8AC3E}">
        <p14:creationId xmlns:p14="http://schemas.microsoft.com/office/powerpoint/2010/main" val="3789537968"/>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4ED39-51B5-03CD-5637-02A26DA7B4D1}"/>
              </a:ext>
            </a:extLst>
          </p:cNvPr>
          <p:cNvSpPr>
            <a:spLocks noGrp="1"/>
          </p:cNvSpPr>
          <p:nvPr>
            <p:ph type="title"/>
          </p:nvPr>
        </p:nvSpPr>
        <p:spPr/>
        <p:txBody>
          <a:bodyPr>
            <a:normAutofit fontScale="90000"/>
          </a:bodyPr>
          <a:lstStyle/>
          <a:p>
            <a:r>
              <a:rPr lang="en-US" dirty="0"/>
              <a:t>NETWORK SECURITY</a:t>
            </a:r>
          </a:p>
        </p:txBody>
      </p:sp>
      <p:sp>
        <p:nvSpPr>
          <p:cNvPr id="3" name="Text Placeholder 2">
            <a:extLst>
              <a:ext uri="{FF2B5EF4-FFF2-40B4-BE49-F238E27FC236}">
                <a16:creationId xmlns:a16="http://schemas.microsoft.com/office/drawing/2014/main" id="{DD258209-06B9-A0E3-5FF7-9043F5AA796D}"/>
              </a:ext>
            </a:extLst>
          </p:cNvPr>
          <p:cNvSpPr>
            <a:spLocks noGrp="1"/>
          </p:cNvSpPr>
          <p:nvPr>
            <p:ph type="body" sz="quarter" idx="10"/>
          </p:nvPr>
        </p:nvSpPr>
        <p:spPr>
          <a:xfrm>
            <a:off x="2167377" y="2419728"/>
            <a:ext cx="15150239" cy="803546"/>
          </a:xfrm>
        </p:spPr>
        <p:txBody>
          <a:bodyPr>
            <a:normAutofit/>
          </a:bodyPr>
          <a:lstStyle/>
          <a:p>
            <a:r>
              <a:rPr lang="en-US" dirty="0"/>
              <a:t>Asymmetric key, public/private KEY CRYPTOGRAPHY</a:t>
            </a:r>
          </a:p>
        </p:txBody>
      </p:sp>
      <p:pic>
        <p:nvPicPr>
          <p:cNvPr id="5" name="Picture 3">
            <a:extLst>
              <a:ext uri="{FF2B5EF4-FFF2-40B4-BE49-F238E27FC236}">
                <a16:creationId xmlns:a16="http://schemas.microsoft.com/office/drawing/2014/main" id="{3F0A1326-8EA3-9DCE-0A9E-EC00C589B2C8}"/>
              </a:ext>
            </a:extLst>
          </p:cNvPr>
          <p:cNvPicPr>
            <a:picLocks noGrp="1" noChangeAspect="1" noChangeArrowheads="1"/>
          </p:cNvPicPr>
          <p:nvPr>
            <p:ph sz="quarter" idx="11"/>
          </p:nvPr>
        </p:nvPicPr>
        <p:blipFill>
          <a:blip r:embed="rId2"/>
          <a:srcRect b="54558"/>
          <a:stretch>
            <a:fillRect/>
          </a:stretch>
        </p:blipFill>
        <p:spPr bwMode="auto">
          <a:xfrm>
            <a:off x="6451600" y="3727864"/>
            <a:ext cx="10169209" cy="6260271"/>
          </a:xfrm>
          <a:prstGeom prst="rect">
            <a:avLst/>
          </a:prstGeom>
          <a:noFill/>
          <a:ln w="9525">
            <a:noFill/>
            <a:miter lim="800000"/>
            <a:headEnd/>
            <a:tailEnd/>
          </a:ln>
        </p:spPr>
      </p:pic>
    </p:spTree>
    <p:extLst>
      <p:ext uri="{BB962C8B-B14F-4D97-AF65-F5344CB8AC3E}">
        <p14:creationId xmlns:p14="http://schemas.microsoft.com/office/powerpoint/2010/main" val="4251989875"/>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EAF44-72E1-6059-B4CF-6178A06F908B}"/>
              </a:ext>
            </a:extLst>
          </p:cNvPr>
          <p:cNvSpPr>
            <a:spLocks noGrp="1"/>
          </p:cNvSpPr>
          <p:nvPr>
            <p:ph type="title"/>
          </p:nvPr>
        </p:nvSpPr>
        <p:spPr/>
        <p:txBody>
          <a:bodyPr>
            <a:normAutofit fontScale="90000"/>
          </a:bodyPr>
          <a:lstStyle/>
          <a:p>
            <a:r>
              <a:rPr lang="en-US" dirty="0"/>
              <a:t>Network security</a:t>
            </a:r>
          </a:p>
        </p:txBody>
      </p:sp>
      <p:sp>
        <p:nvSpPr>
          <p:cNvPr id="3" name="Text Placeholder 2">
            <a:extLst>
              <a:ext uri="{FF2B5EF4-FFF2-40B4-BE49-F238E27FC236}">
                <a16:creationId xmlns:a16="http://schemas.microsoft.com/office/drawing/2014/main" id="{AC7090AA-A5FE-012E-A115-922EEBF4C900}"/>
              </a:ext>
            </a:extLst>
          </p:cNvPr>
          <p:cNvSpPr>
            <a:spLocks noGrp="1"/>
          </p:cNvSpPr>
          <p:nvPr>
            <p:ph type="body" sz="quarter" idx="10"/>
          </p:nvPr>
        </p:nvSpPr>
        <p:spPr/>
        <p:txBody>
          <a:bodyPr/>
          <a:lstStyle/>
          <a:p>
            <a:r>
              <a:rPr lang="en-US" dirty="0"/>
              <a:t>https encryption works</a:t>
            </a:r>
          </a:p>
        </p:txBody>
      </p:sp>
      <p:pic>
        <p:nvPicPr>
          <p:cNvPr id="1026" name="Picture 2">
            <a:extLst>
              <a:ext uri="{FF2B5EF4-FFF2-40B4-BE49-F238E27FC236}">
                <a16:creationId xmlns:a16="http://schemas.microsoft.com/office/drawing/2014/main" id="{10F883A9-B761-0357-C4EF-B4262E73569F}"/>
              </a:ext>
            </a:extLst>
          </p:cNvPr>
          <p:cNvPicPr>
            <a:picLocks noGrp="1" noChangeAspect="1" noChangeArrowheads="1"/>
          </p:cNvPicPr>
          <p:nvPr>
            <p:ph sz="quarter" idx="11"/>
          </p:nvPr>
        </p:nvPicPr>
        <p:blipFill>
          <a:blip r:embed="rId3">
            <a:extLst>
              <a:ext uri="{28A0092B-C50C-407E-A947-70E740481C1C}">
                <a14:useLocalDpi xmlns:a14="http://schemas.microsoft.com/office/drawing/2010/main" val="0"/>
              </a:ext>
            </a:extLst>
          </a:blip>
          <a:srcRect/>
          <a:stretch>
            <a:fillRect/>
          </a:stretch>
        </p:blipFill>
        <p:spPr bwMode="auto">
          <a:xfrm>
            <a:off x="8833936" y="1418253"/>
            <a:ext cx="6225671" cy="11629604"/>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212B4B00-E79C-3F73-0351-524678848439}"/>
              </a:ext>
            </a:extLst>
          </p:cNvPr>
          <p:cNvSpPr txBox="1"/>
          <p:nvPr/>
        </p:nvSpPr>
        <p:spPr>
          <a:xfrm>
            <a:off x="5687008" y="13209274"/>
            <a:ext cx="12195110" cy="584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600" dirty="0">
                <a:hlinkClick r:id="rId4"/>
              </a:rPr>
              <a:t>https://stackoverflow.com/questions/71935651/how-does-fiddler-decrypt-https-traffic-it-works-for-my-iphone-but-fails-for-my</a:t>
            </a:r>
            <a:endParaRPr lang="en-US" sz="1600" dirty="0"/>
          </a:p>
          <a:p>
            <a:endParaRPr lang="en-US" sz="1600" dirty="0"/>
          </a:p>
        </p:txBody>
      </p:sp>
    </p:spTree>
    <p:extLst>
      <p:ext uri="{BB962C8B-B14F-4D97-AF65-F5344CB8AC3E}">
        <p14:creationId xmlns:p14="http://schemas.microsoft.com/office/powerpoint/2010/main" val="368557187"/>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63F04-2B10-BCDD-09FB-73C58BFC6F43}"/>
              </a:ext>
            </a:extLst>
          </p:cNvPr>
          <p:cNvSpPr>
            <a:spLocks noGrp="1"/>
          </p:cNvSpPr>
          <p:nvPr>
            <p:ph type="title"/>
          </p:nvPr>
        </p:nvSpPr>
        <p:spPr/>
        <p:txBody>
          <a:bodyPr>
            <a:normAutofit fontScale="90000"/>
          </a:bodyPr>
          <a:lstStyle/>
          <a:p>
            <a:r>
              <a:rPr lang="en-US" dirty="0"/>
              <a:t>Exercise</a:t>
            </a:r>
          </a:p>
        </p:txBody>
      </p:sp>
      <p:sp>
        <p:nvSpPr>
          <p:cNvPr id="3" name="Text Placeholder 2">
            <a:extLst>
              <a:ext uri="{FF2B5EF4-FFF2-40B4-BE49-F238E27FC236}">
                <a16:creationId xmlns:a16="http://schemas.microsoft.com/office/drawing/2014/main" id="{3170BA9D-E129-4D36-7724-A1EBF5CF7813}"/>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47E04527-B6C3-9974-55E1-5D311FC7CBF5}"/>
              </a:ext>
            </a:extLst>
          </p:cNvPr>
          <p:cNvSpPr>
            <a:spLocks noGrp="1"/>
          </p:cNvSpPr>
          <p:nvPr>
            <p:ph sz="quarter" idx="11"/>
          </p:nvPr>
        </p:nvSpPr>
        <p:spPr>
          <a:xfrm>
            <a:off x="5190368" y="4704237"/>
            <a:ext cx="13714940" cy="4522264"/>
          </a:xfrm>
        </p:spPr>
        <p:txBody>
          <a:bodyPr>
            <a:normAutofit/>
          </a:bodyPr>
          <a:lstStyle/>
          <a:p>
            <a:pPr marL="514350" indent="-514350">
              <a:buFont typeface="+mj-lt"/>
              <a:buAutoNum type="arabicPeriod"/>
            </a:pPr>
            <a:r>
              <a:rPr lang="en-US" sz="3200" b="1" dirty="0"/>
              <a:t>Explain security applied to secure browsing process between Sender (PC) to Server? </a:t>
            </a:r>
            <a:r>
              <a:rPr lang="en-US" sz="3200" b="1"/>
              <a:t>(Using </a:t>
            </a:r>
            <a:r>
              <a:rPr lang="en-US" sz="3200" b="1" dirty="0"/>
              <a:t>concept symmetric </a:t>
            </a:r>
            <a:r>
              <a:rPr lang="en-US" sz="3200" b="1"/>
              <a:t>and asymmetric)</a:t>
            </a:r>
            <a:endParaRPr lang="en-US" sz="3200" b="1" dirty="0"/>
          </a:p>
        </p:txBody>
      </p:sp>
    </p:spTree>
    <p:extLst>
      <p:ext uri="{BB962C8B-B14F-4D97-AF65-F5344CB8AC3E}">
        <p14:creationId xmlns:p14="http://schemas.microsoft.com/office/powerpoint/2010/main" val="1686503751"/>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9DFB8-CDAD-62FE-0401-D1E232D08AEE}"/>
              </a:ext>
            </a:extLst>
          </p:cNvPr>
          <p:cNvSpPr>
            <a:spLocks noGrp="1"/>
          </p:cNvSpPr>
          <p:nvPr>
            <p:ph type="title"/>
          </p:nvPr>
        </p:nvSpPr>
        <p:spPr/>
        <p:txBody>
          <a:bodyPr>
            <a:normAutofit fontScale="90000"/>
          </a:bodyPr>
          <a:lstStyle/>
          <a:p>
            <a:r>
              <a:rPr lang="en-US" dirty="0"/>
              <a:t>REFFERENCE</a:t>
            </a:r>
          </a:p>
        </p:txBody>
      </p:sp>
      <p:sp>
        <p:nvSpPr>
          <p:cNvPr id="3" name="Text Placeholder 2">
            <a:extLst>
              <a:ext uri="{FF2B5EF4-FFF2-40B4-BE49-F238E27FC236}">
                <a16:creationId xmlns:a16="http://schemas.microsoft.com/office/drawing/2014/main" id="{40E6D3AE-27C5-FFC1-6238-E2BDB4BF4C1B}"/>
              </a:ext>
            </a:extLst>
          </p:cNvPr>
          <p:cNvSpPr>
            <a:spLocks noGrp="1"/>
          </p:cNvSpPr>
          <p:nvPr>
            <p:ph type="body" sz="quarter" idx="10"/>
          </p:nvPr>
        </p:nvSpPr>
        <p:spPr/>
        <p:txBody>
          <a:bodyPr/>
          <a:lstStyle/>
          <a:p>
            <a:endParaRPr lang="en-US"/>
          </a:p>
        </p:txBody>
      </p:sp>
      <p:sp>
        <p:nvSpPr>
          <p:cNvPr id="5" name="Content Placeholder 2">
            <a:extLst>
              <a:ext uri="{FF2B5EF4-FFF2-40B4-BE49-F238E27FC236}">
                <a16:creationId xmlns:a16="http://schemas.microsoft.com/office/drawing/2014/main" id="{1A7BED26-C92F-8FDD-6A74-95C5D8ED6386}"/>
              </a:ext>
            </a:extLst>
          </p:cNvPr>
          <p:cNvSpPr txBox="1">
            <a:spLocks/>
          </p:cNvSpPr>
          <p:nvPr/>
        </p:nvSpPr>
        <p:spPr>
          <a:xfrm>
            <a:off x="3861330" y="3806228"/>
            <a:ext cx="19053467" cy="89579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algn="just"/>
            <a:r>
              <a:rPr lang="en-US" sz="3200" dirty="0" err="1">
                <a:latin typeface="Open Sans Semibold" panose="020B0706030804020204" pitchFamily="34" charset="0"/>
                <a:ea typeface="Open Sans Semibold" panose="020B0706030804020204" pitchFamily="34" charset="0"/>
                <a:cs typeface="Open Sans Semibold" panose="020B0706030804020204" pitchFamily="34" charset="0"/>
              </a:rPr>
              <a:t>Forouzan</a:t>
            </a:r>
            <a:r>
              <a:rPr lang="en-US" sz="3200" dirty="0">
                <a:latin typeface="Open Sans Semibold" panose="020B0706030804020204" pitchFamily="34" charset="0"/>
                <a:ea typeface="Open Sans Semibold" panose="020B0706030804020204" pitchFamily="34" charset="0"/>
                <a:cs typeface="Open Sans Semibold" panose="020B0706030804020204" pitchFamily="34" charset="0"/>
              </a:rPr>
              <a:t>, B. A. (2021). Data Communications and Networking with TCP/IP Protocol Suite. 6th Ed. New York: McGraw-Hill. ISBN: 978-1-26-436335-3. Chapter 13</a:t>
            </a:r>
          </a:p>
        </p:txBody>
      </p:sp>
    </p:spTree>
    <p:extLst>
      <p:ext uri="{BB962C8B-B14F-4D97-AF65-F5344CB8AC3E}">
        <p14:creationId xmlns:p14="http://schemas.microsoft.com/office/powerpoint/2010/main" val="2867022898"/>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5E48F4F-144E-B982-E51F-76F732804B3A}"/>
              </a:ext>
            </a:extLst>
          </p:cNvPr>
          <p:cNvSpPr>
            <a:spLocks noGrp="1"/>
          </p:cNvSpPr>
          <p:nvPr>
            <p:ph type="body" sz="quarter" idx="1"/>
          </p:nvPr>
        </p:nvSpPr>
        <p:spPr/>
        <p:txBody>
          <a:bodyPr/>
          <a:lstStyle/>
          <a:p>
            <a:endParaRPr lang="en-US"/>
          </a:p>
        </p:txBody>
      </p:sp>
      <p:sp>
        <p:nvSpPr>
          <p:cNvPr id="3" name="Title 2">
            <a:extLst>
              <a:ext uri="{FF2B5EF4-FFF2-40B4-BE49-F238E27FC236}">
                <a16:creationId xmlns:a16="http://schemas.microsoft.com/office/drawing/2014/main" id="{B7D930EC-C957-C09C-7359-7312156E8E93}"/>
              </a:ext>
            </a:extLst>
          </p:cNvPr>
          <p:cNvSpPr>
            <a:spLocks noGrp="1"/>
          </p:cNvSpPr>
          <p:nvPr>
            <p:ph type="title"/>
          </p:nvPr>
        </p:nvSpPr>
        <p:spPr/>
        <p:txBody>
          <a:bodyPr/>
          <a:lstStyle/>
          <a:p>
            <a:r>
              <a:rPr lang="en-US" dirty="0"/>
              <a:t>Thank you</a:t>
            </a:r>
          </a:p>
        </p:txBody>
      </p:sp>
      <p:sp>
        <p:nvSpPr>
          <p:cNvPr id="4" name="Text Placeholder 3">
            <a:extLst>
              <a:ext uri="{FF2B5EF4-FFF2-40B4-BE49-F238E27FC236}">
                <a16:creationId xmlns:a16="http://schemas.microsoft.com/office/drawing/2014/main" id="{FDF18AEA-5401-B692-325F-9E8AD981816E}"/>
              </a:ext>
            </a:extLst>
          </p:cNvPr>
          <p:cNvSpPr>
            <a:spLocks noGrp="1"/>
          </p:cNvSpPr>
          <p:nvPr>
            <p:ph type="body" sz="quarter" idx="10"/>
          </p:nvPr>
        </p:nvSpPr>
        <p:spPr/>
        <p:txBody>
          <a:bodyPr>
            <a:normAutofit lnSpcReduction="10000"/>
          </a:bodyPr>
          <a:lstStyle/>
          <a:p>
            <a:r>
              <a:rPr lang="en-US" dirty="0"/>
              <a:t>December 2024</a:t>
            </a:r>
          </a:p>
        </p:txBody>
      </p:sp>
    </p:spTree>
    <p:extLst>
      <p:ext uri="{BB962C8B-B14F-4D97-AF65-F5344CB8AC3E}">
        <p14:creationId xmlns:p14="http://schemas.microsoft.com/office/powerpoint/2010/main" val="2813413609"/>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Custom 1">
      <a:majorFont>
        <a:latin typeface="Open Sans"/>
        <a:ea typeface=""/>
        <a:cs typeface=""/>
      </a:majorFont>
      <a:minorFont>
        <a:latin typeface="Open Sans"/>
        <a:ea typeface=""/>
        <a:cs typefac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Presentation2" id="{A9A1C811-4046-44EA-8E0F-7354A0AD2552}" vid="{C3965A57-E83B-4BEA-A297-9AFB7752D311}"/>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Metadata/LabelInfo.xml><?xml version="1.0" encoding="utf-8"?>
<clbl:labelList xmlns:clbl="http://schemas.microsoft.com/office/2020/mipLabelMetadata">
  <clbl:label id="{3485b963-82ba-4a6f-810f-b5cc226ff898}" enabled="0" method="" siteId="{3485b963-82ba-4a6f-810f-b5cc226ff898}" removed="1"/>
</clbl:labelList>
</file>

<file path=docProps/app.xml><?xml version="1.0" encoding="utf-8"?>
<Properties xmlns="http://schemas.openxmlformats.org/officeDocument/2006/extended-properties" xmlns:vt="http://schemas.openxmlformats.org/officeDocument/2006/docPropsVTypes">
  <Template>ppt binus template</Template>
  <TotalTime>39</TotalTime>
  <Words>816</Words>
  <Application>Microsoft Office PowerPoint</Application>
  <PresentationFormat>Custom</PresentationFormat>
  <Paragraphs>135</Paragraphs>
  <Slides>19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OCRB</vt:lpstr>
      <vt:lpstr>Open Sans Light</vt:lpstr>
      <vt:lpstr>Open Sans ExtraBold</vt:lpstr>
      <vt:lpstr>Open Sans Semibold</vt:lpstr>
      <vt:lpstr>21_BasicWhite</vt:lpstr>
      <vt:lpstr>Computer network session 11</vt:lpstr>
      <vt:lpstr>Learning outcomes</vt:lpstr>
      <vt:lpstr>topics</vt:lpstr>
      <vt:lpstr>NETWORK SECURITY</vt:lpstr>
      <vt:lpstr>NETWORK SECURITY</vt:lpstr>
      <vt:lpstr>NETWORK SECURITY</vt:lpstr>
      <vt:lpstr>NETWORK SECURITY</vt:lpstr>
      <vt:lpstr>NETWORK SECURITY</vt:lpstr>
      <vt:lpstr>NETWORK SECURITY</vt:lpstr>
      <vt:lpstr>NETWORK SECURITY</vt:lpstr>
      <vt:lpstr>NETWORK SECURITY</vt:lpstr>
      <vt:lpstr>NETWORK SECURITY</vt:lpstr>
      <vt:lpstr>NETWORK SECURITY</vt:lpstr>
      <vt:lpstr>NETWORK SECURITY</vt:lpstr>
      <vt:lpstr>NETWORK SECURITY</vt:lpstr>
      <vt:lpstr>Network security</vt:lpstr>
      <vt:lpstr>Exercise</vt:lpstr>
      <vt:lpstr>REFFERENCE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Ir. Santoso Budijono, M.M.</dc:creator>
  <cp:lastModifiedBy>Ir. Santoso Budijono, M.M.</cp:lastModifiedBy>
  <cp:revision>1</cp:revision>
  <dcterms:created xsi:type="dcterms:W3CDTF">2024-12-13T13:58:18Z</dcterms:created>
  <dcterms:modified xsi:type="dcterms:W3CDTF">2024-12-14T02:11:20Z</dcterms:modified>
</cp:coreProperties>
</file>