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2" r:id="rId4"/>
    <p:sldId id="267" r:id="rId5"/>
    <p:sldId id="268" r:id="rId6"/>
    <p:sldId id="269" r:id="rId7"/>
    <p:sldId id="270" r:id="rId8"/>
    <p:sldId id="271" r:id="rId9"/>
    <p:sldId id="263" r:id="rId10"/>
    <p:sldId id="260" r:id="rId11"/>
  </p:sldIdLst>
  <p:sldSz cx="24384000" cy="13716000"/>
  <p:notesSz cx="6858000" cy="9144000"/>
  <p:embeddedFontLst>
    <p:embeddedFont>
      <p:font typeface="OCRB" panose="020B0609020202020204" pitchFamily="49" charset="0"/>
      <p:regular r:id="rId13"/>
    </p:embeddedFont>
    <p:embeddedFont>
      <p:font typeface="Open Sans ExtraBold" panose="020B0906030804020204" pitchFamily="34" charset="0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italic r:id="rId18"/>
    </p:embeddedFont>
    <p:embeddedFont>
      <p:font typeface="Open Sans Semibold" panose="020B0706030804020204" pitchFamily="34" charset="0"/>
      <p:regular r:id="rId19"/>
      <p:bold r:id="rId20"/>
      <p:italic r:id="rId21"/>
      <p:boldItalic r:id="rId2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97"/>
  </p:normalViewPr>
  <p:slideViewPr>
    <p:cSldViewPr snapToGrid="0" snapToObjects="1">
      <p:cViewPr varScale="1">
        <p:scale>
          <a:sx n="41" d="100"/>
          <a:sy n="41" d="100"/>
        </p:scale>
        <p:origin x="72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Network 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</a:t>
            </a:r>
            <a:br>
              <a:rPr lang="en-US" dirty="0"/>
            </a:br>
            <a:r>
              <a:rPr lang="en-US" dirty="0"/>
              <a:t>session 13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Santoso Budijono</a:t>
            </a:r>
          </a:p>
        </p:txBody>
      </p:sp>
    </p:spTree>
    <p:extLst>
      <p:ext uri="{BB962C8B-B14F-4D97-AF65-F5344CB8AC3E}">
        <p14:creationId xmlns:p14="http://schemas.microsoft.com/office/powerpoint/2010/main" val="292819344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8BBB-4BF7-BE85-D54D-D0A9CF50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C19C5-D693-9A65-B004-1E4675C8F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0E055-8210-691C-0EF7-F371DBB175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1: Describe basic structures of network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2: Explain basic concepts of network</a:t>
            </a: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3: </a:t>
            </a:r>
            <a:r>
              <a:rPr lang="en-US" sz="3200" b="1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 network environment using TCP/IP model</a:t>
            </a:r>
            <a:endParaRPr lang="en-ID" sz="3200" b="1" i="0" u="none" strike="noStrike" kern="1200" dirty="0">
              <a:solidFill>
                <a:srgbClr val="000000"/>
              </a:solidFill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sz="32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US" sz="28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924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reviews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84CFF8-9855-9ED6-7C79-F73F9AC0855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60563" y="3877080"/>
            <a:ext cx="13714940" cy="741919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Routing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Transport 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DNS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Application 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Network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Cloud Computing security, Load Balancing, Auto Scaling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Additional Topics – Network management</a:t>
            </a:r>
          </a:p>
          <a:p>
            <a:pPr marL="514350" indent="-514350">
              <a:buFont typeface="+mj-lt"/>
              <a:buAutoNum type="arabicPeriod"/>
            </a:pPr>
            <a:endParaRPr lang="en-US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3154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9DAD-B08B-C4B4-B0A7-9F8C43D1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89ED4-F3CA-360F-BC3C-0F928D6CA9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AB636A-2DFF-3106-C4BB-91D6790E6DCE}"/>
              </a:ext>
            </a:extLst>
          </p:cNvPr>
          <p:cNvSpPr txBox="1"/>
          <p:nvPr/>
        </p:nvSpPr>
        <p:spPr>
          <a:xfrm>
            <a:off x="2167377" y="4620385"/>
            <a:ext cx="18266664" cy="36728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3200" b="1" i="0" u="none" strike="noStrike" baseline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Network Management 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  <a:endParaRPr lang="en-US" sz="3200" b="1" i="0" u="none" strike="noStrike" baseline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</a:t>
            </a:r>
            <a:r>
              <a:rPr lang="en-US" sz="3200" b="1" i="0" u="none" strike="noStrike" baseline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onitoring, testing, configuring, and trouble-shooting network components to meet a set of requirements defined by an organization. 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u="none" strike="noStrike" baseline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These requirements include the smooth, efficient operation of the network that provides the predefined quality of service for users. 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u="none" strike="noStrike" baseline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 accomplish this task, a network management system uses hardware, software, and humans.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9373903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DD19-ACFB-E297-19DC-E40F1F828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E0E46-DF71-4053-6499-BEB37377A6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Area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37A25C-BE16-8E33-E076-DCE8C96A07F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895448" y="4352293"/>
            <a:ext cx="21475767" cy="5663938"/>
          </a:xfrm>
        </p:spPr>
      </p:pic>
    </p:spTree>
    <p:extLst>
      <p:ext uri="{BB962C8B-B14F-4D97-AF65-F5344CB8AC3E}">
        <p14:creationId xmlns:p14="http://schemas.microsoft.com/office/powerpoint/2010/main" val="34917762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D2C4-A316-EF36-FBE0-8E3F27E3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23287-E32D-505D-84F3-AAB97C9F6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6 Keys network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3FF41-5D22-7E07-6C73-B46175FE51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28946" y="3528754"/>
            <a:ext cx="15544270" cy="7024945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Configuration management :</a:t>
            </a:r>
          </a:p>
          <a:p>
            <a:pPr lvl="1">
              <a:spcBef>
                <a:spcPts val="1200"/>
              </a:spcBef>
            </a:pPr>
            <a:r>
              <a:rPr lang="en-US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Ensures that the network’s hardware and software configurations are consistent and up to date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Fault management :</a:t>
            </a:r>
          </a:p>
          <a:p>
            <a:pPr lvl="1">
              <a:spcBef>
                <a:spcPts val="1200"/>
              </a:spcBef>
            </a:pPr>
            <a:r>
              <a:rPr lang="en-US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Detecting, isolating, and resolving network problems. Includes tools and processes for identifying faults, diagnosing their causes, and implementing fixes to minimize downtime.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Performance management :</a:t>
            </a:r>
          </a:p>
          <a:p>
            <a:pPr marL="1138238" lvl="1" indent="-514350">
              <a:spcBef>
                <a:spcPts val="1200"/>
              </a:spcBef>
            </a:pPr>
            <a:r>
              <a:rPr lang="en-US" sz="3200" b="0" i="0" dirty="0">
                <a:solidFill>
                  <a:srgbClr val="242424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monitoring the network's performance to ensure it meets the required standards. It includes tracking metrics like bandwidth usage, latency, and error rates to identify and resolve issues proactively.</a:t>
            </a:r>
          </a:p>
          <a:p>
            <a:pPr marL="514350" indent="-514350">
              <a:spcBef>
                <a:spcPts val="1200"/>
              </a:spcBef>
            </a:pP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219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C8AD-5C8F-C3AF-1D5B-6CC2CD89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67AA-8397-099A-06A8-EF9FC4E5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4A980-5A32-46DB-7CDC-05705CE5C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6 Keys network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03C0E-697D-91C4-3716-E2A1FB1F7D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47950" y="3966904"/>
            <a:ext cx="16225266" cy="7596445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4. Security Management:</a:t>
            </a:r>
          </a:p>
          <a:p>
            <a:pPr lvl="1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ensures the network is protected against unauthorized access, breaches, and other security threats. It includes implementing firewalls, intrusion detection systems, and regular security audit. Fault management :</a:t>
            </a:r>
          </a:p>
          <a:p>
            <a:pPr marL="0" indent="0">
              <a:spcBef>
                <a:spcPts val="1200"/>
              </a:spcBef>
              <a:buNone/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5. Provisioning:</a:t>
            </a:r>
          </a:p>
          <a:p>
            <a:pPr marL="1138238" lvl="1" indent="-5143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setting up network services for users, such as assigning IP addresses, configuring network access, and managing user accounts.</a:t>
            </a:r>
          </a:p>
          <a:p>
            <a:pPr marL="0" indent="0">
              <a:spcBef>
                <a:spcPts val="1200"/>
              </a:spcBef>
              <a:buNone/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6. Monitoring and Reporting</a:t>
            </a:r>
          </a:p>
          <a:p>
            <a:pPr marL="1138238" lvl="1" indent="-5143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collect data from network devices and endpoints to provide insights into the network's health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52791994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EE94-556E-2300-9F8A-266E4B4A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4964C-9F0F-FC64-774D-FA3FAD182A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EDBA9-0B9C-2278-146E-5B7D6F9E6B4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95453" y="4849240"/>
            <a:ext cx="13714940" cy="452226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Find 1 of Network management tools and analyze if this tools have all 5 keys of Network Management ?</a:t>
            </a:r>
          </a:p>
        </p:txBody>
      </p:sp>
    </p:spTree>
    <p:extLst>
      <p:ext uri="{BB962C8B-B14F-4D97-AF65-F5344CB8AC3E}">
        <p14:creationId xmlns:p14="http://schemas.microsoft.com/office/powerpoint/2010/main" val="232823170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DFB8-CDAD-62FE-0401-D1E232D0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6D3AE-27C5-FFC1-6238-E2BDB4BF4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7BED26-C92F-8FDD-6A74-95C5D8ED6386}"/>
              </a:ext>
            </a:extLst>
          </p:cNvPr>
          <p:cNvSpPr txBox="1">
            <a:spLocks/>
          </p:cNvSpPr>
          <p:nvPr/>
        </p:nvSpPr>
        <p:spPr>
          <a:xfrm>
            <a:off x="3861330" y="3806228"/>
            <a:ext cx="19053467" cy="8957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US" sz="3200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Forouzan</a:t>
            </a:r>
            <a:r>
              <a:rPr lang="en-US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, B. A. (2021). Data Communications and Networking with TCP/IP Protocol Suite. 6th Ed. New York: McGraw-Hill. ISBN: 978-1-26-436335-3. Chapter 12</a:t>
            </a:r>
          </a:p>
        </p:txBody>
      </p:sp>
    </p:spTree>
    <p:extLst>
      <p:ext uri="{BB962C8B-B14F-4D97-AF65-F5344CB8AC3E}">
        <p14:creationId xmlns:p14="http://schemas.microsoft.com/office/powerpoint/2010/main" val="286702289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7CA042-A27D-DA2B-B62C-9571D8EEE5A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F9523A-CB21-27A4-CE1F-9DD9AD43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EA336-1A7D-9541-EC70-9D8CE97198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5675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A9A1C811-4046-44EA-8E0F-7354A0AD2552}" vid="{C3965A57-E83B-4BEA-A297-9AFB7752D3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3</TotalTime>
  <Words>367</Words>
  <Application>Microsoft Office PowerPoint</Application>
  <PresentationFormat>Custom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Open Sans Light</vt:lpstr>
      <vt:lpstr>Open Sans Semibold</vt:lpstr>
      <vt:lpstr>Arial</vt:lpstr>
      <vt:lpstr>OCRB</vt:lpstr>
      <vt:lpstr>Open Sans ExtraBold</vt:lpstr>
      <vt:lpstr>21_BasicWhite</vt:lpstr>
      <vt:lpstr>Computer network session 13</vt:lpstr>
      <vt:lpstr>Learning outcomes</vt:lpstr>
      <vt:lpstr>topics</vt:lpstr>
      <vt:lpstr>Network management</vt:lpstr>
      <vt:lpstr>Network management</vt:lpstr>
      <vt:lpstr>Network management</vt:lpstr>
      <vt:lpstr>Network management</vt:lpstr>
      <vt:lpstr>exercise</vt:lpstr>
      <vt:lpstr>REFFERENCE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Santoso Budijono, M.M.</dc:creator>
  <cp:lastModifiedBy>Ir. Santoso Budijono, M.M.</cp:lastModifiedBy>
  <cp:revision>1</cp:revision>
  <dcterms:created xsi:type="dcterms:W3CDTF">2024-12-14T01:45:48Z</dcterms:created>
  <dcterms:modified xsi:type="dcterms:W3CDTF">2024-12-14T01:48:50Z</dcterms:modified>
</cp:coreProperties>
</file>