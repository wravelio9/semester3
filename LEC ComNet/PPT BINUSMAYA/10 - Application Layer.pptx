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4" r:id="rId14"/>
    <p:sldId id="446" r:id="rId15"/>
    <p:sldId id="263" r:id="rId16"/>
    <p:sldId id="445" r:id="rId17"/>
  </p:sldIdLst>
  <p:sldSz cx="24384000" cy="13716000"/>
  <p:notesSz cx="6858000" cy="9144000"/>
  <p:embeddedFontLst>
    <p:embeddedFont>
      <p:font typeface="OCRB" panose="020B0609020202020204" pitchFamily="49" charset="0"/>
      <p:regular r:id="rId19"/>
    </p:embeddedFont>
    <p:embeddedFont>
      <p:font typeface="Open Sans ExtraBold" panose="020B0906030804020204" pitchFamily="34" charset="0"/>
      <p:bold r:id="rId20"/>
      <p:italic r:id="rId21"/>
      <p:boldItalic r:id="rId22"/>
    </p:embeddedFont>
    <p:embeddedFont>
      <p:font typeface="Open Sans Light" panose="020B0306030504020204" pitchFamily="34" charset="0"/>
      <p:regular r:id="rId23"/>
      <p:italic r:id="rId24"/>
    </p:embeddedFont>
    <p:embeddedFont>
      <p:font typeface="Open Sans Semibold" panose="020B0706030804020204" pitchFamily="34" charset="0"/>
      <p:regular r:id="rId25"/>
      <p:bold r:id="rId26"/>
      <p:italic r:id="rId27"/>
      <p:boldItalic r:id="rId2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6197"/>
  </p:normalViewPr>
  <p:slideViewPr>
    <p:cSldViewPr snapToGrid="0" snapToObjects="1">
      <p:cViewPr varScale="1">
        <p:scale>
          <a:sx n="41" d="100"/>
          <a:sy n="41" d="100"/>
        </p:scale>
        <p:origin x="490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. Santoso Budijono, M.M." userId="bbff4192-f18b-4ea0-9da7-966ec02cbd0b" providerId="ADAL" clId="{BA1B2206-2005-4AF5-AC89-D71DBF602959}"/>
    <pc:docChg chg="custSel addSld modSld">
      <pc:chgData name="Ir. Santoso Budijono, M.M." userId="bbff4192-f18b-4ea0-9da7-966ec02cbd0b" providerId="ADAL" clId="{BA1B2206-2005-4AF5-AC89-D71DBF602959}" dt="2024-12-14T02:07:58.230" v="200" actId="20577"/>
      <pc:docMkLst>
        <pc:docMk/>
      </pc:docMkLst>
      <pc:sldChg chg="modSp new mod">
        <pc:chgData name="Ir. Santoso Budijono, M.M." userId="bbff4192-f18b-4ea0-9da7-966ec02cbd0b" providerId="ADAL" clId="{BA1B2206-2005-4AF5-AC89-D71DBF602959}" dt="2024-12-14T02:07:58.230" v="200" actId="20577"/>
        <pc:sldMkLst>
          <pc:docMk/>
          <pc:sldMk cId="4040691901" sldId="446"/>
        </pc:sldMkLst>
        <pc:spChg chg="mod">
          <ac:chgData name="Ir. Santoso Budijono, M.M." userId="bbff4192-f18b-4ea0-9da7-966ec02cbd0b" providerId="ADAL" clId="{BA1B2206-2005-4AF5-AC89-D71DBF602959}" dt="2024-12-14T02:05:46.696" v="10" actId="20577"/>
          <ac:spMkLst>
            <pc:docMk/>
            <pc:sldMk cId="4040691901" sldId="446"/>
            <ac:spMk id="2" creationId="{DD93F71B-8B8C-3BD7-E44E-10ACF610AC29}"/>
          </ac:spMkLst>
        </pc:spChg>
        <pc:spChg chg="mod">
          <ac:chgData name="Ir. Santoso Budijono, M.M." userId="bbff4192-f18b-4ea0-9da7-966ec02cbd0b" providerId="ADAL" clId="{BA1B2206-2005-4AF5-AC89-D71DBF602959}" dt="2024-12-14T02:07:58.230" v="200" actId="20577"/>
          <ac:spMkLst>
            <pc:docMk/>
            <pc:sldMk cId="4040691901" sldId="446"/>
            <ac:spMk id="4" creationId="{0AF7303F-D85D-F2AD-4B15-9DA8F8F2A6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binusmaya.binus.ac.id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network</a:t>
            </a:r>
            <a:br>
              <a:rPr lang="en-US" dirty="0"/>
            </a:br>
            <a:r>
              <a:rPr lang="en-US" dirty="0"/>
              <a:t>session 10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Santoso Budijono</a:t>
            </a:r>
          </a:p>
        </p:txBody>
      </p:sp>
    </p:spTree>
    <p:extLst>
      <p:ext uri="{BB962C8B-B14F-4D97-AF65-F5344CB8AC3E}">
        <p14:creationId xmlns:p14="http://schemas.microsoft.com/office/powerpoint/2010/main" val="313958821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8BBB-4BF7-BE85-D54D-D0A9CF50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C19C5-D693-9A65-B004-1E4675C8F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0E055-8210-691C-0EF7-F371DBB175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6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1: Describe basic structures of network</a:t>
            </a:r>
            <a:endParaRPr lang="en-US" sz="36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6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2: Explain basic concepts of network</a:t>
            </a:r>
          </a:p>
          <a:p>
            <a:pPr marL="0" indent="0" fontAlgn="t">
              <a:spcBef>
                <a:spcPts val="0"/>
              </a:spcBef>
              <a:buNone/>
            </a:pPr>
            <a:endParaRPr lang="en-US" sz="3600" b="1" i="0" u="none" strike="noStrike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924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D43-6DC0-82BA-8E90-2AA62432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BF1C5-C280-D9C4-3EDE-DC565FCDC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84CFF8-9855-9ED6-7C79-F73F9AC0855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ELECTRONIC MAIL – SMTP</a:t>
            </a:r>
          </a:p>
          <a:p>
            <a:r>
              <a:rPr lang="en-US" sz="3200" b="1" dirty="0"/>
              <a:t>WEB - HTTP</a:t>
            </a:r>
          </a:p>
        </p:txBody>
      </p:sp>
    </p:spTree>
    <p:extLst>
      <p:ext uri="{BB962C8B-B14F-4D97-AF65-F5344CB8AC3E}">
        <p14:creationId xmlns:p14="http://schemas.microsoft.com/office/powerpoint/2010/main" val="24153154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9100-B06D-96A1-21DF-116EB47C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EMAIL - SMTP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9D10A-192C-379A-7216-168EDC2893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C59334D-268E-B033-ED6F-9E33199263CE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4851400" y="4596606"/>
            <a:ext cx="13995400" cy="4953794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Most heavily used application on any network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Simple Mail Transfer Protocol (SMTP)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TCP/IP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Delivery of simple text messages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Multi-purpose Internet Mail Extension (MIME)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Delivery of other types of data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Voice, images, video clips</a:t>
            </a:r>
          </a:p>
        </p:txBody>
      </p:sp>
    </p:spTree>
    <p:extLst>
      <p:ext uri="{BB962C8B-B14F-4D97-AF65-F5344CB8AC3E}">
        <p14:creationId xmlns:p14="http://schemas.microsoft.com/office/powerpoint/2010/main" val="322788423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0314-AB4F-AC7B-D2DF-D8EC78645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EMAIL - SMTP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E1416-90BA-BA5A-A361-1F7EC6E1F4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PROTOCOL SMTP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ADE8B-01B2-1F0D-858F-D1BC16AC96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76261" y="3972163"/>
            <a:ext cx="15525609" cy="4522264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Not concerned with format of messages or data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SMTP uses info written on envelope of mail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Message header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Does not look at contents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Message body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Except: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Standardize message character set to 7 bit ASCII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Add log info to start of message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z="3200" b="1" dirty="0"/>
              <a:t>Shows path taken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8929549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B1B8-4627-CE46-FFBE-B25A71E9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12F79-84E7-F444-C7B7-C3A85B24BA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OPERATION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2862522-E1A5-272A-6120-7AB4C4BFE334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3526971" y="3729134"/>
            <a:ext cx="15675429" cy="4522788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Mail created by user agent program (mail client)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Message consists of: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z="3200" b="1" dirty="0"/>
              <a:t>Header containing recipient’s address and other info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z="3200" b="1" dirty="0"/>
              <a:t>Body containing user data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Messages queued and sent as input to SMTP sender program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Typically, a server process (daemon on UNIX)</a:t>
            </a:r>
          </a:p>
        </p:txBody>
      </p:sp>
    </p:spTree>
    <p:extLst>
      <p:ext uri="{BB962C8B-B14F-4D97-AF65-F5344CB8AC3E}">
        <p14:creationId xmlns:p14="http://schemas.microsoft.com/office/powerpoint/2010/main" val="254101140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EF58-F001-F04B-99AA-BF5E69D8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01219-7C8B-8147-5919-A12063F0B7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SMTP SENDER - RECEIVER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CFB625-6B95-8D6A-DC24-D43DFD4F513D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2734768" y="4070748"/>
            <a:ext cx="8634091" cy="7773194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3200" b="1" dirty="0"/>
              <a:t>SENDER</a:t>
            </a: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en-US" sz="3200" b="1" dirty="0"/>
              <a:t>Takes message from queue</a:t>
            </a: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en-US" sz="3200" b="1" dirty="0"/>
              <a:t>Transmits to proper destination host Via SMTP transaction Over one or more TCP connections to port 25</a:t>
            </a: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en-US" sz="3200" b="1" dirty="0"/>
              <a:t>Host may have multiple senders active</a:t>
            </a: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en-US" sz="3200" b="1" dirty="0"/>
              <a:t>Host should be able to create receivers on demand</a:t>
            </a: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en-US" sz="3200" b="1" dirty="0"/>
              <a:t>When delivery complete, sender deletes destination from list for that message</a:t>
            </a: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en-US" sz="3200" b="1" dirty="0"/>
              <a:t>When all destinations processed, message is deleted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7A646B8-EDB4-CA19-BD6C-43FD3495983A}"/>
              </a:ext>
            </a:extLst>
          </p:cNvPr>
          <p:cNvSpPr txBox="1">
            <a:spLocks noChangeArrowheads="1"/>
          </p:cNvSpPr>
          <p:nvPr/>
        </p:nvSpPr>
        <p:spPr>
          <a:xfrm>
            <a:off x="12768146" y="4070748"/>
            <a:ext cx="8229600" cy="6854430"/>
          </a:xfrm>
          <a:prstGeom prst="rect">
            <a:avLst/>
          </a:prstGeom>
        </p:spPr>
        <p:txBody>
          <a:bodyPr>
            <a:norm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en-US" sz="3200" b="1" dirty="0"/>
              <a:t>RECEIVER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/>
              <a:t>Accepts arriving message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/>
              <a:t>Places in user mailbox or copies to outgoing queue for forwarding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/>
              <a:t>Receiver must: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/>
              <a:t>Verify local mail destinations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/>
              <a:t>Deal with errors 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/>
              <a:t>Sender responsible for message until receiver confirm complete transfer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/>
              <a:t>Indicates mail has arrived at host, not user</a:t>
            </a:r>
          </a:p>
        </p:txBody>
      </p:sp>
    </p:spTree>
    <p:extLst>
      <p:ext uri="{BB962C8B-B14F-4D97-AF65-F5344CB8AC3E}">
        <p14:creationId xmlns:p14="http://schemas.microsoft.com/office/powerpoint/2010/main" val="41053311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162A-974D-7EB4-A50D-AC2725F5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72CA4-4BD8-8031-740D-14BC57A0B0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MAIL FLOW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82ABADA-874F-9C52-E0AD-C1BDAAE5265C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/>
          <a:srcRect b="13910"/>
          <a:stretch>
            <a:fillRect/>
          </a:stretch>
        </p:blipFill>
        <p:spPr bwMode="auto">
          <a:xfrm>
            <a:off x="6060541" y="3583322"/>
            <a:ext cx="11751422" cy="8260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33254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5BEC8-40E2-CC7D-77B1-A2B37496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- HTTP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86908-2272-2728-D018-D39DCF17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7FEAF0-3BB9-D1C6-7227-0A98EF60C886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3396342" y="4158343"/>
            <a:ext cx="15339527" cy="4522788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Transaction oriented client/server protocol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Usually between Web browser (</a:t>
            </a:r>
            <a:r>
              <a:rPr lang="en-US" altLang="en-US" sz="3200" b="1" dirty="0" err="1"/>
              <a:t>clinet</a:t>
            </a:r>
            <a:r>
              <a:rPr lang="en-US" altLang="en-US" sz="3200" b="1" dirty="0"/>
              <a:t>) and Web server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Uses TCP connections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b="1" dirty="0"/>
              <a:t>Stateless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Each transaction treated independently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Each new TCP connection for each transaction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3200" b="1" dirty="0"/>
              <a:t>Terminate connection when transaction complete</a:t>
            </a:r>
          </a:p>
        </p:txBody>
      </p:sp>
    </p:spTree>
    <p:extLst>
      <p:ext uri="{BB962C8B-B14F-4D97-AF65-F5344CB8AC3E}">
        <p14:creationId xmlns:p14="http://schemas.microsoft.com/office/powerpoint/2010/main" val="34334240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F6BC-64A3-21FF-1810-CA3B44FB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- HTTP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CAFF5-A6D4-2778-EEEA-B86799EE7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WEB DOCUMENT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D8C0EF7-0F3D-0495-B7BA-54081AE09E13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99830" y="5228992"/>
            <a:ext cx="10405270" cy="3258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531161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B25-B61C-7AE1-0B49-01D5B5B3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- HTTP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67D1B-4ECE-9B74-1967-AB37025B30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Static web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22FC5-B257-C81E-B292-B6FD8D2FB8A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36506" y="3841534"/>
            <a:ext cx="16216074" cy="4522264"/>
          </a:xfrm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These documents have fixed content that doesn't change unless manually updated by web administrator. </a:t>
            </a:r>
          </a:p>
          <a:p>
            <a:r>
              <a:rPr lang="en-US" sz="3200" b="1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They are stored on the server and each request for a static document returns the same content</a:t>
            </a:r>
          </a:p>
          <a:p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Examples : Basic web page like https://detik.com , https://binusmaya.binus.ac.id</a:t>
            </a: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88136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F68A-A2EF-71C2-8160-360141624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- http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F3381-2640-C63B-7A14-A3D10DDBD9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Dynamic document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22035-04CA-A538-FCF6-833A035484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80522" y="4596868"/>
            <a:ext cx="17317616" cy="4522264"/>
          </a:xfrm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These web document are generated in real-time by the server in response to a request. </a:t>
            </a:r>
          </a:p>
          <a:p>
            <a:r>
              <a:rPr lang="en-US" sz="3200" b="1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content can vary based on user interactions or other factors, such as current data from a database. </a:t>
            </a:r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Web server must be process the request first, get data from database and send to user.</a:t>
            </a:r>
          </a:p>
          <a:p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Examples : </a:t>
            </a:r>
            <a:r>
              <a:rPr lang="en-US" sz="3200" b="1" dirty="0" err="1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Binusmaya</a:t>
            </a:r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website after login. </a:t>
            </a:r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Https://binusmaya.binus.ac.id</a:t>
            </a:r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– after login</a:t>
            </a: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8772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35C5-169D-EAE1-4302-9F0D75C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- http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C5E2A-32C1-33A8-2915-85595D214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Active document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D9286-94D7-C81B-3DD8-3520C912B24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04865" y="3974841"/>
            <a:ext cx="20172783" cy="8360228"/>
          </a:xfrm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These document contain programs that run on the client's browser, allowing for interactive and continuously updating content.</a:t>
            </a:r>
          </a:p>
          <a:p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Kind of application can be :</a:t>
            </a:r>
          </a:p>
          <a:p>
            <a:pPr lvl="1"/>
            <a:r>
              <a:rPr lang="en-US" sz="3200" b="1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Java Applets: Small applications written in Java that run within a web browser, providing interactive features like games or complex visualizations</a:t>
            </a:r>
          </a:p>
          <a:p>
            <a:pPr lvl="1"/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JavaScript : </a:t>
            </a:r>
            <a:r>
              <a:rPr lang="en-US" sz="3200" b="1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Programs written in JavaScript that run directly in the browser, enabling dynamic content updates, animations, and interactive form</a:t>
            </a:r>
            <a:endParaRPr lang="en-US" sz="3200" b="1" dirty="0">
              <a:solidFill>
                <a:srgbClr val="24242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3200" b="1" dirty="0">
                <a:solidFill>
                  <a:srgbClr val="24242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Examples : google docs - allows multiple users to edit documents simultaneously, with changes appearing in real-time.</a:t>
            </a:r>
          </a:p>
        </p:txBody>
      </p:sp>
    </p:spTree>
    <p:extLst>
      <p:ext uri="{BB962C8B-B14F-4D97-AF65-F5344CB8AC3E}">
        <p14:creationId xmlns:p14="http://schemas.microsoft.com/office/powerpoint/2010/main" val="23304870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F71B-8B8C-3BD7-E44E-10ACF610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F2816-83C3-D914-B9D0-4A06D7500A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7303F-D85D-F2AD-4B15-9DA8F8F2A68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If you login to access study material at </a:t>
            </a:r>
            <a:r>
              <a:rPr lang="en-US" sz="3200" b="1" dirty="0" err="1"/>
              <a:t>binusmaya</a:t>
            </a:r>
            <a:r>
              <a:rPr lang="en-US" sz="3200" b="1" dirty="0"/>
              <a:t>, please explain in detail step by step type of web document applied on this web process?</a:t>
            </a:r>
          </a:p>
        </p:txBody>
      </p:sp>
    </p:spTree>
    <p:extLst>
      <p:ext uri="{BB962C8B-B14F-4D97-AF65-F5344CB8AC3E}">
        <p14:creationId xmlns:p14="http://schemas.microsoft.com/office/powerpoint/2010/main" val="404069190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A1A6-99FB-86EF-737D-0B73C41F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0F68E-BD97-BA51-DC2A-3D8F8B0B6A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EB805E-7B61-2BC7-2B5E-1BF72F6D3DFB}"/>
              </a:ext>
            </a:extLst>
          </p:cNvPr>
          <p:cNvSpPr txBox="1">
            <a:spLocks noGrp="1"/>
          </p:cNvSpPr>
          <p:nvPr>
            <p:ph sz="quarter" idx="11"/>
          </p:nvPr>
        </p:nvSpPr>
        <p:spPr>
          <a:xfrm>
            <a:off x="2921000" y="5334000"/>
            <a:ext cx="16281400" cy="4522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Forouzan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B. A. (2021). Data Communications and Networking with TCP/IP Protocol Suite. 6th Ed. New York: McGraw-Hill. ISBN: 978-1-26-436335-3. Chapter 10.</a:t>
            </a:r>
          </a:p>
        </p:txBody>
      </p:sp>
    </p:spTree>
    <p:extLst>
      <p:ext uri="{BB962C8B-B14F-4D97-AF65-F5344CB8AC3E}">
        <p14:creationId xmlns:p14="http://schemas.microsoft.com/office/powerpoint/2010/main" val="15453120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48F4F-144E-B982-E51F-76F732804B3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930EC-C957-C09C-7359-7312156E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18AEA-5401-B692-325F-9E8AD9818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December 2024</a:t>
            </a:r>
          </a:p>
        </p:txBody>
      </p:sp>
    </p:spTree>
    <p:extLst>
      <p:ext uri="{BB962C8B-B14F-4D97-AF65-F5344CB8AC3E}">
        <p14:creationId xmlns:p14="http://schemas.microsoft.com/office/powerpoint/2010/main" val="28134136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A9A1C811-4046-44EA-8E0F-7354A0AD2552}" vid="{C3965A57-E83B-4BEA-A297-9AFB7752D311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4</TotalTime>
  <Words>628</Words>
  <Application>Microsoft Office PowerPoint</Application>
  <PresentationFormat>Custom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OCRB</vt:lpstr>
      <vt:lpstr>Open Sans ExtraBold</vt:lpstr>
      <vt:lpstr>Arial</vt:lpstr>
      <vt:lpstr>Open Sans Light</vt:lpstr>
      <vt:lpstr>Open Sans Semibold</vt:lpstr>
      <vt:lpstr>21_BasicWhite</vt:lpstr>
      <vt:lpstr>Computer network session 10</vt:lpstr>
      <vt:lpstr>Learning outcomes</vt:lpstr>
      <vt:lpstr>topics</vt:lpstr>
      <vt:lpstr>EMAIL - SMTP</vt:lpstr>
      <vt:lpstr>EMAIL - SMTP</vt:lpstr>
      <vt:lpstr>EMAIL</vt:lpstr>
      <vt:lpstr>EMAIL</vt:lpstr>
      <vt:lpstr>EMAIL</vt:lpstr>
      <vt:lpstr>WEB - HTTP</vt:lpstr>
      <vt:lpstr>WEB - HTTP</vt:lpstr>
      <vt:lpstr>WEB - HTTP</vt:lpstr>
      <vt:lpstr>Web - http</vt:lpstr>
      <vt:lpstr>Web - http</vt:lpstr>
      <vt:lpstr>excercise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Ir. Santoso Budijono, M.M.</dc:creator>
  <cp:lastModifiedBy>Ir. Santoso Budijono, M.M.</cp:lastModifiedBy>
  <cp:revision>1</cp:revision>
  <dcterms:created xsi:type="dcterms:W3CDTF">2024-12-13T13:55:44Z</dcterms:created>
  <dcterms:modified xsi:type="dcterms:W3CDTF">2024-12-14T02:08:00Z</dcterms:modified>
</cp:coreProperties>
</file>