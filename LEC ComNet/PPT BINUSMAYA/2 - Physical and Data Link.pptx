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y Saleh" userId="a96d99fd-75b0-49f8-b1f5-df1d9261e1aa" providerId="ADAL" clId="{19BF8B20-06A4-5552-A610-FC80E6BC1082}"/>
    <pc:docChg chg="undo custSel addSld delSld modSld sldOrd">
      <pc:chgData name="Robby Saleh" userId="a96d99fd-75b0-49f8-b1f5-df1d9261e1aa" providerId="ADAL" clId="{19BF8B20-06A4-5552-A610-FC80E6BC1082}" dt="2026-09-10T04:13:03.418" v="1819" actId="13926"/>
      <pc:docMkLst>
        <pc:docMk/>
      </pc:docMkLst>
      <pc:sldChg chg="modSp mod">
        <pc:chgData name="Robby Saleh" userId="a96d99fd-75b0-49f8-b1f5-df1d9261e1aa" providerId="ADAL" clId="{19BF8B20-06A4-5552-A610-FC80E6BC1082}" dt="2026-09-10T03:52:50.447" v="1038" actId="207"/>
        <pc:sldMkLst>
          <pc:docMk/>
          <pc:sldMk cId="2036703560" sldId="257"/>
        </pc:sldMkLst>
        <pc:spChg chg="mod">
          <ac:chgData name="Robby Saleh" userId="a96d99fd-75b0-49f8-b1f5-df1d9261e1aa" providerId="ADAL" clId="{19BF8B20-06A4-5552-A610-FC80E6BC1082}" dt="2026-09-10T03:52:50.447" v="1038" actId="207"/>
          <ac:spMkLst>
            <pc:docMk/>
            <pc:sldMk cId="2036703560" sldId="257"/>
            <ac:spMk id="2" creationId="{81DB40EE-3F2A-C19B-6FAD-6691A874316F}"/>
          </ac:spMkLst>
        </pc:spChg>
        <pc:spChg chg="mod">
          <ac:chgData name="Robby Saleh" userId="a96d99fd-75b0-49f8-b1f5-df1d9261e1aa" providerId="ADAL" clId="{19BF8B20-06A4-5552-A610-FC80E6BC1082}" dt="2026-09-10T03:35:03.806" v="261" actId="12"/>
          <ac:spMkLst>
            <pc:docMk/>
            <pc:sldMk cId="2036703560" sldId="257"/>
            <ac:spMk id="3" creationId="{792BB366-690A-4781-B532-B7A53E570FE7}"/>
          </ac:spMkLst>
        </pc:spChg>
      </pc:sldChg>
      <pc:sldChg chg="modSp new mod">
        <pc:chgData name="Robby Saleh" userId="a96d99fd-75b0-49f8-b1f5-df1d9261e1aa" providerId="ADAL" clId="{19BF8B20-06A4-5552-A610-FC80E6BC1082}" dt="2026-09-10T03:53:02.134" v="1039" actId="207"/>
        <pc:sldMkLst>
          <pc:docMk/>
          <pc:sldMk cId="662867136" sldId="258"/>
        </pc:sldMkLst>
        <pc:spChg chg="mod">
          <ac:chgData name="Robby Saleh" userId="a96d99fd-75b0-49f8-b1f5-df1d9261e1aa" providerId="ADAL" clId="{19BF8B20-06A4-5552-A610-FC80E6BC1082}" dt="2026-09-10T03:53:02.134" v="1039" actId="207"/>
          <ac:spMkLst>
            <pc:docMk/>
            <pc:sldMk cId="662867136" sldId="258"/>
            <ac:spMk id="2" creationId="{FD702C9B-7384-4568-D5A0-C2DFFB0371EE}"/>
          </ac:spMkLst>
        </pc:spChg>
        <pc:spChg chg="mod">
          <ac:chgData name="Robby Saleh" userId="a96d99fd-75b0-49f8-b1f5-df1d9261e1aa" providerId="ADAL" clId="{19BF8B20-06A4-5552-A610-FC80E6BC1082}" dt="2026-09-10T03:35:14.533" v="264" actId="20577"/>
          <ac:spMkLst>
            <pc:docMk/>
            <pc:sldMk cId="662867136" sldId="258"/>
            <ac:spMk id="3" creationId="{B47FFBE6-4B23-D6D5-D4AB-B26B185DCEF5}"/>
          </ac:spMkLst>
        </pc:spChg>
      </pc:sldChg>
      <pc:sldChg chg="modSp new mod">
        <pc:chgData name="Robby Saleh" userId="a96d99fd-75b0-49f8-b1f5-df1d9261e1aa" providerId="ADAL" clId="{19BF8B20-06A4-5552-A610-FC80E6BC1082}" dt="2026-09-10T03:53:17.395" v="1042" actId="207"/>
        <pc:sldMkLst>
          <pc:docMk/>
          <pc:sldMk cId="3081863783" sldId="259"/>
        </pc:sldMkLst>
        <pc:spChg chg="mod">
          <ac:chgData name="Robby Saleh" userId="a96d99fd-75b0-49f8-b1f5-df1d9261e1aa" providerId="ADAL" clId="{19BF8B20-06A4-5552-A610-FC80E6BC1082}" dt="2026-09-10T03:53:17.395" v="1042" actId="207"/>
          <ac:spMkLst>
            <pc:docMk/>
            <pc:sldMk cId="3081863783" sldId="259"/>
            <ac:spMk id="2" creationId="{7E989414-1824-E9EF-B617-872A04DEAA9D}"/>
          </ac:spMkLst>
        </pc:spChg>
        <pc:spChg chg="mod">
          <ac:chgData name="Robby Saleh" userId="a96d99fd-75b0-49f8-b1f5-df1d9261e1aa" providerId="ADAL" clId="{19BF8B20-06A4-5552-A610-FC80E6BC1082}" dt="2026-09-10T03:39:30.139" v="433" actId="20577"/>
          <ac:spMkLst>
            <pc:docMk/>
            <pc:sldMk cId="3081863783" sldId="259"/>
            <ac:spMk id="3" creationId="{5C6B6878-2BCB-83B6-EF90-E80D16C0812E}"/>
          </ac:spMkLst>
        </pc:spChg>
      </pc:sldChg>
      <pc:sldChg chg="modSp new mod">
        <pc:chgData name="Robby Saleh" userId="a96d99fd-75b0-49f8-b1f5-df1d9261e1aa" providerId="ADAL" clId="{19BF8B20-06A4-5552-A610-FC80E6BC1082}" dt="2026-09-10T03:54:09.413" v="1098" actId="207"/>
        <pc:sldMkLst>
          <pc:docMk/>
          <pc:sldMk cId="1918932770" sldId="260"/>
        </pc:sldMkLst>
        <pc:spChg chg="mod">
          <ac:chgData name="Robby Saleh" userId="a96d99fd-75b0-49f8-b1f5-df1d9261e1aa" providerId="ADAL" clId="{19BF8B20-06A4-5552-A610-FC80E6BC1082}" dt="2026-09-10T03:54:09.413" v="1098" actId="207"/>
          <ac:spMkLst>
            <pc:docMk/>
            <pc:sldMk cId="1918932770" sldId="260"/>
            <ac:spMk id="2" creationId="{EA683006-52CD-38EE-BBC9-68B245711C25}"/>
          </ac:spMkLst>
        </pc:spChg>
        <pc:spChg chg="mod">
          <ac:chgData name="Robby Saleh" userId="a96d99fd-75b0-49f8-b1f5-df1d9261e1aa" providerId="ADAL" clId="{19BF8B20-06A4-5552-A610-FC80E6BC1082}" dt="2026-09-10T03:47:22.734" v="711" actId="20577"/>
          <ac:spMkLst>
            <pc:docMk/>
            <pc:sldMk cId="1918932770" sldId="260"/>
            <ac:spMk id="3" creationId="{4C66BFA9-E5E7-123E-0160-6CD6CAC102AA}"/>
          </ac:spMkLst>
        </pc:spChg>
      </pc:sldChg>
      <pc:sldChg chg="modSp new mod">
        <pc:chgData name="Robby Saleh" userId="a96d99fd-75b0-49f8-b1f5-df1d9261e1aa" providerId="ADAL" clId="{19BF8B20-06A4-5552-A610-FC80E6BC1082}" dt="2026-09-10T03:54:25.472" v="1100" actId="207"/>
        <pc:sldMkLst>
          <pc:docMk/>
          <pc:sldMk cId="1975434844" sldId="261"/>
        </pc:sldMkLst>
        <pc:spChg chg="mod">
          <ac:chgData name="Robby Saleh" userId="a96d99fd-75b0-49f8-b1f5-df1d9261e1aa" providerId="ADAL" clId="{19BF8B20-06A4-5552-A610-FC80E6BC1082}" dt="2026-09-10T03:54:25.472" v="1100" actId="207"/>
          <ac:spMkLst>
            <pc:docMk/>
            <pc:sldMk cId="1975434844" sldId="261"/>
            <ac:spMk id="2" creationId="{CC84D466-E117-F9FD-562F-8C1697654B5E}"/>
          </ac:spMkLst>
        </pc:spChg>
        <pc:spChg chg="mod">
          <ac:chgData name="Robby Saleh" userId="a96d99fd-75b0-49f8-b1f5-df1d9261e1aa" providerId="ADAL" clId="{19BF8B20-06A4-5552-A610-FC80E6BC1082}" dt="2026-09-10T03:48:36.484" v="767" actId="20577"/>
          <ac:spMkLst>
            <pc:docMk/>
            <pc:sldMk cId="1975434844" sldId="261"/>
            <ac:spMk id="3" creationId="{EA205480-E018-314B-FBA6-3072867F9E74}"/>
          </ac:spMkLst>
        </pc:spChg>
      </pc:sldChg>
      <pc:sldChg chg="modSp new mod ord">
        <pc:chgData name="Robby Saleh" userId="a96d99fd-75b0-49f8-b1f5-df1d9261e1aa" providerId="ADAL" clId="{19BF8B20-06A4-5552-A610-FC80E6BC1082}" dt="2026-09-10T03:54:19.958" v="1099" actId="207"/>
        <pc:sldMkLst>
          <pc:docMk/>
          <pc:sldMk cId="1447479741" sldId="262"/>
        </pc:sldMkLst>
        <pc:spChg chg="mod">
          <ac:chgData name="Robby Saleh" userId="a96d99fd-75b0-49f8-b1f5-df1d9261e1aa" providerId="ADAL" clId="{19BF8B20-06A4-5552-A610-FC80E6BC1082}" dt="2026-09-10T03:54:19.958" v="1099" actId="207"/>
          <ac:spMkLst>
            <pc:docMk/>
            <pc:sldMk cId="1447479741" sldId="262"/>
            <ac:spMk id="2" creationId="{684F5990-8015-EC46-5CDC-6641777CFE04}"/>
          </ac:spMkLst>
        </pc:spChg>
        <pc:spChg chg="mod">
          <ac:chgData name="Robby Saleh" userId="a96d99fd-75b0-49f8-b1f5-df1d9261e1aa" providerId="ADAL" clId="{19BF8B20-06A4-5552-A610-FC80E6BC1082}" dt="2026-09-10T03:49:32.954" v="819" actId="20577"/>
          <ac:spMkLst>
            <pc:docMk/>
            <pc:sldMk cId="1447479741" sldId="262"/>
            <ac:spMk id="3" creationId="{D40D7A46-4291-296E-0008-AE547FC4BAC9}"/>
          </ac:spMkLst>
        </pc:spChg>
      </pc:sldChg>
      <pc:sldChg chg="modSp new mod">
        <pc:chgData name="Robby Saleh" userId="a96d99fd-75b0-49f8-b1f5-df1d9261e1aa" providerId="ADAL" clId="{19BF8B20-06A4-5552-A610-FC80E6BC1082}" dt="2026-09-10T03:55:43.445" v="1141"/>
        <pc:sldMkLst>
          <pc:docMk/>
          <pc:sldMk cId="1603219565" sldId="263"/>
        </pc:sldMkLst>
        <pc:spChg chg="mod">
          <ac:chgData name="Robby Saleh" userId="a96d99fd-75b0-49f8-b1f5-df1d9261e1aa" providerId="ADAL" clId="{19BF8B20-06A4-5552-A610-FC80E6BC1082}" dt="2026-09-10T03:55:18.084" v="1137" actId="207"/>
          <ac:spMkLst>
            <pc:docMk/>
            <pc:sldMk cId="1603219565" sldId="263"/>
            <ac:spMk id="2" creationId="{4C6A364B-BCF2-37B4-916B-E4DAE83E3F14}"/>
          </ac:spMkLst>
        </pc:spChg>
        <pc:spChg chg="mod">
          <ac:chgData name="Robby Saleh" userId="a96d99fd-75b0-49f8-b1f5-df1d9261e1aa" providerId="ADAL" clId="{19BF8B20-06A4-5552-A610-FC80E6BC1082}" dt="2026-09-10T03:55:43.445" v="1141"/>
          <ac:spMkLst>
            <pc:docMk/>
            <pc:sldMk cId="1603219565" sldId="263"/>
            <ac:spMk id="3" creationId="{D170798C-546E-0894-CDA4-FBAB89AEF803}"/>
          </ac:spMkLst>
        </pc:spChg>
      </pc:sldChg>
      <pc:sldChg chg="modSp add mod">
        <pc:chgData name="Robby Saleh" userId="a96d99fd-75b0-49f8-b1f5-df1d9261e1aa" providerId="ADAL" clId="{19BF8B20-06A4-5552-A610-FC80E6BC1082}" dt="2026-09-10T03:55:49.531" v="1143"/>
        <pc:sldMkLst>
          <pc:docMk/>
          <pc:sldMk cId="2716919395" sldId="264"/>
        </pc:sldMkLst>
        <pc:spChg chg="mod">
          <ac:chgData name="Robby Saleh" userId="a96d99fd-75b0-49f8-b1f5-df1d9261e1aa" providerId="ADAL" clId="{19BF8B20-06A4-5552-A610-FC80E6BC1082}" dt="2026-09-10T03:55:06.009" v="1135" actId="207"/>
          <ac:spMkLst>
            <pc:docMk/>
            <pc:sldMk cId="2716919395" sldId="264"/>
            <ac:spMk id="2" creationId="{879BDBA4-8BA7-E65B-A9CF-A4B1B99CFFA6}"/>
          </ac:spMkLst>
        </pc:spChg>
        <pc:spChg chg="mod">
          <ac:chgData name="Robby Saleh" userId="a96d99fd-75b0-49f8-b1f5-df1d9261e1aa" providerId="ADAL" clId="{19BF8B20-06A4-5552-A610-FC80E6BC1082}" dt="2026-09-10T03:55:49.531" v="1143"/>
          <ac:spMkLst>
            <pc:docMk/>
            <pc:sldMk cId="2716919395" sldId="264"/>
            <ac:spMk id="3" creationId="{AEA01797-F54E-E190-70AA-6A93133CE6C6}"/>
          </ac:spMkLst>
        </pc:spChg>
      </pc:sldChg>
      <pc:sldChg chg="modSp new mod">
        <pc:chgData name="Robby Saleh" userId="a96d99fd-75b0-49f8-b1f5-df1d9261e1aa" providerId="ADAL" clId="{19BF8B20-06A4-5552-A610-FC80E6BC1082}" dt="2026-09-10T04:13:03.418" v="1819" actId="13926"/>
        <pc:sldMkLst>
          <pc:docMk/>
          <pc:sldMk cId="2134375345" sldId="265"/>
        </pc:sldMkLst>
        <pc:spChg chg="mod">
          <ac:chgData name="Robby Saleh" userId="a96d99fd-75b0-49f8-b1f5-df1d9261e1aa" providerId="ADAL" clId="{19BF8B20-06A4-5552-A610-FC80E6BC1082}" dt="2026-09-10T03:56:25.301" v="1153" actId="20577"/>
          <ac:spMkLst>
            <pc:docMk/>
            <pc:sldMk cId="2134375345" sldId="265"/>
            <ac:spMk id="2" creationId="{2410465F-FE15-CD17-3931-7488F292EFBF}"/>
          </ac:spMkLst>
        </pc:spChg>
        <pc:spChg chg="mod">
          <ac:chgData name="Robby Saleh" userId="a96d99fd-75b0-49f8-b1f5-df1d9261e1aa" providerId="ADAL" clId="{19BF8B20-06A4-5552-A610-FC80E6BC1082}" dt="2026-09-10T04:13:03.418" v="1819" actId="13926"/>
          <ac:spMkLst>
            <pc:docMk/>
            <pc:sldMk cId="2134375345" sldId="265"/>
            <ac:spMk id="3" creationId="{DD7F7E1C-B85B-2431-2DA3-2CCE0B1F6871}"/>
          </ac:spMkLst>
        </pc:spChg>
      </pc:sldChg>
      <pc:sldChg chg="add del">
        <pc:chgData name="Robby Saleh" userId="a96d99fd-75b0-49f8-b1f5-df1d9261e1aa" providerId="ADAL" clId="{19BF8B20-06A4-5552-A610-FC80E6BC1082}" dt="2026-09-10T03:55:35.567" v="1140" actId="2696"/>
        <pc:sldMkLst>
          <pc:docMk/>
          <pc:sldMk cId="2598663837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828B-3C91-8D56-CB74-4561E609D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0D871-AE6E-FAEF-C753-FE5192204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8071-AE73-6FED-6567-45AE6ED5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D6830-E948-CD1D-07C7-0E0E32AC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B868A-50FA-4B1E-A201-7E8FD03A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86A9-900C-D31B-D7E3-155B7664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7F34-EA39-8AE0-4552-EAA444FE3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3B2A8-874D-C272-D7B3-E9895ECA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F357-BDC5-4016-631E-9D646F35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EAE45-71DC-8278-C8AF-3590BCA9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4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1973-1B55-CEE3-FA52-635F0CF63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4F816-97C6-79E9-3B65-570597DA1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8B409-109A-F572-8950-2F109DD4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38848-28FD-5646-D86B-5A469C19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EAD93-5FA2-87F8-E132-E18855B9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4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E296-5F8F-AC13-50F0-F3C495B4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E0D7E-246D-E764-D51D-BF2B55057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DC518-8585-1AB3-8911-9173C438A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7EE61-2D15-4F6B-A04A-1C6B6CFE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240D2-E51C-E228-BFF1-E8F2979C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27E0C-0152-758E-93B7-F9FC2FA2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9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E644-E7E5-62D1-4F9A-9AFF3CAA8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E3348-17EC-C83C-31F9-61A9AD56A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2E87E-8071-77E9-B8BE-E9CA0520D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BFC6A-F724-175B-0A13-EF2059842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8CFAE-5F51-0277-31E9-6A115DD0E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E9EF6E-D7D7-8D3E-CEC6-E1A16B37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A8836F-CB0E-7EF6-1EDA-DC83C791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C27572-BFB5-624C-405A-D167FE30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A103-5E08-A839-B91C-E6E12154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AE929-326F-D808-5613-2DB26FAD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66D38-17EF-814E-B46C-91BF958D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88061-FF6E-FFD6-FEED-4B6D5463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0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2272A-2C22-2FE4-F235-5FA28D174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3549F2-7D2B-BFA7-B369-7C1BE889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07889-BB78-A12D-4527-8EA5F677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6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00AD-9131-DFED-53BA-6321E06E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15DB3-3E2C-BACC-5C8A-32A2E9113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01E5F-4542-853E-4669-6EFED9C9D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219E2-8E1E-D19A-0FD7-9D219FF54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460F5-B05F-69C0-9B7F-0B722CF5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3B22F-B2C5-1ACE-2D17-5C8CA7E7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7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A927-A093-564D-E392-5040F96B5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38CD06-5E51-FE21-FF3B-A9F3B8DC71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C6A10-7CC5-12FA-550A-2B344216D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CE4DB-FBFD-72D4-9E33-D31EC934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B68EC-F6A9-07FC-0236-277ED813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65B2F-2475-13C5-60C1-0E039022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1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C266-74EC-788F-B2ED-E0C63AE8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805E6-A35E-669B-A553-715820DA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3723B-F0FD-2763-AC9D-44F8FBC0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76670-9420-284B-3CCF-9EC967E6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8BB0C-BF32-7EDE-3AF7-D483E4A5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0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791084-45F6-8B43-3FCD-A492968AC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E6B76-E61B-3B0C-C96D-C5C8BE7F8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CFD71-EF89-3CAC-42CA-848901B7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0B4AA-8DA7-82AB-B64F-51845C0C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F8906-3EF8-FDCC-18AD-688A4894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3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F6B74-8CD1-8245-895F-22E09C470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2F574-DAF8-782D-6288-B32E978A8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58D23-021A-AAD4-4C03-0E4EBDA86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C3BC7-8326-6E4C-B6F1-8D23DBF7EC2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5859E-B3B8-D20B-1BAA-6B1D7586D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BA207-B7AD-DF82-62C1-690B3DBCC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C3691-2972-B94E-A775-359214F1E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2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T4ZZnLtksSYJWKVC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0DC2-77DA-C021-B962-1D43D50D34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&amp; Data Link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A0C84-ED9C-9EB2-52DE-923044CB3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40EE-3F2A-C19B-6FAD-6691A874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Ilustrasikan</a:t>
            </a:r>
            <a:r>
              <a:rPr lang="en-US" sz="2800" dirty="0"/>
              <a:t> </a:t>
            </a:r>
            <a:r>
              <a:rPr lang="en-US" sz="2800" dirty="0" err="1"/>
              <a:t>seberapa</a:t>
            </a:r>
            <a:r>
              <a:rPr lang="en-US" sz="2800" dirty="0"/>
              <a:t> </a:t>
            </a:r>
            <a:r>
              <a:rPr lang="en-US" sz="2800" dirty="0" err="1"/>
              <a:t>cepatkah</a:t>
            </a:r>
            <a:r>
              <a:rPr lang="en-US" sz="2800" dirty="0"/>
              <a:t> </a:t>
            </a:r>
            <a:r>
              <a:rPr lang="en-US" sz="2800" dirty="0" err="1"/>
              <a:t>kecepatan</a:t>
            </a:r>
            <a:r>
              <a:rPr lang="en-US" sz="2800" dirty="0"/>
              <a:t> Cahaya (3x10</a:t>
            </a:r>
            <a:r>
              <a:rPr lang="en-US" sz="2800" baseline="30000" dirty="0"/>
              <a:t>8</a:t>
            </a:r>
            <a:r>
              <a:rPr lang="en-US" sz="2800" dirty="0"/>
              <a:t> m/s) </a:t>
            </a:r>
            <a:r>
              <a:rPr lang="en-US" sz="2800" dirty="0" err="1"/>
              <a:t>itu</a:t>
            </a:r>
            <a:r>
              <a:rPr lang="en-US" sz="2800" dirty="0"/>
              <a:t>,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saat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media </a:t>
            </a:r>
            <a:r>
              <a:rPr lang="en-US" sz="2800" dirty="0" err="1"/>
              <a:t>tercepat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mengirimkan</a:t>
            </a:r>
            <a:r>
              <a:rPr lang="en-US" sz="2800" dirty="0"/>
              <a:t> data yang </a:t>
            </a:r>
            <a:r>
              <a:rPr lang="en-US" sz="2800" dirty="0" err="1"/>
              <a:t>diimplementasikan</a:t>
            </a:r>
            <a:r>
              <a:rPr lang="en-US" sz="2800" dirty="0"/>
              <a:t> pada </a:t>
            </a:r>
            <a:r>
              <a:rPr lang="en-US" sz="2800" dirty="0">
                <a:solidFill>
                  <a:srgbClr val="00B0F0"/>
                </a:solidFill>
              </a:rPr>
              <a:t>Kabel Fiber Optik</a:t>
            </a:r>
            <a:endParaRPr lang="en-US" sz="2800" baseline="300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BB366-690A-4781-B532-B7A53E57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jawaban</a:t>
            </a:r>
            <a:r>
              <a:rPr lang="en-US" dirty="0"/>
              <a:t> Anda&gt;</a:t>
            </a:r>
          </a:p>
        </p:txBody>
      </p:sp>
    </p:spTree>
    <p:extLst>
      <p:ext uri="{BB962C8B-B14F-4D97-AF65-F5344CB8AC3E}">
        <p14:creationId xmlns:p14="http://schemas.microsoft.com/office/powerpoint/2010/main" val="203670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2C9B-7384-4568-D5A0-C2DFFB03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Pelajaran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Anda </a:t>
            </a:r>
            <a:r>
              <a:rPr lang="en-US" dirty="0" err="1"/>
              <a:t>petik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twist pada </a:t>
            </a:r>
            <a:r>
              <a:rPr lang="en-US" dirty="0" err="1">
                <a:solidFill>
                  <a:srgbClr val="00B0F0"/>
                </a:solidFill>
              </a:rPr>
              <a:t>kabel</a:t>
            </a:r>
            <a:r>
              <a:rPr lang="en-US" dirty="0">
                <a:solidFill>
                  <a:srgbClr val="00B0F0"/>
                </a:solidFill>
              </a:rPr>
              <a:t> UTP</a:t>
            </a:r>
            <a:r>
              <a:rPr lang="en-US" dirty="0"/>
              <a:t> (minimal 2)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kehidupan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FFBE6-4B23-D6D5-D4AB-B26B185D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jawaban</a:t>
            </a:r>
            <a:r>
              <a:rPr lang="en-US" dirty="0"/>
              <a:t> Anda&gt;</a:t>
            </a:r>
          </a:p>
        </p:txBody>
      </p:sp>
    </p:spTree>
    <p:extLst>
      <p:ext uri="{BB962C8B-B14F-4D97-AF65-F5344CB8AC3E}">
        <p14:creationId xmlns:p14="http://schemas.microsoft.com/office/powerpoint/2010/main" val="66286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9414-1824-E9EF-B617-872A04DE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Jelaskan</a:t>
            </a:r>
            <a:r>
              <a:rPr lang="en-US" sz="2800" dirty="0"/>
              <a:t> </a:t>
            </a:r>
            <a:r>
              <a:rPr lang="en-US" sz="2800" dirty="0" err="1"/>
              <a:t>mengapa</a:t>
            </a:r>
            <a:r>
              <a:rPr lang="en-US" sz="2800" dirty="0"/>
              <a:t> Layer </a:t>
            </a:r>
            <a:r>
              <a:rPr lang="en-US" sz="2800" dirty="0" err="1"/>
              <a:t>kedua</a:t>
            </a:r>
            <a:r>
              <a:rPr lang="en-US" sz="2800" dirty="0"/>
              <a:t> (</a:t>
            </a:r>
            <a:r>
              <a:rPr lang="en-US" sz="2800" dirty="0">
                <a:solidFill>
                  <a:srgbClr val="00B0F0"/>
                </a:solidFill>
              </a:rPr>
              <a:t>Data Link</a:t>
            </a:r>
            <a:r>
              <a:rPr lang="en-US" sz="2800" dirty="0"/>
              <a:t>) </a:t>
            </a:r>
            <a:r>
              <a:rPr lang="en-US" sz="2800" dirty="0" err="1"/>
              <a:t>dibagi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2 </a:t>
            </a:r>
            <a:r>
              <a:rPr lang="en-US" sz="2800" dirty="0" err="1"/>
              <a:t>bagian</a:t>
            </a:r>
            <a:r>
              <a:rPr lang="en-US" sz="2800" dirty="0"/>
              <a:t> </a:t>
            </a:r>
            <a:r>
              <a:rPr lang="en-US" sz="2800" dirty="0" err="1"/>
              <a:t>yaitu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F0"/>
                </a:solidFill>
              </a:rPr>
              <a:t>MAC</a:t>
            </a:r>
            <a:r>
              <a:rPr lang="en-US" sz="2800" dirty="0"/>
              <a:t> (Media Access Control) dan </a:t>
            </a:r>
            <a:r>
              <a:rPr lang="en-US" sz="2800" dirty="0">
                <a:solidFill>
                  <a:srgbClr val="00B0F0"/>
                </a:solidFill>
              </a:rPr>
              <a:t>LLC</a:t>
            </a:r>
            <a:r>
              <a:rPr lang="en-US" sz="2800" dirty="0"/>
              <a:t> (Logical Link Control)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6878-2BCB-83B6-EF90-E80D16C08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jawaban</a:t>
            </a:r>
            <a:r>
              <a:rPr lang="en-US" dirty="0"/>
              <a:t> Anda&gt;</a:t>
            </a:r>
          </a:p>
        </p:txBody>
      </p:sp>
    </p:spTree>
    <p:extLst>
      <p:ext uri="{BB962C8B-B14F-4D97-AF65-F5344CB8AC3E}">
        <p14:creationId xmlns:p14="http://schemas.microsoft.com/office/powerpoint/2010/main" val="3081863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3006-52CD-38EE-BBC9-68B24571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prakteknya</a:t>
            </a:r>
            <a:r>
              <a:rPr lang="en-US" sz="2400" dirty="0"/>
              <a:t>, </a:t>
            </a:r>
            <a:r>
              <a:rPr lang="en-US" sz="2400" dirty="0" err="1"/>
              <a:t>koneksi</a:t>
            </a:r>
            <a:r>
              <a:rPr lang="en-US" sz="2400" dirty="0"/>
              <a:t> </a:t>
            </a:r>
            <a:r>
              <a:rPr lang="en-US" sz="2400" dirty="0" err="1"/>
              <a:t>nirkable</a:t>
            </a:r>
            <a:r>
              <a:rPr lang="en-US" sz="2400" dirty="0"/>
              <a:t> (</a:t>
            </a:r>
            <a:r>
              <a:rPr lang="en-US" sz="2400" dirty="0" err="1">
                <a:solidFill>
                  <a:srgbClr val="00B0F0"/>
                </a:solidFill>
              </a:rPr>
              <a:t>wifi</a:t>
            </a:r>
            <a:r>
              <a:rPr lang="en-US" sz="2400" dirty="0"/>
              <a:t> 2,4 GHz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2400 MHz s/d 2483.5 MHz) </a:t>
            </a:r>
            <a:r>
              <a:rPr lang="en-US" sz="2400" dirty="0" err="1"/>
              <a:t>membagi</a:t>
            </a:r>
            <a:r>
              <a:rPr lang="en-US" sz="2400" dirty="0"/>
              <a:t> </a:t>
            </a:r>
            <a:r>
              <a:rPr lang="en-US" sz="2400" dirty="0" err="1"/>
              <a:t>Frekuensi</a:t>
            </a:r>
            <a:r>
              <a:rPr lang="en-US" sz="2400" dirty="0"/>
              <a:t> yang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channel (</a:t>
            </a:r>
            <a:r>
              <a:rPr lang="en-US" sz="2400" dirty="0">
                <a:solidFill>
                  <a:srgbClr val="00B0F0"/>
                </a:solidFill>
              </a:rPr>
              <a:t>11 – 14 Channel</a:t>
            </a:r>
            <a:r>
              <a:rPr lang="en-US" sz="2400" dirty="0"/>
              <a:t>), </a:t>
            </a:r>
            <a:r>
              <a:rPr lang="en-US" sz="2400" dirty="0" err="1"/>
              <a:t>jelaskan</a:t>
            </a:r>
            <a:r>
              <a:rPr lang="en-US" sz="2400" dirty="0"/>
              <a:t> </a:t>
            </a:r>
            <a:r>
              <a:rPr lang="en-US" sz="2400" dirty="0" err="1"/>
              <a:t>mengapa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30 orang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BFA9-E5E7-123E-0160-6CD6CAC10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jawaban</a:t>
            </a:r>
            <a:r>
              <a:rPr lang="en-US" dirty="0"/>
              <a:t> Anda&gt;</a:t>
            </a:r>
          </a:p>
        </p:txBody>
      </p:sp>
    </p:spTree>
    <p:extLst>
      <p:ext uri="{BB962C8B-B14F-4D97-AF65-F5344CB8AC3E}">
        <p14:creationId xmlns:p14="http://schemas.microsoft.com/office/powerpoint/2010/main" val="191893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5990-8015-EC46-5CDC-6641777C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ARP</a:t>
            </a:r>
            <a:r>
              <a:rPr lang="en-US" dirty="0"/>
              <a:t> di </a:t>
            </a:r>
            <a:r>
              <a:rPr lang="en-US" dirty="0" err="1"/>
              <a:t>perlukan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A46-4291-296E-0008-AE547FC4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jawaban</a:t>
            </a:r>
            <a:r>
              <a:rPr lang="en-US" dirty="0"/>
              <a:t> Anda&gt;</a:t>
            </a:r>
          </a:p>
        </p:txBody>
      </p:sp>
    </p:spTree>
    <p:extLst>
      <p:ext uri="{BB962C8B-B14F-4D97-AF65-F5344CB8AC3E}">
        <p14:creationId xmlns:p14="http://schemas.microsoft.com/office/powerpoint/2010/main" val="144747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D466-E117-F9FD-562F-8C169765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Sebutkan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RARP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05480-E018-314B-FBA6-3072867F9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jawaban</a:t>
            </a:r>
            <a:r>
              <a:rPr lang="en-US" dirty="0"/>
              <a:t> Anda&gt;</a:t>
            </a:r>
          </a:p>
        </p:txBody>
      </p:sp>
    </p:spTree>
    <p:extLst>
      <p:ext uri="{BB962C8B-B14F-4D97-AF65-F5344CB8AC3E}">
        <p14:creationId xmlns:p14="http://schemas.microsoft.com/office/powerpoint/2010/main" val="197543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364B-BCF2-37B4-916B-E4DAE83E3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menghubungkan</a:t>
            </a:r>
            <a:r>
              <a:rPr lang="en-US" sz="2800" dirty="0"/>
              <a:t> </a:t>
            </a:r>
            <a:r>
              <a:rPr lang="en-US" sz="2800" dirty="0" err="1"/>
              <a:t>jaringan</a:t>
            </a:r>
            <a:r>
              <a:rPr lang="en-US" sz="2800" dirty="0"/>
              <a:t> </a:t>
            </a:r>
            <a:r>
              <a:rPr lang="en-US" sz="2800" dirty="0" err="1"/>
              <a:t>terdapat</a:t>
            </a:r>
            <a:r>
              <a:rPr lang="en-US" sz="2800" dirty="0"/>
              <a:t> 3 </a:t>
            </a:r>
            <a:r>
              <a:rPr lang="en-US" sz="2800" i="1" dirty="0">
                <a:solidFill>
                  <a:srgbClr val="00B0F0"/>
                </a:solidFill>
              </a:rPr>
              <a:t>intermediate device</a:t>
            </a:r>
            <a:r>
              <a:rPr lang="en-US" sz="2800" dirty="0"/>
              <a:t> </a:t>
            </a:r>
            <a:r>
              <a:rPr lang="en-US" sz="2800" dirty="0" err="1"/>
              <a:t>yaitu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F0"/>
                </a:solidFill>
              </a:rPr>
              <a:t>Hub, Switch dan Router</a:t>
            </a:r>
            <a:r>
              <a:rPr lang="en-US" sz="2800" dirty="0"/>
              <a:t>. </a:t>
            </a:r>
            <a:r>
              <a:rPr lang="en-US" sz="2800" dirty="0" err="1"/>
              <a:t>Jelaskan</a:t>
            </a:r>
            <a:r>
              <a:rPr lang="en-US" sz="2800" dirty="0"/>
              <a:t> </a:t>
            </a:r>
            <a:r>
              <a:rPr lang="en-US" sz="2800" dirty="0" err="1"/>
              <a:t>mengapa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F0"/>
                </a:solidFill>
              </a:rPr>
              <a:t>Switch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bagus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F0"/>
                </a:solidFill>
              </a:rPr>
              <a:t>Hub</a:t>
            </a:r>
            <a:endParaRPr lang="en-US" sz="2800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0798C-546E-0894-CDA4-FBAB89AEF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jawaban</a:t>
            </a:r>
            <a:r>
              <a:rPr lang="en-US" dirty="0"/>
              <a:t> Anda&gt;</a:t>
            </a:r>
          </a:p>
        </p:txBody>
      </p:sp>
    </p:spTree>
    <p:extLst>
      <p:ext uri="{BB962C8B-B14F-4D97-AF65-F5344CB8AC3E}">
        <p14:creationId xmlns:p14="http://schemas.microsoft.com/office/powerpoint/2010/main" val="160321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74B3-F514-6B69-EA81-81974656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DBA4-8BA7-E65B-A9CF-A4B1B99C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Jelaskan</a:t>
            </a:r>
            <a:r>
              <a:rPr lang="en-US" sz="2800" dirty="0"/>
              <a:t> </a:t>
            </a:r>
            <a:r>
              <a:rPr lang="en-US" sz="2800" dirty="0" err="1"/>
              <a:t>mengapa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F0"/>
                </a:solidFill>
              </a:rPr>
              <a:t>Router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bagus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F0"/>
                </a:solidFill>
              </a:rPr>
              <a:t>Switch</a:t>
            </a:r>
            <a:endParaRPr lang="en-US" sz="2800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01797-F54E-E190-70AA-6A93133CE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jawaban</a:t>
            </a:r>
            <a:r>
              <a:rPr lang="en-US" dirty="0"/>
              <a:t> Anda&gt;</a:t>
            </a:r>
          </a:p>
        </p:txBody>
      </p:sp>
    </p:spTree>
    <p:extLst>
      <p:ext uri="{BB962C8B-B14F-4D97-AF65-F5344CB8AC3E}">
        <p14:creationId xmlns:p14="http://schemas.microsoft.com/office/powerpoint/2010/main" val="2716919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465F-FE15-CD17-3931-7488F292E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Instruksi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F7E1C-B85B-2431-2DA3-2CCE0B1F6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Download file ppt dan </a:t>
            </a:r>
            <a:r>
              <a:rPr lang="en-US" dirty="0" err="1"/>
              <a:t>beri</a:t>
            </a:r>
            <a:r>
              <a:rPr lang="en-US" dirty="0"/>
              <a:t> nama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[format :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Kelas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– NIM –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Pertemuan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ke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-x]</a:t>
            </a:r>
          </a:p>
          <a:p>
            <a:r>
              <a:rPr lang="en-US" dirty="0" err="1"/>
              <a:t>Setelah</a:t>
            </a:r>
            <a:r>
              <a:rPr lang="en-US" dirty="0"/>
              <a:t> Anda </a:t>
            </a:r>
            <a:r>
              <a:rPr lang="en-US" dirty="0" err="1"/>
              <a:t>mengisi</a:t>
            </a:r>
            <a:r>
              <a:rPr lang="en-US" dirty="0"/>
              <a:t> Provoke Question di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convert file ppt Anda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ke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PDF</a:t>
            </a:r>
            <a:r>
              <a:rPr lang="en-US" dirty="0"/>
              <a:t>, </a:t>
            </a:r>
          </a:p>
          <a:p>
            <a:r>
              <a:rPr lang="en-US" dirty="0" err="1"/>
              <a:t>Silahkan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file Anda </a:t>
            </a:r>
            <a:r>
              <a:rPr lang="en-US" dirty="0" err="1"/>
              <a:t>ke</a:t>
            </a:r>
            <a:r>
              <a:rPr lang="en-US" dirty="0"/>
              <a:t> link </a:t>
            </a:r>
            <a:r>
              <a:rPr lang="en-US" dirty="0" err="1"/>
              <a:t>Gform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(</a:t>
            </a:r>
            <a:r>
              <a:rPr lang="en-US" dirty="0" err="1"/>
              <a:t>Pastikan</a:t>
            </a:r>
            <a:r>
              <a:rPr lang="en-US" dirty="0"/>
              <a:t> Anda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memilih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Kelas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dan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Pertemuan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yang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sesuai</a:t>
            </a:r>
            <a:r>
              <a:rPr lang="en-US" dirty="0"/>
              <a:t>) : </a:t>
            </a:r>
            <a:r>
              <a:rPr lang="en-US" dirty="0">
                <a:hlinkClick r:id="rId2"/>
              </a:rPr>
              <a:t>https://forms.gle/T4ZZnLtksSYJWKVC6</a:t>
            </a:r>
            <a:endParaRPr lang="en-US" dirty="0"/>
          </a:p>
          <a:p>
            <a:r>
              <a:rPr lang="en-US" dirty="0" err="1"/>
              <a:t>Respon</a:t>
            </a:r>
            <a:r>
              <a:rPr lang="en-US" dirty="0"/>
              <a:t> Anda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>
                <a:highlight>
                  <a:srgbClr val="00FFFF"/>
                </a:highlight>
              </a:rPr>
              <a:t>diperhitungkan</a:t>
            </a:r>
            <a:r>
              <a:rPr lang="en-US" dirty="0">
                <a:highlight>
                  <a:srgbClr val="00FFFF"/>
                </a:highlight>
              </a:rPr>
              <a:t> </a:t>
            </a:r>
            <a:r>
              <a:rPr lang="en-US" dirty="0" err="1">
                <a:highlight>
                  <a:srgbClr val="00FFFF"/>
                </a:highlight>
              </a:rPr>
              <a:t>sebagai</a:t>
            </a:r>
            <a:r>
              <a:rPr lang="en-US" dirty="0">
                <a:highlight>
                  <a:srgbClr val="00FFFF"/>
                </a:highlight>
              </a:rPr>
              <a:t> </a:t>
            </a:r>
            <a:r>
              <a:rPr lang="en-US" dirty="0" err="1">
                <a:highlight>
                  <a:srgbClr val="00FFFF"/>
                </a:highlight>
              </a:rPr>
              <a:t>tambahan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ujian</a:t>
            </a:r>
            <a:r>
              <a:rPr lang="en-US" dirty="0"/>
              <a:t> UTS/UAS/TM Anda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memadai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jika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dikumpulkan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sebelum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pertemuannya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berlangsung</a:t>
            </a:r>
            <a:r>
              <a:rPr lang="en-US" dirty="0">
                <a:sym typeface="Wingdings" pitchFamily="2" charset="2"/>
              </a:rPr>
              <a:t> (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Provoke Question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pertemuan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kedua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harus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dikumpulkan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sebelum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pertemuan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kedua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dimulai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7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281</Words>
  <Application>Microsoft Macintosh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Physical &amp; Data Link</vt:lpstr>
      <vt:lpstr>Ilustrasikan seberapa cepatkah kecepatan Cahaya (3x108 m/s) itu, sehingga saat ini menjadi media tercepat dalam mengirimkan data yang diimplementasikan pada Kabel Fiber Optik</vt:lpstr>
      <vt:lpstr>Pelajaran apa yang dapat Anda petik dari teknik twist pada kabel UTP (minimal 2) dalam kehidupan</vt:lpstr>
      <vt:lpstr>Jelaskan mengapa Layer kedua (Data Link) dibagi menjadi 2 bagian yaitu MAC (Media Access Control) dan LLC (Logical Link Control)</vt:lpstr>
      <vt:lpstr>Dalam prakteknya, koneksi nirkable (wifi 2,4 GHz  2400 MHz s/d 2483.5 MHz) membagi Frekuensi yang ada ke dalam beberapa channel (11 – 14 Channel), jelaskan mengapa bisa digunakan sampai dengan 30 orang ?</vt:lpstr>
      <vt:lpstr>Kenapa Protokol ARP di perlukan ?</vt:lpstr>
      <vt:lpstr>Sebutkan implementasi dari Protokol RARP</vt:lpstr>
      <vt:lpstr>Untuk menghubungkan jaringan terdapat 3 intermediate device yaitu Hub, Switch dan Router. Jelaskan mengapa Switch lebih bagus dari Hub</vt:lpstr>
      <vt:lpstr>Jelaskan mengapa Router lebih bagus dari Switch</vt:lpstr>
      <vt:lpstr>Instruksi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Robby Saleh</dc:creator>
  <cp:lastModifiedBy>Robby Saleh</cp:lastModifiedBy>
  <cp:revision>1</cp:revision>
  <dcterms:created xsi:type="dcterms:W3CDTF">2026-09-10T03:30:11Z</dcterms:created>
  <dcterms:modified xsi:type="dcterms:W3CDTF">2026-09-10T04:13:08Z</dcterms:modified>
</cp:coreProperties>
</file>