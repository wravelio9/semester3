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sldIdLst>
    <p:sldId id="256" r:id="rId2"/>
    <p:sldId id="411" r:id="rId3"/>
    <p:sldId id="260" r:id="rId4"/>
    <p:sldId id="282" r:id="rId5"/>
  </p:sldIdLst>
  <p:sldSz cx="24384000" cy="13716000"/>
  <p:notesSz cx="6858000" cy="9144000"/>
  <p:embeddedFontLst>
    <p:embeddedFont>
      <p:font typeface="Cambria" panose="02040503050406030204" pitchFamily="18" charset="0"/>
      <p:regular r:id="rId7"/>
      <p:bold r:id="rId8"/>
      <p:italic r:id="rId9"/>
      <p:boldItalic r:id="rId10"/>
    </p:embeddedFont>
    <p:embeddedFont>
      <p:font typeface="OCRB" panose="020B0609020202020204" pitchFamily="49" charset="0"/>
      <p:regular r:id="rId11"/>
    </p:embeddedFont>
    <p:embeddedFont>
      <p:font typeface="Open Sans ExtraBold" panose="020B0906030804020204" pitchFamily="34" charset="0"/>
      <p:bold r:id="rId12"/>
      <p:italic r:id="rId13"/>
      <p:boldItalic r:id="rId14"/>
    </p:embeddedFont>
    <p:embeddedFont>
      <p:font typeface="Open Sans Light" panose="020B0306030504020204" pitchFamily="34" charset="0"/>
      <p:regular r:id="rId15"/>
      <p:italic r:id="rId16"/>
    </p:embeddedFont>
    <p:embeddedFont>
      <p:font typeface="Open Sans Semibold" panose="020B0706030804020204" pitchFamily="34" charset="0"/>
      <p:regular r:id="rId17"/>
      <p:bold r:id="rId18"/>
      <p:italic r:id="rId19"/>
      <p:boldItalic r:id="rId20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F2E3"/>
    <a:srgbClr val="000000"/>
    <a:srgbClr val="56C1FF"/>
    <a:srgbClr val="007ABF"/>
    <a:srgbClr val="34F3F8"/>
    <a:srgbClr val="F5AF36"/>
    <a:srgbClr val="27FEF9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87822" autoAdjust="0"/>
  </p:normalViewPr>
  <p:slideViewPr>
    <p:cSldViewPr snapToGrid="0" snapToObjects="1">
      <p:cViewPr varScale="1">
        <p:scale>
          <a:sx n="20" d="100"/>
          <a:sy n="20" d="100"/>
        </p:scale>
        <p:origin x="1229" y="3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theme" Target="theme/theme1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Achmad" userId="5d71821f-e4ec-49c0-a52f-549698ea3c81" providerId="ADAL" clId="{F36B1CCA-6ECB-455C-8F88-F7D1FDADB3DB}"/>
    <pc:docChg chg="undo redo custSel addSld delSld modSld sldOrd">
      <pc:chgData name="Said Achmad" userId="5d71821f-e4ec-49c0-a52f-549698ea3c81" providerId="ADAL" clId="{F36B1CCA-6ECB-455C-8F88-F7D1FDADB3DB}" dt="2023-11-21T10:00:46.930" v="7562" actId="20577"/>
      <pc:docMkLst>
        <pc:docMk/>
      </pc:docMkLst>
      <pc:sldChg chg="modSp mod">
        <pc:chgData name="Said Achmad" userId="5d71821f-e4ec-49c0-a52f-549698ea3c81" providerId="ADAL" clId="{F36B1CCA-6ECB-455C-8F88-F7D1FDADB3DB}" dt="2023-11-21T10:00:46.930" v="7562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F36B1CCA-6ECB-455C-8F88-F7D1FDADB3DB}" dt="2023-11-17T07:12:09.243" v="4439" actId="20577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F36B1CCA-6ECB-455C-8F88-F7D1FDADB3DB}" dt="2023-11-21T09:24:29.421" v="7220" actId="20577"/>
        <pc:sldMkLst>
          <pc:docMk/>
          <pc:sldMk cId="3724825567" sldId="260"/>
        </pc:sldMkLst>
      </pc:sldChg>
      <pc:sldChg chg="addSp delSp modSp mod modClrScheme chgLayout">
        <pc:chgData name="Said Achmad" userId="5d71821f-e4ec-49c0-a52f-549698ea3c81" providerId="ADAL" clId="{F36B1CCA-6ECB-455C-8F88-F7D1FDADB3DB}" dt="2023-11-21T09:22:49.638" v="7199" actId="6549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F36B1CCA-6ECB-455C-8F88-F7D1FDADB3DB}" dt="2023-11-21T09:23:01.436" v="7200" actId="20577"/>
        <pc:sldMkLst>
          <pc:docMk/>
          <pc:sldMk cId="363028880" sldId="262"/>
        </pc:sldMkLst>
      </pc:sldChg>
      <pc:sldChg chg="del">
        <pc:chgData name="Said Achmad" userId="5d71821f-e4ec-49c0-a52f-549698ea3c81" providerId="ADAL" clId="{F36B1CCA-6ECB-455C-8F88-F7D1FDADB3DB}" dt="2023-11-16T06:40:35.012" v="155" actId="47"/>
        <pc:sldMkLst>
          <pc:docMk/>
          <pc:sldMk cId="3663985620" sldId="264"/>
        </pc:sldMkLst>
      </pc:sldChg>
      <pc:sldChg chg="modSp mod">
        <pc:chgData name="Said Achmad" userId="5d71821f-e4ec-49c0-a52f-549698ea3c81" providerId="ADAL" clId="{F36B1CCA-6ECB-455C-8F88-F7D1FDADB3DB}" dt="2023-11-21T10:00:27.537" v="7561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F36B1CCA-6ECB-455C-8F88-F7D1FDADB3DB}" dt="2023-11-21T09:24:45.144" v="7221" actId="20577"/>
        <pc:sldMkLst>
          <pc:docMk/>
          <pc:sldMk cId="3962618298" sldId="282"/>
        </pc:sldMkLst>
      </pc:sldChg>
      <pc:sldChg chg="addSp delSp modSp mod">
        <pc:chgData name="Said Achmad" userId="5d71821f-e4ec-49c0-a52f-549698ea3c81" providerId="ADAL" clId="{F36B1CCA-6ECB-455C-8F88-F7D1FDADB3DB}" dt="2023-11-21T09:50:07.991" v="7489" actId="6549"/>
        <pc:sldMkLst>
          <pc:docMk/>
          <pc:sldMk cId="1702753199" sldId="283"/>
        </pc:sldMkLst>
      </pc:sldChg>
      <pc:sldChg chg="add del">
        <pc:chgData name="Said Achmad" userId="5d71821f-e4ec-49c0-a52f-549698ea3c81" providerId="ADAL" clId="{F36B1CCA-6ECB-455C-8F88-F7D1FDADB3DB}" dt="2023-11-16T06:40:33.880" v="154" actId="47"/>
        <pc:sldMkLst>
          <pc:docMk/>
          <pc:sldMk cId="1561272596" sldId="288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852185070" sldId="29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805675844" sldId="292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949010790" sldId="29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955090986" sldId="29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819417382" sldId="29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756292616" sldId="29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62856539" sldId="299"/>
        </pc:sldMkLst>
      </pc:sldChg>
      <pc:sldChg chg="modSp mod">
        <pc:chgData name="Said Achmad" userId="5d71821f-e4ec-49c0-a52f-549698ea3c81" providerId="ADAL" clId="{F36B1CCA-6ECB-455C-8F88-F7D1FDADB3DB}" dt="2023-11-21T08:40:04.847" v="6611" actId="20577"/>
        <pc:sldMkLst>
          <pc:docMk/>
          <pc:sldMk cId="2775010017" sldId="300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715285486" sldId="30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91587317" sldId="30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410182092" sldId="30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042903480" sldId="30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361189392" sldId="30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190454364" sldId="307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106424430" sldId="308"/>
        </pc:sldMkLst>
      </pc:sldChg>
      <pc:sldChg chg="addSp delSp modSp add del mod modClrScheme chgLayout">
        <pc:chgData name="Said Achmad" userId="5d71821f-e4ec-49c0-a52f-549698ea3c81" providerId="ADAL" clId="{F36B1CCA-6ECB-455C-8F88-F7D1FDADB3DB}" dt="2023-11-17T07:55:28.995" v="4647" actId="47"/>
        <pc:sldMkLst>
          <pc:docMk/>
          <pc:sldMk cId="772050117" sldId="309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689802598" sldId="310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53479280" sldId="311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37853771" sldId="312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2531489688" sldId="313"/>
        </pc:sldMkLst>
      </pc:sldChg>
      <pc:sldChg chg="add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3715361491" sldId="314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005400869" sldId="315"/>
        </pc:sldMkLst>
      </pc:sldChg>
      <pc:sldChg chg="addSp delSp modSp add mod ord">
        <pc:chgData name="Said Achmad" userId="5d71821f-e4ec-49c0-a52f-549698ea3c81" providerId="ADAL" clId="{F36B1CCA-6ECB-455C-8F88-F7D1FDADB3DB}" dt="2023-11-17T08:20:10.485" v="5301" actId="1076"/>
        <pc:sldMkLst>
          <pc:docMk/>
          <pc:sldMk cId="2653283716" sldId="316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521682526" sldId="317"/>
        </pc:sldMkLst>
      </pc:sldChg>
      <pc:sldChg chg="add del">
        <pc:chgData name="Said Achmad" userId="5d71821f-e4ec-49c0-a52f-549698ea3c81" providerId="ADAL" clId="{F36B1CCA-6ECB-455C-8F88-F7D1FDADB3DB}" dt="2023-11-16T08:50:36.257" v="1978" actId="2890"/>
        <pc:sldMkLst>
          <pc:docMk/>
          <pc:sldMk cId="469649093" sldId="318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3942660098" sldId="318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4117088690" sldId="319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3727408180" sldId="320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1488901449" sldId="321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2004687532" sldId="322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511167040" sldId="323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77821965" sldId="324"/>
        </pc:sldMkLst>
      </pc:sldChg>
      <pc:sldChg chg="add del">
        <pc:chgData name="Said Achmad" userId="5d71821f-e4ec-49c0-a52f-549698ea3c81" providerId="ADAL" clId="{F36B1CCA-6ECB-455C-8F88-F7D1FDADB3DB}" dt="2023-11-17T03:12:02.518" v="3328" actId="47"/>
        <pc:sldMkLst>
          <pc:docMk/>
          <pc:sldMk cId="2259465992" sldId="324"/>
        </pc:sldMkLst>
      </pc:sldChg>
      <pc:sldChg chg="addSp 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236158929" sldId="325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104457645" sldId="326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508023205" sldId="327"/>
        </pc:sldMkLst>
      </pc:sldChg>
      <pc:sldChg chg="add del">
        <pc:chgData name="Said Achmad" userId="5d71821f-e4ec-49c0-a52f-549698ea3c81" providerId="ADAL" clId="{F36B1CCA-6ECB-455C-8F88-F7D1FDADB3DB}" dt="2023-11-17T04:05:00.768" v="3960" actId="47"/>
        <pc:sldMkLst>
          <pc:docMk/>
          <pc:sldMk cId="2136488691" sldId="327"/>
        </pc:sldMkLst>
      </pc:sldChg>
      <pc:sldChg chg="modSp add mod">
        <pc:chgData name="Said Achmad" userId="5d71821f-e4ec-49c0-a52f-549698ea3c81" providerId="ADAL" clId="{F36B1CCA-6ECB-455C-8F88-F7D1FDADB3DB}" dt="2023-11-17T07:54:05.360" v="4646" actId="12"/>
        <pc:sldMkLst>
          <pc:docMk/>
          <pc:sldMk cId="1915762959" sldId="328"/>
        </pc:sldMkLst>
      </pc:sldChg>
      <pc:sldChg chg="add del">
        <pc:chgData name="Said Achmad" userId="5d71821f-e4ec-49c0-a52f-549698ea3c81" providerId="ADAL" clId="{F36B1CCA-6ECB-455C-8F88-F7D1FDADB3DB}" dt="2023-11-17T09:41:27.466" v="6040" actId="47"/>
        <pc:sldMkLst>
          <pc:docMk/>
          <pc:sldMk cId="1171075629" sldId="329"/>
        </pc:sldMkLst>
      </pc:sldChg>
      <pc:sldChg chg="addSp delSp modSp add mod ord">
        <pc:chgData name="Said Achmad" userId="5d71821f-e4ec-49c0-a52f-549698ea3c81" providerId="ADAL" clId="{F36B1CCA-6ECB-455C-8F88-F7D1FDADB3DB}" dt="2023-11-17T08:43:33.360" v="5505" actId="948"/>
        <pc:sldMkLst>
          <pc:docMk/>
          <pc:sldMk cId="4290244695" sldId="330"/>
        </pc:sldMkLst>
      </pc:sldChg>
      <pc:sldChg chg="addSp modSp add mod">
        <pc:chgData name="Said Achmad" userId="5d71821f-e4ec-49c0-a52f-549698ea3c81" providerId="ADAL" clId="{F36B1CCA-6ECB-455C-8F88-F7D1FDADB3DB}" dt="2023-11-17T08:47:58.907" v="5557" actId="122"/>
        <pc:sldMkLst>
          <pc:docMk/>
          <pc:sldMk cId="1207625032" sldId="331"/>
        </pc:sldMkLst>
      </pc:sldChg>
      <pc:sldChg chg="delSp modSp add mod">
        <pc:chgData name="Said Achmad" userId="5d71821f-e4ec-49c0-a52f-549698ea3c81" providerId="ADAL" clId="{F36B1CCA-6ECB-455C-8F88-F7D1FDADB3DB}" dt="2023-11-17T08:54:14.441" v="5570" actId="14100"/>
        <pc:sldMkLst>
          <pc:docMk/>
          <pc:sldMk cId="1180352207" sldId="332"/>
        </pc:sldMkLst>
      </pc:sldChg>
      <pc:sldChg chg="modSp add del mod">
        <pc:chgData name="Said Achmad" userId="5d71821f-e4ec-49c0-a52f-549698ea3c81" providerId="ADAL" clId="{F36B1CCA-6ECB-455C-8F88-F7D1FDADB3DB}" dt="2023-11-17T08:59:45.286" v="5586" actId="47"/>
        <pc:sldMkLst>
          <pc:docMk/>
          <pc:sldMk cId="3582647421" sldId="333"/>
        </pc:sldMkLst>
      </pc:sldChg>
      <pc:sldChg chg="modSp add mod ord">
        <pc:chgData name="Said Achmad" userId="5d71821f-e4ec-49c0-a52f-549698ea3c81" providerId="ADAL" clId="{F36B1CCA-6ECB-455C-8F88-F7D1FDADB3DB}" dt="2023-11-17T09:06:45.390" v="5668" actId="115"/>
        <pc:sldMkLst>
          <pc:docMk/>
          <pc:sldMk cId="1833598263" sldId="334"/>
        </pc:sldMkLst>
      </pc:sldChg>
      <pc:sldChg chg="modSp add mod ord">
        <pc:chgData name="Said Achmad" userId="5d71821f-e4ec-49c0-a52f-549698ea3c81" providerId="ADAL" clId="{F36B1CCA-6ECB-455C-8F88-F7D1FDADB3DB}" dt="2023-11-17T09:12:26.675" v="5738" actId="20577"/>
        <pc:sldMkLst>
          <pc:docMk/>
          <pc:sldMk cId="3681279657" sldId="335"/>
        </pc:sldMkLst>
      </pc:sldChg>
      <pc:sldChg chg="addSp delSp modSp add mod ord">
        <pc:chgData name="Said Achmad" userId="5d71821f-e4ec-49c0-a52f-549698ea3c81" providerId="ADAL" clId="{F36B1CCA-6ECB-455C-8F88-F7D1FDADB3DB}" dt="2023-11-17T09:42:32.503" v="6046" actId="1076"/>
        <pc:sldMkLst>
          <pc:docMk/>
          <pc:sldMk cId="1760058455" sldId="336"/>
        </pc:sldMkLst>
      </pc:sldChg>
      <pc:sldChg chg="addSp delSp modSp add mod ord">
        <pc:chgData name="Said Achmad" userId="5d71821f-e4ec-49c0-a52f-549698ea3c81" providerId="ADAL" clId="{F36B1CCA-6ECB-455C-8F88-F7D1FDADB3DB}" dt="2023-11-17T09:32:03.843" v="5903" actId="1076"/>
        <pc:sldMkLst>
          <pc:docMk/>
          <pc:sldMk cId="3478284968" sldId="337"/>
        </pc:sldMkLst>
      </pc:sldChg>
      <pc:sldChg chg="delSp modSp add del mod">
        <pc:chgData name="Said Achmad" userId="5d71821f-e4ec-49c0-a52f-549698ea3c81" providerId="ADAL" clId="{F36B1CCA-6ECB-455C-8F88-F7D1FDADB3DB}" dt="2023-11-17T09:41:24.122" v="6039" actId="47"/>
        <pc:sldMkLst>
          <pc:docMk/>
          <pc:sldMk cId="2792350168" sldId="338"/>
        </pc:sldMkLst>
      </pc:sldChg>
      <pc:sldChg chg="delSp modSp add mod">
        <pc:chgData name="Said Achmad" userId="5d71821f-e4ec-49c0-a52f-549698ea3c81" providerId="ADAL" clId="{F36B1CCA-6ECB-455C-8F88-F7D1FDADB3DB}" dt="2023-11-17T09:41:05.197" v="6038" actId="14100"/>
        <pc:sldMkLst>
          <pc:docMk/>
          <pc:sldMk cId="3607374767" sldId="339"/>
        </pc:sldMkLst>
      </pc:sldChg>
      <pc:sldChg chg="modSp mod modClrScheme chgLayout">
        <pc:chgData name="Said Achmad" userId="5d71821f-e4ec-49c0-a52f-549698ea3c81" providerId="ADAL" clId="{F36B1CCA-6ECB-455C-8F88-F7D1FDADB3DB}" dt="2023-11-21T09:21:50.888" v="7178" actId="700"/>
        <pc:sldMkLst>
          <pc:docMk/>
          <pc:sldMk cId="1205953113" sldId="340"/>
        </pc:sldMkLst>
      </pc:sldChg>
      <pc:sldChg chg="modSp mod ord modClrScheme chgLayout">
        <pc:chgData name="Said Achmad" userId="5d71821f-e4ec-49c0-a52f-549698ea3c81" providerId="ADAL" clId="{F36B1CCA-6ECB-455C-8F88-F7D1FDADB3DB}" dt="2023-11-21T09:21:56.968" v="7179" actId="700"/>
        <pc:sldMkLst>
          <pc:docMk/>
          <pc:sldMk cId="1543195854" sldId="346"/>
        </pc:sldMkLst>
      </pc:sldChg>
      <pc:sldChg chg="ord">
        <pc:chgData name="Said Achmad" userId="5d71821f-e4ec-49c0-a52f-549698ea3c81" providerId="ADAL" clId="{F36B1CCA-6ECB-455C-8F88-F7D1FDADB3DB}" dt="2023-11-21T09:21:42.216" v="7177"/>
        <pc:sldMkLst>
          <pc:docMk/>
          <pc:sldMk cId="3755900176" sldId="349"/>
        </pc:sldMkLst>
      </pc:sldChg>
      <pc:sldChg chg="modSp mod ord">
        <pc:chgData name="Said Achmad" userId="5d71821f-e4ec-49c0-a52f-549698ea3c81" providerId="ADAL" clId="{F36B1CCA-6ECB-455C-8F88-F7D1FDADB3DB}" dt="2023-11-21T09:21:42.216" v="7177"/>
        <pc:sldMkLst>
          <pc:docMk/>
          <pc:sldMk cId="217369932" sldId="350"/>
        </pc:sldMkLst>
      </pc:sldChg>
      <pc:sldChg chg="del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1770608999" sldId="351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2936184470" sldId="352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668783331" sldId="353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370634154" sldId="354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842731939" sldId="355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792014566" sldId="356"/>
        </pc:sldMkLst>
      </pc:sldChg>
      <pc:sldChg chg="add del ord">
        <pc:chgData name="Said Achmad" userId="5d71821f-e4ec-49c0-a52f-549698ea3c81" providerId="ADAL" clId="{F36B1CCA-6ECB-455C-8F88-F7D1FDADB3DB}" dt="2023-11-21T08:59:55.502" v="6906" actId="47"/>
        <pc:sldMkLst>
          <pc:docMk/>
          <pc:sldMk cId="3053350748" sldId="357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657757739" sldId="358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2262753512" sldId="359"/>
        </pc:sldMkLst>
      </pc:sldChg>
      <pc:sldChg chg="modSp add mod">
        <pc:chgData name="Said Achmad" userId="5d71821f-e4ec-49c0-a52f-549698ea3c81" providerId="ADAL" clId="{F36B1CCA-6ECB-455C-8F88-F7D1FDADB3DB}" dt="2023-11-21T09:49:52.135" v="7482" actId="14100"/>
        <pc:sldMkLst>
          <pc:docMk/>
          <pc:sldMk cId="1596846066" sldId="360"/>
        </pc:sldMkLst>
      </pc:sldChg>
    </pc:docChg>
  </pc:docChgLst>
  <pc:docChgLst>
    <pc:chgData name="Said Achmad" userId="5d71821f-e4ec-49c0-a52f-549698ea3c81" providerId="ADAL" clId="{CF650702-EC09-4DE5-BC17-9C839DCD83F3}"/>
    <pc:docChg chg="undo redo custSel addSld delSld modSld">
      <pc:chgData name="Said Achmad" userId="5d71821f-e4ec-49c0-a52f-549698ea3c81" providerId="ADAL" clId="{CF650702-EC09-4DE5-BC17-9C839DCD83F3}" dt="2023-11-23T09:06:41.356" v="780" actId="20577"/>
      <pc:docMkLst>
        <pc:docMk/>
      </pc:docMkLst>
      <pc:sldChg chg="modSp mod">
        <pc:chgData name="Said Achmad" userId="5d71821f-e4ec-49c0-a52f-549698ea3c81" providerId="ADAL" clId="{CF650702-EC09-4DE5-BC17-9C839DCD83F3}" dt="2023-11-21T10:01:47.328" v="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CF650702-EC09-4DE5-BC17-9C839DCD83F3}" dt="2023-11-23T09:05:58.176" v="770"/>
        <pc:sldMkLst>
          <pc:docMk/>
          <pc:sldMk cId="3724825567" sldId="260"/>
        </pc:sldMkLst>
      </pc:sldChg>
      <pc:sldChg chg="del">
        <pc:chgData name="Said Achmad" userId="5d71821f-e4ec-49c0-a52f-549698ea3c81" providerId="ADAL" clId="{CF650702-EC09-4DE5-BC17-9C839DCD83F3}" dt="2023-11-21T10:02:01.356" v="34" actId="4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CF650702-EC09-4DE5-BC17-9C839DCD83F3}" dt="2023-11-21T10:02:06.367" v="42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CF650702-EC09-4DE5-BC17-9C839DCD83F3}" dt="2023-11-23T09:05:35.445" v="769"/>
        <pc:sldMkLst>
          <pc:docMk/>
          <pc:sldMk cId="3500018930" sldId="278"/>
        </pc:sldMkLst>
      </pc:sldChg>
      <pc:sldChg chg="addSp delSp modSp mod">
        <pc:chgData name="Said Achmad" userId="5d71821f-e4ec-49c0-a52f-549698ea3c81" providerId="ADAL" clId="{CF650702-EC09-4DE5-BC17-9C839DCD83F3}" dt="2023-11-23T09:03:27.247" v="755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CF650702-EC09-4DE5-BC17-9C839DCD83F3}" dt="2023-11-23T07:24:18.813" v="78" actId="20577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CF650702-EC09-4DE5-BC17-9C839DCD83F3}" dt="2023-11-23T07:14:56.888" v="71" actId="948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CF650702-EC09-4DE5-BC17-9C839DCD83F3}" dt="2023-11-23T07:45:39.502" v="262" actId="20577"/>
        <pc:sldMkLst>
          <pc:docMk/>
          <pc:sldMk cId="4290244695" sldId="330"/>
        </pc:sldMkLst>
      </pc:sldChg>
      <pc:sldChg chg="addSp delSp modSp mod">
        <pc:chgData name="Said Achmad" userId="5d71821f-e4ec-49c0-a52f-549698ea3c81" providerId="ADAL" clId="{CF650702-EC09-4DE5-BC17-9C839DCD83F3}" dt="2023-11-23T07:49:41.599" v="293" actId="948"/>
        <pc:sldMkLst>
          <pc:docMk/>
          <pc:sldMk cId="1207625032" sldId="331"/>
        </pc:sldMkLst>
      </pc:sldChg>
      <pc:sldChg chg="modSp mod">
        <pc:chgData name="Said Achmad" userId="5d71821f-e4ec-49c0-a52f-549698ea3c81" providerId="ADAL" clId="{CF650702-EC09-4DE5-BC17-9C839DCD83F3}" dt="2023-11-23T08:01:11.738" v="335" actId="20577"/>
        <pc:sldMkLst>
          <pc:docMk/>
          <pc:sldMk cId="1180352207" sldId="332"/>
        </pc:sldMkLst>
      </pc:sldChg>
      <pc:sldChg chg="addSp delSp modSp mod">
        <pc:chgData name="Said Achmad" userId="5d71821f-e4ec-49c0-a52f-549698ea3c81" providerId="ADAL" clId="{CF650702-EC09-4DE5-BC17-9C839DCD83F3}" dt="2023-11-23T08:19:59.213" v="474" actId="12"/>
        <pc:sldMkLst>
          <pc:docMk/>
          <pc:sldMk cId="1833598263" sldId="334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81279657" sldId="335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1760058455" sldId="336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478284968" sldId="337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07374767" sldId="339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205953113" sldId="340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677166980" sldId="341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78608817" sldId="342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580747" sldId="343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4191712453" sldId="344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280175106" sldId="345"/>
        </pc:sldMkLst>
      </pc:sldChg>
      <pc:sldChg chg="modSp mod">
        <pc:chgData name="Said Achmad" userId="5d71821f-e4ec-49c0-a52f-549698ea3c81" providerId="ADAL" clId="{CF650702-EC09-4DE5-BC17-9C839DCD83F3}" dt="2023-11-23T08:43:30.325" v="570"/>
        <pc:sldMkLst>
          <pc:docMk/>
          <pc:sldMk cId="1543195854" sldId="346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60394193" sldId="348"/>
        </pc:sldMkLst>
      </pc:sldChg>
      <pc:sldChg chg="modSp mod">
        <pc:chgData name="Said Achmad" userId="5d71821f-e4ec-49c0-a52f-549698ea3c81" providerId="ADAL" clId="{CF650702-EC09-4DE5-BC17-9C839DCD83F3}" dt="2023-11-23T08:47:34.187" v="610" actId="6549"/>
        <pc:sldMkLst>
          <pc:docMk/>
          <pc:sldMk cId="217369932" sldId="350"/>
        </pc:sldMkLst>
      </pc:sldChg>
      <pc:sldChg chg="del">
        <pc:chgData name="Said Achmad" userId="5d71821f-e4ec-49c0-a52f-549698ea3c81" providerId="ADAL" clId="{CF650702-EC09-4DE5-BC17-9C839DCD83F3}" dt="2023-11-23T08:47:36.494" v="611" actId="47"/>
        <pc:sldMkLst>
          <pc:docMk/>
          <pc:sldMk cId="1770608999" sldId="351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936184470" sldId="352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68783331" sldId="353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370634154" sldId="354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842731939" sldId="355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792014566" sldId="356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57757739" sldId="358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262753512" sldId="359"/>
        </pc:sldMkLst>
      </pc:sldChg>
      <pc:sldChg chg="del">
        <pc:chgData name="Said Achmad" userId="5d71821f-e4ec-49c0-a52f-549698ea3c81" providerId="ADAL" clId="{CF650702-EC09-4DE5-BC17-9C839DCD83F3}" dt="2023-11-23T09:03:39.328" v="756" actId="2696"/>
        <pc:sldMkLst>
          <pc:docMk/>
          <pc:sldMk cId="1596846066" sldId="360"/>
        </pc:sldMkLst>
      </pc:sldChg>
      <pc:sldChg chg="addSp delSp modSp add mod">
        <pc:chgData name="Said Achmad" userId="5d71821f-e4ec-49c0-a52f-549698ea3c81" providerId="ADAL" clId="{CF650702-EC09-4DE5-BC17-9C839DCD83F3}" dt="2023-11-23T07:49:12.965" v="289" actId="14100"/>
        <pc:sldMkLst>
          <pc:docMk/>
          <pc:sldMk cId="4197721224" sldId="361"/>
        </pc:sldMkLst>
      </pc:sldChg>
      <pc:sldChg chg="modSp add mod">
        <pc:chgData name="Said Achmad" userId="5d71821f-e4ec-49c0-a52f-549698ea3c81" providerId="ADAL" clId="{CF650702-EC09-4DE5-BC17-9C839DCD83F3}" dt="2023-11-23T08:39:49.540" v="568"/>
        <pc:sldMkLst>
          <pc:docMk/>
          <pc:sldMk cId="3827795672" sldId="362"/>
        </pc:sldMkLst>
      </pc:sldChg>
      <pc:sldChg chg="modSp add mod">
        <pc:chgData name="Said Achmad" userId="5d71821f-e4ec-49c0-a52f-549698ea3c81" providerId="ADAL" clId="{CF650702-EC09-4DE5-BC17-9C839DCD83F3}" dt="2023-11-23T08:25:38.149" v="518" actId="6549"/>
        <pc:sldMkLst>
          <pc:docMk/>
          <pc:sldMk cId="2054260488" sldId="363"/>
        </pc:sldMkLst>
      </pc:sldChg>
      <pc:sldChg chg="modSp add mod">
        <pc:chgData name="Said Achmad" userId="5d71821f-e4ec-49c0-a52f-549698ea3c81" providerId="ADAL" clId="{CF650702-EC09-4DE5-BC17-9C839DCD83F3}" dt="2023-11-23T08:29:42.946" v="566" actId="20577"/>
        <pc:sldMkLst>
          <pc:docMk/>
          <pc:sldMk cId="4201169138" sldId="364"/>
        </pc:sldMkLst>
      </pc:sldChg>
      <pc:sldChg chg="modSp add mod">
        <pc:chgData name="Said Achmad" userId="5d71821f-e4ec-49c0-a52f-549698ea3c81" providerId="ADAL" clId="{CF650702-EC09-4DE5-BC17-9C839DCD83F3}" dt="2023-11-23T08:29:10.258" v="558" actId="20577"/>
        <pc:sldMkLst>
          <pc:docMk/>
          <pc:sldMk cId="4076380990" sldId="365"/>
        </pc:sldMkLst>
      </pc:sldChg>
      <pc:sldChg chg="modSp add mod">
        <pc:chgData name="Said Achmad" userId="5d71821f-e4ec-49c0-a52f-549698ea3c81" providerId="ADAL" clId="{CF650702-EC09-4DE5-BC17-9C839DCD83F3}" dt="2023-11-23T08:29:18.262" v="560" actId="14100"/>
        <pc:sldMkLst>
          <pc:docMk/>
          <pc:sldMk cId="1137824534" sldId="366"/>
        </pc:sldMkLst>
      </pc:sldChg>
      <pc:sldChg chg="modSp add mod">
        <pc:chgData name="Said Achmad" userId="5d71821f-e4ec-49c0-a52f-549698ea3c81" providerId="ADAL" clId="{CF650702-EC09-4DE5-BC17-9C839DCD83F3}" dt="2023-11-23T08:54:05.293" v="657" actId="20577"/>
        <pc:sldMkLst>
          <pc:docMk/>
          <pc:sldMk cId="499944814" sldId="367"/>
        </pc:sldMkLst>
      </pc:sldChg>
      <pc:sldChg chg="modSp add mod">
        <pc:chgData name="Said Achmad" userId="5d71821f-e4ec-49c0-a52f-549698ea3c81" providerId="ADAL" clId="{CF650702-EC09-4DE5-BC17-9C839DCD83F3}" dt="2023-11-23T08:55:14.001" v="668" actId="20577"/>
        <pc:sldMkLst>
          <pc:docMk/>
          <pc:sldMk cId="1457451149" sldId="368"/>
        </pc:sldMkLst>
      </pc:sldChg>
      <pc:sldChg chg="modSp add mod">
        <pc:chgData name="Said Achmad" userId="5d71821f-e4ec-49c0-a52f-549698ea3c81" providerId="ADAL" clId="{CF650702-EC09-4DE5-BC17-9C839DCD83F3}" dt="2023-11-23T09:06:29.495" v="772" actId="20577"/>
        <pc:sldMkLst>
          <pc:docMk/>
          <pc:sldMk cId="444908579" sldId="369"/>
        </pc:sldMkLst>
      </pc:sldChg>
      <pc:sldChg chg="modSp add mod">
        <pc:chgData name="Said Achmad" userId="5d71821f-e4ec-49c0-a52f-549698ea3c81" providerId="ADAL" clId="{CF650702-EC09-4DE5-BC17-9C839DCD83F3}" dt="2023-11-23T09:06:37.543" v="778" actId="20577"/>
        <pc:sldMkLst>
          <pc:docMk/>
          <pc:sldMk cId="41444787" sldId="370"/>
        </pc:sldMkLst>
      </pc:sldChg>
      <pc:sldChg chg="modSp add mod">
        <pc:chgData name="Said Achmad" userId="5d71821f-e4ec-49c0-a52f-549698ea3c81" providerId="ADAL" clId="{CF650702-EC09-4DE5-BC17-9C839DCD83F3}" dt="2023-11-23T09:06:41.356" v="780" actId="20577"/>
        <pc:sldMkLst>
          <pc:docMk/>
          <pc:sldMk cId="1910098967" sldId="371"/>
        </pc:sldMkLst>
      </pc:sldChg>
    </pc:docChg>
  </pc:docChgLst>
  <pc:docChgLst>
    <pc:chgData name="Said Achmad" userId="5d71821f-e4ec-49c0-a52f-549698ea3c81" providerId="ADAL" clId="{27DBDEE5-8CF2-4A77-B2C5-09AFB6541672}"/>
    <pc:docChg chg="undo redo custSel addSld delSld modSld sldOrd">
      <pc:chgData name="Said Achmad" userId="5d71821f-e4ec-49c0-a52f-549698ea3c81" providerId="ADAL" clId="{27DBDEE5-8CF2-4A77-B2C5-09AFB6541672}" dt="2023-11-24T10:46:10.621" v="2314" actId="47"/>
      <pc:docMkLst>
        <pc:docMk/>
      </pc:docMkLst>
      <pc:sldChg chg="modSp mod">
        <pc:chgData name="Said Achmad" userId="5d71821f-e4ec-49c0-a52f-549698ea3c81" providerId="ADAL" clId="{27DBDEE5-8CF2-4A77-B2C5-09AFB6541672}" dt="2023-11-24T07:41:07.565" v="156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7DBDEE5-8CF2-4A77-B2C5-09AFB6541672}" dt="2023-11-24T10:45:48.240" v="2313" actId="20577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27DBDEE5-8CF2-4A77-B2C5-09AFB6541672}" dt="2023-11-24T06:21:27.522" v="511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27DBDEE5-8CF2-4A77-B2C5-09AFB6541672}" dt="2023-11-24T10:44:52.854" v="2309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27DBDEE5-8CF2-4A77-B2C5-09AFB6541672}" dt="2023-11-24T10:42:52.742" v="2289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27DBDEE5-8CF2-4A77-B2C5-09AFB6541672}" dt="2023-11-24T10:18:01.759" v="2050"/>
        <pc:sldMkLst>
          <pc:docMk/>
          <pc:sldMk cId="2775010017" sldId="300"/>
        </pc:sldMkLst>
      </pc:sldChg>
      <pc:sldChg chg="del ord">
        <pc:chgData name="Said Achmad" userId="5d71821f-e4ec-49c0-a52f-549698ea3c81" providerId="ADAL" clId="{27DBDEE5-8CF2-4A77-B2C5-09AFB6541672}" dt="2023-11-24T06:23:14.455" v="521" actId="47"/>
        <pc:sldMkLst>
          <pc:docMk/>
          <pc:sldMk cId="2653283716" sldId="316"/>
        </pc:sldMkLst>
      </pc:sldChg>
      <pc:sldChg chg="modSp mod">
        <pc:chgData name="Said Achmad" userId="5d71821f-e4ec-49c0-a52f-549698ea3c81" providerId="ADAL" clId="{27DBDEE5-8CF2-4A77-B2C5-09AFB6541672}" dt="2023-11-24T03:44:53.332" v="49" actId="20577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27DBDEE5-8CF2-4A77-B2C5-09AFB6541672}" dt="2023-11-24T07:33:43.474" v="1543" actId="14100"/>
        <pc:sldMkLst>
          <pc:docMk/>
          <pc:sldMk cId="4290244695" sldId="330"/>
        </pc:sldMkLst>
      </pc:sldChg>
      <pc:sldChg chg="addSp delSp modSp mod modNotesTx">
        <pc:chgData name="Said Achmad" userId="5d71821f-e4ec-49c0-a52f-549698ea3c81" providerId="ADAL" clId="{27DBDEE5-8CF2-4A77-B2C5-09AFB6541672}" dt="2023-11-24T06:58:01.666" v="1111" actId="6549"/>
        <pc:sldMkLst>
          <pc:docMk/>
          <pc:sldMk cId="1207625032" sldId="331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80352207" sldId="33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833598263" sldId="334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543195854" sldId="346"/>
        </pc:sldMkLst>
      </pc:sldChg>
      <pc:sldChg chg="addSp delSp del mod">
        <pc:chgData name="Said Achmad" userId="5d71821f-e4ec-49c0-a52f-549698ea3c81" providerId="ADAL" clId="{27DBDEE5-8CF2-4A77-B2C5-09AFB6541672}" dt="2023-11-24T07:35:39.935" v="1544" actId="47"/>
        <pc:sldMkLst>
          <pc:docMk/>
          <pc:sldMk cId="3755900176" sldId="34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217369932" sldId="350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197721224" sldId="361"/>
        </pc:sldMkLst>
      </pc:sldChg>
      <pc:sldChg chg="modSp del mod">
        <pc:chgData name="Said Achmad" userId="5d71821f-e4ec-49c0-a52f-549698ea3c81" providerId="ADAL" clId="{27DBDEE5-8CF2-4A77-B2C5-09AFB6541672}" dt="2023-11-24T07:20:41.040" v="1308" actId="47"/>
        <pc:sldMkLst>
          <pc:docMk/>
          <pc:sldMk cId="3827795672" sldId="36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2054260488" sldId="363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201169138" sldId="364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076380990" sldId="365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37824534" sldId="366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99944814" sldId="367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457451149" sldId="368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44908579" sldId="36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1444787" sldId="370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910098967" sldId="371"/>
        </pc:sldMkLst>
      </pc:sldChg>
      <pc:sldChg chg="addSp delSp modSp add mod">
        <pc:chgData name="Said Achmad" userId="5d71821f-e4ec-49c0-a52f-549698ea3c81" providerId="ADAL" clId="{27DBDEE5-8CF2-4A77-B2C5-09AFB6541672}" dt="2023-11-24T04:02:19.911" v="158" actId="1076"/>
        <pc:sldMkLst>
          <pc:docMk/>
          <pc:sldMk cId="3421159831" sldId="372"/>
        </pc:sldMkLst>
      </pc:sldChg>
      <pc:sldChg chg="addSp delSp modSp add mod">
        <pc:chgData name="Said Achmad" userId="5d71821f-e4ec-49c0-a52f-549698ea3c81" providerId="ADAL" clId="{27DBDEE5-8CF2-4A77-B2C5-09AFB6541672}" dt="2023-11-24T04:07:46.861" v="220" actId="20577"/>
        <pc:sldMkLst>
          <pc:docMk/>
          <pc:sldMk cId="1066974940" sldId="373"/>
        </pc:sldMkLst>
      </pc:sldChg>
      <pc:sldChg chg="modSp add mod ord">
        <pc:chgData name="Said Achmad" userId="5d71821f-e4ec-49c0-a52f-549698ea3c81" providerId="ADAL" clId="{27DBDEE5-8CF2-4A77-B2C5-09AFB6541672}" dt="2023-11-24T04:13:53.749" v="274" actId="20577"/>
        <pc:sldMkLst>
          <pc:docMk/>
          <pc:sldMk cId="559514547" sldId="374"/>
        </pc:sldMkLst>
      </pc:sldChg>
      <pc:sldChg chg="addSp delSp modSp add mod">
        <pc:chgData name="Said Achmad" userId="5d71821f-e4ec-49c0-a52f-549698ea3c81" providerId="ADAL" clId="{27DBDEE5-8CF2-4A77-B2C5-09AFB6541672}" dt="2023-11-24T04:25:06.958" v="419" actId="20577"/>
        <pc:sldMkLst>
          <pc:docMk/>
          <pc:sldMk cId="971364835" sldId="375"/>
        </pc:sldMkLst>
      </pc:sldChg>
      <pc:sldChg chg="modSp add mod">
        <pc:chgData name="Said Achmad" userId="5d71821f-e4ec-49c0-a52f-549698ea3c81" providerId="ADAL" clId="{27DBDEE5-8CF2-4A77-B2C5-09AFB6541672}" dt="2023-11-24T04:26:24.602" v="433" actId="20577"/>
        <pc:sldMkLst>
          <pc:docMk/>
          <pc:sldMk cId="2337170577" sldId="376"/>
        </pc:sldMkLst>
      </pc:sldChg>
      <pc:sldChg chg="modSp add mod">
        <pc:chgData name="Said Achmad" userId="5d71821f-e4ec-49c0-a52f-549698ea3c81" providerId="ADAL" clId="{27DBDEE5-8CF2-4A77-B2C5-09AFB6541672}" dt="2023-11-24T04:31:35.720" v="467" actId="20577"/>
        <pc:sldMkLst>
          <pc:docMk/>
          <pc:sldMk cId="1585010774" sldId="377"/>
        </pc:sldMkLst>
      </pc:sldChg>
      <pc:sldChg chg="modSp add mod">
        <pc:chgData name="Said Achmad" userId="5d71821f-e4ec-49c0-a52f-549698ea3c81" providerId="ADAL" clId="{27DBDEE5-8CF2-4A77-B2C5-09AFB6541672}" dt="2023-11-24T06:18:48.494" v="505" actId="404"/>
        <pc:sldMkLst>
          <pc:docMk/>
          <pc:sldMk cId="3461000398" sldId="378"/>
        </pc:sldMkLst>
      </pc:sldChg>
      <pc:sldChg chg="addSp modSp add mod ord">
        <pc:chgData name="Said Achmad" userId="5d71821f-e4ec-49c0-a52f-549698ea3c81" providerId="ADAL" clId="{27DBDEE5-8CF2-4A77-B2C5-09AFB6541672}" dt="2023-11-24T07:21:42.900" v="1311" actId="1076"/>
        <pc:sldMkLst>
          <pc:docMk/>
          <pc:sldMk cId="2455152618" sldId="379"/>
        </pc:sldMkLst>
      </pc:sldChg>
      <pc:sldChg chg="delSp modSp add mod">
        <pc:chgData name="Said Achmad" userId="5d71821f-e4ec-49c0-a52f-549698ea3c81" providerId="ADAL" clId="{27DBDEE5-8CF2-4A77-B2C5-09AFB6541672}" dt="2023-11-24T07:18:30.809" v="1307" actId="14100"/>
        <pc:sldMkLst>
          <pc:docMk/>
          <pc:sldMk cId="3904763641" sldId="380"/>
        </pc:sldMkLst>
      </pc:sldChg>
      <pc:sldChg chg="addSp modSp add mod">
        <pc:chgData name="Said Achmad" userId="5d71821f-e4ec-49c0-a52f-549698ea3c81" providerId="ADAL" clId="{27DBDEE5-8CF2-4A77-B2C5-09AFB6541672}" dt="2023-11-24T07:27:57.473" v="1446" actId="1076"/>
        <pc:sldMkLst>
          <pc:docMk/>
          <pc:sldMk cId="1797604658" sldId="381"/>
        </pc:sldMkLst>
      </pc:sldChg>
      <pc:sldChg chg="modSp add del mod ord">
        <pc:chgData name="Said Achmad" userId="5d71821f-e4ec-49c0-a52f-549698ea3c81" providerId="ADAL" clId="{27DBDEE5-8CF2-4A77-B2C5-09AFB6541672}" dt="2023-11-24T10:46:10.621" v="2314" actId="47"/>
        <pc:sldMkLst>
          <pc:docMk/>
          <pc:sldMk cId="193981811" sldId="382"/>
        </pc:sldMkLst>
      </pc:sldChg>
      <pc:sldChg chg="add del">
        <pc:chgData name="Said Achmad" userId="5d71821f-e4ec-49c0-a52f-549698ea3c81" providerId="ADAL" clId="{27DBDEE5-8CF2-4A77-B2C5-09AFB6541672}" dt="2023-11-24T07:39:19.608" v="1546" actId="2890"/>
        <pc:sldMkLst>
          <pc:docMk/>
          <pc:sldMk cId="2243298438" sldId="382"/>
        </pc:sldMkLst>
      </pc:sldChg>
      <pc:sldChg chg="addSp delSp modSp add mod ord">
        <pc:chgData name="Said Achmad" userId="5d71821f-e4ec-49c0-a52f-549698ea3c81" providerId="ADAL" clId="{27DBDEE5-8CF2-4A77-B2C5-09AFB6541672}" dt="2023-11-24T09:47:06.514" v="1779"/>
        <pc:sldMkLst>
          <pc:docMk/>
          <pc:sldMk cId="1799079626" sldId="383"/>
        </pc:sldMkLst>
      </pc:sldChg>
      <pc:sldChg chg="addSp delSp modSp add mod">
        <pc:chgData name="Said Achmad" userId="5d71821f-e4ec-49c0-a52f-549698ea3c81" providerId="ADAL" clId="{27DBDEE5-8CF2-4A77-B2C5-09AFB6541672}" dt="2023-11-24T09:59:45.884" v="1927" actId="20577"/>
        <pc:sldMkLst>
          <pc:docMk/>
          <pc:sldMk cId="2402896251" sldId="384"/>
        </pc:sldMkLst>
      </pc:sldChg>
      <pc:sldChg chg="modSp add mod ord">
        <pc:chgData name="Said Achmad" userId="5d71821f-e4ec-49c0-a52f-549698ea3c81" providerId="ADAL" clId="{27DBDEE5-8CF2-4A77-B2C5-09AFB6541672}" dt="2023-11-24T10:16:55.726" v="2041"/>
        <pc:sldMkLst>
          <pc:docMk/>
          <pc:sldMk cId="2203387608" sldId="385"/>
        </pc:sldMkLst>
      </pc:sldChg>
      <pc:sldChg chg="add del">
        <pc:chgData name="Said Achmad" userId="5d71821f-e4ec-49c0-a52f-549698ea3c81" providerId="ADAL" clId="{27DBDEE5-8CF2-4A77-B2C5-09AFB6541672}" dt="2023-11-24T10:17:52.167" v="2049" actId="47"/>
        <pc:sldMkLst>
          <pc:docMk/>
          <pc:sldMk cId="698630198" sldId="386"/>
        </pc:sldMkLst>
      </pc:sldChg>
      <pc:sldChg chg="modSp add mod ord">
        <pc:chgData name="Said Achmad" userId="5d71821f-e4ec-49c0-a52f-549698ea3c81" providerId="ADAL" clId="{27DBDEE5-8CF2-4A77-B2C5-09AFB6541672}" dt="2023-11-24T10:17:49.919" v="2048"/>
        <pc:sldMkLst>
          <pc:docMk/>
          <pc:sldMk cId="3553207723" sldId="387"/>
        </pc:sldMkLst>
      </pc:sldChg>
      <pc:sldChg chg="modSp add mod ord">
        <pc:chgData name="Said Achmad" userId="5d71821f-e4ec-49c0-a52f-549698ea3c81" providerId="ADAL" clId="{27DBDEE5-8CF2-4A77-B2C5-09AFB6541672}" dt="2023-11-24T10:24:33.122" v="2094" actId="21"/>
        <pc:sldMkLst>
          <pc:docMk/>
          <pc:sldMk cId="3181591738" sldId="388"/>
        </pc:sldMkLst>
      </pc:sldChg>
      <pc:sldChg chg="modSp add del mod">
        <pc:chgData name="Said Achmad" userId="5d71821f-e4ec-49c0-a52f-549698ea3c81" providerId="ADAL" clId="{27DBDEE5-8CF2-4A77-B2C5-09AFB6541672}" dt="2023-11-24T10:24:40.976" v="2096" actId="47"/>
        <pc:sldMkLst>
          <pc:docMk/>
          <pc:sldMk cId="84514500" sldId="389"/>
        </pc:sldMkLst>
      </pc:sldChg>
      <pc:sldChg chg="modSp add mod">
        <pc:chgData name="Said Achmad" userId="5d71821f-e4ec-49c0-a52f-549698ea3c81" providerId="ADAL" clId="{27DBDEE5-8CF2-4A77-B2C5-09AFB6541672}" dt="2023-11-24T10:34:54.153" v="2266" actId="1076"/>
        <pc:sldMkLst>
          <pc:docMk/>
          <pc:sldMk cId="844613518" sldId="390"/>
        </pc:sldMkLst>
      </pc:sldChg>
      <pc:sldChg chg="add">
        <pc:chgData name="Said Achmad" userId="5d71821f-e4ec-49c0-a52f-549698ea3c81" providerId="ADAL" clId="{27DBDEE5-8CF2-4A77-B2C5-09AFB6541672}" dt="2023-11-24T10:25:57.907" v="2110" actId="2890"/>
        <pc:sldMkLst>
          <pc:docMk/>
          <pc:sldMk cId="2453705322" sldId="391"/>
        </pc:sldMkLst>
      </pc:sldChg>
      <pc:sldChg chg="add">
        <pc:chgData name="Said Achmad" userId="5d71821f-e4ec-49c0-a52f-549698ea3c81" providerId="ADAL" clId="{27DBDEE5-8CF2-4A77-B2C5-09AFB6541672}" dt="2023-11-24T10:29:15.913" v="2169" actId="2890"/>
        <pc:sldMkLst>
          <pc:docMk/>
          <pc:sldMk cId="717374847" sldId="392"/>
        </pc:sldMkLst>
      </pc:sldChg>
      <pc:sldChg chg="add">
        <pc:chgData name="Said Achmad" userId="5d71821f-e4ec-49c0-a52f-549698ea3c81" providerId="ADAL" clId="{27DBDEE5-8CF2-4A77-B2C5-09AFB6541672}" dt="2023-11-24T10:32:09.455" v="2233" actId="2890"/>
        <pc:sldMkLst>
          <pc:docMk/>
          <pc:sldMk cId="3485319871" sldId="393"/>
        </pc:sldMkLst>
      </pc:sldChg>
    </pc:docChg>
  </pc:docChgLst>
  <pc:docChgLst>
    <pc:chgData name="Said Achmad" userId="5d71821f-e4ec-49c0-a52f-549698ea3c81" providerId="ADAL" clId="{28A38233-3362-4245-8B6F-E5E136D4C08A}"/>
    <pc:docChg chg="undo custSel addSld modSld sldOrd">
      <pc:chgData name="Said Achmad" userId="5d71821f-e4ec-49c0-a52f-549698ea3c81" providerId="ADAL" clId="{28A38233-3362-4245-8B6F-E5E136D4C08A}" dt="2023-12-07T07:07:29.556" v="13" actId="20577"/>
      <pc:docMkLst>
        <pc:docMk/>
      </pc:docMkLst>
      <pc:sldChg chg="modSp add mod ord">
        <pc:chgData name="Said Achmad" userId="5d71821f-e4ec-49c0-a52f-549698ea3c81" providerId="ADAL" clId="{28A38233-3362-4245-8B6F-E5E136D4C08A}" dt="2023-12-07T06:26:44.458" v="6"/>
        <pc:sldMkLst>
          <pc:docMk/>
          <pc:sldMk cId="783756021" sldId="405"/>
        </pc:sldMkLst>
      </pc:sldChg>
      <pc:sldChg chg="modSp add mod ord">
        <pc:chgData name="Said Achmad" userId="5d71821f-e4ec-49c0-a52f-549698ea3c81" providerId="ADAL" clId="{28A38233-3362-4245-8B6F-E5E136D4C08A}" dt="2023-12-07T07:07:29.556" v="13" actId="20577"/>
        <pc:sldMkLst>
          <pc:docMk/>
          <pc:sldMk cId="1465955659" sldId="406"/>
        </pc:sldMkLst>
      </pc:sldChg>
    </pc:docChg>
  </pc:docChgLst>
  <pc:docChgLst>
    <pc:chgData name="Said Achmad" userId="5d71821f-e4ec-49c0-a52f-549698ea3c81" providerId="ADAL" clId="{28473B1F-AC4B-4EA4-916B-9AC9E64E196F}"/>
    <pc:docChg chg="undo custSel addSld delSld modSld sldOrd">
      <pc:chgData name="Said Achmad" userId="5d71821f-e4ec-49c0-a52f-549698ea3c81" providerId="ADAL" clId="{28473B1F-AC4B-4EA4-916B-9AC9E64E196F}" dt="2023-12-08T08:49:24.736" v="633"/>
      <pc:docMkLst>
        <pc:docMk/>
      </pc:docMkLst>
      <pc:sldChg chg="modSp mod">
        <pc:chgData name="Said Achmad" userId="5d71821f-e4ec-49c0-a52f-549698ea3c81" providerId="ADAL" clId="{28473B1F-AC4B-4EA4-916B-9AC9E64E196F}" dt="2023-12-08T08:31:02.914" v="600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8473B1F-AC4B-4EA4-916B-9AC9E64E196F}" dt="2023-12-08T08:49:24.736" v="633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28473B1F-AC4B-4EA4-916B-9AC9E64E196F}" dt="2023-12-08T08:23:26.040" v="494" actId="20577"/>
        <pc:sldMkLst>
          <pc:docMk/>
          <pc:sldMk cId="1140565605" sldId="403"/>
        </pc:sldMkLst>
      </pc:sldChg>
      <pc:sldChg chg="del">
        <pc:chgData name="Said Achmad" userId="5d71821f-e4ec-49c0-a52f-549698ea3c81" providerId="ADAL" clId="{28473B1F-AC4B-4EA4-916B-9AC9E64E196F}" dt="2023-12-08T08:25:47.918" v="583" actId="47"/>
        <pc:sldMkLst>
          <pc:docMk/>
          <pc:sldMk cId="1465955659" sldId="406"/>
        </pc:sldMkLst>
      </pc:sldChg>
      <pc:sldChg chg="modSp add mod ord">
        <pc:chgData name="Said Achmad" userId="5d71821f-e4ec-49c0-a52f-549698ea3c81" providerId="ADAL" clId="{28473B1F-AC4B-4EA4-916B-9AC9E64E196F}" dt="2023-12-08T07:57:08.732" v="63" actId="20577"/>
        <pc:sldMkLst>
          <pc:docMk/>
          <pc:sldMk cId="1101769962" sldId="407"/>
        </pc:sldMkLst>
      </pc:sldChg>
      <pc:sldChg chg="addSp delSp modSp add mod ord">
        <pc:chgData name="Said Achmad" userId="5d71821f-e4ec-49c0-a52f-549698ea3c81" providerId="ADAL" clId="{28473B1F-AC4B-4EA4-916B-9AC9E64E196F}" dt="2023-12-08T08:13:41.975" v="489" actId="20577"/>
        <pc:sldMkLst>
          <pc:docMk/>
          <pc:sldMk cId="3462794510" sldId="408"/>
        </pc:sldMkLst>
      </pc:sldChg>
      <pc:sldChg chg="addSp delSp modSp add mod">
        <pc:chgData name="Said Achmad" userId="5d71821f-e4ec-49c0-a52f-549698ea3c81" providerId="ADAL" clId="{28473B1F-AC4B-4EA4-916B-9AC9E64E196F}" dt="2023-12-08T08:25:40.974" v="582" actId="14100"/>
        <pc:sldMkLst>
          <pc:docMk/>
          <pc:sldMk cId="825416793" sldId="409"/>
        </pc:sldMkLst>
      </pc:sldChg>
      <pc:sldChg chg="modSp add mod">
        <pc:chgData name="Said Achmad" userId="5d71821f-e4ec-49c0-a52f-549698ea3c81" providerId="ADAL" clId="{28473B1F-AC4B-4EA4-916B-9AC9E64E196F}" dt="2023-12-08T08:43:32.122" v="632" actId="20577"/>
        <pc:sldMkLst>
          <pc:docMk/>
          <pc:sldMk cId="160602893" sldId="410"/>
        </pc:sldMkLst>
      </pc:sldChg>
    </pc:docChg>
  </pc:docChgLst>
  <pc:docChgLst>
    <pc:chgData name="Said Achmad" userId="5d71821f-e4ec-49c0-a52f-549698ea3c81" providerId="ADAL" clId="{ACCB8F31-DC50-4B80-9522-D3FFCEBB1139}"/>
    <pc:docChg chg="undo redo custSel addSld delSld modSld sldOrd">
      <pc:chgData name="Said Achmad" userId="5d71821f-e4ec-49c0-a52f-549698ea3c81" providerId="ADAL" clId="{ACCB8F31-DC50-4B80-9522-D3FFCEBB1139}" dt="2023-10-27T04:14:05.510" v="3486" actId="20577"/>
      <pc:docMkLst>
        <pc:docMk/>
      </pc:docMkLst>
      <pc:sldChg chg="modSp mod">
        <pc:chgData name="Said Achmad" userId="5d71821f-e4ec-49c0-a52f-549698ea3c81" providerId="ADAL" clId="{ACCB8F31-DC50-4B80-9522-D3FFCEBB1139}" dt="2023-10-26T06:55:05.969" v="32"/>
        <pc:sldMkLst>
          <pc:docMk/>
          <pc:sldMk cId="3807564589" sldId="256"/>
        </pc:sldMkLst>
      </pc:sldChg>
      <pc:sldChg chg="new del">
        <pc:chgData name="Said Achmad" userId="5d71821f-e4ec-49c0-a52f-549698ea3c81" providerId="ADAL" clId="{ACCB8F31-DC50-4B80-9522-D3FFCEBB1139}" dt="2023-10-26T06:55:40.586" v="34" actId="47"/>
        <pc:sldMkLst>
          <pc:docMk/>
          <pc:sldMk cId="3286231647" sldId="257"/>
        </pc:sldMkLst>
      </pc:sldChg>
      <pc:sldChg chg="delSp 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4133371411" sldId="257"/>
        </pc:sldMkLst>
      </pc:sldChg>
      <pc:sldChg chg="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1191048756" sldId="258"/>
        </pc:sldMkLst>
      </pc:sldChg>
      <pc:sldChg chg="delSp modSp new mod ord">
        <pc:chgData name="Said Achmad" userId="5d71821f-e4ec-49c0-a52f-549698ea3c81" providerId="ADAL" clId="{ACCB8F31-DC50-4B80-9522-D3FFCEBB1139}" dt="2023-10-26T07:02:32.419" v="158" actId="403"/>
        <pc:sldMkLst>
          <pc:docMk/>
          <pc:sldMk cId="3239424758" sldId="259"/>
        </pc:sldMkLst>
      </pc:sldChg>
      <pc:sldChg chg="modSp add mod">
        <pc:chgData name="Said Achmad" userId="5d71821f-e4ec-49c0-a52f-549698ea3c81" providerId="ADAL" clId="{ACCB8F31-DC50-4B80-9522-D3FFCEBB1139}" dt="2023-10-26T10:45:54.128" v="1999" actId="20577"/>
        <pc:sldMkLst>
          <pc:docMk/>
          <pc:sldMk cId="3724825567" sldId="260"/>
        </pc:sldMkLst>
      </pc:sldChg>
      <pc:sldChg chg="addSp delSp modSp new add del mod">
        <pc:chgData name="Said Achmad" userId="5d71821f-e4ec-49c0-a52f-549698ea3c81" providerId="ADAL" clId="{ACCB8F31-DC50-4B80-9522-D3FFCEBB1139}" dt="2023-10-26T09:06:03.246" v="1194" actId="20577"/>
        <pc:sldMkLst>
          <pc:docMk/>
          <pc:sldMk cId="3041036902" sldId="261"/>
        </pc:sldMkLst>
      </pc:sldChg>
      <pc:sldChg chg="modSp new mod chgLayout">
        <pc:chgData name="Said Achmad" userId="5d71821f-e4ec-49c0-a52f-549698ea3c81" providerId="ADAL" clId="{ACCB8F31-DC50-4B80-9522-D3FFCEBB1139}" dt="2023-10-26T07:56:26.485" v="597" actId="207"/>
        <pc:sldMkLst>
          <pc:docMk/>
          <pc:sldMk cId="363028880" sldId="262"/>
        </pc:sldMkLst>
      </pc:sldChg>
      <pc:sldChg chg="new del">
        <pc:chgData name="Said Achmad" userId="5d71821f-e4ec-49c0-a52f-549698ea3c81" providerId="ADAL" clId="{ACCB8F31-DC50-4B80-9522-D3FFCEBB1139}" dt="2023-10-26T07:03:17.588" v="164" actId="47"/>
        <pc:sldMkLst>
          <pc:docMk/>
          <pc:sldMk cId="2426101246" sldId="262"/>
        </pc:sldMkLst>
      </pc:sldChg>
      <pc:sldChg chg="modSp add del mod">
        <pc:chgData name="Said Achmad" userId="5d71821f-e4ec-49c0-a52f-549698ea3c81" providerId="ADAL" clId="{ACCB8F31-DC50-4B80-9522-D3FFCEBB1139}" dt="2023-10-26T09:09:29.954" v="1195" actId="47"/>
        <pc:sldMkLst>
          <pc:docMk/>
          <pc:sldMk cId="4107200152" sldId="263"/>
        </pc:sldMkLst>
      </pc:sldChg>
      <pc:sldChg chg="modSp add del mod ord">
        <pc:chgData name="Said Achmad" userId="5d71821f-e4ec-49c0-a52f-549698ea3c81" providerId="ADAL" clId="{ACCB8F31-DC50-4B80-9522-D3FFCEBB1139}" dt="2023-10-26T08:18:28.503" v="1171" actId="115"/>
        <pc:sldMkLst>
          <pc:docMk/>
          <pc:sldMk cId="3663985620" sldId="264"/>
        </pc:sldMkLst>
      </pc:sldChg>
      <pc:sldChg chg="modSp add del mod">
        <pc:chgData name="Said Achmad" userId="5d71821f-e4ec-49c0-a52f-549698ea3c81" providerId="ADAL" clId="{ACCB8F31-DC50-4B80-9522-D3FFCEBB1139}" dt="2023-10-26T08:16:45.782" v="1152" actId="12"/>
        <pc:sldMkLst>
          <pc:docMk/>
          <pc:sldMk cId="117569319" sldId="265"/>
        </pc:sldMkLst>
      </pc:sldChg>
      <pc:sldChg chg="new del">
        <pc:chgData name="Said Achmad" userId="5d71821f-e4ec-49c0-a52f-549698ea3c81" providerId="ADAL" clId="{ACCB8F31-DC50-4B80-9522-D3FFCEBB1139}" dt="2023-10-26T07:17:55.622" v="244" actId="680"/>
        <pc:sldMkLst>
          <pc:docMk/>
          <pc:sldMk cId="544979971" sldId="266"/>
        </pc:sldMkLst>
      </pc:sldChg>
      <pc:sldChg chg="addSp delSp modSp add mod modNotesTx">
        <pc:chgData name="Said Achmad" userId="5d71821f-e4ec-49c0-a52f-549698ea3c81" providerId="ADAL" clId="{ACCB8F31-DC50-4B80-9522-D3FFCEBB1139}" dt="2023-10-26T08:17:17.099" v="1155" actId="1582"/>
        <pc:sldMkLst>
          <pc:docMk/>
          <pc:sldMk cId="926499602" sldId="266"/>
        </pc:sldMkLst>
      </pc:sldChg>
      <pc:sldChg chg="new del">
        <pc:chgData name="Said Achmad" userId="5d71821f-e4ec-49c0-a52f-549698ea3c81" providerId="ADAL" clId="{ACCB8F31-DC50-4B80-9522-D3FFCEBB1139}" dt="2023-10-26T07:18:30.676" v="247" actId="47"/>
        <pc:sldMkLst>
          <pc:docMk/>
          <pc:sldMk cId="3348473186" sldId="266"/>
        </pc:sldMkLst>
      </pc:sldChg>
      <pc:sldChg chg="addSp delSp modSp add mod ord modNotesTx">
        <pc:chgData name="Said Achmad" userId="5d71821f-e4ec-49c0-a52f-549698ea3c81" providerId="ADAL" clId="{ACCB8F31-DC50-4B80-9522-D3FFCEBB1139}" dt="2023-10-26T07:31:23.881" v="455" actId="1076"/>
        <pc:sldMkLst>
          <pc:docMk/>
          <pc:sldMk cId="1284774635" sldId="267"/>
        </pc:sldMkLst>
      </pc:sldChg>
      <pc:sldChg chg="addSp delSp modSp add mod">
        <pc:chgData name="Said Achmad" userId="5d71821f-e4ec-49c0-a52f-549698ea3c81" providerId="ADAL" clId="{ACCB8F31-DC50-4B80-9522-D3FFCEBB1139}" dt="2023-10-26T07:31:57.476" v="467"/>
        <pc:sldMkLst>
          <pc:docMk/>
          <pc:sldMk cId="34122191" sldId="268"/>
        </pc:sldMkLst>
      </pc:sldChg>
      <pc:sldChg chg="addSp delSp modSp add mod">
        <pc:chgData name="Said Achmad" userId="5d71821f-e4ec-49c0-a52f-549698ea3c81" providerId="ADAL" clId="{ACCB8F31-DC50-4B80-9522-D3FFCEBB1139}" dt="2023-10-26T07:33:19.493" v="495" actId="12385"/>
        <pc:sldMkLst>
          <pc:docMk/>
          <pc:sldMk cId="1855902636" sldId="269"/>
        </pc:sldMkLst>
      </pc:sldChg>
      <pc:sldChg chg="addSp delSp modSp add mod ord modNotesTx">
        <pc:chgData name="Said Achmad" userId="5d71821f-e4ec-49c0-a52f-549698ea3c81" providerId="ADAL" clId="{ACCB8F31-DC50-4B80-9522-D3FFCEBB1139}" dt="2023-10-26T08:18:44.343" v="1173" actId="115"/>
        <pc:sldMkLst>
          <pc:docMk/>
          <pc:sldMk cId="3522040008" sldId="270"/>
        </pc:sldMkLst>
      </pc:sldChg>
      <pc:sldChg chg="modSp add mod modNotesTx">
        <pc:chgData name="Said Achmad" userId="5d71821f-e4ec-49c0-a52f-549698ea3c81" providerId="ADAL" clId="{ACCB8F31-DC50-4B80-9522-D3FFCEBB1139}" dt="2023-10-26T08:19:07.618" v="1175" actId="20577"/>
        <pc:sldMkLst>
          <pc:docMk/>
          <pc:sldMk cId="938585390" sldId="271"/>
        </pc:sldMkLst>
      </pc:sldChg>
      <pc:sldChg chg="modSp add del mod">
        <pc:chgData name="Said Achmad" userId="5d71821f-e4ec-49c0-a52f-549698ea3c81" providerId="ADAL" clId="{ACCB8F31-DC50-4B80-9522-D3FFCEBB1139}" dt="2023-10-26T08:12:48.814" v="1107" actId="47"/>
        <pc:sldMkLst>
          <pc:docMk/>
          <pc:sldMk cId="240193300" sldId="272"/>
        </pc:sldMkLst>
      </pc:sldChg>
      <pc:sldChg chg="modSp new mod">
        <pc:chgData name="Said Achmad" userId="5d71821f-e4ec-49c0-a52f-549698ea3c81" providerId="ADAL" clId="{ACCB8F31-DC50-4B80-9522-D3FFCEBB1139}" dt="2023-10-26T10:25:36.108" v="1838" actId="20577"/>
        <pc:sldMkLst>
          <pc:docMk/>
          <pc:sldMk cId="629326906" sldId="272"/>
        </pc:sldMkLst>
      </pc:sldChg>
      <pc:sldChg chg="new del">
        <pc:chgData name="Said Achmad" userId="5d71821f-e4ec-49c0-a52f-549698ea3c81" providerId="ADAL" clId="{ACCB8F31-DC50-4B80-9522-D3FFCEBB1139}" dt="2023-10-26T10:45:28.544" v="1993" actId="47"/>
        <pc:sldMkLst>
          <pc:docMk/>
          <pc:sldMk cId="614863878" sldId="273"/>
        </pc:sldMkLst>
      </pc:sldChg>
      <pc:sldChg chg="addSp delSp modSp new mod">
        <pc:chgData name="Said Achmad" userId="5d71821f-e4ec-49c0-a52f-549698ea3c81" providerId="ADAL" clId="{ACCB8F31-DC50-4B80-9522-D3FFCEBB1139}" dt="2023-10-26T10:25:42.384" v="1854" actId="20577"/>
        <pc:sldMkLst>
          <pc:docMk/>
          <pc:sldMk cId="2906983293" sldId="274"/>
        </pc:sldMkLst>
      </pc:sldChg>
      <pc:sldChg chg="addSp delSp modSp add mod">
        <pc:chgData name="Said Achmad" userId="5d71821f-e4ec-49c0-a52f-549698ea3c81" providerId="ADAL" clId="{ACCB8F31-DC50-4B80-9522-D3FFCEBB1139}" dt="2023-10-26T10:19:56.696" v="1817" actId="1076"/>
        <pc:sldMkLst>
          <pc:docMk/>
          <pc:sldMk cId="351085493" sldId="275"/>
        </pc:sldMkLst>
      </pc:sldChg>
      <pc:sldChg chg="addSp delSp modSp add mod">
        <pc:chgData name="Said Achmad" userId="5d71821f-e4ec-49c0-a52f-549698ea3c81" providerId="ADAL" clId="{ACCB8F31-DC50-4B80-9522-D3FFCEBB1139}" dt="2023-10-26T10:45:10.163" v="1989" actId="948"/>
        <pc:sldMkLst>
          <pc:docMk/>
          <pc:sldMk cId="4225043614" sldId="276"/>
        </pc:sldMkLst>
      </pc:sldChg>
      <pc:sldChg chg="modSp add mod ord">
        <pc:chgData name="Said Achmad" userId="5d71821f-e4ec-49c0-a52f-549698ea3c81" providerId="ADAL" clId="{ACCB8F31-DC50-4B80-9522-D3FFCEBB1139}" dt="2023-10-27T02:31:39.166" v="2039"/>
        <pc:sldMkLst>
          <pc:docMk/>
          <pc:sldMk cId="3840490389" sldId="277"/>
        </pc:sldMkLst>
      </pc:sldChg>
      <pc:sldChg chg="addSp modSp new mod ord">
        <pc:chgData name="Said Achmad" userId="5d71821f-e4ec-49c0-a52f-549698ea3c81" providerId="ADAL" clId="{ACCB8F31-DC50-4B80-9522-D3FFCEBB1139}" dt="2023-10-27T04:14:05.510" v="3486" actId="20577"/>
        <pc:sldMkLst>
          <pc:docMk/>
          <pc:sldMk cId="3500018930" sldId="278"/>
        </pc:sldMkLst>
      </pc:sldChg>
      <pc:sldChg chg="modSp add del mod ord">
        <pc:chgData name="Said Achmad" userId="5d71821f-e4ec-49c0-a52f-549698ea3c81" providerId="ADAL" clId="{ACCB8F31-DC50-4B80-9522-D3FFCEBB1139}" dt="2023-10-27T03:57:22.143" v="3226" actId="47"/>
        <pc:sldMkLst>
          <pc:docMk/>
          <pc:sldMk cId="2115211603" sldId="279"/>
        </pc:sldMkLst>
      </pc:sldChg>
      <pc:sldChg chg="modSp add del mod">
        <pc:chgData name="Said Achmad" userId="5d71821f-e4ec-49c0-a52f-549698ea3c81" providerId="ADAL" clId="{ACCB8F31-DC50-4B80-9522-D3FFCEBB1139}" dt="2023-10-27T02:58:57.884" v="2511" actId="47"/>
        <pc:sldMkLst>
          <pc:docMk/>
          <pc:sldMk cId="44351928" sldId="280"/>
        </pc:sldMkLst>
      </pc:sldChg>
      <pc:sldChg chg="modSp add mod ord">
        <pc:chgData name="Said Achmad" userId="5d71821f-e4ec-49c0-a52f-549698ea3c81" providerId="ADAL" clId="{ACCB8F31-DC50-4B80-9522-D3FFCEBB1139}" dt="2023-10-27T03:02:52.472" v="2578" actId="20577"/>
        <pc:sldMkLst>
          <pc:docMk/>
          <pc:sldMk cId="864549538" sldId="280"/>
        </pc:sldMkLst>
      </pc:sldChg>
      <pc:sldChg chg="modSp add mod ord">
        <pc:chgData name="Said Achmad" userId="5d71821f-e4ec-49c0-a52f-549698ea3c81" providerId="ADAL" clId="{ACCB8F31-DC50-4B80-9522-D3FFCEBB1139}" dt="2023-10-27T03:23:00.879" v="2860" actId="20577"/>
        <pc:sldMkLst>
          <pc:docMk/>
          <pc:sldMk cId="3062500002" sldId="281"/>
        </pc:sldMkLst>
      </pc:sldChg>
      <pc:sldChg chg="addSp delSp modSp new mod">
        <pc:chgData name="Said Achmad" userId="5d71821f-e4ec-49c0-a52f-549698ea3c81" providerId="ADAL" clId="{ACCB8F31-DC50-4B80-9522-D3FFCEBB1139}" dt="2023-10-27T03:24:11.408" v="2866"/>
        <pc:sldMkLst>
          <pc:docMk/>
          <pc:sldMk cId="3962618298" sldId="282"/>
        </pc:sldMkLst>
      </pc:sldChg>
      <pc:sldChg chg="addSp delSp modSp new mod">
        <pc:chgData name="Said Achmad" userId="5d71821f-e4ec-49c0-a52f-549698ea3c81" providerId="ADAL" clId="{ACCB8F31-DC50-4B80-9522-D3FFCEBB1139}" dt="2023-10-27T04:05:02.848" v="3319" actId="20577"/>
        <pc:sldMkLst>
          <pc:docMk/>
          <pc:sldMk cId="1702753199" sldId="283"/>
        </pc:sldMkLst>
      </pc:sldChg>
      <pc:sldChg chg="modSp add mod modNotesTx">
        <pc:chgData name="Said Achmad" userId="5d71821f-e4ec-49c0-a52f-549698ea3c81" providerId="ADAL" clId="{ACCB8F31-DC50-4B80-9522-D3FFCEBB1139}" dt="2023-10-27T03:34:54.955" v="3011"/>
        <pc:sldMkLst>
          <pc:docMk/>
          <pc:sldMk cId="16901110" sldId="284"/>
        </pc:sldMkLst>
      </pc:sldChg>
      <pc:sldChg chg="modSp add mod modNotesTx">
        <pc:chgData name="Said Achmad" userId="5d71821f-e4ec-49c0-a52f-549698ea3c81" providerId="ADAL" clId="{ACCB8F31-DC50-4B80-9522-D3FFCEBB1139}" dt="2023-10-27T03:43:00.119" v="3066" actId="20577"/>
        <pc:sldMkLst>
          <pc:docMk/>
          <pc:sldMk cId="3781791020" sldId="285"/>
        </pc:sldMkLst>
      </pc:sldChg>
      <pc:sldChg chg="add del">
        <pc:chgData name="Said Achmad" userId="5d71821f-e4ec-49c0-a52f-549698ea3c81" providerId="ADAL" clId="{ACCB8F31-DC50-4B80-9522-D3FFCEBB1139}" dt="2023-10-27T03:48:59.922" v="3068" actId="2890"/>
        <pc:sldMkLst>
          <pc:docMk/>
          <pc:sldMk cId="272851864" sldId="286"/>
        </pc:sldMkLst>
      </pc:sldChg>
      <pc:sldChg chg="add ord">
        <pc:chgData name="Said Achmad" userId="5d71821f-e4ec-49c0-a52f-549698ea3c81" providerId="ADAL" clId="{ACCB8F31-DC50-4B80-9522-D3FFCEBB1139}" dt="2023-10-27T03:56:40.424" v="3215" actId="20578"/>
        <pc:sldMkLst>
          <pc:docMk/>
          <pc:sldMk cId="1657355698" sldId="286"/>
        </pc:sldMkLst>
      </pc:sldChg>
      <pc:sldChg chg="addSp delSp modSp add mod">
        <pc:chgData name="Said Achmad" userId="5d71821f-e4ec-49c0-a52f-549698ea3c81" providerId="ADAL" clId="{ACCB8F31-DC50-4B80-9522-D3FFCEBB1139}" dt="2023-10-27T03:57:17.102" v="3225"/>
        <pc:sldMkLst>
          <pc:docMk/>
          <pc:sldMk cId="1451122948" sldId="287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3248421886" sldId="325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738495559" sldId="326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4061453550" sldId="327"/>
        </pc:sldMkLst>
      </pc:sldChg>
    </pc:docChg>
  </pc:docChgLst>
  <pc:docChgLst>
    <pc:chgData name="Said Achmad" userId="5d71821f-e4ec-49c0-a52f-549698ea3c81" providerId="ADAL" clId="{5A6F5F28-5ED2-43E1-A2CB-36A1657676AD}"/>
    <pc:docChg chg="undo redo custSel addSld delSld modSld sldOrd">
      <pc:chgData name="Said Achmad" userId="5d71821f-e4ec-49c0-a52f-549698ea3c81" providerId="ADAL" clId="{5A6F5F28-5ED2-43E1-A2CB-36A1657676AD}" dt="2023-11-16T05:31:00.615" v="3239"/>
      <pc:docMkLst>
        <pc:docMk/>
      </pc:docMkLst>
      <pc:sldChg chg="modSp mod">
        <pc:chgData name="Said Achmad" userId="5d71821f-e4ec-49c0-a52f-549698ea3c81" providerId="ADAL" clId="{5A6F5F28-5ED2-43E1-A2CB-36A1657676AD}" dt="2023-10-27T08:08:13.626" v="24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5A6F5F28-5ED2-43E1-A2CB-36A1657676AD}" dt="2023-11-16T05:31:00.615" v="3239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5A6F5F28-5ED2-43E1-A2CB-36A1657676AD}" dt="2023-10-27T08:49:01.928" v="769" actId="2057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5A6F5F28-5ED2-43E1-A2CB-36A1657676AD}" dt="2023-10-27T08:19:05.670" v="67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5A6F5F28-5ED2-43E1-A2CB-36A1657676AD}" dt="2023-10-27T10:09:24.377" v="852" actId="20577"/>
        <pc:sldMkLst>
          <pc:docMk/>
          <pc:sldMk cId="3663985620" sldId="26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629326906" sldId="272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2906983293" sldId="27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51085493" sldId="27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4225043614" sldId="27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840490389" sldId="277"/>
        </pc:sldMkLst>
      </pc:sldChg>
      <pc:sldChg chg="modSp mod">
        <pc:chgData name="Said Achmad" userId="5d71821f-e4ec-49c0-a52f-549698ea3c81" providerId="ADAL" clId="{5A6F5F28-5ED2-43E1-A2CB-36A1657676AD}" dt="2023-11-16T05:15:54.436" v="3093" actId="20577"/>
        <pc:sldMkLst>
          <pc:docMk/>
          <pc:sldMk cId="3500018930" sldId="278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864549538" sldId="280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062500002" sldId="281"/>
        </pc:sldMkLst>
      </pc:sldChg>
      <pc:sldChg chg="modSp mod">
        <pc:chgData name="Said Achmad" userId="5d71821f-e4ec-49c0-a52f-549698ea3c81" providerId="ADAL" clId="{5A6F5F28-5ED2-43E1-A2CB-36A1657676AD}" dt="2023-11-16T05:23:25.377" v="3230" actId="20577"/>
        <pc:sldMkLst>
          <pc:docMk/>
          <pc:sldMk cId="1702753199" sldId="283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901110" sldId="28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781791020" sldId="28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57355698" sldId="28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451122948" sldId="287"/>
        </pc:sldMkLst>
      </pc:sldChg>
      <pc:sldChg chg="addSp delSp modSp add mod">
        <pc:chgData name="Said Achmad" userId="5d71821f-e4ec-49c0-a52f-549698ea3c81" providerId="ADAL" clId="{5A6F5F28-5ED2-43E1-A2CB-36A1657676AD}" dt="2023-10-27T08:45:58.391" v="624" actId="115"/>
        <pc:sldMkLst>
          <pc:docMk/>
          <pc:sldMk cId="1561272596" sldId="288"/>
        </pc:sldMkLst>
      </pc:sldChg>
      <pc:sldChg chg="add del">
        <pc:chgData name="Said Achmad" userId="5d71821f-e4ec-49c0-a52f-549698ea3c81" providerId="ADAL" clId="{5A6F5F28-5ED2-43E1-A2CB-36A1657676AD}" dt="2023-10-27T10:09:18.147" v="828" actId="2890"/>
        <pc:sldMkLst>
          <pc:docMk/>
          <pc:sldMk cId="1118690115" sldId="289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14660766" sldId="289"/>
        </pc:sldMkLst>
      </pc:sldChg>
      <pc:sldChg chg="del">
        <pc:chgData name="Said Achmad" userId="5d71821f-e4ec-49c0-a52f-549698ea3c81" providerId="ADAL" clId="{5A6F5F28-5ED2-43E1-A2CB-36A1657676AD}" dt="2023-11-15T03:38:04.756" v="853" actId="47"/>
        <pc:sldMkLst>
          <pc:docMk/>
          <pc:sldMk cId="3956761653" sldId="290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04.060" v="2250" actId="478"/>
        <pc:sldMkLst>
          <pc:docMk/>
          <pc:sldMk cId="2852185070" sldId="291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18.031" v="2253" actId="478"/>
        <pc:sldMkLst>
          <pc:docMk/>
          <pc:sldMk cId="1805675844" sldId="292"/>
        </pc:sldMkLst>
      </pc:sldChg>
      <pc:sldChg chg="addSp delSp modSp mod ord modClrScheme chgLayout">
        <pc:chgData name="Said Achmad" userId="5d71821f-e4ec-49c0-a52f-549698ea3c81" providerId="ADAL" clId="{5A6F5F28-5ED2-43E1-A2CB-36A1657676AD}" dt="2023-11-15T08:17:00.340" v="2257" actId="478"/>
        <pc:sldMkLst>
          <pc:docMk/>
          <pc:sldMk cId="949010790" sldId="293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5:40.688" v="2247" actId="478"/>
        <pc:sldMkLst>
          <pc:docMk/>
          <pc:sldMk cId="3955090986" sldId="294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7:50.453" v="2270"/>
        <pc:sldMkLst>
          <pc:docMk/>
          <pc:sldMk cId="3819417382" sldId="295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28.796" v="2239" actId="478"/>
        <pc:sldMkLst>
          <pc:docMk/>
          <pc:sldMk cId="2756292616" sldId="296"/>
        </pc:sldMkLst>
      </pc:sldChg>
      <pc:sldChg chg="add del">
        <pc:chgData name="Said Achmad" userId="5d71821f-e4ec-49c0-a52f-549698ea3c81" providerId="ADAL" clId="{5A6F5F28-5ED2-43E1-A2CB-36A1657676AD}" dt="2023-11-15T07:45:14.479" v="1804" actId="47"/>
        <pc:sldMkLst>
          <pc:docMk/>
          <pc:sldMk cId="1118551909" sldId="297"/>
        </pc:sldMkLst>
      </pc:sldChg>
      <pc:sldChg chg="modSp add del mod">
        <pc:chgData name="Said Achmad" userId="5d71821f-e4ec-49c0-a52f-549698ea3c81" providerId="ADAL" clId="{5A6F5F28-5ED2-43E1-A2CB-36A1657676AD}" dt="2023-11-15T07:44:29.768" v="1782" actId="47"/>
        <pc:sldMkLst>
          <pc:docMk/>
          <pc:sldMk cId="3301250164" sldId="298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47.888" v="2242" actId="478"/>
        <pc:sldMkLst>
          <pc:docMk/>
          <pc:sldMk cId="1462856539" sldId="299"/>
        </pc:sldMkLst>
      </pc:sldChg>
      <pc:sldChg chg="modSp add mod ord modClrScheme chgLayout">
        <pc:chgData name="Said Achmad" userId="5d71821f-e4ec-49c0-a52f-549698ea3c81" providerId="ADAL" clId="{5A6F5F28-5ED2-43E1-A2CB-36A1657676AD}" dt="2023-11-15T08:13:25.315" v="2233" actId="700"/>
        <pc:sldMkLst>
          <pc:docMk/>
          <pc:sldMk cId="2775010017" sldId="300"/>
        </pc:sldMkLst>
      </pc:sldChg>
      <pc:sldChg chg="modSp add mod ord">
        <pc:chgData name="Said Achmad" userId="5d71821f-e4ec-49c0-a52f-549698ea3c81" providerId="ADAL" clId="{5A6F5F28-5ED2-43E1-A2CB-36A1657676AD}" dt="2023-11-16T02:25:20.622" v="2276" actId="20577"/>
        <pc:sldMkLst>
          <pc:docMk/>
          <pc:sldMk cId="715285486" sldId="301"/>
        </pc:sldMkLst>
      </pc:sldChg>
      <pc:sldChg chg="modSp add del mod">
        <pc:chgData name="Said Achmad" userId="5d71821f-e4ec-49c0-a52f-549698ea3c81" providerId="ADAL" clId="{5A6F5F28-5ED2-43E1-A2CB-36A1657676AD}" dt="2023-11-16T02:31:07.863" v="2311" actId="47"/>
        <pc:sldMkLst>
          <pc:docMk/>
          <pc:sldMk cId="2066656938" sldId="302"/>
        </pc:sldMkLst>
      </pc:sldChg>
      <pc:sldChg chg="modSp add mod">
        <pc:chgData name="Said Achmad" userId="5d71821f-e4ec-49c0-a52f-549698ea3c81" providerId="ADAL" clId="{5A6F5F28-5ED2-43E1-A2CB-36A1657676AD}" dt="2023-11-16T02:36:40.887" v="2389" actId="20577"/>
        <pc:sldMkLst>
          <pc:docMk/>
          <pc:sldMk cId="1491587317" sldId="303"/>
        </pc:sldMkLst>
      </pc:sldChg>
      <pc:sldChg chg="modSp add mod ord">
        <pc:chgData name="Said Achmad" userId="5d71821f-e4ec-49c0-a52f-549698ea3c81" providerId="ADAL" clId="{5A6F5F28-5ED2-43E1-A2CB-36A1657676AD}" dt="2023-11-16T03:57:36.601" v="2393"/>
        <pc:sldMkLst>
          <pc:docMk/>
          <pc:sldMk cId="2410182092" sldId="304"/>
        </pc:sldMkLst>
      </pc:sldChg>
      <pc:sldChg chg="modSp add del mod">
        <pc:chgData name="Said Achmad" userId="5d71821f-e4ec-49c0-a52f-549698ea3c81" providerId="ADAL" clId="{5A6F5F28-5ED2-43E1-A2CB-36A1657676AD}" dt="2023-11-16T02:35:35.021" v="2382" actId="47"/>
        <pc:sldMkLst>
          <pc:docMk/>
          <pc:sldMk cId="3426220842" sldId="304"/>
        </pc:sldMkLst>
      </pc:sldChg>
      <pc:sldChg chg="modSp add del mod">
        <pc:chgData name="Said Achmad" userId="5d71821f-e4ec-49c0-a52f-549698ea3c81" providerId="ADAL" clId="{5A6F5F28-5ED2-43E1-A2CB-36A1657676AD}" dt="2023-11-16T02:35:30.671" v="2381" actId="47"/>
        <pc:sldMkLst>
          <pc:docMk/>
          <pc:sldMk cId="838552825" sldId="305"/>
        </pc:sldMkLst>
      </pc:sldChg>
      <pc:sldChg chg="modSp add mod">
        <pc:chgData name="Said Achmad" userId="5d71821f-e4ec-49c0-a52f-549698ea3c81" providerId="ADAL" clId="{5A6F5F28-5ED2-43E1-A2CB-36A1657676AD}" dt="2023-11-16T05:24:06.223" v="3238" actId="113"/>
        <pc:sldMkLst>
          <pc:docMk/>
          <pc:sldMk cId="1042903480" sldId="305"/>
        </pc:sldMkLst>
      </pc:sldChg>
      <pc:sldChg chg="modSp add mod">
        <pc:chgData name="Said Achmad" userId="5d71821f-e4ec-49c0-a52f-549698ea3c81" providerId="ADAL" clId="{5A6F5F28-5ED2-43E1-A2CB-36A1657676AD}" dt="2023-11-16T04:57:59.580" v="3009" actId="20577"/>
        <pc:sldMkLst>
          <pc:docMk/>
          <pc:sldMk cId="2361189392" sldId="306"/>
        </pc:sldMkLst>
      </pc:sldChg>
      <pc:sldChg chg="modSp add mod">
        <pc:chgData name="Said Achmad" userId="5d71821f-e4ec-49c0-a52f-549698ea3c81" providerId="ADAL" clId="{5A6F5F28-5ED2-43E1-A2CB-36A1657676AD}" dt="2023-11-16T04:49:29.902" v="2916" actId="20577"/>
        <pc:sldMkLst>
          <pc:docMk/>
          <pc:sldMk cId="1190454364" sldId="307"/>
        </pc:sldMkLst>
      </pc:sldChg>
      <pc:sldChg chg="modSp add mod">
        <pc:chgData name="Said Achmad" userId="5d71821f-e4ec-49c0-a52f-549698ea3c81" providerId="ADAL" clId="{5A6F5F28-5ED2-43E1-A2CB-36A1657676AD}" dt="2023-11-16T04:56:33.601" v="2968" actId="20577"/>
        <pc:sldMkLst>
          <pc:docMk/>
          <pc:sldMk cId="3106424430" sldId="308"/>
        </pc:sldMkLst>
      </pc:sldChg>
    </pc:docChg>
  </pc:docChgLst>
  <pc:docChgLst>
    <pc:chgData name="Said Achmad" userId="5d71821f-e4ec-49c0-a52f-549698ea3c81" providerId="ADAL" clId="{FBDE6D27-90AD-49DC-B23A-EF8F6F81A3D5}"/>
    <pc:docChg chg="addSld delSld modSld">
      <pc:chgData name="Said Achmad" userId="5d71821f-e4ec-49c0-a52f-549698ea3c81" providerId="ADAL" clId="{FBDE6D27-90AD-49DC-B23A-EF8F6F81A3D5}" dt="2024-05-23T03:33:30.322" v="64" actId="47"/>
      <pc:docMkLst>
        <pc:docMk/>
      </pc:docMkLst>
      <pc:sldChg chg="modSp mod">
        <pc:chgData name="Said Achmad" userId="5d71821f-e4ec-49c0-a52f-549698ea3c81" providerId="ADAL" clId="{FBDE6D27-90AD-49DC-B23A-EF8F6F81A3D5}" dt="2024-05-23T03:32:48.244" v="22" actId="20577"/>
        <pc:sldMkLst>
          <pc:docMk/>
          <pc:sldMk cId="3807564589" sldId="256"/>
        </pc:sldMkLst>
      </pc:sldChg>
      <pc:sldChg chg="del">
        <pc:chgData name="Said Achmad" userId="5d71821f-e4ec-49c0-a52f-549698ea3c81" providerId="ADAL" clId="{FBDE6D27-90AD-49DC-B23A-EF8F6F81A3D5}" dt="2024-05-23T03:33:22.409" v="63" actId="47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FBDE6D27-90AD-49DC-B23A-EF8F6F81A3D5}" dt="2024-05-23T03:33:02.790" v="61" actId="20577"/>
        <pc:sldMkLst>
          <pc:docMk/>
          <pc:sldMk cId="3724825567" sldId="260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363028880" sldId="262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3500018930" sldId="278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702753199" sldId="283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2775010017" sldId="300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915762959" sldId="328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207625032" sldId="331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3553207723" sldId="387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3181591738" sldId="388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192248434" sldId="394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120420189" sldId="395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447988384" sldId="396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2002461322" sldId="397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3240024647" sldId="398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2142228874" sldId="399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2603948463" sldId="400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893278314" sldId="401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2652231371" sldId="402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140565605" sldId="403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4008247520" sldId="404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783756021" sldId="405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101769962" sldId="407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3462794510" sldId="408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825416793" sldId="409"/>
        </pc:sldMkLst>
      </pc:sldChg>
      <pc:sldChg chg="del">
        <pc:chgData name="Said Achmad" userId="5d71821f-e4ec-49c0-a52f-549698ea3c81" providerId="ADAL" clId="{FBDE6D27-90AD-49DC-B23A-EF8F6F81A3D5}" dt="2024-05-23T03:33:30.322" v="64" actId="47"/>
        <pc:sldMkLst>
          <pc:docMk/>
          <pc:sldMk cId="160602893" sldId="410"/>
        </pc:sldMkLst>
      </pc:sldChg>
      <pc:sldChg chg="add">
        <pc:chgData name="Said Achmad" userId="5d71821f-e4ec-49c0-a52f-549698ea3c81" providerId="ADAL" clId="{FBDE6D27-90AD-49DC-B23A-EF8F6F81A3D5}" dt="2024-05-23T03:33:20.722" v="62"/>
        <pc:sldMkLst>
          <pc:docMk/>
          <pc:sldMk cId="116280749" sldId="411"/>
        </pc:sldMkLst>
      </pc:sldChg>
    </pc:docChg>
  </pc:docChgLst>
  <pc:docChgLst>
    <pc:chgData name="Said Achmad" userId="5d71821f-e4ec-49c0-a52f-549698ea3c81" providerId="ADAL" clId="{3FFA4569-86D2-4069-8CF5-2D1408E3B499}"/>
    <pc:docChg chg="modSld">
      <pc:chgData name="Said Achmad" userId="5d71821f-e4ec-49c0-a52f-549698ea3c81" providerId="ADAL" clId="{3FFA4569-86D2-4069-8CF5-2D1408E3B499}" dt="2025-06-01T15:00:03.563" v="2" actId="20577"/>
      <pc:docMkLst>
        <pc:docMk/>
      </pc:docMkLst>
      <pc:sldChg chg="modSp mod">
        <pc:chgData name="Said Achmad" userId="5d71821f-e4ec-49c0-a52f-549698ea3c81" providerId="ADAL" clId="{3FFA4569-86D2-4069-8CF5-2D1408E3B499}" dt="2025-06-01T15:00:03.563" v="2" actId="20577"/>
        <pc:sldMkLst>
          <pc:docMk/>
          <pc:sldMk cId="3724825567" sldId="260"/>
        </pc:sldMkLst>
        <pc:spChg chg="mod">
          <ac:chgData name="Said Achmad" userId="5d71821f-e4ec-49c0-a52f-549698ea3c81" providerId="ADAL" clId="{3FFA4569-86D2-4069-8CF5-2D1408E3B499}" dt="2025-06-01T15:00:03.563" v="2" actId="20577"/>
          <ac:spMkLst>
            <pc:docMk/>
            <pc:sldMk cId="3724825567" sldId="260"/>
            <ac:spMk id="4" creationId="{F6398ECD-4701-560A-68A4-064817E603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13</a:t>
            </a:r>
          </a:p>
          <a:p>
            <a:r>
              <a:rPr lang="en-US" dirty="0"/>
              <a:t>COMP6799001 – Database Technology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Presentation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D6667-Said Achmad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Learning Objective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88547" y="3073299"/>
            <a:ext cx="20413981" cy="6038043"/>
          </a:xfrm>
        </p:spPr>
        <p:txBody>
          <a:bodyPr>
            <a:normAutofit/>
          </a:bodyPr>
          <a:lstStyle/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1: Define model data and information in the form of conceptual and apply them to the DBMS, both individually and in teamwork</a:t>
            </a:r>
          </a:p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2: Explain the concepts of relational algebra, data manipulation language, and transaction management on database</a:t>
            </a:r>
          </a:p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3: Apply to make database and manipulate data in databases</a:t>
            </a:r>
          </a:p>
          <a:p>
            <a:pPr marL="1530350" indent="-153035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628074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Outline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2870300"/>
          </a:xfrm>
        </p:spPr>
        <p:txBody>
          <a:bodyPr>
            <a:noAutofit/>
          </a:bodyPr>
          <a:lstStyle/>
          <a:p>
            <a:pPr lvl="0">
              <a:spcBef>
                <a:spcPts val="2400"/>
              </a:spcBef>
            </a:pPr>
            <a:r>
              <a:rPr lang="en-US" sz="4800">
                <a:latin typeface="Cambria" pitchFamily="18" charset="0"/>
                <a:ea typeface="Cambria" pitchFamily="18" charset="0"/>
              </a:rPr>
              <a:t>Project Presentation </a:t>
            </a:r>
            <a:endParaRPr lang="en-US" sz="48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8255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12DA8F-6E95-D5EB-00B0-BF8C363C0033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References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ECC02-83BB-9260-5A52-F39ED0A6902F}"/>
              </a:ext>
            </a:extLst>
          </p:cNvPr>
          <p:cNvSpPr txBox="1"/>
          <p:nvPr/>
        </p:nvSpPr>
        <p:spPr>
          <a:xfrm>
            <a:off x="1371600" y="3556001"/>
            <a:ext cx="22174200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Ramez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Elmasri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, Shamkant Navathe. Fundamentals of Database Systems 7th Edition. Pearson. New York. </a:t>
            </a:r>
          </a:p>
        </p:txBody>
      </p:sp>
    </p:spTree>
    <p:extLst>
      <p:ext uri="{BB962C8B-B14F-4D97-AF65-F5344CB8AC3E}">
        <p14:creationId xmlns:p14="http://schemas.microsoft.com/office/powerpoint/2010/main" val="39626182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BU 2023</Template>
  <TotalTime>2464</TotalTime>
  <Words>90</Words>
  <Application>Microsoft Office PowerPoint</Application>
  <PresentationFormat>Custom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Cambria</vt:lpstr>
      <vt:lpstr>Open Sans Semibold</vt:lpstr>
      <vt:lpstr>Open Sans Light</vt:lpstr>
      <vt:lpstr>OCRB</vt:lpstr>
      <vt:lpstr>Arial</vt:lpstr>
      <vt:lpstr>Open Sans ExtraBold</vt:lpstr>
      <vt:lpstr>21_BasicWhite</vt:lpstr>
      <vt:lpstr>Project Presentation</vt:lpstr>
      <vt:lpstr>Learning Objective</vt:lpstr>
      <vt:lpstr>Outline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Achmad</dc:creator>
  <cp:lastModifiedBy>Said Achmad</cp:lastModifiedBy>
  <cp:revision>35</cp:revision>
  <dcterms:created xsi:type="dcterms:W3CDTF">2023-10-26T06:53:09Z</dcterms:created>
  <dcterms:modified xsi:type="dcterms:W3CDTF">2025-06-01T15:00:04Z</dcterms:modified>
</cp:coreProperties>
</file>