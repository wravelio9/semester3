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1"/>
  </p:notesMasterIdLst>
  <p:sldIdLst>
    <p:sldId id="290" r:id="rId2"/>
    <p:sldId id="257" r:id="rId3"/>
    <p:sldId id="258" r:id="rId4"/>
    <p:sldId id="353" r:id="rId5"/>
    <p:sldId id="459" r:id="rId6"/>
    <p:sldId id="460" r:id="rId7"/>
    <p:sldId id="461" r:id="rId8"/>
    <p:sldId id="463" r:id="rId9"/>
    <p:sldId id="464" r:id="rId10"/>
    <p:sldId id="465" r:id="rId11"/>
    <p:sldId id="466" r:id="rId12"/>
    <p:sldId id="467" r:id="rId13"/>
    <p:sldId id="469" r:id="rId14"/>
    <p:sldId id="470" r:id="rId15"/>
    <p:sldId id="471" r:id="rId16"/>
    <p:sldId id="472" r:id="rId17"/>
    <p:sldId id="473" r:id="rId18"/>
    <p:sldId id="474" r:id="rId19"/>
    <p:sldId id="476" r:id="rId20"/>
    <p:sldId id="477" r:id="rId21"/>
    <p:sldId id="478" r:id="rId22"/>
    <p:sldId id="482" r:id="rId23"/>
    <p:sldId id="480" r:id="rId24"/>
    <p:sldId id="479" r:id="rId25"/>
    <p:sldId id="481" r:id="rId26"/>
    <p:sldId id="431" r:id="rId27"/>
    <p:sldId id="424" r:id="rId28"/>
    <p:sldId id="458" r:id="rId29"/>
    <p:sldId id="278" r:id="rId30"/>
  </p:sldIdLst>
  <p:sldSz cx="24384000" cy="13716000"/>
  <p:notesSz cx="6858000" cy="9144000"/>
  <p:embeddedFontLst>
    <p:embeddedFont>
      <p:font typeface="OCRB" panose="020B0609020202020204" pitchFamily="49" charset="0"/>
      <p:regular r:id="rId32"/>
    </p:embeddedFont>
    <p:embeddedFont>
      <p:font typeface="Open Sans" panose="020B0606030504020204" pitchFamily="34" charset="0"/>
      <p:regular r:id="rId33"/>
      <p:bold r:id="rId34"/>
      <p:italic r:id="rId35"/>
    </p:embeddedFont>
    <p:embeddedFont>
      <p:font typeface="Open Sans ExtraBold" panose="020B0906030804020204" pitchFamily="34" charset="0"/>
      <p:bold r:id="rId36"/>
      <p:italic r:id="rId37"/>
      <p:boldItalic r:id="rId38"/>
    </p:embeddedFont>
    <p:embeddedFont>
      <p:font typeface="Open Sans Light" panose="020B0306030504020204" pitchFamily="34" charset="0"/>
      <p:regular r:id="rId39"/>
      <p:italic r:id="rId40"/>
    </p:embeddedFont>
    <p:embeddedFont>
      <p:font typeface="Open Sans Semibold" panose="020B0706030804020204" pitchFamily="34" charset="0"/>
      <p:bold r:id="rId41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0117F1-6465-4836-87DC-6F6A66D44948}" v="1" dt="2026-04-07T12:34:20.55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4641" autoAdjust="0"/>
  </p:normalViewPr>
  <p:slideViewPr>
    <p:cSldViewPr snapToGrid="0" snapToObjects="1">
      <p:cViewPr varScale="1">
        <p:scale>
          <a:sx n="26" d="100"/>
          <a:sy n="26" d="100"/>
        </p:scale>
        <p:origin x="1160" y="48"/>
      </p:cViewPr>
      <p:guideLst>
        <p:guide orient="horz" pos="4320"/>
        <p:guide pos="76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o Halim" userId="S::rico.halim001@binus.ac.id::e67b7075-521d-4436-9593-c3b020a99b57" providerId="AD" clId="Web-{0F0C5893-BC57-B5C8-97EB-94A3A7AA22FA}"/>
    <pc:docChg chg="delSld modSld">
      <pc:chgData name="Rico Halim" userId="S::rico.halim001@binus.ac.id::e67b7075-521d-4436-9593-c3b020a99b57" providerId="AD" clId="Web-{0F0C5893-BC57-B5C8-97EB-94A3A7AA22FA}" dt="2026-04-06T03:31:36.552" v="1"/>
      <pc:docMkLst>
        <pc:docMk/>
      </pc:docMkLst>
      <pc:sldChg chg="modSp">
        <pc:chgData name="Rico Halim" userId="S::rico.halim001@binus.ac.id::e67b7075-521d-4436-9593-c3b020a99b57" providerId="AD" clId="Web-{0F0C5893-BC57-B5C8-97EB-94A3A7AA22FA}" dt="2026-04-06T03:21:01.665" v="0" actId="20577"/>
        <pc:sldMkLst>
          <pc:docMk/>
          <pc:sldMk cId="1270429087" sldId="466"/>
        </pc:sldMkLst>
        <pc:spChg chg="mod">
          <ac:chgData name="Rico Halim" userId="S::rico.halim001@binus.ac.id::e67b7075-521d-4436-9593-c3b020a99b57" providerId="AD" clId="Web-{0F0C5893-BC57-B5C8-97EB-94A3A7AA22FA}" dt="2026-04-06T03:21:01.665" v="0" actId="20577"/>
          <ac:spMkLst>
            <pc:docMk/>
            <pc:sldMk cId="1270429087" sldId="466"/>
            <ac:spMk id="6" creationId="{29A0F701-B5A2-B42B-F908-AB3AC9796B7D}"/>
          </ac:spMkLst>
        </pc:spChg>
      </pc:sldChg>
      <pc:sldChg chg="del">
        <pc:chgData name="Rico Halim" userId="S::rico.halim001@binus.ac.id::e67b7075-521d-4436-9593-c3b020a99b57" providerId="AD" clId="Web-{0F0C5893-BC57-B5C8-97EB-94A3A7AA22FA}" dt="2026-04-06T03:31:36.552" v="1"/>
        <pc:sldMkLst>
          <pc:docMk/>
          <pc:sldMk cId="3054169285" sldId="475"/>
        </pc:sldMkLst>
      </pc:sldChg>
    </pc:docChg>
  </pc:docChgLst>
  <pc:docChgLst>
    <pc:chgData name="Rico Halim" userId="e67b7075-521d-4436-9593-c3b020a99b57" providerId="ADAL" clId="{51BE432B-4882-44AA-B011-DD88D23C88BA}"/>
    <pc:docChg chg="undo redo custSel addSld delSld modSld sldOrd">
      <pc:chgData name="Rico Halim" userId="e67b7075-521d-4436-9593-c3b020a99b57" providerId="ADAL" clId="{51BE432B-4882-44AA-B011-DD88D23C88BA}" dt="2026-03-25T11:09:44.650" v="6170" actId="729"/>
      <pc:docMkLst>
        <pc:docMk/>
      </pc:docMkLst>
      <pc:sldChg chg="modSp mod modNotesTx">
        <pc:chgData name="Rico Halim" userId="e67b7075-521d-4436-9593-c3b020a99b57" providerId="ADAL" clId="{51BE432B-4882-44AA-B011-DD88D23C88BA}" dt="2026-03-25T07:53:37.413" v="5530" actId="20577"/>
        <pc:sldMkLst>
          <pc:docMk/>
          <pc:sldMk cId="2766454393" sldId="257"/>
        </pc:sldMkLst>
        <pc:spChg chg="mod">
          <ac:chgData name="Rico Halim" userId="e67b7075-521d-4436-9593-c3b020a99b57" providerId="ADAL" clId="{51BE432B-4882-44AA-B011-DD88D23C88BA}" dt="2026-03-25T07:53:37.413" v="5530" actId="20577"/>
          <ac:spMkLst>
            <pc:docMk/>
            <pc:sldMk cId="2766454393" sldId="257"/>
            <ac:spMk id="3" creationId="{0002D373-5BC5-C51D-92C2-C090C3857861}"/>
          </ac:spMkLst>
        </pc:spChg>
        <pc:spChg chg="mod">
          <ac:chgData name="Rico Halim" userId="e67b7075-521d-4436-9593-c3b020a99b57" providerId="ADAL" clId="{51BE432B-4882-44AA-B011-DD88D23C88BA}" dt="2026-03-21T09:38:32.439" v="5220"/>
          <ac:spMkLst>
            <pc:docMk/>
            <pc:sldMk cId="2766454393" sldId="257"/>
            <ac:spMk id="4" creationId="{72B426B6-A02E-F758-7A2B-554FFF354A1A}"/>
          </ac:spMkLst>
        </pc:spChg>
      </pc:sldChg>
      <pc:sldChg chg="addSp delSp modSp mod">
        <pc:chgData name="Rico Halim" userId="e67b7075-521d-4436-9593-c3b020a99b57" providerId="ADAL" clId="{51BE432B-4882-44AA-B011-DD88D23C88BA}" dt="2026-03-25T08:08:41.568" v="5538"/>
        <pc:sldMkLst>
          <pc:docMk/>
          <pc:sldMk cId="1889462471" sldId="258"/>
        </pc:sldMkLst>
        <pc:spChg chg="mod">
          <ac:chgData name="Rico Halim" userId="e67b7075-521d-4436-9593-c3b020a99b57" providerId="ADAL" clId="{51BE432B-4882-44AA-B011-DD88D23C88BA}" dt="2026-03-25T07:53:41.256" v="5532" actId="20577"/>
          <ac:spMkLst>
            <pc:docMk/>
            <pc:sldMk cId="1889462471" sldId="258"/>
            <ac:spMk id="3" creationId="{0002D373-5BC5-C51D-92C2-C090C3857861}"/>
          </ac:spMkLst>
        </pc:spChg>
        <pc:spChg chg="add del mod">
          <ac:chgData name="Rico Halim" userId="e67b7075-521d-4436-9593-c3b020a99b57" providerId="ADAL" clId="{51BE432B-4882-44AA-B011-DD88D23C88BA}" dt="2026-03-25T08:08:41.568" v="5538"/>
          <ac:spMkLst>
            <pc:docMk/>
            <pc:sldMk cId="1889462471" sldId="258"/>
            <ac:spMk id="4" creationId="{72B426B6-A02E-F758-7A2B-554FFF354A1A}"/>
          </ac:spMkLst>
        </pc:spChg>
      </pc:sldChg>
      <pc:sldChg chg="addSp delSp modSp mod modShow">
        <pc:chgData name="Rico Halim" userId="e67b7075-521d-4436-9593-c3b020a99b57" providerId="ADAL" clId="{51BE432B-4882-44AA-B011-DD88D23C88BA}" dt="2026-03-25T11:09:44.650" v="6170" actId="729"/>
        <pc:sldMkLst>
          <pc:docMk/>
          <pc:sldMk cId="3774771954" sldId="278"/>
        </pc:sldMkLst>
        <pc:spChg chg="mod">
          <ac:chgData name="Rico Halim" userId="e67b7075-521d-4436-9593-c3b020a99b57" providerId="ADAL" clId="{51BE432B-4882-44AA-B011-DD88D23C88BA}" dt="2026-03-25T07:54:03.864" v="5537" actId="20577"/>
          <ac:spMkLst>
            <pc:docMk/>
            <pc:sldMk cId="3774771954" sldId="278"/>
            <ac:spMk id="3" creationId="{C9FD4B36-DB29-EC9E-2767-9ED5EA04575E}"/>
          </ac:spMkLst>
        </pc:spChg>
        <pc:spChg chg="add del mod">
          <ac:chgData name="Rico Halim" userId="e67b7075-521d-4436-9593-c3b020a99b57" providerId="ADAL" clId="{51BE432B-4882-44AA-B011-DD88D23C88BA}" dt="2026-03-25T11:09:40.245" v="6169" actId="20577"/>
          <ac:spMkLst>
            <pc:docMk/>
            <pc:sldMk cId="3774771954" sldId="278"/>
            <ac:spMk id="6" creationId="{CFC03F54-B3BC-80AB-98AC-C3ABDC8D86EE}"/>
          </ac:spMkLst>
        </pc:spChg>
      </pc:sldChg>
      <pc:sldChg chg="modSp mod">
        <pc:chgData name="Rico Halim" userId="e67b7075-521d-4436-9593-c3b020a99b57" providerId="ADAL" clId="{51BE432B-4882-44AA-B011-DD88D23C88BA}" dt="2026-03-25T07:53:32.798" v="5528" actId="20577"/>
        <pc:sldMkLst>
          <pc:docMk/>
          <pc:sldMk cId="4205779256" sldId="290"/>
        </pc:sldMkLst>
        <pc:spChg chg="mod">
          <ac:chgData name="Rico Halim" userId="e67b7075-521d-4436-9593-c3b020a99b57" providerId="ADAL" clId="{51BE432B-4882-44AA-B011-DD88D23C88BA}" dt="2026-03-25T07:53:32.798" v="5528" actId="20577"/>
          <ac:spMkLst>
            <pc:docMk/>
            <pc:sldMk cId="4205779256" sldId="290"/>
            <ac:spMk id="2" creationId="{50F9371B-F92F-AED8-457A-F4BAE6779B8C}"/>
          </ac:spMkLst>
        </pc:spChg>
        <pc:spChg chg="mod">
          <ac:chgData name="Rico Halim" userId="e67b7075-521d-4436-9593-c3b020a99b57" providerId="ADAL" clId="{51BE432B-4882-44AA-B011-DD88D23C88BA}" dt="2026-03-25T07:53:29.813" v="5526" actId="20577"/>
          <ac:spMkLst>
            <pc:docMk/>
            <pc:sldMk cId="4205779256" sldId="290"/>
            <ac:spMk id="3" creationId="{05C0E2BF-BBBC-BF27-4255-C5149D193112}"/>
          </ac:spMkLst>
        </pc:spChg>
      </pc:sldChg>
      <pc:sldChg chg="addSp delSp modSp mod">
        <pc:chgData name="Rico Halim" userId="e67b7075-521d-4436-9593-c3b020a99b57" providerId="ADAL" clId="{51BE432B-4882-44AA-B011-DD88D23C88BA}" dt="2026-03-25T08:32:26.904" v="5551" actId="1076"/>
        <pc:sldMkLst>
          <pc:docMk/>
          <pc:sldMk cId="60833931" sldId="353"/>
        </pc:sldMkLst>
        <pc:spChg chg="mod">
          <ac:chgData name="Rico Halim" userId="e67b7075-521d-4436-9593-c3b020a99b57" providerId="ADAL" clId="{51BE432B-4882-44AA-B011-DD88D23C88BA}" dt="2026-03-25T08:25:29.466" v="5546" actId="20577"/>
          <ac:spMkLst>
            <pc:docMk/>
            <pc:sldMk cId="60833931" sldId="353"/>
            <ac:spMk id="4" creationId="{E25F03C2-AB0D-6794-B60F-46FAB7775C86}"/>
          </ac:spMkLst>
        </pc:spChg>
        <pc:spChg chg="mod">
          <ac:chgData name="Rico Halim" userId="e67b7075-521d-4436-9593-c3b020a99b57" providerId="ADAL" clId="{51BE432B-4882-44AA-B011-DD88D23C88BA}" dt="2026-03-25T08:09:39.840" v="5539"/>
          <ac:spMkLst>
            <pc:docMk/>
            <pc:sldMk cId="60833931" sldId="353"/>
            <ac:spMk id="6" creationId="{45267CAF-4E6D-359B-2142-2B42E0F585BC}"/>
          </ac:spMkLst>
        </pc:spChg>
        <pc:spChg chg="mod">
          <ac:chgData name="Rico Halim" userId="e67b7075-521d-4436-9593-c3b020a99b57" providerId="ADAL" clId="{51BE432B-4882-44AA-B011-DD88D23C88BA}" dt="2026-03-21T10:29:28.818" v="5233"/>
          <ac:spMkLst>
            <pc:docMk/>
            <pc:sldMk cId="60833931" sldId="353"/>
            <ac:spMk id="8" creationId="{FBB7E9DD-F947-A1FF-98E2-678F0FB367E0}"/>
          </ac:spMkLst>
        </pc:spChg>
        <pc:picChg chg="add mod">
          <ac:chgData name="Rico Halim" userId="e67b7075-521d-4436-9593-c3b020a99b57" providerId="ADAL" clId="{51BE432B-4882-44AA-B011-DD88D23C88BA}" dt="2026-03-25T08:32:26.904" v="5551" actId="1076"/>
          <ac:picMkLst>
            <pc:docMk/>
            <pc:sldMk cId="60833931" sldId="353"/>
            <ac:picMk id="3" creationId="{8AA16FB9-A4AA-FB76-C6B1-CA8CC1F22DB8}"/>
          </ac:picMkLst>
        </pc:picChg>
      </pc:sldChg>
      <pc:sldChg chg="addSp delSp modSp mod modShow modNotesTx">
        <pc:chgData name="Rico Halim" userId="e67b7075-521d-4436-9593-c3b020a99b57" providerId="ADAL" clId="{51BE432B-4882-44AA-B011-DD88D23C88BA}" dt="2026-03-25T11:07:19.236" v="6166" actId="729"/>
        <pc:sldMkLst>
          <pc:docMk/>
          <pc:sldMk cId="2666212466" sldId="424"/>
        </pc:sldMkLst>
        <pc:spChg chg="mod">
          <ac:chgData name="Rico Halim" userId="e67b7075-521d-4436-9593-c3b020a99b57" providerId="ADAL" clId="{51BE432B-4882-44AA-B011-DD88D23C88BA}" dt="2026-03-25T11:07:07.250" v="6163" actId="26606"/>
          <ac:spMkLst>
            <pc:docMk/>
            <pc:sldMk cId="2666212466" sldId="424"/>
            <ac:spMk id="2" creationId="{231D6B5E-AD4E-F170-8DE5-639EDDF69A7C}"/>
          </ac:spMkLst>
        </pc:spChg>
        <pc:spChg chg="add del">
          <ac:chgData name="Rico Halim" userId="e67b7075-521d-4436-9593-c3b020a99b57" providerId="ADAL" clId="{51BE432B-4882-44AA-B011-DD88D23C88BA}" dt="2026-03-25T11:07:07.250" v="6163" actId="26606"/>
          <ac:spMkLst>
            <pc:docMk/>
            <pc:sldMk cId="2666212466" sldId="424"/>
            <ac:spMk id="3" creationId="{0DC89EDA-AE25-91E4-B1AA-7C44BADF3E9A}"/>
          </ac:spMkLst>
        </pc:spChg>
        <pc:spChg chg="ord">
          <ac:chgData name="Rico Halim" userId="e67b7075-521d-4436-9593-c3b020a99b57" providerId="ADAL" clId="{51BE432B-4882-44AA-B011-DD88D23C88BA}" dt="2026-03-25T11:07:07.250" v="6163" actId="26606"/>
          <ac:spMkLst>
            <pc:docMk/>
            <pc:sldMk cId="2666212466" sldId="424"/>
            <ac:spMk id="4" creationId="{DD169EB7-325E-C183-8929-6F7E73EC8593}"/>
          </ac:spMkLst>
        </pc:spChg>
        <pc:picChg chg="add mod ord">
          <ac:chgData name="Rico Halim" userId="e67b7075-521d-4436-9593-c3b020a99b57" providerId="ADAL" clId="{51BE432B-4882-44AA-B011-DD88D23C88BA}" dt="2026-03-25T11:07:15.855" v="6165" actId="1076"/>
          <ac:picMkLst>
            <pc:docMk/>
            <pc:sldMk cId="2666212466" sldId="424"/>
            <ac:picMk id="8" creationId="{F34620C3-4D26-C353-97AD-93542289B6AD}"/>
          </ac:picMkLst>
        </pc:picChg>
      </pc:sldChg>
      <pc:sldChg chg="addSp modSp add del mod modShow modNotesTx">
        <pc:chgData name="Rico Halim" userId="e67b7075-521d-4436-9593-c3b020a99b57" providerId="ADAL" clId="{51BE432B-4882-44AA-B011-DD88D23C88BA}" dt="2026-03-25T11:04:00.689" v="6144" actId="729"/>
        <pc:sldMkLst>
          <pc:docMk/>
          <pc:sldMk cId="2743595152" sldId="431"/>
        </pc:sldMkLst>
        <pc:spChg chg="mod">
          <ac:chgData name="Rico Halim" userId="e67b7075-521d-4436-9593-c3b020a99b57" providerId="ADAL" clId="{51BE432B-4882-44AA-B011-DD88D23C88BA}" dt="2026-03-25T11:02:50.637" v="6129"/>
          <ac:spMkLst>
            <pc:docMk/>
            <pc:sldMk cId="2743595152" sldId="431"/>
            <ac:spMk id="5" creationId="{16D70CE6-8905-FA20-4424-B5730B8F2F20}"/>
          </ac:spMkLst>
        </pc:spChg>
      </pc:sldChg>
      <pc:sldChg chg="addSp modSp add mod modShow">
        <pc:chgData name="Rico Halim" userId="e67b7075-521d-4436-9593-c3b020a99b57" providerId="ADAL" clId="{51BE432B-4882-44AA-B011-DD88D23C88BA}" dt="2026-03-25T11:06:48.144" v="6157" actId="729"/>
        <pc:sldMkLst>
          <pc:docMk/>
          <pc:sldMk cId="1618933723" sldId="458"/>
        </pc:sldMkLst>
        <pc:spChg chg="mod">
          <ac:chgData name="Rico Halim" userId="e67b7075-521d-4436-9593-c3b020a99b57" providerId="ADAL" clId="{51BE432B-4882-44AA-B011-DD88D23C88BA}" dt="2026-03-25T11:06:45.156" v="6156" actId="20577"/>
          <ac:spMkLst>
            <pc:docMk/>
            <pc:sldMk cId="1618933723" sldId="458"/>
            <ac:spMk id="17" creationId="{49F5AF5E-A6CC-E36F-83FC-63355D1D5C1C}"/>
          </ac:spMkLst>
        </pc:spChg>
      </pc:sldChg>
      <pc:sldChg chg="addSp delSp modSp add mod">
        <pc:chgData name="Rico Halim" userId="e67b7075-521d-4436-9593-c3b020a99b57" providerId="ADAL" clId="{51BE432B-4882-44AA-B011-DD88D23C88BA}" dt="2026-03-25T08:35:48.148" v="5569" actId="20577"/>
        <pc:sldMkLst>
          <pc:docMk/>
          <pc:sldMk cId="3895598770" sldId="459"/>
        </pc:sldMkLst>
        <pc:spChg chg="mod">
          <ac:chgData name="Rico Halim" userId="e67b7075-521d-4436-9593-c3b020a99b57" providerId="ADAL" clId="{51BE432B-4882-44AA-B011-DD88D23C88BA}" dt="2026-03-25T08:35:48.148" v="5569" actId="20577"/>
          <ac:spMkLst>
            <pc:docMk/>
            <pc:sldMk cId="3895598770" sldId="459"/>
            <ac:spMk id="4" creationId="{93CCE03A-B5E5-41EB-6947-F3CADB881021}"/>
          </ac:spMkLst>
        </pc:spChg>
        <pc:spChg chg="mod">
          <ac:chgData name="Rico Halim" userId="e67b7075-521d-4436-9593-c3b020a99b57" providerId="ADAL" clId="{51BE432B-4882-44AA-B011-DD88D23C88BA}" dt="2026-03-25T08:33:47.270" v="5553"/>
          <ac:spMkLst>
            <pc:docMk/>
            <pc:sldMk cId="3895598770" sldId="459"/>
            <ac:spMk id="6" creationId="{9F31AE4B-2E00-A061-5748-C1189CCB085B}"/>
          </ac:spMkLst>
        </pc:spChg>
        <pc:spChg chg="mod">
          <ac:chgData name="Rico Halim" userId="e67b7075-521d-4436-9593-c3b020a99b57" providerId="ADAL" clId="{51BE432B-4882-44AA-B011-DD88D23C88BA}" dt="2026-03-25T08:34:45.798" v="5554"/>
          <ac:spMkLst>
            <pc:docMk/>
            <pc:sldMk cId="3895598770" sldId="459"/>
            <ac:spMk id="8" creationId="{C6BE3BD9-6F44-2E74-F4D8-DF72DDE4C057}"/>
          </ac:spMkLst>
        </pc:spChg>
      </pc:sldChg>
      <pc:sldChg chg="addSp delSp modSp add mod">
        <pc:chgData name="Rico Halim" userId="e67b7075-521d-4436-9593-c3b020a99b57" providerId="ADAL" clId="{51BE432B-4882-44AA-B011-DD88D23C88BA}" dt="2026-03-25T08:45:34.040" v="5575" actId="26606"/>
        <pc:sldMkLst>
          <pc:docMk/>
          <pc:sldMk cId="3607736146" sldId="460"/>
        </pc:sldMkLst>
        <pc:spChg chg="mod">
          <ac:chgData name="Rico Halim" userId="e67b7075-521d-4436-9593-c3b020a99b57" providerId="ADAL" clId="{51BE432B-4882-44AA-B011-DD88D23C88BA}" dt="2026-03-25T08:45:34.040" v="5575" actId="26606"/>
          <ac:spMkLst>
            <pc:docMk/>
            <pc:sldMk cId="3607736146" sldId="460"/>
            <ac:spMk id="6" creationId="{07074679-3ACE-1259-A2B7-072BA3EC7F46}"/>
          </ac:spMkLst>
        </pc:spChg>
        <pc:spChg chg="mod">
          <ac:chgData name="Rico Halim" userId="e67b7075-521d-4436-9593-c3b020a99b57" providerId="ADAL" clId="{51BE432B-4882-44AA-B011-DD88D23C88BA}" dt="2026-03-25T08:45:34.040" v="5575" actId="26606"/>
          <ac:spMkLst>
            <pc:docMk/>
            <pc:sldMk cId="3607736146" sldId="460"/>
            <ac:spMk id="8" creationId="{3F3FD987-BBF2-84C6-7B38-A05065559733}"/>
          </ac:spMkLst>
        </pc:spChg>
        <pc:picChg chg="add mod ord">
          <ac:chgData name="Rico Halim" userId="e67b7075-521d-4436-9593-c3b020a99b57" providerId="ADAL" clId="{51BE432B-4882-44AA-B011-DD88D23C88BA}" dt="2026-03-25T08:45:34.040" v="5575" actId="26606"/>
          <ac:picMkLst>
            <pc:docMk/>
            <pc:sldMk cId="3607736146" sldId="460"/>
            <ac:picMk id="3" creationId="{D3F3426D-14E7-0AF3-79EF-BF433C260C25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5T08:49:18.808" v="5600"/>
        <pc:sldMkLst>
          <pc:docMk/>
          <pc:sldMk cId="819940648" sldId="461"/>
        </pc:sldMkLst>
        <pc:spChg chg="add mod">
          <ac:chgData name="Rico Halim" userId="e67b7075-521d-4436-9593-c3b020a99b57" providerId="ADAL" clId="{51BE432B-4882-44AA-B011-DD88D23C88BA}" dt="2026-03-25T08:49:18.808" v="5600"/>
          <ac:spMkLst>
            <pc:docMk/>
            <pc:sldMk cId="819940648" sldId="461"/>
            <ac:spMk id="4" creationId="{5E45DF07-2DF0-195E-6AEB-96D52B8D177F}"/>
          </ac:spMkLst>
        </pc:spChg>
        <pc:spChg chg="mod">
          <ac:chgData name="Rico Halim" userId="e67b7075-521d-4436-9593-c3b020a99b57" providerId="ADAL" clId="{51BE432B-4882-44AA-B011-DD88D23C88BA}" dt="2026-03-25T08:47:45.864" v="5577"/>
          <ac:spMkLst>
            <pc:docMk/>
            <pc:sldMk cId="819940648" sldId="461"/>
            <ac:spMk id="8" creationId="{F8E95984-1ACD-D866-D783-A9E4268C8C18}"/>
          </ac:spMkLst>
        </pc:spChg>
      </pc:sldChg>
      <pc:sldChg chg="addSp delSp modSp add mod">
        <pc:chgData name="Rico Halim" userId="e67b7075-521d-4436-9593-c3b020a99b57" providerId="ADAL" clId="{51BE432B-4882-44AA-B011-DD88D23C88BA}" dt="2026-03-25T09:26:51.476" v="5711" actId="478"/>
        <pc:sldMkLst>
          <pc:docMk/>
          <pc:sldMk cId="1406245412" sldId="463"/>
        </pc:sldMkLst>
        <pc:spChg chg="add del mod">
          <ac:chgData name="Rico Halim" userId="e67b7075-521d-4436-9593-c3b020a99b57" providerId="ADAL" clId="{51BE432B-4882-44AA-B011-DD88D23C88BA}" dt="2026-03-25T08:56:50.984" v="5627" actId="27636"/>
          <ac:spMkLst>
            <pc:docMk/>
            <pc:sldMk cId="1406245412" sldId="463"/>
            <ac:spMk id="4" creationId="{A7D4EB07-B2BF-3F55-B277-A7C639F8AC6A}"/>
          </ac:spMkLst>
        </pc:spChg>
        <pc:picChg chg="add del mod">
          <ac:chgData name="Rico Halim" userId="e67b7075-521d-4436-9593-c3b020a99b57" providerId="ADAL" clId="{51BE432B-4882-44AA-B011-DD88D23C88BA}" dt="2026-03-25T09:26:51.476" v="5711" actId="478"/>
          <ac:picMkLst>
            <pc:docMk/>
            <pc:sldMk cId="1406245412" sldId="463"/>
            <ac:picMk id="3" creationId="{6EBCC2C9-1109-9E94-09AA-C4A1F1614F45}"/>
          </ac:picMkLst>
        </pc:picChg>
      </pc:sldChg>
      <pc:sldChg chg="addSp delSp modSp add mod ord">
        <pc:chgData name="Rico Halim" userId="e67b7075-521d-4436-9593-c3b020a99b57" providerId="ADAL" clId="{51BE432B-4882-44AA-B011-DD88D23C88BA}" dt="2026-03-25T09:18:03.798" v="5681" actId="1076"/>
        <pc:sldMkLst>
          <pc:docMk/>
          <pc:sldMk cId="3396030363" sldId="464"/>
        </pc:sldMkLst>
        <pc:spChg chg="add del mod">
          <ac:chgData name="Rico Halim" userId="e67b7075-521d-4436-9593-c3b020a99b57" providerId="ADAL" clId="{51BE432B-4882-44AA-B011-DD88D23C88BA}" dt="2026-03-25T09:17:53.731" v="5677" actId="5793"/>
          <ac:spMkLst>
            <pc:docMk/>
            <pc:sldMk cId="3396030363" sldId="464"/>
            <ac:spMk id="4" creationId="{A55F26C4-A8A2-E036-20C8-E4111CCC017C}"/>
          </ac:spMkLst>
        </pc:spChg>
        <pc:spChg chg="mod">
          <ac:chgData name="Rico Halim" userId="e67b7075-521d-4436-9593-c3b020a99b57" providerId="ADAL" clId="{51BE432B-4882-44AA-B011-DD88D23C88BA}" dt="2026-03-25T08:57:39.586" v="5641" actId="27636"/>
          <ac:spMkLst>
            <pc:docMk/>
            <pc:sldMk cId="3396030363" sldId="464"/>
            <ac:spMk id="8" creationId="{7C7612C5-CEB6-7A75-054D-9AC814AA74B3}"/>
          </ac:spMkLst>
        </pc:spChg>
        <pc:picChg chg="add mod modCrop">
          <ac:chgData name="Rico Halim" userId="e67b7075-521d-4436-9593-c3b020a99b57" providerId="ADAL" clId="{51BE432B-4882-44AA-B011-DD88D23C88BA}" dt="2026-03-25T09:18:03.798" v="5681" actId="1076"/>
          <ac:picMkLst>
            <pc:docMk/>
            <pc:sldMk cId="3396030363" sldId="464"/>
            <ac:picMk id="5" creationId="{64ED3491-9933-619F-0AEC-D929D78E96BE}"/>
          </ac:picMkLst>
        </pc:picChg>
      </pc:sldChg>
      <pc:sldChg chg="delSp modSp add mod">
        <pc:chgData name="Rico Halim" userId="e67b7075-521d-4436-9593-c3b020a99b57" providerId="ADAL" clId="{51BE432B-4882-44AA-B011-DD88D23C88BA}" dt="2026-03-25T09:19:48.235" v="5696"/>
        <pc:sldMkLst>
          <pc:docMk/>
          <pc:sldMk cId="449907836" sldId="465"/>
        </pc:sldMkLst>
        <pc:spChg chg="mod">
          <ac:chgData name="Rico Halim" userId="e67b7075-521d-4436-9593-c3b020a99b57" providerId="ADAL" clId="{51BE432B-4882-44AA-B011-DD88D23C88BA}" dt="2026-03-25T09:19:48.235" v="5696"/>
          <ac:spMkLst>
            <pc:docMk/>
            <pc:sldMk cId="449907836" sldId="465"/>
            <ac:spMk id="4" creationId="{BD738C7E-7A27-72A7-9E80-C96975C49C35}"/>
          </ac:spMkLst>
        </pc:spChg>
        <pc:spChg chg="mod">
          <ac:chgData name="Rico Halim" userId="e67b7075-521d-4436-9593-c3b020a99b57" providerId="ADAL" clId="{51BE432B-4882-44AA-B011-DD88D23C88BA}" dt="2026-03-25T09:19:08.583" v="5685"/>
          <ac:spMkLst>
            <pc:docMk/>
            <pc:sldMk cId="449907836" sldId="465"/>
            <ac:spMk id="6" creationId="{5949F432-F93F-A8DF-466A-E7C21E935C32}"/>
          </ac:spMkLst>
        </pc:spChg>
        <pc:spChg chg="mod">
          <ac:chgData name="Rico Halim" userId="e67b7075-521d-4436-9593-c3b020a99b57" providerId="ADAL" clId="{51BE432B-4882-44AA-B011-DD88D23C88BA}" dt="2026-03-25T09:19:13.574" v="5686"/>
          <ac:spMkLst>
            <pc:docMk/>
            <pc:sldMk cId="449907836" sldId="465"/>
            <ac:spMk id="8" creationId="{43B1EA77-ED6E-B561-C21E-BA6BEC67501F}"/>
          </ac:spMkLst>
        </pc:spChg>
      </pc:sldChg>
      <pc:sldChg chg="addSp delSp modSp add mod ord">
        <pc:chgData name="Rico Halim" userId="e67b7075-521d-4436-9593-c3b020a99b57" providerId="ADAL" clId="{51BE432B-4882-44AA-B011-DD88D23C88BA}" dt="2026-03-25T09:29:28.485" v="5732"/>
        <pc:sldMkLst>
          <pc:docMk/>
          <pc:sldMk cId="1270429087" sldId="466"/>
        </pc:sldMkLst>
        <pc:spChg chg="mod">
          <ac:chgData name="Rico Halim" userId="e67b7075-521d-4436-9593-c3b020a99b57" providerId="ADAL" clId="{51BE432B-4882-44AA-B011-DD88D23C88BA}" dt="2026-03-25T09:29:28.485" v="5732"/>
          <ac:spMkLst>
            <pc:docMk/>
            <pc:sldMk cId="1270429087" sldId="466"/>
            <ac:spMk id="4" creationId="{21CF34F4-7C7B-29D0-06FE-926490771065}"/>
          </ac:spMkLst>
        </pc:spChg>
        <pc:picChg chg="add mod">
          <ac:chgData name="Rico Halim" userId="e67b7075-521d-4436-9593-c3b020a99b57" providerId="ADAL" clId="{51BE432B-4882-44AA-B011-DD88D23C88BA}" dt="2026-03-25T09:29:00.825" v="5725" actId="1076"/>
          <ac:picMkLst>
            <pc:docMk/>
            <pc:sldMk cId="1270429087" sldId="466"/>
            <ac:picMk id="5" creationId="{ED77E6B7-A817-7FD7-5953-745A1DF20002}"/>
          </ac:picMkLst>
        </pc:picChg>
      </pc:sldChg>
      <pc:sldChg chg="modSp add mod ord">
        <pc:chgData name="Rico Halim" userId="e67b7075-521d-4436-9593-c3b020a99b57" providerId="ADAL" clId="{51BE432B-4882-44AA-B011-DD88D23C88BA}" dt="2026-03-25T09:36:11.161" v="5780" actId="114"/>
        <pc:sldMkLst>
          <pc:docMk/>
          <pc:sldMk cId="143159769" sldId="467"/>
        </pc:sldMkLst>
        <pc:spChg chg="mod">
          <ac:chgData name="Rico Halim" userId="e67b7075-521d-4436-9593-c3b020a99b57" providerId="ADAL" clId="{51BE432B-4882-44AA-B011-DD88D23C88BA}" dt="2026-03-25T09:36:11.161" v="5780" actId="114"/>
          <ac:spMkLst>
            <pc:docMk/>
            <pc:sldMk cId="143159769" sldId="467"/>
            <ac:spMk id="4" creationId="{85A60A66-C7D6-7A47-161B-197D71040C53}"/>
          </ac:spMkLst>
        </pc:spChg>
        <pc:spChg chg="mod">
          <ac:chgData name="Rico Halim" userId="e67b7075-521d-4436-9593-c3b020a99b57" providerId="ADAL" clId="{51BE432B-4882-44AA-B011-DD88D23C88BA}" dt="2026-03-25T09:32:45.127" v="5736"/>
          <ac:spMkLst>
            <pc:docMk/>
            <pc:sldMk cId="143159769" sldId="467"/>
            <ac:spMk id="8" creationId="{3E959E47-8FC7-742F-9747-68AEED15F22A}"/>
          </ac:spMkLst>
        </pc:spChg>
      </pc:sldChg>
      <pc:sldChg chg="addSp delSp modSp add mod ord">
        <pc:chgData name="Rico Halim" userId="e67b7075-521d-4436-9593-c3b020a99b57" providerId="ADAL" clId="{51BE432B-4882-44AA-B011-DD88D23C88BA}" dt="2026-03-25T09:43:18.105" v="5813" actId="20578"/>
        <pc:sldMkLst>
          <pc:docMk/>
          <pc:sldMk cId="2090397561" sldId="469"/>
        </pc:sldMkLst>
        <pc:spChg chg="mod">
          <ac:chgData name="Rico Halim" userId="e67b7075-521d-4436-9593-c3b020a99b57" providerId="ADAL" clId="{51BE432B-4882-44AA-B011-DD88D23C88BA}" dt="2026-03-25T09:39:33.956" v="5799" actId="27636"/>
          <ac:spMkLst>
            <pc:docMk/>
            <pc:sldMk cId="2090397561" sldId="469"/>
            <ac:spMk id="4" creationId="{90474975-3696-BE93-E8AC-BDC8FBF271FB}"/>
          </ac:spMkLst>
        </pc:spChg>
        <pc:spChg chg="mod">
          <ac:chgData name="Rico Halim" userId="e67b7075-521d-4436-9593-c3b020a99b57" providerId="ADAL" clId="{51BE432B-4882-44AA-B011-DD88D23C88BA}" dt="2026-03-25T09:38:32.534" v="5788"/>
          <ac:spMkLst>
            <pc:docMk/>
            <pc:sldMk cId="2090397561" sldId="469"/>
            <ac:spMk id="6" creationId="{DAC91125-22D1-9681-5025-FE936453B665}"/>
          </ac:spMkLst>
        </pc:spChg>
        <pc:spChg chg="mod">
          <ac:chgData name="Rico Halim" userId="e67b7075-521d-4436-9593-c3b020a99b57" providerId="ADAL" clId="{51BE432B-4882-44AA-B011-DD88D23C88BA}" dt="2026-03-25T09:38:37.089" v="5789"/>
          <ac:spMkLst>
            <pc:docMk/>
            <pc:sldMk cId="2090397561" sldId="469"/>
            <ac:spMk id="8" creationId="{49ABDA9B-FA4C-CE27-F004-DAA3A8D3D76B}"/>
          </ac:spMkLst>
        </pc:spChg>
        <pc:picChg chg="add mod modCrop">
          <ac:chgData name="Rico Halim" userId="e67b7075-521d-4436-9593-c3b020a99b57" providerId="ADAL" clId="{51BE432B-4882-44AA-B011-DD88D23C88BA}" dt="2026-03-25T09:40:06.684" v="5806" actId="14100"/>
          <ac:picMkLst>
            <pc:docMk/>
            <pc:sldMk cId="2090397561" sldId="469"/>
            <ac:picMk id="7" creationId="{7BC3F963-6DFF-5ED5-72E7-88102D488B6A}"/>
          </ac:picMkLst>
        </pc:picChg>
      </pc:sldChg>
      <pc:sldChg chg="addSp modSp add mod ord">
        <pc:chgData name="Rico Halim" userId="e67b7075-521d-4436-9593-c3b020a99b57" providerId="ADAL" clId="{51BE432B-4882-44AA-B011-DD88D23C88BA}" dt="2026-03-25T09:44:18.026" v="5825"/>
        <pc:sldMkLst>
          <pc:docMk/>
          <pc:sldMk cId="1617029532" sldId="470"/>
        </pc:sldMkLst>
        <pc:spChg chg="mod">
          <ac:chgData name="Rico Halim" userId="e67b7075-521d-4436-9593-c3b020a99b57" providerId="ADAL" clId="{51BE432B-4882-44AA-B011-DD88D23C88BA}" dt="2026-03-25T09:44:18.026" v="5825"/>
          <ac:spMkLst>
            <pc:docMk/>
            <pc:sldMk cId="1617029532" sldId="470"/>
            <ac:spMk id="4" creationId="{AB5E50F0-7C5D-FF88-A066-AED185FCC536}"/>
          </ac:spMkLst>
        </pc:spChg>
        <pc:spChg chg="mod">
          <ac:chgData name="Rico Halim" userId="e67b7075-521d-4436-9593-c3b020a99b57" providerId="ADAL" clId="{51BE432B-4882-44AA-B011-DD88D23C88BA}" dt="2026-03-25T09:43:24.186" v="5814"/>
          <ac:spMkLst>
            <pc:docMk/>
            <pc:sldMk cId="1617029532" sldId="470"/>
            <ac:spMk id="6" creationId="{443FF8D8-535C-4D74-726F-08047402C30B}"/>
          </ac:spMkLst>
        </pc:spChg>
        <pc:spChg chg="mod">
          <ac:chgData name="Rico Halim" userId="e67b7075-521d-4436-9593-c3b020a99b57" providerId="ADAL" clId="{51BE432B-4882-44AA-B011-DD88D23C88BA}" dt="2026-03-25T09:43:36.476" v="5817"/>
          <ac:spMkLst>
            <pc:docMk/>
            <pc:sldMk cId="1617029532" sldId="470"/>
            <ac:spMk id="8" creationId="{B8607B0D-A813-C5DF-DC6B-F53D787A3B17}"/>
          </ac:spMkLst>
        </pc:spChg>
      </pc:sldChg>
      <pc:sldChg chg="addSp modSp add mod">
        <pc:chgData name="Rico Halim" userId="e67b7075-521d-4436-9593-c3b020a99b57" providerId="ADAL" clId="{51BE432B-4882-44AA-B011-DD88D23C88BA}" dt="2026-03-25T09:50:39.720" v="5900" actId="20577"/>
        <pc:sldMkLst>
          <pc:docMk/>
          <pc:sldMk cId="546665831" sldId="471"/>
        </pc:sldMkLst>
        <pc:spChg chg="mod">
          <ac:chgData name="Rico Halim" userId="e67b7075-521d-4436-9593-c3b020a99b57" providerId="ADAL" clId="{51BE432B-4882-44AA-B011-DD88D23C88BA}" dt="2026-03-25T09:50:39.720" v="5900" actId="20577"/>
          <ac:spMkLst>
            <pc:docMk/>
            <pc:sldMk cId="546665831" sldId="471"/>
            <ac:spMk id="4" creationId="{01A1978E-EAD3-BEEC-7DC6-773E09DBEFCA}"/>
          </ac:spMkLst>
        </pc:spChg>
        <pc:spChg chg="mod">
          <ac:chgData name="Rico Halim" userId="e67b7075-521d-4436-9593-c3b020a99b57" providerId="ADAL" clId="{51BE432B-4882-44AA-B011-DD88D23C88BA}" dt="2026-03-25T09:44:51.245" v="5827"/>
          <ac:spMkLst>
            <pc:docMk/>
            <pc:sldMk cId="546665831" sldId="471"/>
            <ac:spMk id="8" creationId="{1DC6686A-E345-3F7C-E047-9401B6227505}"/>
          </ac:spMkLst>
        </pc:spChg>
        <pc:picChg chg="add mod modCrop">
          <ac:chgData name="Rico Halim" userId="e67b7075-521d-4436-9593-c3b020a99b57" providerId="ADAL" clId="{51BE432B-4882-44AA-B011-DD88D23C88BA}" dt="2026-03-25T09:49:30.249" v="5862" actId="1036"/>
          <ac:picMkLst>
            <pc:docMk/>
            <pc:sldMk cId="546665831" sldId="471"/>
            <ac:picMk id="3" creationId="{F28F6085-ABCD-FBE2-5873-1C51E558CD47}"/>
          </ac:picMkLst>
        </pc:picChg>
      </pc:sldChg>
      <pc:sldChg chg="addSp modSp add mod">
        <pc:chgData name="Rico Halim" userId="e67b7075-521d-4436-9593-c3b020a99b57" providerId="ADAL" clId="{51BE432B-4882-44AA-B011-DD88D23C88BA}" dt="2026-03-25T09:51:21.669" v="5905"/>
        <pc:sldMkLst>
          <pc:docMk/>
          <pc:sldMk cId="3196001416" sldId="472"/>
        </pc:sldMkLst>
        <pc:spChg chg="mod">
          <ac:chgData name="Rico Halim" userId="e67b7075-521d-4436-9593-c3b020a99b57" providerId="ADAL" clId="{51BE432B-4882-44AA-B011-DD88D23C88BA}" dt="2026-03-25T09:51:21.669" v="5905"/>
          <ac:spMkLst>
            <pc:docMk/>
            <pc:sldMk cId="3196001416" sldId="472"/>
            <ac:spMk id="4" creationId="{085D96AA-A359-966D-355B-90501B4AA792}"/>
          </ac:spMkLst>
        </pc:spChg>
      </pc:sldChg>
      <pc:sldChg chg="addSp delSp modSp add mod">
        <pc:chgData name="Rico Halim" userId="e67b7075-521d-4436-9593-c3b020a99b57" providerId="ADAL" clId="{51BE432B-4882-44AA-B011-DD88D23C88BA}" dt="2026-03-25T09:55:28.259" v="5921" actId="27636"/>
        <pc:sldMkLst>
          <pc:docMk/>
          <pc:sldMk cId="3718979857" sldId="473"/>
        </pc:sldMkLst>
        <pc:spChg chg="mod">
          <ac:chgData name="Rico Halim" userId="e67b7075-521d-4436-9593-c3b020a99b57" providerId="ADAL" clId="{51BE432B-4882-44AA-B011-DD88D23C88BA}" dt="2026-03-25T09:55:28.259" v="5921" actId="27636"/>
          <ac:spMkLst>
            <pc:docMk/>
            <pc:sldMk cId="3718979857" sldId="473"/>
            <ac:spMk id="4" creationId="{92FF752D-BAA0-C220-A968-144116F10B78}"/>
          </ac:spMkLst>
        </pc:spChg>
        <pc:spChg chg="mod">
          <ac:chgData name="Rico Halim" userId="e67b7075-521d-4436-9593-c3b020a99b57" providerId="ADAL" clId="{51BE432B-4882-44AA-B011-DD88D23C88BA}" dt="2026-03-25T09:52:39.577" v="5907"/>
          <ac:spMkLst>
            <pc:docMk/>
            <pc:sldMk cId="3718979857" sldId="473"/>
            <ac:spMk id="8" creationId="{4489E2B9-78A8-B29D-F9A3-A4DE01CE1C58}"/>
          </ac:spMkLst>
        </pc:spChg>
        <pc:picChg chg="add mod modCrop">
          <ac:chgData name="Rico Halim" userId="e67b7075-521d-4436-9593-c3b020a99b57" providerId="ADAL" clId="{51BE432B-4882-44AA-B011-DD88D23C88BA}" dt="2026-03-25T09:54:43.958" v="5915" actId="14100"/>
          <ac:picMkLst>
            <pc:docMk/>
            <pc:sldMk cId="3718979857" sldId="473"/>
            <ac:picMk id="5" creationId="{B02BC415-567C-2ABE-F1A2-275E7D60A1E0}"/>
          </ac:picMkLst>
        </pc:picChg>
      </pc:sldChg>
      <pc:sldChg chg="modSp add mod ord">
        <pc:chgData name="Rico Halim" userId="e67b7075-521d-4436-9593-c3b020a99b57" providerId="ADAL" clId="{51BE432B-4882-44AA-B011-DD88D23C88BA}" dt="2026-03-25T10:02:46.774" v="5931"/>
        <pc:sldMkLst>
          <pc:docMk/>
          <pc:sldMk cId="1099624265" sldId="474"/>
        </pc:sldMkLst>
        <pc:spChg chg="mod">
          <ac:chgData name="Rico Halim" userId="e67b7075-521d-4436-9593-c3b020a99b57" providerId="ADAL" clId="{51BE432B-4882-44AA-B011-DD88D23C88BA}" dt="2026-03-25T10:02:46.774" v="5931"/>
          <ac:spMkLst>
            <pc:docMk/>
            <pc:sldMk cId="1099624265" sldId="474"/>
            <ac:spMk id="4" creationId="{BCB80FE9-2703-4B3C-1DEF-1203DA4A492B}"/>
          </ac:spMkLst>
        </pc:spChg>
        <pc:spChg chg="mod">
          <ac:chgData name="Rico Halim" userId="e67b7075-521d-4436-9593-c3b020a99b57" providerId="ADAL" clId="{51BE432B-4882-44AA-B011-DD88D23C88BA}" dt="2026-03-25T10:02:12.189" v="5925"/>
          <ac:spMkLst>
            <pc:docMk/>
            <pc:sldMk cId="1099624265" sldId="474"/>
            <ac:spMk id="6" creationId="{C1820DCB-787C-99A3-2B2E-45AABFE81D26}"/>
          </ac:spMkLst>
        </pc:spChg>
        <pc:spChg chg="mod">
          <ac:chgData name="Rico Halim" userId="e67b7075-521d-4436-9593-c3b020a99b57" providerId="ADAL" clId="{51BE432B-4882-44AA-B011-DD88D23C88BA}" dt="2026-03-25T10:02:16.776" v="5926"/>
          <ac:spMkLst>
            <pc:docMk/>
            <pc:sldMk cId="1099624265" sldId="474"/>
            <ac:spMk id="8" creationId="{C5EA384E-EAA0-60AA-95B7-B7D7DD196E8C}"/>
          </ac:spMkLst>
        </pc:spChg>
      </pc:sldChg>
      <pc:sldChg chg="addSp delSp modSp add mod ord">
        <pc:chgData name="Rico Halim" userId="e67b7075-521d-4436-9593-c3b020a99b57" providerId="ADAL" clId="{51BE432B-4882-44AA-B011-DD88D23C88BA}" dt="2026-03-25T10:35:12.169" v="5959" actId="113"/>
        <pc:sldMkLst>
          <pc:docMk/>
          <pc:sldMk cId="3740407641" sldId="476"/>
        </pc:sldMkLst>
        <pc:spChg chg="mod">
          <ac:chgData name="Rico Halim" userId="e67b7075-521d-4436-9593-c3b020a99b57" providerId="ADAL" clId="{51BE432B-4882-44AA-B011-DD88D23C88BA}" dt="2026-03-25T10:35:12.169" v="5959" actId="113"/>
          <ac:spMkLst>
            <pc:docMk/>
            <pc:sldMk cId="3740407641" sldId="476"/>
            <ac:spMk id="4" creationId="{1571E128-0EBD-4829-9954-75BFD9E0EA21}"/>
          </ac:spMkLst>
        </pc:spChg>
        <pc:spChg chg="mod">
          <ac:chgData name="Rico Halim" userId="e67b7075-521d-4436-9593-c3b020a99b57" providerId="ADAL" clId="{51BE432B-4882-44AA-B011-DD88D23C88BA}" dt="2026-03-25T10:34:07.305" v="5938"/>
          <ac:spMkLst>
            <pc:docMk/>
            <pc:sldMk cId="3740407641" sldId="476"/>
            <ac:spMk id="6" creationId="{C5C3B7DC-DC02-573E-3F6E-6651FAA00DE5}"/>
          </ac:spMkLst>
        </pc:spChg>
        <pc:spChg chg="mod">
          <ac:chgData name="Rico Halim" userId="e67b7075-521d-4436-9593-c3b020a99b57" providerId="ADAL" clId="{51BE432B-4882-44AA-B011-DD88D23C88BA}" dt="2026-03-25T10:34:02.177" v="5937"/>
          <ac:spMkLst>
            <pc:docMk/>
            <pc:sldMk cId="3740407641" sldId="476"/>
            <ac:spMk id="8" creationId="{4C305A5A-518C-B998-EB6B-1FA270136495}"/>
          </ac:spMkLst>
        </pc:spChg>
        <pc:picChg chg="add mod modCrop">
          <ac:chgData name="Rico Halim" userId="e67b7075-521d-4436-9593-c3b020a99b57" providerId="ADAL" clId="{51BE432B-4882-44AA-B011-DD88D23C88BA}" dt="2026-03-25T10:35:00.616" v="5957" actId="14100"/>
          <ac:picMkLst>
            <pc:docMk/>
            <pc:sldMk cId="3740407641" sldId="476"/>
            <ac:picMk id="9" creationId="{F323C24C-ED26-2985-52E1-86E84FE02A55}"/>
          </ac:picMkLst>
        </pc:picChg>
      </pc:sldChg>
      <pc:sldChg chg="addSp modSp add mod">
        <pc:chgData name="Rico Halim" userId="e67b7075-521d-4436-9593-c3b020a99b57" providerId="ADAL" clId="{51BE432B-4882-44AA-B011-DD88D23C88BA}" dt="2026-03-25T10:35:46.977" v="5968"/>
        <pc:sldMkLst>
          <pc:docMk/>
          <pc:sldMk cId="3027682461" sldId="477"/>
        </pc:sldMkLst>
        <pc:spChg chg="mod">
          <ac:chgData name="Rico Halim" userId="e67b7075-521d-4436-9593-c3b020a99b57" providerId="ADAL" clId="{51BE432B-4882-44AA-B011-DD88D23C88BA}" dt="2026-03-25T10:35:46.977" v="5968"/>
          <ac:spMkLst>
            <pc:docMk/>
            <pc:sldMk cId="3027682461" sldId="477"/>
            <ac:spMk id="4" creationId="{896C87C1-A198-D8B9-68AD-9E4A132646AE}"/>
          </ac:spMkLst>
        </pc:spChg>
      </pc:sldChg>
      <pc:sldChg chg="addSp delSp modSp add mod">
        <pc:chgData name="Rico Halim" userId="e67b7075-521d-4436-9593-c3b020a99b57" providerId="ADAL" clId="{51BE432B-4882-44AA-B011-DD88D23C88BA}" dt="2026-03-25T10:40:29.854" v="6021"/>
        <pc:sldMkLst>
          <pc:docMk/>
          <pc:sldMk cId="1294442047" sldId="478"/>
        </pc:sldMkLst>
        <pc:spChg chg="mod">
          <ac:chgData name="Rico Halim" userId="e67b7075-521d-4436-9593-c3b020a99b57" providerId="ADAL" clId="{51BE432B-4882-44AA-B011-DD88D23C88BA}" dt="2026-03-25T10:40:29.854" v="6021"/>
          <ac:spMkLst>
            <pc:docMk/>
            <pc:sldMk cId="1294442047" sldId="478"/>
            <ac:spMk id="4" creationId="{719E0B32-5925-36DB-D965-CC542833121D}"/>
          </ac:spMkLst>
        </pc:spChg>
        <pc:spChg chg="mod">
          <ac:chgData name="Rico Halim" userId="e67b7075-521d-4436-9593-c3b020a99b57" providerId="ADAL" clId="{51BE432B-4882-44AA-B011-DD88D23C88BA}" dt="2026-03-25T10:38:49.819" v="5987"/>
          <ac:spMkLst>
            <pc:docMk/>
            <pc:sldMk cId="1294442047" sldId="478"/>
            <ac:spMk id="6" creationId="{4B73E289-E5F4-4759-117F-6AECD1955424}"/>
          </ac:spMkLst>
        </pc:spChg>
        <pc:spChg chg="mod">
          <ac:chgData name="Rico Halim" userId="e67b7075-521d-4436-9593-c3b020a99b57" providerId="ADAL" clId="{51BE432B-4882-44AA-B011-DD88D23C88BA}" dt="2026-03-25T10:38:55.074" v="5988"/>
          <ac:spMkLst>
            <pc:docMk/>
            <pc:sldMk cId="1294442047" sldId="478"/>
            <ac:spMk id="8" creationId="{7DC9CD84-1A48-885B-FE25-52C851CC238E}"/>
          </ac:spMkLst>
        </pc:spChg>
      </pc:sldChg>
      <pc:sldChg chg="addSp delSp modSp add mod">
        <pc:chgData name="Rico Halim" userId="e67b7075-521d-4436-9593-c3b020a99b57" providerId="ADAL" clId="{51BE432B-4882-44AA-B011-DD88D23C88BA}" dt="2026-03-25T10:54:22.042" v="6074" actId="732"/>
        <pc:sldMkLst>
          <pc:docMk/>
          <pc:sldMk cId="3168968660" sldId="479"/>
        </pc:sldMkLst>
        <pc:spChg chg="mod">
          <ac:chgData name="Rico Halim" userId="e67b7075-521d-4436-9593-c3b020a99b57" providerId="ADAL" clId="{51BE432B-4882-44AA-B011-DD88D23C88BA}" dt="2026-03-25T10:53:30.028" v="6064" actId="1076"/>
          <ac:spMkLst>
            <pc:docMk/>
            <pc:sldMk cId="3168968660" sldId="479"/>
            <ac:spMk id="4" creationId="{2F7A672E-8996-7DA9-991A-C0F877748FCB}"/>
          </ac:spMkLst>
        </pc:spChg>
        <pc:spChg chg="mod">
          <ac:chgData name="Rico Halim" userId="e67b7075-521d-4436-9593-c3b020a99b57" providerId="ADAL" clId="{51BE432B-4882-44AA-B011-DD88D23C88BA}" dt="2026-03-25T10:48:13.854" v="6053"/>
          <ac:spMkLst>
            <pc:docMk/>
            <pc:sldMk cId="3168968660" sldId="479"/>
            <ac:spMk id="8" creationId="{27D2953B-5720-D6C6-6558-F21EC2B79E26}"/>
          </ac:spMkLst>
        </pc:spChg>
        <pc:picChg chg="add mod modCrop">
          <ac:chgData name="Rico Halim" userId="e67b7075-521d-4436-9593-c3b020a99b57" providerId="ADAL" clId="{51BE432B-4882-44AA-B011-DD88D23C88BA}" dt="2026-03-25T10:54:22.042" v="6074" actId="732"/>
          <ac:picMkLst>
            <pc:docMk/>
            <pc:sldMk cId="3168968660" sldId="479"/>
            <ac:picMk id="10" creationId="{2D8A4D40-9E60-34BF-FE57-8BA751A79C61}"/>
          </ac:picMkLst>
        </pc:picChg>
        <pc:picChg chg="add mod">
          <ac:chgData name="Rico Halim" userId="e67b7075-521d-4436-9593-c3b020a99b57" providerId="ADAL" clId="{51BE432B-4882-44AA-B011-DD88D23C88BA}" dt="2026-03-25T10:54:14.023" v="6073" actId="1076"/>
          <ac:picMkLst>
            <pc:docMk/>
            <pc:sldMk cId="3168968660" sldId="479"/>
            <ac:picMk id="11" creationId="{80A6CA7F-A07B-70EE-3089-D72723EDD70E}"/>
          </ac:picMkLst>
        </pc:picChg>
      </pc:sldChg>
      <pc:sldChg chg="addSp delSp modSp add mod ord">
        <pc:chgData name="Rico Halim" userId="e67b7075-521d-4436-9593-c3b020a99b57" providerId="ADAL" clId="{51BE432B-4882-44AA-B011-DD88D23C88BA}" dt="2026-03-25T10:54:04.993" v="6069" actId="1076"/>
        <pc:sldMkLst>
          <pc:docMk/>
          <pc:sldMk cId="219637876" sldId="480"/>
        </pc:sldMkLst>
        <pc:picChg chg="mod">
          <ac:chgData name="Rico Halim" userId="e67b7075-521d-4436-9593-c3b020a99b57" providerId="ADAL" clId="{51BE432B-4882-44AA-B011-DD88D23C88BA}" dt="2026-03-25T10:54:04.993" v="6069" actId="1076"/>
          <ac:picMkLst>
            <pc:docMk/>
            <pc:sldMk cId="219637876" sldId="480"/>
            <ac:picMk id="7" creationId="{57E4E535-FC7C-8A38-65B8-19D42828E8B6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25T11:03:55.323" v="6143" actId="1076"/>
        <pc:sldMkLst>
          <pc:docMk/>
          <pc:sldMk cId="160855514" sldId="481"/>
        </pc:sldMkLst>
        <pc:spChg chg="mod">
          <ac:chgData name="Rico Halim" userId="e67b7075-521d-4436-9593-c3b020a99b57" providerId="ADAL" clId="{51BE432B-4882-44AA-B011-DD88D23C88BA}" dt="2026-03-25T11:03:03.112" v="6130"/>
          <ac:spMkLst>
            <pc:docMk/>
            <pc:sldMk cId="160855514" sldId="481"/>
            <ac:spMk id="6" creationId="{7586D901-8238-274A-E73A-5DD5B8286D63}"/>
          </ac:spMkLst>
        </pc:spChg>
        <pc:spChg chg="mod">
          <ac:chgData name="Rico Halim" userId="e67b7075-521d-4436-9593-c3b020a99b57" providerId="ADAL" clId="{51BE432B-4882-44AA-B011-DD88D23C88BA}" dt="2026-03-25T11:03:08.276" v="6131"/>
          <ac:spMkLst>
            <pc:docMk/>
            <pc:sldMk cId="160855514" sldId="481"/>
            <ac:spMk id="8" creationId="{C53D9DE9-CD8F-14C7-54A5-A3D66ECDD94E}"/>
          </ac:spMkLst>
        </pc:spChg>
        <pc:picChg chg="add mod ord modCrop">
          <ac:chgData name="Rico Halim" userId="e67b7075-521d-4436-9593-c3b020a99b57" providerId="ADAL" clId="{51BE432B-4882-44AA-B011-DD88D23C88BA}" dt="2026-03-25T11:03:55.323" v="6143" actId="1076"/>
          <ac:picMkLst>
            <pc:docMk/>
            <pc:sldMk cId="160855514" sldId="481"/>
            <ac:picMk id="3" creationId="{4B7B8404-CBAB-DAF4-AB9C-F4E1F380EF6E}"/>
          </ac:picMkLst>
        </pc:picChg>
      </pc:sldChg>
      <pc:sldChg chg="modSp add mod">
        <pc:chgData name="Rico Halim" userId="e67b7075-521d-4436-9593-c3b020a99b57" providerId="ADAL" clId="{51BE432B-4882-44AA-B011-DD88D23C88BA}" dt="2026-03-25T10:59:17.420" v="6124" actId="114"/>
        <pc:sldMkLst>
          <pc:docMk/>
          <pc:sldMk cId="2243280214" sldId="482"/>
        </pc:sldMkLst>
        <pc:spChg chg="mod">
          <ac:chgData name="Rico Halim" userId="e67b7075-521d-4436-9593-c3b020a99b57" providerId="ADAL" clId="{51BE432B-4882-44AA-B011-DD88D23C88BA}" dt="2026-03-25T10:59:17.420" v="6124" actId="114"/>
          <ac:spMkLst>
            <pc:docMk/>
            <pc:sldMk cId="2243280214" sldId="482"/>
            <ac:spMk id="4" creationId="{0624CD2E-3F91-E1AB-AFFA-509E395743F5}"/>
          </ac:spMkLst>
        </pc:spChg>
        <pc:spChg chg="mod">
          <ac:chgData name="Rico Halim" userId="e67b7075-521d-4436-9593-c3b020a99b57" providerId="ADAL" clId="{51BE432B-4882-44AA-B011-DD88D23C88BA}" dt="2026-03-25T10:58:08.658" v="6086"/>
          <ac:spMkLst>
            <pc:docMk/>
            <pc:sldMk cId="2243280214" sldId="482"/>
            <ac:spMk id="8" creationId="{19B0A1FA-CE32-14B5-89C8-103BD4051F9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34222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45903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12590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2EC25-CD74-C841-4899-067128D40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A2D7F-7638-93E3-2136-C021A7453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C22B16-459A-1AAF-CF6F-1606EC26A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79036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A0D43-A554-6D8A-B0E0-1951E16EA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063EE7-4EEF-6C9B-06B6-CF1CD97E9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0DF57A-853C-E021-6F66-5510A829B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01738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D3838-01FE-7B15-1D20-F859BB5D0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B7EFA-F4A3-ED4A-BF54-47AE54046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438A9-D653-CA70-F8F4-827A8F0C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30559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E1725-9D21-A6CE-DFDC-6521D99ED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9B1D4-5790-C184-EE4C-4ACF75823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EAEB5-B2BD-451C-17FC-9DA2E3A17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71076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919B4-31C0-C927-F462-E58246554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5FDF50-DAAB-1224-B664-F80755553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84512C-2FEB-71F4-2634-1DFE68AA2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19858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3F7BF-BC57-C486-74B5-46EFDC3EC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D7F70C-DAE0-B6EA-42BE-864D4364E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82F348-B71F-05B6-3161-EF4C26742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31245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0B538-DF78-A0CD-F78E-0ABDE629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E226A7-44C4-A009-0224-B48EDA597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DF8413-71B7-F724-8B1C-3A70BEECB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702060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1F47D-4F6A-079B-762E-011082347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58C7F-44D4-57F8-EFF6-EF641DBAB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D34BE-F1A9-E720-C41E-EC1910BF9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738572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082BF-1284-441C-3CAF-820D3E2D3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6252D-6B55-9DDD-DA2D-E6FF68112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C57014-679D-6C96-3AD8-5B89A64C8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488763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870AB-BE48-1588-3CC5-FC04113D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3586D-0893-B6AC-1765-1222E26B8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67FCC-3E94-40CB-3BE1-FF3CAC3FE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413299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831C2-B704-A604-B86F-292E3745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173700-7589-87B5-CD03-ACDC42FE1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DF37D-4A97-557C-C9FE-E1EEDE4A9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652982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8D684-936C-BEB3-BA9D-C239CB5D8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0D97C-2F45-D5E0-FD9D-C46A97A22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4FD04-6E1D-DA75-E8E2-B454650F2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420131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765D4-AA2F-98E1-6CC7-303E52F6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1849E-54D9-C02D-3486-B8026FB7C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ECC9A-312F-F889-6D00-A94723DF9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342624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3B34D-42A8-9171-3786-D9693BD4B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23E0A-CB30-986B-11FD-C4AFC19C5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EC9F9-B6D1-B91C-F490-540AD1A5B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129887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6E1D7-1FCB-6216-5786-3B672A932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D302B-F02F-8B67-3086-4B1163084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7C345F-0DE3-F49D-62D5-E9CFCD82A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072122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D65C6-35D0-AE52-5379-392CC91BF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30EA51-BC3E-C1D6-3707-68798633E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8DBFD-52A1-3A52-0B64-68CE54F87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776073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45B1B-2A29-98A5-331C-2C9673B12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BB92A-DEEB-B2AB-57BF-D39E479A3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BC8D46-B644-6642-DD6C-34A096CFE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084429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B9819-970F-9094-85A4-4722FD0F5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6A1FA-7F18-079E-5853-9F14F1943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80C5B4-B74D-B752-B427-42DAEDCAA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426033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CF428-089A-4DC0-2765-46A06F008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95485-35EB-505F-EBE5-6C5CC781B5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FE028-44E4-AF06-23EF-07B938116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52819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016D4-1845-4EB3-389F-AFE268A36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FE0F23-AF9C-B536-6824-8EC85C88E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D6CB88-A154-44A1-CEA9-4C59F23F4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880037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22F5E-A072-0445-4434-F55C05470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210477-6B96-8FA2-DE24-51D87E671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DA3F7-1F22-F764-D05F-0ABECE1CB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481426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F8DD8-54D9-7EC2-BA27-AE79089B1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FDBD7-823B-EAE7-C2FE-5986E034B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C68D5-B2B9-CEC9-8069-AD3AD29D4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562234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D18D5-6733-E3F6-BFF3-DFFA89F37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E3D5C-3EEF-D542-4446-4664259C3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E893C-4838-820B-B6D6-E0296617F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b="0" dirty="0"/>
          </a:p>
        </p:txBody>
      </p:sp>
    </p:spTree>
    <p:extLst>
      <p:ext uri="{BB962C8B-B14F-4D97-AF65-F5344CB8AC3E}">
        <p14:creationId xmlns:p14="http://schemas.microsoft.com/office/powerpoint/2010/main" val="22792851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25C3B-B97C-65E1-E969-E779D3278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B51DE-2950-7AC0-1C59-C0AF0A4AF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2A4AA3-4303-5E1B-FA91-CA2D627AD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b="0" dirty="0"/>
          </a:p>
        </p:txBody>
      </p:sp>
    </p:spTree>
    <p:extLst>
      <p:ext uri="{BB962C8B-B14F-4D97-AF65-F5344CB8AC3E}">
        <p14:creationId xmlns:p14="http://schemas.microsoft.com/office/powerpoint/2010/main" val="11651960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D" sz="2200" b="1" i="0" dirty="0">
              <a:effectLst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39430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Normal Forms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Rico Halim,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US" dirty="0"/>
              <a:t>LO 2</a:t>
            </a:r>
            <a:r>
              <a:rPr lang="en-US" b="1" dirty="0"/>
              <a:t>:</a:t>
            </a:r>
            <a:r>
              <a:rPr lang="en-US" dirty="0"/>
              <a:t> Explain the concepts of relational algebra, data manipulation language, and transaction management on database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6</a:t>
            </a:r>
          </a:p>
          <a:p>
            <a:endParaRPr lang="en-ID" dirty="0"/>
          </a:p>
          <a:p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Normalization of Relations</a:t>
            </a:r>
          </a:p>
          <a:p>
            <a:r>
              <a:rPr lang="en-US" dirty="0"/>
              <a:t>First Normal Form (1NF)</a:t>
            </a:r>
          </a:p>
          <a:p>
            <a:r>
              <a:rPr lang="en-US" dirty="0"/>
              <a:t>Second Normal Form (2NF)</a:t>
            </a:r>
          </a:p>
          <a:p>
            <a:r>
              <a:rPr lang="en-US" dirty="0"/>
              <a:t>Third Normal Form (3NF)</a:t>
            </a:r>
          </a:p>
          <a:p>
            <a:r>
              <a:rPr lang="en-US" dirty="0"/>
              <a:t>Boyce-Codd Normal Form (BCNF)</a:t>
            </a:r>
          </a:p>
          <a:p>
            <a:r>
              <a:rPr lang="en-US" dirty="0"/>
              <a:t>Denormalization: When to Break the Rules</a:t>
            </a:r>
          </a:p>
          <a:p>
            <a:r>
              <a:rPr lang="en-US" dirty="0"/>
              <a:t>Putting It All Together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F03C2-AB0D-6794-B60F-46FAB7775C8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r>
              <a:rPr lang="en-US" dirty="0"/>
              <a:t>Normalization: a systematic process of decomposing relations based on their FDs and primary keys</a:t>
            </a:r>
          </a:p>
          <a:p>
            <a:r>
              <a:rPr lang="en-US" dirty="0"/>
              <a:t>Goal: minimize redundancy, eliminate insertion/deletion/update anomalies</a:t>
            </a:r>
          </a:p>
          <a:p>
            <a:r>
              <a:rPr lang="en-US" dirty="0"/>
              <a:t>The process is incremental — each normal form removes a specific type of problem: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267CAF-4E6D-359B-2142-2B42E0F5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Normalization of Relations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BB7E9DD-F947-A1FF-98E2-678F0FB36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Redundancy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D23C07DE-4386-328B-BEC0-B9BC28FBB7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A16FB9-A4AA-FB76-C6B1-CA8CC1F22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981" y="7888724"/>
            <a:ext cx="18726038" cy="358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3393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EC3AD-3109-D2D7-0AEE-254157A6E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CE03A-B5E5-41EB-6947-F3CADB88102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1685352" cy="9253554"/>
          </a:xfrm>
        </p:spPr>
        <p:txBody>
          <a:bodyPr>
            <a:normAutofit/>
          </a:bodyPr>
          <a:lstStyle/>
          <a:p>
            <a:r>
              <a:rPr lang="en-US" dirty="0"/>
              <a:t>1NF is part of the formal definition of a relation</a:t>
            </a:r>
          </a:p>
          <a:p>
            <a:r>
              <a:rPr lang="en-US" dirty="0"/>
              <a:t>A relation is in 1NF if every attribute contains only single atomic (indivisible) values</a:t>
            </a:r>
          </a:p>
          <a:p>
            <a:r>
              <a:rPr lang="en-US" dirty="0"/>
              <a:t>Disallows: sets of values, repeating groups, or multiple values in a single cell</a:t>
            </a:r>
          </a:p>
          <a:p>
            <a:r>
              <a:rPr lang="en-US" dirty="0"/>
              <a:t>A table that violates 1NF is called unnormalized (UNF)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F31AE4B-2E00-A061-5748-C1189CCB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First Normal Form (1NF)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BE3BD9-6F44-2E74-F4D8-DF72DDE4C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What is 1NF?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0A393316-32F2-D3B6-AAF4-8148B949C3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559877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A7855-06A7-4198-4777-5BA75AEA4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7074679-3ACE-1259-A2B7-072BA3EC7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/>
              <a:t>First Normal Form (1NF)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3FD987-BBF2-84C6-7B38-A050655597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9768875" cy="803546"/>
          </a:xfrm>
        </p:spPr>
        <p:txBody>
          <a:bodyPr>
            <a:normAutofit/>
          </a:bodyPr>
          <a:lstStyle/>
          <a:p>
            <a:r>
              <a:rPr lang="en-ID" dirty="0"/>
              <a:t>Example: Violation of 1NF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D3F3426D-14E7-0AF3-79EF-BF433C260C2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970" y="3260663"/>
            <a:ext cx="18070058" cy="858327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23E2B874-D073-1982-20F4-65354ACED8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0773614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B0E7-E37E-4587-FC5D-7EB97BE3A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3276467-B2F7-CCFF-0EDF-38DCBE473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/>
              <a:t>First Normal Form (1NF)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8E95984-1ACD-D866-D783-A9E4268C8C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9768875" cy="803546"/>
          </a:xfrm>
        </p:spPr>
        <p:txBody>
          <a:bodyPr>
            <a:normAutofit/>
          </a:bodyPr>
          <a:lstStyle/>
          <a:p>
            <a:r>
              <a:rPr lang="en-US" dirty="0"/>
              <a:t>Why is this a problem?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711D3F45-5879-818E-0CBE-6A111B150F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45DF07-2DF0-195E-6AEB-96D52B8D177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"Find all students taking Database" → 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</a:rPr>
              <a:t>WHERE Courses = 'Database'</a:t>
            </a:r>
            <a:r>
              <a:rPr lang="en-US" dirty="0"/>
              <a:t> won't match Ahmad or Budi, we need 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</a:rPr>
              <a:t>LIKE '%Database%' </a:t>
            </a:r>
            <a:r>
              <a:rPr lang="en-US" dirty="0"/>
              <a:t>(unreliable, fragile)</a:t>
            </a:r>
          </a:p>
          <a:p>
            <a:r>
              <a:rPr lang="en-US" dirty="0"/>
              <a:t>"Count how many courses each student takes" → impossible with simple SQL, need string parsing</a:t>
            </a:r>
          </a:p>
          <a:p>
            <a:r>
              <a:rPr lang="en-US" dirty="0"/>
              <a:t>"Remove only Algorithm from Ahmad" → must manipulate the string manually, error-prone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1994064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61A8-E496-6613-0BF0-7A2CE5C96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8DC9FB-0397-A8E7-B28B-DDFC9B98F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/>
              <a:t>First Normal Form (1NF)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2952AD7-7CEE-C2ED-48B8-3E22E2BD60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9768875" cy="803546"/>
          </a:xfrm>
        </p:spPr>
        <p:txBody>
          <a:bodyPr>
            <a:normAutofit/>
          </a:bodyPr>
          <a:lstStyle/>
          <a:p>
            <a:r>
              <a:rPr lang="en-US" dirty="0"/>
              <a:t>Solution 1: Expand the Key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B85AD42E-AEFB-9DB9-78B4-AB3956BF29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4EB07-B2BF-3F55-B277-A7C639F8AC6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Now every cell is atomic, satisfying 1NF</a:t>
            </a:r>
          </a:p>
          <a:p>
            <a:r>
              <a:rPr lang="en-US" dirty="0"/>
              <a:t>But a new problem appears: Name "Ahmad" is repeated 3 times (redundancy). If Ahmad changes name, we must update 3 rows.</a:t>
            </a:r>
          </a:p>
          <a:p>
            <a:r>
              <a:rPr lang="en-US" dirty="0"/>
              <a:t>This solution is valid but not ideal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BCC2C9-1109-9E94-09AA-C4A1F1614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0" y="1599023"/>
            <a:ext cx="8738286" cy="717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24541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86877-1EFF-1C80-2D96-C5887759E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6D51ABB-F7A8-BE9F-6DBB-9E91D4330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/>
              <a:t>First Normal Form (1NF)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7612C5-CEB6-7A75-054D-9AC814AA74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214019" cy="803546"/>
          </a:xfrm>
        </p:spPr>
        <p:txBody>
          <a:bodyPr>
            <a:normAutofit/>
          </a:bodyPr>
          <a:lstStyle/>
          <a:p>
            <a:r>
              <a:rPr lang="en-US" dirty="0"/>
              <a:t>Solution 2: Decompose into separate relations (recommended)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CD050791-B4DD-F5D9-9A38-DDDDAB9E6A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F26C4-A8A2-E036-20C8-E4111CCC017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Each table stores one fact about one entity</a:t>
            </a:r>
          </a:p>
          <a:p>
            <a:r>
              <a:rPr lang="en-US" dirty="0"/>
              <a:t>No redundancy in Name</a:t>
            </a:r>
          </a:p>
          <a:p>
            <a:r>
              <a:rPr lang="en-US" dirty="0"/>
              <a:t>PK of STUDENT: </a:t>
            </a:r>
            <a:r>
              <a:rPr lang="en-US" dirty="0" err="1"/>
              <a:t>StudentID</a:t>
            </a:r>
            <a:endParaRPr lang="en-US" dirty="0"/>
          </a:p>
          <a:p>
            <a:r>
              <a:rPr lang="en-US" dirty="0"/>
              <a:t>PK of STUDENT_COURSE: {</a:t>
            </a:r>
            <a:r>
              <a:rPr lang="en-US" dirty="0" err="1"/>
              <a:t>StudentID</a:t>
            </a:r>
            <a:r>
              <a:rPr lang="en-US" dirty="0"/>
              <a:t>, Course}</a:t>
            </a:r>
          </a:p>
          <a:p>
            <a:r>
              <a:rPr lang="en-US" dirty="0" err="1"/>
              <a:t>StudentID</a:t>
            </a:r>
            <a:r>
              <a:rPr lang="en-US" dirty="0"/>
              <a:t> in STUDENT_COURSE is a FK referencing STUDENT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D3491-9933-619F-0AEC-D929D78E9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53"/>
          <a:stretch>
            <a:fillRect/>
          </a:stretch>
        </p:blipFill>
        <p:spPr>
          <a:xfrm>
            <a:off x="8438060" y="2623793"/>
            <a:ext cx="12049441" cy="659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03036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0A9A8-39AD-2572-E22E-DCB064DB9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49F432-F93F-A8DF-466A-E7C21E935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 dirty="0"/>
              <a:t>Second Normal Form (2NF)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3B1EA77-ED6E-B561-C21E-BA6BEC6750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214019" cy="803546"/>
          </a:xfrm>
        </p:spPr>
        <p:txBody>
          <a:bodyPr>
            <a:normAutofit/>
          </a:bodyPr>
          <a:lstStyle/>
          <a:p>
            <a:r>
              <a:rPr lang="en-ID" dirty="0"/>
              <a:t>What is 2NF?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726DE6DE-542F-B7E5-065F-6CC7F9D388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38C7E-7A27-72A7-9E80-C96975C49C3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 dirty="0"/>
              <a:t>A relation is in 2NF if it satisfies 1NF and every non-key attribute is </a:t>
            </a:r>
            <a:r>
              <a:rPr lang="en-US" b="1" dirty="0"/>
              <a:t>fully functionally dependent</a:t>
            </a:r>
            <a:r>
              <a:rPr lang="en-US" dirty="0"/>
              <a:t> on the entire primary key</a:t>
            </a:r>
          </a:p>
          <a:p>
            <a:r>
              <a:rPr lang="en-US" dirty="0"/>
              <a:t>No </a:t>
            </a:r>
            <a:r>
              <a:rPr lang="en-US" b="1" dirty="0"/>
              <a:t>partial dependency</a:t>
            </a:r>
            <a:r>
              <a:rPr lang="en-US" dirty="0"/>
              <a:t>: no non-key attribute depends on only part of a composite key</a:t>
            </a:r>
          </a:p>
          <a:p>
            <a:r>
              <a:rPr lang="en-US" dirty="0"/>
              <a:t>If the primary key is a single attribute, a 1NF table is automatically in 2NF</a:t>
            </a:r>
          </a:p>
          <a:p>
            <a:r>
              <a:rPr lang="en-US" dirty="0"/>
              <a:t>2NF only matters when the primary key is composite (two or more columns)</a:t>
            </a:r>
          </a:p>
        </p:txBody>
      </p:sp>
    </p:spTree>
    <p:extLst>
      <p:ext uri="{BB962C8B-B14F-4D97-AF65-F5344CB8AC3E}">
        <p14:creationId xmlns:p14="http://schemas.microsoft.com/office/powerpoint/2010/main" val="44990783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73E78-E1C0-7641-65DE-3D8D1551D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9A0F701-B5A2-B42B-F908-AB3AC9796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ID" sz="3200">
                <a:latin typeface="Open Sans Extrabold"/>
                <a:ea typeface="Open Sans Extrabold"/>
                <a:cs typeface="Open Sans Extrabold"/>
              </a:rPr>
              <a:t>First Normal Form (2NF)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0FCE9C5-790C-1BC9-1314-EA31D2655D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9768875" cy="803546"/>
          </a:xfrm>
        </p:spPr>
        <p:txBody>
          <a:bodyPr>
            <a:normAutofit/>
          </a:bodyPr>
          <a:lstStyle/>
          <a:p>
            <a:r>
              <a:rPr lang="en-US" dirty="0"/>
              <a:t>Solution 1: Expand the Key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8F0C6797-1759-5590-9E5F-2CAEF7EBEB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F34F4-7C7B-29D0-06FE-92649077106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11531701" cy="8583279"/>
          </a:xfrm>
        </p:spPr>
        <p:txBody>
          <a:bodyPr>
            <a:normAutofit/>
          </a:bodyPr>
          <a:lstStyle/>
          <a:p>
            <a:r>
              <a:rPr lang="en-US" dirty="0"/>
              <a:t>PK is composite: {</a:t>
            </a:r>
            <a:r>
              <a:rPr lang="en-US" dirty="0" err="1"/>
              <a:t>StudentID</a:t>
            </a:r>
            <a:r>
              <a:rPr lang="en-US" dirty="0"/>
              <a:t>, Course}</a:t>
            </a:r>
          </a:p>
          <a:p>
            <a:r>
              <a:rPr lang="en-US" dirty="0"/>
              <a:t>Grade depends on the full PK (need both </a:t>
            </a:r>
            <a:r>
              <a:rPr lang="en-US" dirty="0" err="1"/>
              <a:t>StudentID</a:t>
            </a:r>
            <a:r>
              <a:rPr lang="en-US" dirty="0"/>
              <a:t> and Course to determine a grade)</a:t>
            </a:r>
          </a:p>
          <a:p>
            <a:r>
              <a:rPr lang="en-US" dirty="0"/>
              <a:t>But </a:t>
            </a:r>
            <a:r>
              <a:rPr lang="en-US" dirty="0" err="1"/>
              <a:t>CourseLecturer</a:t>
            </a:r>
            <a:r>
              <a:rPr lang="en-US" dirty="0"/>
              <a:t> depends only on Course, not on the full PK. This is a </a:t>
            </a:r>
            <a:r>
              <a:rPr lang="en-US" b="1" dirty="0"/>
              <a:t>partial dependency</a:t>
            </a:r>
          </a:p>
          <a:p>
            <a:r>
              <a:rPr lang="en-US" dirty="0"/>
              <a:t>"Mr. Said" appears in every row where Course = "Database". If Mr. Said is replaced, we must update multiple rows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77E6B7-A817-7FD7-5953-745A1DF200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4890" y="2419728"/>
            <a:ext cx="10079509" cy="694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2908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81D61-7F3D-4CFB-9E7E-71FF1CBB6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851B362-FD6F-6E34-3BB9-FA3F0CEEE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 dirty="0"/>
              <a:t>Second Normal Form (2NF)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959E47-8FC7-742F-9747-68AEED15F2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214019" cy="803546"/>
          </a:xfrm>
        </p:spPr>
        <p:txBody>
          <a:bodyPr>
            <a:normAutofit/>
          </a:bodyPr>
          <a:lstStyle/>
          <a:p>
            <a:r>
              <a:rPr lang="en-ID" dirty="0"/>
              <a:t>Identifying the FDs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96B1660A-542B-1216-2FA4-EB4BA1C3AC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A60A66-C7D6-7A47-161B-197D71040C5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FD1: {</a:t>
            </a:r>
            <a:r>
              <a:rPr lang="en-US" dirty="0" err="1"/>
              <a:t>StudentID</a:t>
            </a:r>
            <a:r>
              <a:rPr lang="en-US" dirty="0"/>
              <a:t>, Course} → Grade (full dependency [</a:t>
            </a:r>
            <a:r>
              <a:rPr lang="en-US" i="1" dirty="0"/>
              <a:t>Accepted</a:t>
            </a:r>
            <a:r>
              <a:rPr lang="en-US" dirty="0"/>
              <a:t>])</a:t>
            </a:r>
          </a:p>
          <a:p>
            <a:r>
              <a:rPr lang="en-US" dirty="0"/>
              <a:t>FD2: Course → </a:t>
            </a:r>
            <a:r>
              <a:rPr lang="en-US" dirty="0" err="1"/>
              <a:t>CourseLecturer</a:t>
            </a:r>
            <a:r>
              <a:rPr lang="en-US" dirty="0"/>
              <a:t> (partial dependency [</a:t>
            </a:r>
            <a:r>
              <a:rPr lang="en-US" i="1" dirty="0"/>
              <a:t>Not Accepted</a:t>
            </a:r>
            <a:r>
              <a:rPr lang="en-US" dirty="0"/>
              <a:t>], only part of PK)</a:t>
            </a:r>
          </a:p>
          <a:p>
            <a:r>
              <a:rPr lang="en-US" b="1" dirty="0"/>
              <a:t>Grade</a:t>
            </a:r>
            <a:r>
              <a:rPr lang="en-US" dirty="0"/>
              <a:t> needs both </a:t>
            </a:r>
            <a:r>
              <a:rPr lang="en-US" i="1" dirty="0" err="1"/>
              <a:t>StudentID</a:t>
            </a:r>
            <a:r>
              <a:rPr lang="en-US" dirty="0"/>
              <a:t> and </a:t>
            </a:r>
            <a:r>
              <a:rPr lang="en-US" i="1" dirty="0"/>
              <a:t>Course</a:t>
            </a:r>
            <a:r>
              <a:rPr lang="en-US" dirty="0"/>
              <a:t>. Different students can get different grades in the same course.</a:t>
            </a:r>
          </a:p>
          <a:p>
            <a:r>
              <a:rPr lang="en-US" b="1" dirty="0" err="1"/>
              <a:t>CourseLecturer</a:t>
            </a:r>
            <a:r>
              <a:rPr lang="en-US" dirty="0"/>
              <a:t> needs only </a:t>
            </a:r>
            <a:r>
              <a:rPr lang="en-US" b="1" dirty="0"/>
              <a:t>Course</a:t>
            </a:r>
            <a:r>
              <a:rPr lang="en-US" dirty="0"/>
              <a:t>. No matter which student, "Database" is always taught by "Mr. Said“</a:t>
            </a:r>
          </a:p>
          <a:p>
            <a:r>
              <a:rPr lang="en-US" b="1" dirty="0"/>
              <a:t>FD2 is the problem</a:t>
            </a:r>
            <a:r>
              <a:rPr lang="en-US" dirty="0"/>
              <a:t>. </a:t>
            </a:r>
            <a:r>
              <a:rPr lang="en-US" dirty="0" err="1"/>
              <a:t>CourseLecturer</a:t>
            </a:r>
            <a:r>
              <a:rPr lang="en-US" dirty="0"/>
              <a:t> does not depend on the full PK.</a:t>
            </a:r>
          </a:p>
        </p:txBody>
      </p:sp>
    </p:spTree>
    <p:extLst>
      <p:ext uri="{BB962C8B-B14F-4D97-AF65-F5344CB8AC3E}">
        <p14:creationId xmlns:p14="http://schemas.microsoft.com/office/powerpoint/2010/main" val="14315976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DFFDC-8A7E-E94C-7832-11E764B81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AC91125-22D1-9681-5025-FE936453B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 dirty="0"/>
              <a:t>Second Normal Form (2NF)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9ABDA9B-FA4C-CE27-F004-DAA3A8D3D7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214019" cy="803546"/>
          </a:xfrm>
        </p:spPr>
        <p:txBody>
          <a:bodyPr>
            <a:normAutofit/>
          </a:bodyPr>
          <a:lstStyle/>
          <a:p>
            <a:r>
              <a:rPr lang="en-ID" dirty="0"/>
              <a:t>Decompose to 2NF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757525AE-6A71-9ED5-8477-D487A254E3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474975-3696-BE93-E8AC-BDC8FBF271F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CourseLecturer</a:t>
            </a:r>
            <a:r>
              <a:rPr lang="en-US" dirty="0"/>
              <a:t> is moved to its own table where Course is the PK</a:t>
            </a:r>
          </a:p>
          <a:p>
            <a:r>
              <a:rPr lang="en-US" dirty="0"/>
              <a:t>"Mr. Said" now appears only once, no matter how many students take Database</a:t>
            </a:r>
          </a:p>
          <a:p>
            <a:r>
              <a:rPr lang="en-US" dirty="0"/>
              <a:t>If the lecturer changes, we only update one row in the COURSE table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C3F963-6DFF-5ED5-72E7-88102D488B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67"/>
          <a:stretch>
            <a:fillRect/>
          </a:stretch>
        </p:blipFill>
        <p:spPr>
          <a:xfrm>
            <a:off x="8329612" y="1872058"/>
            <a:ext cx="13051784" cy="616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39756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02B59-F3C5-590D-5E04-FE8D0A0EF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3FF8D8-535C-4D74-726F-08047402C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 dirty="0"/>
              <a:t>Third Normal Form (3NF)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8607B0D-A813-C5DF-DC6B-F53D787A3B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214019" cy="803546"/>
          </a:xfrm>
        </p:spPr>
        <p:txBody>
          <a:bodyPr>
            <a:normAutofit/>
          </a:bodyPr>
          <a:lstStyle/>
          <a:p>
            <a:r>
              <a:rPr lang="en-ID" dirty="0"/>
              <a:t>What is 3NF?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F1D3ECC2-046B-ADB0-B2F7-C251E58CE9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E50F0-7C5D-FF88-A066-AED185FCC53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A relation is in 3NF if it satisfies 2NF and no non-key attribute is </a:t>
            </a:r>
            <a:r>
              <a:rPr lang="en-US" b="1" dirty="0"/>
              <a:t>transitively dependent</a:t>
            </a:r>
            <a:r>
              <a:rPr lang="en-US" dirty="0"/>
              <a:t> on the primary key</a:t>
            </a:r>
          </a:p>
          <a:p>
            <a:r>
              <a:rPr lang="en-US" dirty="0"/>
              <a:t>No </a:t>
            </a:r>
            <a:r>
              <a:rPr lang="en-US" b="1" dirty="0"/>
              <a:t>transitive dependency</a:t>
            </a:r>
            <a:r>
              <a:rPr lang="en-US" dirty="0"/>
              <a:t>: a non-key attribute must not depend on another non-key attribute</a:t>
            </a:r>
          </a:p>
          <a:p>
            <a:r>
              <a:rPr lang="en-US" dirty="0"/>
              <a:t>Pattern: PK → A → B, where A and B are both non-key. B depends on PK indirectly through A</a:t>
            </a:r>
          </a:p>
        </p:txBody>
      </p:sp>
    </p:spTree>
    <p:extLst>
      <p:ext uri="{BB962C8B-B14F-4D97-AF65-F5344CB8AC3E}">
        <p14:creationId xmlns:p14="http://schemas.microsoft.com/office/powerpoint/2010/main" val="161702953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7752A-754B-F8E1-D2D0-B99317DC0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842B73E-4110-6938-BE1B-3F566111C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 dirty="0"/>
              <a:t>Third Normal Form (3NF)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C6686A-E345-3F7C-E047-9401B62275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214019" cy="803546"/>
          </a:xfrm>
        </p:spPr>
        <p:txBody>
          <a:bodyPr>
            <a:normAutofit/>
          </a:bodyPr>
          <a:lstStyle/>
          <a:p>
            <a:r>
              <a:rPr lang="en-ID" dirty="0"/>
              <a:t>Example: Violation of 3NF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78828827-25FD-F89E-70BA-53FF3DDDF4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1978E-EAD3-BEEC-7DC6-773E09DBEFC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PK = </a:t>
            </a:r>
            <a:r>
              <a:rPr lang="en-US" dirty="0" err="1"/>
              <a:t>StudentID</a:t>
            </a:r>
            <a:r>
              <a:rPr lang="en-US" dirty="0"/>
              <a:t> (single column, so already 2NF)</a:t>
            </a:r>
          </a:p>
          <a:p>
            <a:r>
              <a:rPr lang="en-ID" dirty="0"/>
              <a:t>FDs:</a:t>
            </a:r>
          </a:p>
          <a:p>
            <a:pPr lvl="1"/>
            <a:r>
              <a:rPr lang="en-ID" dirty="0" err="1"/>
              <a:t>StudentID</a:t>
            </a:r>
            <a:r>
              <a:rPr lang="en-ID" dirty="0"/>
              <a:t> → Name, </a:t>
            </a:r>
            <a:r>
              <a:rPr lang="en-ID" dirty="0" err="1"/>
              <a:t>AdvisorID</a:t>
            </a:r>
            <a:r>
              <a:rPr lang="en-ID" dirty="0"/>
              <a:t> (direct from PK [</a:t>
            </a:r>
            <a:r>
              <a:rPr lang="en-ID" i="1" dirty="0"/>
              <a:t>Accepted</a:t>
            </a:r>
            <a:r>
              <a:rPr lang="en-ID" dirty="0"/>
              <a:t>])</a:t>
            </a:r>
          </a:p>
          <a:p>
            <a:pPr lvl="1"/>
            <a:r>
              <a:rPr lang="en-ID" dirty="0" err="1"/>
              <a:t>AdvisorID</a:t>
            </a:r>
            <a:r>
              <a:rPr lang="en-ID" dirty="0"/>
              <a:t> → </a:t>
            </a:r>
            <a:r>
              <a:rPr lang="en-ID" dirty="0" err="1"/>
              <a:t>AdvisorName</a:t>
            </a:r>
            <a:r>
              <a:rPr lang="en-ID" dirty="0"/>
              <a:t>, </a:t>
            </a:r>
            <a:r>
              <a:rPr lang="en-ID" dirty="0" err="1"/>
              <a:t>AdvisorRoom</a:t>
            </a:r>
            <a:r>
              <a:rPr lang="en-ID" dirty="0"/>
              <a:t> (non-key → non-key [</a:t>
            </a:r>
            <a:r>
              <a:rPr lang="en-ID" i="1" dirty="0"/>
              <a:t>not Accepted</a:t>
            </a:r>
            <a:r>
              <a:rPr lang="en-ID" dirty="0"/>
              <a:t>] transitive)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8F6085-ABCD-FBE2-5873-1C51E558C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91"/>
          <a:stretch>
            <a:fillRect/>
          </a:stretch>
        </p:blipFill>
        <p:spPr>
          <a:xfrm>
            <a:off x="6471262" y="2431767"/>
            <a:ext cx="11392045" cy="510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66583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3B8AB-1B1C-F015-BE6E-3975A306C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77BB36-09AC-F717-FBDF-EF760203E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 dirty="0"/>
              <a:t>Third Normal Form (3NF)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9ADC94-4402-BEB3-4094-1CDC79B29D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214019" cy="803546"/>
          </a:xfrm>
        </p:spPr>
        <p:txBody>
          <a:bodyPr>
            <a:normAutofit/>
          </a:bodyPr>
          <a:lstStyle/>
          <a:p>
            <a:r>
              <a:rPr lang="en-ID" dirty="0"/>
              <a:t>Example: Violation of 3NF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E904B597-D94A-4C12-DB68-8AF234C78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D96AA-A359-966D-355B-90501B4AA79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PK is single column, so no partial dependency (already 2NF)</a:t>
            </a:r>
          </a:p>
          <a:p>
            <a:r>
              <a:rPr lang="en-US" dirty="0"/>
              <a:t>But </a:t>
            </a:r>
            <a:r>
              <a:rPr lang="en-US" dirty="0" err="1"/>
              <a:t>AdvisorName</a:t>
            </a:r>
            <a:r>
              <a:rPr lang="en-US" dirty="0"/>
              <a:t> and </a:t>
            </a:r>
            <a:r>
              <a:rPr lang="en-US" dirty="0" err="1"/>
              <a:t>AdvisorRoom</a:t>
            </a:r>
            <a:r>
              <a:rPr lang="en-US" dirty="0"/>
              <a:t> depend on </a:t>
            </a:r>
            <a:r>
              <a:rPr lang="en-US" dirty="0" err="1"/>
              <a:t>AdvisorID</a:t>
            </a:r>
            <a:r>
              <a:rPr lang="en-US" dirty="0"/>
              <a:t>, not directly on </a:t>
            </a:r>
            <a:r>
              <a:rPr lang="en-US" dirty="0" err="1"/>
              <a:t>StudentID</a:t>
            </a:r>
            <a:r>
              <a:rPr lang="en-US" dirty="0"/>
              <a:t>. This is a </a:t>
            </a:r>
            <a:r>
              <a:rPr lang="en-US" b="1" dirty="0"/>
              <a:t>transitive dependency</a:t>
            </a:r>
            <a:endParaRPr lang="en-US" dirty="0"/>
          </a:p>
          <a:p>
            <a:r>
              <a:rPr lang="en-US" dirty="0"/>
              <a:t>"Dr. Budi" appears in every row where </a:t>
            </a:r>
            <a:r>
              <a:rPr lang="en-US" dirty="0" err="1"/>
              <a:t>AdvisorID</a:t>
            </a:r>
            <a:r>
              <a:rPr lang="en-US" dirty="0"/>
              <a:t> = A01. If Dr. Budi moves to a different room, we must update 3 rows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1598D3-752F-BE09-E502-8392054B09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91"/>
          <a:stretch>
            <a:fillRect/>
          </a:stretch>
        </p:blipFill>
        <p:spPr>
          <a:xfrm>
            <a:off x="6471262" y="2431767"/>
            <a:ext cx="11392045" cy="510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0141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F25FF-6C06-D537-F757-D860EB15E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A63E3AE-5AB3-6B6E-A748-DD2F513E6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 dirty="0"/>
              <a:t>Third Normal Form (3NF)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89E2B9-78A8-B29D-F9A3-A4DE01CE1C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214019" cy="803546"/>
          </a:xfrm>
        </p:spPr>
        <p:txBody>
          <a:bodyPr>
            <a:normAutofit/>
          </a:bodyPr>
          <a:lstStyle/>
          <a:p>
            <a:r>
              <a:rPr lang="en-ID" dirty="0"/>
              <a:t>Decompose to 3NF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8F0F5A39-A752-E22F-270B-1A3E883196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FF752D-BAA0-C220-A968-144116F10B7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AdvisorName</a:t>
            </a:r>
            <a:r>
              <a:rPr lang="en-US" dirty="0"/>
              <a:t> and </a:t>
            </a:r>
            <a:r>
              <a:rPr lang="en-US" dirty="0" err="1"/>
              <a:t>AdvisorRoom</a:t>
            </a:r>
            <a:r>
              <a:rPr lang="en-US" dirty="0"/>
              <a:t> are moved to the ADVISOR table where </a:t>
            </a:r>
            <a:r>
              <a:rPr lang="en-US" dirty="0" err="1"/>
              <a:t>AdvisorID</a:t>
            </a:r>
            <a:r>
              <a:rPr lang="en-US" dirty="0"/>
              <a:t> is the PK</a:t>
            </a:r>
          </a:p>
          <a:p>
            <a:r>
              <a:rPr lang="en-US" dirty="0"/>
              <a:t>"Dr. Budi" now appears only once. If he moves to a different room, we update one row</a:t>
            </a:r>
          </a:p>
          <a:p>
            <a:r>
              <a:rPr lang="en-ID" dirty="0"/>
              <a:t>Transitive dependency removed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2BC415-567C-2ABE-F1A2-275E7D60A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92"/>
          <a:stretch>
            <a:fillRect/>
          </a:stretch>
        </p:blipFill>
        <p:spPr>
          <a:xfrm>
            <a:off x="4421921" y="2254227"/>
            <a:ext cx="15917301" cy="540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97985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CFC73-8D18-3255-225A-77F5C66F8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820DCB-787C-99A3-2B2E-45AABFE8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 dirty="0"/>
              <a:t>Boyce-Codd Normal Form (BCNF)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5EA384E-EAA0-60AA-95B7-B7D7DD196E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214019" cy="803546"/>
          </a:xfrm>
        </p:spPr>
        <p:txBody>
          <a:bodyPr>
            <a:normAutofit/>
          </a:bodyPr>
          <a:lstStyle/>
          <a:p>
            <a:r>
              <a:rPr lang="en-ID" dirty="0"/>
              <a:t>What is BCNF?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4588745B-1F0D-7D93-0277-2A0DAE4432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80FE9-2703-4B3C-1DEF-1203DA4A492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A relation is in BCNF if for every non-trivial functional dependency X → Y, X is a </a:t>
            </a:r>
            <a:r>
              <a:rPr lang="en-US" b="1" dirty="0" err="1"/>
              <a:t>superkey</a:t>
            </a:r>
            <a:endParaRPr lang="en-US" dirty="0"/>
          </a:p>
          <a:p>
            <a:r>
              <a:rPr lang="en-US" dirty="0"/>
              <a:t>BCNF is stricter than 3NF. Every BCNF relation is in 3NF, but not every 3NF relation is in BCNF</a:t>
            </a:r>
          </a:p>
          <a:p>
            <a:r>
              <a:rPr lang="en-US" dirty="0"/>
              <a:t>The difference only appears when there are overlapping candidate keys</a:t>
            </a:r>
          </a:p>
          <a:p>
            <a:r>
              <a:rPr lang="en-US" dirty="0"/>
              <a:t>In practice, most 3NF relations are already in BCNF</a:t>
            </a:r>
          </a:p>
        </p:txBody>
      </p:sp>
    </p:spTree>
    <p:extLst>
      <p:ext uri="{BB962C8B-B14F-4D97-AF65-F5344CB8AC3E}">
        <p14:creationId xmlns:p14="http://schemas.microsoft.com/office/powerpoint/2010/main" val="109962426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E5375-DCC1-CE70-5095-69D4772FA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C3B7DC-DC02-573E-3F6E-6651FAA00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 dirty="0"/>
              <a:t>Boyce-Codd Normal Form (BCNF)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305A5A-518C-B998-EB6B-1FA2701364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214019" cy="803546"/>
          </a:xfrm>
        </p:spPr>
        <p:txBody>
          <a:bodyPr>
            <a:normAutofit/>
          </a:bodyPr>
          <a:lstStyle/>
          <a:p>
            <a:r>
              <a:rPr lang="en-ID" dirty="0"/>
              <a:t>Example: Violation of BCNF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2E2CF961-EF14-FB6B-6493-C685D3B2C6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1E128-0EBD-4829-9954-75BFD9E0EA2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FDs:</a:t>
            </a:r>
          </a:p>
          <a:p>
            <a:pPr lvl="1"/>
            <a:r>
              <a:rPr lang="en-US" dirty="0"/>
              <a:t>FD1: </a:t>
            </a:r>
            <a:r>
              <a:rPr lang="en-US" dirty="0" err="1"/>
              <a:t>Property_id</a:t>
            </a:r>
            <a:r>
              <a:rPr lang="en-US" dirty="0"/>
              <a:t> → </a:t>
            </a:r>
            <a:r>
              <a:rPr lang="en-US" dirty="0" err="1"/>
              <a:t>County_name</a:t>
            </a:r>
            <a:r>
              <a:rPr lang="en-US" dirty="0"/>
              <a:t>, Lot, Area</a:t>
            </a:r>
          </a:p>
          <a:p>
            <a:pPr lvl="1"/>
            <a:r>
              <a:rPr lang="en-US" dirty="0"/>
              <a:t>FD2: {</a:t>
            </a:r>
            <a:r>
              <a:rPr lang="en-US" dirty="0" err="1"/>
              <a:t>County_name</a:t>
            </a:r>
            <a:r>
              <a:rPr lang="en-US" dirty="0"/>
              <a:t>, Lot} → </a:t>
            </a:r>
            <a:r>
              <a:rPr lang="en-US" dirty="0" err="1"/>
              <a:t>Property_id</a:t>
            </a:r>
            <a:r>
              <a:rPr lang="en-US" dirty="0"/>
              <a:t>, Area</a:t>
            </a:r>
          </a:p>
          <a:p>
            <a:pPr lvl="1"/>
            <a:r>
              <a:rPr lang="en-US" dirty="0"/>
              <a:t>FD3: Area → </a:t>
            </a:r>
            <a:r>
              <a:rPr lang="en-US" dirty="0" err="1"/>
              <a:t>County_name</a:t>
            </a:r>
            <a:r>
              <a:rPr lang="en-US" dirty="0"/>
              <a:t> (each area belongs to exactly one county). FD3 is the problem. Area is </a:t>
            </a:r>
            <a:r>
              <a:rPr lang="en-US" b="1" dirty="0"/>
              <a:t>not a </a:t>
            </a:r>
            <a:r>
              <a:rPr lang="en-US" b="1" dirty="0" err="1"/>
              <a:t>superkey</a:t>
            </a:r>
            <a:r>
              <a:rPr lang="en-US" dirty="0"/>
              <a:t>, but it determines </a:t>
            </a:r>
            <a:r>
              <a:rPr lang="en-US" dirty="0" err="1"/>
              <a:t>County_name</a:t>
            </a:r>
            <a:r>
              <a:rPr lang="en-US" dirty="0"/>
              <a:t>. </a:t>
            </a:r>
            <a:r>
              <a:rPr lang="en-US" b="1" dirty="0"/>
              <a:t>This violates BCNF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23C24C-ED26-2985-52E1-86E84FE02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53"/>
          <a:stretch>
            <a:fillRect/>
          </a:stretch>
        </p:blipFill>
        <p:spPr>
          <a:xfrm>
            <a:off x="10157254" y="1619416"/>
            <a:ext cx="9366421" cy="670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40764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1CDE4-52BE-5454-B8C3-C87967885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70B489-838D-FD70-C86E-888E06CC1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 dirty="0"/>
              <a:t>Boyce-Codd Normal Form (BCNF)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1CAABF4-1903-8DB9-B8BF-11CB2FC47F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214019" cy="803546"/>
          </a:xfrm>
        </p:spPr>
        <p:txBody>
          <a:bodyPr>
            <a:normAutofit/>
          </a:bodyPr>
          <a:lstStyle/>
          <a:p>
            <a:r>
              <a:rPr lang="en-ID" dirty="0"/>
              <a:t>Example: Violation of BCNF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B794E514-D64B-804A-7265-D338C4D71C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C87C1-A198-D8B9-68AD-9E4A132646A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is a rare case where 3NF is not enough</a:t>
            </a:r>
          </a:p>
          <a:p>
            <a:r>
              <a:rPr lang="en-US" dirty="0"/>
              <a:t>In practice, most 3NF tables are already in BCNF</a:t>
            </a:r>
          </a:p>
          <a:p>
            <a:r>
              <a:rPr lang="en-US" dirty="0"/>
              <a:t>BCNF violations only appear when there are overlapping candidate keys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AED24A-BE51-C06D-2B03-154FA35564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53"/>
          <a:stretch>
            <a:fillRect/>
          </a:stretch>
        </p:blipFill>
        <p:spPr>
          <a:xfrm>
            <a:off x="9525160" y="1619416"/>
            <a:ext cx="9998515" cy="715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68246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4839E-3E31-8C59-33BF-B39557351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B73E289-E5F4-4759-117F-6AECD1955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 dirty="0"/>
              <a:t>Denormalization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C9CD84-1A48-885B-FE25-52C851CC23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214019" cy="803546"/>
          </a:xfrm>
        </p:spPr>
        <p:txBody>
          <a:bodyPr>
            <a:normAutofit/>
          </a:bodyPr>
          <a:lstStyle/>
          <a:p>
            <a:r>
              <a:rPr lang="en-US" dirty="0"/>
              <a:t>When to Break the Rules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B16B699B-E0A6-4A90-6620-1097BBC5F4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E0B32-5925-36DB-D965-CC542833121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Normalization produces clean tables, but </a:t>
            </a:r>
            <a:r>
              <a:rPr lang="en-US" b="1" dirty="0"/>
              <a:t>more tables </a:t>
            </a:r>
            <a:r>
              <a:rPr lang="en-US" dirty="0"/>
              <a:t>means </a:t>
            </a:r>
            <a:r>
              <a:rPr lang="en-US" b="1" dirty="0"/>
              <a:t>more JOINs</a:t>
            </a:r>
          </a:p>
          <a:p>
            <a:r>
              <a:rPr lang="en-US" dirty="0"/>
              <a:t>More JOINs can </a:t>
            </a:r>
            <a:r>
              <a:rPr lang="en-US" b="1" dirty="0"/>
              <a:t>slow down read-heavy queries</a:t>
            </a:r>
            <a:r>
              <a:rPr lang="en-US" dirty="0"/>
              <a:t> (e.g. dashboards, reports)</a:t>
            </a:r>
          </a:p>
          <a:p>
            <a:r>
              <a:rPr lang="en-US" dirty="0"/>
              <a:t>Denormalization = intentionally adding redundancy back for performance</a:t>
            </a:r>
          </a:p>
          <a:p>
            <a:r>
              <a:rPr lang="en-ID" dirty="0"/>
              <a:t>Common scenarios:</a:t>
            </a:r>
          </a:p>
          <a:p>
            <a:pPr lvl="1"/>
            <a:r>
              <a:rPr lang="en-US" dirty="0"/>
              <a:t>Reporting systems that run complex JOINs on every page load</a:t>
            </a:r>
          </a:p>
          <a:p>
            <a:pPr lvl="1"/>
            <a:r>
              <a:rPr lang="en-ID" dirty="0"/>
              <a:t>Data warehouses (star schema, snowflake schema)</a:t>
            </a:r>
          </a:p>
          <a:p>
            <a:pPr lvl="1"/>
            <a:r>
              <a:rPr lang="en-US" dirty="0"/>
              <a:t>Read-heavy applications where data rarely changes (e.g. product catalogs)</a:t>
            </a:r>
            <a:endParaRPr lang="en-ID" dirty="0"/>
          </a:p>
          <a:p>
            <a:r>
              <a:rPr lang="en-US" i="1" dirty="0"/>
              <a:t>Rule of thumb: normalize first, </a:t>
            </a:r>
            <a:r>
              <a:rPr lang="en-US" i="1" dirty="0" err="1"/>
              <a:t>denormalize</a:t>
            </a:r>
            <a:r>
              <a:rPr lang="en-US" i="1" dirty="0"/>
              <a:t> only with a measured reason</a:t>
            </a:r>
          </a:p>
        </p:txBody>
      </p:sp>
    </p:spTree>
    <p:extLst>
      <p:ext uri="{BB962C8B-B14F-4D97-AF65-F5344CB8AC3E}">
        <p14:creationId xmlns:p14="http://schemas.microsoft.com/office/powerpoint/2010/main" val="129444204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F3A0E-A9F3-226E-ACBB-919246C77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479524-4EBD-3FD5-5CDB-EFA818C89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 dirty="0"/>
              <a:t>Denormalization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B0A1FA-CE32-14B5-89C8-103BD4051F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214019" cy="803546"/>
          </a:xfrm>
        </p:spPr>
        <p:txBody>
          <a:bodyPr>
            <a:normAutofit/>
          </a:bodyPr>
          <a:lstStyle/>
          <a:p>
            <a:r>
              <a:rPr lang="en-ID" dirty="0"/>
              <a:t>When to </a:t>
            </a:r>
            <a:r>
              <a:rPr lang="en-ID" dirty="0" err="1"/>
              <a:t>Denormalize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4B392D10-81DA-5A65-5F33-BA90FE4413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4CD2E-3F91-E1AB-AFFA-509E395743F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Frequently executed queries, </a:t>
            </a:r>
            <a:r>
              <a:rPr lang="en-US" dirty="0"/>
              <a:t>queries that run thousands of times per day (e.g. dashboards, homepage feeds). Reducing JOINs saves time on every single execution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Large-scale JOIN operations, </a:t>
            </a:r>
            <a:r>
              <a:rPr lang="en-US" dirty="0"/>
              <a:t>queries that JOIN many tables with millions of rows. Even if executed once a month, the volume makes it slow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Read-heavy applications, </a:t>
            </a:r>
            <a:r>
              <a:rPr lang="en-US" dirty="0"/>
              <a:t>systems that read far more often than they write. Example: </a:t>
            </a:r>
            <a:r>
              <a:rPr lang="en-US" i="1" dirty="0"/>
              <a:t>product catalogs in e-commerce</a:t>
            </a:r>
            <a:r>
              <a:rPr lang="en-US" dirty="0"/>
              <a:t> are read thousands of times per second but rarely updated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Data warehouses and analytics, </a:t>
            </a:r>
            <a:r>
              <a:rPr lang="en-US" dirty="0"/>
              <a:t>star schema and snowflake schema are intentionally denormalized so analysts can query fast without complex JOINs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Caching layers, </a:t>
            </a:r>
            <a:r>
              <a:rPr lang="en-US" dirty="0"/>
              <a:t>storing pre-joined and pre-computed results so the system does not need to recalculate every time</a:t>
            </a:r>
          </a:p>
          <a:p>
            <a:pPr>
              <a:buFont typeface="+mj-lt"/>
              <a:buAutoNum type="arabicPeriod"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4328021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1738A-8994-5669-2F01-2029463F2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E1A6F23-7E1C-CA01-5D99-9C4FF7E0D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 dirty="0"/>
              <a:t>Denormalization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A1D829-F582-EE71-1636-309956F090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214019" cy="803546"/>
          </a:xfrm>
        </p:spPr>
        <p:txBody>
          <a:bodyPr>
            <a:normAutofit/>
          </a:bodyPr>
          <a:lstStyle/>
          <a:p>
            <a:r>
              <a:rPr lang="en-ID" dirty="0"/>
              <a:t>Example: Student Report Dashboard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AF72E4D5-4EA0-C387-3610-A77D265BF3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BC207-2E55-FBF1-678A-6CE80C7CF1C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3NF, we have 3 separate tables: STUDENT, STUDENT_COURSE, COURSE</a:t>
            </a:r>
          </a:p>
          <a:p>
            <a:r>
              <a:rPr lang="en-US" dirty="0"/>
              <a:t>To display a student report, we must JOIN all 3 tables every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E4E535-FC7C-8A38-65B8-19D42828E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542" y="6130727"/>
            <a:ext cx="15618116" cy="575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3787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6140B-46E2-C11D-C926-79B4AB3F7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BCF33E-1CEA-C0B2-C3E9-94D5CF31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 dirty="0"/>
              <a:t>Denormalization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D2953B-5720-D6C6-6558-F21EC2B79E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214019" cy="803546"/>
          </a:xfrm>
        </p:spPr>
        <p:txBody>
          <a:bodyPr>
            <a:normAutofit/>
          </a:bodyPr>
          <a:lstStyle/>
          <a:p>
            <a:r>
              <a:rPr lang="en-ID" dirty="0"/>
              <a:t>Example: The Denormalized Solution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3DC18F9B-56DA-A187-6791-CCF518DE6E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A672E-8996-7DA9-991A-C0F877748FC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303584"/>
            <a:ext cx="20057623" cy="8583279"/>
          </a:xfrm>
        </p:spPr>
        <p:txBody>
          <a:bodyPr>
            <a:normAutofit/>
          </a:bodyPr>
          <a:lstStyle/>
          <a:p>
            <a:r>
              <a:rPr lang="en-US" dirty="0"/>
              <a:t>Solution: create one denormalized table for reporting that combines all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8A4D40-9E60-34BF-FE57-8BA751A79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60"/>
          <a:stretch>
            <a:fillRect/>
          </a:stretch>
        </p:blipFill>
        <p:spPr>
          <a:xfrm>
            <a:off x="11208462" y="4184268"/>
            <a:ext cx="11348967" cy="6912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A6CA7F-A07B-70EE-3089-D72723EDD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18" y="5889796"/>
            <a:ext cx="7892576" cy="382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968660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BECB8-BF16-020E-1E37-7772066FA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586D901-8238-274A-E73A-5DD5B8286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/>
          <a:p>
            <a:r>
              <a:rPr lang="en-ID" sz="3200" dirty="0"/>
              <a:t>Putting It All Together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53D9DE9-CD8F-14C7-54A5-A3D66ECDD9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214019" cy="803546"/>
          </a:xfrm>
        </p:spPr>
        <p:txBody>
          <a:bodyPr>
            <a:normAutofit/>
          </a:bodyPr>
          <a:lstStyle/>
          <a:p>
            <a:r>
              <a:rPr lang="en-ID" dirty="0"/>
              <a:t>Summary Table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4BA73FEE-0623-195D-92FB-C00A050BD2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B7B8404-CBAB-DAF4-AB9C-F4E1F380EF6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97"/>
          <a:stretch>
            <a:fillRect/>
          </a:stretch>
        </p:blipFill>
        <p:spPr>
          <a:xfrm>
            <a:off x="5690866" y="3481333"/>
            <a:ext cx="13307067" cy="6753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16085551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E3C8A-5F3C-BF81-8736-3F35E7D85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EEBC43-F68B-07CE-204C-3E72E18A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822423" cy="510281"/>
          </a:xfrm>
        </p:spPr>
        <p:txBody>
          <a:bodyPr>
            <a:normAutofit fontScale="90000"/>
          </a:bodyPr>
          <a:lstStyle/>
          <a:p>
            <a:r>
              <a:rPr lang="en-ID" dirty="0"/>
              <a:t>Summary 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EC7B874D-285D-72DF-CE59-F3CA8ABEFA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6D70CE6-8905-FA20-4424-B5730B8F2F20}"/>
              </a:ext>
            </a:extLst>
          </p:cNvPr>
          <p:cNvSpPr txBox="1">
            <a:spLocks/>
          </p:cNvSpPr>
          <p:nvPr/>
        </p:nvSpPr>
        <p:spPr>
          <a:xfrm>
            <a:off x="2167377" y="3260663"/>
            <a:ext cx="21342270" cy="9071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sz="3600" b="1" dirty="0"/>
              <a:t>Normalization of Relations</a:t>
            </a:r>
            <a:r>
              <a:rPr lang="en-US" sz="3600" dirty="0"/>
              <a:t> — A systematic process of decomposing tables based on FDs to minimize redundancy and eliminate anomalies.</a:t>
            </a:r>
          </a:p>
          <a:p>
            <a:r>
              <a:rPr lang="en-US" sz="3600" b="1" dirty="0"/>
              <a:t>1NF</a:t>
            </a:r>
            <a:r>
              <a:rPr lang="en-US" sz="3600" dirty="0"/>
              <a:t> — Every cell must contain a single atomic value. No multivalued attributes or repeating groups.</a:t>
            </a:r>
          </a:p>
          <a:p>
            <a:r>
              <a:rPr lang="en-US" sz="3600" b="1" dirty="0"/>
              <a:t>2NF</a:t>
            </a:r>
            <a:r>
              <a:rPr lang="en-US" sz="3600" dirty="0"/>
              <a:t> — No partial dependency. Every non-key attribute must depend on the entire composite PK, not just part of it.</a:t>
            </a:r>
          </a:p>
          <a:p>
            <a:r>
              <a:rPr lang="en-US" sz="3600" b="1" dirty="0"/>
              <a:t>3NF</a:t>
            </a:r>
            <a:r>
              <a:rPr lang="en-US" sz="3600" dirty="0"/>
              <a:t> — No transitive dependency. Non-key attributes must not depend on other non-key attributes.</a:t>
            </a:r>
          </a:p>
          <a:p>
            <a:r>
              <a:rPr lang="en-US" sz="3600" b="1" dirty="0"/>
              <a:t>BCNF</a:t>
            </a:r>
            <a:r>
              <a:rPr lang="en-US" sz="3600" dirty="0"/>
              <a:t> — Every determinant must be a </a:t>
            </a:r>
            <a:r>
              <a:rPr lang="en-US" sz="3600" dirty="0" err="1"/>
              <a:t>superkey</a:t>
            </a:r>
            <a:r>
              <a:rPr lang="en-US" sz="3600" dirty="0"/>
              <a:t>. Stricter than 3NF, but in practice most 3NF tables are already BCNF.</a:t>
            </a:r>
          </a:p>
          <a:p>
            <a:r>
              <a:rPr lang="en-US" sz="3600" b="1" dirty="0"/>
              <a:t>Denormalization</a:t>
            </a:r>
            <a:r>
              <a:rPr lang="en-US" sz="3600" dirty="0"/>
              <a:t> — Intentionally adding redundancy back for performance. Normalize first, </a:t>
            </a:r>
            <a:r>
              <a:rPr lang="en-US" sz="3600" dirty="0" err="1"/>
              <a:t>denormalize</a:t>
            </a:r>
            <a:r>
              <a:rPr lang="en-US" sz="3600" dirty="0"/>
              <a:t> only with a measured reason.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D55A0-B849-871F-3305-46A27E9E5B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359515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6DDD-127D-ACAD-EFEC-B2FF93AEE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6B5E-AD4E-F170-8DE5-639EDDF69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exercise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89EDA-AE25-91E4-B1AA-7C44BADF3E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169EB7-325E-C183-8929-6F7E73EC8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34620C3-4D26-C353-97AD-93542289B6A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202" y="3804011"/>
            <a:ext cx="21181595" cy="6107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2666212466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15E2C-1D06-3BBB-3EBF-E7E384AF1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E71CC-EC96-DAE1-6EFA-5B54A813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36093-4C4E-5447-3C50-BD50E0BC1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9F5AF5E-A6CC-E36F-83FC-63355D1D5C1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0938858" cy="10053893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Identify the 1NF violation in this table. Decompose it to satisfy 1NF.</a:t>
            </a:r>
          </a:p>
          <a:p>
            <a:pPr>
              <a:buFont typeface="+mj-lt"/>
              <a:buAutoNum type="arabicPeriod"/>
            </a:pPr>
            <a:r>
              <a:rPr lang="en-US" dirty="0"/>
              <a:t>After 1NF, identify any partial dependencies. Decompose the table to satisfy 2NF.</a:t>
            </a:r>
          </a:p>
          <a:p>
            <a:pPr>
              <a:buFont typeface="+mj-lt"/>
              <a:buAutoNum type="arabicPeriod"/>
            </a:pPr>
            <a:r>
              <a:rPr lang="en-US" dirty="0"/>
              <a:t>After 2NF, identify any transitive dependencies. Decompose the table to satisfy 3NF.</a:t>
            </a:r>
          </a:p>
          <a:p>
            <a:pPr>
              <a:buFont typeface="+mj-lt"/>
              <a:buAutoNum type="arabicPeriod"/>
            </a:pPr>
            <a:r>
              <a:rPr lang="en-US" dirty="0"/>
              <a:t>Write the CREATE TABLE statements for your final 3NF result.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48EEC5-2E82-5842-33F8-4BD469831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933723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8372537"/>
          </a:xfrm>
        </p:spPr>
        <p:txBody>
          <a:bodyPr>
            <a:normAutofit/>
          </a:bodyPr>
          <a:lstStyle/>
          <a:p>
            <a:r>
              <a:rPr lang="en-US" sz="4000" dirty="0"/>
              <a:t>Murach, J. (2023). </a:t>
            </a:r>
            <a:r>
              <a:rPr lang="en-US" sz="4000" i="1" dirty="0"/>
              <a:t>Murach's MySQL</a:t>
            </a:r>
            <a:r>
              <a:rPr lang="en-US" sz="4000" dirty="0"/>
              <a:t>, 4th Edition. Mike Murach &amp; Associates. </a:t>
            </a:r>
            <a:r>
              <a:rPr lang="en-US" sz="4000" b="1" dirty="0"/>
              <a:t>Chapter 10</a:t>
            </a:r>
            <a:r>
              <a:rPr lang="en-US" sz="4000" dirty="0"/>
              <a:t>.</a:t>
            </a:r>
          </a:p>
          <a:p>
            <a:r>
              <a:rPr lang="en-US" sz="4000" dirty="0"/>
              <a:t>Elmasri, R. &amp; Navathe, S. (2015). </a:t>
            </a:r>
            <a:r>
              <a:rPr lang="en-US" sz="4000" i="1" dirty="0"/>
              <a:t>Fundamentals of Database Systems</a:t>
            </a:r>
            <a:r>
              <a:rPr lang="en-US" sz="4000" dirty="0"/>
              <a:t>, 7th Edition. Pearson. </a:t>
            </a:r>
            <a:r>
              <a:rPr lang="en-US" sz="4000" b="1" dirty="0"/>
              <a:t>Chapter 14</a:t>
            </a:r>
            <a:r>
              <a:rPr lang="en-US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0CEC7D9-36FC-4F8D-A2F6-7347A79A0DE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6a7df013-048f-4b03-97e2-dd9f41685db5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7528</TotalTime>
  <Words>1635</Words>
  <Application>Microsoft Office PowerPoint</Application>
  <PresentationFormat>Custom</PresentationFormat>
  <Paragraphs>191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Open Sans Light</vt:lpstr>
      <vt:lpstr>Open Sans</vt:lpstr>
      <vt:lpstr>Open Sans ExtraBold</vt:lpstr>
      <vt:lpstr>OCRB</vt:lpstr>
      <vt:lpstr>Arial</vt:lpstr>
      <vt:lpstr>Open Sans Semibold</vt:lpstr>
      <vt:lpstr>21_BasicWhite</vt:lpstr>
      <vt:lpstr>Normal Forms</vt:lpstr>
      <vt:lpstr>Learning Outcomes</vt:lpstr>
      <vt:lpstr>outline</vt:lpstr>
      <vt:lpstr>Normalization of Relations</vt:lpstr>
      <vt:lpstr>First Normal Form (1NF)</vt:lpstr>
      <vt:lpstr>First Normal Form (1NF)</vt:lpstr>
      <vt:lpstr>First Normal Form (1NF)</vt:lpstr>
      <vt:lpstr>First Normal Form (1NF)</vt:lpstr>
      <vt:lpstr>First Normal Form (1NF)</vt:lpstr>
      <vt:lpstr>Second Normal Form (2NF)</vt:lpstr>
      <vt:lpstr>First Normal Form (2NF)</vt:lpstr>
      <vt:lpstr>Second Normal Form (2NF)</vt:lpstr>
      <vt:lpstr>Second Normal Form (2NF)</vt:lpstr>
      <vt:lpstr>Third Normal Form (3NF)</vt:lpstr>
      <vt:lpstr>Third Normal Form (3NF)</vt:lpstr>
      <vt:lpstr>Third Normal Form (3NF)</vt:lpstr>
      <vt:lpstr>Third Normal Form (3NF)</vt:lpstr>
      <vt:lpstr>Boyce-Codd Normal Form (BCNF)</vt:lpstr>
      <vt:lpstr>Boyce-Codd Normal Form (BCNF)</vt:lpstr>
      <vt:lpstr>Boyce-Codd Normal Form (BCNF)</vt:lpstr>
      <vt:lpstr>Denormalization</vt:lpstr>
      <vt:lpstr>Denormalization</vt:lpstr>
      <vt:lpstr>Denormalization</vt:lpstr>
      <vt:lpstr>Denormalization</vt:lpstr>
      <vt:lpstr>Putting It All Together</vt:lpstr>
      <vt:lpstr>Summary </vt:lpstr>
      <vt:lpstr>exercise</vt:lpstr>
      <vt:lpstr>exercise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Rico Halim</cp:lastModifiedBy>
  <cp:revision>87</cp:revision>
  <dcterms:created xsi:type="dcterms:W3CDTF">2023-11-17T02:51:40Z</dcterms:created>
  <dcterms:modified xsi:type="dcterms:W3CDTF">2026-04-07T12:34:35Z</dcterms:modified>
</cp:coreProperties>
</file>