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60" r:id="rId4"/>
    <p:sldId id="316" r:id="rId5"/>
    <p:sldId id="262" r:id="rId6"/>
    <p:sldId id="417" r:id="rId7"/>
    <p:sldId id="432" r:id="rId8"/>
    <p:sldId id="394" r:id="rId9"/>
    <p:sldId id="431" r:id="rId10"/>
    <p:sldId id="300" r:id="rId11"/>
    <p:sldId id="388" r:id="rId12"/>
    <p:sldId id="433" r:id="rId13"/>
    <p:sldId id="434" r:id="rId14"/>
    <p:sldId id="401" r:id="rId15"/>
    <p:sldId id="442" r:id="rId16"/>
    <p:sldId id="445" r:id="rId17"/>
    <p:sldId id="446" r:id="rId18"/>
    <p:sldId id="447" r:id="rId19"/>
    <p:sldId id="448" r:id="rId20"/>
    <p:sldId id="449" r:id="rId21"/>
    <p:sldId id="387" r:id="rId22"/>
    <p:sldId id="399" r:id="rId23"/>
    <p:sldId id="435" r:id="rId24"/>
    <p:sldId id="436" r:id="rId25"/>
    <p:sldId id="439" r:id="rId26"/>
    <p:sldId id="440" r:id="rId27"/>
    <p:sldId id="438" r:id="rId28"/>
    <p:sldId id="450" r:id="rId29"/>
    <p:sldId id="454" r:id="rId30"/>
    <p:sldId id="455" r:id="rId31"/>
    <p:sldId id="456" r:id="rId32"/>
    <p:sldId id="457" r:id="rId33"/>
    <p:sldId id="283" r:id="rId34"/>
    <p:sldId id="428" r:id="rId35"/>
    <p:sldId id="429" r:id="rId36"/>
  </p:sldIdLst>
  <p:sldSz cx="24384000" cy="13716000"/>
  <p:notesSz cx="6858000" cy="9144000"/>
  <p:embeddedFontLs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OCRB" panose="020B0609020202020204" pitchFamily="49" charset="0"/>
      <p:regular r:id="rId42"/>
    </p:embeddedFont>
    <p:embeddedFont>
      <p:font typeface="Open Sans ExtraBold" panose="020B0906030804020204" pitchFamily="34" charset="0"/>
      <p:bold r:id="rId43"/>
      <p:italic r:id="rId44"/>
      <p:boldItalic r:id="rId45"/>
    </p:embeddedFont>
    <p:embeddedFont>
      <p:font typeface="Open Sans Light" panose="020B0306030504020204" pitchFamily="34" charset="0"/>
      <p:regular r:id="rId46"/>
      <p:italic r:id="rId47"/>
    </p:embeddedFont>
    <p:embeddedFont>
      <p:font typeface="Open Sans Semibold" panose="020B0706030804020204" pitchFamily="34" charset="0"/>
      <p:regular r:id="rId48"/>
      <p:bold r:id="rId49"/>
      <p:italic r:id="rId50"/>
      <p:boldItalic r:id="rId5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2F2E3"/>
    <a:srgbClr val="56C1FF"/>
    <a:srgbClr val="007AB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CAEBC-8469-4870-B8CD-DA522520AD2A}" v="5" dt="2025-06-26T04:20:41.93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87822" autoAdjust="0"/>
  </p:normalViewPr>
  <p:slideViewPr>
    <p:cSldViewPr snapToGrid="0" snapToObjects="1">
      <p:cViewPr varScale="1">
        <p:scale>
          <a:sx n="23" d="100"/>
          <a:sy n="23" d="100"/>
        </p:scale>
        <p:origin x="86" y="56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28A38233-3362-4245-8B6F-E5E136D4C08A}"/>
    <pc:docChg chg="undo custSel addSld modSld sldOrd">
      <pc:chgData name="Said Achmad" userId="5d71821f-e4ec-49c0-a52f-549698ea3c81" providerId="ADAL" clId="{28A38233-3362-4245-8B6F-E5E136D4C08A}" dt="2023-12-07T07:07:29.556" v="13" actId="20577"/>
      <pc:docMkLst>
        <pc:docMk/>
      </pc:docMkLst>
      <pc:sldChg chg="modSp add mod ord">
        <pc:chgData name="Said Achmad" userId="5d71821f-e4ec-49c0-a52f-549698ea3c81" providerId="ADAL" clId="{28A38233-3362-4245-8B6F-E5E136D4C08A}" dt="2023-12-07T06:26:44.458" v="6"/>
        <pc:sldMkLst>
          <pc:docMk/>
          <pc:sldMk cId="783756021" sldId="405"/>
        </pc:sldMkLst>
      </pc:sldChg>
      <pc:sldChg chg="modSp add mod ord">
        <pc:chgData name="Said Achmad" userId="5d71821f-e4ec-49c0-a52f-549698ea3c81" providerId="ADAL" clId="{28A38233-3362-4245-8B6F-E5E136D4C08A}" dt="2023-12-07T07:07:29.556" v="13" actId="20577"/>
        <pc:sldMkLst>
          <pc:docMk/>
          <pc:sldMk cId="1465955659" sldId="406"/>
        </pc:sldMkLst>
      </pc:sldChg>
    </pc:docChg>
  </pc:docChgLst>
  <pc:docChgLst>
    <pc:chgData name="Said Achmad" userId="5d71821f-e4ec-49c0-a52f-549698ea3c81" providerId="ADAL" clId="{27524403-A1BC-4B5D-82E3-4E50312D59C1}"/>
    <pc:docChg chg="undo custSel modSld">
      <pc:chgData name="Said Achmad" userId="5d71821f-e4ec-49c0-a52f-549698ea3c81" providerId="ADAL" clId="{27524403-A1BC-4B5D-82E3-4E50312D59C1}" dt="2024-06-25T08:51:15.404" v="42" actId="20577"/>
      <pc:docMkLst>
        <pc:docMk/>
      </pc:docMkLst>
      <pc:sldChg chg="modSp mod">
        <pc:chgData name="Said Achmad" userId="5d71821f-e4ec-49c0-a52f-549698ea3c81" providerId="ADAL" clId="{27524403-A1BC-4B5D-82E3-4E50312D59C1}" dt="2024-06-25T08:51:15.404" v="42" actId="20577"/>
        <pc:sldMkLst>
          <pc:docMk/>
          <pc:sldMk cId="226595607" sldId="429"/>
        </pc:sldMkLst>
      </pc:sldChg>
    </pc:docChg>
  </pc:docChgLst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1-23T09:06:41.356" v="780" actId="20577"/>
      <pc:docMkLst>
        <pc:docMk/>
      </pc:docMkLst>
      <pc:sldChg chg="modSp mod">
        <pc:chgData name="Said Achmad" userId="5d71821f-e4ec-49c0-a52f-549698ea3c81" providerId="ADAL" clId="{CF650702-EC09-4DE5-BC17-9C839DCD83F3}" dt="2023-11-21T10:01:47.328" v="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  <pc:docChgLst>
    <pc:chgData name="Said Achmad" userId="5d71821f-e4ec-49c0-a52f-549698ea3c81" providerId="ADAL" clId="{8D300E28-147B-4BBE-B85E-F29FA2A513E2}"/>
    <pc:docChg chg="undo redo custSel addSld delSld modSld sldOrd">
      <pc:chgData name="Said Achmad" userId="5d71821f-e4ec-49c0-a52f-549698ea3c81" providerId="ADAL" clId="{8D300E28-147B-4BBE-B85E-F29FA2A513E2}" dt="2025-06-01T09:23:03.718" v="1067" actId="6549"/>
      <pc:docMkLst>
        <pc:docMk/>
      </pc:docMkLst>
      <pc:sldChg chg="modSp mod">
        <pc:chgData name="Said Achmad" userId="5d71821f-e4ec-49c0-a52f-549698ea3c81" providerId="ADAL" clId="{8D300E28-147B-4BBE-B85E-F29FA2A513E2}" dt="2025-06-01T09:19:23.099" v="1039" actId="1076"/>
        <pc:sldMkLst>
          <pc:docMk/>
          <pc:sldMk cId="3807564589" sldId="256"/>
        </pc:sldMkLst>
        <pc:spChg chg="mod">
          <ac:chgData name="Said Achmad" userId="5d71821f-e4ec-49c0-a52f-549698ea3c81" providerId="ADAL" clId="{8D300E28-147B-4BBE-B85E-F29FA2A513E2}" dt="2025-06-01T09:19:23.099" v="1039" actId="107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aid Achmad" userId="5d71821f-e4ec-49c0-a52f-549698ea3c81" providerId="ADAL" clId="{8D300E28-147B-4BBE-B85E-F29FA2A513E2}" dt="2025-06-01T09:15:36.179" v="1023" actId="20577"/>
        <pc:sldMkLst>
          <pc:docMk/>
          <pc:sldMk cId="3724825567" sldId="260"/>
        </pc:sldMkLst>
        <pc:spChg chg="mod">
          <ac:chgData name="Said Achmad" userId="5d71821f-e4ec-49c0-a52f-549698ea3c81" providerId="ADAL" clId="{8D300E28-147B-4BBE-B85E-F29FA2A513E2}" dt="2025-06-01T09:15:36.179" v="1023" actId="20577"/>
          <ac:spMkLst>
            <pc:docMk/>
            <pc:sldMk cId="3724825567" sldId="260"/>
            <ac:spMk id="4" creationId="{F6398ECD-4701-560A-68A4-064817E603CF}"/>
          </ac:spMkLst>
        </pc:spChg>
      </pc:sldChg>
      <pc:sldChg chg="modSp mod">
        <pc:chgData name="Said Achmad" userId="5d71821f-e4ec-49c0-a52f-549698ea3c81" providerId="ADAL" clId="{8D300E28-147B-4BBE-B85E-F29FA2A513E2}" dt="2025-06-01T08:22:58.770" v="392"/>
        <pc:sldMkLst>
          <pc:docMk/>
          <pc:sldMk cId="363028880" sldId="262"/>
        </pc:sldMkLst>
        <pc:spChg chg="mod">
          <ac:chgData name="Said Achmad" userId="5d71821f-e4ec-49c0-a52f-549698ea3c81" providerId="ADAL" clId="{8D300E28-147B-4BBE-B85E-F29FA2A513E2}" dt="2025-06-01T08:22:58.770" v="392"/>
          <ac:spMkLst>
            <pc:docMk/>
            <pc:sldMk cId="363028880" sldId="262"/>
            <ac:spMk id="2" creationId="{490580FD-C213-BE4E-B0D4-01511112AF0D}"/>
          </ac:spMkLst>
        </pc:spChg>
      </pc:sldChg>
      <pc:sldChg chg="modSp mod">
        <pc:chgData name="Said Achmad" userId="5d71821f-e4ec-49c0-a52f-549698ea3c81" providerId="ADAL" clId="{8D300E28-147B-4BBE-B85E-F29FA2A513E2}" dt="2025-06-01T09:20:51.447" v="1052"/>
        <pc:sldMkLst>
          <pc:docMk/>
          <pc:sldMk cId="1702753199" sldId="283"/>
        </pc:sldMkLst>
        <pc:spChg chg="mod">
          <ac:chgData name="Said Achmad" userId="5d71821f-e4ec-49c0-a52f-549698ea3c81" providerId="ADAL" clId="{8D300E28-147B-4BBE-B85E-F29FA2A513E2}" dt="2025-06-01T09:20:51.447" v="1052"/>
          <ac:spMkLst>
            <pc:docMk/>
            <pc:sldMk cId="1702753199" sldId="283"/>
            <ac:spMk id="2" creationId="{0601663D-26B1-8B48-99A9-0C02DEABC20C}"/>
          </ac:spMkLst>
        </pc:spChg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0" sldId="309"/>
        </pc:sldMkLst>
      </pc:sldChg>
      <pc:sldChg chg="add">
        <pc:chgData name="Said Achmad" userId="5d71821f-e4ec-49c0-a52f-549698ea3c81" providerId="ADAL" clId="{8D300E28-147B-4BBE-B85E-F29FA2A513E2}" dt="2025-06-01T08:26:55.163" v="446"/>
        <pc:sldMkLst>
          <pc:docMk/>
          <pc:sldMk cId="2653283716" sldId="316"/>
        </pc:sldMkLst>
      </pc:sldChg>
      <pc:sldChg chg="del">
        <pc:chgData name="Said Achmad" userId="5d71821f-e4ec-49c0-a52f-549698ea3c81" providerId="ADAL" clId="{8D300E28-147B-4BBE-B85E-F29FA2A513E2}" dt="2025-06-01T07:46:36.095" v="0" actId="47"/>
        <pc:sldMkLst>
          <pc:docMk/>
          <pc:sldMk cId="1915762959" sldId="328"/>
        </pc:sldMkLst>
      </pc:sldChg>
      <pc:sldChg chg="modSp mod modClrScheme chgLayout">
        <pc:chgData name="Said Achmad" userId="5d71821f-e4ec-49c0-a52f-549698ea3c81" providerId="ADAL" clId="{8D300E28-147B-4BBE-B85E-F29FA2A513E2}" dt="2025-06-01T09:15:45.363" v="1024"/>
        <pc:sldMkLst>
          <pc:docMk/>
          <pc:sldMk cId="3553207723" sldId="387"/>
        </pc:sldMkLst>
        <pc:spChg chg="mod ord">
          <ac:chgData name="Said Achmad" userId="5d71821f-e4ec-49c0-a52f-549698ea3c81" providerId="ADAL" clId="{8D300E28-147B-4BBE-B85E-F29FA2A513E2}" dt="2025-06-01T09:15:45.363" v="1024"/>
          <ac:spMkLst>
            <pc:docMk/>
            <pc:sldMk cId="3553207723" sldId="387"/>
            <ac:spMk id="2" creationId="{490580FD-C213-BE4E-B0D4-01511112AF0D}"/>
          </ac:spMkLst>
        </pc:spChg>
      </pc:sldChg>
      <pc:sldChg chg="addSp delSp modSp mod">
        <pc:chgData name="Said Achmad" userId="5d71821f-e4ec-49c0-a52f-549698ea3c81" providerId="ADAL" clId="{8D300E28-147B-4BBE-B85E-F29FA2A513E2}" dt="2025-06-01T08:32:36.225" v="517" actId="14100"/>
        <pc:sldMkLst>
          <pc:docMk/>
          <pc:sldMk cId="3181591738" sldId="388"/>
        </pc:sldMkLst>
        <pc:spChg chg="mod">
          <ac:chgData name="Said Achmad" userId="5d71821f-e4ec-49c0-a52f-549698ea3c81" providerId="ADAL" clId="{8D300E28-147B-4BBE-B85E-F29FA2A513E2}" dt="2025-06-01T08:32:06.944" v="506"/>
          <ac:spMkLst>
            <pc:docMk/>
            <pc:sldMk cId="3181591738" sldId="388"/>
            <ac:spMk id="2" creationId="{3E9583F9-47FA-5E5D-D9AB-61AA297D570E}"/>
          </ac:spMkLst>
        </pc:spChg>
        <pc:spChg chg="mod">
          <ac:chgData name="Said Achmad" userId="5d71821f-e4ec-49c0-a52f-549698ea3c81" providerId="ADAL" clId="{8D300E28-147B-4BBE-B85E-F29FA2A513E2}" dt="2025-06-01T08:32:36.225" v="517" actId="14100"/>
          <ac:spMkLst>
            <pc:docMk/>
            <pc:sldMk cId="3181591738" sldId="388"/>
            <ac:spMk id="4" creationId="{37F477D3-9350-091C-EEE5-B8D27BC6E57A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7" creationId="{A3EA3DB8-1B3D-8C55-5774-F4EC8EEA46FB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8" creationId="{492D7AB2-7843-6A58-08A0-A9566035DAA1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9" creationId="{D46D43D5-ED20-BA7C-CB77-1DBE97E142F7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0" creationId="{7859E820-5E78-3E5F-2674-09807DFEC865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2" creationId="{E15948FA-3A3D-8D1D-B04B-30CD5255F4DF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3" creationId="{6B2B31CF-7AC8-E82E-5002-997A0D8D6E12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4" creationId="{C0E4F18F-3828-6BD0-8896-D18C646175DA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5" creationId="{6014AA4C-892C-E883-73EF-C6FBF0ABB22D}"/>
          </ac:spMkLst>
        </pc:spChg>
        <pc:spChg chg="mod">
          <ac:chgData name="Said Achmad" userId="5d71821f-e4ec-49c0-a52f-549698ea3c81" providerId="ADAL" clId="{8D300E28-147B-4BBE-B85E-F29FA2A513E2}" dt="2025-06-01T08:27:26.910" v="447"/>
          <ac:spMkLst>
            <pc:docMk/>
            <pc:sldMk cId="3181591738" sldId="388"/>
            <ac:spMk id="16" creationId="{94D49330-9813-2603-09E3-83DD860082B6}"/>
          </ac:spMkLst>
        </pc:spChg>
        <pc:spChg chg="mod">
          <ac:chgData name="Said Achmad" userId="5d71821f-e4ec-49c0-a52f-549698ea3c81" providerId="ADAL" clId="{8D300E28-147B-4BBE-B85E-F29FA2A513E2}" dt="2025-06-01T08:28:34.297" v="454"/>
          <ac:spMkLst>
            <pc:docMk/>
            <pc:sldMk cId="3181591738" sldId="388"/>
            <ac:spMk id="24" creationId="{0C64A8F6-18F5-EC25-3B57-FA1792ABE188}"/>
          </ac:spMkLst>
        </pc:spChg>
        <pc:spChg chg="mod">
          <ac:chgData name="Said Achmad" userId="5d71821f-e4ec-49c0-a52f-549698ea3c81" providerId="ADAL" clId="{8D300E28-147B-4BBE-B85E-F29FA2A513E2}" dt="2025-06-01T08:28:34.297" v="454"/>
          <ac:spMkLst>
            <pc:docMk/>
            <pc:sldMk cId="3181591738" sldId="388"/>
            <ac:spMk id="25" creationId="{4C579070-2021-8F2D-5F63-41E8FB7B34CB}"/>
          </ac:spMkLst>
        </pc:spChg>
        <pc:spChg chg="mod">
          <ac:chgData name="Said Achmad" userId="5d71821f-e4ec-49c0-a52f-549698ea3c81" providerId="ADAL" clId="{8D300E28-147B-4BBE-B85E-F29FA2A513E2}" dt="2025-06-01T08:28:34.297" v="454"/>
          <ac:spMkLst>
            <pc:docMk/>
            <pc:sldMk cId="3181591738" sldId="388"/>
            <ac:spMk id="26" creationId="{DA5881C3-E553-FA1D-BA0D-80A34CE0168E}"/>
          </ac:spMkLst>
        </pc:spChg>
        <pc:spChg chg="mod">
          <ac:chgData name="Said Achmad" userId="5d71821f-e4ec-49c0-a52f-549698ea3c81" providerId="ADAL" clId="{8D300E28-147B-4BBE-B85E-F29FA2A513E2}" dt="2025-06-01T08:29:12.041" v="478" actId="20577"/>
          <ac:spMkLst>
            <pc:docMk/>
            <pc:sldMk cId="3181591738" sldId="388"/>
            <ac:spMk id="27" creationId="{26026F8A-0D44-FAAC-54F6-98C72D4DC2D2}"/>
          </ac:spMkLst>
        </pc:spChg>
        <pc:spChg chg="mod">
          <ac:chgData name="Said Achmad" userId="5d71821f-e4ec-49c0-a52f-549698ea3c81" providerId="ADAL" clId="{8D300E28-147B-4BBE-B85E-F29FA2A513E2}" dt="2025-06-01T08:28:34.297" v="454"/>
          <ac:spMkLst>
            <pc:docMk/>
            <pc:sldMk cId="3181591738" sldId="388"/>
            <ac:spMk id="28" creationId="{EF9D2A3B-3125-87B8-1C09-0D26B7B512D9}"/>
          </ac:spMkLst>
        </pc:spChg>
        <pc:grpChg chg="add mod">
          <ac:chgData name="Said Achmad" userId="5d71821f-e4ec-49c0-a52f-549698ea3c81" providerId="ADAL" clId="{8D300E28-147B-4BBE-B85E-F29FA2A513E2}" dt="2025-06-01T08:31:05.477" v="494" actId="1076"/>
          <ac:grpSpMkLst>
            <pc:docMk/>
            <pc:sldMk cId="3181591738" sldId="388"/>
            <ac:grpSpMk id="3" creationId="{03E2533D-3470-3779-5DC3-ECB57326A476}"/>
          </ac:grpSpMkLst>
        </pc:grpChg>
        <pc:grpChg chg="mod">
          <ac:chgData name="Said Achmad" userId="5d71821f-e4ec-49c0-a52f-549698ea3c81" providerId="ADAL" clId="{8D300E28-147B-4BBE-B85E-F29FA2A513E2}" dt="2025-06-01T08:31:05.477" v="494" actId="1076"/>
          <ac:grpSpMkLst>
            <pc:docMk/>
            <pc:sldMk cId="3181591738" sldId="388"/>
            <ac:grpSpMk id="11" creationId="{60B427C4-62C6-396E-FABA-C442F3F2D324}"/>
          </ac:grpSpMkLst>
        </pc:grpChg>
        <pc:grpChg chg="add mod">
          <ac:chgData name="Said Achmad" userId="5d71821f-e4ec-49c0-a52f-549698ea3c81" providerId="ADAL" clId="{8D300E28-147B-4BBE-B85E-F29FA2A513E2}" dt="2025-06-01T08:31:05.477" v="494" actId="1076"/>
          <ac:grpSpMkLst>
            <pc:docMk/>
            <pc:sldMk cId="3181591738" sldId="388"/>
            <ac:grpSpMk id="23" creationId="{1846D8B7-133E-98B7-014C-342EB420F44F}"/>
          </ac:grpSpMkLst>
        </pc:grpChg>
      </pc:sldChg>
      <pc:sldChg chg="addSp delSp modSp mod">
        <pc:chgData name="Said Achmad" userId="5d71821f-e4ec-49c0-a52f-549698ea3c81" providerId="ADAL" clId="{8D300E28-147B-4BBE-B85E-F29FA2A513E2}" dt="2025-06-01T08:06:01.534" v="210" actId="14100"/>
        <pc:sldMkLst>
          <pc:docMk/>
          <pc:sldMk cId="1192248434" sldId="394"/>
        </pc:sldMkLst>
        <pc:spChg chg="mod">
          <ac:chgData name="Said Achmad" userId="5d71821f-e4ec-49c0-a52f-549698ea3c81" providerId="ADAL" clId="{8D300E28-147B-4BBE-B85E-F29FA2A513E2}" dt="2025-06-01T08:03:35.197" v="171" actId="14100"/>
          <ac:spMkLst>
            <pc:docMk/>
            <pc:sldMk cId="1192248434" sldId="394"/>
            <ac:spMk id="10" creationId="{D3B8AA65-724A-942C-B003-7552F1BDCAB1}"/>
          </ac:spMkLst>
        </pc:spChg>
        <pc:graphicFrameChg chg="add mod modGraphic">
          <ac:chgData name="Said Achmad" userId="5d71821f-e4ec-49c0-a52f-549698ea3c81" providerId="ADAL" clId="{8D300E28-147B-4BBE-B85E-F29FA2A513E2}" dt="2025-06-01T08:06:01.534" v="210" actId="14100"/>
          <ac:graphicFrameMkLst>
            <pc:docMk/>
            <pc:sldMk cId="1192248434" sldId="394"/>
            <ac:graphicFrameMk id="5" creationId="{08591BAD-6AF0-9362-CBAF-5AD0864FC028}"/>
          </ac:graphicFrameMkLst>
        </pc:graphicFrameChg>
      </pc:sldChg>
      <pc:sldChg chg="del">
        <pc:chgData name="Said Achmad" userId="5d71821f-e4ec-49c0-a52f-549698ea3c81" providerId="ADAL" clId="{8D300E28-147B-4BBE-B85E-F29FA2A513E2}" dt="2025-06-01T08:33:35.102" v="519" actId="47"/>
        <pc:sldMkLst>
          <pc:docMk/>
          <pc:sldMk cId="1120420189" sldId="395"/>
        </pc:sldMkLst>
      </pc:sldChg>
      <pc:sldChg chg="addSp delSp modSp mod">
        <pc:chgData name="Said Achmad" userId="5d71821f-e4ec-49c0-a52f-549698ea3c81" providerId="ADAL" clId="{8D300E28-147B-4BBE-B85E-F29FA2A513E2}" dt="2025-06-01T09:15:49.897" v="1025"/>
        <pc:sldMkLst>
          <pc:docMk/>
          <pc:sldMk cId="2142228874" sldId="399"/>
        </pc:sldMkLst>
        <pc:spChg chg="mod">
          <ac:chgData name="Said Achmad" userId="5d71821f-e4ec-49c0-a52f-549698ea3c81" providerId="ADAL" clId="{8D300E28-147B-4BBE-B85E-F29FA2A513E2}" dt="2025-06-01T09:15:49.897" v="1025"/>
          <ac:spMkLst>
            <pc:docMk/>
            <pc:sldMk cId="2142228874" sldId="399"/>
            <ac:spMk id="2" creationId="{3E9583F9-47FA-5E5D-D9AB-61AA297D570E}"/>
          </ac:spMkLst>
        </pc:spChg>
        <pc:spChg chg="mod">
          <ac:chgData name="Said Achmad" userId="5d71821f-e4ec-49c0-a52f-549698ea3c81" providerId="ADAL" clId="{8D300E28-147B-4BBE-B85E-F29FA2A513E2}" dt="2025-06-01T08:45:18.403" v="663" actId="20577"/>
          <ac:spMkLst>
            <pc:docMk/>
            <pc:sldMk cId="2142228874" sldId="399"/>
            <ac:spMk id="4" creationId="{86880A76-A89D-34FA-E3CF-0AA0F31A899E}"/>
          </ac:spMkLst>
        </pc:spChg>
      </pc:sldChg>
      <pc:sldChg chg="modSp mod ord modClrScheme chgLayout">
        <pc:chgData name="Said Achmad" userId="5d71821f-e4ec-49c0-a52f-549698ea3c81" providerId="ADAL" clId="{8D300E28-147B-4BBE-B85E-F29FA2A513E2}" dt="2025-06-01T09:04:05.018" v="826" actId="20577"/>
        <pc:sldMkLst>
          <pc:docMk/>
          <pc:sldMk cId="893278314" sldId="401"/>
        </pc:sldMkLst>
        <pc:spChg chg="mod ord">
          <ac:chgData name="Said Achmad" userId="5d71821f-e4ec-49c0-a52f-549698ea3c81" providerId="ADAL" clId="{8D300E28-147B-4BBE-B85E-F29FA2A513E2}" dt="2025-06-01T09:04:05.018" v="826" actId="20577"/>
          <ac:spMkLst>
            <pc:docMk/>
            <pc:sldMk cId="893278314" sldId="401"/>
            <ac:spMk id="2" creationId="{490580FD-C213-BE4E-B0D4-01511112AF0D}"/>
          </ac:spMkLst>
        </pc:spChg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4008247520" sldId="404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1101769962" sldId="407"/>
        </pc:sldMkLst>
      </pc:sldChg>
      <pc:sldChg chg="add del">
        <pc:chgData name="Said Achmad" userId="5d71821f-e4ec-49c0-a52f-549698ea3c81" providerId="ADAL" clId="{8D300E28-147B-4BBE-B85E-F29FA2A513E2}" dt="2025-06-01T08:47:18.055" v="693" actId="47"/>
        <pc:sldMkLst>
          <pc:docMk/>
          <pc:sldMk cId="2355350369" sldId="411"/>
        </pc:sldMkLst>
      </pc:sldChg>
      <pc:sldChg chg="add del">
        <pc:chgData name="Said Achmad" userId="5d71821f-e4ec-49c0-a52f-549698ea3c81" providerId="ADAL" clId="{8D300E28-147B-4BBE-B85E-F29FA2A513E2}" dt="2025-06-01T08:47:18.055" v="693" actId="47"/>
        <pc:sldMkLst>
          <pc:docMk/>
          <pc:sldMk cId="933499238" sldId="412"/>
        </pc:sldMkLst>
      </pc:sldChg>
      <pc:sldChg chg="add del">
        <pc:chgData name="Said Achmad" userId="5d71821f-e4ec-49c0-a52f-549698ea3c81" providerId="ADAL" clId="{8D300E28-147B-4BBE-B85E-F29FA2A513E2}" dt="2025-06-01T08:47:18.055" v="693" actId="47"/>
        <pc:sldMkLst>
          <pc:docMk/>
          <pc:sldMk cId="2200156304" sldId="413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564126395" sldId="414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1991773872" sldId="415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3926146284" sldId="416"/>
        </pc:sldMkLst>
      </pc:sldChg>
      <pc:sldChg chg="modSp mod ord">
        <pc:chgData name="Said Achmad" userId="5d71821f-e4ec-49c0-a52f-549698ea3c81" providerId="ADAL" clId="{8D300E28-147B-4BBE-B85E-F29FA2A513E2}" dt="2025-06-01T09:13:51.628" v="978" actId="14100"/>
        <pc:sldMkLst>
          <pc:docMk/>
          <pc:sldMk cId="3795881600" sldId="417"/>
        </pc:sldMkLst>
        <pc:spChg chg="mod">
          <ac:chgData name="Said Achmad" userId="5d71821f-e4ec-49c0-a52f-549698ea3c81" providerId="ADAL" clId="{8D300E28-147B-4BBE-B85E-F29FA2A513E2}" dt="2025-06-01T09:13:51.628" v="978" actId="14100"/>
          <ac:spMkLst>
            <pc:docMk/>
            <pc:sldMk cId="3795881600" sldId="417"/>
            <ac:spMk id="3" creationId="{F670CAF9-69BB-7515-19F1-43EE9C65C61A}"/>
          </ac:spMkLst>
        </pc:spChg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1754654541" sldId="418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3116661740" sldId="419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1447601855" sldId="420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827273053" sldId="421"/>
        </pc:sldMkLst>
      </pc:sldChg>
      <pc:sldChg chg="del">
        <pc:chgData name="Said Achmad" userId="5d71821f-e4ec-49c0-a52f-549698ea3c81" providerId="ADAL" clId="{8D300E28-147B-4BBE-B85E-F29FA2A513E2}" dt="2025-06-01T08:57:11.373" v="818" actId="47"/>
        <pc:sldMkLst>
          <pc:docMk/>
          <pc:sldMk cId="4151325664" sldId="422"/>
        </pc:sldMkLst>
      </pc:sldChg>
      <pc:sldChg chg="del ord">
        <pc:chgData name="Said Achmad" userId="5d71821f-e4ec-49c0-a52f-549698ea3c81" providerId="ADAL" clId="{8D300E28-147B-4BBE-B85E-F29FA2A513E2}" dt="2025-06-01T08:23:02.846" v="393" actId="47"/>
        <pc:sldMkLst>
          <pc:docMk/>
          <pc:sldMk cId="4056597711" sldId="423"/>
        </pc:sldMkLst>
      </pc:sldChg>
      <pc:sldChg chg="del">
        <pc:chgData name="Said Achmad" userId="5d71821f-e4ec-49c0-a52f-549698ea3c81" providerId="ADAL" clId="{8D300E28-147B-4BBE-B85E-F29FA2A513E2}" dt="2025-06-01T07:58:03.332" v="78" actId="47"/>
        <pc:sldMkLst>
          <pc:docMk/>
          <pc:sldMk cId="427108214" sldId="424"/>
        </pc:sldMkLst>
      </pc:sldChg>
      <pc:sldChg chg="del">
        <pc:chgData name="Said Achmad" userId="5d71821f-e4ec-49c0-a52f-549698ea3c81" providerId="ADAL" clId="{8D300E28-147B-4BBE-B85E-F29FA2A513E2}" dt="2025-06-01T07:58:06.549" v="79" actId="47"/>
        <pc:sldMkLst>
          <pc:docMk/>
          <pc:sldMk cId="3608921012" sldId="425"/>
        </pc:sldMkLst>
      </pc:sldChg>
      <pc:sldChg chg="del">
        <pc:chgData name="Said Achmad" userId="5d71821f-e4ec-49c0-a52f-549698ea3c81" providerId="ADAL" clId="{8D300E28-147B-4BBE-B85E-F29FA2A513E2}" dt="2025-06-01T07:58:14.077" v="80" actId="47"/>
        <pc:sldMkLst>
          <pc:docMk/>
          <pc:sldMk cId="2024252969" sldId="426"/>
        </pc:sldMkLst>
      </pc:sldChg>
      <pc:sldChg chg="del">
        <pc:chgData name="Said Achmad" userId="5d71821f-e4ec-49c0-a52f-549698ea3c81" providerId="ADAL" clId="{8D300E28-147B-4BBE-B85E-F29FA2A513E2}" dt="2025-06-01T09:22:53.704" v="1066" actId="47"/>
        <pc:sldMkLst>
          <pc:docMk/>
          <pc:sldMk cId="3322301146" sldId="427"/>
        </pc:sldMkLst>
      </pc:sldChg>
      <pc:sldChg chg="modSp mod">
        <pc:chgData name="Said Achmad" userId="5d71821f-e4ec-49c0-a52f-549698ea3c81" providerId="ADAL" clId="{8D300E28-147B-4BBE-B85E-F29FA2A513E2}" dt="2025-06-01T09:22:51.013" v="1065" actId="6549"/>
        <pc:sldMkLst>
          <pc:docMk/>
          <pc:sldMk cId="1617187729" sldId="428"/>
        </pc:sldMkLst>
        <pc:spChg chg="mod">
          <ac:chgData name="Said Achmad" userId="5d71821f-e4ec-49c0-a52f-549698ea3c81" providerId="ADAL" clId="{8D300E28-147B-4BBE-B85E-F29FA2A513E2}" dt="2025-06-01T09:22:51.013" v="1065" actId="6549"/>
          <ac:spMkLst>
            <pc:docMk/>
            <pc:sldMk cId="1617187729" sldId="428"/>
            <ac:spMk id="3" creationId="{2AB723E0-CB99-EADA-4C23-254BEFF7F6E4}"/>
          </ac:spMkLst>
        </pc:spChg>
      </pc:sldChg>
      <pc:sldChg chg="modSp mod">
        <pc:chgData name="Said Achmad" userId="5d71821f-e4ec-49c0-a52f-549698ea3c81" providerId="ADAL" clId="{8D300E28-147B-4BBE-B85E-F29FA2A513E2}" dt="2025-06-01T09:23:03.718" v="1067" actId="6549"/>
        <pc:sldMkLst>
          <pc:docMk/>
          <pc:sldMk cId="226595607" sldId="429"/>
        </pc:sldMkLst>
        <pc:spChg chg="mod">
          <ac:chgData name="Said Achmad" userId="5d71821f-e4ec-49c0-a52f-549698ea3c81" providerId="ADAL" clId="{8D300E28-147B-4BBE-B85E-F29FA2A513E2}" dt="2025-06-01T09:23:03.718" v="1067" actId="6549"/>
          <ac:spMkLst>
            <pc:docMk/>
            <pc:sldMk cId="226595607" sldId="429"/>
            <ac:spMk id="4" creationId="{54EECC02-83BB-9260-5A52-F39ED0A6902F}"/>
          </ac:spMkLst>
        </pc:spChg>
      </pc:sldChg>
      <pc:sldChg chg="addSp delSp modSp add del mod ord">
        <pc:chgData name="Said Achmad" userId="5d71821f-e4ec-49c0-a52f-549698ea3c81" providerId="ADAL" clId="{8D300E28-147B-4BBE-B85E-F29FA2A513E2}" dt="2025-06-01T08:22:08.324" v="387" actId="47"/>
        <pc:sldMkLst>
          <pc:docMk/>
          <pc:sldMk cId="1241939917" sldId="430"/>
        </pc:sldMkLst>
      </pc:sldChg>
      <pc:sldChg chg="addSp delSp modSp add mod">
        <pc:chgData name="Said Achmad" userId="5d71821f-e4ec-49c0-a52f-549698ea3c81" providerId="ADAL" clId="{8D300E28-147B-4BBE-B85E-F29FA2A513E2}" dt="2025-06-01T09:14:36.249" v="982"/>
        <pc:sldMkLst>
          <pc:docMk/>
          <pc:sldMk cId="399374207" sldId="431"/>
        </pc:sldMkLst>
        <pc:spChg chg="add mod">
          <ac:chgData name="Said Achmad" userId="5d71821f-e4ec-49c0-a52f-549698ea3c81" providerId="ADAL" clId="{8D300E28-147B-4BBE-B85E-F29FA2A513E2}" dt="2025-06-01T08:12:44.212" v="251" actId="404"/>
          <ac:spMkLst>
            <pc:docMk/>
            <pc:sldMk cId="399374207" sldId="431"/>
            <ac:spMk id="5" creationId="{705AFC6F-2971-B086-A311-68124470858B}"/>
          </ac:spMkLst>
        </pc:spChg>
        <pc:spChg chg="add mod">
          <ac:chgData name="Said Achmad" userId="5d71821f-e4ec-49c0-a52f-549698ea3c81" providerId="ADAL" clId="{8D300E28-147B-4BBE-B85E-F29FA2A513E2}" dt="2025-06-01T09:14:18.444" v="980"/>
          <ac:spMkLst>
            <pc:docMk/>
            <pc:sldMk cId="399374207" sldId="431"/>
            <ac:spMk id="6" creationId="{E02B9E11-73C9-5BED-82A6-A19782F1CB70}"/>
          </ac:spMkLst>
        </pc:spChg>
        <pc:spChg chg="add mod">
          <ac:chgData name="Said Achmad" userId="5d71821f-e4ec-49c0-a52f-549698ea3c81" providerId="ADAL" clId="{8D300E28-147B-4BBE-B85E-F29FA2A513E2}" dt="2025-06-01T08:13:54.869" v="253"/>
          <ac:spMkLst>
            <pc:docMk/>
            <pc:sldMk cId="399374207" sldId="431"/>
            <ac:spMk id="7" creationId="{4E4BCA66-64A0-45B7-9226-CB0FCC810CAD}"/>
          </ac:spMkLst>
        </pc:spChg>
        <pc:spChg chg="add mod">
          <ac:chgData name="Said Achmad" userId="5d71821f-e4ec-49c0-a52f-549698ea3c81" providerId="ADAL" clId="{8D300E28-147B-4BBE-B85E-F29FA2A513E2}" dt="2025-06-01T09:14:27.298" v="981"/>
          <ac:spMkLst>
            <pc:docMk/>
            <pc:sldMk cId="399374207" sldId="431"/>
            <ac:spMk id="8" creationId="{D8658AC7-4CDE-E65F-A85B-7E9FA9FF7E12}"/>
          </ac:spMkLst>
        </pc:spChg>
        <pc:spChg chg="add mod">
          <ac:chgData name="Said Achmad" userId="5d71821f-e4ec-49c0-a52f-549698ea3c81" providerId="ADAL" clId="{8D300E28-147B-4BBE-B85E-F29FA2A513E2}" dt="2025-06-01T08:15:02.894" v="265"/>
          <ac:spMkLst>
            <pc:docMk/>
            <pc:sldMk cId="399374207" sldId="431"/>
            <ac:spMk id="9" creationId="{4399A5AF-F244-FCEC-F2B9-D7ABAEA234E8}"/>
          </ac:spMkLst>
        </pc:spChg>
        <pc:spChg chg="mod">
          <ac:chgData name="Said Achmad" userId="5d71821f-e4ec-49c0-a52f-549698ea3c81" providerId="ADAL" clId="{8D300E28-147B-4BBE-B85E-F29FA2A513E2}" dt="2025-06-01T09:14:08.779" v="979"/>
          <ac:spMkLst>
            <pc:docMk/>
            <pc:sldMk cId="399374207" sldId="431"/>
            <ac:spMk id="10" creationId="{629E631E-FB32-2A4C-FC1C-71FB558BB979}"/>
          </ac:spMkLst>
        </pc:spChg>
        <pc:spChg chg="add mod">
          <ac:chgData name="Said Achmad" userId="5d71821f-e4ec-49c0-a52f-549698ea3c81" providerId="ADAL" clId="{8D300E28-147B-4BBE-B85E-F29FA2A513E2}" dt="2025-06-01T09:14:36.249" v="982"/>
          <ac:spMkLst>
            <pc:docMk/>
            <pc:sldMk cId="399374207" sldId="431"/>
            <ac:spMk id="11" creationId="{77D69A50-9E78-DD34-4D92-D3247F3272FB}"/>
          </ac:spMkLst>
        </pc:spChg>
        <pc:spChg chg="add mod">
          <ac:chgData name="Said Achmad" userId="5d71821f-e4ec-49c0-a52f-549698ea3c81" providerId="ADAL" clId="{8D300E28-147B-4BBE-B85E-F29FA2A513E2}" dt="2025-06-01T08:18:54.590" v="329" actId="1076"/>
          <ac:spMkLst>
            <pc:docMk/>
            <pc:sldMk cId="399374207" sldId="431"/>
            <ac:spMk id="12" creationId="{3687B955-1550-2470-CD31-A6D259F85CDA}"/>
          </ac:spMkLst>
        </pc:spChg>
      </pc:sldChg>
      <pc:sldChg chg="addSp delSp modSp add mod ord">
        <pc:chgData name="Said Achmad" userId="5d71821f-e4ec-49c0-a52f-549698ea3c81" providerId="ADAL" clId="{8D300E28-147B-4BBE-B85E-F29FA2A513E2}" dt="2025-06-01T09:13:40.095" v="975"/>
        <pc:sldMkLst>
          <pc:docMk/>
          <pc:sldMk cId="2711475535" sldId="432"/>
        </pc:sldMkLst>
        <pc:spChg chg="mod">
          <ac:chgData name="Said Achmad" userId="5d71821f-e4ec-49c0-a52f-549698ea3c81" providerId="ADAL" clId="{8D300E28-147B-4BBE-B85E-F29FA2A513E2}" dt="2025-06-01T08:23:19.795" v="396"/>
          <ac:spMkLst>
            <pc:docMk/>
            <pc:sldMk cId="2711475535" sldId="432"/>
            <ac:spMk id="2" creationId="{A5520F63-2EC1-998F-7CB6-975CEB202270}"/>
          </ac:spMkLst>
        </pc:spChg>
        <pc:spChg chg="add mod">
          <ac:chgData name="Said Achmad" userId="5d71821f-e4ec-49c0-a52f-549698ea3c81" providerId="ADAL" clId="{8D300E28-147B-4BBE-B85E-F29FA2A513E2}" dt="2025-06-01T08:20:33.544" v="352" actId="20577"/>
          <ac:spMkLst>
            <pc:docMk/>
            <pc:sldMk cId="2711475535" sldId="432"/>
            <ac:spMk id="3" creationId="{A403E625-8ACE-5714-C207-B8355B397158}"/>
          </ac:spMkLst>
        </pc:spChg>
        <pc:spChg chg="mod">
          <ac:chgData name="Said Achmad" userId="5d71821f-e4ec-49c0-a52f-549698ea3c81" providerId="ADAL" clId="{8D300E28-147B-4BBE-B85E-F29FA2A513E2}" dt="2025-06-01T08:20:00.034" v="343"/>
          <ac:spMkLst>
            <pc:docMk/>
            <pc:sldMk cId="2711475535" sldId="432"/>
            <ac:spMk id="5" creationId="{A86CA414-760D-CD4D-6CF8-A8085917A08A}"/>
          </ac:spMkLst>
        </pc:spChg>
        <pc:spChg chg="mod">
          <ac:chgData name="Said Achmad" userId="5d71821f-e4ec-49c0-a52f-549698ea3c81" providerId="ADAL" clId="{8D300E28-147B-4BBE-B85E-F29FA2A513E2}" dt="2025-06-01T09:13:16.958" v="971"/>
          <ac:spMkLst>
            <pc:docMk/>
            <pc:sldMk cId="2711475535" sldId="432"/>
            <ac:spMk id="6" creationId="{EE7B29C9-A376-8F24-DDF6-2D2796D33808}"/>
          </ac:spMkLst>
        </pc:spChg>
        <pc:spChg chg="mod">
          <ac:chgData name="Said Achmad" userId="5d71821f-e4ec-49c0-a52f-549698ea3c81" providerId="ADAL" clId="{8D300E28-147B-4BBE-B85E-F29FA2A513E2}" dt="2025-06-01T09:13:30.176" v="974" actId="6549"/>
          <ac:spMkLst>
            <pc:docMk/>
            <pc:sldMk cId="2711475535" sldId="432"/>
            <ac:spMk id="8" creationId="{DFDE3F94-64DB-978B-CF7C-BE9A897FF17B}"/>
          </ac:spMkLst>
        </pc:spChg>
        <pc:spChg chg="mod">
          <ac:chgData name="Said Achmad" userId="5d71821f-e4ec-49c0-a52f-549698ea3c81" providerId="ADAL" clId="{8D300E28-147B-4BBE-B85E-F29FA2A513E2}" dt="2025-06-01T08:21:24.665" v="375"/>
          <ac:spMkLst>
            <pc:docMk/>
            <pc:sldMk cId="2711475535" sldId="432"/>
            <ac:spMk id="9" creationId="{2D93D97F-DE58-766C-9F9E-D2F0D8E2F7E0}"/>
          </ac:spMkLst>
        </pc:spChg>
        <pc:spChg chg="mod">
          <ac:chgData name="Said Achmad" userId="5d71821f-e4ec-49c0-a52f-549698ea3c81" providerId="ADAL" clId="{8D300E28-147B-4BBE-B85E-F29FA2A513E2}" dt="2025-06-01T09:13:06.516" v="970"/>
          <ac:spMkLst>
            <pc:docMk/>
            <pc:sldMk cId="2711475535" sldId="432"/>
            <ac:spMk id="10" creationId="{E2F1CE99-DC63-2706-EA97-E99F7E465459}"/>
          </ac:spMkLst>
        </pc:spChg>
        <pc:spChg chg="mod">
          <ac:chgData name="Said Achmad" userId="5d71821f-e4ec-49c0-a52f-549698ea3c81" providerId="ADAL" clId="{8D300E28-147B-4BBE-B85E-F29FA2A513E2}" dt="2025-06-01T09:13:40.095" v="975"/>
          <ac:spMkLst>
            <pc:docMk/>
            <pc:sldMk cId="2711475535" sldId="432"/>
            <ac:spMk id="11" creationId="{9AACCDF1-E21C-485B-C79E-F532FDB7DF60}"/>
          </ac:spMkLst>
        </pc:spChg>
        <pc:spChg chg="mod">
          <ac:chgData name="Said Achmad" userId="5d71821f-e4ec-49c0-a52f-549698ea3c81" providerId="ADAL" clId="{8D300E28-147B-4BBE-B85E-F29FA2A513E2}" dt="2025-06-01T08:22:01.747" v="386"/>
          <ac:spMkLst>
            <pc:docMk/>
            <pc:sldMk cId="2711475535" sldId="432"/>
            <ac:spMk id="12" creationId="{93C10C2F-60C2-632B-51D4-554DDB8AFD1C}"/>
          </ac:spMkLst>
        </pc:spChg>
      </pc:sldChg>
      <pc:sldChg chg="addSp delSp modSp add mod">
        <pc:chgData name="Said Achmad" userId="5d71821f-e4ec-49c0-a52f-549698ea3c81" providerId="ADAL" clId="{8D300E28-147B-4BBE-B85E-F29FA2A513E2}" dt="2025-06-01T08:40:34.793" v="616" actId="1076"/>
        <pc:sldMkLst>
          <pc:docMk/>
          <pc:sldMk cId="1312507618" sldId="433"/>
        </pc:sldMkLst>
        <pc:spChg chg="mod">
          <ac:chgData name="Said Achmad" userId="5d71821f-e4ec-49c0-a52f-549698ea3c81" providerId="ADAL" clId="{8D300E28-147B-4BBE-B85E-F29FA2A513E2}" dt="2025-06-01T08:33:39.985" v="520"/>
          <ac:spMkLst>
            <pc:docMk/>
            <pc:sldMk cId="1312507618" sldId="433"/>
            <ac:spMk id="2" creationId="{6987C447-5039-5897-598B-55C87E4C5EE6}"/>
          </ac:spMkLst>
        </pc:spChg>
        <pc:spChg chg="add mod">
          <ac:chgData name="Said Achmad" userId="5d71821f-e4ec-49c0-a52f-549698ea3c81" providerId="ADAL" clId="{8D300E28-147B-4BBE-B85E-F29FA2A513E2}" dt="2025-06-01T08:40:34.793" v="616" actId="1076"/>
          <ac:spMkLst>
            <pc:docMk/>
            <pc:sldMk cId="1312507618" sldId="433"/>
            <ac:spMk id="4" creationId="{35CAC3AF-B626-E85C-209B-C040968A6F46}"/>
          </ac:spMkLst>
        </pc:spChg>
        <pc:spChg chg="mod">
          <ac:chgData name="Said Achmad" userId="5d71821f-e4ec-49c0-a52f-549698ea3c81" providerId="ADAL" clId="{8D300E28-147B-4BBE-B85E-F29FA2A513E2}" dt="2025-06-01T08:40:34.793" v="616" actId="1076"/>
          <ac:spMkLst>
            <pc:docMk/>
            <pc:sldMk cId="1312507618" sldId="433"/>
            <ac:spMk id="5" creationId="{DCDF81F7-860E-06A4-5F51-FA27AABE64E2}"/>
          </ac:spMkLst>
        </pc:spChg>
        <pc:spChg chg="add mod">
          <ac:chgData name="Said Achmad" userId="5d71821f-e4ec-49c0-a52f-549698ea3c81" providerId="ADAL" clId="{8D300E28-147B-4BBE-B85E-F29FA2A513E2}" dt="2025-06-01T08:40:34.793" v="616" actId="1076"/>
          <ac:spMkLst>
            <pc:docMk/>
            <pc:sldMk cId="1312507618" sldId="433"/>
            <ac:spMk id="7" creationId="{A95DD05C-A121-9F73-1594-4212C3196C80}"/>
          </ac:spMkLst>
        </pc:spChg>
        <pc:spChg chg="mod">
          <ac:chgData name="Said Achmad" userId="5d71821f-e4ec-49c0-a52f-549698ea3c81" providerId="ADAL" clId="{8D300E28-147B-4BBE-B85E-F29FA2A513E2}" dt="2025-06-01T08:40:34.793" v="616" actId="1076"/>
          <ac:spMkLst>
            <pc:docMk/>
            <pc:sldMk cId="1312507618" sldId="433"/>
            <ac:spMk id="10" creationId="{25E77C06-CAB0-55BF-07FE-8641CDC49ED5}"/>
          </ac:spMkLst>
        </pc:spChg>
      </pc:sldChg>
      <pc:sldChg chg="addSp delSp modSp add mod">
        <pc:chgData name="Said Achmad" userId="5d71821f-e4ec-49c0-a52f-549698ea3c81" providerId="ADAL" clId="{8D300E28-147B-4BBE-B85E-F29FA2A513E2}" dt="2025-06-01T08:37:58.639" v="550" actId="1076"/>
        <pc:sldMkLst>
          <pc:docMk/>
          <pc:sldMk cId="1393841941" sldId="434"/>
        </pc:sldMkLst>
        <pc:spChg chg="add mod">
          <ac:chgData name="Said Achmad" userId="5d71821f-e4ec-49c0-a52f-549698ea3c81" providerId="ADAL" clId="{8D300E28-147B-4BBE-B85E-F29FA2A513E2}" dt="2025-06-01T08:37:58.639" v="550" actId="1076"/>
          <ac:spMkLst>
            <pc:docMk/>
            <pc:sldMk cId="1393841941" sldId="434"/>
            <ac:spMk id="3" creationId="{14BF73F4-32E7-34D1-C2CC-DBC89A38AD01}"/>
          </ac:spMkLst>
        </pc:spChg>
        <pc:spChg chg="mod">
          <ac:chgData name="Said Achmad" userId="5d71821f-e4ec-49c0-a52f-549698ea3c81" providerId="ADAL" clId="{8D300E28-147B-4BBE-B85E-F29FA2A513E2}" dt="2025-06-01T08:37:58.639" v="550" actId="1076"/>
          <ac:spMkLst>
            <pc:docMk/>
            <pc:sldMk cId="1393841941" sldId="434"/>
            <ac:spMk id="5" creationId="{280D8ECF-F1E2-B690-247F-A5EB69918466}"/>
          </ac:spMkLst>
        </pc:spChg>
        <pc:spChg chg="add mod">
          <ac:chgData name="Said Achmad" userId="5d71821f-e4ec-49c0-a52f-549698ea3c81" providerId="ADAL" clId="{8D300E28-147B-4BBE-B85E-F29FA2A513E2}" dt="2025-06-01T08:37:58.639" v="550" actId="1076"/>
          <ac:spMkLst>
            <pc:docMk/>
            <pc:sldMk cId="1393841941" sldId="434"/>
            <ac:spMk id="6" creationId="{4B15B32F-F309-D7BB-5688-29721591D53D}"/>
          </ac:spMkLst>
        </pc:spChg>
        <pc:spChg chg="mod">
          <ac:chgData name="Said Achmad" userId="5d71821f-e4ec-49c0-a52f-549698ea3c81" providerId="ADAL" clId="{8D300E28-147B-4BBE-B85E-F29FA2A513E2}" dt="2025-06-01T08:37:58.639" v="550" actId="1076"/>
          <ac:spMkLst>
            <pc:docMk/>
            <pc:sldMk cId="1393841941" sldId="434"/>
            <ac:spMk id="10" creationId="{1163AFAE-3FCA-507E-B1CB-7EB11F0CE7AB}"/>
          </ac:spMkLst>
        </pc:spChg>
      </pc:sldChg>
      <pc:sldChg chg="modSp add mod">
        <pc:chgData name="Said Achmad" userId="5d71821f-e4ec-49c0-a52f-549698ea3c81" providerId="ADAL" clId="{8D300E28-147B-4BBE-B85E-F29FA2A513E2}" dt="2025-06-01T09:15:59.573" v="1028"/>
        <pc:sldMkLst>
          <pc:docMk/>
          <pc:sldMk cId="1129515496" sldId="435"/>
        </pc:sldMkLst>
        <pc:spChg chg="mod">
          <ac:chgData name="Said Achmad" userId="5d71821f-e4ec-49c0-a52f-549698ea3c81" providerId="ADAL" clId="{8D300E28-147B-4BBE-B85E-F29FA2A513E2}" dt="2025-06-01T09:15:59.573" v="1028"/>
          <ac:spMkLst>
            <pc:docMk/>
            <pc:sldMk cId="1129515496" sldId="435"/>
            <ac:spMk id="2" creationId="{29B71BFB-A9F1-608A-DEBE-221EA655A5B5}"/>
          </ac:spMkLst>
        </pc:spChg>
        <pc:spChg chg="mod">
          <ac:chgData name="Said Achmad" userId="5d71821f-e4ec-49c0-a52f-549698ea3c81" providerId="ADAL" clId="{8D300E28-147B-4BBE-B85E-F29FA2A513E2}" dt="2025-06-01T08:46:06.665" v="683" actId="12"/>
          <ac:spMkLst>
            <pc:docMk/>
            <pc:sldMk cId="1129515496" sldId="435"/>
            <ac:spMk id="4" creationId="{0ED755B5-A779-0D24-9D8B-189F0D80E6C6}"/>
          </ac:spMkLst>
        </pc:spChg>
      </pc:sldChg>
      <pc:sldChg chg="addSp delSp modSp add mod">
        <pc:chgData name="Said Achmad" userId="5d71821f-e4ec-49c0-a52f-549698ea3c81" providerId="ADAL" clId="{8D300E28-147B-4BBE-B85E-F29FA2A513E2}" dt="2025-06-01T09:16:07.228" v="1031" actId="20577"/>
        <pc:sldMkLst>
          <pc:docMk/>
          <pc:sldMk cId="2523676542" sldId="436"/>
        </pc:sldMkLst>
        <pc:spChg chg="mod">
          <ac:chgData name="Said Achmad" userId="5d71821f-e4ec-49c0-a52f-549698ea3c81" providerId="ADAL" clId="{8D300E28-147B-4BBE-B85E-F29FA2A513E2}" dt="2025-06-01T09:16:07.228" v="1031" actId="20577"/>
          <ac:spMkLst>
            <pc:docMk/>
            <pc:sldMk cId="2523676542" sldId="436"/>
            <ac:spMk id="2" creationId="{98ADBA2A-BD9A-ED21-3615-DC109BA5F9BB}"/>
          </ac:spMkLst>
        </pc:spChg>
        <pc:spChg chg="add mod">
          <ac:chgData name="Said Achmad" userId="5d71821f-e4ec-49c0-a52f-549698ea3c81" providerId="ADAL" clId="{8D300E28-147B-4BBE-B85E-F29FA2A513E2}" dt="2025-06-01T08:49:23.694" v="715" actId="242"/>
          <ac:spMkLst>
            <pc:docMk/>
            <pc:sldMk cId="2523676542" sldId="436"/>
            <ac:spMk id="3" creationId="{2376BB98-F6FB-B73D-F5C6-0B4B25B0D07E}"/>
          </ac:spMkLst>
        </pc:spChg>
        <pc:spChg chg="add mod">
          <ac:chgData name="Said Achmad" userId="5d71821f-e4ec-49c0-a52f-549698ea3c81" providerId="ADAL" clId="{8D300E28-147B-4BBE-B85E-F29FA2A513E2}" dt="2025-06-01T08:49:15.146" v="712" actId="1076"/>
          <ac:spMkLst>
            <pc:docMk/>
            <pc:sldMk cId="2523676542" sldId="436"/>
            <ac:spMk id="5" creationId="{FE2E1650-F2EE-1E92-989E-2A7F43228103}"/>
          </ac:spMkLst>
        </pc:spChg>
      </pc:sldChg>
      <pc:sldChg chg="add del">
        <pc:chgData name="Said Achmad" userId="5d71821f-e4ec-49c0-a52f-549698ea3c81" providerId="ADAL" clId="{8D300E28-147B-4BBE-B85E-F29FA2A513E2}" dt="2025-06-01T08:52:25.613" v="742" actId="47"/>
        <pc:sldMkLst>
          <pc:docMk/>
          <pc:sldMk cId="272766644" sldId="437"/>
        </pc:sldMkLst>
      </pc:sldChg>
      <pc:sldChg chg="modSp add mod ord">
        <pc:chgData name="Said Achmad" userId="5d71821f-e4ec-49c0-a52f-549698ea3c81" providerId="ADAL" clId="{8D300E28-147B-4BBE-B85E-F29FA2A513E2}" dt="2025-06-01T09:16:25.343" v="1036"/>
        <pc:sldMkLst>
          <pc:docMk/>
          <pc:sldMk cId="4225386888" sldId="438"/>
        </pc:sldMkLst>
        <pc:spChg chg="mod">
          <ac:chgData name="Said Achmad" userId="5d71821f-e4ec-49c0-a52f-549698ea3c81" providerId="ADAL" clId="{8D300E28-147B-4BBE-B85E-F29FA2A513E2}" dt="2025-06-01T09:16:25.343" v="1036"/>
          <ac:spMkLst>
            <pc:docMk/>
            <pc:sldMk cId="4225386888" sldId="438"/>
            <ac:spMk id="2" creationId="{15423D45-7D4C-83EF-FD1F-98ADF157DE23}"/>
          </ac:spMkLst>
        </pc:spChg>
        <pc:spChg chg="mod">
          <ac:chgData name="Said Achmad" userId="5d71821f-e4ec-49c0-a52f-549698ea3c81" providerId="ADAL" clId="{8D300E28-147B-4BBE-B85E-F29FA2A513E2}" dt="2025-06-01T08:54:17.015" v="749"/>
          <ac:spMkLst>
            <pc:docMk/>
            <pc:sldMk cId="4225386888" sldId="438"/>
            <ac:spMk id="3" creationId="{63EB253F-01B4-06EA-7E74-6770CB680C93}"/>
          </ac:spMkLst>
        </pc:spChg>
        <pc:spChg chg="mod">
          <ac:chgData name="Said Achmad" userId="5d71821f-e4ec-49c0-a52f-549698ea3c81" providerId="ADAL" clId="{8D300E28-147B-4BBE-B85E-F29FA2A513E2}" dt="2025-06-01T08:51:18.053" v="741" actId="14100"/>
          <ac:spMkLst>
            <pc:docMk/>
            <pc:sldMk cId="4225386888" sldId="438"/>
            <ac:spMk id="5" creationId="{6A12657D-D5A4-A910-FA52-A5668CD12A34}"/>
          </ac:spMkLst>
        </pc:spChg>
      </pc:sldChg>
      <pc:sldChg chg="modSp add mod">
        <pc:chgData name="Said Achmad" userId="5d71821f-e4ec-49c0-a52f-549698ea3c81" providerId="ADAL" clId="{8D300E28-147B-4BBE-B85E-F29FA2A513E2}" dt="2025-06-01T09:16:15.282" v="1032"/>
        <pc:sldMkLst>
          <pc:docMk/>
          <pc:sldMk cId="3002132834" sldId="439"/>
        </pc:sldMkLst>
        <pc:spChg chg="mod">
          <ac:chgData name="Said Achmad" userId="5d71821f-e4ec-49c0-a52f-549698ea3c81" providerId="ADAL" clId="{8D300E28-147B-4BBE-B85E-F29FA2A513E2}" dt="2025-06-01T09:16:15.282" v="1032"/>
          <ac:spMkLst>
            <pc:docMk/>
            <pc:sldMk cId="3002132834" sldId="439"/>
            <ac:spMk id="2" creationId="{39A45ED8-42F6-3A00-D820-8851B77D5680}"/>
          </ac:spMkLst>
        </pc:spChg>
        <pc:spChg chg="mod">
          <ac:chgData name="Said Achmad" userId="5d71821f-e4ec-49c0-a52f-549698ea3c81" providerId="ADAL" clId="{8D300E28-147B-4BBE-B85E-F29FA2A513E2}" dt="2025-06-01T08:54:25.262" v="752"/>
          <ac:spMkLst>
            <pc:docMk/>
            <pc:sldMk cId="3002132834" sldId="439"/>
            <ac:spMk id="3" creationId="{440E97F0-ED53-909E-4BCC-CF507256DDE5}"/>
          </ac:spMkLst>
        </pc:spChg>
        <pc:spChg chg="mod">
          <ac:chgData name="Said Achmad" userId="5d71821f-e4ec-49c0-a52f-549698ea3c81" providerId="ADAL" clId="{8D300E28-147B-4BBE-B85E-F29FA2A513E2}" dt="2025-06-01T08:54:28.517" v="753"/>
          <ac:spMkLst>
            <pc:docMk/>
            <pc:sldMk cId="3002132834" sldId="439"/>
            <ac:spMk id="5" creationId="{BA572F06-ECC8-C860-4181-E8015DE57DA6}"/>
          </ac:spMkLst>
        </pc:spChg>
      </pc:sldChg>
      <pc:sldChg chg="modSp add mod">
        <pc:chgData name="Said Achmad" userId="5d71821f-e4ec-49c0-a52f-549698ea3c81" providerId="ADAL" clId="{8D300E28-147B-4BBE-B85E-F29FA2A513E2}" dt="2025-06-01T09:16:21.014" v="1035"/>
        <pc:sldMkLst>
          <pc:docMk/>
          <pc:sldMk cId="1661164233" sldId="440"/>
        </pc:sldMkLst>
        <pc:spChg chg="mod">
          <ac:chgData name="Said Achmad" userId="5d71821f-e4ec-49c0-a52f-549698ea3c81" providerId="ADAL" clId="{8D300E28-147B-4BBE-B85E-F29FA2A513E2}" dt="2025-06-01T09:16:21.014" v="1035"/>
          <ac:spMkLst>
            <pc:docMk/>
            <pc:sldMk cId="1661164233" sldId="440"/>
            <ac:spMk id="2" creationId="{66249BC7-5018-A09F-C937-147B20D11521}"/>
          </ac:spMkLst>
        </pc:spChg>
        <pc:spChg chg="mod">
          <ac:chgData name="Said Achmad" userId="5d71821f-e4ec-49c0-a52f-549698ea3c81" providerId="ADAL" clId="{8D300E28-147B-4BBE-B85E-F29FA2A513E2}" dt="2025-06-01T08:55:00.094" v="775"/>
          <ac:spMkLst>
            <pc:docMk/>
            <pc:sldMk cId="1661164233" sldId="440"/>
            <ac:spMk id="3" creationId="{5BECFEC4-82F7-D20E-8FD7-13DABC4CB2C0}"/>
          </ac:spMkLst>
        </pc:spChg>
        <pc:spChg chg="mod">
          <ac:chgData name="Said Achmad" userId="5d71821f-e4ec-49c0-a52f-549698ea3c81" providerId="ADAL" clId="{8D300E28-147B-4BBE-B85E-F29FA2A513E2}" dt="2025-06-01T08:55:29.610" v="787" actId="1076"/>
          <ac:spMkLst>
            <pc:docMk/>
            <pc:sldMk cId="1661164233" sldId="440"/>
            <ac:spMk id="5" creationId="{F6639EB0-78D0-742F-111A-1504E3FFC144}"/>
          </ac:spMkLst>
        </pc:spChg>
      </pc:sldChg>
      <pc:sldChg chg="add del">
        <pc:chgData name="Said Achmad" userId="5d71821f-e4ec-49c0-a52f-549698ea3c81" providerId="ADAL" clId="{8D300E28-147B-4BBE-B85E-F29FA2A513E2}" dt="2025-06-01T08:57:11.373" v="818" actId="47"/>
        <pc:sldMkLst>
          <pc:docMk/>
          <pc:sldMk cId="1442968340" sldId="441"/>
        </pc:sldMkLst>
      </pc:sldChg>
      <pc:sldChg chg="addSp modSp add mod ord">
        <pc:chgData name="Said Achmad" userId="5d71821f-e4ec-49c0-a52f-549698ea3c81" providerId="ADAL" clId="{8D300E28-147B-4BBE-B85E-F29FA2A513E2}" dt="2025-06-01T09:06:14.546" v="887" actId="1076"/>
        <pc:sldMkLst>
          <pc:docMk/>
          <pc:sldMk cId="3321242729" sldId="442"/>
        </pc:sldMkLst>
        <pc:spChg chg="mod">
          <ac:chgData name="Said Achmad" userId="5d71821f-e4ec-49c0-a52f-549698ea3c81" providerId="ADAL" clId="{8D300E28-147B-4BBE-B85E-F29FA2A513E2}" dt="2025-06-01T09:04:12.361" v="829"/>
          <ac:spMkLst>
            <pc:docMk/>
            <pc:sldMk cId="3321242729" sldId="442"/>
            <ac:spMk id="2" creationId="{6D2710F3-95CF-7D7E-A24E-783C98ECA052}"/>
          </ac:spMkLst>
        </pc:spChg>
        <pc:spChg chg="add mod">
          <ac:chgData name="Said Achmad" userId="5d71821f-e4ec-49c0-a52f-549698ea3c81" providerId="ADAL" clId="{8D300E28-147B-4BBE-B85E-F29FA2A513E2}" dt="2025-06-01T09:06:14.546" v="887" actId="1076"/>
          <ac:spMkLst>
            <pc:docMk/>
            <pc:sldMk cId="3321242729" sldId="442"/>
            <ac:spMk id="3" creationId="{6D2B3167-274D-7BF4-02D5-BAADE899614D}"/>
          </ac:spMkLst>
        </pc:spChg>
        <pc:spChg chg="mod">
          <ac:chgData name="Said Achmad" userId="5d71821f-e4ec-49c0-a52f-549698ea3c81" providerId="ADAL" clId="{8D300E28-147B-4BBE-B85E-F29FA2A513E2}" dt="2025-06-01T09:05:30.494" v="884" actId="20577"/>
          <ac:spMkLst>
            <pc:docMk/>
            <pc:sldMk cId="3321242729" sldId="442"/>
            <ac:spMk id="4" creationId="{371F9B2B-E640-8AD8-0E4D-90E9580B38C6}"/>
          </ac:spMkLst>
        </pc:spChg>
      </pc:sldChg>
      <pc:sldChg chg="add del ord">
        <pc:chgData name="Said Achmad" userId="5d71821f-e4ec-49c0-a52f-549698ea3c81" providerId="ADAL" clId="{8D300E28-147B-4BBE-B85E-F29FA2A513E2}" dt="2025-06-01T09:09:22.885" v="950" actId="47"/>
        <pc:sldMkLst>
          <pc:docMk/>
          <pc:sldMk cId="2057742085" sldId="443"/>
        </pc:sldMkLst>
      </pc:sldChg>
      <pc:sldChg chg="add del ord">
        <pc:chgData name="Said Achmad" userId="5d71821f-e4ec-49c0-a52f-549698ea3c81" providerId="ADAL" clId="{8D300E28-147B-4BBE-B85E-F29FA2A513E2}" dt="2025-06-01T09:09:24.717" v="951" actId="47"/>
        <pc:sldMkLst>
          <pc:docMk/>
          <pc:sldMk cId="3411672529" sldId="444"/>
        </pc:sldMkLst>
      </pc:sldChg>
      <pc:sldChg chg="addSp modSp add mod">
        <pc:chgData name="Said Achmad" userId="5d71821f-e4ec-49c0-a52f-549698ea3c81" providerId="ADAL" clId="{8D300E28-147B-4BBE-B85E-F29FA2A513E2}" dt="2025-06-01T09:08:07.045" v="934" actId="1076"/>
        <pc:sldMkLst>
          <pc:docMk/>
          <pc:sldMk cId="3448674250" sldId="445"/>
        </pc:sldMkLst>
        <pc:spChg chg="mod">
          <ac:chgData name="Said Achmad" userId="5d71821f-e4ec-49c0-a52f-549698ea3c81" providerId="ADAL" clId="{8D300E28-147B-4BBE-B85E-F29FA2A513E2}" dt="2025-06-01T09:06:31.037" v="900" actId="20577"/>
          <ac:spMkLst>
            <pc:docMk/>
            <pc:sldMk cId="3448674250" sldId="445"/>
            <ac:spMk id="2" creationId="{45EDA428-3C0D-7E75-3BCB-33474209E8E4}"/>
          </ac:spMkLst>
        </pc:spChg>
        <pc:spChg chg="mod">
          <ac:chgData name="Said Achmad" userId="5d71821f-e4ec-49c0-a52f-549698ea3c81" providerId="ADAL" clId="{8D300E28-147B-4BBE-B85E-F29FA2A513E2}" dt="2025-06-01T09:08:07.045" v="934" actId="1076"/>
          <ac:spMkLst>
            <pc:docMk/>
            <pc:sldMk cId="3448674250" sldId="445"/>
            <ac:spMk id="3" creationId="{EE44101D-3983-BA49-EFCC-6A8468F0775B}"/>
          </ac:spMkLst>
        </pc:spChg>
        <pc:spChg chg="mod">
          <ac:chgData name="Said Achmad" userId="5d71821f-e4ec-49c0-a52f-549698ea3c81" providerId="ADAL" clId="{8D300E28-147B-4BBE-B85E-F29FA2A513E2}" dt="2025-06-01T09:08:00.503" v="933" actId="14100"/>
          <ac:spMkLst>
            <pc:docMk/>
            <pc:sldMk cId="3448674250" sldId="445"/>
            <ac:spMk id="4" creationId="{B9137BF7-000D-E79D-2E49-0CAE19C76E6F}"/>
          </ac:spMkLst>
        </pc:spChg>
      </pc:sldChg>
      <pc:sldChg chg="modSp add mod">
        <pc:chgData name="Said Achmad" userId="5d71821f-e4ec-49c0-a52f-549698ea3c81" providerId="ADAL" clId="{8D300E28-147B-4BBE-B85E-F29FA2A513E2}" dt="2025-06-01T09:09:01.577" v="949" actId="1076"/>
        <pc:sldMkLst>
          <pc:docMk/>
          <pc:sldMk cId="3226601247" sldId="446"/>
        </pc:sldMkLst>
        <pc:spChg chg="mod">
          <ac:chgData name="Said Achmad" userId="5d71821f-e4ec-49c0-a52f-549698ea3c81" providerId="ADAL" clId="{8D300E28-147B-4BBE-B85E-F29FA2A513E2}" dt="2025-06-01T09:08:32.686" v="941" actId="20577"/>
          <ac:spMkLst>
            <pc:docMk/>
            <pc:sldMk cId="3226601247" sldId="446"/>
            <ac:spMk id="2" creationId="{78E1E6FA-E5FC-4F13-D7D4-4F386260F88F}"/>
          </ac:spMkLst>
        </pc:spChg>
        <pc:spChg chg="mod">
          <ac:chgData name="Said Achmad" userId="5d71821f-e4ec-49c0-a52f-549698ea3c81" providerId="ADAL" clId="{8D300E28-147B-4BBE-B85E-F29FA2A513E2}" dt="2025-06-01T09:09:01.577" v="949" actId="1076"/>
          <ac:spMkLst>
            <pc:docMk/>
            <pc:sldMk cId="3226601247" sldId="446"/>
            <ac:spMk id="3" creationId="{9A162929-BF94-7F98-13C7-4541D70FBFCB}"/>
          </ac:spMkLst>
        </pc:spChg>
        <pc:spChg chg="mod">
          <ac:chgData name="Said Achmad" userId="5d71821f-e4ec-49c0-a52f-549698ea3c81" providerId="ADAL" clId="{8D300E28-147B-4BBE-B85E-F29FA2A513E2}" dt="2025-06-01T09:08:48.679" v="946"/>
          <ac:spMkLst>
            <pc:docMk/>
            <pc:sldMk cId="3226601247" sldId="446"/>
            <ac:spMk id="4" creationId="{A79CC635-52B0-F29A-3181-CDE88ADF9BD3}"/>
          </ac:spMkLst>
        </pc:spChg>
      </pc:sldChg>
      <pc:sldChg chg="modSp add mod ord">
        <pc:chgData name="Said Achmad" userId="5d71821f-e4ec-49c0-a52f-549698ea3c81" providerId="ADAL" clId="{8D300E28-147B-4BBE-B85E-F29FA2A513E2}" dt="2025-06-01T09:10:35.060" v="958" actId="1076"/>
        <pc:sldMkLst>
          <pc:docMk/>
          <pc:sldMk cId="704585846" sldId="447"/>
        </pc:sldMkLst>
        <pc:spChg chg="mod">
          <ac:chgData name="Said Achmad" userId="5d71821f-e4ec-49c0-a52f-549698ea3c81" providerId="ADAL" clId="{8D300E28-147B-4BBE-B85E-F29FA2A513E2}" dt="2025-06-01T09:10:19.182" v="955"/>
          <ac:spMkLst>
            <pc:docMk/>
            <pc:sldMk cId="704585846" sldId="447"/>
            <ac:spMk id="2" creationId="{7733B6EF-11A9-81E4-9B76-EC9156D3E144}"/>
          </ac:spMkLst>
        </pc:spChg>
        <pc:spChg chg="mod">
          <ac:chgData name="Said Achmad" userId="5d71821f-e4ec-49c0-a52f-549698ea3c81" providerId="ADAL" clId="{8D300E28-147B-4BBE-B85E-F29FA2A513E2}" dt="2025-06-01T09:10:27.609" v="956"/>
          <ac:spMkLst>
            <pc:docMk/>
            <pc:sldMk cId="704585846" sldId="447"/>
            <ac:spMk id="3" creationId="{9B0D04F0-5B87-1F75-6BB5-90DB579CD662}"/>
          </ac:spMkLst>
        </pc:spChg>
        <pc:spChg chg="mod">
          <ac:chgData name="Said Achmad" userId="5d71821f-e4ec-49c0-a52f-549698ea3c81" providerId="ADAL" clId="{8D300E28-147B-4BBE-B85E-F29FA2A513E2}" dt="2025-06-01T09:10:35.060" v="958" actId="1076"/>
          <ac:spMkLst>
            <pc:docMk/>
            <pc:sldMk cId="704585846" sldId="447"/>
            <ac:spMk id="5" creationId="{9F763B13-7278-FD01-40A5-DD54D90706E4}"/>
          </ac:spMkLst>
        </pc:spChg>
      </pc:sldChg>
      <pc:sldChg chg="modSp add mod">
        <pc:chgData name="Said Achmad" userId="5d71821f-e4ec-49c0-a52f-549698ea3c81" providerId="ADAL" clId="{8D300E28-147B-4BBE-B85E-F29FA2A513E2}" dt="2025-06-01T09:12:37.338" v="968"/>
        <pc:sldMkLst>
          <pc:docMk/>
          <pc:sldMk cId="2043987852" sldId="448"/>
        </pc:sldMkLst>
        <pc:spChg chg="mod">
          <ac:chgData name="Said Achmad" userId="5d71821f-e4ec-49c0-a52f-549698ea3c81" providerId="ADAL" clId="{8D300E28-147B-4BBE-B85E-F29FA2A513E2}" dt="2025-06-01T09:12:34.053" v="967"/>
          <ac:spMkLst>
            <pc:docMk/>
            <pc:sldMk cId="2043987852" sldId="448"/>
            <ac:spMk id="3" creationId="{1714B397-2933-F6C0-7CF8-33DFEFB377D9}"/>
          </ac:spMkLst>
        </pc:spChg>
        <pc:spChg chg="mod">
          <ac:chgData name="Said Achmad" userId="5d71821f-e4ec-49c0-a52f-549698ea3c81" providerId="ADAL" clId="{8D300E28-147B-4BBE-B85E-F29FA2A513E2}" dt="2025-06-01T09:12:37.338" v="968"/>
          <ac:spMkLst>
            <pc:docMk/>
            <pc:sldMk cId="2043987852" sldId="448"/>
            <ac:spMk id="5" creationId="{5DBF7742-6D84-0AB6-3D0C-D995008E99C7}"/>
          </ac:spMkLst>
        </pc:spChg>
      </pc:sldChg>
      <pc:sldChg chg="add">
        <pc:chgData name="Said Achmad" userId="5d71821f-e4ec-49c0-a52f-549698ea3c81" providerId="ADAL" clId="{8D300E28-147B-4BBE-B85E-F29FA2A513E2}" dt="2025-06-01T09:12:25.658" v="966" actId="2890"/>
        <pc:sldMkLst>
          <pc:docMk/>
          <pc:sldMk cId="2844794821" sldId="449"/>
        </pc:sldMkLst>
      </pc:sldChg>
    </pc:docChg>
  </pc:docChgLst>
  <pc:docChgLst>
    <pc:chgData name="Said Achmad" userId="5d71821f-e4ec-49c0-a52f-549698ea3c81" providerId="ADAL" clId="{27DBDEE5-8CF2-4A77-B2C5-09AFB6541672}"/>
    <pc:docChg chg="undo redo custSel addSld delSld modSld sldOrd">
      <pc:chgData name="Said Achmad" userId="5d71821f-e4ec-49c0-a52f-549698ea3c81" providerId="ADAL" clId="{27DBDEE5-8CF2-4A77-B2C5-09AFB6541672}" dt="2023-11-24T10:46:10.621" v="2314" actId="47"/>
      <pc:docMkLst>
        <pc:docMk/>
      </pc:docMkLst>
      <pc:sldChg chg="modSp mod">
        <pc:chgData name="Said Achmad" userId="5d71821f-e4ec-49c0-a52f-549698ea3c81" providerId="ADAL" clId="{27DBDEE5-8CF2-4A77-B2C5-09AFB6541672}" dt="2023-11-24T07:41:07.565" v="156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7DBDEE5-8CF2-4A77-B2C5-09AFB6541672}" dt="2023-11-24T10:45:48.240" v="2313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27DBDEE5-8CF2-4A77-B2C5-09AFB6541672}" dt="2023-11-24T06:21:27.522" v="511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27DBDEE5-8CF2-4A77-B2C5-09AFB6541672}" dt="2023-11-24T10:44:52.854" v="2309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27DBDEE5-8CF2-4A77-B2C5-09AFB6541672}" dt="2023-11-24T10:42:52.742" v="2289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27DBDEE5-8CF2-4A77-B2C5-09AFB6541672}" dt="2023-11-24T10:18:01.759" v="2050"/>
        <pc:sldMkLst>
          <pc:docMk/>
          <pc:sldMk cId="2775010017" sldId="300"/>
        </pc:sldMkLst>
      </pc:sldChg>
      <pc:sldChg chg="del ord">
        <pc:chgData name="Said Achmad" userId="5d71821f-e4ec-49c0-a52f-549698ea3c81" providerId="ADAL" clId="{27DBDEE5-8CF2-4A77-B2C5-09AFB6541672}" dt="2023-11-24T06:23:14.455" v="521" actId="47"/>
        <pc:sldMkLst>
          <pc:docMk/>
          <pc:sldMk cId="2653283716" sldId="316"/>
        </pc:sldMkLst>
      </pc:sldChg>
      <pc:sldChg chg="modSp mod">
        <pc:chgData name="Said Achmad" userId="5d71821f-e4ec-49c0-a52f-549698ea3c81" providerId="ADAL" clId="{27DBDEE5-8CF2-4A77-B2C5-09AFB6541672}" dt="2023-11-24T03:44:53.332" v="49" actId="2057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27DBDEE5-8CF2-4A77-B2C5-09AFB6541672}" dt="2023-11-24T07:33:43.474" v="1543" actId="14100"/>
        <pc:sldMkLst>
          <pc:docMk/>
          <pc:sldMk cId="4290244695" sldId="330"/>
        </pc:sldMkLst>
      </pc:sldChg>
      <pc:sldChg chg="addSp delSp modSp mod modNotesTx">
        <pc:chgData name="Said Achmad" userId="5d71821f-e4ec-49c0-a52f-549698ea3c81" providerId="ADAL" clId="{27DBDEE5-8CF2-4A77-B2C5-09AFB6541672}" dt="2023-11-24T06:58:01.666" v="1111" actId="6549"/>
        <pc:sldMkLst>
          <pc:docMk/>
          <pc:sldMk cId="1207625032" sldId="331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80352207" sldId="33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833598263" sldId="334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543195854" sldId="346"/>
        </pc:sldMkLst>
      </pc:sldChg>
      <pc:sldChg chg="addSp delSp del mod">
        <pc:chgData name="Said Achmad" userId="5d71821f-e4ec-49c0-a52f-549698ea3c81" providerId="ADAL" clId="{27DBDEE5-8CF2-4A77-B2C5-09AFB6541672}" dt="2023-11-24T07:35:39.935" v="1544" actId="47"/>
        <pc:sldMkLst>
          <pc:docMk/>
          <pc:sldMk cId="3755900176" sldId="34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217369932" sldId="350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197721224" sldId="361"/>
        </pc:sldMkLst>
      </pc:sldChg>
      <pc:sldChg chg="modSp del mod">
        <pc:chgData name="Said Achmad" userId="5d71821f-e4ec-49c0-a52f-549698ea3c81" providerId="ADAL" clId="{27DBDEE5-8CF2-4A77-B2C5-09AFB6541672}" dt="2023-11-24T07:20:41.040" v="1308" actId="47"/>
        <pc:sldMkLst>
          <pc:docMk/>
          <pc:sldMk cId="3827795672" sldId="36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2054260488" sldId="363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201169138" sldId="364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076380990" sldId="365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37824534" sldId="366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99944814" sldId="367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457451149" sldId="368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44908579" sldId="36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1444787" sldId="370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910098967" sldId="371"/>
        </pc:sldMkLst>
      </pc:sldChg>
      <pc:sldChg chg="addSp delSp modSp add mod">
        <pc:chgData name="Said Achmad" userId="5d71821f-e4ec-49c0-a52f-549698ea3c81" providerId="ADAL" clId="{27DBDEE5-8CF2-4A77-B2C5-09AFB6541672}" dt="2023-11-24T04:02:19.911" v="158" actId="1076"/>
        <pc:sldMkLst>
          <pc:docMk/>
          <pc:sldMk cId="3421159831" sldId="372"/>
        </pc:sldMkLst>
      </pc:sldChg>
      <pc:sldChg chg="addSp delSp modSp add mod">
        <pc:chgData name="Said Achmad" userId="5d71821f-e4ec-49c0-a52f-549698ea3c81" providerId="ADAL" clId="{27DBDEE5-8CF2-4A77-B2C5-09AFB6541672}" dt="2023-11-24T04:07:46.861" v="220" actId="20577"/>
        <pc:sldMkLst>
          <pc:docMk/>
          <pc:sldMk cId="1066974940" sldId="373"/>
        </pc:sldMkLst>
      </pc:sldChg>
      <pc:sldChg chg="modSp add mod ord">
        <pc:chgData name="Said Achmad" userId="5d71821f-e4ec-49c0-a52f-549698ea3c81" providerId="ADAL" clId="{27DBDEE5-8CF2-4A77-B2C5-09AFB6541672}" dt="2023-11-24T04:13:53.749" v="274" actId="20577"/>
        <pc:sldMkLst>
          <pc:docMk/>
          <pc:sldMk cId="559514547" sldId="374"/>
        </pc:sldMkLst>
      </pc:sldChg>
      <pc:sldChg chg="addSp delSp modSp add mod">
        <pc:chgData name="Said Achmad" userId="5d71821f-e4ec-49c0-a52f-549698ea3c81" providerId="ADAL" clId="{27DBDEE5-8CF2-4A77-B2C5-09AFB6541672}" dt="2023-11-24T04:25:06.958" v="419" actId="20577"/>
        <pc:sldMkLst>
          <pc:docMk/>
          <pc:sldMk cId="971364835" sldId="375"/>
        </pc:sldMkLst>
      </pc:sldChg>
      <pc:sldChg chg="modSp add mod">
        <pc:chgData name="Said Achmad" userId="5d71821f-e4ec-49c0-a52f-549698ea3c81" providerId="ADAL" clId="{27DBDEE5-8CF2-4A77-B2C5-09AFB6541672}" dt="2023-11-24T04:26:24.602" v="433" actId="20577"/>
        <pc:sldMkLst>
          <pc:docMk/>
          <pc:sldMk cId="2337170577" sldId="376"/>
        </pc:sldMkLst>
      </pc:sldChg>
      <pc:sldChg chg="modSp add mod">
        <pc:chgData name="Said Achmad" userId="5d71821f-e4ec-49c0-a52f-549698ea3c81" providerId="ADAL" clId="{27DBDEE5-8CF2-4A77-B2C5-09AFB6541672}" dt="2023-11-24T04:31:35.720" v="467" actId="20577"/>
        <pc:sldMkLst>
          <pc:docMk/>
          <pc:sldMk cId="1585010774" sldId="377"/>
        </pc:sldMkLst>
      </pc:sldChg>
      <pc:sldChg chg="modSp add mod">
        <pc:chgData name="Said Achmad" userId="5d71821f-e4ec-49c0-a52f-549698ea3c81" providerId="ADAL" clId="{27DBDEE5-8CF2-4A77-B2C5-09AFB6541672}" dt="2023-11-24T06:18:48.494" v="505" actId="404"/>
        <pc:sldMkLst>
          <pc:docMk/>
          <pc:sldMk cId="3461000398" sldId="378"/>
        </pc:sldMkLst>
      </pc:sldChg>
      <pc:sldChg chg="addSp modSp add mod ord">
        <pc:chgData name="Said Achmad" userId="5d71821f-e4ec-49c0-a52f-549698ea3c81" providerId="ADAL" clId="{27DBDEE5-8CF2-4A77-B2C5-09AFB6541672}" dt="2023-11-24T07:21:42.900" v="1311" actId="1076"/>
        <pc:sldMkLst>
          <pc:docMk/>
          <pc:sldMk cId="2455152618" sldId="379"/>
        </pc:sldMkLst>
      </pc:sldChg>
      <pc:sldChg chg="delSp modSp add mod">
        <pc:chgData name="Said Achmad" userId="5d71821f-e4ec-49c0-a52f-549698ea3c81" providerId="ADAL" clId="{27DBDEE5-8CF2-4A77-B2C5-09AFB6541672}" dt="2023-11-24T07:18:30.809" v="1307" actId="14100"/>
        <pc:sldMkLst>
          <pc:docMk/>
          <pc:sldMk cId="3904763641" sldId="380"/>
        </pc:sldMkLst>
      </pc:sldChg>
      <pc:sldChg chg="addSp modSp add mod">
        <pc:chgData name="Said Achmad" userId="5d71821f-e4ec-49c0-a52f-549698ea3c81" providerId="ADAL" clId="{27DBDEE5-8CF2-4A77-B2C5-09AFB6541672}" dt="2023-11-24T07:27:57.473" v="1446" actId="1076"/>
        <pc:sldMkLst>
          <pc:docMk/>
          <pc:sldMk cId="1797604658" sldId="381"/>
        </pc:sldMkLst>
      </pc:sldChg>
      <pc:sldChg chg="modSp add del mod ord">
        <pc:chgData name="Said Achmad" userId="5d71821f-e4ec-49c0-a52f-549698ea3c81" providerId="ADAL" clId="{27DBDEE5-8CF2-4A77-B2C5-09AFB6541672}" dt="2023-11-24T10:46:10.621" v="2314" actId="47"/>
        <pc:sldMkLst>
          <pc:docMk/>
          <pc:sldMk cId="193981811" sldId="382"/>
        </pc:sldMkLst>
      </pc:sldChg>
      <pc:sldChg chg="add del">
        <pc:chgData name="Said Achmad" userId="5d71821f-e4ec-49c0-a52f-549698ea3c81" providerId="ADAL" clId="{27DBDEE5-8CF2-4A77-B2C5-09AFB6541672}" dt="2023-11-24T07:39:19.608" v="1546" actId="2890"/>
        <pc:sldMkLst>
          <pc:docMk/>
          <pc:sldMk cId="2243298438" sldId="382"/>
        </pc:sldMkLst>
      </pc:sldChg>
      <pc:sldChg chg="addSp delSp modSp add mod ord">
        <pc:chgData name="Said Achmad" userId="5d71821f-e4ec-49c0-a52f-549698ea3c81" providerId="ADAL" clId="{27DBDEE5-8CF2-4A77-B2C5-09AFB6541672}" dt="2023-11-24T09:47:06.514" v="1779"/>
        <pc:sldMkLst>
          <pc:docMk/>
          <pc:sldMk cId="1799079626" sldId="383"/>
        </pc:sldMkLst>
      </pc:sldChg>
      <pc:sldChg chg="addSp delSp modSp add mod">
        <pc:chgData name="Said Achmad" userId="5d71821f-e4ec-49c0-a52f-549698ea3c81" providerId="ADAL" clId="{27DBDEE5-8CF2-4A77-B2C5-09AFB6541672}" dt="2023-11-24T09:59:45.884" v="1927" actId="20577"/>
        <pc:sldMkLst>
          <pc:docMk/>
          <pc:sldMk cId="2402896251" sldId="384"/>
        </pc:sldMkLst>
      </pc:sldChg>
      <pc:sldChg chg="modSp add mod ord">
        <pc:chgData name="Said Achmad" userId="5d71821f-e4ec-49c0-a52f-549698ea3c81" providerId="ADAL" clId="{27DBDEE5-8CF2-4A77-B2C5-09AFB6541672}" dt="2023-11-24T10:16:55.726" v="2041"/>
        <pc:sldMkLst>
          <pc:docMk/>
          <pc:sldMk cId="2203387608" sldId="385"/>
        </pc:sldMkLst>
      </pc:sldChg>
      <pc:sldChg chg="add del">
        <pc:chgData name="Said Achmad" userId="5d71821f-e4ec-49c0-a52f-549698ea3c81" providerId="ADAL" clId="{27DBDEE5-8CF2-4A77-B2C5-09AFB6541672}" dt="2023-11-24T10:17:52.167" v="2049" actId="47"/>
        <pc:sldMkLst>
          <pc:docMk/>
          <pc:sldMk cId="698630198" sldId="386"/>
        </pc:sldMkLst>
      </pc:sldChg>
      <pc:sldChg chg="modSp add mod ord">
        <pc:chgData name="Said Achmad" userId="5d71821f-e4ec-49c0-a52f-549698ea3c81" providerId="ADAL" clId="{27DBDEE5-8CF2-4A77-B2C5-09AFB6541672}" dt="2023-11-24T10:17:49.919" v="2048"/>
        <pc:sldMkLst>
          <pc:docMk/>
          <pc:sldMk cId="3553207723" sldId="387"/>
        </pc:sldMkLst>
      </pc:sldChg>
      <pc:sldChg chg="modSp add mod ord">
        <pc:chgData name="Said Achmad" userId="5d71821f-e4ec-49c0-a52f-549698ea3c81" providerId="ADAL" clId="{27DBDEE5-8CF2-4A77-B2C5-09AFB6541672}" dt="2023-11-24T10:24:33.122" v="2094" actId="21"/>
        <pc:sldMkLst>
          <pc:docMk/>
          <pc:sldMk cId="3181591738" sldId="388"/>
        </pc:sldMkLst>
      </pc:sldChg>
      <pc:sldChg chg="modSp add del mod">
        <pc:chgData name="Said Achmad" userId="5d71821f-e4ec-49c0-a52f-549698ea3c81" providerId="ADAL" clId="{27DBDEE5-8CF2-4A77-B2C5-09AFB6541672}" dt="2023-11-24T10:24:40.976" v="2096" actId="47"/>
        <pc:sldMkLst>
          <pc:docMk/>
          <pc:sldMk cId="84514500" sldId="389"/>
        </pc:sldMkLst>
      </pc:sldChg>
      <pc:sldChg chg="modSp add mod">
        <pc:chgData name="Said Achmad" userId="5d71821f-e4ec-49c0-a52f-549698ea3c81" providerId="ADAL" clId="{27DBDEE5-8CF2-4A77-B2C5-09AFB6541672}" dt="2023-11-24T10:34:54.153" v="2266" actId="1076"/>
        <pc:sldMkLst>
          <pc:docMk/>
          <pc:sldMk cId="844613518" sldId="390"/>
        </pc:sldMkLst>
      </pc:sldChg>
      <pc:sldChg chg="add">
        <pc:chgData name="Said Achmad" userId="5d71821f-e4ec-49c0-a52f-549698ea3c81" providerId="ADAL" clId="{27DBDEE5-8CF2-4A77-B2C5-09AFB6541672}" dt="2023-11-24T10:25:57.907" v="2110" actId="2890"/>
        <pc:sldMkLst>
          <pc:docMk/>
          <pc:sldMk cId="2453705322" sldId="391"/>
        </pc:sldMkLst>
      </pc:sldChg>
      <pc:sldChg chg="add">
        <pc:chgData name="Said Achmad" userId="5d71821f-e4ec-49c0-a52f-549698ea3c81" providerId="ADAL" clId="{27DBDEE5-8CF2-4A77-B2C5-09AFB6541672}" dt="2023-11-24T10:29:15.913" v="2169" actId="2890"/>
        <pc:sldMkLst>
          <pc:docMk/>
          <pc:sldMk cId="717374847" sldId="392"/>
        </pc:sldMkLst>
      </pc:sldChg>
      <pc:sldChg chg="add">
        <pc:chgData name="Said Achmad" userId="5d71821f-e4ec-49c0-a52f-549698ea3c81" providerId="ADAL" clId="{27DBDEE5-8CF2-4A77-B2C5-09AFB6541672}" dt="2023-11-24T10:32:09.455" v="2233" actId="2890"/>
        <pc:sldMkLst>
          <pc:docMk/>
          <pc:sldMk cId="3485319871" sldId="393"/>
        </pc:sldMkLst>
      </pc:sldChg>
    </pc:docChg>
  </pc:docChgLst>
  <pc:docChgLst>
    <pc:chgData name="Said Achmad" userId="5d71821f-e4ec-49c0-a52f-549698ea3c81" providerId="ADAL" clId="{8FA70C37-553F-42CE-B3E3-F0E9374BF8AA}"/>
    <pc:docChg chg="undo redo custSel addSld delSld modSld sldOrd">
      <pc:chgData name="Said Achmad" userId="5d71821f-e4ec-49c0-a52f-549698ea3c81" providerId="ADAL" clId="{8FA70C37-553F-42CE-B3E3-F0E9374BF8AA}" dt="2024-05-23T08:41:46.035" v="1340" actId="47"/>
      <pc:docMkLst>
        <pc:docMk/>
      </pc:docMkLst>
      <pc:sldChg chg="modSp mod">
        <pc:chgData name="Said Achmad" userId="5d71821f-e4ec-49c0-a52f-549698ea3c81" providerId="ADAL" clId="{8FA70C37-553F-42CE-B3E3-F0E9374BF8AA}" dt="2024-05-23T07:17:18.784" v="1338" actId="27636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8FA70C37-553F-42CE-B3E3-F0E9374BF8AA}" dt="2024-05-23T05:36:01.802" v="12" actId="27636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8FA70C37-553F-42CE-B3E3-F0E9374BF8AA}" dt="2024-05-23T05:36:38.183" v="28" actId="14100"/>
        <pc:sldMkLst>
          <pc:docMk/>
          <pc:sldMk cId="3724825567" sldId="260"/>
        </pc:sldMkLst>
      </pc:sldChg>
      <pc:sldChg chg="addSp delSp modSp mod">
        <pc:chgData name="Said Achmad" userId="5d71821f-e4ec-49c0-a52f-549698ea3c81" providerId="ADAL" clId="{8FA70C37-553F-42CE-B3E3-F0E9374BF8AA}" dt="2024-05-23T05:38:48.878" v="36" actId="22"/>
        <pc:sldMkLst>
          <pc:docMk/>
          <pc:sldMk cId="363028880" sldId="262"/>
        </pc:sldMkLst>
      </pc:sldChg>
      <pc:sldChg chg="del">
        <pc:chgData name="Said Achmad" userId="5d71821f-e4ec-49c0-a52f-549698ea3c81" providerId="ADAL" clId="{8FA70C37-553F-42CE-B3E3-F0E9374BF8AA}" dt="2024-05-23T07:15:26.858" v="1335" actId="4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8FA70C37-553F-42CE-B3E3-F0E9374BF8AA}" dt="2024-05-23T08:41:46.035" v="1340" actId="47"/>
        <pc:sldMkLst>
          <pc:docMk/>
          <pc:sldMk cId="3962618298" sldId="282"/>
        </pc:sldMkLst>
      </pc:sldChg>
      <pc:sldChg chg="addSp delSp modSp add del mod">
        <pc:chgData name="Said Achmad" userId="5d71821f-e4ec-49c0-a52f-549698ea3c81" providerId="ADAL" clId="{8FA70C37-553F-42CE-B3E3-F0E9374BF8AA}" dt="2024-05-23T07:14:12.901" v="1330" actId="255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8FA70C37-553F-42CE-B3E3-F0E9374BF8AA}" dt="2024-05-23T05:56:59.682" v="174"/>
        <pc:sldMkLst>
          <pc:docMk/>
          <pc:sldMk cId="2775010017" sldId="300"/>
        </pc:sldMkLst>
      </pc:sldChg>
      <pc:sldChg chg="addSp delSp modSp add mod modClrScheme chgLayout">
        <pc:chgData name="Said Achmad" userId="5d71821f-e4ec-49c0-a52f-549698ea3c81" providerId="ADAL" clId="{8FA70C37-553F-42CE-B3E3-F0E9374BF8AA}" dt="2024-05-23T06:41:35.349" v="827" actId="478"/>
        <pc:sldMkLst>
          <pc:docMk/>
          <pc:sldMk cId="0" sldId="309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6:44:13.188" v="856" actId="47"/>
        <pc:sldMkLst>
          <pc:docMk/>
          <pc:sldMk cId="0" sldId="310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6:47:16.575" v="894" actId="47"/>
        <pc:sldMkLst>
          <pc:docMk/>
          <pc:sldMk cId="0" sldId="312"/>
        </pc:sldMkLst>
      </pc:sldChg>
      <pc:sldChg chg="addSp delSp modSp add del mod modClrScheme chgLayout">
        <pc:chgData name="Said Achmad" userId="5d71821f-e4ec-49c0-a52f-549698ea3c81" providerId="ADAL" clId="{8FA70C37-553F-42CE-B3E3-F0E9374BF8AA}" dt="2024-05-23T07:04:24.179" v="1213" actId="47"/>
        <pc:sldMkLst>
          <pc:docMk/>
          <pc:sldMk cId="0" sldId="318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7:04:24.179" v="1213" actId="47"/>
        <pc:sldMkLst>
          <pc:docMk/>
          <pc:sldMk cId="0" sldId="319"/>
        </pc:sldMkLst>
      </pc:sldChg>
      <pc:sldChg chg="addSp delSp modSp add del mod modClrScheme chgLayout">
        <pc:chgData name="Said Achmad" userId="5d71821f-e4ec-49c0-a52f-549698ea3c81" providerId="ADAL" clId="{8FA70C37-553F-42CE-B3E3-F0E9374BF8AA}" dt="2024-05-23T05:40:13.714" v="50" actId="47"/>
        <pc:sldMkLst>
          <pc:docMk/>
          <pc:sldMk cId="0" sldId="324"/>
        </pc:sldMkLst>
      </pc:sldChg>
      <pc:sldChg chg="addSp delSp modSp del mod modClrScheme chgLayout">
        <pc:chgData name="Said Achmad" userId="5d71821f-e4ec-49c0-a52f-549698ea3c81" providerId="ADAL" clId="{8FA70C37-553F-42CE-B3E3-F0E9374BF8AA}" dt="2024-05-23T06:01:04.342" v="230" actId="47"/>
        <pc:sldMkLst>
          <pc:docMk/>
          <pc:sldMk cId="0" sldId="326"/>
        </pc:sldMkLst>
      </pc:sldChg>
      <pc:sldChg chg="addSp delSp modSp del mod modClrScheme chgLayout">
        <pc:chgData name="Said Achmad" userId="5d71821f-e4ec-49c0-a52f-549698ea3c81" providerId="ADAL" clId="{8FA70C37-553F-42CE-B3E3-F0E9374BF8AA}" dt="2024-05-23T06:04:05.977" v="267" actId="47"/>
        <pc:sldMkLst>
          <pc:docMk/>
          <pc:sldMk cId="0" sldId="327"/>
        </pc:sldMkLst>
      </pc:sldChg>
      <pc:sldChg chg="addSp modSp mod">
        <pc:chgData name="Said Achmad" userId="5d71821f-e4ec-49c0-a52f-549698ea3c81" providerId="ADAL" clId="{8FA70C37-553F-42CE-B3E3-F0E9374BF8AA}" dt="2024-05-23T05:52:09.276" v="133" actId="207"/>
        <pc:sldMkLst>
          <pc:docMk/>
          <pc:sldMk cId="1915762959" sldId="328"/>
        </pc:sldMkLst>
      </pc:sldChg>
      <pc:sldChg chg="del">
        <pc:chgData name="Said Achmad" userId="5d71821f-e4ec-49c0-a52f-549698ea3c81" providerId="ADAL" clId="{8FA70C37-553F-42CE-B3E3-F0E9374BF8AA}" dt="2024-05-23T06:07:59.946" v="319" actId="47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8FA70C37-553F-42CE-B3E3-F0E9374BF8AA}" dt="2024-05-23T06:04:23.708" v="269"/>
        <pc:sldMkLst>
          <pc:docMk/>
          <pc:sldMk cId="3553207723" sldId="387"/>
        </pc:sldMkLst>
      </pc:sldChg>
      <pc:sldChg chg="addSp delSp modSp mod">
        <pc:chgData name="Said Achmad" userId="5d71821f-e4ec-49c0-a52f-549698ea3c81" providerId="ADAL" clId="{8FA70C37-553F-42CE-B3E3-F0E9374BF8AA}" dt="2024-05-23T06:06:44.203" v="305" actId="113"/>
        <pc:sldMkLst>
          <pc:docMk/>
          <pc:sldMk cId="3181591738" sldId="388"/>
        </pc:sldMkLst>
      </pc:sldChg>
      <pc:sldChg chg="addSp modSp mod">
        <pc:chgData name="Said Achmad" userId="5d71821f-e4ec-49c0-a52f-549698ea3c81" providerId="ADAL" clId="{8FA70C37-553F-42CE-B3E3-F0E9374BF8AA}" dt="2024-05-23T05:56:36.206" v="173" actId="14100"/>
        <pc:sldMkLst>
          <pc:docMk/>
          <pc:sldMk cId="1192248434" sldId="394"/>
        </pc:sldMkLst>
      </pc:sldChg>
      <pc:sldChg chg="addSp delSp modSp mod">
        <pc:chgData name="Said Achmad" userId="5d71821f-e4ec-49c0-a52f-549698ea3c81" providerId="ADAL" clId="{8FA70C37-553F-42CE-B3E3-F0E9374BF8AA}" dt="2024-05-23T06:06:49.515" v="306" actId="113"/>
        <pc:sldMkLst>
          <pc:docMk/>
          <pc:sldMk cId="1120420189" sldId="395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1447988384" sldId="396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2002461322" sldId="397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3240024647" sldId="398"/>
        </pc:sldMkLst>
      </pc:sldChg>
      <pc:sldChg chg="addSp delSp modSp mod">
        <pc:chgData name="Said Achmad" userId="5d71821f-e4ec-49c0-a52f-549698ea3c81" providerId="ADAL" clId="{8FA70C37-553F-42CE-B3E3-F0E9374BF8AA}" dt="2024-05-23T06:07:20.567" v="317" actId="1076"/>
        <pc:sldMkLst>
          <pc:docMk/>
          <pc:sldMk cId="2142228874" sldId="399"/>
        </pc:sldMkLst>
      </pc:sldChg>
      <pc:sldChg chg="del">
        <pc:chgData name="Said Achmad" userId="5d71821f-e4ec-49c0-a52f-549698ea3c81" providerId="ADAL" clId="{8FA70C37-553F-42CE-B3E3-F0E9374BF8AA}" dt="2024-05-23T06:08:02.456" v="320" actId="47"/>
        <pc:sldMkLst>
          <pc:docMk/>
          <pc:sldMk cId="2603948463" sldId="400"/>
        </pc:sldMkLst>
      </pc:sldChg>
      <pc:sldChg chg="modSp mod">
        <pc:chgData name="Said Achmad" userId="5d71821f-e4ec-49c0-a52f-549698ea3c81" providerId="ADAL" clId="{8FA70C37-553F-42CE-B3E3-F0E9374BF8AA}" dt="2024-05-23T06:18:15.648" v="520"/>
        <pc:sldMkLst>
          <pc:docMk/>
          <pc:sldMk cId="893278314" sldId="401"/>
        </pc:sldMkLst>
      </pc:sldChg>
      <pc:sldChg chg="del">
        <pc:chgData name="Said Achmad" userId="5d71821f-e4ec-49c0-a52f-549698ea3c81" providerId="ADAL" clId="{8FA70C37-553F-42CE-B3E3-F0E9374BF8AA}" dt="2024-05-23T06:25:18.020" v="622" actId="47"/>
        <pc:sldMkLst>
          <pc:docMk/>
          <pc:sldMk cId="2652231371" sldId="402"/>
        </pc:sldMkLst>
      </pc:sldChg>
      <pc:sldChg chg="del">
        <pc:chgData name="Said Achmad" userId="5d71821f-e4ec-49c0-a52f-549698ea3c81" providerId="ADAL" clId="{8FA70C37-553F-42CE-B3E3-F0E9374BF8AA}" dt="2024-05-23T06:25:18.020" v="622" actId="47"/>
        <pc:sldMkLst>
          <pc:docMk/>
          <pc:sldMk cId="1140565605" sldId="403"/>
        </pc:sldMkLst>
      </pc:sldChg>
      <pc:sldChg chg="addSp delSp modSp mod">
        <pc:chgData name="Said Achmad" userId="5d71821f-e4ec-49c0-a52f-549698ea3c81" providerId="ADAL" clId="{8FA70C37-553F-42CE-B3E3-F0E9374BF8AA}" dt="2024-05-23T06:28:34.868" v="660" actId="1076"/>
        <pc:sldMkLst>
          <pc:docMk/>
          <pc:sldMk cId="4008247520" sldId="404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783756021" sldId="405"/>
        </pc:sldMkLst>
      </pc:sldChg>
      <pc:sldChg chg="addSp delSp modSp mod ord">
        <pc:chgData name="Said Achmad" userId="5d71821f-e4ec-49c0-a52f-549698ea3c81" providerId="ADAL" clId="{8FA70C37-553F-42CE-B3E3-F0E9374BF8AA}" dt="2024-05-23T06:35:11.177" v="723" actId="6549"/>
        <pc:sldMkLst>
          <pc:docMk/>
          <pc:sldMk cId="1101769962" sldId="407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3462794510" sldId="408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825416793" sldId="409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160602893" sldId="410"/>
        </pc:sldMkLst>
      </pc:sldChg>
      <pc:sldChg chg="addSp delSp modSp add mod">
        <pc:chgData name="Said Achmad" userId="5d71821f-e4ec-49c0-a52f-549698ea3c81" providerId="ADAL" clId="{8FA70C37-553F-42CE-B3E3-F0E9374BF8AA}" dt="2024-05-23T06:10:32.191" v="362" actId="1076"/>
        <pc:sldMkLst>
          <pc:docMk/>
          <pc:sldMk cId="2355350369" sldId="411"/>
        </pc:sldMkLst>
      </pc:sldChg>
      <pc:sldChg chg="addSp delSp modSp add mod">
        <pc:chgData name="Said Achmad" userId="5d71821f-e4ec-49c0-a52f-549698ea3c81" providerId="ADAL" clId="{8FA70C37-553F-42CE-B3E3-F0E9374BF8AA}" dt="2024-05-23T06:37:26.503" v="756" actId="404"/>
        <pc:sldMkLst>
          <pc:docMk/>
          <pc:sldMk cId="933499238" sldId="412"/>
        </pc:sldMkLst>
      </pc:sldChg>
      <pc:sldChg chg="addSp delSp modSp add mod">
        <pc:chgData name="Said Achmad" userId="5d71821f-e4ec-49c0-a52f-549698ea3c81" providerId="ADAL" clId="{8FA70C37-553F-42CE-B3E3-F0E9374BF8AA}" dt="2024-05-23T06:17:47.359" v="519" actId="1076"/>
        <pc:sldMkLst>
          <pc:docMk/>
          <pc:sldMk cId="2200156304" sldId="413"/>
        </pc:sldMkLst>
      </pc:sldChg>
      <pc:sldChg chg="addSp delSp modSp add mod ord">
        <pc:chgData name="Said Achmad" userId="5d71821f-e4ec-49c0-a52f-549698ea3c81" providerId="ADAL" clId="{8FA70C37-553F-42CE-B3E3-F0E9374BF8AA}" dt="2024-05-23T06:21:33.404" v="570" actId="14100"/>
        <pc:sldMkLst>
          <pc:docMk/>
          <pc:sldMk cId="564126395" sldId="414"/>
        </pc:sldMkLst>
      </pc:sldChg>
      <pc:sldChg chg="addSp delSp modSp add mod ord">
        <pc:chgData name="Said Achmad" userId="5d71821f-e4ec-49c0-a52f-549698ea3c81" providerId="ADAL" clId="{8FA70C37-553F-42CE-B3E3-F0E9374BF8AA}" dt="2024-05-23T06:25:28.424" v="625"/>
        <pc:sldMkLst>
          <pc:docMk/>
          <pc:sldMk cId="1991773872" sldId="415"/>
        </pc:sldMkLst>
      </pc:sldChg>
      <pc:sldChg chg="new del">
        <pc:chgData name="Said Achmad" userId="5d71821f-e4ec-49c0-a52f-549698ea3c81" providerId="ADAL" clId="{8FA70C37-553F-42CE-B3E3-F0E9374BF8AA}" dt="2024-05-23T06:28:56.531" v="663" actId="680"/>
        <pc:sldMkLst>
          <pc:docMk/>
          <pc:sldMk cId="1740180546" sldId="416"/>
        </pc:sldMkLst>
      </pc:sldChg>
      <pc:sldChg chg="addSp delSp modSp add del mod">
        <pc:chgData name="Said Achmad" userId="5d71821f-e4ec-49c0-a52f-549698ea3c81" providerId="ADAL" clId="{8FA70C37-553F-42CE-B3E3-F0E9374BF8AA}" dt="2024-05-23T06:33:08.990" v="700" actId="114"/>
        <pc:sldMkLst>
          <pc:docMk/>
          <pc:sldMk cId="3926146284" sldId="416"/>
        </pc:sldMkLst>
      </pc:sldChg>
      <pc:sldChg chg="addSp delSp modSp add mod ord">
        <pc:chgData name="Said Achmad" userId="5d71821f-e4ec-49c0-a52f-549698ea3c81" providerId="ADAL" clId="{8FA70C37-553F-42CE-B3E3-F0E9374BF8AA}" dt="2024-05-23T07:00:51.031" v="1177" actId="20577"/>
        <pc:sldMkLst>
          <pc:docMk/>
          <pc:sldMk cId="3795881600" sldId="417"/>
        </pc:sldMkLst>
      </pc:sldChg>
      <pc:sldChg chg="addSp delSp modSp add mod">
        <pc:chgData name="Said Achmad" userId="5d71821f-e4ec-49c0-a52f-549698ea3c81" providerId="ADAL" clId="{8FA70C37-553F-42CE-B3E3-F0E9374BF8AA}" dt="2024-05-23T06:44:07.450" v="855" actId="1076"/>
        <pc:sldMkLst>
          <pc:docMk/>
          <pc:sldMk cId="1754654541" sldId="418"/>
        </pc:sldMkLst>
      </pc:sldChg>
      <pc:sldChg chg="addSp delSp modSp add mod ord">
        <pc:chgData name="Said Achmad" userId="5d71821f-e4ec-49c0-a52f-549698ea3c81" providerId="ADAL" clId="{8FA70C37-553F-42CE-B3E3-F0E9374BF8AA}" dt="2024-05-23T06:47:01.545" v="893" actId="14100"/>
        <pc:sldMkLst>
          <pc:docMk/>
          <pc:sldMk cId="3116661740" sldId="419"/>
        </pc:sldMkLst>
      </pc:sldChg>
      <pc:sldChg chg="addSp delSp modSp add mod ord">
        <pc:chgData name="Said Achmad" userId="5d71821f-e4ec-49c0-a52f-549698ea3c81" providerId="ADAL" clId="{8FA70C37-553F-42CE-B3E3-F0E9374BF8AA}" dt="2024-05-23T06:50:07.396" v="933" actId="14100"/>
        <pc:sldMkLst>
          <pc:docMk/>
          <pc:sldMk cId="1447601855" sldId="420"/>
        </pc:sldMkLst>
      </pc:sldChg>
      <pc:sldChg chg="modSp add del mod">
        <pc:chgData name="Said Achmad" userId="5d71821f-e4ec-49c0-a52f-549698ea3c81" providerId="ADAL" clId="{8FA70C37-553F-42CE-B3E3-F0E9374BF8AA}" dt="2024-05-23T06:50:16.698" v="935" actId="47"/>
        <pc:sldMkLst>
          <pc:docMk/>
          <pc:sldMk cId="55350183" sldId="421"/>
        </pc:sldMkLst>
      </pc:sldChg>
      <pc:sldChg chg="addSp delSp modSp add mod">
        <pc:chgData name="Said Achmad" userId="5d71821f-e4ec-49c0-a52f-549698ea3c81" providerId="ADAL" clId="{8FA70C37-553F-42CE-B3E3-F0E9374BF8AA}" dt="2024-05-23T06:55:06.018" v="1042" actId="14100"/>
        <pc:sldMkLst>
          <pc:docMk/>
          <pc:sldMk cId="827273053" sldId="421"/>
        </pc:sldMkLst>
      </pc:sldChg>
      <pc:sldChg chg="addSp delSp modSp add mod">
        <pc:chgData name="Said Achmad" userId="5d71821f-e4ec-49c0-a52f-549698ea3c81" providerId="ADAL" clId="{8FA70C37-553F-42CE-B3E3-F0E9374BF8AA}" dt="2024-05-23T06:58:37.224" v="1132" actId="14100"/>
        <pc:sldMkLst>
          <pc:docMk/>
          <pc:sldMk cId="4151325664" sldId="422"/>
        </pc:sldMkLst>
      </pc:sldChg>
      <pc:sldChg chg="modSp add mod ord">
        <pc:chgData name="Said Achmad" userId="5d71821f-e4ec-49c0-a52f-549698ea3c81" providerId="ADAL" clId="{8FA70C37-553F-42CE-B3E3-F0E9374BF8AA}" dt="2024-05-23T06:59:15.828" v="1146" actId="20577"/>
        <pc:sldMkLst>
          <pc:docMk/>
          <pc:sldMk cId="4056597711" sldId="423"/>
        </pc:sldMkLst>
      </pc:sldChg>
      <pc:sldChg chg="addSp delSp modSp add mod">
        <pc:chgData name="Said Achmad" userId="5d71821f-e4ec-49c0-a52f-549698ea3c81" providerId="ADAL" clId="{8FA70C37-553F-42CE-B3E3-F0E9374BF8AA}" dt="2024-05-23T07:02:53.223" v="1199" actId="1076"/>
        <pc:sldMkLst>
          <pc:docMk/>
          <pc:sldMk cId="427108214" sldId="424"/>
        </pc:sldMkLst>
      </pc:sldChg>
      <pc:sldChg chg="addSp delSp modSp add mod">
        <pc:chgData name="Said Achmad" userId="5d71821f-e4ec-49c0-a52f-549698ea3c81" providerId="ADAL" clId="{8FA70C37-553F-42CE-B3E3-F0E9374BF8AA}" dt="2024-05-23T07:08:20.485" v="1277" actId="207"/>
        <pc:sldMkLst>
          <pc:docMk/>
          <pc:sldMk cId="3608921012" sldId="425"/>
        </pc:sldMkLst>
      </pc:sldChg>
      <pc:sldChg chg="addSp delSp modSp add mod">
        <pc:chgData name="Said Achmad" userId="5d71821f-e4ec-49c0-a52f-549698ea3c81" providerId="ADAL" clId="{8FA70C37-553F-42CE-B3E3-F0E9374BF8AA}" dt="2024-05-23T07:11:27.823" v="1312" actId="1076"/>
        <pc:sldMkLst>
          <pc:docMk/>
          <pc:sldMk cId="2024252969" sldId="426"/>
        </pc:sldMkLst>
      </pc:sldChg>
      <pc:sldChg chg="modSp add mod">
        <pc:chgData name="Said Achmad" userId="5d71821f-e4ec-49c0-a52f-549698ea3c81" providerId="ADAL" clId="{8FA70C37-553F-42CE-B3E3-F0E9374BF8AA}" dt="2024-05-23T07:14:58.684" v="1332"/>
        <pc:sldMkLst>
          <pc:docMk/>
          <pc:sldMk cId="3322301146" sldId="427"/>
        </pc:sldMkLst>
      </pc:sldChg>
      <pc:sldChg chg="modSp add mod modNotesTx">
        <pc:chgData name="Said Achmad" userId="5d71821f-e4ec-49c0-a52f-549698ea3c81" providerId="ADAL" clId="{8FA70C37-553F-42CE-B3E3-F0E9374BF8AA}" dt="2024-05-23T07:15:29.831" v="1336" actId="20577"/>
        <pc:sldMkLst>
          <pc:docMk/>
          <pc:sldMk cId="1617187729" sldId="428"/>
        </pc:sldMkLst>
      </pc:sldChg>
      <pc:sldChg chg="add">
        <pc:chgData name="Said Achmad" userId="5d71821f-e4ec-49c0-a52f-549698ea3c81" providerId="ADAL" clId="{8FA70C37-553F-42CE-B3E3-F0E9374BF8AA}" dt="2024-05-23T08:41:44.010" v="1339"/>
        <pc:sldMkLst>
          <pc:docMk/>
          <pc:sldMk cId="226595607" sldId="429"/>
        </pc:sldMkLst>
      </pc:sldChg>
      <pc:sldMasterChg chg="delSldLayout">
        <pc:chgData name="Said Achmad" userId="5d71821f-e4ec-49c0-a52f-549698ea3c81" providerId="ADAL" clId="{8FA70C37-553F-42CE-B3E3-F0E9374BF8AA}" dt="2024-05-23T06:04:05.977" v="267" actId="47"/>
        <pc:sldMasterMkLst>
          <pc:docMk/>
          <pc:sldMasterMk cId="0" sldId="2147483648"/>
        </pc:sldMasterMkLst>
        <pc:sldLayoutChg chg="del">
          <pc:chgData name="Said Achmad" userId="5d71821f-e4ec-49c0-a52f-549698ea3c81" providerId="ADAL" clId="{8FA70C37-553F-42CE-B3E3-F0E9374BF8AA}" dt="2024-05-23T06:04:05.977" v="267" actId="47"/>
          <pc:sldLayoutMkLst>
            <pc:docMk/>
            <pc:sldMasterMk cId="0" sldId="2147483648"/>
            <pc:sldLayoutMk cId="1954039870" sldId="2147483690"/>
          </pc:sldLayoutMkLst>
        </pc:sldLayoutChg>
      </pc:sldMaster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28473B1F-AC4B-4EA4-916B-9AC9E64E196F}"/>
    <pc:docChg chg="undo custSel addSld delSld modSld sldOrd">
      <pc:chgData name="Said Achmad" userId="5d71821f-e4ec-49c0-a52f-549698ea3c81" providerId="ADAL" clId="{28473B1F-AC4B-4EA4-916B-9AC9E64E196F}" dt="2023-12-08T08:49:24.736" v="633"/>
      <pc:docMkLst>
        <pc:docMk/>
      </pc:docMkLst>
      <pc:sldChg chg="modSp mod">
        <pc:chgData name="Said Achmad" userId="5d71821f-e4ec-49c0-a52f-549698ea3c81" providerId="ADAL" clId="{28473B1F-AC4B-4EA4-916B-9AC9E64E196F}" dt="2023-12-08T08:31:02.914" v="600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8473B1F-AC4B-4EA4-916B-9AC9E64E196F}" dt="2023-12-08T08:49:24.736" v="633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28473B1F-AC4B-4EA4-916B-9AC9E64E196F}" dt="2023-12-08T08:23:26.040" v="494" actId="20577"/>
        <pc:sldMkLst>
          <pc:docMk/>
          <pc:sldMk cId="1140565605" sldId="403"/>
        </pc:sldMkLst>
      </pc:sldChg>
      <pc:sldChg chg="del">
        <pc:chgData name="Said Achmad" userId="5d71821f-e4ec-49c0-a52f-549698ea3c81" providerId="ADAL" clId="{28473B1F-AC4B-4EA4-916B-9AC9E64E196F}" dt="2023-12-08T08:25:47.918" v="583" actId="47"/>
        <pc:sldMkLst>
          <pc:docMk/>
          <pc:sldMk cId="1465955659" sldId="406"/>
        </pc:sldMkLst>
      </pc:sldChg>
      <pc:sldChg chg="modSp add mod ord">
        <pc:chgData name="Said Achmad" userId="5d71821f-e4ec-49c0-a52f-549698ea3c81" providerId="ADAL" clId="{28473B1F-AC4B-4EA4-916B-9AC9E64E196F}" dt="2023-12-08T07:57:08.732" v="63" actId="20577"/>
        <pc:sldMkLst>
          <pc:docMk/>
          <pc:sldMk cId="1101769962" sldId="407"/>
        </pc:sldMkLst>
      </pc:sldChg>
      <pc:sldChg chg="addSp delSp modSp add mod ord">
        <pc:chgData name="Said Achmad" userId="5d71821f-e4ec-49c0-a52f-549698ea3c81" providerId="ADAL" clId="{28473B1F-AC4B-4EA4-916B-9AC9E64E196F}" dt="2023-12-08T08:13:41.975" v="489" actId="20577"/>
        <pc:sldMkLst>
          <pc:docMk/>
          <pc:sldMk cId="3462794510" sldId="408"/>
        </pc:sldMkLst>
      </pc:sldChg>
      <pc:sldChg chg="addSp delSp modSp add mod">
        <pc:chgData name="Said Achmad" userId="5d71821f-e4ec-49c0-a52f-549698ea3c81" providerId="ADAL" clId="{28473B1F-AC4B-4EA4-916B-9AC9E64E196F}" dt="2023-12-08T08:25:40.974" v="582" actId="14100"/>
        <pc:sldMkLst>
          <pc:docMk/>
          <pc:sldMk cId="825416793" sldId="409"/>
        </pc:sldMkLst>
      </pc:sldChg>
      <pc:sldChg chg="modSp add mod">
        <pc:chgData name="Said Achmad" userId="5d71821f-e4ec-49c0-a52f-549698ea3c81" providerId="ADAL" clId="{28473B1F-AC4B-4EA4-916B-9AC9E64E196F}" dt="2023-12-08T08:43:32.122" v="632" actId="20577"/>
        <pc:sldMkLst>
          <pc:docMk/>
          <pc:sldMk cId="160602893" sldId="410"/>
        </pc:sldMkLst>
      </pc:sldChg>
    </pc:docChg>
  </pc:docChgLst>
  <pc:docChgLst>
    <pc:chgData name="Said Achmad" userId="5d71821f-e4ec-49c0-a52f-549698ea3c81" providerId="ADAL" clId="{A15CAEBC-8469-4870-B8CD-DA522520AD2A}"/>
    <pc:docChg chg="addSld delSld modSld sldOrd">
      <pc:chgData name="Said Achmad" userId="5d71821f-e4ec-49c0-a52f-549698ea3c81" providerId="ADAL" clId="{A15CAEBC-8469-4870-B8CD-DA522520AD2A}" dt="2025-06-26T04:20:45.300" v="31" actId="47"/>
      <pc:docMkLst>
        <pc:docMk/>
      </pc:docMkLst>
      <pc:sldChg chg="modSp mod">
        <pc:chgData name="Said Achmad" userId="5d71821f-e4ec-49c0-a52f-549698ea3c81" providerId="ADAL" clId="{A15CAEBC-8469-4870-B8CD-DA522520AD2A}" dt="2025-06-26T03:19:08.830" v="10" actId="20577"/>
        <pc:sldMkLst>
          <pc:docMk/>
          <pc:sldMk cId="3724825567" sldId="260"/>
        </pc:sldMkLst>
        <pc:spChg chg="mod">
          <ac:chgData name="Said Achmad" userId="5d71821f-e4ec-49c0-a52f-549698ea3c81" providerId="ADAL" clId="{A15CAEBC-8469-4870-B8CD-DA522520AD2A}" dt="2025-06-26T03:19:08.830" v="10" actId="20577"/>
          <ac:spMkLst>
            <pc:docMk/>
            <pc:sldMk cId="3724825567" sldId="260"/>
            <ac:spMk id="4" creationId="{F6398ECD-4701-560A-68A4-064817E603CF}"/>
          </ac:spMkLst>
        </pc:spChg>
      </pc:sldChg>
      <pc:sldChg chg="modSp mod">
        <pc:chgData name="Said Achmad" userId="5d71821f-e4ec-49c0-a52f-549698ea3c81" providerId="ADAL" clId="{A15CAEBC-8469-4870-B8CD-DA522520AD2A}" dt="2025-06-26T03:31:15.913" v="29" actId="120"/>
        <pc:sldMkLst>
          <pc:docMk/>
          <pc:sldMk cId="1617187729" sldId="428"/>
        </pc:sldMkLst>
        <pc:spChg chg="mod">
          <ac:chgData name="Said Achmad" userId="5d71821f-e4ec-49c0-a52f-549698ea3c81" providerId="ADAL" clId="{A15CAEBC-8469-4870-B8CD-DA522520AD2A}" dt="2025-06-26T03:31:15.913" v="29" actId="120"/>
          <ac:spMkLst>
            <pc:docMk/>
            <pc:sldMk cId="1617187729" sldId="428"/>
            <ac:spMk id="3" creationId="{2AB723E0-CB99-EADA-4C23-254BEFF7F6E4}"/>
          </ac:spMkLst>
        </pc:spChg>
      </pc:sldChg>
      <pc:sldChg chg="modSp add mod ord">
        <pc:chgData name="Said Achmad" userId="5d71821f-e4ec-49c0-a52f-549698ea3c81" providerId="ADAL" clId="{A15CAEBC-8469-4870-B8CD-DA522520AD2A}" dt="2025-06-26T03:19:28.891" v="23" actId="20577"/>
        <pc:sldMkLst>
          <pc:docMk/>
          <pc:sldMk cId="3633186311" sldId="450"/>
        </pc:sldMkLst>
        <pc:spChg chg="mod">
          <ac:chgData name="Said Achmad" userId="5d71821f-e4ec-49c0-a52f-549698ea3c81" providerId="ADAL" clId="{A15CAEBC-8469-4870-B8CD-DA522520AD2A}" dt="2025-06-26T03:19:28.891" v="23" actId="20577"/>
          <ac:spMkLst>
            <pc:docMk/>
            <pc:sldMk cId="3633186311" sldId="450"/>
            <ac:spMk id="2" creationId="{8B7953AD-B9EA-93FE-9EA7-242359CB522A}"/>
          </ac:spMkLst>
        </pc:spChg>
      </pc:sldChg>
      <pc:sldChg chg="modSp add del">
        <pc:chgData name="Said Achmad" userId="5d71821f-e4ec-49c0-a52f-549698ea3c81" providerId="ADAL" clId="{A15CAEBC-8469-4870-B8CD-DA522520AD2A}" dt="2025-06-26T04:20:45.300" v="31" actId="47"/>
        <pc:sldMkLst>
          <pc:docMk/>
          <pc:sldMk cId="3978837380" sldId="451"/>
        </pc:sldMkLst>
        <pc:spChg chg="mod">
          <ac:chgData name="Said Achmad" userId="5d71821f-e4ec-49c0-a52f-549698ea3c81" providerId="ADAL" clId="{A15CAEBC-8469-4870-B8CD-DA522520AD2A}" dt="2025-06-26T03:21:39.439" v="25"/>
          <ac:spMkLst>
            <pc:docMk/>
            <pc:sldMk cId="3978837380" sldId="451"/>
            <ac:spMk id="2" creationId="{E30079F4-2F32-A7BD-FE85-47C01F932E90}"/>
          </ac:spMkLst>
        </pc:spChg>
      </pc:sldChg>
      <pc:sldChg chg="modSp add del">
        <pc:chgData name="Said Achmad" userId="5d71821f-e4ec-49c0-a52f-549698ea3c81" providerId="ADAL" clId="{A15CAEBC-8469-4870-B8CD-DA522520AD2A}" dt="2025-06-26T04:20:45.300" v="31" actId="47"/>
        <pc:sldMkLst>
          <pc:docMk/>
          <pc:sldMk cId="1663905759" sldId="452"/>
        </pc:sldMkLst>
        <pc:spChg chg="mod">
          <ac:chgData name="Said Achmad" userId="5d71821f-e4ec-49c0-a52f-549698ea3c81" providerId="ADAL" clId="{A15CAEBC-8469-4870-B8CD-DA522520AD2A}" dt="2025-06-26T03:21:42.091" v="26"/>
          <ac:spMkLst>
            <pc:docMk/>
            <pc:sldMk cId="1663905759" sldId="452"/>
            <ac:spMk id="2" creationId="{F7E02FFE-AA02-2ACE-6966-ECFE21B6C209}"/>
          </ac:spMkLst>
        </pc:spChg>
      </pc:sldChg>
      <pc:sldChg chg="modSp add del">
        <pc:chgData name="Said Achmad" userId="5d71821f-e4ec-49c0-a52f-549698ea3c81" providerId="ADAL" clId="{A15CAEBC-8469-4870-B8CD-DA522520AD2A}" dt="2025-06-26T04:20:45.300" v="31" actId="47"/>
        <pc:sldMkLst>
          <pc:docMk/>
          <pc:sldMk cId="2739587683" sldId="453"/>
        </pc:sldMkLst>
        <pc:spChg chg="mod">
          <ac:chgData name="Said Achmad" userId="5d71821f-e4ec-49c0-a52f-549698ea3c81" providerId="ADAL" clId="{A15CAEBC-8469-4870-B8CD-DA522520AD2A}" dt="2025-06-26T03:21:46.988" v="27"/>
          <ac:spMkLst>
            <pc:docMk/>
            <pc:sldMk cId="2739587683" sldId="453"/>
            <ac:spMk id="2" creationId="{5C45B33B-AA28-EE92-A9E4-DAAA191566E4}"/>
          </ac:spMkLst>
        </pc:spChg>
      </pc:sldChg>
      <pc:sldChg chg="add">
        <pc:chgData name="Said Achmad" userId="5d71821f-e4ec-49c0-a52f-549698ea3c81" providerId="ADAL" clId="{A15CAEBC-8469-4870-B8CD-DA522520AD2A}" dt="2025-06-26T04:20:41.937" v="30"/>
        <pc:sldMkLst>
          <pc:docMk/>
          <pc:sldMk cId="3072705215" sldId="454"/>
        </pc:sldMkLst>
      </pc:sldChg>
      <pc:sldChg chg="add">
        <pc:chgData name="Said Achmad" userId="5d71821f-e4ec-49c0-a52f-549698ea3c81" providerId="ADAL" clId="{A15CAEBC-8469-4870-B8CD-DA522520AD2A}" dt="2025-06-26T04:20:41.937" v="30"/>
        <pc:sldMkLst>
          <pc:docMk/>
          <pc:sldMk cId="2789282303" sldId="455"/>
        </pc:sldMkLst>
      </pc:sldChg>
      <pc:sldChg chg="add">
        <pc:chgData name="Said Achmad" userId="5d71821f-e4ec-49c0-a52f-549698ea3c81" providerId="ADAL" clId="{A15CAEBC-8469-4870-B8CD-DA522520AD2A}" dt="2025-06-26T04:20:41.937" v="30"/>
        <pc:sldMkLst>
          <pc:docMk/>
          <pc:sldMk cId="3117171143" sldId="456"/>
        </pc:sldMkLst>
      </pc:sldChg>
      <pc:sldChg chg="add">
        <pc:chgData name="Said Achmad" userId="5d71821f-e4ec-49c0-a52f-549698ea3c81" providerId="ADAL" clId="{A15CAEBC-8469-4870-B8CD-DA522520AD2A}" dt="2025-06-26T04:20:41.937" v="30"/>
        <pc:sldMkLst>
          <pc:docMk/>
          <pc:sldMk cId="2124546243" sldId="4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27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4664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BCD88-38A2-2399-3D87-1C83C56B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09065-4F22-4742-B3F5-BDA62316DD9B}" type="datetimeFigureOut">
              <a:rPr lang="en-US"/>
              <a:pPr>
                <a:defRPr/>
              </a:pPr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D577-AF8F-1A93-A7A5-6F8D6B16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6DCE-07F9-37BD-4E44-98E2ED52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CE724-3DE1-40E2-94BB-8AEED83598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823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0" y="838200"/>
            <a:ext cx="20726400" cy="2209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35200" y="3962400"/>
            <a:ext cx="10160000" cy="815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12801600" y="3962400"/>
            <a:ext cx="10160000" cy="81534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7863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  <p:sldLayoutId id="2147483690" r:id="rId25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nusianorg-my.sharepoint.com/personal/said_achmad_binus_edu/_layouts/15/guestaccess.aspx?share=Erzcr46B3HxJkeZ01gk_56wBlJqBs4iWxxeul1ItuuAVDQ&amp;e=ipdhy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2474515"/>
            <a:ext cx="21971004" cy="3917819"/>
          </a:xfrm>
        </p:spPr>
        <p:txBody>
          <a:bodyPr>
            <a:normAutofit/>
          </a:bodyPr>
          <a:lstStyle/>
          <a:p>
            <a:r>
              <a:rPr lang="en-ID" dirty="0"/>
              <a:t>Exploring Intermediate SQL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D6667-Said Achmad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4522264"/>
          </a:xfrm>
        </p:spPr>
        <p:txBody>
          <a:bodyPr>
            <a:normAutofit/>
          </a:bodyPr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2: Explain the concepts of relational algebra, data manipulation language, and transaction management on database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3: Apply to make database and manipulate data in databases</a:t>
            </a:r>
          </a:p>
          <a:p>
            <a:pPr marL="1530350" indent="-1530350">
              <a:buNone/>
            </a:pPr>
            <a:endParaRPr lang="en-US" sz="5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247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5848278"/>
          </a:xfrm>
        </p:spPr>
        <p:txBody>
          <a:bodyPr>
            <a:noAutofit/>
          </a:bodyPr>
          <a:lstStyle/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NULL and LIKE Operators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Union, Intersect, Except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Aggregate Function</a:t>
            </a:r>
          </a:p>
          <a:p>
            <a:pPr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Sub Query</a:t>
            </a:r>
          </a:p>
          <a:p>
            <a:pPr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View Table</a:t>
            </a: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</a:t>
            </a:r>
            <a:r>
              <a:rPr lang="en-ID" sz="4000" dirty="0" err="1"/>
              <a:t>ompany</a:t>
            </a:r>
            <a:r>
              <a:rPr lang="en-ID" sz="4000" dirty="0"/>
              <a:t> relational database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40BB60-D7E1-7D2B-57E3-83BD89670E1E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3337703"/>
          <a:ext cx="21635450" cy="79408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63545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1645388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  <a:gridCol w="1900989">
                  <a:extLst>
                    <a:ext uri="{9D8B030D-6E8A-4147-A177-3AD203B41FA5}">
                      <a16:colId xmlns:a16="http://schemas.microsoft.com/office/drawing/2014/main" val="392928176"/>
                    </a:ext>
                  </a:extLst>
                </a:gridCol>
                <a:gridCol w="2502568">
                  <a:extLst>
                    <a:ext uri="{9D8B030D-6E8A-4147-A177-3AD203B41FA5}">
                      <a16:colId xmlns:a16="http://schemas.microsoft.com/office/drawing/2014/main" val="1276958776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3585874456"/>
                    </a:ext>
                  </a:extLst>
                </a:gridCol>
                <a:gridCol w="2430379">
                  <a:extLst>
                    <a:ext uri="{9D8B030D-6E8A-4147-A177-3AD203B41FA5}">
                      <a16:colId xmlns:a16="http://schemas.microsoft.com/office/drawing/2014/main" val="681586273"/>
                    </a:ext>
                  </a:extLst>
                </a:gridCol>
                <a:gridCol w="2697209">
                  <a:extLst>
                    <a:ext uri="{9D8B030D-6E8A-4147-A177-3AD203B41FA5}">
                      <a16:colId xmlns:a16="http://schemas.microsoft.com/office/drawing/2014/main" val="258415429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916760786"/>
                    </a:ext>
                  </a:extLst>
                </a:gridCol>
              </a:tblGrid>
              <a:tr h="79408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Fname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Minint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Lname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Address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Salary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Super_ssn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Dno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CEB9FB-B86C-F683-3B1D-E53C98BAB870}"/>
              </a:ext>
            </a:extLst>
          </p:cNvPr>
          <p:cNvGraphicFramePr>
            <a:graphicFrameLocks noGrp="1"/>
          </p:cNvGraphicFramePr>
          <p:nvPr/>
        </p:nvGraphicFramePr>
        <p:xfrm>
          <a:off x="1705808" y="5308403"/>
          <a:ext cx="1517713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5067936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Mgr_ssn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Mgr_start_date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F19B80-5CDD-98CD-839C-2373A4CBA765}"/>
              </a:ext>
            </a:extLst>
          </p:cNvPr>
          <p:cNvSpPr txBox="1">
            <a:spLocks/>
          </p:cNvSpPr>
          <p:nvPr/>
        </p:nvSpPr>
        <p:spPr>
          <a:xfrm>
            <a:off x="1705809" y="2543619"/>
            <a:ext cx="3852780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EMPLOYEE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F756642-B833-576C-99A8-89B45FA1F244}"/>
              </a:ext>
            </a:extLst>
          </p:cNvPr>
          <p:cNvSpPr txBox="1">
            <a:spLocks/>
          </p:cNvSpPr>
          <p:nvPr/>
        </p:nvSpPr>
        <p:spPr>
          <a:xfrm>
            <a:off x="1705808" y="4502288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DEPARTMENT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9351A21-5E87-F277-A9C0-BF0957F35591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7005518"/>
          <a:ext cx="676834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Dlocation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5DE554E1-9CEE-78FA-21A4-74711A3D86C4}"/>
              </a:ext>
            </a:extLst>
          </p:cNvPr>
          <p:cNvSpPr txBox="1">
            <a:spLocks/>
          </p:cNvSpPr>
          <p:nvPr/>
        </p:nvSpPr>
        <p:spPr>
          <a:xfrm>
            <a:off x="1705807" y="6199403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DEPT_LOCATION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A958023-827B-C77F-8EEC-E03B7A773698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8772487"/>
          <a:ext cx="12635835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2781457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990550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302481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Plocation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Dnum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7A9D671-07A0-F902-FF3F-DB62026460F6}"/>
              </a:ext>
            </a:extLst>
          </p:cNvPr>
          <p:cNvSpPr txBox="1">
            <a:spLocks/>
          </p:cNvSpPr>
          <p:nvPr/>
        </p:nvSpPr>
        <p:spPr>
          <a:xfrm>
            <a:off x="1705807" y="7966372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PROJECT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322392-969E-2532-4B07-064C6DC34BAB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10562646"/>
          <a:ext cx="1010920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Pno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Hours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842025B-4789-246C-2C23-2980DEB5B454}"/>
              </a:ext>
            </a:extLst>
          </p:cNvPr>
          <p:cNvSpPr txBox="1">
            <a:spLocks/>
          </p:cNvSpPr>
          <p:nvPr/>
        </p:nvSpPr>
        <p:spPr>
          <a:xfrm>
            <a:off x="1705807" y="9756531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WORKS_ON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55C16-613D-FC2C-A55B-72D1BC59DB35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12253015"/>
          <a:ext cx="1480151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1926384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477200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10899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2791835">
                  <a:extLst>
                    <a:ext uri="{9D8B030D-6E8A-4147-A177-3AD203B41FA5}">
                      <a16:colId xmlns:a16="http://schemas.microsoft.com/office/drawing/2014/main" val="1367091997"/>
                    </a:ext>
                  </a:extLst>
                </a:gridCol>
                <a:gridCol w="3200396">
                  <a:extLst>
                    <a:ext uri="{9D8B030D-6E8A-4147-A177-3AD203B41FA5}">
                      <a16:colId xmlns:a16="http://schemas.microsoft.com/office/drawing/2014/main" val="3547525548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Dependent_name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Relationship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1D2786A-8DEB-554B-6044-AF32D0CE52F9}"/>
              </a:ext>
            </a:extLst>
          </p:cNvPr>
          <p:cNvSpPr txBox="1">
            <a:spLocks/>
          </p:cNvSpPr>
          <p:nvPr/>
        </p:nvSpPr>
        <p:spPr>
          <a:xfrm>
            <a:off x="1705807" y="11446900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DEPENDENT</a:t>
            </a:r>
          </a:p>
        </p:txBody>
      </p:sp>
      <p:sp>
        <p:nvSpPr>
          <p:cNvPr id="36" name="Flowchart: Document 35">
            <a:extLst>
              <a:ext uri="{FF2B5EF4-FFF2-40B4-BE49-F238E27FC236}">
                <a16:creationId xmlns:a16="http://schemas.microsoft.com/office/drawing/2014/main" id="{79E70A48-A63A-F6E2-23C2-97EB318CABC4}"/>
              </a:ext>
            </a:extLst>
          </p:cNvPr>
          <p:cNvSpPr/>
          <p:nvPr/>
        </p:nvSpPr>
        <p:spPr>
          <a:xfrm>
            <a:off x="20365449" y="8191661"/>
            <a:ext cx="3801979" cy="1961912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See textbook page 191-192 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for more details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3F6728B0-4DD6-DCBD-9463-FA181E244CC7}"/>
              </a:ext>
            </a:extLst>
          </p:cNvPr>
          <p:cNvSpPr/>
          <p:nvPr/>
        </p:nvSpPr>
        <p:spPr>
          <a:xfrm>
            <a:off x="20365450" y="10550615"/>
            <a:ext cx="3801979" cy="3013573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For query exercise, the sample Database Company can be downloaded via </a:t>
            </a: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32837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2400"/>
              </a:spcBef>
            </a:pPr>
            <a:r>
              <a:rPr lang="en-US" sz="9600" dirty="0">
                <a:latin typeface="Cambria" pitchFamily="18" charset="0"/>
                <a:ea typeface="Cambria" pitchFamily="18" charset="0"/>
              </a:rPr>
              <a:t>NULL and LIKE Operators</a:t>
            </a:r>
          </a:p>
        </p:txBody>
      </p:sp>
    </p:spTree>
    <p:extLst>
      <p:ext uri="{BB962C8B-B14F-4D97-AF65-F5344CB8AC3E}">
        <p14:creationId xmlns:p14="http://schemas.microsoft.com/office/powerpoint/2010/main" val="3630288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Null values</a:t>
            </a:r>
            <a:endParaRPr lang="en-ID" sz="40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670CAF9-69BB-7515-19F1-43EE9C65C61A}"/>
              </a:ext>
            </a:extLst>
          </p:cNvPr>
          <p:cNvSpPr txBox="1">
            <a:spLocks/>
          </p:cNvSpPr>
          <p:nvPr/>
        </p:nvSpPr>
        <p:spPr>
          <a:xfrm>
            <a:off x="594782" y="2500872"/>
            <a:ext cx="23789217" cy="10436195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NULL can have different meanings, depending on context: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sz="6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Unknown Value→ Value might exist, but we don’t know </a:t>
            </a:r>
            <a:r>
              <a:rPr lang="en-US" altLang="en-US" sz="60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it.e.g</a:t>
            </a: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., Home phone is NULL because it’s unknown whether the person has one.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 sz="6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Withheld/Unavailable Value→ Value exists, but is not </a:t>
            </a:r>
            <a:r>
              <a:rPr lang="en-US" altLang="en-US" sz="60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provided.e.g</a:t>
            </a: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., Person has a phone but prefers not to share it.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 sz="6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Not Applicable→ Attribute doesn’t apply to this </a:t>
            </a:r>
            <a:r>
              <a:rPr lang="en-US" altLang="en-US" sz="60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row.e.g</a:t>
            </a: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., </a:t>
            </a:r>
            <a:r>
              <a:rPr lang="en-US" altLang="en-US" sz="60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LastCollegeDegree</a:t>
            </a:r>
            <a:r>
              <a:rPr lang="en-US" altLang="en-US" sz="6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is NULL for someone with no college education.</a:t>
            </a:r>
          </a:p>
        </p:txBody>
      </p:sp>
    </p:spTree>
    <p:extLst>
      <p:ext uri="{BB962C8B-B14F-4D97-AF65-F5344CB8AC3E}">
        <p14:creationId xmlns:p14="http://schemas.microsoft.com/office/powerpoint/2010/main" val="37958816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D73EF-DA39-0117-633F-538DF193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2F1CE99-DC63-2706-EA97-E99F7E465459}"/>
              </a:ext>
            </a:extLst>
          </p:cNvPr>
          <p:cNvSpPr txBox="1">
            <a:spLocks/>
          </p:cNvSpPr>
          <p:nvPr/>
        </p:nvSpPr>
        <p:spPr>
          <a:xfrm>
            <a:off x="489857" y="2843318"/>
            <a:ext cx="1170214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employee data that does not have a supervisor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20F63-2EC1-998F-7CB6-975CEB20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Null values</a:t>
            </a:r>
            <a:endParaRPr lang="en-ID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CA414-760D-CD4D-6CF8-A8085917A08A}"/>
              </a:ext>
            </a:extLst>
          </p:cNvPr>
          <p:cNvSpPr txBox="1"/>
          <p:nvPr/>
        </p:nvSpPr>
        <p:spPr>
          <a:xfrm>
            <a:off x="1220320" y="4800599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Super_ssn</a:t>
            </a:r>
            <a:r>
              <a:rPr lang="en-US" sz="4400" dirty="0">
                <a:solidFill>
                  <a:srgbClr val="000000"/>
                </a:solidFill>
              </a:rPr>
              <a:t> IS NULL;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E7B29C9-A376-8F24-DDF6-2D2796D33808}"/>
              </a:ext>
            </a:extLst>
          </p:cNvPr>
          <p:cNvSpPr txBox="1">
            <a:spLocks/>
          </p:cNvSpPr>
          <p:nvPr/>
        </p:nvSpPr>
        <p:spPr>
          <a:xfrm>
            <a:off x="424542" y="8451705"/>
            <a:ext cx="1170214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employee data that has a supervisor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FDE3F94-64DB-978B-CF7C-BE9A897FF17B}"/>
              </a:ext>
            </a:extLst>
          </p:cNvPr>
          <p:cNvSpPr txBox="1">
            <a:spLocks/>
          </p:cNvSpPr>
          <p:nvPr/>
        </p:nvSpPr>
        <p:spPr>
          <a:xfrm>
            <a:off x="12126685" y="2843318"/>
            <a:ext cx="12257315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Display WORKS_ON data that has not recorded the number of hours worked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3D97F-DE58-766C-9F9E-D2F0D8E2F7E0}"/>
              </a:ext>
            </a:extLst>
          </p:cNvPr>
          <p:cNvSpPr txBox="1"/>
          <p:nvPr/>
        </p:nvSpPr>
        <p:spPr>
          <a:xfrm>
            <a:off x="12857148" y="4800599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*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WORKS_ON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Hours IS NULL;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AACCDF1-E21C-485B-C79E-F532FDB7DF60}"/>
              </a:ext>
            </a:extLst>
          </p:cNvPr>
          <p:cNvSpPr txBox="1">
            <a:spLocks/>
          </p:cNvSpPr>
          <p:nvPr/>
        </p:nvSpPr>
        <p:spPr>
          <a:xfrm>
            <a:off x="12126685" y="8451705"/>
            <a:ext cx="1183277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Can also be used for validation purposes in UPDATE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10C2F-60C2-632B-51D4-554DDB8AFD1C}"/>
              </a:ext>
            </a:extLst>
          </p:cNvPr>
          <p:cNvSpPr txBox="1"/>
          <p:nvPr/>
        </p:nvSpPr>
        <p:spPr>
          <a:xfrm>
            <a:off x="12192000" y="10408986"/>
            <a:ext cx="11832773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UPDATE WORKS_ON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SET Hours = 0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Hours IS NULL;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3E625-8ACE-5714-C207-B8355B397158}"/>
              </a:ext>
            </a:extLst>
          </p:cNvPr>
          <p:cNvSpPr txBox="1"/>
          <p:nvPr/>
        </p:nvSpPr>
        <p:spPr>
          <a:xfrm>
            <a:off x="1121787" y="10328399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Super_ssn</a:t>
            </a:r>
            <a:r>
              <a:rPr lang="en-US" sz="4400" dirty="0">
                <a:solidFill>
                  <a:srgbClr val="000000"/>
                </a:solidFill>
              </a:rPr>
              <a:t> IS NOT NULL;</a:t>
            </a:r>
          </a:p>
        </p:txBody>
      </p:sp>
    </p:spTree>
    <p:extLst>
      <p:ext uri="{BB962C8B-B14F-4D97-AF65-F5344CB8AC3E}">
        <p14:creationId xmlns:p14="http://schemas.microsoft.com/office/powerpoint/2010/main" val="271147553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990600" y="2775857"/>
            <a:ext cx="23393399" cy="5225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LIKE operator used in WHERE clause to search for a specified pattern in a column.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Often used with text/string data types.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LIKE is used for string matching. `_’ stands for any one character and `%’ stands for 0 or more arbitrary characters.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Expressions and Strings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591BAD-6AF0-9362-CBAF-5AD0864FC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388591"/>
              </p:ext>
            </p:extLst>
          </p:nvPr>
        </p:nvGraphicFramePr>
        <p:xfrm>
          <a:off x="2167376" y="8394518"/>
          <a:ext cx="18471938" cy="4341769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449653">
                  <a:extLst>
                    <a:ext uri="{9D8B030D-6E8A-4147-A177-3AD203B41FA5}">
                      <a16:colId xmlns:a16="http://schemas.microsoft.com/office/drawing/2014/main" val="3811530146"/>
                    </a:ext>
                  </a:extLst>
                </a:gridCol>
                <a:gridCol w="7413171">
                  <a:extLst>
                    <a:ext uri="{9D8B030D-6E8A-4147-A177-3AD203B41FA5}">
                      <a16:colId xmlns:a16="http://schemas.microsoft.com/office/drawing/2014/main" val="3438968642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95408955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381632020"/>
                    </a:ext>
                  </a:extLst>
                </a:gridCol>
              </a:tblGrid>
              <a:tr h="1080537">
                <a:tc>
                  <a:txBody>
                    <a:bodyPr/>
                    <a:lstStyle/>
                    <a:p>
                      <a:r>
                        <a:rPr lang="en-ID" sz="5400" dirty="0"/>
                        <a:t>Wildcard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5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54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5400" dirty="0"/>
                        <a:t>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52884"/>
                  </a:ext>
                </a:extLst>
              </a:tr>
              <a:tr h="1630616">
                <a:tc>
                  <a:txBody>
                    <a:bodyPr/>
                    <a:lstStyle/>
                    <a:p>
                      <a:r>
                        <a:rPr lang="en-ID" sz="440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Any sequence of characters (incl. none)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400" dirty="0"/>
                        <a:t>'A%'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400" dirty="0"/>
                        <a:t>A, Ana, Andy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08003"/>
                  </a:ext>
                </a:extLst>
              </a:tr>
              <a:tr h="1630616">
                <a:tc>
                  <a:txBody>
                    <a:bodyPr/>
                    <a:lstStyle/>
                    <a:p>
                      <a:r>
                        <a:rPr lang="en-US" sz="4400" dirty="0"/>
                        <a:t>_</a:t>
                      </a:r>
                      <a:endParaRPr lang="en-ID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400" dirty="0"/>
                        <a:t>Single character only</a:t>
                      </a:r>
                      <a:endParaRPr lang="en-US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400" dirty="0"/>
                        <a:t>'_a%'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400" dirty="0"/>
                        <a:t>Max, Jay, Sam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58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2484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C236-FC09-1F71-FA05-D64738A4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29E631E-FB32-2A4C-FC1C-71FB558BB979}"/>
              </a:ext>
            </a:extLst>
          </p:cNvPr>
          <p:cNvSpPr txBox="1">
            <a:spLocks/>
          </p:cNvSpPr>
          <p:nvPr/>
        </p:nvSpPr>
        <p:spPr>
          <a:xfrm>
            <a:off x="489857" y="2843318"/>
            <a:ext cx="1170214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employee data living in the city of Houston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5D463-1991-FC5D-B4B2-72AF77EC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Expressions and 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AFC6F-2971-B086-A311-68124470858B}"/>
              </a:ext>
            </a:extLst>
          </p:cNvPr>
          <p:cNvSpPr txBox="1"/>
          <p:nvPr/>
        </p:nvSpPr>
        <p:spPr>
          <a:xfrm>
            <a:off x="1220320" y="4800599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D" sz="4400" dirty="0">
                <a:solidFill>
                  <a:srgbClr val="000000"/>
                </a:solidFill>
              </a:rPr>
              <a:t>SELECT </a:t>
            </a:r>
            <a:r>
              <a:rPr lang="en-ID" sz="4400" dirty="0" err="1">
                <a:solidFill>
                  <a:srgbClr val="000000"/>
                </a:solidFill>
              </a:rPr>
              <a:t>Fname</a:t>
            </a:r>
            <a:r>
              <a:rPr lang="en-ID" sz="4400" dirty="0">
                <a:solidFill>
                  <a:srgbClr val="000000"/>
                </a:solidFill>
              </a:rPr>
              <a:t>, </a:t>
            </a:r>
            <a:r>
              <a:rPr lang="en-ID" sz="4400" dirty="0" err="1">
                <a:solidFill>
                  <a:srgbClr val="000000"/>
                </a:solidFill>
              </a:rPr>
              <a:t>Lname</a:t>
            </a:r>
            <a:r>
              <a:rPr lang="en-ID" sz="4400" dirty="0">
                <a:solidFill>
                  <a:srgbClr val="000000"/>
                </a:solidFill>
              </a:rPr>
              <a:t>, Address</a:t>
            </a:r>
          </a:p>
          <a:p>
            <a:pPr algn="l">
              <a:lnSpc>
                <a:spcPct val="150000"/>
              </a:lnSpc>
            </a:pPr>
            <a:r>
              <a:rPr lang="en-ID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ID" sz="4400" dirty="0">
                <a:solidFill>
                  <a:srgbClr val="000000"/>
                </a:solidFill>
              </a:rPr>
              <a:t>WHERE Address LIKE '%Houston%';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02B9E11-73C9-5BED-82A6-A19782F1CB70}"/>
              </a:ext>
            </a:extLst>
          </p:cNvPr>
          <p:cNvSpPr txBox="1">
            <a:spLocks/>
          </p:cNvSpPr>
          <p:nvPr/>
        </p:nvSpPr>
        <p:spPr>
          <a:xfrm>
            <a:off x="424542" y="8451705"/>
            <a:ext cx="1170214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Display employee data whose second letter is 'a'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BCA66-64A0-45B7-9226-CB0FCC810CAD}"/>
              </a:ext>
            </a:extLst>
          </p:cNvPr>
          <p:cNvSpPr txBox="1"/>
          <p:nvPr/>
        </p:nvSpPr>
        <p:spPr>
          <a:xfrm>
            <a:off x="1155005" y="10408986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LIKE '_a%';</a:t>
            </a:r>
            <a:endParaRPr lang="en-ID" sz="4400" dirty="0">
              <a:solidFill>
                <a:srgbClr val="000000"/>
              </a:solidFill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658AC7-4CDE-E65F-A85B-7E9FA9FF7E12}"/>
              </a:ext>
            </a:extLst>
          </p:cNvPr>
          <p:cNvSpPr txBox="1">
            <a:spLocks/>
          </p:cNvSpPr>
          <p:nvPr/>
        </p:nvSpPr>
        <p:spPr>
          <a:xfrm>
            <a:off x="12126685" y="2843318"/>
            <a:ext cx="1170214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projects whose first name starts with 'Product'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9A5AF-F244-FCEC-F2B9-D7ABAEA234E8}"/>
              </a:ext>
            </a:extLst>
          </p:cNvPr>
          <p:cNvSpPr txBox="1"/>
          <p:nvPr/>
        </p:nvSpPr>
        <p:spPr>
          <a:xfrm>
            <a:off x="12857148" y="4800599"/>
            <a:ext cx="10307651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Pname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Pnumber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PROJECT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Pname</a:t>
            </a:r>
            <a:r>
              <a:rPr lang="en-US" sz="4400" dirty="0">
                <a:solidFill>
                  <a:srgbClr val="000000"/>
                </a:solidFill>
              </a:rPr>
              <a:t> LIKE 'Product%';</a:t>
            </a:r>
            <a:endParaRPr lang="en-ID" sz="4400" dirty="0">
              <a:solidFill>
                <a:srgbClr val="000000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7D69A50-9E78-DD34-4D92-D3247F3272FB}"/>
              </a:ext>
            </a:extLst>
          </p:cNvPr>
          <p:cNvSpPr txBox="1">
            <a:spLocks/>
          </p:cNvSpPr>
          <p:nvPr/>
        </p:nvSpPr>
        <p:spPr>
          <a:xfrm>
            <a:off x="12126685" y="8451705"/>
            <a:ext cx="11832773" cy="195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employee data whose first name starts with 'A' or 'J'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7B955-1550-2470-CD31-A6D259F85CDA}"/>
              </a:ext>
            </a:extLst>
          </p:cNvPr>
          <p:cNvSpPr txBox="1"/>
          <p:nvPr/>
        </p:nvSpPr>
        <p:spPr>
          <a:xfrm>
            <a:off x="12192000" y="10408986"/>
            <a:ext cx="11832773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r>
              <a:rPr lang="en-US" sz="4400" dirty="0">
                <a:solidFill>
                  <a:srgbClr val="000000"/>
                </a:solidFill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LIKE 'A%’ OR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LIKE 'J%'';</a:t>
            </a:r>
          </a:p>
        </p:txBody>
      </p:sp>
    </p:spTree>
    <p:extLst>
      <p:ext uri="{BB962C8B-B14F-4D97-AF65-F5344CB8AC3E}">
        <p14:creationId xmlns:p14="http://schemas.microsoft.com/office/powerpoint/2010/main" val="39937420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Union, Intersect, Except</a:t>
            </a:r>
          </a:p>
        </p:txBody>
      </p:sp>
    </p:spTree>
    <p:extLst>
      <p:ext uri="{BB962C8B-B14F-4D97-AF65-F5344CB8AC3E}">
        <p14:creationId xmlns:p14="http://schemas.microsoft.com/office/powerpoint/2010/main" val="277501001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6" y="1828800"/>
            <a:ext cx="19549623" cy="553540"/>
          </a:xfrm>
        </p:spPr>
        <p:txBody>
          <a:bodyPr>
            <a:noAutofit/>
          </a:bodyPr>
          <a:lstStyle/>
          <a:p>
            <a:r>
              <a:rPr lang="en-US" sz="4000" dirty="0"/>
              <a:t>Union, Intersect, Except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477D3-9350-091C-EEE5-B8D27BC6E57A}"/>
              </a:ext>
            </a:extLst>
          </p:cNvPr>
          <p:cNvSpPr txBox="1">
            <a:spLocks/>
          </p:cNvSpPr>
          <p:nvPr/>
        </p:nvSpPr>
        <p:spPr>
          <a:xfrm>
            <a:off x="779488" y="2786063"/>
            <a:ext cx="22700998" cy="6335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Set operations that work on the results of entire queries, combining or filtering complete rows.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Union: Combines results from two queries and removes duplicates.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Intersect: Returns only the rows that appear in both queries.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Except: Returns rows from the first query that do not exist in the second query.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E2533D-3470-3779-5DC3-ECB57326A476}"/>
              </a:ext>
            </a:extLst>
          </p:cNvPr>
          <p:cNvGrpSpPr/>
          <p:nvPr/>
        </p:nvGrpSpPr>
        <p:grpSpPr>
          <a:xfrm>
            <a:off x="2870239" y="8860570"/>
            <a:ext cx="5099028" cy="4683505"/>
            <a:chOff x="1453503" y="3281426"/>
            <a:chExt cx="5996684" cy="52740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EA3DB8-1B3D-8C55-5774-F4EC8EEA46FB}"/>
                </a:ext>
              </a:extLst>
            </p:cNvPr>
            <p:cNvSpPr/>
            <p:nvPr/>
          </p:nvSpPr>
          <p:spPr>
            <a:xfrm>
              <a:off x="1453503" y="4320483"/>
              <a:ext cx="3503508" cy="3340352"/>
            </a:xfrm>
            <a:prstGeom prst="ellipse">
              <a:avLst/>
            </a:prstGeom>
            <a:solidFill>
              <a:schemeClr val="accent4">
                <a:alpha val="60000"/>
              </a:schemeClr>
            </a:solidFill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92D7AB2-7843-6A58-08A0-A9566035DAA1}"/>
                </a:ext>
              </a:extLst>
            </p:cNvPr>
            <p:cNvSpPr/>
            <p:nvPr/>
          </p:nvSpPr>
          <p:spPr>
            <a:xfrm>
              <a:off x="3851113" y="4320483"/>
              <a:ext cx="3503508" cy="3340352"/>
            </a:xfrm>
            <a:prstGeom prst="ellipse">
              <a:avLst/>
            </a:prstGeom>
            <a:solidFill>
              <a:schemeClr val="accent4">
                <a:alpha val="60000"/>
              </a:schemeClr>
            </a:solidFill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200" dirty="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B</a:t>
              </a:r>
              <a:endPara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6D43D5-ED20-BA7C-CB77-1DBE97E142F7}"/>
                </a:ext>
              </a:extLst>
            </p:cNvPr>
            <p:cNvSpPr txBox="1"/>
            <p:nvPr/>
          </p:nvSpPr>
          <p:spPr>
            <a:xfrm>
              <a:off x="3157131" y="7529592"/>
              <a:ext cx="2646948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A </a:t>
              </a:r>
              <a:r>
                <a:rPr lang="en-US" sz="6000" dirty="0">
                  <a:solidFill>
                    <a:srgbClr val="000000"/>
                  </a:solidFill>
                  <a:latin typeface="Cambria" pitchFamily="18" charset="0"/>
                  <a:ea typeface="Cambria" pitchFamily="18" charset="0"/>
                </a:rPr>
                <a:t>∪</a:t>
              </a:r>
              <a:r>
                <a:rPr lang="en-US" sz="6000" b="1" dirty="0">
                  <a:solidFill>
                    <a:srgbClr val="000000"/>
                  </a:solidFill>
                  <a:latin typeface="Cambria" pitchFamily="18" charset="0"/>
                  <a:ea typeface="Cambria" pitchFamily="18" charset="0"/>
                </a:rPr>
                <a:t> </a:t>
              </a:r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59E820-5E78-3E5F-2674-09807DFEC865}"/>
                </a:ext>
              </a:extLst>
            </p:cNvPr>
            <p:cNvSpPr txBox="1"/>
            <p:nvPr/>
          </p:nvSpPr>
          <p:spPr>
            <a:xfrm>
              <a:off x="1453503" y="3281426"/>
              <a:ext cx="5996684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Union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B427C4-62C6-396E-FABA-C442F3F2D324}"/>
              </a:ext>
            </a:extLst>
          </p:cNvPr>
          <p:cNvGrpSpPr/>
          <p:nvPr/>
        </p:nvGrpSpPr>
        <p:grpSpPr>
          <a:xfrm>
            <a:off x="9698909" y="8904749"/>
            <a:ext cx="5434664" cy="4747610"/>
            <a:chOff x="7565224" y="2727465"/>
            <a:chExt cx="6391408" cy="534627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15948FA-3A3D-8D1D-B04B-30CD5255F4DF}"/>
                </a:ext>
              </a:extLst>
            </p:cNvPr>
            <p:cNvSpPr/>
            <p:nvPr/>
          </p:nvSpPr>
          <p:spPr>
            <a:xfrm>
              <a:off x="7685862" y="3838711"/>
              <a:ext cx="3503508" cy="3340352"/>
            </a:xfrm>
            <a:prstGeom prst="ellipse">
              <a:avLst/>
            </a:prstGeom>
            <a:noFill/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A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B31CF-7AC8-E82E-5002-997A0D8D6E12}"/>
                </a:ext>
              </a:extLst>
            </p:cNvPr>
            <p:cNvSpPr/>
            <p:nvPr/>
          </p:nvSpPr>
          <p:spPr>
            <a:xfrm>
              <a:off x="10083472" y="3838711"/>
              <a:ext cx="3503508" cy="3340352"/>
            </a:xfrm>
            <a:prstGeom prst="ellipse">
              <a:avLst/>
            </a:prstGeom>
            <a:noFill/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200" dirty="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B</a:t>
              </a:r>
              <a:endPara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E4F18F-3828-6BD0-8896-D18C646175DA}"/>
                </a:ext>
              </a:extLst>
            </p:cNvPr>
            <p:cNvSpPr txBox="1"/>
            <p:nvPr/>
          </p:nvSpPr>
          <p:spPr>
            <a:xfrm>
              <a:off x="9389489" y="7047820"/>
              <a:ext cx="2802511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A </a:t>
              </a:r>
              <a:r>
                <a:rPr lang="en-US" sz="6000" dirty="0">
                  <a:solidFill>
                    <a:schemeClr val="tx1">
                      <a:lumMod val="50000"/>
                    </a:schemeClr>
                  </a:solidFill>
                  <a:latin typeface="Cambria" pitchFamily="18" charset="0"/>
                  <a:ea typeface="Cambria" pitchFamily="18" charset="0"/>
                </a:rPr>
                <a:t>∩</a:t>
              </a:r>
              <a:r>
                <a:rPr lang="en-US" sz="6000" b="1" dirty="0">
                  <a:solidFill>
                    <a:schemeClr val="tx1">
                      <a:lumMod val="50000"/>
                    </a:schemeClr>
                  </a:solidFill>
                  <a:latin typeface="Cambria" pitchFamily="18" charset="0"/>
                  <a:ea typeface="Cambria" pitchFamily="18" charset="0"/>
                </a:rPr>
                <a:t> </a:t>
              </a:r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014AA4C-892C-E883-73EF-C6FBF0ABB22D}"/>
                </a:ext>
              </a:extLst>
            </p:cNvPr>
            <p:cNvSpPr txBox="1"/>
            <p:nvPr/>
          </p:nvSpPr>
          <p:spPr>
            <a:xfrm>
              <a:off x="7565224" y="2727465"/>
              <a:ext cx="6391408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Intersect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D49330-9813-2603-09E3-83DD860082B6}"/>
                </a:ext>
              </a:extLst>
            </p:cNvPr>
            <p:cNvSpPr/>
            <p:nvPr/>
          </p:nvSpPr>
          <p:spPr>
            <a:xfrm>
              <a:off x="10099515" y="4293343"/>
              <a:ext cx="1105898" cy="2431087"/>
            </a:xfrm>
            <a:custGeom>
              <a:avLst/>
              <a:gdLst>
                <a:gd name="connsiteX0" fmla="*/ 552949 w 1105898"/>
                <a:gd name="connsiteY0" fmla="*/ 0 h 2431087"/>
                <a:gd name="connsiteX1" fmla="*/ 592821 w 1105898"/>
                <a:gd name="connsiteY1" fmla="*/ 34550 h 2431087"/>
                <a:gd name="connsiteX2" fmla="*/ 1105898 w 1105898"/>
                <a:gd name="connsiteY2" fmla="*/ 1215543 h 2431087"/>
                <a:gd name="connsiteX3" fmla="*/ 592821 w 1105898"/>
                <a:gd name="connsiteY3" fmla="*/ 2396536 h 2431087"/>
                <a:gd name="connsiteX4" fmla="*/ 552949 w 1105898"/>
                <a:gd name="connsiteY4" fmla="*/ 2431087 h 2431087"/>
                <a:gd name="connsiteX5" fmla="*/ 513077 w 1105898"/>
                <a:gd name="connsiteY5" fmla="*/ 2396536 h 2431087"/>
                <a:gd name="connsiteX6" fmla="*/ 0 w 1105898"/>
                <a:gd name="connsiteY6" fmla="*/ 1215543 h 2431087"/>
                <a:gd name="connsiteX7" fmla="*/ 513077 w 1105898"/>
                <a:gd name="connsiteY7" fmla="*/ 34550 h 243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5898" h="2431087">
                  <a:moveTo>
                    <a:pt x="552949" y="0"/>
                  </a:moveTo>
                  <a:lnTo>
                    <a:pt x="592821" y="34550"/>
                  </a:lnTo>
                  <a:cubicBezTo>
                    <a:pt x="909826" y="336793"/>
                    <a:pt x="1105898" y="754337"/>
                    <a:pt x="1105898" y="1215543"/>
                  </a:cubicBezTo>
                  <a:cubicBezTo>
                    <a:pt x="1105898" y="1676749"/>
                    <a:pt x="909826" y="2094293"/>
                    <a:pt x="592821" y="2396536"/>
                  </a:cubicBezTo>
                  <a:lnTo>
                    <a:pt x="552949" y="2431087"/>
                  </a:lnTo>
                  <a:lnTo>
                    <a:pt x="513077" y="2396536"/>
                  </a:lnTo>
                  <a:cubicBezTo>
                    <a:pt x="196072" y="2094293"/>
                    <a:pt x="0" y="1676749"/>
                    <a:pt x="0" y="1215543"/>
                  </a:cubicBezTo>
                  <a:cubicBezTo>
                    <a:pt x="0" y="754337"/>
                    <a:pt x="196072" y="336793"/>
                    <a:pt x="513077" y="34550"/>
                  </a:cubicBezTo>
                  <a:close/>
                </a:path>
              </a:pathLst>
            </a:custGeom>
            <a:solidFill>
              <a:schemeClr val="accent4">
                <a:alpha val="60000"/>
              </a:schemeClr>
            </a:solidFill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46D8B7-133E-98B7-014C-342EB420F44F}"/>
              </a:ext>
            </a:extLst>
          </p:cNvPr>
          <p:cNvGrpSpPr/>
          <p:nvPr/>
        </p:nvGrpSpPr>
        <p:grpSpPr>
          <a:xfrm>
            <a:off x="17017869" y="8796466"/>
            <a:ext cx="5585878" cy="4747610"/>
            <a:chOff x="15737305" y="2795877"/>
            <a:chExt cx="6569242" cy="534627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64A8F6-18F5-EC25-3B57-FA1792ABE188}"/>
                </a:ext>
              </a:extLst>
            </p:cNvPr>
            <p:cNvSpPr/>
            <p:nvPr/>
          </p:nvSpPr>
          <p:spPr>
            <a:xfrm>
              <a:off x="16024693" y="3907123"/>
              <a:ext cx="3503508" cy="3340352"/>
            </a:xfrm>
            <a:prstGeom prst="ellipse">
              <a:avLst/>
            </a:prstGeom>
            <a:noFill/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C579070-2021-8F2D-5F63-41E8FB7B34CB}"/>
                </a:ext>
              </a:extLst>
            </p:cNvPr>
            <p:cNvSpPr/>
            <p:nvPr/>
          </p:nvSpPr>
          <p:spPr>
            <a:xfrm>
              <a:off x="18422303" y="3907123"/>
              <a:ext cx="3503508" cy="3340352"/>
            </a:xfrm>
            <a:prstGeom prst="ellipse">
              <a:avLst/>
            </a:prstGeom>
            <a:noFill/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200" dirty="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B</a:t>
              </a:r>
              <a:endPara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5881C3-E553-FA1D-BA0D-80A34CE0168E}"/>
                </a:ext>
              </a:extLst>
            </p:cNvPr>
            <p:cNvSpPr txBox="1"/>
            <p:nvPr/>
          </p:nvSpPr>
          <p:spPr>
            <a:xfrm>
              <a:off x="17728320" y="7116232"/>
              <a:ext cx="2802511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A </a:t>
              </a:r>
              <a:r>
                <a:rPr lang="en-US" sz="6000" dirty="0">
                  <a:solidFill>
                    <a:schemeClr val="tx1">
                      <a:lumMod val="50000"/>
                    </a:schemeClr>
                  </a:solidFill>
                  <a:latin typeface="Cambria" pitchFamily="18" charset="0"/>
                  <a:ea typeface="Cambria" pitchFamily="18" charset="0"/>
                </a:rPr>
                <a:t>–</a:t>
              </a:r>
              <a:r>
                <a:rPr lang="en-US" sz="6000" b="1" dirty="0">
                  <a:solidFill>
                    <a:schemeClr val="tx1">
                      <a:lumMod val="50000"/>
                    </a:schemeClr>
                  </a:solidFill>
                  <a:latin typeface="Cambria" pitchFamily="18" charset="0"/>
                  <a:ea typeface="Cambria" pitchFamily="18" charset="0"/>
                </a:rPr>
                <a:t> </a:t>
              </a:r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026F8A-0D44-FAAC-54F6-98C72D4DC2D2}"/>
                </a:ext>
              </a:extLst>
            </p:cNvPr>
            <p:cNvSpPr txBox="1"/>
            <p:nvPr/>
          </p:nvSpPr>
          <p:spPr>
            <a:xfrm>
              <a:off x="15737305" y="2795877"/>
              <a:ext cx="6569242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kumimoji="0" lang="en-US" sz="6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Except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F9D2A3B-3125-87B8-1C09-0D26B7B512D9}"/>
                </a:ext>
              </a:extLst>
            </p:cNvPr>
            <p:cNvSpPr/>
            <p:nvPr/>
          </p:nvSpPr>
          <p:spPr>
            <a:xfrm>
              <a:off x="16024693" y="3907123"/>
              <a:ext cx="2950558" cy="3340352"/>
            </a:xfrm>
            <a:custGeom>
              <a:avLst/>
              <a:gdLst>
                <a:gd name="connsiteX0" fmla="*/ 1751754 w 2950558"/>
                <a:gd name="connsiteY0" fmla="*/ 0 h 3340352"/>
                <a:gd name="connsiteX1" fmla="*/ 2866032 w 2950558"/>
                <a:gd name="connsiteY1" fmla="*/ 381387 h 3340352"/>
                <a:gd name="connsiteX2" fmla="*/ 2950558 w 2950558"/>
                <a:gd name="connsiteY2" fmla="*/ 454633 h 3340352"/>
                <a:gd name="connsiteX3" fmla="*/ 2910686 w 2950558"/>
                <a:gd name="connsiteY3" fmla="*/ 489183 h 3340352"/>
                <a:gd name="connsiteX4" fmla="*/ 2397610 w 2950558"/>
                <a:gd name="connsiteY4" fmla="*/ 1670176 h 3340352"/>
                <a:gd name="connsiteX5" fmla="*/ 2910686 w 2950558"/>
                <a:gd name="connsiteY5" fmla="*/ 2851169 h 3340352"/>
                <a:gd name="connsiteX6" fmla="*/ 2950558 w 2950558"/>
                <a:gd name="connsiteY6" fmla="*/ 2885720 h 3340352"/>
                <a:gd name="connsiteX7" fmla="*/ 2866032 w 2950558"/>
                <a:gd name="connsiteY7" fmla="*/ 2958965 h 3340352"/>
                <a:gd name="connsiteX8" fmla="*/ 1751754 w 2950558"/>
                <a:gd name="connsiteY8" fmla="*/ 3340352 h 3340352"/>
                <a:gd name="connsiteX9" fmla="*/ 0 w 2950558"/>
                <a:gd name="connsiteY9" fmla="*/ 1670176 h 3340352"/>
                <a:gd name="connsiteX10" fmla="*/ 1751754 w 2950558"/>
                <a:gd name="connsiteY10" fmla="*/ 0 h 334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50558" h="3340352">
                  <a:moveTo>
                    <a:pt x="1751754" y="0"/>
                  </a:moveTo>
                  <a:cubicBezTo>
                    <a:pt x="2175020" y="0"/>
                    <a:pt x="2563226" y="143127"/>
                    <a:pt x="2866032" y="381387"/>
                  </a:cubicBezTo>
                  <a:lnTo>
                    <a:pt x="2950558" y="454633"/>
                  </a:lnTo>
                  <a:lnTo>
                    <a:pt x="2910686" y="489183"/>
                  </a:lnTo>
                  <a:cubicBezTo>
                    <a:pt x="2593682" y="791426"/>
                    <a:pt x="2397610" y="1208970"/>
                    <a:pt x="2397610" y="1670176"/>
                  </a:cubicBezTo>
                  <a:cubicBezTo>
                    <a:pt x="2397610" y="2131382"/>
                    <a:pt x="2593682" y="2548926"/>
                    <a:pt x="2910686" y="2851169"/>
                  </a:cubicBezTo>
                  <a:lnTo>
                    <a:pt x="2950558" y="2885720"/>
                  </a:lnTo>
                  <a:lnTo>
                    <a:pt x="2866032" y="2958965"/>
                  </a:lnTo>
                  <a:cubicBezTo>
                    <a:pt x="2563226" y="3197225"/>
                    <a:pt x="2175020" y="3340352"/>
                    <a:pt x="1751754" y="3340352"/>
                  </a:cubicBezTo>
                  <a:cubicBezTo>
                    <a:pt x="784287" y="3340352"/>
                    <a:pt x="0" y="2592589"/>
                    <a:pt x="0" y="1670176"/>
                  </a:cubicBezTo>
                  <a:cubicBezTo>
                    <a:pt x="0" y="747763"/>
                    <a:pt x="784287" y="0"/>
                    <a:pt x="1751754" y="0"/>
                  </a:cubicBezTo>
                  <a:close/>
                </a:path>
              </a:pathLst>
            </a:custGeom>
            <a:solidFill>
              <a:srgbClr val="F7E07C"/>
            </a:solidFill>
            <a:ln w="88900">
              <a:solidFill>
                <a:srgbClr val="00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7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5917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A40C-6606-F061-62F0-AD7FBBB9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5E77C06-CAB0-55BF-07FE-8641CDC49ED5}"/>
              </a:ext>
            </a:extLst>
          </p:cNvPr>
          <p:cNvSpPr txBox="1">
            <a:spLocks/>
          </p:cNvSpPr>
          <p:nvPr/>
        </p:nvSpPr>
        <p:spPr>
          <a:xfrm>
            <a:off x="664028" y="3311405"/>
            <a:ext cx="23055943" cy="912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Combine the list of employee names and dependent names (no duplicates)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7C447-5039-5897-598B-55C87E4C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Union, Intersect, Except</a:t>
            </a:r>
            <a:endParaRPr lang="en-ID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F81F7-860E-06A4-5F51-FA27AABE64E2}"/>
              </a:ext>
            </a:extLst>
          </p:cNvPr>
          <p:cNvSpPr txBox="1"/>
          <p:nvPr/>
        </p:nvSpPr>
        <p:spPr>
          <a:xfrm>
            <a:off x="1394491" y="4223658"/>
            <a:ext cx="14814337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AS Name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UNION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Dependent_Name</a:t>
            </a:r>
            <a:r>
              <a:rPr lang="en-US" sz="4400" dirty="0">
                <a:solidFill>
                  <a:srgbClr val="000000"/>
                </a:solidFill>
              </a:rPr>
              <a:t> AS Name FROM DEPENDENT;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AC3AF-B626-E85C-209B-C040968A6F46}"/>
              </a:ext>
            </a:extLst>
          </p:cNvPr>
          <p:cNvSpPr txBox="1">
            <a:spLocks/>
          </p:cNvSpPr>
          <p:nvPr/>
        </p:nvSpPr>
        <p:spPr>
          <a:xfrm>
            <a:off x="664028" y="8000721"/>
            <a:ext cx="23055943" cy="912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Use UNION ALL if it’s allowed to include duplicates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DD05C-A121-9F73-1594-4212C3196C80}"/>
              </a:ext>
            </a:extLst>
          </p:cNvPr>
          <p:cNvSpPr txBox="1"/>
          <p:nvPr/>
        </p:nvSpPr>
        <p:spPr>
          <a:xfrm>
            <a:off x="1394491" y="8912974"/>
            <a:ext cx="14814337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AS Name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UNION ALL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Dependent_Name</a:t>
            </a:r>
            <a:r>
              <a:rPr lang="en-US" sz="4400" dirty="0">
                <a:solidFill>
                  <a:srgbClr val="000000"/>
                </a:solidFill>
              </a:rPr>
              <a:t> AS Name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31250761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B934-489C-4EE1-05A9-86336F0B0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163AFAE-3FCA-507E-B1CB-7EB11F0CE7AB}"/>
              </a:ext>
            </a:extLst>
          </p:cNvPr>
          <p:cNvSpPr txBox="1">
            <a:spLocks/>
          </p:cNvSpPr>
          <p:nvPr/>
        </p:nvSpPr>
        <p:spPr>
          <a:xfrm>
            <a:off x="664028" y="8067387"/>
            <a:ext cx="23055943" cy="912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Find employee names that are not listed as any dependent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79804-8A05-3152-1501-29D0B72D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Union, Intersect, Except</a:t>
            </a:r>
            <a:endParaRPr lang="en-ID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D8ECF-F1E2-B690-247F-A5EB69918466}"/>
              </a:ext>
            </a:extLst>
          </p:cNvPr>
          <p:cNvSpPr txBox="1"/>
          <p:nvPr/>
        </p:nvSpPr>
        <p:spPr>
          <a:xfrm>
            <a:off x="1394491" y="8979640"/>
            <a:ext cx="14814337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EXCEPT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Dependent_Name</a:t>
            </a:r>
            <a:r>
              <a:rPr lang="en-US" sz="4400" dirty="0">
                <a:solidFill>
                  <a:srgbClr val="000000"/>
                </a:solidFill>
              </a:rPr>
              <a:t> FROM DEPENDENT;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4BF73F4-32E7-34D1-C2CC-DBC89A38AD01}"/>
              </a:ext>
            </a:extLst>
          </p:cNvPr>
          <p:cNvSpPr txBox="1">
            <a:spLocks/>
          </p:cNvSpPr>
          <p:nvPr/>
        </p:nvSpPr>
        <p:spPr>
          <a:xfrm>
            <a:off x="664028" y="3359621"/>
            <a:ext cx="23055943" cy="912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Find names that appear in both employee and dependent records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5B32F-F309-D7BB-5688-29721591D53D}"/>
              </a:ext>
            </a:extLst>
          </p:cNvPr>
          <p:cNvSpPr txBox="1"/>
          <p:nvPr/>
        </p:nvSpPr>
        <p:spPr>
          <a:xfrm>
            <a:off x="1394491" y="4271874"/>
            <a:ext cx="14814337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AS Name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INTERSECT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Dependent_Name</a:t>
            </a:r>
            <a:r>
              <a:rPr lang="en-US" sz="4400" dirty="0">
                <a:solidFill>
                  <a:srgbClr val="000000"/>
                </a:solidFill>
              </a:rPr>
              <a:t> AS Name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39384194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</a:t>
            </a:r>
          </a:p>
        </p:txBody>
      </p:sp>
    </p:spTree>
    <p:extLst>
      <p:ext uri="{BB962C8B-B14F-4D97-AF65-F5344CB8AC3E}">
        <p14:creationId xmlns:p14="http://schemas.microsoft.com/office/powerpoint/2010/main" val="8932783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4219-49D7-115C-797E-53CC848A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10F3-95CF-7D7E-A24E-783C98EC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Aggregate Function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1F9B2B-E640-8AD8-0E4D-90E9580B38C6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1060182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Aggregate functions perform calculations on a set of rows and return a single value used to summarize data.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Common aggregate functions: COUNT(). SUM(), AVG(), MAX(), MIN().</a:t>
            </a:r>
          </a:p>
          <a:p>
            <a:endParaRPr lang="en-US" altLang="en-US" sz="5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B3167-274D-7BF4-02D5-BAADE899614D}"/>
              </a:ext>
            </a:extLst>
          </p:cNvPr>
          <p:cNvSpPr txBox="1"/>
          <p:nvPr/>
        </p:nvSpPr>
        <p:spPr>
          <a:xfrm>
            <a:off x="1828799" y="5988176"/>
            <a:ext cx="14088535" cy="5062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-- Count total number of employees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COUNT(*) FROM EMPLOYEE;</a:t>
            </a:r>
          </a:p>
          <a:p>
            <a:pPr algn="l">
              <a:lnSpc>
                <a:spcPct val="150000"/>
              </a:lnSpc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-- Find the highest salary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MAX(Salary) FROM EMPLOYEE;</a:t>
            </a:r>
          </a:p>
        </p:txBody>
      </p:sp>
    </p:spTree>
    <p:extLst>
      <p:ext uri="{BB962C8B-B14F-4D97-AF65-F5344CB8AC3E}">
        <p14:creationId xmlns:p14="http://schemas.microsoft.com/office/powerpoint/2010/main" val="332124272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841E-97DC-C9DE-0523-26D7B7B1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A428-3C0D-7E75-3BCB-33474209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GROUP BY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37BF7-000D-E79D-2E49-0CAE19C76E6F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3536468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GROUP BY groups rows that have the same value in specified column(s), so aggregate functions can be applied to each group.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GROUP BY is like organizing data into "buckets" before applying the aggregate function.</a:t>
            </a:r>
          </a:p>
          <a:p>
            <a:endParaRPr lang="en-US" altLang="en-US" sz="5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4101D-3983-BA49-EFCC-6A8468F0775B}"/>
              </a:ext>
            </a:extLst>
          </p:cNvPr>
          <p:cNvSpPr txBox="1"/>
          <p:nvPr/>
        </p:nvSpPr>
        <p:spPr>
          <a:xfrm>
            <a:off x="1523999" y="6879089"/>
            <a:ext cx="15054147" cy="4046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-- Count number of employees in each department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r>
              <a:rPr lang="en-US" sz="4400" dirty="0">
                <a:solidFill>
                  <a:srgbClr val="000000"/>
                </a:solidFill>
              </a:rPr>
              <a:t>, COUNT(*) AS </a:t>
            </a:r>
            <a:r>
              <a:rPr lang="en-US" sz="4400" dirty="0" err="1">
                <a:solidFill>
                  <a:srgbClr val="000000"/>
                </a:solidFill>
              </a:rPr>
              <a:t>TotalEmployees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4867425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C78D-E9C2-03DB-89A0-83913EB5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E6FA-E5FC-4F13-D7D4-4F386260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HAVING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CC635-52B0-F29A-3181-CDE88ADF9BD3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3536468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HAVING is used to filter grouped data, similar to how WHERE filters rows.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Use WHERE to filter before grouping, and HAVING to filter after grouping.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62929-BF94-7F98-13C7-4541D70FBFCB}"/>
              </a:ext>
            </a:extLst>
          </p:cNvPr>
          <p:cNvSpPr txBox="1"/>
          <p:nvPr/>
        </p:nvSpPr>
        <p:spPr>
          <a:xfrm>
            <a:off x="1549560" y="5456689"/>
            <a:ext cx="15951201" cy="5062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-- Show departments with more than 2 employees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r>
              <a:rPr lang="en-US" sz="4400" dirty="0">
                <a:solidFill>
                  <a:srgbClr val="000000"/>
                </a:solidFill>
              </a:rPr>
              <a:t>, COUNT(*) AS </a:t>
            </a:r>
            <a:r>
              <a:rPr lang="en-US" sz="4400" dirty="0" err="1">
                <a:solidFill>
                  <a:srgbClr val="000000"/>
                </a:solidFill>
              </a:rPr>
              <a:t>TotalEmployees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HAVING COUNT(*) &gt; 2;</a:t>
            </a:r>
          </a:p>
        </p:txBody>
      </p:sp>
    </p:spTree>
    <p:extLst>
      <p:ext uri="{BB962C8B-B14F-4D97-AF65-F5344CB8AC3E}">
        <p14:creationId xmlns:p14="http://schemas.microsoft.com/office/powerpoint/2010/main" val="322660124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A60C-5B0D-C13D-D7C5-69BD21DF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B6EF-11A9-81E4-9B76-EC9156D3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Aggregate Function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B0D04F0-5B87-1F75-6BB5-90DB579CD662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total hours worked per employee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63B13-7278-FD01-40A5-DD54D90706E4}"/>
              </a:ext>
            </a:extLst>
          </p:cNvPr>
          <p:cNvSpPr txBox="1"/>
          <p:nvPr/>
        </p:nvSpPr>
        <p:spPr>
          <a:xfrm>
            <a:off x="9838678" y="5384336"/>
            <a:ext cx="14088535" cy="5062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E.Fname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E.Lname</a:t>
            </a:r>
            <a:r>
              <a:rPr lang="en-US" sz="4400" dirty="0">
                <a:solidFill>
                  <a:srgbClr val="000000"/>
                </a:solidFill>
              </a:rPr>
              <a:t>, SUM(</a:t>
            </a:r>
            <a:r>
              <a:rPr lang="en-US" sz="4400" dirty="0" err="1">
                <a:solidFill>
                  <a:srgbClr val="000000"/>
                </a:solidFill>
              </a:rPr>
              <a:t>W.Hours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TotalHours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 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JOIN WORKS_ON W ON 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W.Essn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E.Fname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E.Lname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0458584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7EB3-4029-F49C-266F-6B7279A3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6FDE-D514-EC46-5BE2-79EC86BDB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Aggregate Function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714B397-2933-F6C0-7CF8-33DFEFB377D9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List project names along with the number of employees working on them, but only include projects with at least 3 employees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F7742-6D84-0AB6-3D0C-D995008E99C7}"/>
              </a:ext>
            </a:extLst>
          </p:cNvPr>
          <p:cNvSpPr txBox="1"/>
          <p:nvPr/>
        </p:nvSpPr>
        <p:spPr>
          <a:xfrm>
            <a:off x="9838678" y="5384336"/>
            <a:ext cx="14088535" cy="5062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P.Pname</a:t>
            </a:r>
            <a:r>
              <a:rPr lang="en-US" sz="4400" dirty="0">
                <a:solidFill>
                  <a:srgbClr val="000000"/>
                </a:solidFill>
              </a:rPr>
              <a:t>, COUNT(</a:t>
            </a:r>
            <a:r>
              <a:rPr lang="en-US" sz="4400" dirty="0" err="1">
                <a:solidFill>
                  <a:srgbClr val="000000"/>
                </a:solidFill>
              </a:rPr>
              <a:t>W.Essn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NumEmployees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PROJECT P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JOIN WORKS_ON W ON </a:t>
            </a:r>
            <a:r>
              <a:rPr lang="en-US" sz="4400" dirty="0" err="1">
                <a:solidFill>
                  <a:srgbClr val="000000"/>
                </a:solidFill>
              </a:rPr>
              <a:t>P.Pnumber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W.Pno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P.Pname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HAVING COUNT(</a:t>
            </a:r>
            <a:r>
              <a:rPr lang="en-US" sz="4400" dirty="0" err="1">
                <a:solidFill>
                  <a:srgbClr val="000000"/>
                </a:solidFill>
              </a:rPr>
              <a:t>W.Essn</a:t>
            </a:r>
            <a:r>
              <a:rPr lang="en-US" sz="4400" dirty="0">
                <a:solidFill>
                  <a:srgbClr val="000000"/>
                </a:solidFill>
              </a:rPr>
              <a:t>) &gt;= 3;</a:t>
            </a:r>
          </a:p>
        </p:txBody>
      </p:sp>
    </p:spTree>
    <p:extLst>
      <p:ext uri="{BB962C8B-B14F-4D97-AF65-F5344CB8AC3E}">
        <p14:creationId xmlns:p14="http://schemas.microsoft.com/office/powerpoint/2010/main" val="204398785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C421-FE68-04C3-DB0A-1577B731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45EB-48FF-5782-2616-05127480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Aggregate Function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A9C5471-DAB7-CCE5-FBC8-1182567FD264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each department with the total salary and number of employees, but only for departments where the average salary is over 30,000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11D0C-0387-A9BC-1C43-F4CDB94A7BA1}"/>
              </a:ext>
            </a:extLst>
          </p:cNvPr>
          <p:cNvSpPr txBox="1"/>
          <p:nvPr/>
        </p:nvSpPr>
        <p:spPr>
          <a:xfrm>
            <a:off x="9838678" y="5384336"/>
            <a:ext cx="14088535" cy="70937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D.Dname</a:t>
            </a:r>
            <a:r>
              <a:rPr lang="en-US" sz="4400" dirty="0">
                <a:solidFill>
                  <a:srgbClr val="000000"/>
                </a:solidFill>
              </a:rPr>
              <a:t>, COUNT(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NumEmployees</a:t>
            </a:r>
            <a:r>
              <a:rPr lang="en-US" sz="4400" dirty="0">
                <a:solidFill>
                  <a:srgbClr val="000000"/>
                </a:solidFill>
              </a:rPr>
              <a:t>, SUM(</a:t>
            </a:r>
            <a:r>
              <a:rPr lang="en-US" sz="4400" dirty="0" err="1">
                <a:solidFill>
                  <a:srgbClr val="000000"/>
                </a:solidFill>
              </a:rPr>
              <a:t>E.Salary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TotalSalary</a:t>
            </a:r>
            <a:r>
              <a:rPr lang="en-US" sz="4400" dirty="0">
                <a:solidFill>
                  <a:srgbClr val="000000"/>
                </a:solidFill>
              </a:rPr>
              <a:t>, AVG(</a:t>
            </a:r>
            <a:r>
              <a:rPr lang="en-US" sz="4400" dirty="0" err="1">
                <a:solidFill>
                  <a:srgbClr val="000000"/>
                </a:solidFill>
              </a:rPr>
              <a:t>E.Salary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AvgSalary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 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JOIN DEPARTMENT D ON </a:t>
            </a:r>
            <a:r>
              <a:rPr lang="en-US" sz="4400" dirty="0" err="1">
                <a:solidFill>
                  <a:srgbClr val="000000"/>
                </a:solidFill>
              </a:rPr>
              <a:t>E.Dno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D.Dnumber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D.Dname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HAVING AVG(</a:t>
            </a:r>
            <a:r>
              <a:rPr lang="en-US" sz="4400" dirty="0" err="1">
                <a:solidFill>
                  <a:srgbClr val="000000"/>
                </a:solidFill>
              </a:rPr>
              <a:t>E.Salary</a:t>
            </a:r>
            <a:r>
              <a:rPr lang="en-US" sz="4400" dirty="0">
                <a:solidFill>
                  <a:srgbClr val="000000"/>
                </a:solidFill>
              </a:rPr>
              <a:t>) &gt; 30000;</a:t>
            </a:r>
          </a:p>
        </p:txBody>
      </p:sp>
    </p:spTree>
    <p:extLst>
      <p:ext uri="{BB962C8B-B14F-4D97-AF65-F5344CB8AC3E}">
        <p14:creationId xmlns:p14="http://schemas.microsoft.com/office/powerpoint/2010/main" val="28447948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en-US" sz="9600" dirty="0">
                <a:latin typeface="Cambria" pitchFamily="18" charset="0"/>
                <a:ea typeface="Cambria" pitchFamily="18" charset="0"/>
              </a:rPr>
              <a:t>Sub Query</a:t>
            </a:r>
          </a:p>
        </p:txBody>
      </p:sp>
    </p:spTree>
    <p:extLst>
      <p:ext uri="{BB962C8B-B14F-4D97-AF65-F5344CB8AC3E}">
        <p14:creationId xmlns:p14="http://schemas.microsoft.com/office/powerpoint/2010/main" val="355320772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880A76-A89D-34FA-E3CF-0AA0F31A899E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1060182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nested query (or subquery) is a query inside another SQL query.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 is used to: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Perform complex filtering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Dynamically compare values from other tables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Replace hardcoded values with results from other queries</a:t>
            </a:r>
          </a:p>
          <a:p>
            <a:pPr marL="631825" lvl="1">
              <a:spcBef>
                <a:spcPts val="46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Subqueries must be enclosed in parentheses ( )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 return: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single value (scalar)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list of values (for use with IN)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table (for use in FROM)</a:t>
            </a:r>
          </a:p>
        </p:txBody>
      </p:sp>
    </p:spTree>
    <p:extLst>
      <p:ext uri="{BB962C8B-B14F-4D97-AF65-F5344CB8AC3E}">
        <p14:creationId xmlns:p14="http://schemas.microsoft.com/office/powerpoint/2010/main" val="214222887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BB6F-0E4C-9856-C5E1-06F7C867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1BFB-A9F1-608A-DEBE-221EA655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755B5-A779-0D24-9D8B-189F0D80E6C6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1060182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Subqueries can appear in: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WHERE clause→ for filtering results based on another query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FROM clause→ as a derived table or inline 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 clause→ to return scalar (single) values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HAVING clause→ to filter groups based on aggregated conditions</a:t>
            </a:r>
          </a:p>
        </p:txBody>
      </p:sp>
    </p:spTree>
    <p:extLst>
      <p:ext uri="{BB962C8B-B14F-4D97-AF65-F5344CB8AC3E}">
        <p14:creationId xmlns:p14="http://schemas.microsoft.com/office/powerpoint/2010/main" val="112951549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1FC1-946A-F155-93CC-116383F5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BA2A-BD9A-ED21-3615-DC109BA5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 in WHERE clause  </a:t>
            </a:r>
            <a:br>
              <a:rPr lang="en-US" sz="4000" dirty="0"/>
            </a:b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376BB98-F6FB-B73D-F5C6-0B4B25B0D07E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Find employees who work in the department managed by ‘James Borg’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E1650-F2EE-1E92-989E-2A7F43228103}"/>
              </a:ext>
            </a:extLst>
          </p:cNvPr>
          <p:cNvSpPr txBox="1"/>
          <p:nvPr/>
        </p:nvSpPr>
        <p:spPr>
          <a:xfrm>
            <a:off x="10295465" y="2884882"/>
            <a:ext cx="14088535" cy="10140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r>
              <a:rPr lang="en-US" sz="4400" dirty="0">
                <a:solidFill>
                  <a:srgbClr val="000000"/>
                </a:solidFill>
              </a:rPr>
              <a:t> = (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SELECT </a:t>
            </a:r>
            <a:r>
              <a:rPr lang="en-US" sz="4400" dirty="0" err="1">
                <a:solidFill>
                  <a:srgbClr val="000000"/>
                </a:solidFill>
              </a:rPr>
              <a:t>Dnumber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FROM DEPARTMENT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WHERE </a:t>
            </a:r>
            <a:r>
              <a:rPr lang="en-US" sz="4400" dirty="0" err="1">
                <a:solidFill>
                  <a:srgbClr val="000000"/>
                </a:solidFill>
              </a:rPr>
              <a:t>Mgr_ssn</a:t>
            </a:r>
            <a:r>
              <a:rPr lang="en-US" sz="4400" dirty="0">
                <a:solidFill>
                  <a:srgbClr val="000000"/>
                </a:solidFill>
              </a:rPr>
              <a:t> = (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  SELECT </a:t>
            </a:r>
            <a:r>
              <a:rPr lang="en-US" sz="4400" dirty="0" err="1">
                <a:solidFill>
                  <a:srgbClr val="000000"/>
                </a:solidFill>
              </a:rPr>
              <a:t>Ssn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 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  WHERE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 = 'James' AND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r>
              <a:rPr lang="en-US" sz="4400" dirty="0">
                <a:solidFill>
                  <a:srgbClr val="000000"/>
                </a:solidFill>
              </a:rPr>
              <a:t> = 'Borg' )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2367654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208C-57F1-391E-F65B-2072F497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5ED8-42F6-3A00-D820-8851B77D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 in from clause</a:t>
            </a:r>
            <a:br>
              <a:rPr lang="en-US" sz="4000" dirty="0"/>
            </a:b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40E97F0-ED53-909E-4BCC-CF507256DDE5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Find average salary by department using a subquery in FROM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72F06-ECC8-C860-4181-E8015DE57DA6}"/>
              </a:ext>
            </a:extLst>
          </p:cNvPr>
          <p:cNvSpPr txBox="1"/>
          <p:nvPr/>
        </p:nvSpPr>
        <p:spPr>
          <a:xfrm>
            <a:off x="10566399" y="4104082"/>
            <a:ext cx="12496802" cy="81093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D.Dname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AvgSalaries.AvgSalary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(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SELECT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r>
              <a:rPr lang="en-US" sz="4400" dirty="0">
                <a:solidFill>
                  <a:srgbClr val="000000"/>
                </a:solidFill>
              </a:rPr>
              <a:t>, AVG(Salary) AS </a:t>
            </a:r>
            <a:r>
              <a:rPr lang="en-US" sz="4400" dirty="0" err="1">
                <a:solidFill>
                  <a:srgbClr val="000000"/>
                </a:solidFill>
              </a:rPr>
              <a:t>AvgSalary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GROUP BY </a:t>
            </a:r>
            <a:r>
              <a:rPr lang="en-US" sz="4400" dirty="0" err="1">
                <a:solidFill>
                  <a:srgbClr val="000000"/>
                </a:solidFill>
              </a:rPr>
              <a:t>Dno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AvgSalaries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JOIN DEPARTMENT D ON </a:t>
            </a:r>
            <a:r>
              <a:rPr lang="en-US" sz="4400" dirty="0" err="1">
                <a:solidFill>
                  <a:srgbClr val="000000"/>
                </a:solidFill>
              </a:rPr>
              <a:t>AvgSalaries.Dno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D.Dnumber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0213283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5B6A-A775-3437-72CB-90829893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9BC7-5018-A09F-C937-147B20D1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 in select clause</a:t>
            </a:r>
            <a:br>
              <a:rPr lang="en-US" sz="4000" dirty="0"/>
            </a:b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BECFEC4-82F7-D20E-8FD7-13DABC4CB2C0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Show each employee’s name and number of dependents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39EB0-78D0-742F-111A-1504E3FFC144}"/>
              </a:ext>
            </a:extLst>
          </p:cNvPr>
          <p:cNvSpPr txBox="1"/>
          <p:nvPr/>
        </p:nvSpPr>
        <p:spPr>
          <a:xfrm>
            <a:off x="10634545" y="5058564"/>
            <a:ext cx="12496802" cy="5062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r>
              <a:rPr lang="en-US" sz="4400" dirty="0">
                <a:solidFill>
                  <a:srgbClr val="000000"/>
                </a:solidFill>
              </a:rPr>
              <a:t>,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(SELECT COUNT(*) 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 FROM DEPENDENT 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  WHERE </a:t>
            </a:r>
            <a:r>
              <a:rPr lang="en-US" sz="4400" dirty="0" err="1">
                <a:solidFill>
                  <a:srgbClr val="000000"/>
                </a:solidFill>
              </a:rPr>
              <a:t>Essn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NumDependents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 E;</a:t>
            </a:r>
          </a:p>
        </p:txBody>
      </p:sp>
    </p:spTree>
    <p:extLst>
      <p:ext uri="{BB962C8B-B14F-4D97-AF65-F5344CB8AC3E}">
        <p14:creationId xmlns:p14="http://schemas.microsoft.com/office/powerpoint/2010/main" val="166116423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66F7-EE37-DA5F-0619-29648EBC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3D45-7D4C-83EF-FD1F-98ADF157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Sub Query with “IN” clause</a:t>
            </a:r>
            <a:br>
              <a:rPr lang="en-US" sz="4000" dirty="0"/>
            </a:b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3EB253F-01B4-06EA-7E74-6770CB680C93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8750905" cy="1022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Find names of employees who are working on at least one project located in 'Houston'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2657D-D5A4-A910-FA52-A5668CD12A34}"/>
              </a:ext>
            </a:extLst>
          </p:cNvPr>
          <p:cNvSpPr txBox="1"/>
          <p:nvPr/>
        </p:nvSpPr>
        <p:spPr>
          <a:xfrm>
            <a:off x="10566399" y="4104082"/>
            <a:ext cx="12496802" cy="81093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Lname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Ssn</a:t>
            </a:r>
            <a:r>
              <a:rPr lang="en-US" sz="4400" dirty="0">
                <a:solidFill>
                  <a:srgbClr val="000000"/>
                </a:solidFill>
              </a:rPr>
              <a:t> IN (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SELECT </a:t>
            </a:r>
            <a:r>
              <a:rPr lang="en-US" sz="4400" dirty="0" err="1">
                <a:solidFill>
                  <a:srgbClr val="000000"/>
                </a:solidFill>
              </a:rPr>
              <a:t>Essn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FROM WORKS_ON W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JOIN PROJECT P ON </a:t>
            </a:r>
            <a:r>
              <a:rPr lang="en-US" sz="4400" dirty="0" err="1">
                <a:solidFill>
                  <a:srgbClr val="000000"/>
                </a:solidFill>
              </a:rPr>
              <a:t>W.Pno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P.Pnumber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  WHERE </a:t>
            </a:r>
            <a:r>
              <a:rPr lang="en-US" sz="4400" dirty="0" err="1">
                <a:solidFill>
                  <a:srgbClr val="000000"/>
                </a:solidFill>
              </a:rPr>
              <a:t>P.Plocation</a:t>
            </a:r>
            <a:r>
              <a:rPr lang="en-US" sz="4400" dirty="0">
                <a:solidFill>
                  <a:srgbClr val="000000"/>
                </a:solidFill>
              </a:rPr>
              <a:t> = 'Houston'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2538688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28BE-5C27-AE14-1A21-D51544A8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53AD-B9EA-93FE-9EA7-242359CB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Table</a:t>
            </a:r>
          </a:p>
        </p:txBody>
      </p:sp>
    </p:spTree>
    <p:extLst>
      <p:ext uri="{BB962C8B-B14F-4D97-AF65-F5344CB8AC3E}">
        <p14:creationId xmlns:p14="http://schemas.microsoft.com/office/powerpoint/2010/main" val="363318631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View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880A76-A89D-34FA-E3CF-0AA0F31A899E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1060182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It’s a </a:t>
            </a:r>
            <a:r>
              <a:rPr lang="en-US" altLang="en-US" sz="5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virtual table 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based on the result of an SQL query. It does not store data physically, but stores the query definition that is executed when the view is accessed.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 is used to: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Simplify complex queries</a:t>
            </a:r>
          </a:p>
          <a:p>
            <a:pPr lvl="1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Enhance modularity and reusability in SQL code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When a query references a view, the SQL engine internally replaces the view with its underlying SELECT statement (called view expansion). 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view </a:t>
            </a:r>
            <a:r>
              <a:rPr lang="en-US" altLang="en-US" sz="5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acts as an alias 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for a longer or more complex SQL statements.</a:t>
            </a:r>
          </a:p>
        </p:txBody>
      </p:sp>
    </p:spTree>
    <p:extLst>
      <p:ext uri="{BB962C8B-B14F-4D97-AF65-F5344CB8AC3E}">
        <p14:creationId xmlns:p14="http://schemas.microsoft.com/office/powerpoint/2010/main" val="307270521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BB6F-0E4C-9856-C5E1-06F7C867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1BFB-A9F1-608A-DEBE-221EA655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Create </a:t>
            </a:r>
            <a:r>
              <a:rPr lang="en-US" sz="4000" dirty="0" err="1"/>
              <a:t>VIew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755B5-A779-0D24-9D8B-189F0D80E6C6}"/>
              </a:ext>
            </a:extLst>
          </p:cNvPr>
          <p:cNvSpPr txBox="1">
            <a:spLocks/>
          </p:cNvSpPr>
          <p:nvPr/>
        </p:nvSpPr>
        <p:spPr>
          <a:xfrm>
            <a:off x="838199" y="2603895"/>
            <a:ext cx="22838229" cy="130308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of creating a view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1A8E0-CC05-D996-4397-DAADD61C970D}"/>
              </a:ext>
            </a:extLst>
          </p:cNvPr>
          <p:cNvSpPr txBox="1"/>
          <p:nvPr/>
        </p:nvSpPr>
        <p:spPr>
          <a:xfrm>
            <a:off x="3320884" y="3550081"/>
            <a:ext cx="11317626" cy="4046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CREATE VIEW </a:t>
            </a:r>
            <a:r>
              <a:rPr lang="en-US" sz="4400" dirty="0" err="1">
                <a:solidFill>
                  <a:srgbClr val="000000"/>
                </a:solidFill>
              </a:rPr>
              <a:t>view_name</a:t>
            </a:r>
            <a:r>
              <a:rPr lang="en-US" sz="4400" dirty="0">
                <a:solidFill>
                  <a:srgbClr val="000000"/>
                </a:solidFill>
              </a:rPr>
              <a:t> AS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column1, column2, ...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</a:t>
            </a:r>
            <a:r>
              <a:rPr lang="en-US" sz="4400" dirty="0" err="1">
                <a:solidFill>
                  <a:srgbClr val="000000"/>
                </a:solidFill>
              </a:rPr>
              <a:t>table_name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condition;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58E38C-8169-42F8-DD1C-5DA03A29D5E7}"/>
              </a:ext>
            </a:extLst>
          </p:cNvPr>
          <p:cNvSpPr txBox="1">
            <a:spLocks/>
          </p:cNvSpPr>
          <p:nvPr/>
        </p:nvSpPr>
        <p:spPr>
          <a:xfrm>
            <a:off x="838199" y="8062635"/>
            <a:ext cx="22838229" cy="130308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retrieve data from a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D1458-0704-1C89-0E3B-D1F2018E2E31}"/>
              </a:ext>
            </a:extLst>
          </p:cNvPr>
          <p:cNvSpPr txBox="1"/>
          <p:nvPr/>
        </p:nvSpPr>
        <p:spPr>
          <a:xfrm>
            <a:off x="3386198" y="9309138"/>
            <a:ext cx="11317626" cy="9997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* FROM </a:t>
            </a:r>
            <a:r>
              <a:rPr lang="en-US" sz="4400" dirty="0" err="1">
                <a:solidFill>
                  <a:srgbClr val="000000"/>
                </a:solidFill>
              </a:rPr>
              <a:t>view_name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F65BE3-9B4D-7C77-8840-2C3AFB0D6192}"/>
              </a:ext>
            </a:extLst>
          </p:cNvPr>
          <p:cNvSpPr txBox="1">
            <a:spLocks/>
          </p:cNvSpPr>
          <p:nvPr/>
        </p:nvSpPr>
        <p:spPr>
          <a:xfrm>
            <a:off x="838199" y="10774704"/>
            <a:ext cx="22838229" cy="130308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remove a view from the 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48823-6CB1-0F44-A0C9-B0B72976F450}"/>
              </a:ext>
            </a:extLst>
          </p:cNvPr>
          <p:cNvSpPr txBox="1"/>
          <p:nvPr/>
        </p:nvSpPr>
        <p:spPr>
          <a:xfrm>
            <a:off x="3320884" y="11536703"/>
            <a:ext cx="11317626" cy="9997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DROP VIEW </a:t>
            </a:r>
            <a:r>
              <a:rPr lang="en-US" sz="4400" dirty="0" err="1">
                <a:solidFill>
                  <a:srgbClr val="000000"/>
                </a:solidFill>
              </a:rPr>
              <a:t>view_name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928230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1FC1-946A-F155-93CC-116383F5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BA2A-BD9A-ED21-3615-DC109BA5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View Table in query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376BB98-F6FB-B73D-F5C6-0B4B25B0D07E}"/>
              </a:ext>
            </a:extLst>
          </p:cNvPr>
          <p:cNvSpPr txBox="1">
            <a:spLocks/>
          </p:cNvSpPr>
          <p:nvPr/>
        </p:nvSpPr>
        <p:spPr>
          <a:xfrm>
            <a:off x="664028" y="2805477"/>
            <a:ext cx="10225645" cy="7612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Create a view named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TotalWorkHours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that displays each employee’s name along with the total number of hours they have worked across all projects.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E1650-F2EE-1E92-989E-2A7F43228103}"/>
              </a:ext>
            </a:extLst>
          </p:cNvPr>
          <p:cNvSpPr txBox="1"/>
          <p:nvPr/>
        </p:nvSpPr>
        <p:spPr>
          <a:xfrm>
            <a:off x="11197001" y="3572543"/>
            <a:ext cx="12522971" cy="60780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CREATE VIEW </a:t>
            </a:r>
            <a:r>
              <a:rPr lang="en-US" sz="4400" dirty="0" err="1">
                <a:solidFill>
                  <a:srgbClr val="000000"/>
                </a:solidFill>
              </a:rPr>
              <a:t>TotalWorkHours</a:t>
            </a:r>
            <a:r>
              <a:rPr lang="en-US" sz="4400" dirty="0">
                <a:solidFill>
                  <a:srgbClr val="000000"/>
                </a:solidFill>
              </a:rPr>
              <a:t> AS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E.Lname</a:t>
            </a:r>
            <a:r>
              <a:rPr lang="en-US" sz="4400" dirty="0">
                <a:solidFill>
                  <a:srgbClr val="000000"/>
                </a:solidFill>
              </a:rPr>
              <a:t>, SUM(</a:t>
            </a:r>
            <a:r>
              <a:rPr lang="en-US" sz="4400" dirty="0" err="1">
                <a:solidFill>
                  <a:srgbClr val="000000"/>
                </a:solidFill>
              </a:rPr>
              <a:t>W.Hours</a:t>
            </a:r>
            <a:r>
              <a:rPr lang="en-US" sz="4400" dirty="0">
                <a:solidFill>
                  <a:srgbClr val="000000"/>
                </a:solidFill>
              </a:rPr>
              <a:t>) AS </a:t>
            </a:r>
            <a:r>
              <a:rPr lang="en-US" sz="4400" dirty="0" err="1">
                <a:solidFill>
                  <a:srgbClr val="000000"/>
                </a:solidFill>
              </a:rPr>
              <a:t>Total_Hours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EMPLOYEE E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JOIN WORKS_ON W ON 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 = </a:t>
            </a:r>
            <a:r>
              <a:rPr lang="en-US" sz="4400" dirty="0" err="1">
                <a:solidFill>
                  <a:srgbClr val="000000"/>
                </a:solidFill>
              </a:rPr>
              <a:t>W.Essn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GROUP BY </a:t>
            </a:r>
            <a:r>
              <a:rPr lang="en-US" sz="4400" dirty="0" err="1">
                <a:solidFill>
                  <a:srgbClr val="000000"/>
                </a:solidFill>
              </a:rPr>
              <a:t>E.Ssn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E.Fname</a:t>
            </a:r>
            <a:r>
              <a:rPr lang="en-US" sz="4400" dirty="0">
                <a:solidFill>
                  <a:srgbClr val="000000"/>
                </a:solidFill>
              </a:rPr>
              <a:t>, </a:t>
            </a:r>
            <a:r>
              <a:rPr lang="en-US" sz="4400" dirty="0" err="1">
                <a:solidFill>
                  <a:srgbClr val="000000"/>
                </a:solidFill>
              </a:rPr>
              <a:t>E.Lname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1717114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0F76-B4FC-65AB-8C7F-5EB89CC9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6D6E-B9EE-E84A-DC73-7D579785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View Table in query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2BE3B-8689-B09D-B7EC-2F0121526438}"/>
              </a:ext>
            </a:extLst>
          </p:cNvPr>
          <p:cNvSpPr txBox="1">
            <a:spLocks/>
          </p:cNvSpPr>
          <p:nvPr/>
        </p:nvSpPr>
        <p:spPr>
          <a:xfrm>
            <a:off x="1349579" y="2983745"/>
            <a:ext cx="19962975" cy="1333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Once a view is created, you can query it just like a regular table.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0C9A5-4741-22A7-3D85-5DCEF69EEC67}"/>
              </a:ext>
            </a:extLst>
          </p:cNvPr>
          <p:cNvSpPr txBox="1"/>
          <p:nvPr/>
        </p:nvSpPr>
        <p:spPr>
          <a:xfrm>
            <a:off x="2035131" y="4343907"/>
            <a:ext cx="11317626" cy="9997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* FROM </a:t>
            </a:r>
            <a:r>
              <a:rPr lang="en-US" sz="4400" dirty="0" err="1">
                <a:solidFill>
                  <a:srgbClr val="000000"/>
                </a:solidFill>
              </a:rPr>
              <a:t>TotalWorkHours</a:t>
            </a:r>
            <a:r>
              <a:rPr lang="en-US" sz="44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1BDF2BE-065A-B5C2-5916-11AA86B703AD}"/>
              </a:ext>
            </a:extLst>
          </p:cNvPr>
          <p:cNvSpPr txBox="1">
            <a:spLocks/>
          </p:cNvSpPr>
          <p:nvPr/>
        </p:nvSpPr>
        <p:spPr>
          <a:xfrm>
            <a:off x="1349578" y="6088091"/>
            <a:ext cx="14715569" cy="1333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Filter data from a view using WHERE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D31CE-2503-E018-7706-3CC84B30E5C2}"/>
              </a:ext>
            </a:extLst>
          </p:cNvPr>
          <p:cNvSpPr txBox="1"/>
          <p:nvPr/>
        </p:nvSpPr>
        <p:spPr>
          <a:xfrm>
            <a:off x="2187531" y="7676894"/>
            <a:ext cx="11317626" cy="3031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SELECT *</a:t>
            </a: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FROM </a:t>
            </a:r>
            <a:r>
              <a:rPr lang="en-US" sz="4400" dirty="0" err="1">
                <a:solidFill>
                  <a:srgbClr val="000000"/>
                </a:solidFill>
              </a:rPr>
              <a:t>TotalWorkHours</a:t>
            </a: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</a:rPr>
              <a:t>WHERE </a:t>
            </a:r>
            <a:r>
              <a:rPr lang="en-US" sz="4400" dirty="0" err="1">
                <a:solidFill>
                  <a:srgbClr val="000000"/>
                </a:solidFill>
              </a:rPr>
              <a:t>Total_Hours</a:t>
            </a:r>
            <a:r>
              <a:rPr lang="en-US" sz="4400" dirty="0">
                <a:solidFill>
                  <a:srgbClr val="000000"/>
                </a:solidFill>
              </a:rPr>
              <a:t> &gt; 30;</a:t>
            </a:r>
          </a:p>
        </p:txBody>
      </p:sp>
    </p:spTree>
    <p:extLst>
      <p:ext uri="{BB962C8B-B14F-4D97-AF65-F5344CB8AC3E}">
        <p14:creationId xmlns:p14="http://schemas.microsoft.com/office/powerpoint/2010/main" val="212454624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601663D-26B1-8B48-99A9-0C02DEABC20C}"/>
              </a:ext>
            </a:extLst>
          </p:cNvPr>
          <p:cNvSpPr txBox="1">
            <a:spLocks/>
          </p:cNvSpPr>
          <p:nvPr/>
        </p:nvSpPr>
        <p:spPr>
          <a:xfrm>
            <a:off x="990600" y="2590800"/>
            <a:ext cx="22479000" cy="9677400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NULL represents missing, unknown, or not applicable values. It is not equal to 0 or an empty string, and requires the use of IS NULL or IS NOT NULL for comparisons.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LIKE operator is used for pattern matching in string-based queries. Use % to match multiple characters and _ to match a single character.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Set operations such as UNION, INTERSECT, and EXCEPT are used to combine or compare the results of multiple queries.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Aggregate functions (COUNT, SUM, AVG, MAX, MIN) are used to summarize data.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subquery is a query nested inside another query, used to filter, compare, or derive results dynamically.</a:t>
            </a:r>
          </a:p>
        </p:txBody>
      </p:sp>
    </p:spTree>
    <p:extLst>
      <p:ext uri="{BB962C8B-B14F-4D97-AF65-F5344CB8AC3E}">
        <p14:creationId xmlns:p14="http://schemas.microsoft.com/office/powerpoint/2010/main" val="170275319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D34E-2DC4-3ACB-2967-B6A7722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800100"/>
            <a:ext cx="21971004" cy="1790700"/>
          </a:xfrm>
        </p:spPr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23E0-CB99-EADA-4C23-254BEFF7F6E4}"/>
              </a:ext>
            </a:extLst>
          </p:cNvPr>
          <p:cNvSpPr txBox="1"/>
          <p:nvPr/>
        </p:nvSpPr>
        <p:spPr>
          <a:xfrm>
            <a:off x="787400" y="2867945"/>
            <a:ext cx="23037800" cy="78944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Explain the difference between using = NULL and IS NULL in </a:t>
            </a:r>
            <a:r>
              <a:rPr lang="en-US" sz="54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SQL.Why</a:t>
            </a: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does WHERE column = NULL not work as expected?</a:t>
            </a:r>
          </a:p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Describe what happens when you use UNION vs. UNION ALL in </a:t>
            </a:r>
            <a:r>
              <a:rPr lang="en-US" sz="54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SQL.In</a:t>
            </a: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what situation would using UNION ALL be more appropriate?</a:t>
            </a:r>
          </a:p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Why do we use the GROUP BY clause with aggregate </a:t>
            </a:r>
            <a:r>
              <a:rPr lang="en-US" sz="54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functions?What</a:t>
            </a: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would happen if we use SUM(Salary) without GROUP BY?</a:t>
            </a:r>
          </a:p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What is a subquery and how is it different from a regular query? Give one advantage of using a subquery in the WHERE clause.</a:t>
            </a:r>
          </a:p>
        </p:txBody>
      </p:sp>
    </p:spTree>
    <p:extLst>
      <p:ext uri="{BB962C8B-B14F-4D97-AF65-F5344CB8AC3E}">
        <p14:creationId xmlns:p14="http://schemas.microsoft.com/office/powerpoint/2010/main" val="161718772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190161"/>
            <a:ext cx="22174200" cy="6017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Connolly, Thomas, Begg, Carolyn. Database systems : a practical approach to design, implementation, and management.. Pearson. Canada.</a:t>
            </a:r>
          </a:p>
        </p:txBody>
      </p:sp>
    </p:spTree>
    <p:extLst>
      <p:ext uri="{BB962C8B-B14F-4D97-AF65-F5344CB8AC3E}">
        <p14:creationId xmlns:p14="http://schemas.microsoft.com/office/powerpoint/2010/main" val="2265956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2726</TotalTime>
  <Words>1984</Words>
  <Application>Microsoft Office PowerPoint</Application>
  <PresentationFormat>Custom</PresentationFormat>
  <Paragraphs>292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Open Sans ExtraBold</vt:lpstr>
      <vt:lpstr>Courier New</vt:lpstr>
      <vt:lpstr>Open Sans Semibold</vt:lpstr>
      <vt:lpstr>Open Sans Light</vt:lpstr>
      <vt:lpstr>Cambria</vt:lpstr>
      <vt:lpstr>OCRB</vt:lpstr>
      <vt:lpstr>Helvetica Neue Medium</vt:lpstr>
      <vt:lpstr>21_BasicWhite</vt:lpstr>
      <vt:lpstr>Exploring Intermediate SQL</vt:lpstr>
      <vt:lpstr>Learning Objective</vt:lpstr>
      <vt:lpstr>Outline</vt:lpstr>
      <vt:lpstr>Company relational database schema</vt:lpstr>
      <vt:lpstr>NULL and LIKE Operators</vt:lpstr>
      <vt:lpstr>Null values</vt:lpstr>
      <vt:lpstr>Null values</vt:lpstr>
      <vt:lpstr>Expressions and Strings</vt:lpstr>
      <vt:lpstr>Expressions and Strings</vt:lpstr>
      <vt:lpstr>Union, Intersect, Except</vt:lpstr>
      <vt:lpstr>Union, Intersect, Except</vt:lpstr>
      <vt:lpstr>Union, Intersect, Except</vt:lpstr>
      <vt:lpstr>Union, Intersect, Except</vt:lpstr>
      <vt:lpstr>Aggregate Function</vt:lpstr>
      <vt:lpstr>Aggregate Function</vt:lpstr>
      <vt:lpstr>GROUP BY</vt:lpstr>
      <vt:lpstr>HAVING</vt:lpstr>
      <vt:lpstr>Aggregate Function</vt:lpstr>
      <vt:lpstr>Aggregate Function</vt:lpstr>
      <vt:lpstr>Aggregate Function</vt:lpstr>
      <vt:lpstr>Sub Query</vt:lpstr>
      <vt:lpstr>Sub Query</vt:lpstr>
      <vt:lpstr>Sub Query</vt:lpstr>
      <vt:lpstr>Sub Query in WHERE clause   </vt:lpstr>
      <vt:lpstr>Sub Query in from clause </vt:lpstr>
      <vt:lpstr>Sub Query in select clause </vt:lpstr>
      <vt:lpstr>Sub Query with “IN” clause </vt:lpstr>
      <vt:lpstr>View Table</vt:lpstr>
      <vt:lpstr>View Table</vt:lpstr>
      <vt:lpstr>Create VIew</vt:lpstr>
      <vt:lpstr>View Table in query</vt:lpstr>
      <vt:lpstr>View Table in query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35</cp:revision>
  <dcterms:created xsi:type="dcterms:W3CDTF">2023-10-26T06:53:09Z</dcterms:created>
  <dcterms:modified xsi:type="dcterms:W3CDTF">2025-06-26T04:20:51Z</dcterms:modified>
</cp:coreProperties>
</file>