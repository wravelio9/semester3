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56" r:id="rId2"/>
    <p:sldId id="259" r:id="rId3"/>
    <p:sldId id="260" r:id="rId4"/>
    <p:sldId id="262" r:id="rId5"/>
    <p:sldId id="328" r:id="rId6"/>
    <p:sldId id="300" r:id="rId7"/>
    <p:sldId id="316" r:id="rId8"/>
    <p:sldId id="330" r:id="rId9"/>
    <p:sldId id="331" r:id="rId10"/>
    <p:sldId id="361" r:id="rId11"/>
    <p:sldId id="332" r:id="rId12"/>
    <p:sldId id="362" r:id="rId13"/>
    <p:sldId id="334" r:id="rId14"/>
    <p:sldId id="363" r:id="rId15"/>
    <p:sldId id="364" r:id="rId16"/>
    <p:sldId id="365" r:id="rId17"/>
    <p:sldId id="366" r:id="rId18"/>
    <p:sldId id="346" r:id="rId19"/>
    <p:sldId id="349" r:id="rId20"/>
    <p:sldId id="350" r:id="rId21"/>
    <p:sldId id="367" r:id="rId22"/>
    <p:sldId id="368" r:id="rId23"/>
    <p:sldId id="369" r:id="rId24"/>
    <p:sldId id="370" r:id="rId25"/>
    <p:sldId id="371" r:id="rId26"/>
    <p:sldId id="283" r:id="rId27"/>
    <p:sldId id="278" r:id="rId28"/>
    <p:sldId id="282" r:id="rId29"/>
  </p:sldIdLst>
  <p:sldSz cx="24384000" cy="13716000"/>
  <p:notesSz cx="6858000" cy="9144000"/>
  <p:embeddedFontLs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OCRB" panose="020B0609020202020204" pitchFamily="49" charset="0"/>
      <p:regular r:id="rId35"/>
    </p:embeddedFont>
    <p:embeddedFont>
      <p:font typeface="Open Sans ExtraBold" panose="020B0906030804020204" pitchFamily="34" charset="0"/>
      <p:bold r:id="rId36"/>
      <p:italic r:id="rId37"/>
      <p:boldItalic r:id="rId38"/>
    </p:embeddedFont>
    <p:embeddedFont>
      <p:font typeface="Open Sans Light" panose="020B0306030504020204" pitchFamily="34" charset="0"/>
      <p:regular r:id="rId39"/>
      <p:italic r:id="rId40"/>
    </p:embeddedFont>
    <p:embeddedFont>
      <p:font typeface="Open Sans Semibold" panose="020B0706030804020204" pitchFamily="34" charset="0"/>
      <p:regular r:id="rId41"/>
      <p:bold r:id="rId42"/>
      <p:italic r:id="rId43"/>
      <p:boldItalic r:id="rId4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6C1FF"/>
    <a:srgbClr val="72F2E3"/>
    <a:srgbClr val="007ABF"/>
    <a:srgbClr val="34F3F8"/>
    <a:srgbClr val="F5AF36"/>
    <a:srgbClr val="27FEF9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87822" autoAdjust="0"/>
  </p:normalViewPr>
  <p:slideViewPr>
    <p:cSldViewPr snapToGrid="0" snapToObjects="1">
      <p:cViewPr varScale="1">
        <p:scale>
          <a:sx n="36" d="100"/>
          <a:sy n="36" d="100"/>
        </p:scale>
        <p:origin x="1099" y="67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Achmad" userId="5d71821f-e4ec-49c0-a52f-549698ea3c81" providerId="ADAL" clId="{CF650702-EC09-4DE5-BC17-9C839DCD83F3}"/>
    <pc:docChg chg="undo redo custSel addSld delSld modSld">
      <pc:chgData name="Said Achmad" userId="5d71821f-e4ec-49c0-a52f-549698ea3c81" providerId="ADAL" clId="{CF650702-EC09-4DE5-BC17-9C839DCD83F3}" dt="2023-12-08T08:49:00.029" v="782"/>
      <pc:docMkLst>
        <pc:docMk/>
      </pc:docMkLst>
      <pc:sldChg chg="modSp mod">
        <pc:chgData name="Said Achmad" userId="5d71821f-e4ec-49c0-a52f-549698ea3c81" providerId="ADAL" clId="{CF650702-EC09-4DE5-BC17-9C839DCD83F3}" dt="2023-12-08T08:31:34.369" v="781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CF650702-EC09-4DE5-BC17-9C839DCD83F3}" dt="2023-12-08T08:49:00.029" v="782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CF650702-EC09-4DE5-BC17-9C839DCD83F3}" dt="2023-11-23T09:05:58.176" v="770"/>
        <pc:sldMkLst>
          <pc:docMk/>
          <pc:sldMk cId="3724825567" sldId="260"/>
        </pc:sldMkLst>
      </pc:sldChg>
      <pc:sldChg chg="del">
        <pc:chgData name="Said Achmad" userId="5d71821f-e4ec-49c0-a52f-549698ea3c81" providerId="ADAL" clId="{CF650702-EC09-4DE5-BC17-9C839DCD83F3}" dt="2023-11-21T10:02:01.356" v="34" actId="4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CF650702-EC09-4DE5-BC17-9C839DCD83F3}" dt="2023-11-21T10:02:06.367" v="42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CF650702-EC09-4DE5-BC17-9C839DCD83F3}" dt="2023-11-23T09:05:35.445" v="769"/>
        <pc:sldMkLst>
          <pc:docMk/>
          <pc:sldMk cId="3500018930" sldId="278"/>
        </pc:sldMkLst>
      </pc:sldChg>
      <pc:sldChg chg="addSp delSp modSp mod">
        <pc:chgData name="Said Achmad" userId="5d71821f-e4ec-49c0-a52f-549698ea3c81" providerId="ADAL" clId="{CF650702-EC09-4DE5-BC17-9C839DCD83F3}" dt="2023-11-23T09:03:27.247" v="755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CF650702-EC09-4DE5-BC17-9C839DCD83F3}" dt="2023-11-23T07:24:18.813" v="78" actId="20577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CF650702-EC09-4DE5-BC17-9C839DCD83F3}" dt="2023-11-23T07:14:56.888" v="71" actId="948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CF650702-EC09-4DE5-BC17-9C839DCD83F3}" dt="2023-11-23T07:45:39.502" v="262" actId="20577"/>
        <pc:sldMkLst>
          <pc:docMk/>
          <pc:sldMk cId="4290244695" sldId="330"/>
        </pc:sldMkLst>
      </pc:sldChg>
      <pc:sldChg chg="addSp delSp modSp mod">
        <pc:chgData name="Said Achmad" userId="5d71821f-e4ec-49c0-a52f-549698ea3c81" providerId="ADAL" clId="{CF650702-EC09-4DE5-BC17-9C839DCD83F3}" dt="2023-11-23T07:49:41.599" v="293" actId="948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CF650702-EC09-4DE5-BC17-9C839DCD83F3}" dt="2023-11-23T08:01:11.738" v="335" actId="20577"/>
        <pc:sldMkLst>
          <pc:docMk/>
          <pc:sldMk cId="1180352207" sldId="332"/>
        </pc:sldMkLst>
      </pc:sldChg>
      <pc:sldChg chg="addSp delSp modSp mod">
        <pc:chgData name="Said Achmad" userId="5d71821f-e4ec-49c0-a52f-549698ea3c81" providerId="ADAL" clId="{CF650702-EC09-4DE5-BC17-9C839DCD83F3}" dt="2023-11-23T08:19:59.213" v="474" actId="12"/>
        <pc:sldMkLst>
          <pc:docMk/>
          <pc:sldMk cId="1833598263" sldId="334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81279657" sldId="335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1760058455" sldId="336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478284968" sldId="337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07374767" sldId="339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205953113" sldId="340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677166980" sldId="341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78608817" sldId="342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580747" sldId="343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4191712453" sldId="344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280175106" sldId="345"/>
        </pc:sldMkLst>
      </pc:sldChg>
      <pc:sldChg chg="modSp mod">
        <pc:chgData name="Said Achmad" userId="5d71821f-e4ec-49c0-a52f-549698ea3c81" providerId="ADAL" clId="{CF650702-EC09-4DE5-BC17-9C839DCD83F3}" dt="2023-11-23T08:43:30.325" v="570"/>
        <pc:sldMkLst>
          <pc:docMk/>
          <pc:sldMk cId="1543195854" sldId="346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60394193" sldId="348"/>
        </pc:sldMkLst>
      </pc:sldChg>
      <pc:sldChg chg="modSp mod">
        <pc:chgData name="Said Achmad" userId="5d71821f-e4ec-49c0-a52f-549698ea3c81" providerId="ADAL" clId="{CF650702-EC09-4DE5-BC17-9C839DCD83F3}" dt="2023-11-23T08:47:34.187" v="610" actId="6549"/>
        <pc:sldMkLst>
          <pc:docMk/>
          <pc:sldMk cId="217369932" sldId="350"/>
        </pc:sldMkLst>
      </pc:sldChg>
      <pc:sldChg chg="del">
        <pc:chgData name="Said Achmad" userId="5d71821f-e4ec-49c0-a52f-549698ea3c81" providerId="ADAL" clId="{CF650702-EC09-4DE5-BC17-9C839DCD83F3}" dt="2023-11-23T08:47:36.494" v="611" actId="47"/>
        <pc:sldMkLst>
          <pc:docMk/>
          <pc:sldMk cId="1770608999" sldId="351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936184470" sldId="352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68783331" sldId="353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370634154" sldId="354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842731939" sldId="355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792014566" sldId="356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57757739" sldId="358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262753512" sldId="359"/>
        </pc:sldMkLst>
      </pc:sldChg>
      <pc:sldChg chg="del">
        <pc:chgData name="Said Achmad" userId="5d71821f-e4ec-49c0-a52f-549698ea3c81" providerId="ADAL" clId="{CF650702-EC09-4DE5-BC17-9C839DCD83F3}" dt="2023-11-23T09:03:39.328" v="756" actId="2696"/>
        <pc:sldMkLst>
          <pc:docMk/>
          <pc:sldMk cId="1596846066" sldId="360"/>
        </pc:sldMkLst>
      </pc:sldChg>
      <pc:sldChg chg="addSp delSp modSp add mod">
        <pc:chgData name="Said Achmad" userId="5d71821f-e4ec-49c0-a52f-549698ea3c81" providerId="ADAL" clId="{CF650702-EC09-4DE5-BC17-9C839DCD83F3}" dt="2023-11-23T07:49:12.965" v="289" actId="14100"/>
        <pc:sldMkLst>
          <pc:docMk/>
          <pc:sldMk cId="4197721224" sldId="361"/>
        </pc:sldMkLst>
      </pc:sldChg>
      <pc:sldChg chg="modSp add mod">
        <pc:chgData name="Said Achmad" userId="5d71821f-e4ec-49c0-a52f-549698ea3c81" providerId="ADAL" clId="{CF650702-EC09-4DE5-BC17-9C839DCD83F3}" dt="2023-11-23T08:39:49.540" v="568"/>
        <pc:sldMkLst>
          <pc:docMk/>
          <pc:sldMk cId="3827795672" sldId="362"/>
        </pc:sldMkLst>
      </pc:sldChg>
      <pc:sldChg chg="modSp add mod">
        <pc:chgData name="Said Achmad" userId="5d71821f-e4ec-49c0-a52f-549698ea3c81" providerId="ADAL" clId="{CF650702-EC09-4DE5-BC17-9C839DCD83F3}" dt="2023-11-23T08:25:38.149" v="518" actId="6549"/>
        <pc:sldMkLst>
          <pc:docMk/>
          <pc:sldMk cId="2054260488" sldId="363"/>
        </pc:sldMkLst>
      </pc:sldChg>
      <pc:sldChg chg="modSp add mod">
        <pc:chgData name="Said Achmad" userId="5d71821f-e4ec-49c0-a52f-549698ea3c81" providerId="ADAL" clId="{CF650702-EC09-4DE5-BC17-9C839DCD83F3}" dt="2023-11-23T08:29:42.946" v="566" actId="20577"/>
        <pc:sldMkLst>
          <pc:docMk/>
          <pc:sldMk cId="4201169138" sldId="364"/>
        </pc:sldMkLst>
      </pc:sldChg>
      <pc:sldChg chg="modSp add mod">
        <pc:chgData name="Said Achmad" userId="5d71821f-e4ec-49c0-a52f-549698ea3c81" providerId="ADAL" clId="{CF650702-EC09-4DE5-BC17-9C839DCD83F3}" dt="2023-11-23T08:29:10.258" v="558" actId="20577"/>
        <pc:sldMkLst>
          <pc:docMk/>
          <pc:sldMk cId="4076380990" sldId="365"/>
        </pc:sldMkLst>
      </pc:sldChg>
      <pc:sldChg chg="modSp add mod">
        <pc:chgData name="Said Achmad" userId="5d71821f-e4ec-49c0-a52f-549698ea3c81" providerId="ADAL" clId="{CF650702-EC09-4DE5-BC17-9C839DCD83F3}" dt="2023-11-23T08:29:18.262" v="560" actId="14100"/>
        <pc:sldMkLst>
          <pc:docMk/>
          <pc:sldMk cId="1137824534" sldId="366"/>
        </pc:sldMkLst>
      </pc:sldChg>
      <pc:sldChg chg="modSp add mod">
        <pc:chgData name="Said Achmad" userId="5d71821f-e4ec-49c0-a52f-549698ea3c81" providerId="ADAL" clId="{CF650702-EC09-4DE5-BC17-9C839DCD83F3}" dt="2023-11-23T08:54:05.293" v="657" actId="20577"/>
        <pc:sldMkLst>
          <pc:docMk/>
          <pc:sldMk cId="499944814" sldId="367"/>
        </pc:sldMkLst>
      </pc:sldChg>
      <pc:sldChg chg="modSp add mod">
        <pc:chgData name="Said Achmad" userId="5d71821f-e4ec-49c0-a52f-549698ea3c81" providerId="ADAL" clId="{CF650702-EC09-4DE5-BC17-9C839DCD83F3}" dt="2023-11-23T08:55:14.001" v="668" actId="20577"/>
        <pc:sldMkLst>
          <pc:docMk/>
          <pc:sldMk cId="1457451149" sldId="368"/>
        </pc:sldMkLst>
      </pc:sldChg>
      <pc:sldChg chg="modSp add mod">
        <pc:chgData name="Said Achmad" userId="5d71821f-e4ec-49c0-a52f-549698ea3c81" providerId="ADAL" clId="{CF650702-EC09-4DE5-BC17-9C839DCD83F3}" dt="2023-11-23T09:06:29.495" v="772" actId="20577"/>
        <pc:sldMkLst>
          <pc:docMk/>
          <pc:sldMk cId="444908579" sldId="369"/>
        </pc:sldMkLst>
      </pc:sldChg>
      <pc:sldChg chg="modSp add mod">
        <pc:chgData name="Said Achmad" userId="5d71821f-e4ec-49c0-a52f-549698ea3c81" providerId="ADAL" clId="{CF650702-EC09-4DE5-BC17-9C839DCD83F3}" dt="2023-11-23T09:06:37.543" v="778" actId="20577"/>
        <pc:sldMkLst>
          <pc:docMk/>
          <pc:sldMk cId="41444787" sldId="370"/>
        </pc:sldMkLst>
      </pc:sldChg>
      <pc:sldChg chg="modSp add mod">
        <pc:chgData name="Said Achmad" userId="5d71821f-e4ec-49c0-a52f-549698ea3c81" providerId="ADAL" clId="{CF650702-EC09-4DE5-BC17-9C839DCD83F3}" dt="2023-11-23T09:06:41.356" v="780" actId="20577"/>
        <pc:sldMkLst>
          <pc:docMk/>
          <pc:sldMk cId="1910098967" sldId="371"/>
        </pc:sldMkLst>
      </pc:sldChg>
    </pc:docChg>
  </pc:docChgLst>
  <pc:docChgLst>
    <pc:chgData name="Said Achmad" userId="5d71821f-e4ec-49c0-a52f-549698ea3c81" providerId="ADAL" clId="{127F10C9-B248-48B6-891D-AD250F3325AC}"/>
    <pc:docChg chg="modSld">
      <pc:chgData name="Said Achmad" userId="5d71821f-e4ec-49c0-a52f-549698ea3c81" providerId="ADAL" clId="{127F10C9-B248-48B6-891D-AD250F3325AC}" dt="2025-06-01T07:31:34.689" v="1" actId="20577"/>
      <pc:docMkLst>
        <pc:docMk/>
      </pc:docMkLst>
      <pc:sldChg chg="modSp mod">
        <pc:chgData name="Said Achmad" userId="5d71821f-e4ec-49c0-a52f-549698ea3c81" providerId="ADAL" clId="{127F10C9-B248-48B6-891D-AD250F3325AC}" dt="2025-06-01T07:31:34.689" v="1" actId="20577"/>
        <pc:sldMkLst>
          <pc:docMk/>
          <pc:sldMk cId="3500018930" sldId="278"/>
        </pc:sldMkLst>
        <pc:spChg chg="mod">
          <ac:chgData name="Said Achmad" userId="5d71821f-e4ec-49c0-a52f-549698ea3c81" providerId="ADAL" clId="{127F10C9-B248-48B6-891D-AD250F3325AC}" dt="2025-06-01T07:31:34.689" v="1" actId="20577"/>
          <ac:spMkLst>
            <pc:docMk/>
            <pc:sldMk cId="3500018930" sldId="278"/>
            <ac:spMk id="3" creationId="{2AB723E0-CB99-EADA-4C23-254BEFF7F6E4}"/>
          </ac:spMkLst>
        </pc:spChg>
      </pc:sldChg>
    </pc:docChg>
  </pc:docChgLst>
  <pc:docChgLst>
    <pc:chgData name="Said Achmad" userId="5d71821f-e4ec-49c0-a52f-549698ea3c81" providerId="ADAL" clId="{5A6F5F28-5ED2-43E1-A2CB-36A1657676AD}"/>
    <pc:docChg chg="undo redo custSel addSld delSld modSld sldOrd">
      <pc:chgData name="Said Achmad" userId="5d71821f-e4ec-49c0-a52f-549698ea3c81" providerId="ADAL" clId="{5A6F5F28-5ED2-43E1-A2CB-36A1657676AD}" dt="2023-11-16T05:31:00.615" v="3239"/>
      <pc:docMkLst>
        <pc:docMk/>
      </pc:docMkLst>
      <pc:sldChg chg="modSp mod">
        <pc:chgData name="Said Achmad" userId="5d71821f-e4ec-49c0-a52f-549698ea3c81" providerId="ADAL" clId="{5A6F5F28-5ED2-43E1-A2CB-36A1657676AD}" dt="2023-10-27T08:08:13.626" v="24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5A6F5F28-5ED2-43E1-A2CB-36A1657676AD}" dt="2023-11-16T05:31:00.615" v="3239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5A6F5F28-5ED2-43E1-A2CB-36A1657676AD}" dt="2023-10-27T08:49:01.928" v="769" actId="2057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5A6F5F28-5ED2-43E1-A2CB-36A1657676AD}" dt="2023-10-27T08:19:05.670" v="67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5A6F5F28-5ED2-43E1-A2CB-36A1657676AD}" dt="2023-10-27T10:09:24.377" v="852" actId="20577"/>
        <pc:sldMkLst>
          <pc:docMk/>
          <pc:sldMk cId="3663985620" sldId="26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629326906" sldId="272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2906983293" sldId="27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51085493" sldId="27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4225043614" sldId="27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840490389" sldId="277"/>
        </pc:sldMkLst>
      </pc:sldChg>
      <pc:sldChg chg="modSp mod">
        <pc:chgData name="Said Achmad" userId="5d71821f-e4ec-49c0-a52f-549698ea3c81" providerId="ADAL" clId="{5A6F5F28-5ED2-43E1-A2CB-36A1657676AD}" dt="2023-11-16T05:15:54.436" v="3093" actId="2057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864549538" sldId="280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062500002" sldId="281"/>
        </pc:sldMkLst>
      </pc:sldChg>
      <pc:sldChg chg="modSp mod">
        <pc:chgData name="Said Achmad" userId="5d71821f-e4ec-49c0-a52f-549698ea3c81" providerId="ADAL" clId="{5A6F5F28-5ED2-43E1-A2CB-36A1657676AD}" dt="2023-11-16T05:23:25.377" v="3230" actId="20577"/>
        <pc:sldMkLst>
          <pc:docMk/>
          <pc:sldMk cId="1702753199" sldId="283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901110" sldId="28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781791020" sldId="28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57355698" sldId="28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451122948" sldId="287"/>
        </pc:sldMkLst>
      </pc:sldChg>
      <pc:sldChg chg="addSp delSp modSp add mod">
        <pc:chgData name="Said Achmad" userId="5d71821f-e4ec-49c0-a52f-549698ea3c81" providerId="ADAL" clId="{5A6F5F28-5ED2-43E1-A2CB-36A1657676AD}" dt="2023-10-27T08:45:58.391" v="624" actId="115"/>
        <pc:sldMkLst>
          <pc:docMk/>
          <pc:sldMk cId="1561272596" sldId="288"/>
        </pc:sldMkLst>
      </pc:sldChg>
      <pc:sldChg chg="add del">
        <pc:chgData name="Said Achmad" userId="5d71821f-e4ec-49c0-a52f-549698ea3c81" providerId="ADAL" clId="{5A6F5F28-5ED2-43E1-A2CB-36A1657676AD}" dt="2023-10-27T10:09:18.147" v="828" actId="2890"/>
        <pc:sldMkLst>
          <pc:docMk/>
          <pc:sldMk cId="1118690115" sldId="289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14660766" sldId="289"/>
        </pc:sldMkLst>
      </pc:sldChg>
      <pc:sldChg chg="del">
        <pc:chgData name="Said Achmad" userId="5d71821f-e4ec-49c0-a52f-549698ea3c81" providerId="ADAL" clId="{5A6F5F28-5ED2-43E1-A2CB-36A1657676AD}" dt="2023-11-15T03:38:04.756" v="853" actId="47"/>
        <pc:sldMkLst>
          <pc:docMk/>
          <pc:sldMk cId="3956761653" sldId="290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04.060" v="2250" actId="478"/>
        <pc:sldMkLst>
          <pc:docMk/>
          <pc:sldMk cId="2852185070" sldId="291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18.031" v="2253" actId="478"/>
        <pc:sldMkLst>
          <pc:docMk/>
          <pc:sldMk cId="1805675844" sldId="292"/>
        </pc:sldMkLst>
      </pc:sldChg>
      <pc:sldChg chg="addSp delSp modSp mod ord modClrScheme chgLayout">
        <pc:chgData name="Said Achmad" userId="5d71821f-e4ec-49c0-a52f-549698ea3c81" providerId="ADAL" clId="{5A6F5F28-5ED2-43E1-A2CB-36A1657676AD}" dt="2023-11-15T08:17:00.340" v="2257" actId="478"/>
        <pc:sldMkLst>
          <pc:docMk/>
          <pc:sldMk cId="949010790" sldId="293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5:40.688" v="2247" actId="478"/>
        <pc:sldMkLst>
          <pc:docMk/>
          <pc:sldMk cId="3955090986" sldId="294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7:50.453" v="2270"/>
        <pc:sldMkLst>
          <pc:docMk/>
          <pc:sldMk cId="3819417382" sldId="295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28.796" v="2239" actId="478"/>
        <pc:sldMkLst>
          <pc:docMk/>
          <pc:sldMk cId="2756292616" sldId="296"/>
        </pc:sldMkLst>
      </pc:sldChg>
      <pc:sldChg chg="add del">
        <pc:chgData name="Said Achmad" userId="5d71821f-e4ec-49c0-a52f-549698ea3c81" providerId="ADAL" clId="{5A6F5F28-5ED2-43E1-A2CB-36A1657676AD}" dt="2023-11-15T07:45:14.479" v="1804" actId="47"/>
        <pc:sldMkLst>
          <pc:docMk/>
          <pc:sldMk cId="1118551909" sldId="297"/>
        </pc:sldMkLst>
      </pc:sldChg>
      <pc:sldChg chg="modSp add del mod">
        <pc:chgData name="Said Achmad" userId="5d71821f-e4ec-49c0-a52f-549698ea3c81" providerId="ADAL" clId="{5A6F5F28-5ED2-43E1-A2CB-36A1657676AD}" dt="2023-11-15T07:44:29.768" v="1782" actId="47"/>
        <pc:sldMkLst>
          <pc:docMk/>
          <pc:sldMk cId="3301250164" sldId="298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47.888" v="2242" actId="478"/>
        <pc:sldMkLst>
          <pc:docMk/>
          <pc:sldMk cId="1462856539" sldId="299"/>
        </pc:sldMkLst>
      </pc:sldChg>
      <pc:sldChg chg="modSp add mod ord modClrScheme chgLayout">
        <pc:chgData name="Said Achmad" userId="5d71821f-e4ec-49c0-a52f-549698ea3c81" providerId="ADAL" clId="{5A6F5F28-5ED2-43E1-A2CB-36A1657676AD}" dt="2023-11-15T08:13:25.315" v="2233" actId="700"/>
        <pc:sldMkLst>
          <pc:docMk/>
          <pc:sldMk cId="2775010017" sldId="300"/>
        </pc:sldMkLst>
      </pc:sldChg>
      <pc:sldChg chg="modSp add mod ord">
        <pc:chgData name="Said Achmad" userId="5d71821f-e4ec-49c0-a52f-549698ea3c81" providerId="ADAL" clId="{5A6F5F28-5ED2-43E1-A2CB-36A1657676AD}" dt="2023-11-16T02:25:20.622" v="2276" actId="20577"/>
        <pc:sldMkLst>
          <pc:docMk/>
          <pc:sldMk cId="715285486" sldId="301"/>
        </pc:sldMkLst>
      </pc:sldChg>
      <pc:sldChg chg="modSp add del mod">
        <pc:chgData name="Said Achmad" userId="5d71821f-e4ec-49c0-a52f-549698ea3c81" providerId="ADAL" clId="{5A6F5F28-5ED2-43E1-A2CB-36A1657676AD}" dt="2023-11-16T02:31:07.863" v="2311" actId="47"/>
        <pc:sldMkLst>
          <pc:docMk/>
          <pc:sldMk cId="2066656938" sldId="302"/>
        </pc:sldMkLst>
      </pc:sldChg>
      <pc:sldChg chg="modSp add mod">
        <pc:chgData name="Said Achmad" userId="5d71821f-e4ec-49c0-a52f-549698ea3c81" providerId="ADAL" clId="{5A6F5F28-5ED2-43E1-A2CB-36A1657676AD}" dt="2023-11-16T02:36:40.887" v="2389" actId="20577"/>
        <pc:sldMkLst>
          <pc:docMk/>
          <pc:sldMk cId="1491587317" sldId="303"/>
        </pc:sldMkLst>
      </pc:sldChg>
      <pc:sldChg chg="modSp add mod ord">
        <pc:chgData name="Said Achmad" userId="5d71821f-e4ec-49c0-a52f-549698ea3c81" providerId="ADAL" clId="{5A6F5F28-5ED2-43E1-A2CB-36A1657676AD}" dt="2023-11-16T03:57:36.601" v="2393"/>
        <pc:sldMkLst>
          <pc:docMk/>
          <pc:sldMk cId="2410182092" sldId="304"/>
        </pc:sldMkLst>
      </pc:sldChg>
      <pc:sldChg chg="modSp add del mod">
        <pc:chgData name="Said Achmad" userId="5d71821f-e4ec-49c0-a52f-549698ea3c81" providerId="ADAL" clId="{5A6F5F28-5ED2-43E1-A2CB-36A1657676AD}" dt="2023-11-16T02:35:35.021" v="2382" actId="47"/>
        <pc:sldMkLst>
          <pc:docMk/>
          <pc:sldMk cId="3426220842" sldId="304"/>
        </pc:sldMkLst>
      </pc:sldChg>
      <pc:sldChg chg="modSp add del mod">
        <pc:chgData name="Said Achmad" userId="5d71821f-e4ec-49c0-a52f-549698ea3c81" providerId="ADAL" clId="{5A6F5F28-5ED2-43E1-A2CB-36A1657676AD}" dt="2023-11-16T02:35:30.671" v="2381" actId="47"/>
        <pc:sldMkLst>
          <pc:docMk/>
          <pc:sldMk cId="838552825" sldId="305"/>
        </pc:sldMkLst>
      </pc:sldChg>
      <pc:sldChg chg="modSp add mod">
        <pc:chgData name="Said Achmad" userId="5d71821f-e4ec-49c0-a52f-549698ea3c81" providerId="ADAL" clId="{5A6F5F28-5ED2-43E1-A2CB-36A1657676AD}" dt="2023-11-16T05:24:06.223" v="3238" actId="113"/>
        <pc:sldMkLst>
          <pc:docMk/>
          <pc:sldMk cId="1042903480" sldId="305"/>
        </pc:sldMkLst>
      </pc:sldChg>
      <pc:sldChg chg="modSp add mod">
        <pc:chgData name="Said Achmad" userId="5d71821f-e4ec-49c0-a52f-549698ea3c81" providerId="ADAL" clId="{5A6F5F28-5ED2-43E1-A2CB-36A1657676AD}" dt="2023-11-16T04:57:59.580" v="3009" actId="20577"/>
        <pc:sldMkLst>
          <pc:docMk/>
          <pc:sldMk cId="2361189392" sldId="306"/>
        </pc:sldMkLst>
      </pc:sldChg>
      <pc:sldChg chg="modSp add mod">
        <pc:chgData name="Said Achmad" userId="5d71821f-e4ec-49c0-a52f-549698ea3c81" providerId="ADAL" clId="{5A6F5F28-5ED2-43E1-A2CB-36A1657676AD}" dt="2023-11-16T04:49:29.902" v="2916" actId="20577"/>
        <pc:sldMkLst>
          <pc:docMk/>
          <pc:sldMk cId="1190454364" sldId="307"/>
        </pc:sldMkLst>
      </pc:sldChg>
      <pc:sldChg chg="modSp add mod">
        <pc:chgData name="Said Achmad" userId="5d71821f-e4ec-49c0-a52f-549698ea3c81" providerId="ADAL" clId="{5A6F5F28-5ED2-43E1-A2CB-36A1657676AD}" dt="2023-11-16T04:56:33.601" v="2968" actId="20577"/>
        <pc:sldMkLst>
          <pc:docMk/>
          <pc:sldMk cId="3106424430" sldId="308"/>
        </pc:sldMkLst>
      </pc:sldChg>
    </pc:docChg>
  </pc:docChgLst>
  <pc:docChgLst>
    <pc:chgData name="Said Achmad" userId="5d71821f-e4ec-49c0-a52f-549698ea3c81" providerId="ADAL" clId="{ACCB8F31-DC50-4B80-9522-D3FFCEBB1139}"/>
    <pc:docChg chg="undo redo custSel addSld delSld modSld sldOrd">
      <pc:chgData name="Said Achmad" userId="5d71821f-e4ec-49c0-a52f-549698ea3c81" providerId="ADAL" clId="{ACCB8F31-DC50-4B80-9522-D3FFCEBB1139}" dt="2023-10-27T04:14:05.510" v="3486" actId="20577"/>
      <pc:docMkLst>
        <pc:docMk/>
      </pc:docMkLst>
      <pc:sldChg chg="modSp mod">
        <pc:chgData name="Said Achmad" userId="5d71821f-e4ec-49c0-a52f-549698ea3c81" providerId="ADAL" clId="{ACCB8F31-DC50-4B80-9522-D3FFCEBB1139}" dt="2023-10-26T06:55:05.969" v="32"/>
        <pc:sldMkLst>
          <pc:docMk/>
          <pc:sldMk cId="3807564589" sldId="256"/>
        </pc:sldMkLst>
      </pc:sldChg>
      <pc:sldChg chg="new del">
        <pc:chgData name="Said Achmad" userId="5d71821f-e4ec-49c0-a52f-549698ea3c81" providerId="ADAL" clId="{ACCB8F31-DC50-4B80-9522-D3FFCEBB1139}" dt="2023-10-26T06:55:40.586" v="34" actId="47"/>
        <pc:sldMkLst>
          <pc:docMk/>
          <pc:sldMk cId="3286231647" sldId="257"/>
        </pc:sldMkLst>
      </pc:sldChg>
      <pc:sldChg chg="delSp 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4133371411" sldId="257"/>
        </pc:sldMkLst>
      </pc:sldChg>
      <pc:sldChg chg="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1191048756" sldId="258"/>
        </pc:sldMkLst>
      </pc:sldChg>
      <pc:sldChg chg="delSp modSp new mod ord">
        <pc:chgData name="Said Achmad" userId="5d71821f-e4ec-49c0-a52f-549698ea3c81" providerId="ADAL" clId="{ACCB8F31-DC50-4B80-9522-D3FFCEBB1139}" dt="2023-10-26T07:02:32.419" v="158" actId="403"/>
        <pc:sldMkLst>
          <pc:docMk/>
          <pc:sldMk cId="3239424758" sldId="259"/>
        </pc:sldMkLst>
      </pc:sldChg>
      <pc:sldChg chg="modSp add mod">
        <pc:chgData name="Said Achmad" userId="5d71821f-e4ec-49c0-a52f-549698ea3c81" providerId="ADAL" clId="{ACCB8F31-DC50-4B80-9522-D3FFCEBB1139}" dt="2023-10-26T10:45:54.128" v="1999" actId="20577"/>
        <pc:sldMkLst>
          <pc:docMk/>
          <pc:sldMk cId="3724825567" sldId="260"/>
        </pc:sldMkLst>
      </pc:sldChg>
      <pc:sldChg chg="addSp delSp modSp new add del mod">
        <pc:chgData name="Said Achmad" userId="5d71821f-e4ec-49c0-a52f-549698ea3c81" providerId="ADAL" clId="{ACCB8F31-DC50-4B80-9522-D3FFCEBB1139}" dt="2023-10-26T09:06:03.246" v="1194" actId="20577"/>
        <pc:sldMkLst>
          <pc:docMk/>
          <pc:sldMk cId="3041036902" sldId="261"/>
        </pc:sldMkLst>
      </pc:sldChg>
      <pc:sldChg chg="modSp new mod chgLayout">
        <pc:chgData name="Said Achmad" userId="5d71821f-e4ec-49c0-a52f-549698ea3c81" providerId="ADAL" clId="{ACCB8F31-DC50-4B80-9522-D3FFCEBB1139}" dt="2023-10-26T07:56:26.485" v="597" actId="207"/>
        <pc:sldMkLst>
          <pc:docMk/>
          <pc:sldMk cId="363028880" sldId="262"/>
        </pc:sldMkLst>
      </pc:sldChg>
      <pc:sldChg chg="new del">
        <pc:chgData name="Said Achmad" userId="5d71821f-e4ec-49c0-a52f-549698ea3c81" providerId="ADAL" clId="{ACCB8F31-DC50-4B80-9522-D3FFCEBB1139}" dt="2023-10-26T07:03:17.588" v="164" actId="47"/>
        <pc:sldMkLst>
          <pc:docMk/>
          <pc:sldMk cId="2426101246" sldId="262"/>
        </pc:sldMkLst>
      </pc:sldChg>
      <pc:sldChg chg="modSp add del mod">
        <pc:chgData name="Said Achmad" userId="5d71821f-e4ec-49c0-a52f-549698ea3c81" providerId="ADAL" clId="{ACCB8F31-DC50-4B80-9522-D3FFCEBB1139}" dt="2023-10-26T09:09:29.954" v="1195" actId="47"/>
        <pc:sldMkLst>
          <pc:docMk/>
          <pc:sldMk cId="4107200152" sldId="263"/>
        </pc:sldMkLst>
      </pc:sldChg>
      <pc:sldChg chg="modSp add del mod ord">
        <pc:chgData name="Said Achmad" userId="5d71821f-e4ec-49c0-a52f-549698ea3c81" providerId="ADAL" clId="{ACCB8F31-DC50-4B80-9522-D3FFCEBB1139}" dt="2023-10-26T08:18:28.503" v="1171" actId="115"/>
        <pc:sldMkLst>
          <pc:docMk/>
          <pc:sldMk cId="3663985620" sldId="264"/>
        </pc:sldMkLst>
      </pc:sldChg>
      <pc:sldChg chg="modSp add del mod">
        <pc:chgData name="Said Achmad" userId="5d71821f-e4ec-49c0-a52f-549698ea3c81" providerId="ADAL" clId="{ACCB8F31-DC50-4B80-9522-D3FFCEBB1139}" dt="2023-10-26T08:16:45.782" v="1152" actId="12"/>
        <pc:sldMkLst>
          <pc:docMk/>
          <pc:sldMk cId="117569319" sldId="265"/>
        </pc:sldMkLst>
      </pc:sldChg>
      <pc:sldChg chg="new del">
        <pc:chgData name="Said Achmad" userId="5d71821f-e4ec-49c0-a52f-549698ea3c81" providerId="ADAL" clId="{ACCB8F31-DC50-4B80-9522-D3FFCEBB1139}" dt="2023-10-26T07:17:55.622" v="244" actId="680"/>
        <pc:sldMkLst>
          <pc:docMk/>
          <pc:sldMk cId="544979971" sldId="266"/>
        </pc:sldMkLst>
      </pc:sldChg>
      <pc:sldChg chg="addSp delSp modSp add mod modNotesTx">
        <pc:chgData name="Said Achmad" userId="5d71821f-e4ec-49c0-a52f-549698ea3c81" providerId="ADAL" clId="{ACCB8F31-DC50-4B80-9522-D3FFCEBB1139}" dt="2023-10-26T08:17:17.099" v="1155" actId="1582"/>
        <pc:sldMkLst>
          <pc:docMk/>
          <pc:sldMk cId="926499602" sldId="266"/>
        </pc:sldMkLst>
      </pc:sldChg>
      <pc:sldChg chg="new del">
        <pc:chgData name="Said Achmad" userId="5d71821f-e4ec-49c0-a52f-549698ea3c81" providerId="ADAL" clId="{ACCB8F31-DC50-4B80-9522-D3FFCEBB1139}" dt="2023-10-26T07:18:30.676" v="247" actId="47"/>
        <pc:sldMkLst>
          <pc:docMk/>
          <pc:sldMk cId="3348473186" sldId="266"/>
        </pc:sldMkLst>
      </pc:sldChg>
      <pc:sldChg chg="addSp delSp modSp add mod ord modNotesTx">
        <pc:chgData name="Said Achmad" userId="5d71821f-e4ec-49c0-a52f-549698ea3c81" providerId="ADAL" clId="{ACCB8F31-DC50-4B80-9522-D3FFCEBB1139}" dt="2023-10-26T07:31:23.881" v="455" actId="1076"/>
        <pc:sldMkLst>
          <pc:docMk/>
          <pc:sldMk cId="1284774635" sldId="267"/>
        </pc:sldMkLst>
      </pc:sldChg>
      <pc:sldChg chg="addSp delSp modSp add mod">
        <pc:chgData name="Said Achmad" userId="5d71821f-e4ec-49c0-a52f-549698ea3c81" providerId="ADAL" clId="{ACCB8F31-DC50-4B80-9522-D3FFCEBB1139}" dt="2023-10-26T07:31:57.476" v="467"/>
        <pc:sldMkLst>
          <pc:docMk/>
          <pc:sldMk cId="34122191" sldId="268"/>
        </pc:sldMkLst>
      </pc:sldChg>
      <pc:sldChg chg="addSp delSp modSp add mod">
        <pc:chgData name="Said Achmad" userId="5d71821f-e4ec-49c0-a52f-549698ea3c81" providerId="ADAL" clId="{ACCB8F31-DC50-4B80-9522-D3FFCEBB1139}" dt="2023-10-26T07:33:19.493" v="495" actId="12385"/>
        <pc:sldMkLst>
          <pc:docMk/>
          <pc:sldMk cId="1855902636" sldId="269"/>
        </pc:sldMkLst>
      </pc:sldChg>
      <pc:sldChg chg="addSp delSp modSp add mod ord modNotesTx">
        <pc:chgData name="Said Achmad" userId="5d71821f-e4ec-49c0-a52f-549698ea3c81" providerId="ADAL" clId="{ACCB8F31-DC50-4B80-9522-D3FFCEBB1139}" dt="2023-10-26T08:18:44.343" v="1173" actId="115"/>
        <pc:sldMkLst>
          <pc:docMk/>
          <pc:sldMk cId="3522040008" sldId="270"/>
        </pc:sldMkLst>
      </pc:sldChg>
      <pc:sldChg chg="modSp add mod modNotesTx">
        <pc:chgData name="Said Achmad" userId="5d71821f-e4ec-49c0-a52f-549698ea3c81" providerId="ADAL" clId="{ACCB8F31-DC50-4B80-9522-D3FFCEBB1139}" dt="2023-10-26T08:19:07.618" v="1175" actId="20577"/>
        <pc:sldMkLst>
          <pc:docMk/>
          <pc:sldMk cId="938585390" sldId="271"/>
        </pc:sldMkLst>
      </pc:sldChg>
      <pc:sldChg chg="modSp add del mod">
        <pc:chgData name="Said Achmad" userId="5d71821f-e4ec-49c0-a52f-549698ea3c81" providerId="ADAL" clId="{ACCB8F31-DC50-4B80-9522-D3FFCEBB1139}" dt="2023-10-26T08:12:48.814" v="1107" actId="47"/>
        <pc:sldMkLst>
          <pc:docMk/>
          <pc:sldMk cId="240193300" sldId="272"/>
        </pc:sldMkLst>
      </pc:sldChg>
      <pc:sldChg chg="modSp new mod">
        <pc:chgData name="Said Achmad" userId="5d71821f-e4ec-49c0-a52f-549698ea3c81" providerId="ADAL" clId="{ACCB8F31-DC50-4B80-9522-D3FFCEBB1139}" dt="2023-10-26T10:25:36.108" v="1838" actId="20577"/>
        <pc:sldMkLst>
          <pc:docMk/>
          <pc:sldMk cId="629326906" sldId="272"/>
        </pc:sldMkLst>
      </pc:sldChg>
      <pc:sldChg chg="new del">
        <pc:chgData name="Said Achmad" userId="5d71821f-e4ec-49c0-a52f-549698ea3c81" providerId="ADAL" clId="{ACCB8F31-DC50-4B80-9522-D3FFCEBB1139}" dt="2023-10-26T10:45:28.544" v="1993" actId="47"/>
        <pc:sldMkLst>
          <pc:docMk/>
          <pc:sldMk cId="614863878" sldId="273"/>
        </pc:sldMkLst>
      </pc:sldChg>
      <pc:sldChg chg="addSp delSp modSp new mod">
        <pc:chgData name="Said Achmad" userId="5d71821f-e4ec-49c0-a52f-549698ea3c81" providerId="ADAL" clId="{ACCB8F31-DC50-4B80-9522-D3FFCEBB1139}" dt="2023-10-26T10:25:42.384" v="1854" actId="20577"/>
        <pc:sldMkLst>
          <pc:docMk/>
          <pc:sldMk cId="2906983293" sldId="274"/>
        </pc:sldMkLst>
      </pc:sldChg>
      <pc:sldChg chg="addSp delSp modSp add mod">
        <pc:chgData name="Said Achmad" userId="5d71821f-e4ec-49c0-a52f-549698ea3c81" providerId="ADAL" clId="{ACCB8F31-DC50-4B80-9522-D3FFCEBB1139}" dt="2023-10-26T10:19:56.696" v="1817" actId="1076"/>
        <pc:sldMkLst>
          <pc:docMk/>
          <pc:sldMk cId="351085493" sldId="275"/>
        </pc:sldMkLst>
      </pc:sldChg>
      <pc:sldChg chg="addSp delSp modSp add mod">
        <pc:chgData name="Said Achmad" userId="5d71821f-e4ec-49c0-a52f-549698ea3c81" providerId="ADAL" clId="{ACCB8F31-DC50-4B80-9522-D3FFCEBB1139}" dt="2023-10-26T10:45:10.163" v="1989" actId="948"/>
        <pc:sldMkLst>
          <pc:docMk/>
          <pc:sldMk cId="4225043614" sldId="276"/>
        </pc:sldMkLst>
      </pc:sldChg>
      <pc:sldChg chg="modSp add mod ord">
        <pc:chgData name="Said Achmad" userId="5d71821f-e4ec-49c0-a52f-549698ea3c81" providerId="ADAL" clId="{ACCB8F31-DC50-4B80-9522-D3FFCEBB1139}" dt="2023-10-27T02:31:39.166" v="2039"/>
        <pc:sldMkLst>
          <pc:docMk/>
          <pc:sldMk cId="3840490389" sldId="277"/>
        </pc:sldMkLst>
      </pc:sldChg>
      <pc:sldChg chg="addSp modSp new mod ord">
        <pc:chgData name="Said Achmad" userId="5d71821f-e4ec-49c0-a52f-549698ea3c81" providerId="ADAL" clId="{ACCB8F31-DC50-4B80-9522-D3FFCEBB1139}" dt="2023-10-27T04:14:05.510" v="3486" actId="20577"/>
        <pc:sldMkLst>
          <pc:docMk/>
          <pc:sldMk cId="3500018930" sldId="278"/>
        </pc:sldMkLst>
      </pc:sldChg>
      <pc:sldChg chg="modSp add del mod ord">
        <pc:chgData name="Said Achmad" userId="5d71821f-e4ec-49c0-a52f-549698ea3c81" providerId="ADAL" clId="{ACCB8F31-DC50-4B80-9522-D3FFCEBB1139}" dt="2023-10-27T03:57:22.143" v="3226" actId="47"/>
        <pc:sldMkLst>
          <pc:docMk/>
          <pc:sldMk cId="2115211603" sldId="279"/>
        </pc:sldMkLst>
      </pc:sldChg>
      <pc:sldChg chg="modSp add del mod">
        <pc:chgData name="Said Achmad" userId="5d71821f-e4ec-49c0-a52f-549698ea3c81" providerId="ADAL" clId="{ACCB8F31-DC50-4B80-9522-D3FFCEBB1139}" dt="2023-10-27T02:58:57.884" v="2511" actId="47"/>
        <pc:sldMkLst>
          <pc:docMk/>
          <pc:sldMk cId="44351928" sldId="280"/>
        </pc:sldMkLst>
      </pc:sldChg>
      <pc:sldChg chg="modSp add mod ord">
        <pc:chgData name="Said Achmad" userId="5d71821f-e4ec-49c0-a52f-549698ea3c81" providerId="ADAL" clId="{ACCB8F31-DC50-4B80-9522-D3FFCEBB1139}" dt="2023-10-27T03:02:52.472" v="2578" actId="20577"/>
        <pc:sldMkLst>
          <pc:docMk/>
          <pc:sldMk cId="864549538" sldId="280"/>
        </pc:sldMkLst>
      </pc:sldChg>
      <pc:sldChg chg="modSp add mod ord">
        <pc:chgData name="Said Achmad" userId="5d71821f-e4ec-49c0-a52f-549698ea3c81" providerId="ADAL" clId="{ACCB8F31-DC50-4B80-9522-D3FFCEBB1139}" dt="2023-10-27T03:23:00.879" v="2860" actId="20577"/>
        <pc:sldMkLst>
          <pc:docMk/>
          <pc:sldMk cId="3062500002" sldId="281"/>
        </pc:sldMkLst>
      </pc:sldChg>
      <pc:sldChg chg="addSp delSp modSp new mod">
        <pc:chgData name="Said Achmad" userId="5d71821f-e4ec-49c0-a52f-549698ea3c81" providerId="ADAL" clId="{ACCB8F31-DC50-4B80-9522-D3FFCEBB1139}" dt="2023-10-27T03:24:11.408" v="2866"/>
        <pc:sldMkLst>
          <pc:docMk/>
          <pc:sldMk cId="3962618298" sldId="282"/>
        </pc:sldMkLst>
      </pc:sldChg>
      <pc:sldChg chg="addSp delSp modSp new mod">
        <pc:chgData name="Said Achmad" userId="5d71821f-e4ec-49c0-a52f-549698ea3c81" providerId="ADAL" clId="{ACCB8F31-DC50-4B80-9522-D3FFCEBB1139}" dt="2023-10-27T04:05:02.848" v="3319" actId="20577"/>
        <pc:sldMkLst>
          <pc:docMk/>
          <pc:sldMk cId="1702753199" sldId="283"/>
        </pc:sldMkLst>
      </pc:sldChg>
      <pc:sldChg chg="modSp add mod modNotesTx">
        <pc:chgData name="Said Achmad" userId="5d71821f-e4ec-49c0-a52f-549698ea3c81" providerId="ADAL" clId="{ACCB8F31-DC50-4B80-9522-D3FFCEBB1139}" dt="2023-10-27T03:34:54.955" v="3011"/>
        <pc:sldMkLst>
          <pc:docMk/>
          <pc:sldMk cId="16901110" sldId="284"/>
        </pc:sldMkLst>
      </pc:sldChg>
      <pc:sldChg chg="modSp add mod modNotesTx">
        <pc:chgData name="Said Achmad" userId="5d71821f-e4ec-49c0-a52f-549698ea3c81" providerId="ADAL" clId="{ACCB8F31-DC50-4B80-9522-D3FFCEBB1139}" dt="2023-10-27T03:43:00.119" v="3066" actId="20577"/>
        <pc:sldMkLst>
          <pc:docMk/>
          <pc:sldMk cId="3781791020" sldId="285"/>
        </pc:sldMkLst>
      </pc:sldChg>
      <pc:sldChg chg="add del">
        <pc:chgData name="Said Achmad" userId="5d71821f-e4ec-49c0-a52f-549698ea3c81" providerId="ADAL" clId="{ACCB8F31-DC50-4B80-9522-D3FFCEBB1139}" dt="2023-10-27T03:48:59.922" v="3068" actId="2890"/>
        <pc:sldMkLst>
          <pc:docMk/>
          <pc:sldMk cId="272851864" sldId="286"/>
        </pc:sldMkLst>
      </pc:sldChg>
      <pc:sldChg chg="add ord">
        <pc:chgData name="Said Achmad" userId="5d71821f-e4ec-49c0-a52f-549698ea3c81" providerId="ADAL" clId="{ACCB8F31-DC50-4B80-9522-D3FFCEBB1139}" dt="2023-10-27T03:56:40.424" v="3215" actId="20578"/>
        <pc:sldMkLst>
          <pc:docMk/>
          <pc:sldMk cId="1657355698" sldId="286"/>
        </pc:sldMkLst>
      </pc:sldChg>
      <pc:sldChg chg="addSp delSp modSp add mod">
        <pc:chgData name="Said Achmad" userId="5d71821f-e4ec-49c0-a52f-549698ea3c81" providerId="ADAL" clId="{ACCB8F31-DC50-4B80-9522-D3FFCEBB1139}" dt="2023-10-27T03:57:17.102" v="3225"/>
        <pc:sldMkLst>
          <pc:docMk/>
          <pc:sldMk cId="1451122948" sldId="287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3248421886" sldId="325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738495559" sldId="326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4061453550" sldId="327"/>
        </pc:sldMkLst>
      </pc:sldChg>
    </pc:docChg>
  </pc:docChgLst>
  <pc:docChgLst>
    <pc:chgData name="Said Achmad" userId="5d71821f-e4ec-49c0-a52f-549698ea3c81" providerId="ADAL" clId="{F36B1CCA-6ECB-455C-8F88-F7D1FDADB3DB}"/>
    <pc:docChg chg="undo redo custSel addSld delSld modSld sldOrd">
      <pc:chgData name="Said Achmad" userId="5d71821f-e4ec-49c0-a52f-549698ea3c81" providerId="ADAL" clId="{F36B1CCA-6ECB-455C-8F88-F7D1FDADB3DB}" dt="2023-11-21T10:00:46.930" v="7562" actId="20577"/>
      <pc:docMkLst>
        <pc:docMk/>
      </pc:docMkLst>
      <pc:sldChg chg="modSp mod">
        <pc:chgData name="Said Achmad" userId="5d71821f-e4ec-49c0-a52f-549698ea3c81" providerId="ADAL" clId="{F36B1CCA-6ECB-455C-8F88-F7D1FDADB3DB}" dt="2023-11-21T10:00:46.930" v="7562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F36B1CCA-6ECB-455C-8F88-F7D1FDADB3DB}" dt="2023-11-17T07:12:09.243" v="4439" actId="2057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F36B1CCA-6ECB-455C-8F88-F7D1FDADB3DB}" dt="2023-11-21T09:24:29.421" v="7220" actId="20577"/>
        <pc:sldMkLst>
          <pc:docMk/>
          <pc:sldMk cId="3724825567" sldId="260"/>
        </pc:sldMkLst>
      </pc:sldChg>
      <pc:sldChg chg="addSp delSp modSp mod modClrScheme chgLayout">
        <pc:chgData name="Said Achmad" userId="5d71821f-e4ec-49c0-a52f-549698ea3c81" providerId="ADAL" clId="{F36B1CCA-6ECB-455C-8F88-F7D1FDADB3DB}" dt="2023-11-21T09:22:49.638" v="7199" actId="6549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F36B1CCA-6ECB-455C-8F88-F7D1FDADB3DB}" dt="2023-11-21T09:23:01.436" v="7200" actId="20577"/>
        <pc:sldMkLst>
          <pc:docMk/>
          <pc:sldMk cId="363028880" sldId="262"/>
        </pc:sldMkLst>
      </pc:sldChg>
      <pc:sldChg chg="del">
        <pc:chgData name="Said Achmad" userId="5d71821f-e4ec-49c0-a52f-549698ea3c81" providerId="ADAL" clId="{F36B1CCA-6ECB-455C-8F88-F7D1FDADB3DB}" dt="2023-11-16T06:40:35.012" v="155" actId="47"/>
        <pc:sldMkLst>
          <pc:docMk/>
          <pc:sldMk cId="3663985620" sldId="264"/>
        </pc:sldMkLst>
      </pc:sldChg>
      <pc:sldChg chg="modSp mod">
        <pc:chgData name="Said Achmad" userId="5d71821f-e4ec-49c0-a52f-549698ea3c81" providerId="ADAL" clId="{F36B1CCA-6ECB-455C-8F88-F7D1FDADB3DB}" dt="2023-11-21T10:00:27.537" v="7561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F36B1CCA-6ECB-455C-8F88-F7D1FDADB3DB}" dt="2023-11-21T09:24:45.144" v="7221" actId="20577"/>
        <pc:sldMkLst>
          <pc:docMk/>
          <pc:sldMk cId="3962618298" sldId="282"/>
        </pc:sldMkLst>
      </pc:sldChg>
      <pc:sldChg chg="addSp delSp modSp mod">
        <pc:chgData name="Said Achmad" userId="5d71821f-e4ec-49c0-a52f-549698ea3c81" providerId="ADAL" clId="{F36B1CCA-6ECB-455C-8F88-F7D1FDADB3DB}" dt="2023-11-21T09:50:07.991" v="7489" actId="6549"/>
        <pc:sldMkLst>
          <pc:docMk/>
          <pc:sldMk cId="1702753199" sldId="283"/>
        </pc:sldMkLst>
      </pc:sldChg>
      <pc:sldChg chg="add del">
        <pc:chgData name="Said Achmad" userId="5d71821f-e4ec-49c0-a52f-549698ea3c81" providerId="ADAL" clId="{F36B1CCA-6ECB-455C-8F88-F7D1FDADB3DB}" dt="2023-11-16T06:40:33.880" v="154" actId="47"/>
        <pc:sldMkLst>
          <pc:docMk/>
          <pc:sldMk cId="1561272596" sldId="288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852185070" sldId="29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805675844" sldId="292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949010790" sldId="29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955090986" sldId="29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819417382" sldId="29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756292616" sldId="29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62856539" sldId="299"/>
        </pc:sldMkLst>
      </pc:sldChg>
      <pc:sldChg chg="modSp mod">
        <pc:chgData name="Said Achmad" userId="5d71821f-e4ec-49c0-a52f-549698ea3c81" providerId="ADAL" clId="{F36B1CCA-6ECB-455C-8F88-F7D1FDADB3DB}" dt="2023-11-21T08:40:04.847" v="6611" actId="20577"/>
        <pc:sldMkLst>
          <pc:docMk/>
          <pc:sldMk cId="2775010017" sldId="300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715285486" sldId="30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91587317" sldId="30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410182092" sldId="30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042903480" sldId="30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361189392" sldId="30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190454364" sldId="307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106424430" sldId="308"/>
        </pc:sldMkLst>
      </pc:sldChg>
      <pc:sldChg chg="addSp delSp modSp add del mod modClrScheme chgLayout">
        <pc:chgData name="Said Achmad" userId="5d71821f-e4ec-49c0-a52f-549698ea3c81" providerId="ADAL" clId="{F36B1CCA-6ECB-455C-8F88-F7D1FDADB3DB}" dt="2023-11-17T07:55:28.995" v="4647" actId="47"/>
        <pc:sldMkLst>
          <pc:docMk/>
          <pc:sldMk cId="772050117" sldId="309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689802598" sldId="310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53479280" sldId="311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37853771" sldId="312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2531489688" sldId="313"/>
        </pc:sldMkLst>
      </pc:sldChg>
      <pc:sldChg chg="add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3715361491" sldId="314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005400869" sldId="315"/>
        </pc:sldMkLst>
      </pc:sldChg>
      <pc:sldChg chg="addSp delSp modSp add mod ord">
        <pc:chgData name="Said Achmad" userId="5d71821f-e4ec-49c0-a52f-549698ea3c81" providerId="ADAL" clId="{F36B1CCA-6ECB-455C-8F88-F7D1FDADB3DB}" dt="2023-11-17T08:20:10.485" v="5301" actId="1076"/>
        <pc:sldMkLst>
          <pc:docMk/>
          <pc:sldMk cId="2653283716" sldId="316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521682526" sldId="317"/>
        </pc:sldMkLst>
      </pc:sldChg>
      <pc:sldChg chg="add del">
        <pc:chgData name="Said Achmad" userId="5d71821f-e4ec-49c0-a52f-549698ea3c81" providerId="ADAL" clId="{F36B1CCA-6ECB-455C-8F88-F7D1FDADB3DB}" dt="2023-11-16T08:50:36.257" v="1978" actId="2890"/>
        <pc:sldMkLst>
          <pc:docMk/>
          <pc:sldMk cId="469649093" sldId="318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3942660098" sldId="318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4117088690" sldId="319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3727408180" sldId="320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1488901449" sldId="321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2004687532" sldId="322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511167040" sldId="323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77821965" sldId="324"/>
        </pc:sldMkLst>
      </pc:sldChg>
      <pc:sldChg chg="add del">
        <pc:chgData name="Said Achmad" userId="5d71821f-e4ec-49c0-a52f-549698ea3c81" providerId="ADAL" clId="{F36B1CCA-6ECB-455C-8F88-F7D1FDADB3DB}" dt="2023-11-17T03:12:02.518" v="3328" actId="47"/>
        <pc:sldMkLst>
          <pc:docMk/>
          <pc:sldMk cId="2259465992" sldId="324"/>
        </pc:sldMkLst>
      </pc:sldChg>
      <pc:sldChg chg="addSp 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236158929" sldId="325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104457645" sldId="326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508023205" sldId="327"/>
        </pc:sldMkLst>
      </pc:sldChg>
      <pc:sldChg chg="add del">
        <pc:chgData name="Said Achmad" userId="5d71821f-e4ec-49c0-a52f-549698ea3c81" providerId="ADAL" clId="{F36B1CCA-6ECB-455C-8F88-F7D1FDADB3DB}" dt="2023-11-17T04:05:00.768" v="3960" actId="47"/>
        <pc:sldMkLst>
          <pc:docMk/>
          <pc:sldMk cId="2136488691" sldId="327"/>
        </pc:sldMkLst>
      </pc:sldChg>
      <pc:sldChg chg="modSp add mod">
        <pc:chgData name="Said Achmad" userId="5d71821f-e4ec-49c0-a52f-549698ea3c81" providerId="ADAL" clId="{F36B1CCA-6ECB-455C-8F88-F7D1FDADB3DB}" dt="2023-11-17T07:54:05.360" v="4646" actId="12"/>
        <pc:sldMkLst>
          <pc:docMk/>
          <pc:sldMk cId="1915762959" sldId="328"/>
        </pc:sldMkLst>
      </pc:sldChg>
      <pc:sldChg chg="add del">
        <pc:chgData name="Said Achmad" userId="5d71821f-e4ec-49c0-a52f-549698ea3c81" providerId="ADAL" clId="{F36B1CCA-6ECB-455C-8F88-F7D1FDADB3DB}" dt="2023-11-17T09:41:27.466" v="6040" actId="47"/>
        <pc:sldMkLst>
          <pc:docMk/>
          <pc:sldMk cId="1171075629" sldId="329"/>
        </pc:sldMkLst>
      </pc:sldChg>
      <pc:sldChg chg="addSp delSp modSp add mod ord">
        <pc:chgData name="Said Achmad" userId="5d71821f-e4ec-49c0-a52f-549698ea3c81" providerId="ADAL" clId="{F36B1CCA-6ECB-455C-8F88-F7D1FDADB3DB}" dt="2023-11-17T08:43:33.360" v="5505" actId="948"/>
        <pc:sldMkLst>
          <pc:docMk/>
          <pc:sldMk cId="4290244695" sldId="330"/>
        </pc:sldMkLst>
      </pc:sldChg>
      <pc:sldChg chg="addSp modSp add mod">
        <pc:chgData name="Said Achmad" userId="5d71821f-e4ec-49c0-a52f-549698ea3c81" providerId="ADAL" clId="{F36B1CCA-6ECB-455C-8F88-F7D1FDADB3DB}" dt="2023-11-17T08:47:58.907" v="5557" actId="122"/>
        <pc:sldMkLst>
          <pc:docMk/>
          <pc:sldMk cId="1207625032" sldId="331"/>
        </pc:sldMkLst>
      </pc:sldChg>
      <pc:sldChg chg="delSp modSp add mod">
        <pc:chgData name="Said Achmad" userId="5d71821f-e4ec-49c0-a52f-549698ea3c81" providerId="ADAL" clId="{F36B1CCA-6ECB-455C-8F88-F7D1FDADB3DB}" dt="2023-11-17T08:54:14.441" v="5570" actId="14100"/>
        <pc:sldMkLst>
          <pc:docMk/>
          <pc:sldMk cId="1180352207" sldId="332"/>
        </pc:sldMkLst>
      </pc:sldChg>
      <pc:sldChg chg="modSp add del mod">
        <pc:chgData name="Said Achmad" userId="5d71821f-e4ec-49c0-a52f-549698ea3c81" providerId="ADAL" clId="{F36B1CCA-6ECB-455C-8F88-F7D1FDADB3DB}" dt="2023-11-17T08:59:45.286" v="5586" actId="47"/>
        <pc:sldMkLst>
          <pc:docMk/>
          <pc:sldMk cId="3582647421" sldId="333"/>
        </pc:sldMkLst>
      </pc:sldChg>
      <pc:sldChg chg="modSp add mod ord">
        <pc:chgData name="Said Achmad" userId="5d71821f-e4ec-49c0-a52f-549698ea3c81" providerId="ADAL" clId="{F36B1CCA-6ECB-455C-8F88-F7D1FDADB3DB}" dt="2023-11-17T09:06:45.390" v="5668" actId="115"/>
        <pc:sldMkLst>
          <pc:docMk/>
          <pc:sldMk cId="1833598263" sldId="334"/>
        </pc:sldMkLst>
      </pc:sldChg>
      <pc:sldChg chg="modSp add mod ord">
        <pc:chgData name="Said Achmad" userId="5d71821f-e4ec-49c0-a52f-549698ea3c81" providerId="ADAL" clId="{F36B1CCA-6ECB-455C-8F88-F7D1FDADB3DB}" dt="2023-11-17T09:12:26.675" v="5738" actId="20577"/>
        <pc:sldMkLst>
          <pc:docMk/>
          <pc:sldMk cId="3681279657" sldId="335"/>
        </pc:sldMkLst>
      </pc:sldChg>
      <pc:sldChg chg="addSp delSp modSp add mod ord">
        <pc:chgData name="Said Achmad" userId="5d71821f-e4ec-49c0-a52f-549698ea3c81" providerId="ADAL" clId="{F36B1CCA-6ECB-455C-8F88-F7D1FDADB3DB}" dt="2023-11-17T09:42:32.503" v="6046" actId="1076"/>
        <pc:sldMkLst>
          <pc:docMk/>
          <pc:sldMk cId="1760058455" sldId="336"/>
        </pc:sldMkLst>
      </pc:sldChg>
      <pc:sldChg chg="addSp delSp modSp add mod ord">
        <pc:chgData name="Said Achmad" userId="5d71821f-e4ec-49c0-a52f-549698ea3c81" providerId="ADAL" clId="{F36B1CCA-6ECB-455C-8F88-F7D1FDADB3DB}" dt="2023-11-17T09:32:03.843" v="5903" actId="1076"/>
        <pc:sldMkLst>
          <pc:docMk/>
          <pc:sldMk cId="3478284968" sldId="337"/>
        </pc:sldMkLst>
      </pc:sldChg>
      <pc:sldChg chg="delSp modSp add del mod">
        <pc:chgData name="Said Achmad" userId="5d71821f-e4ec-49c0-a52f-549698ea3c81" providerId="ADAL" clId="{F36B1CCA-6ECB-455C-8F88-F7D1FDADB3DB}" dt="2023-11-17T09:41:24.122" v="6039" actId="47"/>
        <pc:sldMkLst>
          <pc:docMk/>
          <pc:sldMk cId="2792350168" sldId="338"/>
        </pc:sldMkLst>
      </pc:sldChg>
      <pc:sldChg chg="delSp modSp add mod">
        <pc:chgData name="Said Achmad" userId="5d71821f-e4ec-49c0-a52f-549698ea3c81" providerId="ADAL" clId="{F36B1CCA-6ECB-455C-8F88-F7D1FDADB3DB}" dt="2023-11-17T09:41:05.197" v="6038" actId="14100"/>
        <pc:sldMkLst>
          <pc:docMk/>
          <pc:sldMk cId="3607374767" sldId="339"/>
        </pc:sldMkLst>
      </pc:sldChg>
      <pc:sldChg chg="modSp mod modClrScheme chgLayout">
        <pc:chgData name="Said Achmad" userId="5d71821f-e4ec-49c0-a52f-549698ea3c81" providerId="ADAL" clId="{F36B1CCA-6ECB-455C-8F88-F7D1FDADB3DB}" dt="2023-11-21T09:21:50.888" v="7178" actId="700"/>
        <pc:sldMkLst>
          <pc:docMk/>
          <pc:sldMk cId="1205953113" sldId="340"/>
        </pc:sldMkLst>
      </pc:sldChg>
      <pc:sldChg chg="modSp mod ord modClrScheme chgLayout">
        <pc:chgData name="Said Achmad" userId="5d71821f-e4ec-49c0-a52f-549698ea3c81" providerId="ADAL" clId="{F36B1CCA-6ECB-455C-8F88-F7D1FDADB3DB}" dt="2023-11-21T09:21:56.968" v="7179" actId="700"/>
        <pc:sldMkLst>
          <pc:docMk/>
          <pc:sldMk cId="1543195854" sldId="346"/>
        </pc:sldMkLst>
      </pc:sldChg>
      <pc:sldChg chg="ord">
        <pc:chgData name="Said Achmad" userId="5d71821f-e4ec-49c0-a52f-549698ea3c81" providerId="ADAL" clId="{F36B1CCA-6ECB-455C-8F88-F7D1FDADB3DB}" dt="2023-11-21T09:21:42.216" v="7177"/>
        <pc:sldMkLst>
          <pc:docMk/>
          <pc:sldMk cId="3755900176" sldId="349"/>
        </pc:sldMkLst>
      </pc:sldChg>
      <pc:sldChg chg="modSp mod ord">
        <pc:chgData name="Said Achmad" userId="5d71821f-e4ec-49c0-a52f-549698ea3c81" providerId="ADAL" clId="{F36B1CCA-6ECB-455C-8F88-F7D1FDADB3DB}" dt="2023-11-21T09:21:42.216" v="7177"/>
        <pc:sldMkLst>
          <pc:docMk/>
          <pc:sldMk cId="217369932" sldId="350"/>
        </pc:sldMkLst>
      </pc:sldChg>
      <pc:sldChg chg="del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1770608999" sldId="351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2936184470" sldId="352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668783331" sldId="353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370634154" sldId="354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842731939" sldId="355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792014566" sldId="356"/>
        </pc:sldMkLst>
      </pc:sldChg>
      <pc:sldChg chg="add del ord">
        <pc:chgData name="Said Achmad" userId="5d71821f-e4ec-49c0-a52f-549698ea3c81" providerId="ADAL" clId="{F36B1CCA-6ECB-455C-8F88-F7D1FDADB3DB}" dt="2023-11-21T08:59:55.502" v="6906" actId="47"/>
        <pc:sldMkLst>
          <pc:docMk/>
          <pc:sldMk cId="3053350748" sldId="357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657757739" sldId="358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2262753512" sldId="359"/>
        </pc:sldMkLst>
      </pc:sldChg>
      <pc:sldChg chg="modSp add mod">
        <pc:chgData name="Said Achmad" userId="5d71821f-e4ec-49c0-a52f-549698ea3c81" providerId="ADAL" clId="{F36B1CCA-6ECB-455C-8F88-F7D1FDADB3DB}" dt="2023-11-21T09:49:52.135" v="7482" actId="14100"/>
        <pc:sldMkLst>
          <pc:docMk/>
          <pc:sldMk cId="1596846066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5</a:t>
            </a:r>
          </a:p>
          <a:p>
            <a:r>
              <a:rPr lang="en-US" dirty="0"/>
              <a:t>COMP6799001 – Database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CALCULUS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D6667-Said Achmad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Learning Objective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4522264"/>
          </a:xfrm>
        </p:spPr>
        <p:txBody>
          <a:bodyPr/>
          <a:lstStyle/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2</a:t>
            </a:r>
            <a:r>
              <a:rPr lang="en-US" sz="54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Explain the concepts of relational algebra, data manipulation language, and transaction management on database</a:t>
            </a:r>
            <a:endParaRPr lang="en-US" sz="5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247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Outline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9345528"/>
          </a:xfrm>
        </p:spPr>
        <p:txBody>
          <a:bodyPr>
            <a:noAutofit/>
          </a:bodyPr>
          <a:lstStyle/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Overview of Relational Calculus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The Tuple Relational Calculus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The Domain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37248255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</a:t>
            </a:r>
            <a:r>
              <a:rPr lang="en-US"/>
              <a:t>relational CALCULUS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888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70048"/>
            <a:ext cx="20413981" cy="1104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Provides a higher-level declarative language for specifying relational query.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In a relational calculus expression, there is no order of operations to specify, only what information the result should contain.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It has a firm basis in mathematical logic.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There are two variations of relational calculus. </a:t>
            </a:r>
          </a:p>
          <a:p>
            <a:pPr marL="1905000" lvl="1" indent="-6858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tuple relational calculus. </a:t>
            </a:r>
          </a:p>
          <a:p>
            <a:pPr marL="1905000" lvl="1" indent="-6858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domain relational calculus.</a:t>
            </a:r>
          </a:p>
          <a:p>
            <a:pPr marL="685800" lvl="1" indent="-6858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standard query language (SQL) for RDBMSs has its basic foundation in the tuple relational calculus.</a:t>
            </a:r>
          </a:p>
          <a:p>
            <a:pPr marL="685800" lvl="1" indent="-685800"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19157629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tuple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277501001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</a:t>
            </a:r>
            <a:r>
              <a:rPr lang="en-ID" sz="4000" dirty="0" err="1"/>
              <a:t>ompany</a:t>
            </a:r>
            <a:r>
              <a:rPr lang="en-ID" sz="4000" dirty="0"/>
              <a:t> relational database schema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40BB60-D7E1-7D2B-57E3-83BD89670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337946"/>
              </p:ext>
            </p:extLst>
          </p:nvPr>
        </p:nvGraphicFramePr>
        <p:xfrm>
          <a:off x="1705809" y="3337703"/>
          <a:ext cx="21635450" cy="79408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163545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1645388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  <a:gridCol w="1900989">
                  <a:extLst>
                    <a:ext uri="{9D8B030D-6E8A-4147-A177-3AD203B41FA5}">
                      <a16:colId xmlns:a16="http://schemas.microsoft.com/office/drawing/2014/main" val="392928176"/>
                    </a:ext>
                  </a:extLst>
                </a:gridCol>
                <a:gridCol w="2502568">
                  <a:extLst>
                    <a:ext uri="{9D8B030D-6E8A-4147-A177-3AD203B41FA5}">
                      <a16:colId xmlns:a16="http://schemas.microsoft.com/office/drawing/2014/main" val="1276958776"/>
                    </a:ext>
                  </a:extLst>
                </a:gridCol>
                <a:gridCol w="1804737">
                  <a:extLst>
                    <a:ext uri="{9D8B030D-6E8A-4147-A177-3AD203B41FA5}">
                      <a16:colId xmlns:a16="http://schemas.microsoft.com/office/drawing/2014/main" val="3585874456"/>
                    </a:ext>
                  </a:extLst>
                </a:gridCol>
                <a:gridCol w="2430379">
                  <a:extLst>
                    <a:ext uri="{9D8B030D-6E8A-4147-A177-3AD203B41FA5}">
                      <a16:colId xmlns:a16="http://schemas.microsoft.com/office/drawing/2014/main" val="681586273"/>
                    </a:ext>
                  </a:extLst>
                </a:gridCol>
                <a:gridCol w="2697209">
                  <a:extLst>
                    <a:ext uri="{9D8B030D-6E8A-4147-A177-3AD203B41FA5}">
                      <a16:colId xmlns:a16="http://schemas.microsoft.com/office/drawing/2014/main" val="258415429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916760786"/>
                    </a:ext>
                  </a:extLst>
                </a:gridCol>
              </a:tblGrid>
              <a:tr h="79408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Fname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Minint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Lname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Address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Salary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Super_ssn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Dno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CEB9FB-B86C-F683-3B1D-E53C98BAB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035335"/>
              </p:ext>
            </p:extLst>
          </p:nvPr>
        </p:nvGraphicFramePr>
        <p:xfrm>
          <a:off x="1705808" y="5308403"/>
          <a:ext cx="1517713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5067936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Mgr_ssn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Mgr_start_date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F19B80-5CDD-98CD-839C-2373A4CBA765}"/>
              </a:ext>
            </a:extLst>
          </p:cNvPr>
          <p:cNvSpPr txBox="1">
            <a:spLocks/>
          </p:cNvSpPr>
          <p:nvPr/>
        </p:nvSpPr>
        <p:spPr>
          <a:xfrm>
            <a:off x="1705809" y="2543619"/>
            <a:ext cx="3852780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EMPLOYEE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EF756642-B833-576C-99A8-89B45FA1F244}"/>
              </a:ext>
            </a:extLst>
          </p:cNvPr>
          <p:cNvSpPr txBox="1">
            <a:spLocks/>
          </p:cNvSpPr>
          <p:nvPr/>
        </p:nvSpPr>
        <p:spPr>
          <a:xfrm>
            <a:off x="1705808" y="4502288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DEPARTMENT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9351A21-5E87-F277-A9C0-BF0957F35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280387"/>
              </p:ext>
            </p:extLst>
          </p:nvPr>
        </p:nvGraphicFramePr>
        <p:xfrm>
          <a:off x="1705807" y="7005518"/>
          <a:ext cx="676834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Dlocation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5DE554E1-9CEE-78FA-21A4-74711A3D86C4}"/>
              </a:ext>
            </a:extLst>
          </p:cNvPr>
          <p:cNvSpPr txBox="1">
            <a:spLocks/>
          </p:cNvSpPr>
          <p:nvPr/>
        </p:nvSpPr>
        <p:spPr>
          <a:xfrm>
            <a:off x="1705807" y="6199403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DEPT_LOCATION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A958023-827B-C77F-8EEC-E03B7A773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419483"/>
              </p:ext>
            </p:extLst>
          </p:nvPr>
        </p:nvGraphicFramePr>
        <p:xfrm>
          <a:off x="1705807" y="8772487"/>
          <a:ext cx="12635835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2781457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990550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302481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3561347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Plocation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Dnum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7A9D671-07A0-F902-FF3F-DB62026460F6}"/>
              </a:ext>
            </a:extLst>
          </p:cNvPr>
          <p:cNvSpPr txBox="1">
            <a:spLocks/>
          </p:cNvSpPr>
          <p:nvPr/>
        </p:nvSpPr>
        <p:spPr>
          <a:xfrm>
            <a:off x="1705807" y="7966372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PROJECT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322392-969E-2532-4B07-064C6DC34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52029"/>
              </p:ext>
            </p:extLst>
          </p:nvPr>
        </p:nvGraphicFramePr>
        <p:xfrm>
          <a:off x="1705807" y="10562646"/>
          <a:ext cx="1010920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Pno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Hours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842025B-4789-246C-2C23-2980DEB5B454}"/>
              </a:ext>
            </a:extLst>
          </p:cNvPr>
          <p:cNvSpPr txBox="1">
            <a:spLocks/>
          </p:cNvSpPr>
          <p:nvPr/>
        </p:nvSpPr>
        <p:spPr>
          <a:xfrm>
            <a:off x="1705807" y="9756531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WORKS_ON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0455C16-613D-FC2C-A55B-72D1BC59D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890169"/>
              </p:ext>
            </p:extLst>
          </p:nvPr>
        </p:nvGraphicFramePr>
        <p:xfrm>
          <a:off x="1705809" y="12253015"/>
          <a:ext cx="1480151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1926384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477200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10899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2791835">
                  <a:extLst>
                    <a:ext uri="{9D8B030D-6E8A-4147-A177-3AD203B41FA5}">
                      <a16:colId xmlns:a16="http://schemas.microsoft.com/office/drawing/2014/main" val="1367091997"/>
                    </a:ext>
                  </a:extLst>
                </a:gridCol>
                <a:gridCol w="3200396">
                  <a:extLst>
                    <a:ext uri="{9D8B030D-6E8A-4147-A177-3AD203B41FA5}">
                      <a16:colId xmlns:a16="http://schemas.microsoft.com/office/drawing/2014/main" val="3547525548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Dependent_name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Relationship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F1D2786A-8DEB-554B-6044-AF32D0CE52F9}"/>
              </a:ext>
            </a:extLst>
          </p:cNvPr>
          <p:cNvSpPr txBox="1">
            <a:spLocks/>
          </p:cNvSpPr>
          <p:nvPr/>
        </p:nvSpPr>
        <p:spPr>
          <a:xfrm>
            <a:off x="1705807" y="11446900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DEPENDENT</a:t>
            </a:r>
          </a:p>
        </p:txBody>
      </p:sp>
      <p:sp>
        <p:nvSpPr>
          <p:cNvPr id="36" name="Flowchart: Document 35">
            <a:extLst>
              <a:ext uri="{FF2B5EF4-FFF2-40B4-BE49-F238E27FC236}">
                <a16:creationId xmlns:a16="http://schemas.microsoft.com/office/drawing/2014/main" id="{79E70A48-A63A-F6E2-23C2-97EB318CABC4}"/>
              </a:ext>
            </a:extLst>
          </p:cNvPr>
          <p:cNvSpPr/>
          <p:nvPr/>
        </p:nvSpPr>
        <p:spPr>
          <a:xfrm>
            <a:off x="20726398" y="11268093"/>
            <a:ext cx="3112172" cy="1961912"/>
          </a:xfrm>
          <a:prstGeom prst="flowChartDocumen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See textbook page 191-192 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for more details</a:t>
            </a:r>
            <a:endParaRPr kumimoji="0" lang="en-ID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32837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tuple relational calculus is based on specifying a number of tuple variables. </a:t>
            </a:r>
          </a:p>
          <a:p>
            <a:pPr marL="685800" lvl="0" indent="-6858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Each tuple variable usually ranges over a particular database relation, meaning that the variable may take as its value any individual tuple from that relation.</a:t>
            </a:r>
          </a:p>
          <a:p>
            <a:pPr marL="685800" lvl="0" indent="-6858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 simple tuple relational calculus query is of the form:</a:t>
            </a:r>
          </a:p>
          <a:p>
            <a:pPr lvl="1" indent="0">
              <a:buNone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			</a:t>
            </a:r>
            <a:r>
              <a:rPr lang="en-ID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{t | COND(t)}</a:t>
            </a:r>
            <a:endParaRPr lang="en-US" sz="4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1905000" lvl="1" indent="-6858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 = tuple variable</a:t>
            </a:r>
          </a:p>
          <a:p>
            <a:pPr marL="1905000" lvl="1" indent="-6858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COND(t)= specifies the range relation a conditional (Boolean) expression</a:t>
            </a:r>
          </a:p>
          <a:p>
            <a:pPr marL="722313" lvl="1" indent="-571500">
              <a:lnSpc>
                <a:spcPct val="100000"/>
              </a:lnSpc>
              <a:spcBef>
                <a:spcPts val="1800"/>
              </a:spcBef>
            </a:pPr>
            <a:endParaRPr lang="en-US" sz="4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722313" lvl="1" indent="-571500">
              <a:lnSpc>
                <a:spcPct val="100000"/>
              </a:lnSpc>
              <a:spcBef>
                <a:spcPts val="1800"/>
              </a:spcBef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result of such a query is the set of all tuples t that evaluate COND(t) to TRUE</a:t>
            </a:r>
            <a:endParaRPr lang="en-US" sz="40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The tuple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429024469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22885"/>
            <a:ext cx="20413981" cy="2936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example, to find all employees whose </a:t>
            </a: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salary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is </a:t>
            </a: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above $50,000.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These tuple calculus expression  as follows:</a:t>
            </a:r>
          </a:p>
          <a:p>
            <a:pPr marL="3048000" lvl="5" indent="0" algn="ctr">
              <a:spcBef>
                <a:spcPts val="540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{t | EMPLOYEE(t)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t.Salary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&gt;50000}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The tuple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D5E74F3-710A-C6A9-A7C5-7A3BD2690014}"/>
              </a:ext>
            </a:extLst>
          </p:cNvPr>
          <p:cNvSpPr txBox="1">
            <a:spLocks/>
          </p:cNvSpPr>
          <p:nvPr/>
        </p:nvSpPr>
        <p:spPr>
          <a:xfrm>
            <a:off x="2167377" y="7628899"/>
            <a:ext cx="21204687" cy="2100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 retrieve only some of the attribute such as the first and last names:</a:t>
            </a:r>
          </a:p>
          <a:p>
            <a:pPr lvl="0" algn="ctr">
              <a:spcBef>
                <a:spcPts val="5400"/>
              </a:spcBef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t.Fname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EMPLOYEE(t)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t.Salary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&gt;50000}</a:t>
            </a:r>
          </a:p>
        </p:txBody>
      </p:sp>
    </p:spTree>
    <p:extLst>
      <p:ext uri="{BB962C8B-B14F-4D97-AF65-F5344CB8AC3E}">
        <p14:creationId xmlns:p14="http://schemas.microsoft.com/office/powerpoint/2010/main" val="120762503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The tuple relational calculus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B516-D445-EC22-B2A6-5AB7CA3CC0FD}"/>
              </a:ext>
            </a:extLst>
          </p:cNvPr>
          <p:cNvSpPr txBox="1">
            <a:spLocks/>
          </p:cNvSpPr>
          <p:nvPr/>
        </p:nvSpPr>
        <p:spPr>
          <a:xfrm>
            <a:off x="2167377" y="7498080"/>
            <a:ext cx="20948655" cy="5559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In tuple relational calculus, we first specify the requested attributes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t.Bdate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t.Address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for each selected tuple t. </a:t>
            </a:r>
          </a:p>
          <a:p>
            <a:pPr marL="685800" lvl="0" indent="-6858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Then we specify the condition for selecting a tuple following the bar (|)—namely, that t be a tuple of the EMPLOYEE relation whose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Minit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attribute values are ‘John’, ‘B’, and ‘Smith’, respectively.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6B244D2-5687-AC0F-864B-6DC50635D023}"/>
              </a:ext>
            </a:extLst>
          </p:cNvPr>
          <p:cNvSpPr txBox="1">
            <a:spLocks/>
          </p:cNvSpPr>
          <p:nvPr/>
        </p:nvSpPr>
        <p:spPr>
          <a:xfrm>
            <a:off x="2167377" y="2597286"/>
            <a:ext cx="20413981" cy="4260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1800"/>
              </a:spcBef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Retrieve the birth date and address of the employee (or employees) </a:t>
            </a:r>
          </a:p>
          <a:p>
            <a:pPr lvl="0">
              <a:spcBef>
                <a:spcPts val="3000"/>
              </a:spcBef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whose name is John B. Smith:</a:t>
            </a:r>
          </a:p>
          <a:p>
            <a:pPr marL="1974850" lvl="0">
              <a:spcBef>
                <a:spcPts val="3000"/>
              </a:spcBef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{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t.Bdate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t.Address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EMPLOYEE(t)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t.Fname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=‘John’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t.Minit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=‘B’  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=‘Smith’}</a:t>
            </a:r>
          </a:p>
        </p:txBody>
      </p:sp>
    </p:spTree>
    <p:extLst>
      <p:ext uri="{BB962C8B-B14F-4D97-AF65-F5344CB8AC3E}">
        <p14:creationId xmlns:p14="http://schemas.microsoft.com/office/powerpoint/2010/main" val="419772122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22885"/>
            <a:ext cx="20413981" cy="834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 general expression of the tuple relational calculus is of the form:</a:t>
            </a:r>
          </a:p>
          <a:p>
            <a:pPr lvl="0" algn="ctr"/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{t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1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.A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j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t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2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.A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k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... 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en-US" sz="5400" baseline="-250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.A</a:t>
            </a:r>
            <a:r>
              <a:rPr lang="en-US" sz="5400" baseline="-250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COND(t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1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t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2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...,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en-US" sz="5400" baseline="-250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t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n+1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t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n+2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...,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en-US" sz="5400" baseline="-250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n+m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)}</a:t>
            </a:r>
          </a:p>
          <a:p>
            <a:pPr marL="1905000" lvl="1" indent="-685800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§"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1905000" lvl="1" indent="-685800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fr-FR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fr-FR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1</a:t>
            </a:r>
            <a:r>
              <a:rPr lang="fr-FR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t</a:t>
            </a:r>
            <a:r>
              <a:rPr lang="fr-FR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2</a:t>
            </a:r>
            <a:r>
              <a:rPr lang="fr-FR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… , </a:t>
            </a:r>
            <a:r>
              <a:rPr lang="fr-FR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fr-FR" sz="5400" baseline="-250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</a:t>
            </a:r>
            <a:r>
              <a:rPr lang="fr-FR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t</a:t>
            </a:r>
            <a:r>
              <a:rPr lang="fr-FR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n+1</a:t>
            </a:r>
            <a:r>
              <a:rPr lang="fr-FR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… , </a:t>
            </a:r>
            <a:r>
              <a:rPr lang="fr-FR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fr-FR" sz="5400" baseline="-250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n+m</a:t>
            </a:r>
            <a:r>
              <a:rPr lang="fr-FR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fr-FR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are tuple variables</a:t>
            </a:r>
          </a:p>
          <a:p>
            <a:pPr marL="1905000" lvl="1" indent="-685800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is an attribute of the relation on which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</a:t>
            </a:r>
            <a:r>
              <a:rPr lang="en-US" sz="5400" baseline="-250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</a:t>
            </a:r>
            <a:r>
              <a:rPr lang="en-US" sz="5400" baseline="-25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ranges</a:t>
            </a:r>
            <a:endParaRPr lang="fr-FR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1905000" lvl="1" indent="-685800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COND is a condition or formula of the tuple relational calculus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20765775" cy="510281"/>
          </a:xfrm>
        </p:spPr>
        <p:txBody>
          <a:bodyPr>
            <a:noAutofit/>
          </a:bodyPr>
          <a:lstStyle/>
          <a:p>
            <a:r>
              <a:rPr lang="en-US" sz="4000" dirty="0"/>
              <a:t>Expressions and Formulas in Tuple Relational Calculus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1803522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22885"/>
            <a:ext cx="20413981" cy="834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In addition, two special symbols called quantifiers can appear in formulas:</a:t>
            </a:r>
          </a:p>
          <a:p>
            <a:pPr marL="1169988" lvl="1" indent="-620713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fr-FR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Universal Quantifier (∀)</a:t>
            </a:r>
          </a:p>
          <a:p>
            <a:pPr marL="1169988" lvl="1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For the universal quantifier, (∀t)(F) is TRUE if every possible tuple that can be assigned to free occurrences of t in F is substituted for t, and F is TRUE for every such substitution</a:t>
            </a:r>
            <a:endParaRPr lang="fr-FR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1169988" lvl="1" indent="-620713"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Existential Quantifier (∃)</a:t>
            </a:r>
          </a:p>
          <a:p>
            <a:pPr marL="1169988" lvl="1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(∃) quantifier is called an existential quantifier because a formula (∃t)(F) is TRUE if there exists some tuple that makes F TRUE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20765775" cy="510281"/>
          </a:xfrm>
        </p:spPr>
        <p:txBody>
          <a:bodyPr>
            <a:noAutofit/>
          </a:bodyPr>
          <a:lstStyle/>
          <a:p>
            <a:r>
              <a:rPr lang="en-US" sz="4000" dirty="0"/>
              <a:t>Universal and existential quantifier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82779567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Tuple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1.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List the name and address of all employees who work for the ‘Research’ department:</a:t>
            </a:r>
          </a:p>
          <a:p>
            <a:pPr marL="3048000" lvl="5" indent="0">
              <a:spcBef>
                <a:spcPts val="540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{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t.Fname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t.Address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EMPLOYEE(t) AND (∃d)(DEPARTMENT(d)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=‘Research’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d.Dnumber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t.Dno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)}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If a tuple satisfies the conditions specified after the bar in Q1, the attributes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Fname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Lname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and Address are retrieved. 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conditions EMPLOYEE(t) and DEPARTMENT(d) specify the range relations for t and d. 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condition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d.Dname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= ‘Research’ is a selection condition and corresponds to a SELECT operation in the relational algebra.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condition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d.Dnumber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=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t.Dno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is a join condition</a:t>
            </a:r>
          </a:p>
        </p:txBody>
      </p:sp>
    </p:spTree>
    <p:extLst>
      <p:ext uri="{BB962C8B-B14F-4D97-AF65-F5344CB8AC3E}">
        <p14:creationId xmlns:p14="http://schemas.microsoft.com/office/powerpoint/2010/main" val="183359826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Tuple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2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 For each employee, retrieve the employee’s first and last name and the first and last name of his or her immediate supervisor:</a:t>
            </a:r>
          </a:p>
          <a:p>
            <a:pPr marL="3048000" lvl="5" indent="0">
              <a:spcBef>
                <a:spcPts val="540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e.Fname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s.Fname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EMPLOYEE(e) AND EMPLOYEE(s)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e.Super_ssn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s.Ssn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426048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Tuple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3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 For every project located in ‘Stafford’, list the project number, the controlling department number, and the department manager’s last name, birth date, and address: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p.Pnumber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p.Dnum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m.Bdate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m.Address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PROJECT(p) AND EMPLOYEE(m)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p.Plocation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=‘Stafford’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((∃d)(DEPARTMENT(d)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p.Dnum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d.Dnumber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d.Mgr_ssn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m.Ssn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))}</a:t>
            </a:r>
          </a:p>
        </p:txBody>
      </p:sp>
    </p:spTree>
    <p:extLst>
      <p:ext uri="{BB962C8B-B14F-4D97-AF65-F5344CB8AC3E}">
        <p14:creationId xmlns:p14="http://schemas.microsoft.com/office/powerpoint/2010/main" val="420116913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Tuple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641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4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 List the name of each employee who works on some project controlled by department number 5. In this case we need two join conditions and two existential quantifiers: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e.Fname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EMPLOYEE(e) AND ((∃x)(∃w)(PROJECT(x)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WORKS_ON(w)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x.Dnum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=5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w.Essn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x.Pnumber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w.Pno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))}</a:t>
            </a:r>
          </a:p>
        </p:txBody>
      </p:sp>
    </p:spTree>
    <p:extLst>
      <p:ext uri="{BB962C8B-B14F-4D97-AF65-F5344CB8AC3E}">
        <p14:creationId xmlns:p14="http://schemas.microsoft.com/office/powerpoint/2010/main" val="407638099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Tuple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9666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5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 Make a list of project numbers for projects that involve an employee whose last name is ‘Smith’, either as a worker or as manager of the controlling department for the project: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{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p.Pnumber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PROJECT(p) AND (((∃e)(∃w)(EMPLOYEE(e)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WORKS_ON(w)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w.Pno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p.Pnumber</a:t>
            </a: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=‘Smith’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e.Ssn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w.Essn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OR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((∃m)(∃d)(EMPLOYEE(m) AND DEPARTMENT(d)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p.Dnum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d.Dnumber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d.Mgr_ssn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m.Ssn</a:t>
            </a: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m.Lname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=‘Smith’)))}</a:t>
            </a:r>
          </a:p>
        </p:txBody>
      </p:sp>
    </p:spTree>
    <p:extLst>
      <p:ext uri="{BB962C8B-B14F-4D97-AF65-F5344CB8AC3E}">
        <p14:creationId xmlns:p14="http://schemas.microsoft.com/office/powerpoint/2010/main" val="113782453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domain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154319585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</a:t>
            </a:r>
            <a:r>
              <a:rPr lang="en-ID" sz="4000" dirty="0" err="1"/>
              <a:t>ompany</a:t>
            </a:r>
            <a:r>
              <a:rPr lang="en-ID" sz="4000" dirty="0"/>
              <a:t> relational database schema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40BB60-D7E1-7D2B-57E3-83BD89670E1E}"/>
              </a:ext>
            </a:extLst>
          </p:cNvPr>
          <p:cNvGraphicFramePr>
            <a:graphicFrameLocks noGrp="1"/>
          </p:cNvGraphicFramePr>
          <p:nvPr/>
        </p:nvGraphicFramePr>
        <p:xfrm>
          <a:off x="1705809" y="3337703"/>
          <a:ext cx="21635450" cy="79408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163545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1645388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  <a:gridCol w="1900989">
                  <a:extLst>
                    <a:ext uri="{9D8B030D-6E8A-4147-A177-3AD203B41FA5}">
                      <a16:colId xmlns:a16="http://schemas.microsoft.com/office/drawing/2014/main" val="392928176"/>
                    </a:ext>
                  </a:extLst>
                </a:gridCol>
                <a:gridCol w="2502568">
                  <a:extLst>
                    <a:ext uri="{9D8B030D-6E8A-4147-A177-3AD203B41FA5}">
                      <a16:colId xmlns:a16="http://schemas.microsoft.com/office/drawing/2014/main" val="1276958776"/>
                    </a:ext>
                  </a:extLst>
                </a:gridCol>
                <a:gridCol w="1804737">
                  <a:extLst>
                    <a:ext uri="{9D8B030D-6E8A-4147-A177-3AD203B41FA5}">
                      <a16:colId xmlns:a16="http://schemas.microsoft.com/office/drawing/2014/main" val="3585874456"/>
                    </a:ext>
                  </a:extLst>
                </a:gridCol>
                <a:gridCol w="2430379">
                  <a:extLst>
                    <a:ext uri="{9D8B030D-6E8A-4147-A177-3AD203B41FA5}">
                      <a16:colId xmlns:a16="http://schemas.microsoft.com/office/drawing/2014/main" val="681586273"/>
                    </a:ext>
                  </a:extLst>
                </a:gridCol>
                <a:gridCol w="2697209">
                  <a:extLst>
                    <a:ext uri="{9D8B030D-6E8A-4147-A177-3AD203B41FA5}">
                      <a16:colId xmlns:a16="http://schemas.microsoft.com/office/drawing/2014/main" val="258415429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916760786"/>
                    </a:ext>
                  </a:extLst>
                </a:gridCol>
              </a:tblGrid>
              <a:tr h="79408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Fname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Minint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Lname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Address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Salary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Super_ssn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Dno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CEB9FB-B86C-F683-3B1D-E53C98BAB870}"/>
              </a:ext>
            </a:extLst>
          </p:cNvPr>
          <p:cNvGraphicFramePr>
            <a:graphicFrameLocks noGrp="1"/>
          </p:cNvGraphicFramePr>
          <p:nvPr/>
        </p:nvGraphicFramePr>
        <p:xfrm>
          <a:off x="1705808" y="5308403"/>
          <a:ext cx="1517713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5067936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Mgr_ssn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Mgr_start_date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F19B80-5CDD-98CD-839C-2373A4CBA765}"/>
              </a:ext>
            </a:extLst>
          </p:cNvPr>
          <p:cNvSpPr txBox="1">
            <a:spLocks/>
          </p:cNvSpPr>
          <p:nvPr/>
        </p:nvSpPr>
        <p:spPr>
          <a:xfrm>
            <a:off x="1705809" y="2543619"/>
            <a:ext cx="3852780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EMPLOYEE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EF756642-B833-576C-99A8-89B45FA1F244}"/>
              </a:ext>
            </a:extLst>
          </p:cNvPr>
          <p:cNvSpPr txBox="1">
            <a:spLocks/>
          </p:cNvSpPr>
          <p:nvPr/>
        </p:nvSpPr>
        <p:spPr>
          <a:xfrm>
            <a:off x="1705808" y="4502288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DEPARTMENT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9351A21-5E87-F277-A9C0-BF0957F35591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7005518"/>
          <a:ext cx="676834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Dlocation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5DE554E1-9CEE-78FA-21A4-74711A3D86C4}"/>
              </a:ext>
            </a:extLst>
          </p:cNvPr>
          <p:cNvSpPr txBox="1">
            <a:spLocks/>
          </p:cNvSpPr>
          <p:nvPr/>
        </p:nvSpPr>
        <p:spPr>
          <a:xfrm>
            <a:off x="1705807" y="6199403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DEPT_LOCATION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A958023-827B-C77F-8EEC-E03B7A773698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8772487"/>
          <a:ext cx="12635835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2781457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990550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302481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3561347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Plocation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Dnum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7A9D671-07A0-F902-FF3F-DB62026460F6}"/>
              </a:ext>
            </a:extLst>
          </p:cNvPr>
          <p:cNvSpPr txBox="1">
            <a:spLocks/>
          </p:cNvSpPr>
          <p:nvPr/>
        </p:nvSpPr>
        <p:spPr>
          <a:xfrm>
            <a:off x="1705807" y="7966372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PROJECT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322392-969E-2532-4B07-064C6DC34BAB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10562646"/>
          <a:ext cx="1010920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Pno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Hours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842025B-4789-246C-2C23-2980DEB5B454}"/>
              </a:ext>
            </a:extLst>
          </p:cNvPr>
          <p:cNvSpPr txBox="1">
            <a:spLocks/>
          </p:cNvSpPr>
          <p:nvPr/>
        </p:nvSpPr>
        <p:spPr>
          <a:xfrm>
            <a:off x="1705807" y="9756531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WORKS_ON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0455C16-613D-FC2C-A55B-72D1BC59DB35}"/>
              </a:ext>
            </a:extLst>
          </p:cNvPr>
          <p:cNvGraphicFramePr>
            <a:graphicFrameLocks noGrp="1"/>
          </p:cNvGraphicFramePr>
          <p:nvPr/>
        </p:nvGraphicFramePr>
        <p:xfrm>
          <a:off x="1705809" y="12253015"/>
          <a:ext cx="1480151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1926384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477200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10899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2791835">
                  <a:extLst>
                    <a:ext uri="{9D8B030D-6E8A-4147-A177-3AD203B41FA5}">
                      <a16:colId xmlns:a16="http://schemas.microsoft.com/office/drawing/2014/main" val="1367091997"/>
                    </a:ext>
                  </a:extLst>
                </a:gridCol>
                <a:gridCol w="3200396">
                  <a:extLst>
                    <a:ext uri="{9D8B030D-6E8A-4147-A177-3AD203B41FA5}">
                      <a16:colId xmlns:a16="http://schemas.microsoft.com/office/drawing/2014/main" val="3547525548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Dependent_name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Relationship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F1D2786A-8DEB-554B-6044-AF32D0CE52F9}"/>
              </a:ext>
            </a:extLst>
          </p:cNvPr>
          <p:cNvSpPr txBox="1">
            <a:spLocks/>
          </p:cNvSpPr>
          <p:nvPr/>
        </p:nvSpPr>
        <p:spPr>
          <a:xfrm>
            <a:off x="1705807" y="11446900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DEPENDENT</a:t>
            </a:r>
          </a:p>
        </p:txBody>
      </p:sp>
      <p:sp>
        <p:nvSpPr>
          <p:cNvPr id="36" name="Flowchart: Document 35">
            <a:extLst>
              <a:ext uri="{FF2B5EF4-FFF2-40B4-BE49-F238E27FC236}">
                <a16:creationId xmlns:a16="http://schemas.microsoft.com/office/drawing/2014/main" id="{79E70A48-A63A-F6E2-23C2-97EB318CABC4}"/>
              </a:ext>
            </a:extLst>
          </p:cNvPr>
          <p:cNvSpPr/>
          <p:nvPr/>
        </p:nvSpPr>
        <p:spPr>
          <a:xfrm>
            <a:off x="20726398" y="11268093"/>
            <a:ext cx="3112172" cy="1961912"/>
          </a:xfrm>
          <a:prstGeom prst="flowChartDocumen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See textbook page 191-192 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for more details</a:t>
            </a:r>
            <a:endParaRPr kumimoji="0" lang="en-ID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5590017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B8AA65-724A-942C-B003-7552F1BDCAB1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lvl="0" indent="-6858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Domain calculus differs from tuple calculus in the type of variables used in formulas.</a:t>
            </a:r>
          </a:p>
          <a:p>
            <a:pPr marL="685800" lvl="0" indent="-6858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Rather than having variables range over tuples, the variables range over single values from domains of attributes. </a:t>
            </a:r>
          </a:p>
          <a:p>
            <a:pPr marL="685800" lvl="0" indent="-6858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To form a relation of degree n for a query result, we must have n of these domain variables—one for each attribute..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 expression of the domain calculus is of the form:</a:t>
            </a:r>
          </a:p>
          <a:p>
            <a:pPr lvl="1" indent="0">
              <a:buNone/>
              <a:tabLst>
                <a:tab pos="1427163" algn="l"/>
              </a:tabLst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		</a:t>
            </a:r>
            <a:r>
              <a:rPr lang="en-ID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{x1, x2, ..., </a:t>
            </a:r>
            <a:r>
              <a:rPr lang="en-ID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xn</a:t>
            </a:r>
            <a:r>
              <a:rPr lang="en-ID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| COND(x1, x2, ..., </a:t>
            </a:r>
            <a:r>
              <a:rPr lang="en-ID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xn</a:t>
            </a:r>
            <a:r>
              <a:rPr lang="en-ID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xn+1, xn+2, ..., </a:t>
            </a:r>
            <a:r>
              <a:rPr lang="en-ID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xn+m</a:t>
            </a:r>
            <a:r>
              <a:rPr lang="en-ID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)}</a:t>
            </a:r>
          </a:p>
          <a:p>
            <a:pPr marL="1905000" lvl="1" indent="-6858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 x1, x2, … ,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xn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, xn+1, xn+2, … ,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xn+m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are domain variables that range over domains (of attributes)</a:t>
            </a:r>
          </a:p>
          <a:p>
            <a:pPr marL="1905000" lvl="1" indent="-6858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COND is a condition or formula of the domain relational calculus.</a:t>
            </a:r>
          </a:p>
          <a:p>
            <a:pPr marL="722313" lvl="1" indent="-571500">
              <a:lnSpc>
                <a:spcPct val="100000"/>
              </a:lnSpc>
              <a:spcBef>
                <a:spcPts val="1800"/>
              </a:spcBef>
            </a:pPr>
            <a:endParaRPr lang="en-US" sz="4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150813" lvl="1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40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		</a:t>
            </a:r>
          </a:p>
          <a:p>
            <a:pPr marL="150813" lvl="1" indent="0">
              <a:lnSpc>
                <a:spcPct val="100000"/>
              </a:lnSpc>
              <a:spcBef>
                <a:spcPts val="1800"/>
              </a:spcBef>
              <a:buNone/>
            </a:pPr>
            <a:endParaRPr lang="en-US" sz="40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domain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21736993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Domain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1.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List the birth date and address of the employee whose name is ‘John B. Smith’: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{u, v | (∃q) (∃r) (∃s) (∃t) (∃w) (∃x) (∃y) (∃z)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(EMPLOYEE(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qrstuvwxyz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q=‘John’ AND r=‘B’ AND s=‘Smith’)}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We first specify the requested attributes u for BDATE and v for ADDRESS. 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Then we specify the condition for selecting a tuple following the bar (|).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sequence of values assigned to the variables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qrstuvwxyz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be a tuple of the EMPLOYEE.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The values for q (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Fname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), r (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Minit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), and s (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Lname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be equal to ‘John’, ‘B’, and ‘Smith’, respectively</a:t>
            </a:r>
          </a:p>
        </p:txBody>
      </p:sp>
    </p:spTree>
    <p:extLst>
      <p:ext uri="{BB962C8B-B14F-4D97-AF65-F5344CB8AC3E}">
        <p14:creationId xmlns:p14="http://schemas.microsoft.com/office/powerpoint/2010/main" val="49994481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Domain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2.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Retrieve the name and address of all employees who work for the ‘Research’ department: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{q, s, v | (∃z) (∃l) (∃m) (EMPLOYEE(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qrstuvwxyz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DEPARTMENT(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lmno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AND l=‘Research’ AND m=z)}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 condition relating two domain variables that range over attributes from two relations, such as m = z in Q2, is a join condition</a:t>
            </a:r>
          </a:p>
          <a:p>
            <a:pPr marL="758825" lvl="5" indent="-685800">
              <a:spcBef>
                <a:spcPts val="36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 condition that relates a domain variable to a constant, such as l = ‘Research’, is a selection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145745114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Domain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3.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For every project located in ‘Stafford’, list the project number, the controlling department number, and the department manager’s last name, birth date, and address: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{i, k, s, u, v | (∃j)(∃m)(∃n)(∃t)(PROJECT(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hijk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EMPLOYEE(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qrstuvwxyz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DEPARTMENT(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lmno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k=m AND n=t AND j=‘Stafford’)}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490857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Domain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4.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List the names of employees who have no dependents: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{q, s | (∃t)(EMPLOYEE(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qrstuvwxyz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AND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(NOT(∃l)(DEPENDENT(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lmnop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AND t=l)))}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5400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  <a:p>
            <a:pPr marL="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Q4 can be restated using universal quantifiers instead of the existential quantifiers, as shown in Q4A below:</a:t>
            </a:r>
          </a:p>
          <a:p>
            <a:pPr marL="30353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{q, s | (∃t)(EMPLOYEE(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qrstuvwxyz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AND </a:t>
            </a:r>
          </a:p>
          <a:p>
            <a:pPr marL="30353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((∀l)(NOT(DEPENDENT(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lmnop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)) OR NOT(t=l))))</a:t>
            </a:r>
          </a:p>
        </p:txBody>
      </p:sp>
    </p:spTree>
    <p:extLst>
      <p:ext uri="{BB962C8B-B14F-4D97-AF65-F5344CB8AC3E}">
        <p14:creationId xmlns:p14="http://schemas.microsoft.com/office/powerpoint/2010/main" val="4144478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 dirty="0"/>
              <a:t>Sample Queries in Domain Relational Calculus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BBF845-E1BB-4A2F-EB22-D1115CE9466C}"/>
              </a:ext>
            </a:extLst>
          </p:cNvPr>
          <p:cNvSpPr txBox="1">
            <a:spLocks/>
          </p:cNvSpPr>
          <p:nvPr/>
        </p:nvSpPr>
        <p:spPr>
          <a:xfrm>
            <a:off x="2167377" y="2622884"/>
            <a:ext cx="20413981" cy="11093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>
              <a:spcBef>
                <a:spcPts val="5400"/>
              </a:spcBef>
            </a:pPr>
            <a:r>
              <a:rPr lang="en-US" sz="5400" b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Query </a:t>
            </a:r>
            <a:r>
              <a:rPr lang="en-US" sz="5400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5</a:t>
            </a:r>
            <a:r>
              <a:rPr lang="en-US" sz="5400" b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.</a:t>
            </a:r>
            <a:r>
              <a:rPr lang="en-US" sz="540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List the names of managers who have at least one dependent: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 {s, q | (∃t)(∃j)(∃l)(EMPLOYEE(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qrstuvwxyz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AND DEPARTMENT(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hijk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DEPENDENT(</a:t>
            </a:r>
            <a:r>
              <a:rPr lang="en-US" sz="5400" dirty="0" err="1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lmnop</a:t>
            </a: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) </a:t>
            </a:r>
          </a:p>
          <a:p>
            <a:pPr marL="3048000" lvl="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AND t=j AND l=t)}</a:t>
            </a:r>
            <a:endParaRPr lang="en-US" dirty="0">
              <a:solidFill>
                <a:schemeClr val="tx1">
                  <a:lumMod val="50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09896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3C2A69-6E3C-0E01-0D0A-C72966157E9E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Summary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8F3B7-E7E6-E44E-25EA-F7E2C52AB843}"/>
              </a:ext>
            </a:extLst>
          </p:cNvPr>
          <p:cNvSpPr txBox="1"/>
          <p:nvPr/>
        </p:nvSpPr>
        <p:spPr>
          <a:xfrm>
            <a:off x="1206496" y="2590800"/>
            <a:ext cx="22301200" cy="918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The tuple relational calculus, which uses tuple variables that range over tuples (rows) of relations</a:t>
            </a:r>
            <a:r>
              <a:rPr lang="en-ID" sz="5400" dirty="0">
                <a:solidFill>
                  <a:schemeClr val="bg1"/>
                </a:solidFill>
              </a:rPr>
              <a:t>.</a:t>
            </a:r>
          </a:p>
          <a:p>
            <a:pPr marL="342900" indent="-34290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The domain relational calculus, which uses domain variables that range over domains (columns of relations). </a:t>
            </a:r>
          </a:p>
          <a:p>
            <a:pPr marL="342900" indent="-34290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In relational calculus, a query is specified in a single declarative statement, without specifying any order or method for retrieving the query result</a:t>
            </a:r>
          </a:p>
          <a:p>
            <a:pPr marL="342900" indent="-342900" algn="l">
              <a:spcBef>
                <a:spcPts val="420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Relational calculus expression states what we want to retrieve regardless of how the query may be executed</a:t>
            </a:r>
            <a:endParaRPr lang="en-ID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75319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D34E-2DC4-3ACB-2967-B6A7722D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800100"/>
            <a:ext cx="21971004" cy="1790700"/>
          </a:xfrm>
        </p:spPr>
        <p:txBody>
          <a:bodyPr/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723E0-CB99-EADA-4C23-254BEFF7F6E4}"/>
              </a:ext>
            </a:extLst>
          </p:cNvPr>
          <p:cNvSpPr txBox="1"/>
          <p:nvPr/>
        </p:nvSpPr>
        <p:spPr>
          <a:xfrm>
            <a:off x="787400" y="2870201"/>
            <a:ext cx="22174200" cy="79714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Define the following terms with respect to the tuple calculus: </a:t>
            </a:r>
          </a:p>
          <a:p>
            <a:pPr marL="3048000" lvl="3" indent="-1143000" algn="l">
              <a:spcAft>
                <a:spcPts val="3000"/>
              </a:spcAft>
              <a:buFont typeface="+mj-lt"/>
              <a:buAutoNum type="alphaLcPeriod"/>
            </a:pPr>
            <a:r>
              <a:rPr lang="en-US" sz="4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tuple variable	c. expression 		</a:t>
            </a:r>
          </a:p>
          <a:p>
            <a:pPr marL="3048000" lvl="3" indent="-1143000" algn="l">
              <a:spcAft>
                <a:spcPts val="3000"/>
              </a:spcAft>
              <a:buFont typeface="+mj-lt"/>
              <a:buAutoNum type="alphaLcPeriod"/>
            </a:pPr>
            <a:r>
              <a:rPr lang="en-US" sz="4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range relation	</a:t>
            </a:r>
          </a:p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Explain the main differences between Tuple Relational Calculus (TRC) and Domain Relational Calculus (DRC). </a:t>
            </a:r>
            <a:r>
              <a:rPr lang="en-US" sz="540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Provide an example of how each one would represent a simple query.</a:t>
            </a:r>
            <a:endParaRPr lang="en-US" sz="5400" dirty="0">
              <a:solidFill>
                <a:schemeClr val="bg1"/>
              </a:solidFill>
              <a:latin typeface="Cambria" pitchFamily="18" charset="0"/>
              <a:ea typeface="Cambria" pitchFamily="18" charset="0"/>
            </a:endParaRPr>
          </a:p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Discuss the meanings of the existential quantifier (∃) and the universal quantifier (∀).</a:t>
            </a:r>
          </a:p>
        </p:txBody>
      </p:sp>
    </p:spTree>
    <p:extLst>
      <p:ext uri="{BB962C8B-B14F-4D97-AF65-F5344CB8AC3E}">
        <p14:creationId xmlns:p14="http://schemas.microsoft.com/office/powerpoint/2010/main" val="350001893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12DA8F-6E95-D5EB-00B0-BF8C363C0033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References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ECC02-83BB-9260-5A52-F39ED0A6902F}"/>
              </a:ext>
            </a:extLst>
          </p:cNvPr>
          <p:cNvSpPr txBox="1"/>
          <p:nvPr/>
        </p:nvSpPr>
        <p:spPr>
          <a:xfrm>
            <a:off x="1371600" y="3556001"/>
            <a:ext cx="2217420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Ramez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Elmasri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, Shamkant Navathe. Fundamentals of Database Systems 7th Edition. Pearson. New York. </a:t>
            </a:r>
          </a:p>
        </p:txBody>
      </p:sp>
    </p:spTree>
    <p:extLst>
      <p:ext uri="{BB962C8B-B14F-4D97-AF65-F5344CB8AC3E}">
        <p14:creationId xmlns:p14="http://schemas.microsoft.com/office/powerpoint/2010/main" val="39626182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BU 2023</Template>
  <TotalTime>1762</TotalTime>
  <Words>2168</Words>
  <Application>Microsoft Office PowerPoint</Application>
  <PresentationFormat>Custom</PresentationFormat>
  <Paragraphs>222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Helvetica Neue Medium</vt:lpstr>
      <vt:lpstr>Open Sans ExtraBold</vt:lpstr>
      <vt:lpstr>Arial</vt:lpstr>
      <vt:lpstr>Open Sans Light</vt:lpstr>
      <vt:lpstr>OCRB</vt:lpstr>
      <vt:lpstr>Cambria</vt:lpstr>
      <vt:lpstr>Wingdings</vt:lpstr>
      <vt:lpstr>Open Sans Semibold</vt:lpstr>
      <vt:lpstr>21_BasicWhite</vt:lpstr>
      <vt:lpstr>Relational CALCULUS</vt:lpstr>
      <vt:lpstr>Learning Objective</vt:lpstr>
      <vt:lpstr>Outline</vt:lpstr>
      <vt:lpstr>Overview of relational CALCULUS</vt:lpstr>
      <vt:lpstr>Relational calculus</vt:lpstr>
      <vt:lpstr>The tuple relational calculus</vt:lpstr>
      <vt:lpstr>Company relational database schema</vt:lpstr>
      <vt:lpstr>The tuple relational calculus</vt:lpstr>
      <vt:lpstr>The tuple relational calculus</vt:lpstr>
      <vt:lpstr>The tuple relational calculus</vt:lpstr>
      <vt:lpstr>Expressions and Formulas in Tuple Relational Calculus</vt:lpstr>
      <vt:lpstr>Universal and existential quantifier</vt:lpstr>
      <vt:lpstr>Sample Queries in Tuple Relational Calculus</vt:lpstr>
      <vt:lpstr>Sample Queries in Tuple Relational Calculus</vt:lpstr>
      <vt:lpstr>Sample Queries in Tuple Relational Calculus</vt:lpstr>
      <vt:lpstr>Sample Queries in Tuple Relational Calculus</vt:lpstr>
      <vt:lpstr>Sample Queries in Tuple Relational Calculus</vt:lpstr>
      <vt:lpstr>The domain relational calculus</vt:lpstr>
      <vt:lpstr>Company relational database schema</vt:lpstr>
      <vt:lpstr>domain relational calculus</vt:lpstr>
      <vt:lpstr>Sample Queries in Domain Relational Calculus</vt:lpstr>
      <vt:lpstr>Sample Queries in Domain Relational Calculus</vt:lpstr>
      <vt:lpstr>Sample Queries in Domain Relational Calculus</vt:lpstr>
      <vt:lpstr>Sample Queries in Domain Relational Calculus</vt:lpstr>
      <vt:lpstr>Sample Queries in Domain Relational Calculus</vt:lpstr>
      <vt:lpstr>PowerPoint Presentation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Achmad</dc:creator>
  <cp:lastModifiedBy>Said Achmad</cp:lastModifiedBy>
  <cp:revision>22</cp:revision>
  <dcterms:created xsi:type="dcterms:W3CDTF">2023-10-26T06:53:09Z</dcterms:created>
  <dcterms:modified xsi:type="dcterms:W3CDTF">2025-06-01T07:31:36Z</dcterms:modified>
</cp:coreProperties>
</file>