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6"/>
  </p:notesMasterIdLst>
  <p:sldIdLst>
    <p:sldId id="256" r:id="rId2"/>
    <p:sldId id="425" r:id="rId3"/>
    <p:sldId id="260" r:id="rId4"/>
    <p:sldId id="262" r:id="rId5"/>
    <p:sldId id="328" r:id="rId6"/>
    <p:sldId id="426" r:id="rId7"/>
    <p:sldId id="394" r:id="rId8"/>
    <p:sldId id="427" r:id="rId9"/>
    <p:sldId id="428" r:id="rId10"/>
    <p:sldId id="429" r:id="rId11"/>
    <p:sldId id="412" r:id="rId12"/>
    <p:sldId id="411" r:id="rId13"/>
    <p:sldId id="300" r:id="rId14"/>
    <p:sldId id="413" r:id="rId15"/>
    <p:sldId id="414" r:id="rId16"/>
    <p:sldId id="415" r:id="rId17"/>
    <p:sldId id="387" r:id="rId18"/>
    <p:sldId id="416" r:id="rId19"/>
    <p:sldId id="417" r:id="rId20"/>
    <p:sldId id="418" r:id="rId21"/>
    <p:sldId id="401" r:id="rId22"/>
    <p:sldId id="419" r:id="rId23"/>
    <p:sldId id="388" r:id="rId24"/>
    <p:sldId id="420" r:id="rId25"/>
    <p:sldId id="395" r:id="rId26"/>
    <p:sldId id="396" r:id="rId27"/>
    <p:sldId id="421" r:id="rId28"/>
    <p:sldId id="397" r:id="rId29"/>
    <p:sldId id="399" r:id="rId30"/>
    <p:sldId id="404" r:id="rId31"/>
    <p:sldId id="283" r:id="rId32"/>
    <p:sldId id="423" r:id="rId33"/>
    <p:sldId id="278" r:id="rId34"/>
    <p:sldId id="424" r:id="rId35"/>
  </p:sldIdLst>
  <p:sldSz cx="24384000" cy="13716000"/>
  <p:notesSz cx="6858000" cy="9144000"/>
  <p:embeddedFontLs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OCRB" panose="020B0609020202020204" pitchFamily="49" charset="0"/>
      <p:regular r:id="rId41"/>
    </p:embeddedFont>
    <p:embeddedFont>
      <p:font typeface="Open Sans ExtraBold" panose="020B0906030804020204" pitchFamily="34" charset="0"/>
      <p:bold r:id="rId42"/>
      <p:italic r:id="rId43"/>
      <p:boldItalic r:id="rId44"/>
    </p:embeddedFont>
    <p:embeddedFont>
      <p:font typeface="Open Sans Light" panose="020B0306030504020204" pitchFamily="34" charset="0"/>
      <p:regular r:id="rId45"/>
      <p:italic r:id="rId46"/>
    </p:embeddedFont>
    <p:embeddedFont>
      <p:font typeface="Open Sans Semibold" panose="020B0706030804020204" pitchFamily="34" charset="0"/>
      <p:regular r:id="rId47"/>
      <p:bold r:id="rId48"/>
      <p:italic r:id="rId49"/>
      <p:boldItalic r:id="rId50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BF"/>
    <a:srgbClr val="72F2E3"/>
    <a:srgbClr val="000000"/>
    <a:srgbClr val="56C1FF"/>
    <a:srgbClr val="34F3F8"/>
    <a:srgbClr val="F5AF36"/>
    <a:srgbClr val="27FEF9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BD7C0-E4F1-44E7-BDAA-AC9D5F389C39}" v="6" dt="2025-06-28T00:27:07.76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87273" autoAdjust="0"/>
  </p:normalViewPr>
  <p:slideViewPr>
    <p:cSldViewPr snapToGrid="0" snapToObjects="1">
      <p:cViewPr varScale="1">
        <p:scale>
          <a:sx n="23" d="100"/>
          <a:sy n="23" d="100"/>
        </p:scale>
        <p:origin x="86" y="552"/>
      </p:cViewPr>
      <p:guideLst>
        <p:guide orient="horz" pos="4320"/>
        <p:guide pos="76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 Achmad" userId="5d71821f-e4ec-49c0-a52f-549698ea3c81" providerId="ADAL" clId="{28A38233-3362-4245-8B6F-E5E136D4C08A}"/>
    <pc:docChg chg="undo custSel addSld modSld sldOrd">
      <pc:chgData name="Said Achmad" userId="5d71821f-e4ec-49c0-a52f-549698ea3c81" providerId="ADAL" clId="{28A38233-3362-4245-8B6F-E5E136D4C08A}" dt="2023-12-07T07:07:29.556" v="13" actId="20577"/>
      <pc:docMkLst>
        <pc:docMk/>
      </pc:docMkLst>
      <pc:sldChg chg="modSp add mod ord">
        <pc:chgData name="Said Achmad" userId="5d71821f-e4ec-49c0-a52f-549698ea3c81" providerId="ADAL" clId="{28A38233-3362-4245-8B6F-E5E136D4C08A}" dt="2023-12-07T06:26:44.458" v="6"/>
        <pc:sldMkLst>
          <pc:docMk/>
          <pc:sldMk cId="783756021" sldId="405"/>
        </pc:sldMkLst>
      </pc:sldChg>
      <pc:sldChg chg="modSp add mod ord">
        <pc:chgData name="Said Achmad" userId="5d71821f-e4ec-49c0-a52f-549698ea3c81" providerId="ADAL" clId="{28A38233-3362-4245-8B6F-E5E136D4C08A}" dt="2023-12-07T07:07:29.556" v="13" actId="20577"/>
        <pc:sldMkLst>
          <pc:docMk/>
          <pc:sldMk cId="1465955659" sldId="406"/>
        </pc:sldMkLst>
      </pc:sldChg>
    </pc:docChg>
  </pc:docChgLst>
  <pc:docChgLst>
    <pc:chgData name="Said Achmad" userId="5d71821f-e4ec-49c0-a52f-549698ea3c81" providerId="ADAL" clId="{CF650702-EC09-4DE5-BC17-9C839DCD83F3}"/>
    <pc:docChg chg="undo redo custSel addSld delSld modSld">
      <pc:chgData name="Said Achmad" userId="5d71821f-e4ec-49c0-a52f-549698ea3c81" providerId="ADAL" clId="{CF650702-EC09-4DE5-BC17-9C839DCD83F3}" dt="2023-11-23T09:06:41.356" v="780" actId="20577"/>
      <pc:docMkLst>
        <pc:docMk/>
      </pc:docMkLst>
      <pc:sldChg chg="modSp mod">
        <pc:chgData name="Said Achmad" userId="5d71821f-e4ec-49c0-a52f-549698ea3c81" providerId="ADAL" clId="{CF650702-EC09-4DE5-BC17-9C839DCD83F3}" dt="2023-11-21T10:01:47.328" v="9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CF650702-EC09-4DE5-BC17-9C839DCD83F3}" dt="2023-11-23T09:05:58.176" v="770"/>
        <pc:sldMkLst>
          <pc:docMk/>
          <pc:sldMk cId="3724825567" sldId="260"/>
        </pc:sldMkLst>
      </pc:sldChg>
      <pc:sldChg chg="del">
        <pc:chgData name="Said Achmad" userId="5d71821f-e4ec-49c0-a52f-549698ea3c81" providerId="ADAL" clId="{CF650702-EC09-4DE5-BC17-9C839DCD83F3}" dt="2023-11-21T10:02:01.356" v="34" actId="4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CF650702-EC09-4DE5-BC17-9C839DCD83F3}" dt="2023-11-21T10:02:06.367" v="42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CF650702-EC09-4DE5-BC17-9C839DCD83F3}" dt="2023-11-23T09:05:35.445" v="769"/>
        <pc:sldMkLst>
          <pc:docMk/>
          <pc:sldMk cId="3500018930" sldId="278"/>
        </pc:sldMkLst>
      </pc:sldChg>
      <pc:sldChg chg="addSp delSp modSp mod">
        <pc:chgData name="Said Achmad" userId="5d71821f-e4ec-49c0-a52f-549698ea3c81" providerId="ADAL" clId="{CF650702-EC09-4DE5-BC17-9C839DCD83F3}" dt="2023-11-23T09:03:27.247" v="755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CF650702-EC09-4DE5-BC17-9C839DCD83F3}" dt="2023-11-23T07:24:18.813" v="78" actId="20577"/>
        <pc:sldMkLst>
          <pc:docMk/>
          <pc:sldMk cId="2775010017" sldId="300"/>
        </pc:sldMkLst>
      </pc:sldChg>
      <pc:sldChg chg="modSp mod">
        <pc:chgData name="Said Achmad" userId="5d71821f-e4ec-49c0-a52f-549698ea3c81" providerId="ADAL" clId="{CF650702-EC09-4DE5-BC17-9C839DCD83F3}" dt="2023-11-23T07:14:56.888" v="71" actId="948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CF650702-EC09-4DE5-BC17-9C839DCD83F3}" dt="2023-11-23T07:45:39.502" v="262" actId="20577"/>
        <pc:sldMkLst>
          <pc:docMk/>
          <pc:sldMk cId="4290244695" sldId="330"/>
        </pc:sldMkLst>
      </pc:sldChg>
      <pc:sldChg chg="addSp delSp modSp mod">
        <pc:chgData name="Said Achmad" userId="5d71821f-e4ec-49c0-a52f-549698ea3c81" providerId="ADAL" clId="{CF650702-EC09-4DE5-BC17-9C839DCD83F3}" dt="2023-11-23T07:49:41.599" v="293" actId="948"/>
        <pc:sldMkLst>
          <pc:docMk/>
          <pc:sldMk cId="1207625032" sldId="331"/>
        </pc:sldMkLst>
      </pc:sldChg>
      <pc:sldChg chg="modSp mod">
        <pc:chgData name="Said Achmad" userId="5d71821f-e4ec-49c0-a52f-549698ea3c81" providerId="ADAL" clId="{CF650702-EC09-4DE5-BC17-9C839DCD83F3}" dt="2023-11-23T08:01:11.738" v="335" actId="20577"/>
        <pc:sldMkLst>
          <pc:docMk/>
          <pc:sldMk cId="1180352207" sldId="332"/>
        </pc:sldMkLst>
      </pc:sldChg>
      <pc:sldChg chg="addSp delSp modSp mod">
        <pc:chgData name="Said Achmad" userId="5d71821f-e4ec-49c0-a52f-549698ea3c81" providerId="ADAL" clId="{CF650702-EC09-4DE5-BC17-9C839DCD83F3}" dt="2023-11-23T08:19:59.213" v="474" actId="12"/>
        <pc:sldMkLst>
          <pc:docMk/>
          <pc:sldMk cId="1833598263" sldId="334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81279657" sldId="335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1760058455" sldId="336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478284968" sldId="337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07374767" sldId="339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205953113" sldId="340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677166980" sldId="341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78608817" sldId="342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580747" sldId="343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4191712453" sldId="344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280175106" sldId="345"/>
        </pc:sldMkLst>
      </pc:sldChg>
      <pc:sldChg chg="modSp mod">
        <pc:chgData name="Said Achmad" userId="5d71821f-e4ec-49c0-a52f-549698ea3c81" providerId="ADAL" clId="{CF650702-EC09-4DE5-BC17-9C839DCD83F3}" dt="2023-11-23T08:43:30.325" v="570"/>
        <pc:sldMkLst>
          <pc:docMk/>
          <pc:sldMk cId="1543195854" sldId="346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60394193" sldId="348"/>
        </pc:sldMkLst>
      </pc:sldChg>
      <pc:sldChg chg="modSp mod">
        <pc:chgData name="Said Achmad" userId="5d71821f-e4ec-49c0-a52f-549698ea3c81" providerId="ADAL" clId="{CF650702-EC09-4DE5-BC17-9C839DCD83F3}" dt="2023-11-23T08:47:34.187" v="610" actId="6549"/>
        <pc:sldMkLst>
          <pc:docMk/>
          <pc:sldMk cId="217369932" sldId="350"/>
        </pc:sldMkLst>
      </pc:sldChg>
      <pc:sldChg chg="del">
        <pc:chgData name="Said Achmad" userId="5d71821f-e4ec-49c0-a52f-549698ea3c81" providerId="ADAL" clId="{CF650702-EC09-4DE5-BC17-9C839DCD83F3}" dt="2023-11-23T08:47:36.494" v="611" actId="47"/>
        <pc:sldMkLst>
          <pc:docMk/>
          <pc:sldMk cId="1770608999" sldId="351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936184470" sldId="352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68783331" sldId="353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370634154" sldId="354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842731939" sldId="355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792014566" sldId="356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57757739" sldId="358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262753512" sldId="359"/>
        </pc:sldMkLst>
      </pc:sldChg>
      <pc:sldChg chg="del">
        <pc:chgData name="Said Achmad" userId="5d71821f-e4ec-49c0-a52f-549698ea3c81" providerId="ADAL" clId="{CF650702-EC09-4DE5-BC17-9C839DCD83F3}" dt="2023-11-23T09:03:39.328" v="756" actId="2696"/>
        <pc:sldMkLst>
          <pc:docMk/>
          <pc:sldMk cId="1596846066" sldId="360"/>
        </pc:sldMkLst>
      </pc:sldChg>
      <pc:sldChg chg="addSp delSp modSp add mod">
        <pc:chgData name="Said Achmad" userId="5d71821f-e4ec-49c0-a52f-549698ea3c81" providerId="ADAL" clId="{CF650702-EC09-4DE5-BC17-9C839DCD83F3}" dt="2023-11-23T07:49:12.965" v="289" actId="14100"/>
        <pc:sldMkLst>
          <pc:docMk/>
          <pc:sldMk cId="4197721224" sldId="361"/>
        </pc:sldMkLst>
      </pc:sldChg>
      <pc:sldChg chg="modSp add mod">
        <pc:chgData name="Said Achmad" userId="5d71821f-e4ec-49c0-a52f-549698ea3c81" providerId="ADAL" clId="{CF650702-EC09-4DE5-BC17-9C839DCD83F3}" dt="2023-11-23T08:39:49.540" v="568"/>
        <pc:sldMkLst>
          <pc:docMk/>
          <pc:sldMk cId="3827795672" sldId="362"/>
        </pc:sldMkLst>
      </pc:sldChg>
      <pc:sldChg chg="modSp add mod">
        <pc:chgData name="Said Achmad" userId="5d71821f-e4ec-49c0-a52f-549698ea3c81" providerId="ADAL" clId="{CF650702-EC09-4DE5-BC17-9C839DCD83F3}" dt="2023-11-23T08:25:38.149" v="518" actId="6549"/>
        <pc:sldMkLst>
          <pc:docMk/>
          <pc:sldMk cId="2054260488" sldId="363"/>
        </pc:sldMkLst>
      </pc:sldChg>
      <pc:sldChg chg="modSp add mod">
        <pc:chgData name="Said Achmad" userId="5d71821f-e4ec-49c0-a52f-549698ea3c81" providerId="ADAL" clId="{CF650702-EC09-4DE5-BC17-9C839DCD83F3}" dt="2023-11-23T08:29:42.946" v="566" actId="20577"/>
        <pc:sldMkLst>
          <pc:docMk/>
          <pc:sldMk cId="4201169138" sldId="364"/>
        </pc:sldMkLst>
      </pc:sldChg>
      <pc:sldChg chg="modSp add mod">
        <pc:chgData name="Said Achmad" userId="5d71821f-e4ec-49c0-a52f-549698ea3c81" providerId="ADAL" clId="{CF650702-EC09-4DE5-BC17-9C839DCD83F3}" dt="2023-11-23T08:29:10.258" v="558" actId="20577"/>
        <pc:sldMkLst>
          <pc:docMk/>
          <pc:sldMk cId="4076380990" sldId="365"/>
        </pc:sldMkLst>
      </pc:sldChg>
      <pc:sldChg chg="modSp add mod">
        <pc:chgData name="Said Achmad" userId="5d71821f-e4ec-49c0-a52f-549698ea3c81" providerId="ADAL" clId="{CF650702-EC09-4DE5-BC17-9C839DCD83F3}" dt="2023-11-23T08:29:18.262" v="560" actId="14100"/>
        <pc:sldMkLst>
          <pc:docMk/>
          <pc:sldMk cId="1137824534" sldId="366"/>
        </pc:sldMkLst>
      </pc:sldChg>
      <pc:sldChg chg="modSp add mod">
        <pc:chgData name="Said Achmad" userId="5d71821f-e4ec-49c0-a52f-549698ea3c81" providerId="ADAL" clId="{CF650702-EC09-4DE5-BC17-9C839DCD83F3}" dt="2023-11-23T08:54:05.293" v="657" actId="20577"/>
        <pc:sldMkLst>
          <pc:docMk/>
          <pc:sldMk cId="499944814" sldId="367"/>
        </pc:sldMkLst>
      </pc:sldChg>
      <pc:sldChg chg="modSp add mod">
        <pc:chgData name="Said Achmad" userId="5d71821f-e4ec-49c0-a52f-549698ea3c81" providerId="ADAL" clId="{CF650702-EC09-4DE5-BC17-9C839DCD83F3}" dt="2023-11-23T08:55:14.001" v="668" actId="20577"/>
        <pc:sldMkLst>
          <pc:docMk/>
          <pc:sldMk cId="1457451149" sldId="368"/>
        </pc:sldMkLst>
      </pc:sldChg>
      <pc:sldChg chg="modSp add mod">
        <pc:chgData name="Said Achmad" userId="5d71821f-e4ec-49c0-a52f-549698ea3c81" providerId="ADAL" clId="{CF650702-EC09-4DE5-BC17-9C839DCD83F3}" dt="2023-11-23T09:06:29.495" v="772" actId="20577"/>
        <pc:sldMkLst>
          <pc:docMk/>
          <pc:sldMk cId="444908579" sldId="369"/>
        </pc:sldMkLst>
      </pc:sldChg>
      <pc:sldChg chg="modSp add mod">
        <pc:chgData name="Said Achmad" userId="5d71821f-e4ec-49c0-a52f-549698ea3c81" providerId="ADAL" clId="{CF650702-EC09-4DE5-BC17-9C839DCD83F3}" dt="2023-11-23T09:06:37.543" v="778" actId="20577"/>
        <pc:sldMkLst>
          <pc:docMk/>
          <pc:sldMk cId="41444787" sldId="370"/>
        </pc:sldMkLst>
      </pc:sldChg>
      <pc:sldChg chg="modSp add mod">
        <pc:chgData name="Said Achmad" userId="5d71821f-e4ec-49c0-a52f-549698ea3c81" providerId="ADAL" clId="{CF650702-EC09-4DE5-BC17-9C839DCD83F3}" dt="2023-11-23T09:06:41.356" v="780" actId="20577"/>
        <pc:sldMkLst>
          <pc:docMk/>
          <pc:sldMk cId="1910098967" sldId="371"/>
        </pc:sldMkLst>
      </pc:sldChg>
    </pc:docChg>
  </pc:docChgLst>
  <pc:docChgLst>
    <pc:chgData name="Said Achmad" userId="5d71821f-e4ec-49c0-a52f-549698ea3c81" providerId="ADAL" clId="{F36B1CCA-6ECB-455C-8F88-F7D1FDADB3DB}"/>
    <pc:docChg chg="undo redo custSel addSld delSld modSld sldOrd">
      <pc:chgData name="Said Achmad" userId="5d71821f-e4ec-49c0-a52f-549698ea3c81" providerId="ADAL" clId="{F36B1CCA-6ECB-455C-8F88-F7D1FDADB3DB}" dt="2023-11-21T10:00:46.930" v="7562" actId="20577"/>
      <pc:docMkLst>
        <pc:docMk/>
      </pc:docMkLst>
      <pc:sldChg chg="modSp mod">
        <pc:chgData name="Said Achmad" userId="5d71821f-e4ec-49c0-a52f-549698ea3c81" providerId="ADAL" clId="{F36B1CCA-6ECB-455C-8F88-F7D1FDADB3DB}" dt="2023-11-21T10:00:46.930" v="7562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F36B1CCA-6ECB-455C-8F88-F7D1FDADB3DB}" dt="2023-11-17T07:12:09.243" v="4439" actId="20577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F36B1CCA-6ECB-455C-8F88-F7D1FDADB3DB}" dt="2023-11-21T09:24:29.421" v="7220" actId="20577"/>
        <pc:sldMkLst>
          <pc:docMk/>
          <pc:sldMk cId="3724825567" sldId="260"/>
        </pc:sldMkLst>
      </pc:sldChg>
      <pc:sldChg chg="addSp delSp modSp mod modClrScheme chgLayout">
        <pc:chgData name="Said Achmad" userId="5d71821f-e4ec-49c0-a52f-549698ea3c81" providerId="ADAL" clId="{F36B1CCA-6ECB-455C-8F88-F7D1FDADB3DB}" dt="2023-11-21T09:22:49.638" v="7199" actId="6549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F36B1CCA-6ECB-455C-8F88-F7D1FDADB3DB}" dt="2023-11-21T09:23:01.436" v="7200" actId="20577"/>
        <pc:sldMkLst>
          <pc:docMk/>
          <pc:sldMk cId="363028880" sldId="262"/>
        </pc:sldMkLst>
      </pc:sldChg>
      <pc:sldChg chg="del">
        <pc:chgData name="Said Achmad" userId="5d71821f-e4ec-49c0-a52f-549698ea3c81" providerId="ADAL" clId="{F36B1CCA-6ECB-455C-8F88-F7D1FDADB3DB}" dt="2023-11-16T06:40:35.012" v="155" actId="47"/>
        <pc:sldMkLst>
          <pc:docMk/>
          <pc:sldMk cId="3663985620" sldId="264"/>
        </pc:sldMkLst>
      </pc:sldChg>
      <pc:sldChg chg="modSp mod">
        <pc:chgData name="Said Achmad" userId="5d71821f-e4ec-49c0-a52f-549698ea3c81" providerId="ADAL" clId="{F36B1CCA-6ECB-455C-8F88-F7D1FDADB3DB}" dt="2023-11-21T10:00:27.537" v="7561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F36B1CCA-6ECB-455C-8F88-F7D1FDADB3DB}" dt="2023-11-21T09:24:45.144" v="7221" actId="20577"/>
        <pc:sldMkLst>
          <pc:docMk/>
          <pc:sldMk cId="3962618298" sldId="282"/>
        </pc:sldMkLst>
      </pc:sldChg>
      <pc:sldChg chg="addSp delSp modSp mod">
        <pc:chgData name="Said Achmad" userId="5d71821f-e4ec-49c0-a52f-549698ea3c81" providerId="ADAL" clId="{F36B1CCA-6ECB-455C-8F88-F7D1FDADB3DB}" dt="2023-11-21T09:50:07.991" v="7489" actId="6549"/>
        <pc:sldMkLst>
          <pc:docMk/>
          <pc:sldMk cId="1702753199" sldId="283"/>
        </pc:sldMkLst>
      </pc:sldChg>
      <pc:sldChg chg="add del">
        <pc:chgData name="Said Achmad" userId="5d71821f-e4ec-49c0-a52f-549698ea3c81" providerId="ADAL" clId="{F36B1CCA-6ECB-455C-8F88-F7D1FDADB3DB}" dt="2023-11-16T06:40:33.880" v="154" actId="47"/>
        <pc:sldMkLst>
          <pc:docMk/>
          <pc:sldMk cId="1561272596" sldId="288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852185070" sldId="29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805675844" sldId="292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949010790" sldId="29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955090986" sldId="29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819417382" sldId="29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756292616" sldId="29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62856539" sldId="299"/>
        </pc:sldMkLst>
      </pc:sldChg>
      <pc:sldChg chg="modSp mod">
        <pc:chgData name="Said Achmad" userId="5d71821f-e4ec-49c0-a52f-549698ea3c81" providerId="ADAL" clId="{F36B1CCA-6ECB-455C-8F88-F7D1FDADB3DB}" dt="2023-11-21T08:40:04.847" v="6611" actId="20577"/>
        <pc:sldMkLst>
          <pc:docMk/>
          <pc:sldMk cId="2775010017" sldId="300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715285486" sldId="30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91587317" sldId="30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410182092" sldId="30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042903480" sldId="30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361189392" sldId="30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190454364" sldId="307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106424430" sldId="308"/>
        </pc:sldMkLst>
      </pc:sldChg>
      <pc:sldChg chg="addSp delSp modSp add del mod modClrScheme chgLayout">
        <pc:chgData name="Said Achmad" userId="5d71821f-e4ec-49c0-a52f-549698ea3c81" providerId="ADAL" clId="{F36B1CCA-6ECB-455C-8F88-F7D1FDADB3DB}" dt="2023-11-17T07:55:28.995" v="4647" actId="47"/>
        <pc:sldMkLst>
          <pc:docMk/>
          <pc:sldMk cId="772050117" sldId="309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689802598" sldId="310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53479280" sldId="311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37853771" sldId="312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2531489688" sldId="313"/>
        </pc:sldMkLst>
      </pc:sldChg>
      <pc:sldChg chg="add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3715361491" sldId="314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005400869" sldId="315"/>
        </pc:sldMkLst>
      </pc:sldChg>
      <pc:sldChg chg="addSp delSp modSp add mod ord">
        <pc:chgData name="Said Achmad" userId="5d71821f-e4ec-49c0-a52f-549698ea3c81" providerId="ADAL" clId="{F36B1CCA-6ECB-455C-8F88-F7D1FDADB3DB}" dt="2023-11-17T08:20:10.485" v="5301" actId="1076"/>
        <pc:sldMkLst>
          <pc:docMk/>
          <pc:sldMk cId="2653283716" sldId="316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521682526" sldId="317"/>
        </pc:sldMkLst>
      </pc:sldChg>
      <pc:sldChg chg="add del">
        <pc:chgData name="Said Achmad" userId="5d71821f-e4ec-49c0-a52f-549698ea3c81" providerId="ADAL" clId="{F36B1CCA-6ECB-455C-8F88-F7D1FDADB3DB}" dt="2023-11-16T08:50:36.257" v="1978" actId="2890"/>
        <pc:sldMkLst>
          <pc:docMk/>
          <pc:sldMk cId="469649093" sldId="318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3942660098" sldId="318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4117088690" sldId="319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3727408180" sldId="320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1488901449" sldId="321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2004687532" sldId="322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511167040" sldId="323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77821965" sldId="324"/>
        </pc:sldMkLst>
      </pc:sldChg>
      <pc:sldChg chg="add del">
        <pc:chgData name="Said Achmad" userId="5d71821f-e4ec-49c0-a52f-549698ea3c81" providerId="ADAL" clId="{F36B1CCA-6ECB-455C-8F88-F7D1FDADB3DB}" dt="2023-11-17T03:12:02.518" v="3328" actId="47"/>
        <pc:sldMkLst>
          <pc:docMk/>
          <pc:sldMk cId="2259465992" sldId="324"/>
        </pc:sldMkLst>
      </pc:sldChg>
      <pc:sldChg chg="addSp 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236158929" sldId="325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104457645" sldId="326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508023205" sldId="327"/>
        </pc:sldMkLst>
      </pc:sldChg>
      <pc:sldChg chg="add del">
        <pc:chgData name="Said Achmad" userId="5d71821f-e4ec-49c0-a52f-549698ea3c81" providerId="ADAL" clId="{F36B1CCA-6ECB-455C-8F88-F7D1FDADB3DB}" dt="2023-11-17T04:05:00.768" v="3960" actId="47"/>
        <pc:sldMkLst>
          <pc:docMk/>
          <pc:sldMk cId="2136488691" sldId="327"/>
        </pc:sldMkLst>
      </pc:sldChg>
      <pc:sldChg chg="modSp add mod">
        <pc:chgData name="Said Achmad" userId="5d71821f-e4ec-49c0-a52f-549698ea3c81" providerId="ADAL" clId="{F36B1CCA-6ECB-455C-8F88-F7D1FDADB3DB}" dt="2023-11-17T07:54:05.360" v="4646" actId="12"/>
        <pc:sldMkLst>
          <pc:docMk/>
          <pc:sldMk cId="1915762959" sldId="328"/>
        </pc:sldMkLst>
      </pc:sldChg>
      <pc:sldChg chg="add del">
        <pc:chgData name="Said Achmad" userId="5d71821f-e4ec-49c0-a52f-549698ea3c81" providerId="ADAL" clId="{F36B1CCA-6ECB-455C-8F88-F7D1FDADB3DB}" dt="2023-11-17T09:41:27.466" v="6040" actId="47"/>
        <pc:sldMkLst>
          <pc:docMk/>
          <pc:sldMk cId="1171075629" sldId="329"/>
        </pc:sldMkLst>
      </pc:sldChg>
      <pc:sldChg chg="addSp delSp modSp add mod ord">
        <pc:chgData name="Said Achmad" userId="5d71821f-e4ec-49c0-a52f-549698ea3c81" providerId="ADAL" clId="{F36B1CCA-6ECB-455C-8F88-F7D1FDADB3DB}" dt="2023-11-17T08:43:33.360" v="5505" actId="948"/>
        <pc:sldMkLst>
          <pc:docMk/>
          <pc:sldMk cId="4290244695" sldId="330"/>
        </pc:sldMkLst>
      </pc:sldChg>
      <pc:sldChg chg="addSp modSp add mod">
        <pc:chgData name="Said Achmad" userId="5d71821f-e4ec-49c0-a52f-549698ea3c81" providerId="ADAL" clId="{F36B1CCA-6ECB-455C-8F88-F7D1FDADB3DB}" dt="2023-11-17T08:47:58.907" v="5557" actId="122"/>
        <pc:sldMkLst>
          <pc:docMk/>
          <pc:sldMk cId="1207625032" sldId="331"/>
        </pc:sldMkLst>
      </pc:sldChg>
      <pc:sldChg chg="delSp modSp add mod">
        <pc:chgData name="Said Achmad" userId="5d71821f-e4ec-49c0-a52f-549698ea3c81" providerId="ADAL" clId="{F36B1CCA-6ECB-455C-8F88-F7D1FDADB3DB}" dt="2023-11-17T08:54:14.441" v="5570" actId="14100"/>
        <pc:sldMkLst>
          <pc:docMk/>
          <pc:sldMk cId="1180352207" sldId="332"/>
        </pc:sldMkLst>
      </pc:sldChg>
      <pc:sldChg chg="modSp add del mod">
        <pc:chgData name="Said Achmad" userId="5d71821f-e4ec-49c0-a52f-549698ea3c81" providerId="ADAL" clId="{F36B1CCA-6ECB-455C-8F88-F7D1FDADB3DB}" dt="2023-11-17T08:59:45.286" v="5586" actId="47"/>
        <pc:sldMkLst>
          <pc:docMk/>
          <pc:sldMk cId="3582647421" sldId="333"/>
        </pc:sldMkLst>
      </pc:sldChg>
      <pc:sldChg chg="modSp add mod ord">
        <pc:chgData name="Said Achmad" userId="5d71821f-e4ec-49c0-a52f-549698ea3c81" providerId="ADAL" clId="{F36B1CCA-6ECB-455C-8F88-F7D1FDADB3DB}" dt="2023-11-17T09:06:45.390" v="5668" actId="115"/>
        <pc:sldMkLst>
          <pc:docMk/>
          <pc:sldMk cId="1833598263" sldId="334"/>
        </pc:sldMkLst>
      </pc:sldChg>
      <pc:sldChg chg="modSp add mod ord">
        <pc:chgData name="Said Achmad" userId="5d71821f-e4ec-49c0-a52f-549698ea3c81" providerId="ADAL" clId="{F36B1CCA-6ECB-455C-8F88-F7D1FDADB3DB}" dt="2023-11-17T09:12:26.675" v="5738" actId="20577"/>
        <pc:sldMkLst>
          <pc:docMk/>
          <pc:sldMk cId="3681279657" sldId="335"/>
        </pc:sldMkLst>
      </pc:sldChg>
      <pc:sldChg chg="addSp delSp modSp add mod ord">
        <pc:chgData name="Said Achmad" userId="5d71821f-e4ec-49c0-a52f-549698ea3c81" providerId="ADAL" clId="{F36B1CCA-6ECB-455C-8F88-F7D1FDADB3DB}" dt="2023-11-17T09:42:32.503" v="6046" actId="1076"/>
        <pc:sldMkLst>
          <pc:docMk/>
          <pc:sldMk cId="1760058455" sldId="336"/>
        </pc:sldMkLst>
      </pc:sldChg>
      <pc:sldChg chg="addSp delSp modSp add mod ord">
        <pc:chgData name="Said Achmad" userId="5d71821f-e4ec-49c0-a52f-549698ea3c81" providerId="ADAL" clId="{F36B1CCA-6ECB-455C-8F88-F7D1FDADB3DB}" dt="2023-11-17T09:32:03.843" v="5903" actId="1076"/>
        <pc:sldMkLst>
          <pc:docMk/>
          <pc:sldMk cId="3478284968" sldId="337"/>
        </pc:sldMkLst>
      </pc:sldChg>
      <pc:sldChg chg="delSp modSp add del mod">
        <pc:chgData name="Said Achmad" userId="5d71821f-e4ec-49c0-a52f-549698ea3c81" providerId="ADAL" clId="{F36B1CCA-6ECB-455C-8F88-F7D1FDADB3DB}" dt="2023-11-17T09:41:24.122" v="6039" actId="47"/>
        <pc:sldMkLst>
          <pc:docMk/>
          <pc:sldMk cId="2792350168" sldId="338"/>
        </pc:sldMkLst>
      </pc:sldChg>
      <pc:sldChg chg="delSp modSp add mod">
        <pc:chgData name="Said Achmad" userId="5d71821f-e4ec-49c0-a52f-549698ea3c81" providerId="ADAL" clId="{F36B1CCA-6ECB-455C-8F88-F7D1FDADB3DB}" dt="2023-11-17T09:41:05.197" v="6038" actId="14100"/>
        <pc:sldMkLst>
          <pc:docMk/>
          <pc:sldMk cId="3607374767" sldId="339"/>
        </pc:sldMkLst>
      </pc:sldChg>
      <pc:sldChg chg="modSp mod modClrScheme chgLayout">
        <pc:chgData name="Said Achmad" userId="5d71821f-e4ec-49c0-a52f-549698ea3c81" providerId="ADAL" clId="{F36B1CCA-6ECB-455C-8F88-F7D1FDADB3DB}" dt="2023-11-21T09:21:50.888" v="7178" actId="700"/>
        <pc:sldMkLst>
          <pc:docMk/>
          <pc:sldMk cId="1205953113" sldId="340"/>
        </pc:sldMkLst>
      </pc:sldChg>
      <pc:sldChg chg="modSp mod ord modClrScheme chgLayout">
        <pc:chgData name="Said Achmad" userId="5d71821f-e4ec-49c0-a52f-549698ea3c81" providerId="ADAL" clId="{F36B1CCA-6ECB-455C-8F88-F7D1FDADB3DB}" dt="2023-11-21T09:21:56.968" v="7179" actId="700"/>
        <pc:sldMkLst>
          <pc:docMk/>
          <pc:sldMk cId="1543195854" sldId="346"/>
        </pc:sldMkLst>
      </pc:sldChg>
      <pc:sldChg chg="ord">
        <pc:chgData name="Said Achmad" userId="5d71821f-e4ec-49c0-a52f-549698ea3c81" providerId="ADAL" clId="{F36B1CCA-6ECB-455C-8F88-F7D1FDADB3DB}" dt="2023-11-21T09:21:42.216" v="7177"/>
        <pc:sldMkLst>
          <pc:docMk/>
          <pc:sldMk cId="3755900176" sldId="349"/>
        </pc:sldMkLst>
      </pc:sldChg>
      <pc:sldChg chg="modSp mod ord">
        <pc:chgData name="Said Achmad" userId="5d71821f-e4ec-49c0-a52f-549698ea3c81" providerId="ADAL" clId="{F36B1CCA-6ECB-455C-8F88-F7D1FDADB3DB}" dt="2023-11-21T09:21:42.216" v="7177"/>
        <pc:sldMkLst>
          <pc:docMk/>
          <pc:sldMk cId="217369932" sldId="350"/>
        </pc:sldMkLst>
      </pc:sldChg>
      <pc:sldChg chg="del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1770608999" sldId="351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2936184470" sldId="352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668783331" sldId="353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370634154" sldId="354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842731939" sldId="355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792014566" sldId="356"/>
        </pc:sldMkLst>
      </pc:sldChg>
      <pc:sldChg chg="add del ord">
        <pc:chgData name="Said Achmad" userId="5d71821f-e4ec-49c0-a52f-549698ea3c81" providerId="ADAL" clId="{F36B1CCA-6ECB-455C-8F88-F7D1FDADB3DB}" dt="2023-11-21T08:59:55.502" v="6906" actId="47"/>
        <pc:sldMkLst>
          <pc:docMk/>
          <pc:sldMk cId="3053350748" sldId="357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657757739" sldId="358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2262753512" sldId="359"/>
        </pc:sldMkLst>
      </pc:sldChg>
      <pc:sldChg chg="modSp add mod">
        <pc:chgData name="Said Achmad" userId="5d71821f-e4ec-49c0-a52f-549698ea3c81" providerId="ADAL" clId="{F36B1CCA-6ECB-455C-8F88-F7D1FDADB3DB}" dt="2023-11-21T09:49:52.135" v="7482" actId="14100"/>
        <pc:sldMkLst>
          <pc:docMk/>
          <pc:sldMk cId="1596846066" sldId="360"/>
        </pc:sldMkLst>
      </pc:sldChg>
    </pc:docChg>
  </pc:docChgLst>
  <pc:docChgLst>
    <pc:chgData name="Said Achmad" userId="5d71821f-e4ec-49c0-a52f-549698ea3c81" providerId="ADAL" clId="{27A7D4D8-7653-4035-B894-E2C37A732E3B}"/>
    <pc:docChg chg="modSld">
      <pc:chgData name="Said Achmad" userId="5d71821f-e4ec-49c0-a52f-549698ea3c81" providerId="ADAL" clId="{27A7D4D8-7653-4035-B894-E2C37A732E3B}" dt="2025-06-01T14:54:29.095" v="4"/>
      <pc:docMkLst>
        <pc:docMk/>
      </pc:docMkLst>
      <pc:sldChg chg="modSp mod">
        <pc:chgData name="Said Achmad" userId="5d71821f-e4ec-49c0-a52f-549698ea3c81" providerId="ADAL" clId="{27A7D4D8-7653-4035-B894-E2C37A732E3B}" dt="2025-06-01T14:54:29.095" v="4"/>
        <pc:sldMkLst>
          <pc:docMk/>
          <pc:sldMk cId="3500018930" sldId="278"/>
        </pc:sldMkLst>
        <pc:spChg chg="mod">
          <ac:chgData name="Said Achmad" userId="5d71821f-e4ec-49c0-a52f-549698ea3c81" providerId="ADAL" clId="{27A7D4D8-7653-4035-B894-E2C37A732E3B}" dt="2025-06-01T14:54:29.095" v="4"/>
          <ac:spMkLst>
            <pc:docMk/>
            <pc:sldMk cId="3500018930" sldId="278"/>
            <ac:spMk id="3" creationId="{2AB723E0-CB99-EADA-4C23-254BEFF7F6E4}"/>
          </ac:spMkLst>
        </pc:spChg>
      </pc:sldChg>
    </pc:docChg>
  </pc:docChgLst>
  <pc:docChgLst>
    <pc:chgData name="Said Achmad" userId="5d71821f-e4ec-49c0-a52f-549698ea3c81" providerId="ADAL" clId="{E2404DAC-5374-495F-8E24-B3DACBE7608D}"/>
    <pc:docChg chg="undo custSel addSld delSld modSld sldOrd">
      <pc:chgData name="Said Achmad" userId="5d71821f-e4ec-49c0-a52f-549698ea3c81" providerId="ADAL" clId="{E2404DAC-5374-495F-8E24-B3DACBE7608D}" dt="2024-05-23T06:38:13.256" v="887"/>
      <pc:docMkLst>
        <pc:docMk/>
      </pc:docMkLst>
      <pc:sldChg chg="modSp mod">
        <pc:chgData name="Said Achmad" userId="5d71821f-e4ec-49c0-a52f-549698ea3c81" providerId="ADAL" clId="{E2404DAC-5374-495F-8E24-B3DACBE7608D}" dt="2024-05-23T03:47:31.686" v="3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E2404DAC-5374-495F-8E24-B3DACBE7608D}" dt="2024-05-23T03:47:56.405" v="5" actId="14100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E2404DAC-5374-495F-8E24-B3DACBE7608D}" dt="2024-05-23T03:48:13.534" v="6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E2404DAC-5374-495F-8E24-B3DACBE7608D}" dt="2024-05-23T06:37:55.421" v="885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E2404DAC-5374-495F-8E24-B3DACBE7608D}" dt="2024-05-23T06:38:13.256" v="887"/>
        <pc:sldMkLst>
          <pc:docMk/>
          <pc:sldMk cId="3962618298" sldId="282"/>
        </pc:sldMkLst>
      </pc:sldChg>
      <pc:sldChg chg="addSp delSp modSp mod">
        <pc:chgData name="Said Achmad" userId="5d71821f-e4ec-49c0-a52f-549698ea3c81" providerId="ADAL" clId="{E2404DAC-5374-495F-8E24-B3DACBE7608D}" dt="2024-05-23T06:37:03.079" v="869" actId="403"/>
        <pc:sldMkLst>
          <pc:docMk/>
          <pc:sldMk cId="1702753199" sldId="283"/>
        </pc:sldMkLst>
      </pc:sldChg>
      <pc:sldChg chg="modSp mod ord">
        <pc:chgData name="Said Achmad" userId="5d71821f-e4ec-49c0-a52f-549698ea3c81" providerId="ADAL" clId="{E2404DAC-5374-495F-8E24-B3DACBE7608D}" dt="2024-05-23T05:55:02.946" v="377"/>
        <pc:sldMkLst>
          <pc:docMk/>
          <pc:sldMk cId="2775010017" sldId="300"/>
        </pc:sldMkLst>
      </pc:sldChg>
      <pc:sldChg chg="modSp mod">
        <pc:chgData name="Said Achmad" userId="5d71821f-e4ec-49c0-a52f-549698ea3c81" providerId="ADAL" clId="{E2404DAC-5374-495F-8E24-B3DACBE7608D}" dt="2024-05-23T03:50:58.346" v="37" actId="12"/>
        <pc:sldMkLst>
          <pc:docMk/>
          <pc:sldMk cId="1915762959" sldId="328"/>
        </pc:sldMkLst>
      </pc:sldChg>
      <pc:sldChg chg="del">
        <pc:chgData name="Said Achmad" userId="5d71821f-e4ec-49c0-a52f-549698ea3c81" providerId="ADAL" clId="{E2404DAC-5374-495F-8E24-B3DACBE7608D}" dt="2024-05-23T06:24:44.501" v="750" actId="47"/>
        <pc:sldMkLst>
          <pc:docMk/>
          <pc:sldMk cId="1207625032" sldId="331"/>
        </pc:sldMkLst>
      </pc:sldChg>
      <pc:sldChg chg="modSp mod ord">
        <pc:chgData name="Said Achmad" userId="5d71821f-e4ec-49c0-a52f-549698ea3c81" providerId="ADAL" clId="{E2404DAC-5374-495F-8E24-B3DACBE7608D}" dt="2024-05-23T05:55:11.389" v="378"/>
        <pc:sldMkLst>
          <pc:docMk/>
          <pc:sldMk cId="3553207723" sldId="387"/>
        </pc:sldMkLst>
      </pc:sldChg>
      <pc:sldChg chg="modSp mod">
        <pc:chgData name="Said Achmad" userId="5d71821f-e4ec-49c0-a52f-549698ea3c81" providerId="ADAL" clId="{E2404DAC-5374-495F-8E24-B3DACBE7608D}" dt="2024-05-23T05:57:26.861" v="386" actId="114"/>
        <pc:sldMkLst>
          <pc:docMk/>
          <pc:sldMk cId="3181591738" sldId="388"/>
        </pc:sldMkLst>
      </pc:sldChg>
      <pc:sldChg chg="modSp mod">
        <pc:chgData name="Said Achmad" userId="5d71821f-e4ec-49c0-a52f-549698ea3c81" providerId="ADAL" clId="{E2404DAC-5374-495F-8E24-B3DACBE7608D}" dt="2024-05-23T03:51:21.257" v="38"/>
        <pc:sldMkLst>
          <pc:docMk/>
          <pc:sldMk cId="1192248434" sldId="394"/>
        </pc:sldMkLst>
      </pc:sldChg>
      <pc:sldChg chg="delSp modSp mod">
        <pc:chgData name="Said Achmad" userId="5d71821f-e4ec-49c0-a52f-549698ea3c81" providerId="ADAL" clId="{E2404DAC-5374-495F-8E24-B3DACBE7608D}" dt="2024-05-23T06:13:48.576" v="668" actId="207"/>
        <pc:sldMkLst>
          <pc:docMk/>
          <pc:sldMk cId="1120420189" sldId="395"/>
        </pc:sldMkLst>
      </pc:sldChg>
      <pc:sldChg chg="delSp modSp mod">
        <pc:chgData name="Said Achmad" userId="5d71821f-e4ec-49c0-a52f-549698ea3c81" providerId="ADAL" clId="{E2404DAC-5374-495F-8E24-B3DACBE7608D}" dt="2024-05-23T06:20:29.922" v="726"/>
        <pc:sldMkLst>
          <pc:docMk/>
          <pc:sldMk cId="1447988384" sldId="396"/>
        </pc:sldMkLst>
      </pc:sldChg>
      <pc:sldChg chg="delSp modSp mod">
        <pc:chgData name="Said Achmad" userId="5d71821f-e4ec-49c0-a52f-549698ea3c81" providerId="ADAL" clId="{E2404DAC-5374-495F-8E24-B3DACBE7608D}" dt="2024-05-23T06:21:55.011" v="736" actId="12"/>
        <pc:sldMkLst>
          <pc:docMk/>
          <pc:sldMk cId="2002461322" sldId="397"/>
        </pc:sldMkLst>
      </pc:sldChg>
      <pc:sldChg chg="del">
        <pc:chgData name="Said Achmad" userId="5d71821f-e4ec-49c0-a52f-549698ea3c81" providerId="ADAL" clId="{E2404DAC-5374-495F-8E24-B3DACBE7608D}" dt="2024-05-23T06:22:32.775" v="737" actId="47"/>
        <pc:sldMkLst>
          <pc:docMk/>
          <pc:sldMk cId="3240024647" sldId="398"/>
        </pc:sldMkLst>
      </pc:sldChg>
      <pc:sldChg chg="modSp mod">
        <pc:chgData name="Said Achmad" userId="5d71821f-e4ec-49c0-a52f-549698ea3c81" providerId="ADAL" clId="{E2404DAC-5374-495F-8E24-B3DACBE7608D}" dt="2024-05-23T06:24:24.653" v="749" actId="1035"/>
        <pc:sldMkLst>
          <pc:docMk/>
          <pc:sldMk cId="2142228874" sldId="399"/>
        </pc:sldMkLst>
      </pc:sldChg>
      <pc:sldChg chg="del">
        <pc:chgData name="Said Achmad" userId="5d71821f-e4ec-49c0-a52f-549698ea3c81" providerId="ADAL" clId="{E2404DAC-5374-495F-8E24-B3DACBE7608D}" dt="2024-05-23T06:24:46.767" v="751" actId="47"/>
        <pc:sldMkLst>
          <pc:docMk/>
          <pc:sldMk cId="2603948463" sldId="400"/>
        </pc:sldMkLst>
      </pc:sldChg>
      <pc:sldChg chg="modSp mod ord">
        <pc:chgData name="Said Achmad" userId="5d71821f-e4ec-49c0-a52f-549698ea3c81" providerId="ADAL" clId="{E2404DAC-5374-495F-8E24-B3DACBE7608D}" dt="2024-05-23T05:55:20.188" v="379"/>
        <pc:sldMkLst>
          <pc:docMk/>
          <pc:sldMk cId="893278314" sldId="401"/>
        </pc:sldMkLst>
      </pc:sldChg>
      <pc:sldChg chg="delSp modSp del mod">
        <pc:chgData name="Said Achmad" userId="5d71821f-e4ec-49c0-a52f-549698ea3c81" providerId="ADAL" clId="{E2404DAC-5374-495F-8E24-B3DACBE7608D}" dt="2024-05-23T06:34:12.325" v="833" actId="47"/>
        <pc:sldMkLst>
          <pc:docMk/>
          <pc:sldMk cId="2652231371" sldId="402"/>
        </pc:sldMkLst>
      </pc:sldChg>
      <pc:sldChg chg="del">
        <pc:chgData name="Said Achmad" userId="5d71821f-e4ec-49c0-a52f-549698ea3c81" providerId="ADAL" clId="{E2404DAC-5374-495F-8E24-B3DACBE7608D}" dt="2024-05-23T06:32:37.526" v="824" actId="47"/>
        <pc:sldMkLst>
          <pc:docMk/>
          <pc:sldMk cId="1140565605" sldId="403"/>
        </pc:sldMkLst>
      </pc:sldChg>
      <pc:sldChg chg="addSp modSp mod">
        <pc:chgData name="Said Achmad" userId="5d71821f-e4ec-49c0-a52f-549698ea3c81" providerId="ADAL" clId="{E2404DAC-5374-495F-8E24-B3DACBE7608D}" dt="2024-05-23T06:28:50.774" v="789" actId="207"/>
        <pc:sldMkLst>
          <pc:docMk/>
          <pc:sldMk cId="4008247520" sldId="404"/>
        </pc:sldMkLst>
      </pc:sldChg>
      <pc:sldChg chg="del">
        <pc:chgData name="Said Achmad" userId="5d71821f-e4ec-49c0-a52f-549698ea3c81" providerId="ADAL" clId="{E2404DAC-5374-495F-8E24-B3DACBE7608D}" dt="2024-05-23T06:30:29.247" v="816" actId="47"/>
        <pc:sldMkLst>
          <pc:docMk/>
          <pc:sldMk cId="783756021" sldId="405"/>
        </pc:sldMkLst>
      </pc:sldChg>
      <pc:sldChg chg="del">
        <pc:chgData name="Said Achmad" userId="5d71821f-e4ec-49c0-a52f-549698ea3c81" providerId="ADAL" clId="{E2404DAC-5374-495F-8E24-B3DACBE7608D}" dt="2024-05-23T06:32:37.526" v="824" actId="47"/>
        <pc:sldMkLst>
          <pc:docMk/>
          <pc:sldMk cId="1101769962" sldId="407"/>
        </pc:sldMkLst>
      </pc:sldChg>
      <pc:sldChg chg="del">
        <pc:chgData name="Said Achmad" userId="5d71821f-e4ec-49c0-a52f-549698ea3c81" providerId="ADAL" clId="{E2404DAC-5374-495F-8E24-B3DACBE7608D}" dt="2024-05-23T06:32:37.526" v="824" actId="47"/>
        <pc:sldMkLst>
          <pc:docMk/>
          <pc:sldMk cId="3462794510" sldId="408"/>
        </pc:sldMkLst>
      </pc:sldChg>
      <pc:sldChg chg="del">
        <pc:chgData name="Said Achmad" userId="5d71821f-e4ec-49c0-a52f-549698ea3c81" providerId="ADAL" clId="{E2404DAC-5374-495F-8E24-B3DACBE7608D}" dt="2024-05-23T06:32:37.526" v="824" actId="47"/>
        <pc:sldMkLst>
          <pc:docMk/>
          <pc:sldMk cId="825416793" sldId="409"/>
        </pc:sldMkLst>
      </pc:sldChg>
      <pc:sldChg chg="del">
        <pc:chgData name="Said Achmad" userId="5d71821f-e4ec-49c0-a52f-549698ea3c81" providerId="ADAL" clId="{E2404DAC-5374-495F-8E24-B3DACBE7608D}" dt="2024-05-23T06:32:37.526" v="824" actId="47"/>
        <pc:sldMkLst>
          <pc:docMk/>
          <pc:sldMk cId="160602893" sldId="410"/>
        </pc:sldMkLst>
      </pc:sldChg>
      <pc:sldChg chg="addSp delSp modSp add mod">
        <pc:chgData name="Said Achmad" userId="5d71821f-e4ec-49c0-a52f-549698ea3c81" providerId="ADAL" clId="{E2404DAC-5374-495F-8E24-B3DACBE7608D}" dt="2024-05-23T03:53:00.946" v="58" actId="12"/>
        <pc:sldMkLst>
          <pc:docMk/>
          <pc:sldMk cId="578111426" sldId="411"/>
        </pc:sldMkLst>
      </pc:sldChg>
      <pc:sldChg chg="modSp add mod ord">
        <pc:chgData name="Said Achmad" userId="5d71821f-e4ec-49c0-a52f-549698ea3c81" providerId="ADAL" clId="{E2404DAC-5374-495F-8E24-B3DACBE7608D}" dt="2024-05-23T03:52:24.171" v="52"/>
        <pc:sldMkLst>
          <pc:docMk/>
          <pc:sldMk cId="1135982509" sldId="412"/>
        </pc:sldMkLst>
      </pc:sldChg>
      <pc:sldChg chg="modSp add mod">
        <pc:chgData name="Said Achmad" userId="5d71821f-e4ec-49c0-a52f-549698ea3c81" providerId="ADAL" clId="{E2404DAC-5374-495F-8E24-B3DACBE7608D}" dt="2024-05-23T03:53:45.780" v="65" actId="12"/>
        <pc:sldMkLst>
          <pc:docMk/>
          <pc:sldMk cId="60989799" sldId="413"/>
        </pc:sldMkLst>
      </pc:sldChg>
      <pc:sldChg chg="modSp add mod">
        <pc:chgData name="Said Achmad" userId="5d71821f-e4ec-49c0-a52f-549698ea3c81" providerId="ADAL" clId="{E2404DAC-5374-495F-8E24-B3DACBE7608D}" dt="2024-05-23T03:55:04.008" v="74" actId="12"/>
        <pc:sldMkLst>
          <pc:docMk/>
          <pc:sldMk cId="653187259" sldId="414"/>
        </pc:sldMkLst>
      </pc:sldChg>
      <pc:sldChg chg="modSp add mod">
        <pc:chgData name="Said Achmad" userId="5d71821f-e4ec-49c0-a52f-549698ea3c81" providerId="ADAL" clId="{E2404DAC-5374-495F-8E24-B3DACBE7608D}" dt="2024-05-23T03:56:31.615" v="93" actId="403"/>
        <pc:sldMkLst>
          <pc:docMk/>
          <pc:sldMk cId="3770046386" sldId="415"/>
        </pc:sldMkLst>
      </pc:sldChg>
      <pc:sldChg chg="addSp modSp add mod">
        <pc:chgData name="Said Achmad" userId="5d71821f-e4ec-49c0-a52f-549698ea3c81" providerId="ADAL" clId="{E2404DAC-5374-495F-8E24-B3DACBE7608D}" dt="2024-05-23T05:52:34.088" v="357" actId="14100"/>
        <pc:sldMkLst>
          <pc:docMk/>
          <pc:sldMk cId="3610294151" sldId="416"/>
        </pc:sldMkLst>
      </pc:sldChg>
      <pc:sldChg chg="modSp add mod">
        <pc:chgData name="Said Achmad" userId="5d71821f-e4ec-49c0-a52f-549698ea3c81" providerId="ADAL" clId="{E2404DAC-5374-495F-8E24-B3DACBE7608D}" dt="2024-05-23T05:52:10.989" v="347" actId="14100"/>
        <pc:sldMkLst>
          <pc:docMk/>
          <pc:sldMk cId="2744318570" sldId="417"/>
        </pc:sldMkLst>
      </pc:sldChg>
      <pc:sldChg chg="addSp delSp modSp add mod">
        <pc:chgData name="Said Achmad" userId="5d71821f-e4ec-49c0-a52f-549698ea3c81" providerId="ADAL" clId="{E2404DAC-5374-495F-8E24-B3DACBE7608D}" dt="2024-05-23T05:49:49.916" v="324" actId="1036"/>
        <pc:sldMkLst>
          <pc:docMk/>
          <pc:sldMk cId="2660660621" sldId="418"/>
        </pc:sldMkLst>
      </pc:sldChg>
      <pc:sldChg chg="modSp add mod ord">
        <pc:chgData name="Said Achmad" userId="5d71821f-e4ec-49c0-a52f-549698ea3c81" providerId="ADAL" clId="{E2404DAC-5374-495F-8E24-B3DACBE7608D}" dt="2024-05-23T05:54:12.353" v="370" actId="207"/>
        <pc:sldMkLst>
          <pc:docMk/>
          <pc:sldMk cId="2237832592" sldId="419"/>
        </pc:sldMkLst>
      </pc:sldChg>
      <pc:sldChg chg="addSp delSp modSp add mod ord">
        <pc:chgData name="Said Achmad" userId="5d71821f-e4ec-49c0-a52f-549698ea3c81" providerId="ADAL" clId="{E2404DAC-5374-495F-8E24-B3DACBE7608D}" dt="2024-05-23T06:12:48.713" v="659" actId="1076"/>
        <pc:sldMkLst>
          <pc:docMk/>
          <pc:sldMk cId="2806934962" sldId="420"/>
        </pc:sldMkLst>
      </pc:sldChg>
      <pc:sldChg chg="modSp add mod ord">
        <pc:chgData name="Said Achmad" userId="5d71821f-e4ec-49c0-a52f-549698ea3c81" providerId="ADAL" clId="{E2404DAC-5374-495F-8E24-B3DACBE7608D}" dt="2024-05-23T06:20:39.620" v="728"/>
        <pc:sldMkLst>
          <pc:docMk/>
          <pc:sldMk cId="1325321568" sldId="421"/>
        </pc:sldMkLst>
      </pc:sldChg>
      <pc:sldChg chg="delSp modSp add del mod ord">
        <pc:chgData name="Said Achmad" userId="5d71821f-e4ec-49c0-a52f-549698ea3c81" providerId="ADAL" clId="{E2404DAC-5374-495F-8E24-B3DACBE7608D}" dt="2024-05-23T06:15:56.345" v="689" actId="47"/>
        <pc:sldMkLst>
          <pc:docMk/>
          <pc:sldMk cId="2997831512" sldId="421"/>
        </pc:sldMkLst>
      </pc:sldChg>
      <pc:sldChg chg="modSp add del mod">
        <pc:chgData name="Said Achmad" userId="5d71821f-e4ec-49c0-a52f-549698ea3c81" providerId="ADAL" clId="{E2404DAC-5374-495F-8E24-B3DACBE7608D}" dt="2024-05-23T06:34:13.787" v="834" actId="47"/>
        <pc:sldMkLst>
          <pc:docMk/>
          <pc:sldMk cId="4202760529" sldId="422"/>
        </pc:sldMkLst>
      </pc:sldChg>
      <pc:sldChg chg="modSp add mod">
        <pc:chgData name="Said Achmad" userId="5d71821f-e4ec-49c0-a52f-549698ea3c81" providerId="ADAL" clId="{E2404DAC-5374-495F-8E24-B3DACBE7608D}" dt="2024-05-23T06:37:35.225" v="884" actId="20577"/>
        <pc:sldMkLst>
          <pc:docMk/>
          <pc:sldMk cId="5127962" sldId="423"/>
        </pc:sldMkLst>
      </pc:sldChg>
    </pc:docChg>
  </pc:docChgLst>
  <pc:docChgLst>
    <pc:chgData name="Said Achmad" userId="5d71821f-e4ec-49c0-a52f-549698ea3c81" providerId="ADAL" clId="{27DBDEE5-8CF2-4A77-B2C5-09AFB6541672}"/>
    <pc:docChg chg="undo redo custSel addSld delSld modSld sldOrd">
      <pc:chgData name="Said Achmad" userId="5d71821f-e4ec-49c0-a52f-549698ea3c81" providerId="ADAL" clId="{27DBDEE5-8CF2-4A77-B2C5-09AFB6541672}" dt="2023-11-24T10:46:10.621" v="2314" actId="47"/>
      <pc:docMkLst>
        <pc:docMk/>
      </pc:docMkLst>
      <pc:sldChg chg="modSp mod">
        <pc:chgData name="Said Achmad" userId="5d71821f-e4ec-49c0-a52f-549698ea3c81" providerId="ADAL" clId="{27DBDEE5-8CF2-4A77-B2C5-09AFB6541672}" dt="2023-11-24T07:41:07.565" v="1569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27DBDEE5-8CF2-4A77-B2C5-09AFB6541672}" dt="2023-11-24T10:45:48.240" v="2313" actId="20577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27DBDEE5-8CF2-4A77-B2C5-09AFB6541672}" dt="2023-11-24T06:21:27.522" v="511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27DBDEE5-8CF2-4A77-B2C5-09AFB6541672}" dt="2023-11-24T10:44:52.854" v="2309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27DBDEE5-8CF2-4A77-B2C5-09AFB6541672}" dt="2023-11-24T10:42:52.742" v="2289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27DBDEE5-8CF2-4A77-B2C5-09AFB6541672}" dt="2023-11-24T10:18:01.759" v="2050"/>
        <pc:sldMkLst>
          <pc:docMk/>
          <pc:sldMk cId="2775010017" sldId="300"/>
        </pc:sldMkLst>
      </pc:sldChg>
      <pc:sldChg chg="del ord">
        <pc:chgData name="Said Achmad" userId="5d71821f-e4ec-49c0-a52f-549698ea3c81" providerId="ADAL" clId="{27DBDEE5-8CF2-4A77-B2C5-09AFB6541672}" dt="2023-11-24T06:23:14.455" v="521" actId="47"/>
        <pc:sldMkLst>
          <pc:docMk/>
          <pc:sldMk cId="2653283716" sldId="316"/>
        </pc:sldMkLst>
      </pc:sldChg>
      <pc:sldChg chg="modSp mod">
        <pc:chgData name="Said Achmad" userId="5d71821f-e4ec-49c0-a52f-549698ea3c81" providerId="ADAL" clId="{27DBDEE5-8CF2-4A77-B2C5-09AFB6541672}" dt="2023-11-24T03:44:53.332" v="49" actId="20577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27DBDEE5-8CF2-4A77-B2C5-09AFB6541672}" dt="2023-11-24T07:33:43.474" v="1543" actId="14100"/>
        <pc:sldMkLst>
          <pc:docMk/>
          <pc:sldMk cId="4290244695" sldId="330"/>
        </pc:sldMkLst>
      </pc:sldChg>
      <pc:sldChg chg="addSp delSp modSp mod modNotesTx">
        <pc:chgData name="Said Achmad" userId="5d71821f-e4ec-49c0-a52f-549698ea3c81" providerId="ADAL" clId="{27DBDEE5-8CF2-4A77-B2C5-09AFB6541672}" dt="2023-11-24T06:58:01.666" v="1111" actId="6549"/>
        <pc:sldMkLst>
          <pc:docMk/>
          <pc:sldMk cId="1207625032" sldId="331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180352207" sldId="332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833598263" sldId="334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543195854" sldId="346"/>
        </pc:sldMkLst>
      </pc:sldChg>
      <pc:sldChg chg="addSp delSp del mod">
        <pc:chgData name="Said Achmad" userId="5d71821f-e4ec-49c0-a52f-549698ea3c81" providerId="ADAL" clId="{27DBDEE5-8CF2-4A77-B2C5-09AFB6541672}" dt="2023-11-24T07:35:39.935" v="1544" actId="47"/>
        <pc:sldMkLst>
          <pc:docMk/>
          <pc:sldMk cId="3755900176" sldId="349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217369932" sldId="350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197721224" sldId="361"/>
        </pc:sldMkLst>
      </pc:sldChg>
      <pc:sldChg chg="modSp del mod">
        <pc:chgData name="Said Achmad" userId="5d71821f-e4ec-49c0-a52f-549698ea3c81" providerId="ADAL" clId="{27DBDEE5-8CF2-4A77-B2C5-09AFB6541672}" dt="2023-11-24T07:20:41.040" v="1308" actId="47"/>
        <pc:sldMkLst>
          <pc:docMk/>
          <pc:sldMk cId="3827795672" sldId="362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2054260488" sldId="363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201169138" sldId="364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076380990" sldId="365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137824534" sldId="366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99944814" sldId="367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457451149" sldId="368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44908579" sldId="369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1444787" sldId="370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910098967" sldId="371"/>
        </pc:sldMkLst>
      </pc:sldChg>
      <pc:sldChg chg="addSp delSp modSp add mod">
        <pc:chgData name="Said Achmad" userId="5d71821f-e4ec-49c0-a52f-549698ea3c81" providerId="ADAL" clId="{27DBDEE5-8CF2-4A77-B2C5-09AFB6541672}" dt="2023-11-24T04:02:19.911" v="158" actId="1076"/>
        <pc:sldMkLst>
          <pc:docMk/>
          <pc:sldMk cId="3421159831" sldId="372"/>
        </pc:sldMkLst>
      </pc:sldChg>
      <pc:sldChg chg="addSp delSp modSp add mod">
        <pc:chgData name="Said Achmad" userId="5d71821f-e4ec-49c0-a52f-549698ea3c81" providerId="ADAL" clId="{27DBDEE5-8CF2-4A77-B2C5-09AFB6541672}" dt="2023-11-24T04:07:46.861" v="220" actId="20577"/>
        <pc:sldMkLst>
          <pc:docMk/>
          <pc:sldMk cId="1066974940" sldId="373"/>
        </pc:sldMkLst>
      </pc:sldChg>
      <pc:sldChg chg="modSp add mod ord">
        <pc:chgData name="Said Achmad" userId="5d71821f-e4ec-49c0-a52f-549698ea3c81" providerId="ADAL" clId="{27DBDEE5-8CF2-4A77-B2C5-09AFB6541672}" dt="2023-11-24T04:13:53.749" v="274" actId="20577"/>
        <pc:sldMkLst>
          <pc:docMk/>
          <pc:sldMk cId="559514547" sldId="374"/>
        </pc:sldMkLst>
      </pc:sldChg>
      <pc:sldChg chg="addSp delSp modSp add mod">
        <pc:chgData name="Said Achmad" userId="5d71821f-e4ec-49c0-a52f-549698ea3c81" providerId="ADAL" clId="{27DBDEE5-8CF2-4A77-B2C5-09AFB6541672}" dt="2023-11-24T04:25:06.958" v="419" actId="20577"/>
        <pc:sldMkLst>
          <pc:docMk/>
          <pc:sldMk cId="971364835" sldId="375"/>
        </pc:sldMkLst>
      </pc:sldChg>
      <pc:sldChg chg="modSp add mod">
        <pc:chgData name="Said Achmad" userId="5d71821f-e4ec-49c0-a52f-549698ea3c81" providerId="ADAL" clId="{27DBDEE5-8CF2-4A77-B2C5-09AFB6541672}" dt="2023-11-24T04:26:24.602" v="433" actId="20577"/>
        <pc:sldMkLst>
          <pc:docMk/>
          <pc:sldMk cId="2337170577" sldId="376"/>
        </pc:sldMkLst>
      </pc:sldChg>
      <pc:sldChg chg="modSp add mod">
        <pc:chgData name="Said Achmad" userId="5d71821f-e4ec-49c0-a52f-549698ea3c81" providerId="ADAL" clId="{27DBDEE5-8CF2-4A77-B2C5-09AFB6541672}" dt="2023-11-24T04:31:35.720" v="467" actId="20577"/>
        <pc:sldMkLst>
          <pc:docMk/>
          <pc:sldMk cId="1585010774" sldId="377"/>
        </pc:sldMkLst>
      </pc:sldChg>
      <pc:sldChg chg="modSp add mod">
        <pc:chgData name="Said Achmad" userId="5d71821f-e4ec-49c0-a52f-549698ea3c81" providerId="ADAL" clId="{27DBDEE5-8CF2-4A77-B2C5-09AFB6541672}" dt="2023-11-24T06:18:48.494" v="505" actId="404"/>
        <pc:sldMkLst>
          <pc:docMk/>
          <pc:sldMk cId="3461000398" sldId="378"/>
        </pc:sldMkLst>
      </pc:sldChg>
      <pc:sldChg chg="addSp modSp add mod ord">
        <pc:chgData name="Said Achmad" userId="5d71821f-e4ec-49c0-a52f-549698ea3c81" providerId="ADAL" clId="{27DBDEE5-8CF2-4A77-B2C5-09AFB6541672}" dt="2023-11-24T07:21:42.900" v="1311" actId="1076"/>
        <pc:sldMkLst>
          <pc:docMk/>
          <pc:sldMk cId="2455152618" sldId="379"/>
        </pc:sldMkLst>
      </pc:sldChg>
      <pc:sldChg chg="delSp modSp add mod">
        <pc:chgData name="Said Achmad" userId="5d71821f-e4ec-49c0-a52f-549698ea3c81" providerId="ADAL" clId="{27DBDEE5-8CF2-4A77-B2C5-09AFB6541672}" dt="2023-11-24T07:18:30.809" v="1307" actId="14100"/>
        <pc:sldMkLst>
          <pc:docMk/>
          <pc:sldMk cId="3904763641" sldId="380"/>
        </pc:sldMkLst>
      </pc:sldChg>
      <pc:sldChg chg="addSp modSp add mod">
        <pc:chgData name="Said Achmad" userId="5d71821f-e4ec-49c0-a52f-549698ea3c81" providerId="ADAL" clId="{27DBDEE5-8CF2-4A77-B2C5-09AFB6541672}" dt="2023-11-24T07:27:57.473" v="1446" actId="1076"/>
        <pc:sldMkLst>
          <pc:docMk/>
          <pc:sldMk cId="1797604658" sldId="381"/>
        </pc:sldMkLst>
      </pc:sldChg>
      <pc:sldChg chg="modSp add del mod ord">
        <pc:chgData name="Said Achmad" userId="5d71821f-e4ec-49c0-a52f-549698ea3c81" providerId="ADAL" clId="{27DBDEE5-8CF2-4A77-B2C5-09AFB6541672}" dt="2023-11-24T10:46:10.621" v="2314" actId="47"/>
        <pc:sldMkLst>
          <pc:docMk/>
          <pc:sldMk cId="193981811" sldId="382"/>
        </pc:sldMkLst>
      </pc:sldChg>
      <pc:sldChg chg="add del">
        <pc:chgData name="Said Achmad" userId="5d71821f-e4ec-49c0-a52f-549698ea3c81" providerId="ADAL" clId="{27DBDEE5-8CF2-4A77-B2C5-09AFB6541672}" dt="2023-11-24T07:39:19.608" v="1546" actId="2890"/>
        <pc:sldMkLst>
          <pc:docMk/>
          <pc:sldMk cId="2243298438" sldId="382"/>
        </pc:sldMkLst>
      </pc:sldChg>
      <pc:sldChg chg="addSp delSp modSp add mod ord">
        <pc:chgData name="Said Achmad" userId="5d71821f-e4ec-49c0-a52f-549698ea3c81" providerId="ADAL" clId="{27DBDEE5-8CF2-4A77-B2C5-09AFB6541672}" dt="2023-11-24T09:47:06.514" v="1779"/>
        <pc:sldMkLst>
          <pc:docMk/>
          <pc:sldMk cId="1799079626" sldId="383"/>
        </pc:sldMkLst>
      </pc:sldChg>
      <pc:sldChg chg="addSp delSp modSp add mod">
        <pc:chgData name="Said Achmad" userId="5d71821f-e4ec-49c0-a52f-549698ea3c81" providerId="ADAL" clId="{27DBDEE5-8CF2-4A77-B2C5-09AFB6541672}" dt="2023-11-24T09:59:45.884" v="1927" actId="20577"/>
        <pc:sldMkLst>
          <pc:docMk/>
          <pc:sldMk cId="2402896251" sldId="384"/>
        </pc:sldMkLst>
      </pc:sldChg>
      <pc:sldChg chg="modSp add mod ord">
        <pc:chgData name="Said Achmad" userId="5d71821f-e4ec-49c0-a52f-549698ea3c81" providerId="ADAL" clId="{27DBDEE5-8CF2-4A77-B2C5-09AFB6541672}" dt="2023-11-24T10:16:55.726" v="2041"/>
        <pc:sldMkLst>
          <pc:docMk/>
          <pc:sldMk cId="2203387608" sldId="385"/>
        </pc:sldMkLst>
      </pc:sldChg>
      <pc:sldChg chg="add del">
        <pc:chgData name="Said Achmad" userId="5d71821f-e4ec-49c0-a52f-549698ea3c81" providerId="ADAL" clId="{27DBDEE5-8CF2-4A77-B2C5-09AFB6541672}" dt="2023-11-24T10:17:52.167" v="2049" actId="47"/>
        <pc:sldMkLst>
          <pc:docMk/>
          <pc:sldMk cId="698630198" sldId="386"/>
        </pc:sldMkLst>
      </pc:sldChg>
      <pc:sldChg chg="modSp add mod ord">
        <pc:chgData name="Said Achmad" userId="5d71821f-e4ec-49c0-a52f-549698ea3c81" providerId="ADAL" clId="{27DBDEE5-8CF2-4A77-B2C5-09AFB6541672}" dt="2023-11-24T10:17:49.919" v="2048"/>
        <pc:sldMkLst>
          <pc:docMk/>
          <pc:sldMk cId="3553207723" sldId="387"/>
        </pc:sldMkLst>
      </pc:sldChg>
      <pc:sldChg chg="modSp add mod ord">
        <pc:chgData name="Said Achmad" userId="5d71821f-e4ec-49c0-a52f-549698ea3c81" providerId="ADAL" clId="{27DBDEE5-8CF2-4A77-B2C5-09AFB6541672}" dt="2023-11-24T10:24:33.122" v="2094" actId="21"/>
        <pc:sldMkLst>
          <pc:docMk/>
          <pc:sldMk cId="3181591738" sldId="388"/>
        </pc:sldMkLst>
      </pc:sldChg>
      <pc:sldChg chg="modSp add del mod">
        <pc:chgData name="Said Achmad" userId="5d71821f-e4ec-49c0-a52f-549698ea3c81" providerId="ADAL" clId="{27DBDEE5-8CF2-4A77-B2C5-09AFB6541672}" dt="2023-11-24T10:24:40.976" v="2096" actId="47"/>
        <pc:sldMkLst>
          <pc:docMk/>
          <pc:sldMk cId="84514500" sldId="389"/>
        </pc:sldMkLst>
      </pc:sldChg>
      <pc:sldChg chg="modSp add mod">
        <pc:chgData name="Said Achmad" userId="5d71821f-e4ec-49c0-a52f-549698ea3c81" providerId="ADAL" clId="{27DBDEE5-8CF2-4A77-B2C5-09AFB6541672}" dt="2023-11-24T10:34:54.153" v="2266" actId="1076"/>
        <pc:sldMkLst>
          <pc:docMk/>
          <pc:sldMk cId="844613518" sldId="390"/>
        </pc:sldMkLst>
      </pc:sldChg>
      <pc:sldChg chg="add">
        <pc:chgData name="Said Achmad" userId="5d71821f-e4ec-49c0-a52f-549698ea3c81" providerId="ADAL" clId="{27DBDEE5-8CF2-4A77-B2C5-09AFB6541672}" dt="2023-11-24T10:25:57.907" v="2110" actId="2890"/>
        <pc:sldMkLst>
          <pc:docMk/>
          <pc:sldMk cId="2453705322" sldId="391"/>
        </pc:sldMkLst>
      </pc:sldChg>
      <pc:sldChg chg="add">
        <pc:chgData name="Said Achmad" userId="5d71821f-e4ec-49c0-a52f-549698ea3c81" providerId="ADAL" clId="{27DBDEE5-8CF2-4A77-B2C5-09AFB6541672}" dt="2023-11-24T10:29:15.913" v="2169" actId="2890"/>
        <pc:sldMkLst>
          <pc:docMk/>
          <pc:sldMk cId="717374847" sldId="392"/>
        </pc:sldMkLst>
      </pc:sldChg>
      <pc:sldChg chg="add">
        <pc:chgData name="Said Achmad" userId="5d71821f-e4ec-49c0-a52f-549698ea3c81" providerId="ADAL" clId="{27DBDEE5-8CF2-4A77-B2C5-09AFB6541672}" dt="2023-11-24T10:32:09.455" v="2233" actId="2890"/>
        <pc:sldMkLst>
          <pc:docMk/>
          <pc:sldMk cId="3485319871" sldId="393"/>
        </pc:sldMkLst>
      </pc:sldChg>
    </pc:docChg>
  </pc:docChgLst>
  <pc:docChgLst>
    <pc:chgData name="Said Achmad" userId="5d71821f-e4ec-49c0-a52f-549698ea3c81" providerId="ADAL" clId="{D7535C40-B8C3-47E6-BFC2-862C4A23B861}"/>
    <pc:docChg chg="addSld delSld modSld sldOrd">
      <pc:chgData name="Said Achmad" userId="5d71821f-e4ec-49c0-a52f-549698ea3c81" providerId="ADAL" clId="{D7535C40-B8C3-47E6-BFC2-862C4A23B861}" dt="2024-05-23T08:44:43.186" v="17" actId="47"/>
      <pc:docMkLst>
        <pc:docMk/>
      </pc:docMkLst>
      <pc:sldChg chg="del">
        <pc:chgData name="Said Achmad" userId="5d71821f-e4ec-49c0-a52f-549698ea3c81" providerId="ADAL" clId="{D7535C40-B8C3-47E6-BFC2-862C4A23B861}" dt="2024-05-23T08:44:43.186" v="17" actId="47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D7535C40-B8C3-47E6-BFC2-862C4A23B861}" dt="2024-05-23T08:44:16.532" v="15" actId="20577"/>
        <pc:sldMkLst>
          <pc:docMk/>
          <pc:sldMk cId="3724825567" sldId="260"/>
        </pc:sldMkLst>
      </pc:sldChg>
      <pc:sldChg chg="ord">
        <pc:chgData name="Said Achmad" userId="5d71821f-e4ec-49c0-a52f-549698ea3c81" providerId="ADAL" clId="{D7535C40-B8C3-47E6-BFC2-862C4A23B861}" dt="2024-05-23T08:42:46.896" v="7"/>
        <pc:sldMkLst>
          <pc:docMk/>
          <pc:sldMk cId="363028880" sldId="262"/>
        </pc:sldMkLst>
      </pc:sldChg>
      <pc:sldChg chg="del">
        <pc:chgData name="Said Achmad" userId="5d71821f-e4ec-49c0-a52f-549698ea3c81" providerId="ADAL" clId="{D7535C40-B8C3-47E6-BFC2-862C4A23B861}" dt="2024-05-23T08:42:11.474" v="1" actId="47"/>
        <pc:sldMkLst>
          <pc:docMk/>
          <pc:sldMk cId="3962618298" sldId="282"/>
        </pc:sldMkLst>
      </pc:sldChg>
      <pc:sldChg chg="ord">
        <pc:chgData name="Said Achmad" userId="5d71821f-e4ec-49c0-a52f-549698ea3c81" providerId="ADAL" clId="{D7535C40-B8C3-47E6-BFC2-862C4A23B861}" dt="2024-05-23T08:42:44.066" v="5"/>
        <pc:sldMkLst>
          <pc:docMk/>
          <pc:sldMk cId="2775010017" sldId="300"/>
        </pc:sldMkLst>
      </pc:sldChg>
      <pc:sldChg chg="ord">
        <pc:chgData name="Said Achmad" userId="5d71821f-e4ec-49c0-a52f-549698ea3c81" providerId="ADAL" clId="{D7535C40-B8C3-47E6-BFC2-862C4A23B861}" dt="2024-05-23T08:43:00.804" v="9"/>
        <pc:sldMkLst>
          <pc:docMk/>
          <pc:sldMk cId="3553207723" sldId="387"/>
        </pc:sldMkLst>
      </pc:sldChg>
      <pc:sldChg chg="modSp mod ord">
        <pc:chgData name="Said Achmad" userId="5d71821f-e4ec-49c0-a52f-549698ea3c81" providerId="ADAL" clId="{D7535C40-B8C3-47E6-BFC2-862C4A23B861}" dt="2024-05-23T08:44:08.198" v="14" actId="20577"/>
        <pc:sldMkLst>
          <pc:docMk/>
          <pc:sldMk cId="893278314" sldId="401"/>
        </pc:sldMkLst>
      </pc:sldChg>
      <pc:sldChg chg="add">
        <pc:chgData name="Said Achmad" userId="5d71821f-e4ec-49c0-a52f-549698ea3c81" providerId="ADAL" clId="{D7535C40-B8C3-47E6-BFC2-862C4A23B861}" dt="2024-05-23T08:42:09.905" v="0"/>
        <pc:sldMkLst>
          <pc:docMk/>
          <pc:sldMk cId="2999226850" sldId="424"/>
        </pc:sldMkLst>
      </pc:sldChg>
      <pc:sldChg chg="add">
        <pc:chgData name="Said Achmad" userId="5d71821f-e4ec-49c0-a52f-549698ea3c81" providerId="ADAL" clId="{D7535C40-B8C3-47E6-BFC2-862C4A23B861}" dt="2024-05-23T08:44:41.360" v="16"/>
        <pc:sldMkLst>
          <pc:docMk/>
          <pc:sldMk cId="4036838369" sldId="425"/>
        </pc:sldMkLst>
      </pc:sldChg>
    </pc:docChg>
  </pc:docChgLst>
  <pc:docChgLst>
    <pc:chgData name="Said Achmad" userId="5d71821f-e4ec-49c0-a52f-549698ea3c81" providerId="ADAL" clId="{ACCB8F31-DC50-4B80-9522-D3FFCEBB1139}"/>
    <pc:docChg chg="undo redo custSel addSld delSld modSld sldOrd">
      <pc:chgData name="Said Achmad" userId="5d71821f-e4ec-49c0-a52f-549698ea3c81" providerId="ADAL" clId="{ACCB8F31-DC50-4B80-9522-D3FFCEBB1139}" dt="2023-10-27T04:14:05.510" v="3486" actId="20577"/>
      <pc:docMkLst>
        <pc:docMk/>
      </pc:docMkLst>
      <pc:sldChg chg="modSp mod">
        <pc:chgData name="Said Achmad" userId="5d71821f-e4ec-49c0-a52f-549698ea3c81" providerId="ADAL" clId="{ACCB8F31-DC50-4B80-9522-D3FFCEBB1139}" dt="2023-10-26T06:55:05.969" v="32"/>
        <pc:sldMkLst>
          <pc:docMk/>
          <pc:sldMk cId="3807564589" sldId="256"/>
        </pc:sldMkLst>
      </pc:sldChg>
      <pc:sldChg chg="new del">
        <pc:chgData name="Said Achmad" userId="5d71821f-e4ec-49c0-a52f-549698ea3c81" providerId="ADAL" clId="{ACCB8F31-DC50-4B80-9522-D3FFCEBB1139}" dt="2023-10-26T06:55:40.586" v="34" actId="47"/>
        <pc:sldMkLst>
          <pc:docMk/>
          <pc:sldMk cId="3286231647" sldId="257"/>
        </pc:sldMkLst>
      </pc:sldChg>
      <pc:sldChg chg="delSp 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4133371411" sldId="257"/>
        </pc:sldMkLst>
      </pc:sldChg>
      <pc:sldChg chg="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1191048756" sldId="258"/>
        </pc:sldMkLst>
      </pc:sldChg>
      <pc:sldChg chg="delSp modSp new mod ord">
        <pc:chgData name="Said Achmad" userId="5d71821f-e4ec-49c0-a52f-549698ea3c81" providerId="ADAL" clId="{ACCB8F31-DC50-4B80-9522-D3FFCEBB1139}" dt="2023-10-26T07:02:32.419" v="158" actId="403"/>
        <pc:sldMkLst>
          <pc:docMk/>
          <pc:sldMk cId="3239424758" sldId="259"/>
        </pc:sldMkLst>
      </pc:sldChg>
      <pc:sldChg chg="modSp add mod">
        <pc:chgData name="Said Achmad" userId="5d71821f-e4ec-49c0-a52f-549698ea3c81" providerId="ADAL" clId="{ACCB8F31-DC50-4B80-9522-D3FFCEBB1139}" dt="2023-10-26T10:45:54.128" v="1999" actId="20577"/>
        <pc:sldMkLst>
          <pc:docMk/>
          <pc:sldMk cId="3724825567" sldId="260"/>
        </pc:sldMkLst>
      </pc:sldChg>
      <pc:sldChg chg="addSp delSp modSp new add del mod">
        <pc:chgData name="Said Achmad" userId="5d71821f-e4ec-49c0-a52f-549698ea3c81" providerId="ADAL" clId="{ACCB8F31-DC50-4B80-9522-D3FFCEBB1139}" dt="2023-10-26T09:06:03.246" v="1194" actId="20577"/>
        <pc:sldMkLst>
          <pc:docMk/>
          <pc:sldMk cId="3041036902" sldId="261"/>
        </pc:sldMkLst>
      </pc:sldChg>
      <pc:sldChg chg="modSp new mod chgLayout">
        <pc:chgData name="Said Achmad" userId="5d71821f-e4ec-49c0-a52f-549698ea3c81" providerId="ADAL" clId="{ACCB8F31-DC50-4B80-9522-D3FFCEBB1139}" dt="2023-10-26T07:56:26.485" v="597" actId="207"/>
        <pc:sldMkLst>
          <pc:docMk/>
          <pc:sldMk cId="363028880" sldId="262"/>
        </pc:sldMkLst>
      </pc:sldChg>
      <pc:sldChg chg="new del">
        <pc:chgData name="Said Achmad" userId="5d71821f-e4ec-49c0-a52f-549698ea3c81" providerId="ADAL" clId="{ACCB8F31-DC50-4B80-9522-D3FFCEBB1139}" dt="2023-10-26T07:03:17.588" v="164" actId="47"/>
        <pc:sldMkLst>
          <pc:docMk/>
          <pc:sldMk cId="2426101246" sldId="262"/>
        </pc:sldMkLst>
      </pc:sldChg>
      <pc:sldChg chg="modSp add del mod">
        <pc:chgData name="Said Achmad" userId="5d71821f-e4ec-49c0-a52f-549698ea3c81" providerId="ADAL" clId="{ACCB8F31-DC50-4B80-9522-D3FFCEBB1139}" dt="2023-10-26T09:09:29.954" v="1195" actId="47"/>
        <pc:sldMkLst>
          <pc:docMk/>
          <pc:sldMk cId="4107200152" sldId="263"/>
        </pc:sldMkLst>
      </pc:sldChg>
      <pc:sldChg chg="modSp add del mod ord">
        <pc:chgData name="Said Achmad" userId="5d71821f-e4ec-49c0-a52f-549698ea3c81" providerId="ADAL" clId="{ACCB8F31-DC50-4B80-9522-D3FFCEBB1139}" dt="2023-10-26T08:18:28.503" v="1171" actId="115"/>
        <pc:sldMkLst>
          <pc:docMk/>
          <pc:sldMk cId="3663985620" sldId="264"/>
        </pc:sldMkLst>
      </pc:sldChg>
      <pc:sldChg chg="modSp add del mod">
        <pc:chgData name="Said Achmad" userId="5d71821f-e4ec-49c0-a52f-549698ea3c81" providerId="ADAL" clId="{ACCB8F31-DC50-4B80-9522-D3FFCEBB1139}" dt="2023-10-26T08:16:45.782" v="1152" actId="12"/>
        <pc:sldMkLst>
          <pc:docMk/>
          <pc:sldMk cId="117569319" sldId="265"/>
        </pc:sldMkLst>
      </pc:sldChg>
      <pc:sldChg chg="new del">
        <pc:chgData name="Said Achmad" userId="5d71821f-e4ec-49c0-a52f-549698ea3c81" providerId="ADAL" clId="{ACCB8F31-DC50-4B80-9522-D3FFCEBB1139}" dt="2023-10-26T07:17:55.622" v="244" actId="680"/>
        <pc:sldMkLst>
          <pc:docMk/>
          <pc:sldMk cId="544979971" sldId="266"/>
        </pc:sldMkLst>
      </pc:sldChg>
      <pc:sldChg chg="addSp delSp modSp add mod modNotesTx">
        <pc:chgData name="Said Achmad" userId="5d71821f-e4ec-49c0-a52f-549698ea3c81" providerId="ADAL" clId="{ACCB8F31-DC50-4B80-9522-D3FFCEBB1139}" dt="2023-10-26T08:17:17.099" v="1155" actId="1582"/>
        <pc:sldMkLst>
          <pc:docMk/>
          <pc:sldMk cId="926499602" sldId="266"/>
        </pc:sldMkLst>
      </pc:sldChg>
      <pc:sldChg chg="new del">
        <pc:chgData name="Said Achmad" userId="5d71821f-e4ec-49c0-a52f-549698ea3c81" providerId="ADAL" clId="{ACCB8F31-DC50-4B80-9522-D3FFCEBB1139}" dt="2023-10-26T07:18:30.676" v="247" actId="47"/>
        <pc:sldMkLst>
          <pc:docMk/>
          <pc:sldMk cId="3348473186" sldId="266"/>
        </pc:sldMkLst>
      </pc:sldChg>
      <pc:sldChg chg="addSp delSp modSp add mod ord modNotesTx">
        <pc:chgData name="Said Achmad" userId="5d71821f-e4ec-49c0-a52f-549698ea3c81" providerId="ADAL" clId="{ACCB8F31-DC50-4B80-9522-D3FFCEBB1139}" dt="2023-10-26T07:31:23.881" v="455" actId="1076"/>
        <pc:sldMkLst>
          <pc:docMk/>
          <pc:sldMk cId="1284774635" sldId="267"/>
        </pc:sldMkLst>
      </pc:sldChg>
      <pc:sldChg chg="addSp delSp modSp add mod">
        <pc:chgData name="Said Achmad" userId="5d71821f-e4ec-49c0-a52f-549698ea3c81" providerId="ADAL" clId="{ACCB8F31-DC50-4B80-9522-D3FFCEBB1139}" dt="2023-10-26T07:31:57.476" v="467"/>
        <pc:sldMkLst>
          <pc:docMk/>
          <pc:sldMk cId="34122191" sldId="268"/>
        </pc:sldMkLst>
      </pc:sldChg>
      <pc:sldChg chg="addSp delSp modSp add mod">
        <pc:chgData name="Said Achmad" userId="5d71821f-e4ec-49c0-a52f-549698ea3c81" providerId="ADAL" clId="{ACCB8F31-DC50-4B80-9522-D3FFCEBB1139}" dt="2023-10-26T07:33:19.493" v="495" actId="12385"/>
        <pc:sldMkLst>
          <pc:docMk/>
          <pc:sldMk cId="1855902636" sldId="269"/>
        </pc:sldMkLst>
      </pc:sldChg>
      <pc:sldChg chg="addSp delSp modSp add mod ord modNotesTx">
        <pc:chgData name="Said Achmad" userId="5d71821f-e4ec-49c0-a52f-549698ea3c81" providerId="ADAL" clId="{ACCB8F31-DC50-4B80-9522-D3FFCEBB1139}" dt="2023-10-26T08:18:44.343" v="1173" actId="115"/>
        <pc:sldMkLst>
          <pc:docMk/>
          <pc:sldMk cId="3522040008" sldId="270"/>
        </pc:sldMkLst>
      </pc:sldChg>
      <pc:sldChg chg="modSp add mod modNotesTx">
        <pc:chgData name="Said Achmad" userId="5d71821f-e4ec-49c0-a52f-549698ea3c81" providerId="ADAL" clId="{ACCB8F31-DC50-4B80-9522-D3FFCEBB1139}" dt="2023-10-26T08:19:07.618" v="1175" actId="20577"/>
        <pc:sldMkLst>
          <pc:docMk/>
          <pc:sldMk cId="938585390" sldId="271"/>
        </pc:sldMkLst>
      </pc:sldChg>
      <pc:sldChg chg="modSp add del mod">
        <pc:chgData name="Said Achmad" userId="5d71821f-e4ec-49c0-a52f-549698ea3c81" providerId="ADAL" clId="{ACCB8F31-DC50-4B80-9522-D3FFCEBB1139}" dt="2023-10-26T08:12:48.814" v="1107" actId="47"/>
        <pc:sldMkLst>
          <pc:docMk/>
          <pc:sldMk cId="240193300" sldId="272"/>
        </pc:sldMkLst>
      </pc:sldChg>
      <pc:sldChg chg="modSp new mod">
        <pc:chgData name="Said Achmad" userId="5d71821f-e4ec-49c0-a52f-549698ea3c81" providerId="ADAL" clId="{ACCB8F31-DC50-4B80-9522-D3FFCEBB1139}" dt="2023-10-26T10:25:36.108" v="1838" actId="20577"/>
        <pc:sldMkLst>
          <pc:docMk/>
          <pc:sldMk cId="629326906" sldId="272"/>
        </pc:sldMkLst>
      </pc:sldChg>
      <pc:sldChg chg="new del">
        <pc:chgData name="Said Achmad" userId="5d71821f-e4ec-49c0-a52f-549698ea3c81" providerId="ADAL" clId="{ACCB8F31-DC50-4B80-9522-D3FFCEBB1139}" dt="2023-10-26T10:45:28.544" v="1993" actId="47"/>
        <pc:sldMkLst>
          <pc:docMk/>
          <pc:sldMk cId="614863878" sldId="273"/>
        </pc:sldMkLst>
      </pc:sldChg>
      <pc:sldChg chg="addSp delSp modSp new mod">
        <pc:chgData name="Said Achmad" userId="5d71821f-e4ec-49c0-a52f-549698ea3c81" providerId="ADAL" clId="{ACCB8F31-DC50-4B80-9522-D3FFCEBB1139}" dt="2023-10-26T10:25:42.384" v="1854" actId="20577"/>
        <pc:sldMkLst>
          <pc:docMk/>
          <pc:sldMk cId="2906983293" sldId="274"/>
        </pc:sldMkLst>
      </pc:sldChg>
      <pc:sldChg chg="addSp delSp modSp add mod">
        <pc:chgData name="Said Achmad" userId="5d71821f-e4ec-49c0-a52f-549698ea3c81" providerId="ADAL" clId="{ACCB8F31-DC50-4B80-9522-D3FFCEBB1139}" dt="2023-10-26T10:19:56.696" v="1817" actId="1076"/>
        <pc:sldMkLst>
          <pc:docMk/>
          <pc:sldMk cId="351085493" sldId="275"/>
        </pc:sldMkLst>
      </pc:sldChg>
      <pc:sldChg chg="addSp delSp modSp add mod">
        <pc:chgData name="Said Achmad" userId="5d71821f-e4ec-49c0-a52f-549698ea3c81" providerId="ADAL" clId="{ACCB8F31-DC50-4B80-9522-D3FFCEBB1139}" dt="2023-10-26T10:45:10.163" v="1989" actId="948"/>
        <pc:sldMkLst>
          <pc:docMk/>
          <pc:sldMk cId="4225043614" sldId="276"/>
        </pc:sldMkLst>
      </pc:sldChg>
      <pc:sldChg chg="modSp add mod ord">
        <pc:chgData name="Said Achmad" userId="5d71821f-e4ec-49c0-a52f-549698ea3c81" providerId="ADAL" clId="{ACCB8F31-DC50-4B80-9522-D3FFCEBB1139}" dt="2023-10-27T02:31:39.166" v="2039"/>
        <pc:sldMkLst>
          <pc:docMk/>
          <pc:sldMk cId="3840490389" sldId="277"/>
        </pc:sldMkLst>
      </pc:sldChg>
      <pc:sldChg chg="addSp modSp new mod ord">
        <pc:chgData name="Said Achmad" userId="5d71821f-e4ec-49c0-a52f-549698ea3c81" providerId="ADAL" clId="{ACCB8F31-DC50-4B80-9522-D3FFCEBB1139}" dt="2023-10-27T04:14:05.510" v="3486" actId="20577"/>
        <pc:sldMkLst>
          <pc:docMk/>
          <pc:sldMk cId="3500018930" sldId="278"/>
        </pc:sldMkLst>
      </pc:sldChg>
      <pc:sldChg chg="modSp add del mod ord">
        <pc:chgData name="Said Achmad" userId="5d71821f-e4ec-49c0-a52f-549698ea3c81" providerId="ADAL" clId="{ACCB8F31-DC50-4B80-9522-D3FFCEBB1139}" dt="2023-10-27T03:57:22.143" v="3226" actId="47"/>
        <pc:sldMkLst>
          <pc:docMk/>
          <pc:sldMk cId="2115211603" sldId="279"/>
        </pc:sldMkLst>
      </pc:sldChg>
      <pc:sldChg chg="modSp add del mod">
        <pc:chgData name="Said Achmad" userId="5d71821f-e4ec-49c0-a52f-549698ea3c81" providerId="ADAL" clId="{ACCB8F31-DC50-4B80-9522-D3FFCEBB1139}" dt="2023-10-27T02:58:57.884" v="2511" actId="47"/>
        <pc:sldMkLst>
          <pc:docMk/>
          <pc:sldMk cId="44351928" sldId="280"/>
        </pc:sldMkLst>
      </pc:sldChg>
      <pc:sldChg chg="modSp add mod ord">
        <pc:chgData name="Said Achmad" userId="5d71821f-e4ec-49c0-a52f-549698ea3c81" providerId="ADAL" clId="{ACCB8F31-DC50-4B80-9522-D3FFCEBB1139}" dt="2023-10-27T03:02:52.472" v="2578" actId="20577"/>
        <pc:sldMkLst>
          <pc:docMk/>
          <pc:sldMk cId="864549538" sldId="280"/>
        </pc:sldMkLst>
      </pc:sldChg>
      <pc:sldChg chg="modSp add mod ord">
        <pc:chgData name="Said Achmad" userId="5d71821f-e4ec-49c0-a52f-549698ea3c81" providerId="ADAL" clId="{ACCB8F31-DC50-4B80-9522-D3FFCEBB1139}" dt="2023-10-27T03:23:00.879" v="2860" actId="20577"/>
        <pc:sldMkLst>
          <pc:docMk/>
          <pc:sldMk cId="3062500002" sldId="281"/>
        </pc:sldMkLst>
      </pc:sldChg>
      <pc:sldChg chg="addSp delSp modSp new mod">
        <pc:chgData name="Said Achmad" userId="5d71821f-e4ec-49c0-a52f-549698ea3c81" providerId="ADAL" clId="{ACCB8F31-DC50-4B80-9522-D3FFCEBB1139}" dt="2023-10-27T03:24:11.408" v="2866"/>
        <pc:sldMkLst>
          <pc:docMk/>
          <pc:sldMk cId="3962618298" sldId="282"/>
        </pc:sldMkLst>
      </pc:sldChg>
      <pc:sldChg chg="addSp delSp modSp new mod">
        <pc:chgData name="Said Achmad" userId="5d71821f-e4ec-49c0-a52f-549698ea3c81" providerId="ADAL" clId="{ACCB8F31-DC50-4B80-9522-D3FFCEBB1139}" dt="2023-10-27T04:05:02.848" v="3319" actId="20577"/>
        <pc:sldMkLst>
          <pc:docMk/>
          <pc:sldMk cId="1702753199" sldId="283"/>
        </pc:sldMkLst>
      </pc:sldChg>
      <pc:sldChg chg="modSp add mod modNotesTx">
        <pc:chgData name="Said Achmad" userId="5d71821f-e4ec-49c0-a52f-549698ea3c81" providerId="ADAL" clId="{ACCB8F31-DC50-4B80-9522-D3FFCEBB1139}" dt="2023-10-27T03:34:54.955" v="3011"/>
        <pc:sldMkLst>
          <pc:docMk/>
          <pc:sldMk cId="16901110" sldId="284"/>
        </pc:sldMkLst>
      </pc:sldChg>
      <pc:sldChg chg="modSp add mod modNotesTx">
        <pc:chgData name="Said Achmad" userId="5d71821f-e4ec-49c0-a52f-549698ea3c81" providerId="ADAL" clId="{ACCB8F31-DC50-4B80-9522-D3FFCEBB1139}" dt="2023-10-27T03:43:00.119" v="3066" actId="20577"/>
        <pc:sldMkLst>
          <pc:docMk/>
          <pc:sldMk cId="3781791020" sldId="285"/>
        </pc:sldMkLst>
      </pc:sldChg>
      <pc:sldChg chg="add del">
        <pc:chgData name="Said Achmad" userId="5d71821f-e4ec-49c0-a52f-549698ea3c81" providerId="ADAL" clId="{ACCB8F31-DC50-4B80-9522-D3FFCEBB1139}" dt="2023-10-27T03:48:59.922" v="3068" actId="2890"/>
        <pc:sldMkLst>
          <pc:docMk/>
          <pc:sldMk cId="272851864" sldId="286"/>
        </pc:sldMkLst>
      </pc:sldChg>
      <pc:sldChg chg="add ord">
        <pc:chgData name="Said Achmad" userId="5d71821f-e4ec-49c0-a52f-549698ea3c81" providerId="ADAL" clId="{ACCB8F31-DC50-4B80-9522-D3FFCEBB1139}" dt="2023-10-27T03:56:40.424" v="3215" actId="20578"/>
        <pc:sldMkLst>
          <pc:docMk/>
          <pc:sldMk cId="1657355698" sldId="286"/>
        </pc:sldMkLst>
      </pc:sldChg>
      <pc:sldChg chg="addSp delSp modSp add mod">
        <pc:chgData name="Said Achmad" userId="5d71821f-e4ec-49c0-a52f-549698ea3c81" providerId="ADAL" clId="{ACCB8F31-DC50-4B80-9522-D3FFCEBB1139}" dt="2023-10-27T03:57:17.102" v="3225"/>
        <pc:sldMkLst>
          <pc:docMk/>
          <pc:sldMk cId="1451122948" sldId="287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3248421886" sldId="325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738495559" sldId="326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4061453550" sldId="327"/>
        </pc:sldMkLst>
      </pc:sldChg>
    </pc:docChg>
  </pc:docChgLst>
  <pc:docChgLst>
    <pc:chgData name="Said Achmad" userId="5d71821f-e4ec-49c0-a52f-549698ea3c81" providerId="ADAL" clId="{5A6F5F28-5ED2-43E1-A2CB-36A1657676AD}"/>
    <pc:docChg chg="undo redo custSel addSld delSld modSld sldOrd">
      <pc:chgData name="Said Achmad" userId="5d71821f-e4ec-49c0-a52f-549698ea3c81" providerId="ADAL" clId="{5A6F5F28-5ED2-43E1-A2CB-36A1657676AD}" dt="2023-11-16T05:31:00.615" v="3239"/>
      <pc:docMkLst>
        <pc:docMk/>
      </pc:docMkLst>
      <pc:sldChg chg="modSp mod">
        <pc:chgData name="Said Achmad" userId="5d71821f-e4ec-49c0-a52f-549698ea3c81" providerId="ADAL" clId="{5A6F5F28-5ED2-43E1-A2CB-36A1657676AD}" dt="2023-10-27T08:08:13.626" v="24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5A6F5F28-5ED2-43E1-A2CB-36A1657676AD}" dt="2023-11-16T05:31:00.615" v="3239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5A6F5F28-5ED2-43E1-A2CB-36A1657676AD}" dt="2023-10-27T08:49:01.928" v="769" actId="2057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5A6F5F28-5ED2-43E1-A2CB-36A1657676AD}" dt="2023-10-27T08:19:05.670" v="67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5A6F5F28-5ED2-43E1-A2CB-36A1657676AD}" dt="2023-10-27T10:09:24.377" v="852" actId="20577"/>
        <pc:sldMkLst>
          <pc:docMk/>
          <pc:sldMk cId="3663985620" sldId="26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629326906" sldId="272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2906983293" sldId="27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51085493" sldId="27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4225043614" sldId="27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840490389" sldId="277"/>
        </pc:sldMkLst>
      </pc:sldChg>
      <pc:sldChg chg="modSp mod">
        <pc:chgData name="Said Achmad" userId="5d71821f-e4ec-49c0-a52f-549698ea3c81" providerId="ADAL" clId="{5A6F5F28-5ED2-43E1-A2CB-36A1657676AD}" dt="2023-11-16T05:15:54.436" v="3093" actId="20577"/>
        <pc:sldMkLst>
          <pc:docMk/>
          <pc:sldMk cId="3500018930" sldId="278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864549538" sldId="280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062500002" sldId="281"/>
        </pc:sldMkLst>
      </pc:sldChg>
      <pc:sldChg chg="modSp mod">
        <pc:chgData name="Said Achmad" userId="5d71821f-e4ec-49c0-a52f-549698ea3c81" providerId="ADAL" clId="{5A6F5F28-5ED2-43E1-A2CB-36A1657676AD}" dt="2023-11-16T05:23:25.377" v="3230" actId="20577"/>
        <pc:sldMkLst>
          <pc:docMk/>
          <pc:sldMk cId="1702753199" sldId="283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901110" sldId="28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781791020" sldId="28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57355698" sldId="28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451122948" sldId="287"/>
        </pc:sldMkLst>
      </pc:sldChg>
      <pc:sldChg chg="addSp delSp modSp add mod">
        <pc:chgData name="Said Achmad" userId="5d71821f-e4ec-49c0-a52f-549698ea3c81" providerId="ADAL" clId="{5A6F5F28-5ED2-43E1-A2CB-36A1657676AD}" dt="2023-10-27T08:45:58.391" v="624" actId="115"/>
        <pc:sldMkLst>
          <pc:docMk/>
          <pc:sldMk cId="1561272596" sldId="288"/>
        </pc:sldMkLst>
      </pc:sldChg>
      <pc:sldChg chg="add del">
        <pc:chgData name="Said Achmad" userId="5d71821f-e4ec-49c0-a52f-549698ea3c81" providerId="ADAL" clId="{5A6F5F28-5ED2-43E1-A2CB-36A1657676AD}" dt="2023-10-27T10:09:18.147" v="828" actId="2890"/>
        <pc:sldMkLst>
          <pc:docMk/>
          <pc:sldMk cId="1118690115" sldId="289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14660766" sldId="289"/>
        </pc:sldMkLst>
      </pc:sldChg>
      <pc:sldChg chg="del">
        <pc:chgData name="Said Achmad" userId="5d71821f-e4ec-49c0-a52f-549698ea3c81" providerId="ADAL" clId="{5A6F5F28-5ED2-43E1-A2CB-36A1657676AD}" dt="2023-11-15T03:38:04.756" v="853" actId="47"/>
        <pc:sldMkLst>
          <pc:docMk/>
          <pc:sldMk cId="3956761653" sldId="290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04.060" v="2250" actId="478"/>
        <pc:sldMkLst>
          <pc:docMk/>
          <pc:sldMk cId="2852185070" sldId="291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18.031" v="2253" actId="478"/>
        <pc:sldMkLst>
          <pc:docMk/>
          <pc:sldMk cId="1805675844" sldId="292"/>
        </pc:sldMkLst>
      </pc:sldChg>
      <pc:sldChg chg="addSp delSp modSp mod ord modClrScheme chgLayout">
        <pc:chgData name="Said Achmad" userId="5d71821f-e4ec-49c0-a52f-549698ea3c81" providerId="ADAL" clId="{5A6F5F28-5ED2-43E1-A2CB-36A1657676AD}" dt="2023-11-15T08:17:00.340" v="2257" actId="478"/>
        <pc:sldMkLst>
          <pc:docMk/>
          <pc:sldMk cId="949010790" sldId="293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5:40.688" v="2247" actId="478"/>
        <pc:sldMkLst>
          <pc:docMk/>
          <pc:sldMk cId="3955090986" sldId="294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7:50.453" v="2270"/>
        <pc:sldMkLst>
          <pc:docMk/>
          <pc:sldMk cId="3819417382" sldId="295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28.796" v="2239" actId="478"/>
        <pc:sldMkLst>
          <pc:docMk/>
          <pc:sldMk cId="2756292616" sldId="296"/>
        </pc:sldMkLst>
      </pc:sldChg>
      <pc:sldChg chg="add del">
        <pc:chgData name="Said Achmad" userId="5d71821f-e4ec-49c0-a52f-549698ea3c81" providerId="ADAL" clId="{5A6F5F28-5ED2-43E1-A2CB-36A1657676AD}" dt="2023-11-15T07:45:14.479" v="1804" actId="47"/>
        <pc:sldMkLst>
          <pc:docMk/>
          <pc:sldMk cId="1118551909" sldId="297"/>
        </pc:sldMkLst>
      </pc:sldChg>
      <pc:sldChg chg="modSp add del mod">
        <pc:chgData name="Said Achmad" userId="5d71821f-e4ec-49c0-a52f-549698ea3c81" providerId="ADAL" clId="{5A6F5F28-5ED2-43E1-A2CB-36A1657676AD}" dt="2023-11-15T07:44:29.768" v="1782" actId="47"/>
        <pc:sldMkLst>
          <pc:docMk/>
          <pc:sldMk cId="3301250164" sldId="298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47.888" v="2242" actId="478"/>
        <pc:sldMkLst>
          <pc:docMk/>
          <pc:sldMk cId="1462856539" sldId="299"/>
        </pc:sldMkLst>
      </pc:sldChg>
      <pc:sldChg chg="modSp add mod ord modClrScheme chgLayout">
        <pc:chgData name="Said Achmad" userId="5d71821f-e4ec-49c0-a52f-549698ea3c81" providerId="ADAL" clId="{5A6F5F28-5ED2-43E1-A2CB-36A1657676AD}" dt="2023-11-15T08:13:25.315" v="2233" actId="700"/>
        <pc:sldMkLst>
          <pc:docMk/>
          <pc:sldMk cId="2775010017" sldId="300"/>
        </pc:sldMkLst>
      </pc:sldChg>
      <pc:sldChg chg="modSp add mod ord">
        <pc:chgData name="Said Achmad" userId="5d71821f-e4ec-49c0-a52f-549698ea3c81" providerId="ADAL" clId="{5A6F5F28-5ED2-43E1-A2CB-36A1657676AD}" dt="2023-11-16T02:25:20.622" v="2276" actId="20577"/>
        <pc:sldMkLst>
          <pc:docMk/>
          <pc:sldMk cId="715285486" sldId="301"/>
        </pc:sldMkLst>
      </pc:sldChg>
      <pc:sldChg chg="modSp add del mod">
        <pc:chgData name="Said Achmad" userId="5d71821f-e4ec-49c0-a52f-549698ea3c81" providerId="ADAL" clId="{5A6F5F28-5ED2-43E1-A2CB-36A1657676AD}" dt="2023-11-16T02:31:07.863" v="2311" actId="47"/>
        <pc:sldMkLst>
          <pc:docMk/>
          <pc:sldMk cId="2066656938" sldId="302"/>
        </pc:sldMkLst>
      </pc:sldChg>
      <pc:sldChg chg="modSp add mod">
        <pc:chgData name="Said Achmad" userId="5d71821f-e4ec-49c0-a52f-549698ea3c81" providerId="ADAL" clId="{5A6F5F28-5ED2-43E1-A2CB-36A1657676AD}" dt="2023-11-16T02:36:40.887" v="2389" actId="20577"/>
        <pc:sldMkLst>
          <pc:docMk/>
          <pc:sldMk cId="1491587317" sldId="303"/>
        </pc:sldMkLst>
      </pc:sldChg>
      <pc:sldChg chg="modSp add mod ord">
        <pc:chgData name="Said Achmad" userId="5d71821f-e4ec-49c0-a52f-549698ea3c81" providerId="ADAL" clId="{5A6F5F28-5ED2-43E1-A2CB-36A1657676AD}" dt="2023-11-16T03:57:36.601" v="2393"/>
        <pc:sldMkLst>
          <pc:docMk/>
          <pc:sldMk cId="2410182092" sldId="304"/>
        </pc:sldMkLst>
      </pc:sldChg>
      <pc:sldChg chg="modSp add del mod">
        <pc:chgData name="Said Achmad" userId="5d71821f-e4ec-49c0-a52f-549698ea3c81" providerId="ADAL" clId="{5A6F5F28-5ED2-43E1-A2CB-36A1657676AD}" dt="2023-11-16T02:35:35.021" v="2382" actId="47"/>
        <pc:sldMkLst>
          <pc:docMk/>
          <pc:sldMk cId="3426220842" sldId="304"/>
        </pc:sldMkLst>
      </pc:sldChg>
      <pc:sldChg chg="modSp add del mod">
        <pc:chgData name="Said Achmad" userId="5d71821f-e4ec-49c0-a52f-549698ea3c81" providerId="ADAL" clId="{5A6F5F28-5ED2-43E1-A2CB-36A1657676AD}" dt="2023-11-16T02:35:30.671" v="2381" actId="47"/>
        <pc:sldMkLst>
          <pc:docMk/>
          <pc:sldMk cId="838552825" sldId="305"/>
        </pc:sldMkLst>
      </pc:sldChg>
      <pc:sldChg chg="modSp add mod">
        <pc:chgData name="Said Achmad" userId="5d71821f-e4ec-49c0-a52f-549698ea3c81" providerId="ADAL" clId="{5A6F5F28-5ED2-43E1-A2CB-36A1657676AD}" dt="2023-11-16T05:24:06.223" v="3238" actId="113"/>
        <pc:sldMkLst>
          <pc:docMk/>
          <pc:sldMk cId="1042903480" sldId="305"/>
        </pc:sldMkLst>
      </pc:sldChg>
      <pc:sldChg chg="modSp add mod">
        <pc:chgData name="Said Achmad" userId="5d71821f-e4ec-49c0-a52f-549698ea3c81" providerId="ADAL" clId="{5A6F5F28-5ED2-43E1-A2CB-36A1657676AD}" dt="2023-11-16T04:57:59.580" v="3009" actId="20577"/>
        <pc:sldMkLst>
          <pc:docMk/>
          <pc:sldMk cId="2361189392" sldId="306"/>
        </pc:sldMkLst>
      </pc:sldChg>
      <pc:sldChg chg="modSp add mod">
        <pc:chgData name="Said Achmad" userId="5d71821f-e4ec-49c0-a52f-549698ea3c81" providerId="ADAL" clId="{5A6F5F28-5ED2-43E1-A2CB-36A1657676AD}" dt="2023-11-16T04:49:29.902" v="2916" actId="20577"/>
        <pc:sldMkLst>
          <pc:docMk/>
          <pc:sldMk cId="1190454364" sldId="307"/>
        </pc:sldMkLst>
      </pc:sldChg>
      <pc:sldChg chg="modSp add mod">
        <pc:chgData name="Said Achmad" userId="5d71821f-e4ec-49c0-a52f-549698ea3c81" providerId="ADAL" clId="{5A6F5F28-5ED2-43E1-A2CB-36A1657676AD}" dt="2023-11-16T04:56:33.601" v="2968" actId="20577"/>
        <pc:sldMkLst>
          <pc:docMk/>
          <pc:sldMk cId="3106424430" sldId="308"/>
        </pc:sldMkLst>
      </pc:sldChg>
    </pc:docChg>
  </pc:docChgLst>
  <pc:docChgLst>
    <pc:chgData name="Said Achmad" userId="5d71821f-e4ec-49c0-a52f-549698ea3c81" providerId="ADAL" clId="{28473B1F-AC4B-4EA4-916B-9AC9E64E196F}"/>
    <pc:docChg chg="undo custSel addSld delSld modSld sldOrd">
      <pc:chgData name="Said Achmad" userId="5d71821f-e4ec-49c0-a52f-549698ea3c81" providerId="ADAL" clId="{28473B1F-AC4B-4EA4-916B-9AC9E64E196F}" dt="2023-12-08T08:49:24.736" v="633"/>
      <pc:docMkLst>
        <pc:docMk/>
      </pc:docMkLst>
      <pc:sldChg chg="modSp mod">
        <pc:chgData name="Said Achmad" userId="5d71821f-e4ec-49c0-a52f-549698ea3c81" providerId="ADAL" clId="{28473B1F-AC4B-4EA4-916B-9AC9E64E196F}" dt="2023-12-08T08:31:02.914" v="600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28473B1F-AC4B-4EA4-916B-9AC9E64E196F}" dt="2023-12-08T08:49:24.736" v="633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28473B1F-AC4B-4EA4-916B-9AC9E64E196F}" dt="2023-12-08T08:23:26.040" v="494" actId="20577"/>
        <pc:sldMkLst>
          <pc:docMk/>
          <pc:sldMk cId="1140565605" sldId="403"/>
        </pc:sldMkLst>
      </pc:sldChg>
      <pc:sldChg chg="del">
        <pc:chgData name="Said Achmad" userId="5d71821f-e4ec-49c0-a52f-549698ea3c81" providerId="ADAL" clId="{28473B1F-AC4B-4EA4-916B-9AC9E64E196F}" dt="2023-12-08T08:25:47.918" v="583" actId="47"/>
        <pc:sldMkLst>
          <pc:docMk/>
          <pc:sldMk cId="1465955659" sldId="406"/>
        </pc:sldMkLst>
      </pc:sldChg>
      <pc:sldChg chg="modSp add mod ord">
        <pc:chgData name="Said Achmad" userId="5d71821f-e4ec-49c0-a52f-549698ea3c81" providerId="ADAL" clId="{28473B1F-AC4B-4EA4-916B-9AC9E64E196F}" dt="2023-12-08T07:57:08.732" v="63" actId="20577"/>
        <pc:sldMkLst>
          <pc:docMk/>
          <pc:sldMk cId="1101769962" sldId="407"/>
        </pc:sldMkLst>
      </pc:sldChg>
      <pc:sldChg chg="addSp delSp modSp add mod ord">
        <pc:chgData name="Said Achmad" userId="5d71821f-e4ec-49c0-a52f-549698ea3c81" providerId="ADAL" clId="{28473B1F-AC4B-4EA4-916B-9AC9E64E196F}" dt="2023-12-08T08:13:41.975" v="489" actId="20577"/>
        <pc:sldMkLst>
          <pc:docMk/>
          <pc:sldMk cId="3462794510" sldId="408"/>
        </pc:sldMkLst>
      </pc:sldChg>
      <pc:sldChg chg="addSp delSp modSp add mod">
        <pc:chgData name="Said Achmad" userId="5d71821f-e4ec-49c0-a52f-549698ea3c81" providerId="ADAL" clId="{28473B1F-AC4B-4EA4-916B-9AC9E64E196F}" dt="2023-12-08T08:25:40.974" v="582" actId="14100"/>
        <pc:sldMkLst>
          <pc:docMk/>
          <pc:sldMk cId="825416793" sldId="409"/>
        </pc:sldMkLst>
      </pc:sldChg>
      <pc:sldChg chg="modSp add mod">
        <pc:chgData name="Said Achmad" userId="5d71821f-e4ec-49c0-a52f-549698ea3c81" providerId="ADAL" clId="{28473B1F-AC4B-4EA4-916B-9AC9E64E196F}" dt="2023-12-08T08:43:32.122" v="632" actId="20577"/>
        <pc:sldMkLst>
          <pc:docMk/>
          <pc:sldMk cId="160602893" sldId="410"/>
        </pc:sldMkLst>
      </pc:sldChg>
    </pc:docChg>
  </pc:docChgLst>
  <pc:docChgLst>
    <pc:chgData name="Said Achmad" userId="5d71821f-e4ec-49c0-a52f-549698ea3c81" providerId="ADAL" clId="{228BD7C0-E4F1-44E7-BDAA-AC9D5F389C39}"/>
    <pc:docChg chg="undo custSel addSld modSld">
      <pc:chgData name="Said Achmad" userId="5d71821f-e4ec-49c0-a52f-549698ea3c81" providerId="ADAL" clId="{228BD7C0-E4F1-44E7-BDAA-AC9D5F389C39}" dt="2025-06-28T00:28:15.828" v="84" actId="179"/>
      <pc:docMkLst>
        <pc:docMk/>
      </pc:docMkLst>
      <pc:sldChg chg="modSp mod">
        <pc:chgData name="Said Achmad" userId="5d71821f-e4ec-49c0-a52f-549698ea3c81" providerId="ADAL" clId="{228BD7C0-E4F1-44E7-BDAA-AC9D5F389C39}" dt="2025-06-26T04:30:08.279" v="8" actId="20577"/>
        <pc:sldMkLst>
          <pc:docMk/>
          <pc:sldMk cId="3724825567" sldId="260"/>
        </pc:sldMkLst>
        <pc:spChg chg="mod">
          <ac:chgData name="Said Achmad" userId="5d71821f-e4ec-49c0-a52f-549698ea3c81" providerId="ADAL" clId="{228BD7C0-E4F1-44E7-BDAA-AC9D5F389C39}" dt="2025-06-26T04:30:08.279" v="8" actId="20577"/>
          <ac:spMkLst>
            <pc:docMk/>
            <pc:sldMk cId="3724825567" sldId="260"/>
            <ac:spMk id="4" creationId="{F6398ECD-4701-560A-68A4-064817E603CF}"/>
          </ac:spMkLst>
        </pc:spChg>
      </pc:sldChg>
      <pc:sldChg chg="modSp mod modClrScheme chgLayout">
        <pc:chgData name="Said Achmad" userId="5d71821f-e4ec-49c0-a52f-549698ea3c81" providerId="ADAL" clId="{228BD7C0-E4F1-44E7-BDAA-AC9D5F389C39}" dt="2025-06-26T04:30:30.440" v="19" actId="700"/>
        <pc:sldMkLst>
          <pc:docMk/>
          <pc:sldMk cId="2775010017" sldId="300"/>
        </pc:sldMkLst>
        <pc:spChg chg="mod ord">
          <ac:chgData name="Said Achmad" userId="5d71821f-e4ec-49c0-a52f-549698ea3c81" providerId="ADAL" clId="{228BD7C0-E4F1-44E7-BDAA-AC9D5F389C39}" dt="2025-06-26T04:30:30.440" v="19" actId="700"/>
          <ac:spMkLst>
            <pc:docMk/>
            <pc:sldMk cId="2775010017" sldId="300"/>
            <ac:spMk id="2" creationId="{490580FD-C213-BE4E-B0D4-01511112AF0D}"/>
          </ac:spMkLst>
        </pc:spChg>
      </pc:sldChg>
      <pc:sldChg chg="modSp mod modClrScheme chgLayout">
        <pc:chgData name="Said Achmad" userId="5d71821f-e4ec-49c0-a52f-549698ea3c81" providerId="ADAL" clId="{228BD7C0-E4F1-44E7-BDAA-AC9D5F389C39}" dt="2025-06-26T04:30:48.744" v="22" actId="700"/>
        <pc:sldMkLst>
          <pc:docMk/>
          <pc:sldMk cId="3553207723" sldId="387"/>
        </pc:sldMkLst>
        <pc:spChg chg="mod ord">
          <ac:chgData name="Said Achmad" userId="5d71821f-e4ec-49c0-a52f-549698ea3c81" providerId="ADAL" clId="{228BD7C0-E4F1-44E7-BDAA-AC9D5F389C39}" dt="2025-06-26T04:30:48.744" v="22" actId="700"/>
          <ac:spMkLst>
            <pc:docMk/>
            <pc:sldMk cId="3553207723" sldId="387"/>
            <ac:spMk id="2" creationId="{490580FD-C213-BE4E-B0D4-01511112AF0D}"/>
          </ac:spMkLst>
        </pc:spChg>
      </pc:sldChg>
      <pc:sldChg chg="modSp mod">
        <pc:chgData name="Said Achmad" userId="5d71821f-e4ec-49c0-a52f-549698ea3c81" providerId="ADAL" clId="{228BD7C0-E4F1-44E7-BDAA-AC9D5F389C39}" dt="2025-06-28T00:12:41.737" v="25" actId="1076"/>
        <pc:sldMkLst>
          <pc:docMk/>
          <pc:sldMk cId="1192248434" sldId="394"/>
        </pc:sldMkLst>
        <pc:spChg chg="mod">
          <ac:chgData name="Said Achmad" userId="5d71821f-e4ec-49c0-a52f-549698ea3c81" providerId="ADAL" clId="{228BD7C0-E4F1-44E7-BDAA-AC9D5F389C39}" dt="2025-06-28T00:12:41.737" v="25" actId="1076"/>
          <ac:spMkLst>
            <pc:docMk/>
            <pc:sldMk cId="1192248434" sldId="394"/>
            <ac:spMk id="2" creationId="{3E9583F9-47FA-5E5D-D9AB-61AA297D570E}"/>
          </ac:spMkLst>
        </pc:spChg>
      </pc:sldChg>
      <pc:sldChg chg="modSp mod modClrScheme chgLayout">
        <pc:chgData name="Said Achmad" userId="5d71821f-e4ec-49c0-a52f-549698ea3c81" providerId="ADAL" clId="{228BD7C0-E4F1-44E7-BDAA-AC9D5F389C39}" dt="2025-06-26T04:30:55.119" v="23" actId="700"/>
        <pc:sldMkLst>
          <pc:docMk/>
          <pc:sldMk cId="893278314" sldId="401"/>
        </pc:sldMkLst>
        <pc:spChg chg="mod ord">
          <ac:chgData name="Said Achmad" userId="5d71821f-e4ec-49c0-a52f-549698ea3c81" providerId="ADAL" clId="{228BD7C0-E4F1-44E7-BDAA-AC9D5F389C39}" dt="2025-06-26T04:30:55.119" v="23" actId="700"/>
          <ac:spMkLst>
            <pc:docMk/>
            <pc:sldMk cId="893278314" sldId="401"/>
            <ac:spMk id="2" creationId="{490580FD-C213-BE4E-B0D4-01511112AF0D}"/>
          </ac:spMkLst>
        </pc:spChg>
      </pc:sldChg>
      <pc:sldChg chg="modSp mod modClrScheme chgLayout">
        <pc:chgData name="Said Achmad" userId="5d71821f-e4ec-49c0-a52f-549698ea3c81" providerId="ADAL" clId="{228BD7C0-E4F1-44E7-BDAA-AC9D5F389C39}" dt="2025-06-26T04:30:38.500" v="21" actId="700"/>
        <pc:sldMkLst>
          <pc:docMk/>
          <pc:sldMk cId="60989799" sldId="413"/>
        </pc:sldMkLst>
        <pc:spChg chg="mod ord">
          <ac:chgData name="Said Achmad" userId="5d71821f-e4ec-49c0-a52f-549698ea3c81" providerId="ADAL" clId="{228BD7C0-E4F1-44E7-BDAA-AC9D5F389C39}" dt="2025-06-26T04:30:38.500" v="21" actId="700"/>
          <ac:spMkLst>
            <pc:docMk/>
            <pc:sldMk cId="60989799" sldId="413"/>
            <ac:spMk id="2" creationId="{3E9583F9-47FA-5E5D-D9AB-61AA297D570E}"/>
          </ac:spMkLst>
        </pc:spChg>
      </pc:sldChg>
      <pc:sldChg chg="modSp add mod">
        <pc:chgData name="Said Achmad" userId="5d71821f-e4ec-49c0-a52f-549698ea3c81" providerId="ADAL" clId="{228BD7C0-E4F1-44E7-BDAA-AC9D5F389C39}" dt="2025-06-26T04:30:19.083" v="17" actId="20577"/>
        <pc:sldMkLst>
          <pc:docMk/>
          <pc:sldMk cId="1330674191" sldId="426"/>
        </pc:sldMkLst>
        <pc:spChg chg="mod">
          <ac:chgData name="Said Achmad" userId="5d71821f-e4ec-49c0-a52f-549698ea3c81" providerId="ADAL" clId="{228BD7C0-E4F1-44E7-BDAA-AC9D5F389C39}" dt="2025-06-26T04:30:19.083" v="17" actId="20577"/>
          <ac:spMkLst>
            <pc:docMk/>
            <pc:sldMk cId="1330674191" sldId="426"/>
            <ac:spMk id="2" creationId="{6B18B702-081D-816D-E3E3-66042F95D368}"/>
          </ac:spMkLst>
        </pc:spChg>
      </pc:sldChg>
      <pc:sldChg chg="modSp add mod">
        <pc:chgData name="Said Achmad" userId="5d71821f-e4ec-49c0-a52f-549698ea3c81" providerId="ADAL" clId="{228BD7C0-E4F1-44E7-BDAA-AC9D5F389C39}" dt="2025-06-28T00:24:24.089" v="29" actId="20577"/>
        <pc:sldMkLst>
          <pc:docMk/>
          <pc:sldMk cId="2031911261" sldId="427"/>
        </pc:sldMkLst>
        <pc:spChg chg="mod">
          <ac:chgData name="Said Achmad" userId="5d71821f-e4ec-49c0-a52f-549698ea3c81" providerId="ADAL" clId="{228BD7C0-E4F1-44E7-BDAA-AC9D5F389C39}" dt="2025-06-28T00:24:24.089" v="29" actId="20577"/>
          <ac:spMkLst>
            <pc:docMk/>
            <pc:sldMk cId="2031911261" sldId="427"/>
            <ac:spMk id="10" creationId="{D7BEA452-9FF3-72BE-560A-C499A9568C66}"/>
          </ac:spMkLst>
        </pc:spChg>
      </pc:sldChg>
      <pc:sldChg chg="modSp add mod">
        <pc:chgData name="Said Achmad" userId="5d71821f-e4ec-49c0-a52f-549698ea3c81" providerId="ADAL" clId="{228BD7C0-E4F1-44E7-BDAA-AC9D5F389C39}" dt="2025-06-28T00:27:45.841" v="74" actId="20577"/>
        <pc:sldMkLst>
          <pc:docMk/>
          <pc:sldMk cId="3672035833" sldId="428"/>
        </pc:sldMkLst>
        <pc:spChg chg="mod">
          <ac:chgData name="Said Achmad" userId="5d71821f-e4ec-49c0-a52f-549698ea3c81" providerId="ADAL" clId="{228BD7C0-E4F1-44E7-BDAA-AC9D5F389C39}" dt="2025-06-28T00:27:45.841" v="74" actId="20577"/>
          <ac:spMkLst>
            <pc:docMk/>
            <pc:sldMk cId="3672035833" sldId="428"/>
            <ac:spMk id="10" creationId="{C9BF0F6E-8669-2E81-239B-5AC4662BFB2E}"/>
          </ac:spMkLst>
        </pc:spChg>
      </pc:sldChg>
      <pc:sldChg chg="modSp add mod">
        <pc:chgData name="Said Achmad" userId="5d71821f-e4ec-49c0-a52f-549698ea3c81" providerId="ADAL" clId="{228BD7C0-E4F1-44E7-BDAA-AC9D5F389C39}" dt="2025-06-28T00:28:15.828" v="84" actId="179"/>
        <pc:sldMkLst>
          <pc:docMk/>
          <pc:sldMk cId="1268296042" sldId="429"/>
        </pc:sldMkLst>
        <pc:spChg chg="mod">
          <ac:chgData name="Said Achmad" userId="5d71821f-e4ec-49c0-a52f-549698ea3c81" providerId="ADAL" clId="{228BD7C0-E4F1-44E7-BDAA-AC9D5F389C39}" dt="2025-06-28T00:28:15.828" v="84" actId="179"/>
          <ac:spMkLst>
            <pc:docMk/>
            <pc:sldMk cId="1268296042" sldId="429"/>
            <ac:spMk id="10" creationId="{008AA962-C895-23E8-0B6B-8A8BE8D65285}"/>
          </ac:spMkLst>
        </pc:spChg>
      </pc:sldChg>
    </pc:docChg>
  </pc:docChgLst>
  <pc:docChgLst>
    <pc:chgData name="Said Achmad" userId="5d71821f-e4ec-49c0-a52f-549698ea3c81" providerId="ADAL" clId="{4B4DF1A7-A8BB-40CF-BFBD-EED0835F21C2}"/>
    <pc:docChg chg="modSld">
      <pc:chgData name="Said Achmad" userId="5d71821f-e4ec-49c0-a52f-549698ea3c81" providerId="ADAL" clId="{4B4DF1A7-A8BB-40CF-BFBD-EED0835F21C2}" dt="2024-06-25T08:51:45.617" v="3" actId="20577"/>
      <pc:docMkLst>
        <pc:docMk/>
      </pc:docMkLst>
      <pc:sldChg chg="modSp mod">
        <pc:chgData name="Said Achmad" userId="5d71821f-e4ec-49c0-a52f-549698ea3c81" providerId="ADAL" clId="{4B4DF1A7-A8BB-40CF-BFBD-EED0835F21C2}" dt="2024-06-25T08:51:45.617" v="3" actId="20577"/>
        <pc:sldMkLst>
          <pc:docMk/>
          <pc:sldMk cId="2999226850" sldId="4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18045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42947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07050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54095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99531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892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614F1-89F8-B808-9DD9-229AAF4CE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98E9C-690F-D5B2-6A0E-CA43C8C2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BA59A-5DC7-987B-985C-E7F05D80D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22D20-F203-A321-C13A-3A85A24C3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C79DE9-4AFD-C17C-6D01-10CB5913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A874-2A87-342A-D528-C2660A03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3794-B39A-7A69-54AC-AFD888C8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C93-1B77-566C-CD32-E4AC841F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23CA-0AF7-7160-B581-2CACED78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2FAA5-6C99-7043-5D20-4F0B7F863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28E23-B05B-27F7-5B39-9129277EE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795C1-A678-59F7-F2CE-A326337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008AF-17B2-1560-3039-4C723BA0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6EF1-CFA9-A58C-D0E2-EFC77F0A6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95F2D-6472-91D6-94D4-E6E20D96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551FA-97E6-2245-9BD6-C384100F7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10</a:t>
            </a:r>
          </a:p>
          <a:p>
            <a:r>
              <a:rPr lang="en-US" dirty="0"/>
              <a:t>COMP6799001 – Database Technology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Database Design And Tuning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D6667-Said Achmad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Learning Objective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4522264"/>
          </a:xfrm>
        </p:spPr>
        <p:txBody>
          <a:bodyPr>
            <a:normAutofit/>
          </a:bodyPr>
          <a:lstStyle/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2: Explain the concepts of relational algebra, data manipulation language, and transaction management on database</a:t>
            </a:r>
          </a:p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3: Apply to make database and manipulate data in databases</a:t>
            </a:r>
          </a:p>
          <a:p>
            <a:pPr marL="1530350" indent="-1530350">
              <a:buNone/>
            </a:pPr>
            <a:endParaRPr lang="en-US" sz="5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83836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Outline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7241132"/>
          </a:xfrm>
        </p:spPr>
        <p:txBody>
          <a:bodyPr>
            <a:noAutofit/>
          </a:bodyPr>
          <a:lstStyle/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Introduction to Physical Database Design and Tuning</a:t>
            </a: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Workload</a:t>
            </a: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Guidelines for Indexes Selection</a:t>
            </a: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Basic of Indexes Examples</a:t>
            </a: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37248255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Physical Database Design and Tuning</a:t>
            </a:r>
          </a:p>
        </p:txBody>
      </p:sp>
    </p:spTree>
    <p:extLst>
      <p:ext uri="{BB962C8B-B14F-4D97-AF65-F5344CB8AC3E}">
        <p14:creationId xmlns:p14="http://schemas.microsoft.com/office/powerpoint/2010/main" val="36302888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We will be talking at length about “database design”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Conceptual Schema: info to capture, tables, columns, views, etc.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Physical Schema: indexes, clustering, etc.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Physical design linked tightly to query optimization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So we’ll study this “bottom up”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But note: DB design is usually “top-down”</a:t>
            </a:r>
          </a:p>
          <a:p>
            <a:pPr marL="2514600" lvl="2" indent="-685800">
              <a:spcBef>
                <a:spcPts val="240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conceptual then physical.  Then iterate.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We must begin by understanding the workload: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most important queries and how often they arise.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most important updates and how often they arise.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desired performance for these queries and updates.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1576295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8C04-E170-0E5A-2FA5-FC13BF692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8B702-081D-816D-E3E3-66042F95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Workload</a:t>
            </a:r>
          </a:p>
        </p:txBody>
      </p:sp>
    </p:spTree>
    <p:extLst>
      <p:ext uri="{BB962C8B-B14F-4D97-AF65-F5344CB8AC3E}">
        <p14:creationId xmlns:p14="http://schemas.microsoft.com/office/powerpoint/2010/main" val="13306741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For each query in the workload: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Which relations does it access?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Which attributes are retrieved?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Which attributes are involved in selection/join conditions?  How selective are these conditions likely to be?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For each update in the workload: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Which attributes are involved in selection/join conditions?  How selective are these conditions likely to be?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type of update (INSERT/DELETE/UPDATE), and the attributes that are affected.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Understanding the Workload</a:t>
            </a:r>
          </a:p>
        </p:txBody>
      </p:sp>
    </p:spTree>
    <p:extLst>
      <p:ext uri="{BB962C8B-B14F-4D97-AF65-F5344CB8AC3E}">
        <p14:creationId xmlns:p14="http://schemas.microsoft.com/office/powerpoint/2010/main" val="119224843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7E621-1D78-4F8D-6F2A-8EC2EB2D6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7BEA452-9FF3-72BE-560A-C499A9568C66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For each query in the workload: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Which relations does it access?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Which attributes are retrieved?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Which attributes are involved in selection/join conditions?  How selective are these conditions likely to be?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66BDD-D775-11AE-DD62-3B38BA0F5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Understanding the Workload</a:t>
            </a:r>
          </a:p>
        </p:txBody>
      </p:sp>
    </p:spTree>
    <p:extLst>
      <p:ext uri="{BB962C8B-B14F-4D97-AF65-F5344CB8AC3E}">
        <p14:creationId xmlns:p14="http://schemas.microsoft.com/office/powerpoint/2010/main" val="203191126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80BE-A109-641C-EAF8-2CA734637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9BF0F6E-8669-2E81-239B-5AC4662BFB2E}"/>
              </a:ext>
            </a:extLst>
          </p:cNvPr>
          <p:cNvSpPr txBox="1">
            <a:spLocks/>
          </p:cNvSpPr>
          <p:nvPr/>
        </p:nvSpPr>
        <p:spPr>
          <a:xfrm>
            <a:off x="1693333" y="2670048"/>
            <a:ext cx="22385867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For each update in the workload: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Which attributes are involved in selection/join conditions?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type of update (INSERT/DELETE/UPDATE)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Which columns are being changed or affected?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How selective are these conditions?</a:t>
            </a:r>
          </a:p>
          <a:p>
            <a:pPr marL="2514600" lvl="2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Example: WHERE id = 5 more selective, than WHERE gender = 'F’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EC9F1-7B87-EF3C-D4BC-F499D8F8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Understanding the Workload</a:t>
            </a:r>
          </a:p>
        </p:txBody>
      </p:sp>
    </p:spTree>
    <p:extLst>
      <p:ext uri="{BB962C8B-B14F-4D97-AF65-F5344CB8AC3E}">
        <p14:creationId xmlns:p14="http://schemas.microsoft.com/office/powerpoint/2010/main" val="367203583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357C-ABC2-61B9-7A02-1087B0AFC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08AA962-C895-23E8-0B6B-8A8BE8D65285}"/>
              </a:ext>
            </a:extLst>
          </p:cNvPr>
          <p:cNvSpPr txBox="1">
            <a:spLocks/>
          </p:cNvSpPr>
          <p:nvPr/>
        </p:nvSpPr>
        <p:spPr>
          <a:xfrm>
            <a:off x="1693333" y="2670048"/>
            <a:ext cx="22385867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Think of a workload like a restaurant's daily routine: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People come in, order food (queries)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Some update their reservation or cancel (updates)</a:t>
            </a:r>
          </a:p>
          <a:p>
            <a:pPr marL="711200" lvl="1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To make the kitchen (database) faster, we need to know these patterns!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17823C-ADAC-50E1-5FF4-5C439E2B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Understanding the Workload</a:t>
            </a:r>
          </a:p>
        </p:txBody>
      </p:sp>
    </p:spTree>
    <p:extLst>
      <p:ext uri="{BB962C8B-B14F-4D97-AF65-F5344CB8AC3E}">
        <p14:creationId xmlns:p14="http://schemas.microsoft.com/office/powerpoint/2010/main" val="126829604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sz="6000" i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Insert, Select, Update, Delete Frequencies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Creating an ISUD Chart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9140DD94-7626-A5C2-EEB7-FC2B912CAA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961" y="4289552"/>
          <a:ext cx="17027780" cy="4744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886629" imgH="981606" progId="Excel.Sheet.8">
                  <p:embed/>
                </p:oleObj>
              </mc:Choice>
              <mc:Fallback>
                <p:oleObj name="Worksheet" r:id="rId2" imgW="3886629" imgH="981606" progId="Excel.Sheet.8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9140DD94-7626-A5C2-EEB7-FC2B912CAA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961" y="4289552"/>
                        <a:ext cx="17027780" cy="4744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598250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What indexes should we create?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Which relations should have indexes?  What field(s) should be the search key?  Should we build several indexes?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For each index, what kind of an index should it be?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Clustered? Dynamic/static?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Should we make changes to the conceptual schema?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More on this later…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Horizontal partitioning, replication, views 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Decisions to Make</a:t>
            </a:r>
          </a:p>
        </p:txBody>
      </p:sp>
    </p:spTree>
    <p:extLst>
      <p:ext uri="{BB962C8B-B14F-4D97-AF65-F5344CB8AC3E}">
        <p14:creationId xmlns:p14="http://schemas.microsoft.com/office/powerpoint/2010/main" val="57811142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Indexes Selection</a:t>
            </a:r>
          </a:p>
        </p:txBody>
      </p:sp>
    </p:spTree>
    <p:extLst>
      <p:ext uri="{BB962C8B-B14F-4D97-AF65-F5344CB8AC3E}">
        <p14:creationId xmlns:p14="http://schemas.microsoft.com/office/powerpoint/2010/main" val="277501001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One approach: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Consider most important queries in turn. 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Consider best plan using the current indexes, and see if better plan is possible with an additional index. 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so, create it.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Before creating an index, must also consider the impact on updates in the workload!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Trade-off: indexes can make queries go faster, updates slower.  Require disk space, too.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Index Selection</a:t>
            </a:r>
          </a:p>
        </p:txBody>
      </p:sp>
    </p:spTree>
    <p:extLst>
      <p:ext uri="{BB962C8B-B14F-4D97-AF65-F5344CB8AC3E}">
        <p14:creationId xmlns:p14="http://schemas.microsoft.com/office/powerpoint/2010/main" val="6098979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Attributes mentioned in a WHERE clause are candidates for index search keys.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Range conditions are sensitive to clustering 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Exact match conditions don’t require clustering</a:t>
            </a:r>
          </a:p>
          <a:p>
            <a:pPr marL="2514600" lvl="2" indent="-685800"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Or do they???? :-)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Try to choose indexes that benefit as many queries as possible. 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NOTE: only one index can be clustered per relation!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So choose it based on important queries that benefit the most from clustering!!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Issues to Consider in Index Selection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65318725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Multi-attribute search keys should be considered when a WHERE clause contains several conditions.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range selections are involved, order of attributes should be carefully chosen to match the range ordering.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Such indexes can sometimes enable index-only strategies for important queries.</a:t>
            </a:r>
          </a:p>
          <a:p>
            <a:pPr marL="2514600" lvl="2" indent="-685800">
              <a:spcBef>
                <a:spcPts val="2400"/>
              </a:spcBef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For index-only strategies, clustering is not important!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When considering a join condition: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B+-tree on inner is very good for Index Nested Loops.</a:t>
            </a:r>
          </a:p>
          <a:p>
            <a:pPr marL="2514600" lvl="2" indent="-685800">
              <a:spcBef>
                <a:spcPts val="2400"/>
              </a:spcBef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Should be clustered if join column is not key for inner, and inner tuples need to be retrieved.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Clustered B+ tree on join column(s) good for Sort-Merge.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Issues in Index Selection (Contd.)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377004638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of Indexes Examples</a:t>
            </a:r>
          </a:p>
        </p:txBody>
      </p:sp>
    </p:spTree>
    <p:extLst>
      <p:ext uri="{BB962C8B-B14F-4D97-AF65-F5344CB8AC3E}">
        <p14:creationId xmlns:p14="http://schemas.microsoft.com/office/powerpoint/2010/main" val="355320772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5449824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B+ tree index 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D.dname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supports ‘Toy’ selection.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Given this, index 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is not needed.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B+ tree index 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E.dno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allows us to get matching (inner) Emp tuples for each selected (outer) Dept tuple.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What if WHERE included:   `` ... AND 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E.age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=25’’  ?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Could retrieve Emp tuples using index 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E.age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then join with Dept tuples satisfying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dname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selection.  Comparable to strategy that used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E.dno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index.   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So, if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E.age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index is already created, this query provides much less motivation for adding an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E.dno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index.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Example 1</a:t>
            </a: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E0171A0-4321-EE84-9B4A-983EEBEFD511}"/>
              </a:ext>
            </a:extLst>
          </p:cNvPr>
          <p:cNvSpPr txBox="1">
            <a:spLocks/>
          </p:cNvSpPr>
          <p:nvPr/>
        </p:nvSpPr>
        <p:spPr>
          <a:xfrm>
            <a:off x="2167377" y="2566110"/>
            <a:ext cx="20413981" cy="2883714"/>
          </a:xfrm>
          <a:prstGeom prst="rect">
            <a:avLst/>
          </a:prstGeom>
          <a:noFill/>
          <a:ln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E.ename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D.mgr</a:t>
            </a:r>
            <a:endParaRPr lang="en-US" altLang="en-US" sz="54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 E, Dept D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WHERE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D.dno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AND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D.dname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=‘Toy’</a:t>
            </a:r>
            <a:endParaRPr lang="en-US" altLang="en-US" sz="5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29415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6486450"/>
            <a:ext cx="2153387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All selections are on Emp so it should be the outer relation in any Index NL join.</a:t>
            </a:r>
          </a:p>
          <a:p>
            <a:pPr marL="1905000" lvl="1" indent="-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Suggests that we build a B+ tree index 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pPr marL="685800" lvl="0" indent="-685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What index should we build on Emp?</a:t>
            </a:r>
          </a:p>
          <a:p>
            <a:pPr marL="1905000" lvl="1" indent="-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B+ tree 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E.sal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could be used, OR an index 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E.hobby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could be used.  Only one of these is needed, and which is better depends upon the selectivity of the conditions.</a:t>
            </a:r>
          </a:p>
          <a:p>
            <a:pPr marL="2514600" lvl="2" indent="-685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As a rule of thumb, equality selections more selective than range selections.</a:t>
            </a:r>
          </a:p>
          <a:p>
            <a:pPr marL="685800" lvl="0" indent="-685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As both examples indicate, our choice of indexes is guided by the plan(s) that we expect an optimizer to consider for a query.  Have to understand optimizers!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Example 2</a:t>
            </a: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E0171A0-4321-EE84-9B4A-983EEBEFD511}"/>
              </a:ext>
            </a:extLst>
          </p:cNvPr>
          <p:cNvSpPr txBox="1">
            <a:spLocks/>
          </p:cNvSpPr>
          <p:nvPr/>
        </p:nvSpPr>
        <p:spPr>
          <a:xfrm>
            <a:off x="2167377" y="2566110"/>
            <a:ext cx="20413981" cy="3651810"/>
          </a:xfrm>
          <a:prstGeom prst="rect">
            <a:avLst/>
          </a:prstGeom>
          <a:noFill/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E.ename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D.mgr</a:t>
            </a:r>
            <a:endParaRPr lang="en-US" altLang="en-US" sz="54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 E, Dept D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WHERE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E.sal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BETWEEN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10000</a:t>
            </a: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AND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20000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 	AND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E.hobby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=‘Stamps’ </a:t>
            </a: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AND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D.dno</a:t>
            </a:r>
            <a:endParaRPr lang="en-US" altLang="en-US" sz="54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31857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99899" y="2792274"/>
            <a:ext cx="12886534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B+ tree index 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E.age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can be used to get qualifying tuples.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How selective is the condition?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Is the index clustered?</a:t>
            </a:r>
          </a:p>
          <a:p>
            <a:pPr marL="685800" lvl="0" indent="-685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Consider the GROUP BY query.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many tuples have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E.age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&gt; 10, using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E.age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index and sorting the retrieved tuples may be costly.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Clustered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E.dno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index may be better!</a:t>
            </a:r>
          </a:p>
          <a:p>
            <a:pPr marL="685800" lvl="0" indent="-685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Equality queries and duplicates: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Clustering 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E.hobby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helps!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Examples of Clustering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BD749-03C1-A193-7119-3F4FF1C8A44A}"/>
              </a:ext>
            </a:extLst>
          </p:cNvPr>
          <p:cNvSpPr txBox="1">
            <a:spLocks/>
          </p:cNvSpPr>
          <p:nvPr/>
        </p:nvSpPr>
        <p:spPr>
          <a:xfrm>
            <a:off x="14675958" y="6201134"/>
            <a:ext cx="8996842" cy="3653662"/>
          </a:xfrm>
          <a:prstGeom prst="rect">
            <a:avLst/>
          </a:prstGeom>
          <a:noFill/>
          <a:ln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,COUNT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(*)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 E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WHERE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E.age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&gt;10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GROUP BY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endParaRPr lang="en-US" altLang="en-US" sz="54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7E98798-C98A-4C05-391F-C5AB40033CBF}"/>
              </a:ext>
            </a:extLst>
          </p:cNvPr>
          <p:cNvSpPr txBox="1">
            <a:spLocks/>
          </p:cNvSpPr>
          <p:nvPr/>
        </p:nvSpPr>
        <p:spPr>
          <a:xfrm>
            <a:off x="14675958" y="10167598"/>
            <a:ext cx="8996842" cy="3243602"/>
          </a:xfrm>
          <a:prstGeom prst="rect">
            <a:avLst/>
          </a:prstGeom>
          <a:noFill/>
          <a:ln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endParaRPr lang="en-US" altLang="en-US" sz="54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 E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WHERE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E.hobby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=Stamps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AE3DFED-5181-F061-F984-462B59E1BD2D}"/>
              </a:ext>
            </a:extLst>
          </p:cNvPr>
          <p:cNvSpPr txBox="1">
            <a:spLocks/>
          </p:cNvSpPr>
          <p:nvPr/>
        </p:nvSpPr>
        <p:spPr>
          <a:xfrm>
            <a:off x="14675958" y="2919274"/>
            <a:ext cx="8996842" cy="2875460"/>
          </a:xfrm>
          <a:prstGeom prst="rect">
            <a:avLst/>
          </a:prstGeom>
          <a:noFill/>
          <a:ln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endParaRPr lang="en-US" altLang="en-US" sz="54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 E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WHERE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E.age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&gt;40</a:t>
            </a:r>
          </a:p>
        </p:txBody>
      </p:sp>
    </p:spTree>
    <p:extLst>
      <p:ext uri="{BB962C8B-B14F-4D97-AF65-F5344CB8AC3E}">
        <p14:creationId xmlns:p14="http://schemas.microsoft.com/office/powerpoint/2010/main" val="266066062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89327831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5901234"/>
            <a:ext cx="2153387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Clustering is especially important when accessing inner tuples in INL.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Should make index on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E.dno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clustered.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Suppose that the WHERE clause is instead: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WHERE 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E.hobby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=‘Stamps’  AND 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E.dno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D.dno</a:t>
            </a: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many employees collect stamps, Sort-Merge join may be worth considering.  A clustered index on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D.dno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would help.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i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Summary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  Clustering is useful whenever many tuples are to be retrieved.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Clustering and Joins</a:t>
            </a: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E0171A0-4321-EE84-9B4A-983EEBEFD511}"/>
              </a:ext>
            </a:extLst>
          </p:cNvPr>
          <p:cNvSpPr txBox="1">
            <a:spLocks/>
          </p:cNvSpPr>
          <p:nvPr/>
        </p:nvSpPr>
        <p:spPr>
          <a:xfrm>
            <a:off x="2167377" y="2566110"/>
            <a:ext cx="20413981" cy="3212898"/>
          </a:xfrm>
          <a:prstGeom prst="rect">
            <a:avLst/>
          </a:prstGeom>
          <a:noFill/>
          <a:ln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E.ename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D.mgr</a:t>
            </a:r>
            <a:endParaRPr lang="en-US" altLang="en-US" sz="54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 E, Dept D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WHERE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D.dname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=‘Toy’</a:t>
            </a: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AND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D.dno</a:t>
            </a:r>
            <a:endParaRPr lang="en-US" altLang="en-US" sz="54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83259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0653704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To retrieve Emp records with </a:t>
            </a:r>
            <a:r>
              <a:rPr lang="en-US" sz="5400" i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age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=30 AND </a:t>
            </a:r>
            <a:r>
              <a:rPr lang="en-US" sz="5400" i="1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sal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=4000, an index on </a:t>
            </a:r>
            <a:r>
              <a:rPr lang="en-US" sz="5400" i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&lt;</a:t>
            </a:r>
            <a:r>
              <a:rPr lang="en-US" sz="5400" i="1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age,sal</a:t>
            </a:r>
            <a:r>
              <a:rPr lang="en-US" sz="5400" i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&gt;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would be better than an index on </a:t>
            </a:r>
            <a:r>
              <a:rPr lang="en-US" sz="5400" i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age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or an index on </a:t>
            </a:r>
            <a:r>
              <a:rPr lang="en-US" sz="5400" i="1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sal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Such indexes also called </a:t>
            </a:r>
            <a:r>
              <a:rPr lang="en-US" sz="5400" i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composite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or </a:t>
            </a:r>
            <a:r>
              <a:rPr lang="en-US" sz="5400" i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concatenated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indexes.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Choice of index key orthogonal to clustering etc.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condition is:  20&lt;age&lt;30  AND  3000&lt;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sal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&lt;5000: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Clustered tree index on &lt;</a:t>
            </a:r>
            <a:r>
              <a:rPr lang="en-US" sz="5400" i="1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age,sal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&gt; or &lt;</a:t>
            </a:r>
            <a:r>
              <a:rPr lang="en-US" sz="5400" i="1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sal,age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&gt; is best.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condition is:  </a:t>
            </a:r>
            <a:r>
              <a:rPr lang="en-US" sz="5400" i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age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=30  AND  3000&lt;</a:t>
            </a:r>
            <a:r>
              <a:rPr lang="en-US" sz="5400" i="1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sal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&lt;5000: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Clustered &lt;</a:t>
            </a:r>
            <a:r>
              <a:rPr lang="en-US" sz="5400" i="1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age,sal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&gt; index much better than &lt;</a:t>
            </a:r>
            <a:r>
              <a:rPr lang="en-US" sz="5400" i="1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sal,age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&gt; index! 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Composite indexes are larger, updated more often.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Multi-Attribute Index Keys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318159173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051465" y="2744694"/>
            <a:ext cx="20421190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 number of queries can be answered without retrieving any tuples from one or more of the relations involved if a suitable index is available.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Index-Only Plans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BD749-03C1-A193-7119-3F4FF1C8A44A}"/>
              </a:ext>
            </a:extLst>
          </p:cNvPr>
          <p:cNvSpPr txBox="1">
            <a:spLocks/>
          </p:cNvSpPr>
          <p:nvPr/>
        </p:nvSpPr>
        <p:spPr>
          <a:xfrm>
            <a:off x="2587386" y="10507668"/>
            <a:ext cx="7146831" cy="2487285"/>
          </a:xfrm>
          <a:prstGeom prst="rect">
            <a:avLst/>
          </a:prstGeom>
          <a:noFill/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MIN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E.sal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 E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GROUP BY 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endParaRPr lang="en-US" altLang="en-US" sz="40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7E98798-C98A-4C05-391F-C5AB40033CBF}"/>
              </a:ext>
            </a:extLst>
          </p:cNvPr>
          <p:cNvSpPr txBox="1">
            <a:spLocks/>
          </p:cNvSpPr>
          <p:nvPr/>
        </p:nvSpPr>
        <p:spPr>
          <a:xfrm>
            <a:off x="16173602" y="6207215"/>
            <a:ext cx="7032102" cy="2497873"/>
          </a:xfrm>
          <a:prstGeom prst="rect">
            <a:avLst/>
          </a:prstGeom>
          <a:noFill/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COUNT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(*)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 E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GROUP BY 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endParaRPr lang="en-US" altLang="en-US" sz="40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AE3DFED-5181-F061-F984-462B59E1BD2D}"/>
              </a:ext>
            </a:extLst>
          </p:cNvPr>
          <p:cNvSpPr txBox="1">
            <a:spLocks/>
          </p:cNvSpPr>
          <p:nvPr/>
        </p:nvSpPr>
        <p:spPr>
          <a:xfrm>
            <a:off x="2587386" y="6207215"/>
            <a:ext cx="5605638" cy="2497873"/>
          </a:xfrm>
          <a:prstGeom prst="rect">
            <a:avLst/>
          </a:prstGeom>
          <a:noFill/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D.mgr</a:t>
            </a:r>
            <a:endParaRPr lang="en-US" altLang="en-US" sz="40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Dept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</a:t>
            </a:r>
            <a:r>
              <a:rPr lang="en-US" altLang="en-US" sz="4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E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WHERE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D.dno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endParaRPr lang="en-US" altLang="en-US" sz="40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B54D4E1-D509-127D-5D19-B8A4C1987BEF}"/>
              </a:ext>
            </a:extLst>
          </p:cNvPr>
          <p:cNvSpPr txBox="1">
            <a:spLocks/>
          </p:cNvSpPr>
          <p:nvPr/>
        </p:nvSpPr>
        <p:spPr>
          <a:xfrm>
            <a:off x="12129546" y="10392762"/>
            <a:ext cx="6684308" cy="2944576"/>
          </a:xfrm>
          <a:prstGeom prst="rect">
            <a:avLst/>
          </a:prstGeom>
          <a:noFill/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AVG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E.sal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 E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WHERE 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E.age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=25 </a:t>
            </a: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AND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E.sal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BETWEEN 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3000</a:t>
            </a: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AND 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5000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E7C5257-C5F3-6947-85B1-56F2E356F936}"/>
              </a:ext>
            </a:extLst>
          </p:cNvPr>
          <p:cNvSpPr txBox="1">
            <a:spLocks/>
          </p:cNvSpPr>
          <p:nvPr/>
        </p:nvSpPr>
        <p:spPr>
          <a:xfrm>
            <a:off x="9266347" y="6217803"/>
            <a:ext cx="5833932" cy="2487285"/>
          </a:xfrm>
          <a:prstGeom prst="rect">
            <a:avLst/>
          </a:prstGeom>
          <a:noFill/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D.mgr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E.eid</a:t>
            </a:r>
            <a:endParaRPr lang="en-US" altLang="en-US" sz="40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Dept D, Emp E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WHERE  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D.dno</a:t>
            </a:r>
            <a:r>
              <a:rPr lang="en-US" altLang="en-US" sz="40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</a:t>
            </a:r>
            <a:r>
              <a:rPr lang="en-US" altLang="en-US" sz="40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endParaRPr lang="en-US" altLang="en-US" sz="40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2B7684E-E58E-7A4D-E68D-945A65FA4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386" y="5238564"/>
            <a:ext cx="2122378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&lt;</a:t>
            </a:r>
            <a:r>
              <a:rPr lang="en-US" altLang="en-US" sz="4000" i="1" dirty="0" err="1">
                <a:latin typeface="Arial" panose="020B0604020202020204" pitchFamily="34" charset="0"/>
              </a:rPr>
              <a:t>E.dno</a:t>
            </a:r>
            <a:r>
              <a:rPr lang="en-US" altLang="en-US" sz="4000" dirty="0"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83222A01-D9B8-4654-E043-D1540D3B3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6347" y="5213778"/>
            <a:ext cx="3433634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&lt;</a:t>
            </a:r>
            <a:r>
              <a:rPr lang="en-US" altLang="en-US" sz="4000" i="1">
                <a:latin typeface="Arial" panose="020B0604020202020204" pitchFamily="34" charset="0"/>
              </a:rPr>
              <a:t>E.dno,E.eid</a:t>
            </a:r>
            <a:r>
              <a:rPr lang="en-US" altLang="en-US" sz="4000"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FD4B439C-7581-0348-BB37-230BAA58E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45308" y="5213777"/>
            <a:ext cx="2122378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&lt;</a:t>
            </a:r>
            <a:r>
              <a:rPr lang="en-US" altLang="en-US" sz="4000" i="1" dirty="0" err="1">
                <a:latin typeface="Arial" panose="020B0604020202020204" pitchFamily="34" charset="0"/>
              </a:rPr>
              <a:t>E.dno</a:t>
            </a:r>
            <a:r>
              <a:rPr lang="en-US" altLang="en-US" sz="4000" dirty="0"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E7FE0ADF-3058-4321-C55E-4D955E52B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205" y="9434814"/>
            <a:ext cx="3404779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&lt;</a:t>
            </a:r>
            <a:r>
              <a:rPr lang="en-US" altLang="en-US" sz="4000" i="1" dirty="0" err="1">
                <a:latin typeface="Arial" panose="020B0604020202020204" pitchFamily="34" charset="0"/>
              </a:rPr>
              <a:t>E.dno,E.sal</a:t>
            </a:r>
            <a:r>
              <a:rPr lang="en-US" altLang="en-US" sz="4000" dirty="0"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68485F7E-E51C-D14B-79ED-2FB1B5BE3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183" y="9434814"/>
            <a:ext cx="2806860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i="1" dirty="0">
                <a:latin typeface="Arial" panose="020B0604020202020204" pitchFamily="34" charset="0"/>
              </a:rPr>
              <a:t>B-tree trick!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88EC36F8-3C27-5C00-69DF-6386BF36C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7875" y="9434814"/>
            <a:ext cx="8394168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&lt;</a:t>
            </a:r>
            <a:r>
              <a:rPr lang="en-US" altLang="en-US" sz="4000" i="1" dirty="0">
                <a:latin typeface="Arial" panose="020B0604020202020204" pitchFamily="34" charset="0"/>
              </a:rPr>
              <a:t>E. </a:t>
            </a:r>
            <a:r>
              <a:rPr lang="en-US" altLang="en-US" sz="4000" i="1" dirty="0" err="1">
                <a:latin typeface="Arial" panose="020B0604020202020204" pitchFamily="34" charset="0"/>
              </a:rPr>
              <a:t>age,E.sal</a:t>
            </a:r>
            <a:r>
              <a:rPr lang="en-US" altLang="en-US" sz="4000" dirty="0">
                <a:latin typeface="Arial" panose="020B0604020202020204" pitchFamily="34" charset="0"/>
              </a:rPr>
              <a:t>&gt; or &lt;</a:t>
            </a:r>
            <a:r>
              <a:rPr lang="en-US" altLang="en-US" sz="4000" i="1" dirty="0" err="1">
                <a:latin typeface="Arial" panose="020B0604020202020204" pitchFamily="34" charset="0"/>
              </a:rPr>
              <a:t>E.sal</a:t>
            </a:r>
            <a:r>
              <a:rPr lang="en-US" altLang="en-US" sz="4000" i="1" dirty="0">
                <a:latin typeface="Arial" panose="020B0604020202020204" pitchFamily="34" charset="0"/>
              </a:rPr>
              <a:t>, </a:t>
            </a:r>
            <a:r>
              <a:rPr lang="en-US" altLang="en-US" sz="4000" i="1" dirty="0" err="1">
                <a:latin typeface="Arial" panose="020B0604020202020204" pitchFamily="34" charset="0"/>
              </a:rPr>
              <a:t>E.age</a:t>
            </a:r>
            <a:r>
              <a:rPr lang="en-US" altLang="en-US" sz="4000" dirty="0">
                <a:latin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0693496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0653704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Usual Def. of decomposition:  Relation is replaced by collection of relations that are </a:t>
            </a:r>
            <a:r>
              <a:rPr lang="en-US" sz="5400" i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projections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   Most important case.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We will talk about this at length as part of Conceptual DB Design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Sometimes, might want to replace relation by a collection of relations that are </a:t>
            </a:r>
            <a:r>
              <a:rPr lang="en-US" sz="5400" i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selections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Each new relation has same schema as original, but subset of rows.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Collectively, new relations contain all rows of the original.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Typically, the new relations are disjoint.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Horizontal Decompositions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112042018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0653704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60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Contracts (Cid, Sid, </a:t>
            </a:r>
            <a:r>
              <a:rPr lang="en-US" sz="6000" dirty="0" err="1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Jid</a:t>
            </a:r>
            <a:r>
              <a:rPr lang="en-US" sz="60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, Did, </a:t>
            </a:r>
            <a:r>
              <a:rPr lang="en-US" sz="6000" dirty="0" err="1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Pid</a:t>
            </a:r>
            <a:r>
              <a:rPr lang="en-US" sz="60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, Qty, Val)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Suppose that contracts with value &gt; 10000 are subject to different rules. 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So queries on Contracts will often say WHERE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val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&gt;10000. 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One approach: clustered B+ tree index on the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val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field.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Second approach: replace contracts by two new relations,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LargeContracts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SmallContracts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with the same attributes (CSJDPQV).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Performs like index on such queries, but no index overhead.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Can build clustered indexes on other attributes, in addition!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Horizontal Decompositions (Contd.)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144798838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7806748"/>
            <a:ext cx="2153387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007ABF"/>
                </a:solidFill>
                <a:latin typeface="Cambria" pitchFamily="18" charset="0"/>
                <a:ea typeface="Cambria" pitchFamily="18" charset="0"/>
              </a:rPr>
              <a:t>Horizonal Decomposition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from above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Masked by a view.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NOTE: queries with condition </a:t>
            </a:r>
            <a:r>
              <a:rPr lang="en-US" i="1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val</a:t>
            </a: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&gt;10000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must be asked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wrt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LargeContracts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for efficiency:  so some users may have to be aware of change.</a:t>
            </a:r>
          </a:p>
          <a:p>
            <a:pPr marL="2514600" lvl="2" indent="-685800">
              <a:spcBef>
                <a:spcPts val="240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I.e. the users who were having performance problems</a:t>
            </a:r>
          </a:p>
          <a:p>
            <a:pPr marL="2514600" lvl="2" indent="-685800">
              <a:spcBef>
                <a:spcPts val="240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Arguably that’s OK -- they wanted a solution!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Masking Conceptual Schema Changes</a:t>
            </a: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E0171A0-4321-EE84-9B4A-983EEBEFD511}"/>
              </a:ext>
            </a:extLst>
          </p:cNvPr>
          <p:cNvSpPr txBox="1">
            <a:spLocks/>
          </p:cNvSpPr>
          <p:nvPr/>
        </p:nvSpPr>
        <p:spPr>
          <a:xfrm>
            <a:off x="2167377" y="2566109"/>
            <a:ext cx="20413981" cy="5078275"/>
          </a:xfrm>
          <a:prstGeom prst="rect">
            <a:avLst/>
          </a:prstGeom>
          <a:noFill/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CREATE VIEW  </a:t>
            </a:r>
            <a:r>
              <a:rPr lang="en-US" altLang="en-US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Contracts(</a:t>
            </a:r>
            <a:r>
              <a:rPr lang="en-US" altLang="en-US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cid</a:t>
            </a:r>
            <a:r>
              <a:rPr lang="en-US" altLang="en-US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altLang="en-US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sid</a:t>
            </a:r>
            <a:r>
              <a:rPr lang="en-US" altLang="en-US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altLang="en-US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jid</a:t>
            </a:r>
            <a:r>
              <a:rPr lang="en-US" altLang="en-US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did, </a:t>
            </a:r>
            <a:r>
              <a:rPr lang="en-US" altLang="en-US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pid</a:t>
            </a:r>
            <a:r>
              <a:rPr lang="en-US" altLang="en-US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qty, </a:t>
            </a:r>
            <a:r>
              <a:rPr lang="en-US" altLang="en-US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val</a:t>
            </a:r>
            <a:r>
              <a:rPr lang="en-US" altLang="en-US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AS  SELECT  </a:t>
            </a:r>
            <a:r>
              <a:rPr lang="en-US" altLang="en-US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* 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FROM  </a:t>
            </a:r>
            <a:r>
              <a:rPr lang="en-US" altLang="en-US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LargeContracts</a:t>
            </a:r>
            <a:endParaRPr lang="en-US" altLang="en-US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UNION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SELECT  </a:t>
            </a:r>
            <a:r>
              <a:rPr lang="en-US" altLang="en-US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*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FROM  </a:t>
            </a:r>
            <a:r>
              <a:rPr lang="en-US" altLang="en-US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SmallContracts</a:t>
            </a:r>
            <a:endParaRPr lang="en-US" altLang="en-US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32156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0653704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Both IBM’s DB2 and MS SQL Server have automated index advisors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Some info in Section 20.6 of the book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Basic idea: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They take a workload of queries</a:t>
            </a:r>
          </a:p>
          <a:p>
            <a:pPr marL="2514600" lvl="2" indent="-685800"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Possibly based on logging what’s been going on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They use the optimizer cost metrics to estimate the cost of the workload over different choices of sets of indexes</a:t>
            </a:r>
          </a:p>
          <a:p>
            <a:pPr marL="1905000" lvl="1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Enormous # of different choices of sets of indexes:</a:t>
            </a:r>
          </a:p>
          <a:p>
            <a:pPr marL="2514600" lvl="2" indent="-685800"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Heuristics to help this go faster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Index Tuning “Wizards”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200246132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523744"/>
            <a:ext cx="20653704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a query runs slower than expected, check if an index needs to be re-clustered, or if statistics are too old.</a:t>
            </a:r>
          </a:p>
          <a:p>
            <a:pPr marL="685800" lvl="0" indent="-685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Sometimes, the DBMS may not be executing the plan you had in mind.  Common areas of weakness:</a:t>
            </a:r>
          </a:p>
          <a:p>
            <a:pPr marL="1905000" lvl="1" indent="-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Selections involving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null values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(bad selectivity estimates)</a:t>
            </a:r>
          </a:p>
          <a:p>
            <a:pPr marL="1905000" lvl="1" indent="-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Selections involving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arithmetic or string expressions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(ditto)</a:t>
            </a:r>
          </a:p>
          <a:p>
            <a:pPr marL="1905000" lvl="1" indent="-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Selections involving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OR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conditions (ditto)</a:t>
            </a:r>
          </a:p>
          <a:p>
            <a:pPr marL="1905000" lvl="1" indent="-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Complex subqueries (more on this later)</a:t>
            </a:r>
          </a:p>
          <a:p>
            <a:pPr marL="1905000" lvl="1" indent="-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Lack of evaluation features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like index-only strategies or certain join methods or poor size estimation.</a:t>
            </a:r>
          </a:p>
          <a:p>
            <a:pPr marL="685800" lvl="0" indent="-685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Check the plan that is being used!  Then adjust the choice of indexes or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rewrite the query/view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pPr marL="1905000" lvl="1" indent="-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E.g. check via POSTGRES “Explain” command</a:t>
            </a:r>
          </a:p>
          <a:p>
            <a:pPr marL="1905000" lvl="1" indent="-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Some systems rewrite for you under the covers (e.g. DB2)</a:t>
            </a:r>
          </a:p>
          <a:p>
            <a:pPr marL="2514600" lvl="2" indent="-6858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Can be confusing and/or helpful!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Tuning Queries and Views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214222887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500995"/>
            <a:ext cx="20653704" cy="3279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Minimize the use of DISTINCT:  don’t need it if duplicates are acceptable, or if answer contains a key.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Minimize the use of GROUP BY and HAVING:</a:t>
            </a: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More Guidelines for Query Tuning</a:t>
            </a: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9F8E049-3C13-106F-F8ED-67ACAC090BF0}"/>
              </a:ext>
            </a:extLst>
          </p:cNvPr>
          <p:cNvSpPr txBox="1">
            <a:spLocks/>
          </p:cNvSpPr>
          <p:nvPr/>
        </p:nvSpPr>
        <p:spPr>
          <a:xfrm>
            <a:off x="1865148" y="10204043"/>
            <a:ext cx="20653704" cy="3279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Consider DBMS use of index when writing arithmetic expressions:  </a:t>
            </a:r>
            <a:r>
              <a:rPr lang="en-US" sz="5400" i="1" dirty="0" err="1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E.age</a:t>
            </a:r>
            <a:r>
              <a:rPr lang="en-US" sz="5400" i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=2*</a:t>
            </a:r>
            <a:r>
              <a:rPr lang="en-US" sz="5400" i="1" dirty="0" err="1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D.age</a:t>
            </a:r>
            <a:r>
              <a:rPr lang="en-US" sz="5400" i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will benefit from index on </a:t>
            </a:r>
            <a:r>
              <a:rPr lang="en-US" sz="5400" i="1" dirty="0" err="1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E.age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but might not benefit from index on </a:t>
            </a:r>
            <a:r>
              <a:rPr lang="en-US" sz="5400" i="1" dirty="0" err="1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D.age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A1EAB-AA3A-D597-6938-C0C3613FACE8}"/>
              </a:ext>
            </a:extLst>
          </p:cNvPr>
          <p:cNvSpPr txBox="1">
            <a:spLocks/>
          </p:cNvSpPr>
          <p:nvPr/>
        </p:nvSpPr>
        <p:spPr>
          <a:xfrm>
            <a:off x="2587386" y="5899448"/>
            <a:ext cx="6483462" cy="3537159"/>
          </a:xfrm>
          <a:prstGeom prst="rect">
            <a:avLst/>
          </a:prstGeom>
          <a:noFill/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MIN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E.age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Employee E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GROUP BY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endParaRPr lang="en-US" altLang="en-US" sz="5400" baseline="-25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HAVING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=102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63979E6-111F-33B4-E575-417EAB918A4B}"/>
              </a:ext>
            </a:extLst>
          </p:cNvPr>
          <p:cNvSpPr txBox="1">
            <a:spLocks/>
          </p:cNvSpPr>
          <p:nvPr/>
        </p:nvSpPr>
        <p:spPr>
          <a:xfrm>
            <a:off x="10533598" y="6192054"/>
            <a:ext cx="6483462" cy="2951945"/>
          </a:xfrm>
          <a:prstGeom prst="rect">
            <a:avLst/>
          </a:prstGeom>
          <a:noFill/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SELECT  MIN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E.age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FROM  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Employee E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5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WHERE  </a:t>
            </a:r>
            <a:r>
              <a:rPr lang="en-US" altLang="en-US" sz="5400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E.dno</a:t>
            </a:r>
            <a:r>
              <a:rPr lang="en-US" altLang="en-US" sz="5400" baseline="-25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=102</a:t>
            </a:r>
          </a:p>
        </p:txBody>
      </p:sp>
    </p:spTree>
    <p:extLst>
      <p:ext uri="{BB962C8B-B14F-4D97-AF65-F5344CB8AC3E}">
        <p14:creationId xmlns:p14="http://schemas.microsoft.com/office/powerpoint/2010/main" val="400824752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F3C2A69-6E3C-0E01-0D0A-C72966157E9E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Summary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732D9-12DA-82D0-C704-E873DE87611F}"/>
              </a:ext>
            </a:extLst>
          </p:cNvPr>
          <p:cNvSpPr txBox="1"/>
          <p:nvPr/>
        </p:nvSpPr>
        <p:spPr>
          <a:xfrm>
            <a:off x="1206496" y="2590800"/>
            <a:ext cx="22301200" cy="115416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Understanding the nature of the workload for the application, and the performance goals, is essential to developing a good design.</a:t>
            </a:r>
          </a:p>
          <a:p>
            <a:pPr marL="1719263" lvl="8" indent="-685800" algn="l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bg1"/>
                </a:solidFill>
              </a:rPr>
              <a:t>What are the important queries and updates?  What attributes/relations are involved? 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Indexes must be chosen to speed up important queries (and perhaps some updates!).</a:t>
            </a:r>
          </a:p>
          <a:p>
            <a:pPr marL="1719263" lvl="2" indent="-685800" algn="l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bg1"/>
                </a:solidFill>
              </a:rPr>
              <a:t>Index maintenance overhead on updates to key fields.</a:t>
            </a:r>
          </a:p>
          <a:p>
            <a:pPr marL="1719263" lvl="2" indent="-685800" algn="l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bg1"/>
                </a:solidFill>
              </a:rPr>
              <a:t>Choose indexes that can help many queries, if possible.</a:t>
            </a:r>
          </a:p>
          <a:p>
            <a:pPr marL="1719263" lvl="2" indent="-685800" algn="l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bg1"/>
                </a:solidFill>
              </a:rPr>
              <a:t>Build indexes to support index-only strategies.</a:t>
            </a:r>
          </a:p>
          <a:p>
            <a:pPr marL="1719263" lvl="2" indent="-685800" algn="l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bg1"/>
                </a:solidFill>
              </a:rPr>
              <a:t>Clustering is an important decision; only one index on a given relation can be clustered!</a:t>
            </a:r>
          </a:p>
          <a:p>
            <a:pPr marL="1719263" lvl="2" indent="-685800" algn="l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bg1"/>
                </a:solidFill>
              </a:rPr>
              <a:t>Order of fields in composite index key can be important.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75319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F3C2A69-6E3C-0E01-0D0A-C72966157E9E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Summary (2)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732D9-12DA-82D0-C704-E873DE87611F}"/>
              </a:ext>
            </a:extLst>
          </p:cNvPr>
          <p:cNvSpPr txBox="1"/>
          <p:nvPr/>
        </p:nvSpPr>
        <p:spPr>
          <a:xfrm>
            <a:off x="1206496" y="2298192"/>
            <a:ext cx="22301200" cy="115416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Static indexes may have to be periodically re-built.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Statistics have to be periodically updated.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Over time, indexes have to be fine-tuned (dropped, created, re-clustered, ...) for performance.</a:t>
            </a:r>
          </a:p>
          <a:p>
            <a:pPr marL="1427163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Should determine the plan used by the system, and adjust the choice of indexes appropriately.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System may still not find a good plan:</a:t>
            </a:r>
          </a:p>
          <a:p>
            <a:pPr marL="1427163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Only left-deep plans?</a:t>
            </a:r>
          </a:p>
          <a:p>
            <a:pPr marL="1427163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Null values, arithmetic conditions, string expressions, the use of ORs, nested queries, etc. can confuse an optimizer.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So, may have to rewrite the query/view:</a:t>
            </a:r>
          </a:p>
          <a:p>
            <a:pPr marL="1427163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Avoid nested queries, temporary relations, complex conditions, and operations like DISTINCT and GROUP BY.</a:t>
            </a:r>
          </a:p>
        </p:txBody>
      </p:sp>
    </p:spTree>
    <p:extLst>
      <p:ext uri="{BB962C8B-B14F-4D97-AF65-F5344CB8AC3E}">
        <p14:creationId xmlns:p14="http://schemas.microsoft.com/office/powerpoint/2010/main" val="512796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D34E-2DC4-3ACB-2967-B6A7722D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800100"/>
            <a:ext cx="21971004" cy="1790700"/>
          </a:xfrm>
        </p:spPr>
        <p:txBody>
          <a:bodyPr/>
          <a:lstStyle/>
          <a:p>
            <a:r>
              <a:rPr lang="en-US" dirty="0"/>
              <a:t>Exercise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723E0-CB99-EADA-4C23-254BEFF7F6E4}"/>
              </a:ext>
            </a:extLst>
          </p:cNvPr>
          <p:cNvSpPr txBox="1"/>
          <p:nvPr/>
        </p:nvSpPr>
        <p:spPr>
          <a:xfrm>
            <a:off x="787400" y="2870201"/>
            <a:ext cx="22174200" cy="72943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244600" lvl="0" indent="-1143000" algn="l">
              <a:spcAft>
                <a:spcPts val="54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Explain what an index is in a database. Why are indexes important, and how do they improve the performance of SQL queries?</a:t>
            </a:r>
          </a:p>
          <a:p>
            <a:pPr marL="1244600" lvl="0" indent="-1143000" algn="l">
              <a:spcAft>
                <a:spcPts val="54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Although indexes can improve query speed, they also have some disadvantages. </a:t>
            </a:r>
            <a:r>
              <a:rPr lang="en-US" sz="540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Explain one or two potential drawbacks of using too many indexes in a table.</a:t>
            </a:r>
          </a:p>
          <a:p>
            <a:pPr marL="1244600" lvl="0" indent="-1143000" algn="l">
              <a:spcAft>
                <a:spcPts val="5400"/>
              </a:spcAft>
              <a:buFont typeface="+mj-lt"/>
              <a:buAutoNum type="arabicPeriod"/>
            </a:pPr>
            <a:r>
              <a:rPr lang="en-US" sz="540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Mention and briefly describe two types of indexes commonly used in relational databases.</a:t>
            </a:r>
            <a:endParaRPr lang="en-US" sz="5400" dirty="0">
              <a:solidFill>
                <a:schemeClr val="bg1"/>
              </a:solidFill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01893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12DA8F-6E95-D5EB-00B0-BF8C363C0033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/>
              <a:t>References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ECC02-83BB-9260-5A52-F39ED0A6902F}"/>
              </a:ext>
            </a:extLst>
          </p:cNvPr>
          <p:cNvSpPr txBox="1"/>
          <p:nvPr/>
        </p:nvSpPr>
        <p:spPr>
          <a:xfrm>
            <a:off x="1371600" y="3556001"/>
            <a:ext cx="22174200" cy="97257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Ramez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Elmasri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, Shamkant Navathe. Fundamentals of Database Systems 7th Edition. Pearson. New York. </a:t>
            </a:r>
          </a:p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Ramakrishnan, Raghu,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Gehrke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, Johannes. Database Management Systems, Third Edition. New York: The McGraw-Hill Companies, Inc</a:t>
            </a:r>
          </a:p>
          <a:p>
            <a:pPr marL="124460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Connolly, Thomas,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Begg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, Carolyn. Database systems : a practical approach to design, implementation, and management.. Pearson. Canada.</a:t>
            </a:r>
          </a:p>
        </p:txBody>
      </p:sp>
    </p:spTree>
    <p:extLst>
      <p:ext uri="{BB962C8B-B14F-4D97-AF65-F5344CB8AC3E}">
        <p14:creationId xmlns:p14="http://schemas.microsoft.com/office/powerpoint/2010/main" val="299922685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FEBCA056-F2A5-496F-A830-7BAED988D208}" vid="{3C0D7A97-88A3-424B-BF48-73EB1D05E1B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BU 2023</Template>
  <TotalTime>2659</TotalTime>
  <Words>2615</Words>
  <Application>Microsoft Office PowerPoint</Application>
  <PresentationFormat>Custom</PresentationFormat>
  <Paragraphs>259</Paragraphs>
  <Slides>34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Open Sans Light</vt:lpstr>
      <vt:lpstr>Open Sans Semibold</vt:lpstr>
      <vt:lpstr>Open Sans ExtraBold</vt:lpstr>
      <vt:lpstr>Courier New</vt:lpstr>
      <vt:lpstr>Cambria</vt:lpstr>
      <vt:lpstr>Wingdings</vt:lpstr>
      <vt:lpstr>Arial</vt:lpstr>
      <vt:lpstr>OCRB</vt:lpstr>
      <vt:lpstr>21_BasicWhite</vt:lpstr>
      <vt:lpstr>Worksheet</vt:lpstr>
      <vt:lpstr>Physical Database Design And Tuning</vt:lpstr>
      <vt:lpstr>Learning Objective</vt:lpstr>
      <vt:lpstr>Outline</vt:lpstr>
      <vt:lpstr>Introduction to Physical Database Design and Tuning</vt:lpstr>
      <vt:lpstr>Introduction</vt:lpstr>
      <vt:lpstr>Workload</vt:lpstr>
      <vt:lpstr>Understanding the Workload</vt:lpstr>
      <vt:lpstr>Understanding the Workload</vt:lpstr>
      <vt:lpstr>Understanding the Workload</vt:lpstr>
      <vt:lpstr>Understanding the Workload</vt:lpstr>
      <vt:lpstr>Creating an ISUD Chart</vt:lpstr>
      <vt:lpstr>Decisions to Make</vt:lpstr>
      <vt:lpstr>Guidelines for Indexes Selection</vt:lpstr>
      <vt:lpstr>Index Selection</vt:lpstr>
      <vt:lpstr>Issues to Consider in Index Selection</vt:lpstr>
      <vt:lpstr>Issues in Index Selection (Contd.)</vt:lpstr>
      <vt:lpstr>Basic of Indexes Examples</vt:lpstr>
      <vt:lpstr>Example 1</vt:lpstr>
      <vt:lpstr>Example 2</vt:lpstr>
      <vt:lpstr>Examples of Clustering</vt:lpstr>
      <vt:lpstr>Clustering</vt:lpstr>
      <vt:lpstr>Clustering and Joins</vt:lpstr>
      <vt:lpstr>Multi-Attribute Index Keys</vt:lpstr>
      <vt:lpstr>Index-Only Plans</vt:lpstr>
      <vt:lpstr>Horizontal Decompositions</vt:lpstr>
      <vt:lpstr>Horizontal Decompositions (Contd.)</vt:lpstr>
      <vt:lpstr>Masking Conceptual Schema Changes</vt:lpstr>
      <vt:lpstr>Index Tuning “Wizards”</vt:lpstr>
      <vt:lpstr>Tuning Queries and Views</vt:lpstr>
      <vt:lpstr>More Guidelines for Query Tuning</vt:lpstr>
      <vt:lpstr>PowerPoint Presentation</vt:lpstr>
      <vt:lpstr>PowerPoint Presentation</vt:lpstr>
      <vt:lpstr>Exercise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Achmad</dc:creator>
  <cp:lastModifiedBy>Said Achmad</cp:lastModifiedBy>
  <cp:revision>35</cp:revision>
  <dcterms:created xsi:type="dcterms:W3CDTF">2023-10-26T06:53:09Z</dcterms:created>
  <dcterms:modified xsi:type="dcterms:W3CDTF">2025-06-28T00:28:18Z</dcterms:modified>
</cp:coreProperties>
</file>