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1"/>
  </p:notesMasterIdLst>
  <p:sldIdLst>
    <p:sldId id="290" r:id="rId2"/>
    <p:sldId id="257" r:id="rId3"/>
    <p:sldId id="258" r:id="rId4"/>
    <p:sldId id="353" r:id="rId5"/>
    <p:sldId id="432" r:id="rId6"/>
    <p:sldId id="441" r:id="rId7"/>
    <p:sldId id="433" r:id="rId8"/>
    <p:sldId id="435" r:id="rId9"/>
    <p:sldId id="437" r:id="rId10"/>
    <p:sldId id="443" r:id="rId11"/>
    <p:sldId id="438" r:id="rId12"/>
    <p:sldId id="444" r:id="rId13"/>
    <p:sldId id="445" r:id="rId14"/>
    <p:sldId id="446" r:id="rId15"/>
    <p:sldId id="439" r:id="rId16"/>
    <p:sldId id="440" r:id="rId17"/>
    <p:sldId id="431" r:id="rId18"/>
    <p:sldId id="424" r:id="rId19"/>
    <p:sldId id="278" r:id="rId20"/>
  </p:sldIdLst>
  <p:sldSz cx="24384000" cy="13716000"/>
  <p:notesSz cx="6858000" cy="9144000"/>
  <p:embeddedFontLst>
    <p:embeddedFont>
      <p:font typeface="OCRB" panose="020B0609020202020204" pitchFamily="49" charset="0"/>
      <p:regular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pen Sans ExtraBold" panose="020B0906030804020204" pitchFamily="34" charset="0"/>
      <p:bold r:id="rId27"/>
      <p:italic r:id="rId28"/>
      <p:boldItalic r:id="rId29"/>
    </p:embeddedFont>
    <p:embeddedFont>
      <p:font typeface="Open Sans Light" panose="020B0306030504020204" pitchFamily="34" charset="0"/>
      <p:regular r:id="rId30"/>
      <p:italic r:id="rId31"/>
    </p:embeddedFont>
    <p:embeddedFont>
      <p:font typeface="Open Sans Semibold" panose="020B0706030804020204" pitchFamily="34" charset="0"/>
      <p:regular r:id="rId32"/>
      <p:bold r:id="rId33"/>
      <p:italic r:id="rId34"/>
      <p:boldItalic r:id="rId3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4D533-E6F3-4B67-A8AA-78F216E50F9C}" v="184" dt="2026-03-17T12:26:39.6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641" autoAdjust="0"/>
  </p:normalViewPr>
  <p:slideViewPr>
    <p:cSldViewPr snapToGrid="0" snapToObjects="1">
      <p:cViewPr varScale="1">
        <p:scale>
          <a:sx n="26" d="100"/>
          <a:sy n="26" d="100"/>
        </p:scale>
        <p:origin x="268" y="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o Halim" userId="e67b7075-521d-4436-9593-c3b020a99b57" providerId="ADAL" clId="{51BE432B-4882-44AA-B011-DD88D23C88BA}"/>
    <pc:docChg chg="undo redo custSel addSld delSld modSld sldOrd">
      <pc:chgData name="Rico Halim" userId="e67b7075-521d-4436-9593-c3b020a99b57" providerId="ADAL" clId="{51BE432B-4882-44AA-B011-DD88D23C88BA}" dt="2026-03-17T12:26:39.632" v="1406"/>
      <pc:docMkLst>
        <pc:docMk/>
      </pc:docMkLst>
      <pc:sldChg chg="modSp mod modNotesTx">
        <pc:chgData name="Rico Halim" userId="e67b7075-521d-4436-9593-c3b020a99b57" providerId="ADAL" clId="{51BE432B-4882-44AA-B011-DD88D23C88BA}" dt="2026-03-17T11:47:41.282" v="1191" actId="20577"/>
        <pc:sldMkLst>
          <pc:docMk/>
          <pc:sldMk cId="2766454393" sldId="257"/>
        </pc:sldMkLst>
        <pc:spChg chg="mod">
          <ac:chgData name="Rico Halim" userId="e67b7075-521d-4436-9593-c3b020a99b57" providerId="ADAL" clId="{51BE432B-4882-44AA-B011-DD88D23C88BA}" dt="2026-03-17T08:51:19.019" v="831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delSp modSp mod">
        <pc:chgData name="Rico Halim" userId="e67b7075-521d-4436-9593-c3b020a99b57" providerId="ADAL" clId="{51BE432B-4882-44AA-B011-DD88D23C88BA}" dt="2026-03-17T12:01:25.873" v="1277"/>
        <pc:sldMkLst>
          <pc:docMk/>
          <pc:sldMk cId="1889462471" sldId="258"/>
        </pc:sldMkLst>
        <pc:spChg chg="add del mod">
          <ac:chgData name="Rico Halim" userId="e67b7075-521d-4436-9593-c3b020a99b57" providerId="ADAL" clId="{51BE432B-4882-44AA-B011-DD88D23C88BA}" dt="2026-03-17T12:01:25.873" v="1277"/>
          <ac:spMkLst>
            <pc:docMk/>
            <pc:sldMk cId="1889462471" sldId="258"/>
            <ac:spMk id="4" creationId="{72B426B6-A02E-F758-7A2B-554FFF354A1A}"/>
          </ac:spMkLst>
        </pc:spChg>
        <pc:spChg chg="add">
          <ac:chgData name="Rico Halim" userId="e67b7075-521d-4436-9593-c3b020a99b57" providerId="ADAL" clId="{51BE432B-4882-44AA-B011-DD88D23C88BA}" dt="2026-03-17T09:05:22.254" v="832"/>
          <ac:spMkLst>
            <pc:docMk/>
            <pc:sldMk cId="1889462471" sldId="258"/>
            <ac:spMk id="5" creationId="{4415F440-CDD3-D9A7-E796-004ED40950DE}"/>
          </ac:spMkLst>
        </pc:spChg>
        <pc:spChg chg="add mod">
          <ac:chgData name="Rico Halim" userId="e67b7075-521d-4436-9593-c3b020a99b57" providerId="ADAL" clId="{51BE432B-4882-44AA-B011-DD88D23C88BA}" dt="2026-03-17T09:05:30.905" v="835"/>
          <ac:spMkLst>
            <pc:docMk/>
            <pc:sldMk cId="1889462471" sldId="258"/>
            <ac:spMk id="6" creationId="{B6395C2D-EEBF-ED92-BB0F-6E17AE05DA26}"/>
          </ac:spMkLst>
        </pc:spChg>
      </pc:sldChg>
      <pc:sldChg chg="addSp delSp modSp mod">
        <pc:chgData name="Rico Halim" userId="e67b7075-521d-4436-9593-c3b020a99b57" providerId="ADAL" clId="{51BE432B-4882-44AA-B011-DD88D23C88BA}" dt="2026-03-17T11:48:37.501" v="1199" actId="20577"/>
        <pc:sldMkLst>
          <pc:docMk/>
          <pc:sldMk cId="3774771954" sldId="278"/>
        </pc:sldMkLst>
        <pc:spChg chg="add mod">
          <ac:chgData name="Rico Halim" userId="e67b7075-521d-4436-9593-c3b020a99b57" providerId="ADAL" clId="{51BE432B-4882-44AA-B011-DD88D23C88BA}" dt="2026-03-17T11:48:23.039" v="1194"/>
          <ac:spMkLst>
            <pc:docMk/>
            <pc:sldMk cId="3774771954" sldId="278"/>
            <ac:spMk id="4" creationId="{B5C331D1-7319-DD31-E48F-C2E24740EC3D}"/>
          </ac:spMkLst>
        </pc:spChg>
        <pc:spChg chg="add del mod">
          <ac:chgData name="Rico Halim" userId="e67b7075-521d-4436-9593-c3b020a99b57" providerId="ADAL" clId="{51BE432B-4882-44AA-B011-DD88D23C88BA}" dt="2026-03-17T11:48:37.501" v="1199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modSp">
        <pc:chgData name="Rico Halim" userId="e67b7075-521d-4436-9593-c3b020a99b57" providerId="ADAL" clId="{51BE432B-4882-44AA-B011-DD88D23C88BA}" dt="2026-03-17T08:10:52.538" v="829"/>
        <pc:sldMkLst>
          <pc:docMk/>
          <pc:sldMk cId="4205779256" sldId="290"/>
        </pc:sldMkLst>
        <pc:spChg chg="mod">
          <ac:chgData name="Rico Halim" userId="e67b7075-521d-4436-9593-c3b020a99b57" providerId="ADAL" clId="{51BE432B-4882-44AA-B011-DD88D23C88BA}" dt="2026-03-17T08:10:52.538" v="829"/>
          <ac:spMkLst>
            <pc:docMk/>
            <pc:sldMk cId="4205779256" sldId="290"/>
            <ac:spMk id="3" creationId="{05C0E2BF-BBBC-BF27-4255-C5149D193112}"/>
          </ac:spMkLst>
        </pc:spChg>
      </pc:sldChg>
      <pc:sldChg chg="addSp modSp mod">
        <pc:chgData name="Rico Halim" userId="e67b7075-521d-4436-9593-c3b020a99b57" providerId="ADAL" clId="{51BE432B-4882-44AA-B011-DD88D23C88BA}" dt="2026-03-17T09:55:04.516" v="860" actId="1076"/>
        <pc:sldMkLst>
          <pc:docMk/>
          <pc:sldMk cId="60833931" sldId="353"/>
        </pc:sldMkLst>
        <pc:spChg chg="mod">
          <ac:chgData name="Rico Halim" userId="e67b7075-521d-4436-9593-c3b020a99b57" providerId="ADAL" clId="{51BE432B-4882-44AA-B011-DD88D23C88BA}" dt="2026-03-17T09:54:42.080" v="855" actId="14100"/>
          <ac:spMkLst>
            <pc:docMk/>
            <pc:sldMk cId="60833931" sldId="353"/>
            <ac:spMk id="4" creationId="{E25F03C2-AB0D-6794-B60F-46FAB7775C86}"/>
          </ac:spMkLst>
        </pc:spChg>
        <pc:spChg chg="mod">
          <ac:chgData name="Rico Halim" userId="e67b7075-521d-4436-9593-c3b020a99b57" providerId="ADAL" clId="{51BE432B-4882-44AA-B011-DD88D23C88BA}" dt="2026-03-17T09:43:04.701" v="846"/>
          <ac:spMkLst>
            <pc:docMk/>
            <pc:sldMk cId="60833931" sldId="353"/>
            <ac:spMk id="6" creationId="{45267CAF-4E6D-359B-2142-2B42E0F585BC}"/>
          </ac:spMkLst>
        </pc:spChg>
        <pc:spChg chg="mod">
          <ac:chgData name="Rico Halim" userId="e67b7075-521d-4436-9593-c3b020a99b57" providerId="ADAL" clId="{51BE432B-4882-44AA-B011-DD88D23C88BA}" dt="2026-03-17T09:42:56.098" v="845"/>
          <ac:spMkLst>
            <pc:docMk/>
            <pc:sldMk cId="60833931" sldId="353"/>
            <ac:spMk id="8" creationId="{FBB7E9DD-F947-A1FF-98E2-678F0FB367E0}"/>
          </ac:spMkLst>
        </pc:spChg>
        <pc:picChg chg="add mod">
          <ac:chgData name="Rico Halim" userId="e67b7075-521d-4436-9593-c3b020a99b57" providerId="ADAL" clId="{51BE432B-4882-44AA-B011-DD88D23C88BA}" dt="2026-03-17T09:55:04.516" v="860" actId="1076"/>
          <ac:picMkLst>
            <pc:docMk/>
            <pc:sldMk cId="60833931" sldId="353"/>
            <ac:picMk id="3" creationId="{77F9A0E4-8FD0-F1E9-EEE9-79D164E78C3F}"/>
          </ac:picMkLst>
        </pc:picChg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53146233" sldId="414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2194228046" sldId="415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1190280" sldId="416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86468610" sldId="417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71521661" sldId="418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682670718" sldId="419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667923858" sldId="420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2899727463" sldId="421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4002308922" sldId="422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608685489" sldId="423"/>
        </pc:sldMkLst>
      </pc:sldChg>
      <pc:sldChg chg="addSp modSp mod modNotesTx">
        <pc:chgData name="Rico Halim" userId="e67b7075-521d-4436-9593-c3b020a99b57" providerId="ADAL" clId="{51BE432B-4882-44AA-B011-DD88D23C88BA}" dt="2026-03-17T11:47:30.575" v="1190" actId="20577"/>
        <pc:sldMkLst>
          <pc:docMk/>
          <pc:sldMk cId="2666212466" sldId="424"/>
        </pc:sldMkLst>
        <pc:spChg chg="add">
          <ac:chgData name="Rico Halim" userId="e67b7075-521d-4436-9593-c3b020a99b57" providerId="ADAL" clId="{51BE432B-4882-44AA-B011-DD88D23C88BA}" dt="2026-03-17T11:47:06.334" v="1180"/>
          <ac:spMkLst>
            <pc:docMk/>
            <pc:sldMk cId="2666212466" sldId="424"/>
            <ac:spMk id="5" creationId="{075FB589-9DE4-218B-4D98-3ED2F1CA5F33}"/>
          </ac:spMkLst>
        </pc:spChg>
        <pc:spChg chg="mod">
          <ac:chgData name="Rico Halim" userId="e67b7075-521d-4436-9593-c3b020a99b57" providerId="ADAL" clId="{51BE432B-4882-44AA-B011-DD88D23C88BA}" dt="2026-03-17T11:47:27.602" v="1189" actId="20577"/>
          <ac:spMkLst>
            <pc:docMk/>
            <pc:sldMk cId="2666212466" sldId="424"/>
            <ac:spMk id="17" creationId="{C93DEF3D-A124-7238-984E-DA54423494E1}"/>
          </ac:spMkLst>
        </pc:spChg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760218827" sldId="425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45941360" sldId="428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3204883340" sldId="429"/>
        </pc:sldMkLst>
      </pc:sldChg>
      <pc:sldChg chg="del">
        <pc:chgData name="Rico Halim" userId="e67b7075-521d-4436-9593-c3b020a99b57" providerId="ADAL" clId="{51BE432B-4882-44AA-B011-DD88D23C88BA}" dt="2026-03-17T09:47:22.720" v="853" actId="47"/>
        <pc:sldMkLst>
          <pc:docMk/>
          <pc:sldMk cId="1246276716" sldId="430"/>
        </pc:sldMkLst>
      </pc:sldChg>
      <pc:sldChg chg="addSp modSp add del mod modNotesTx">
        <pc:chgData name="Rico Halim" userId="e67b7075-521d-4436-9593-c3b020a99b57" providerId="ADAL" clId="{51BE432B-4882-44AA-B011-DD88D23C88BA}" dt="2026-03-17T12:26:14.747" v="1404"/>
        <pc:sldMkLst>
          <pc:docMk/>
          <pc:sldMk cId="2743595152" sldId="431"/>
        </pc:sldMkLst>
        <pc:spChg chg="add">
          <ac:chgData name="Rico Halim" userId="e67b7075-521d-4436-9593-c3b020a99b57" providerId="ADAL" clId="{51BE432B-4882-44AA-B011-DD88D23C88BA}" dt="2026-03-17T11:39:19.490" v="1145"/>
          <ac:spMkLst>
            <pc:docMk/>
            <pc:sldMk cId="2743595152" sldId="431"/>
            <ac:spMk id="2" creationId="{2AAFADF8-E594-ED7F-BC38-23F5DD8EF650}"/>
          </ac:spMkLst>
        </pc:spChg>
        <pc:spChg chg="mod">
          <ac:chgData name="Rico Halim" userId="e67b7075-521d-4436-9593-c3b020a99b57" providerId="ADAL" clId="{51BE432B-4882-44AA-B011-DD88D23C88BA}" dt="2026-03-17T12:26:14.747" v="1404"/>
          <ac:spMkLst>
            <pc:docMk/>
            <pc:sldMk cId="2743595152" sldId="431"/>
            <ac:spMk id="5" creationId="{16D70CE6-8905-FA20-4424-B5730B8F2F20}"/>
          </ac:spMkLst>
        </pc:spChg>
      </pc:sldChg>
      <pc:sldChg chg="addSp modSp add mod">
        <pc:chgData name="Rico Halim" userId="e67b7075-521d-4436-9593-c3b020a99b57" providerId="ADAL" clId="{51BE432B-4882-44AA-B011-DD88D23C88BA}" dt="2026-03-17T10:10:11.944" v="882" actId="14100"/>
        <pc:sldMkLst>
          <pc:docMk/>
          <pc:sldMk cId="200390381" sldId="432"/>
        </pc:sldMkLst>
        <pc:spChg chg="mod">
          <ac:chgData name="Rico Halim" userId="e67b7075-521d-4436-9593-c3b020a99b57" providerId="ADAL" clId="{51BE432B-4882-44AA-B011-DD88D23C88BA}" dt="2026-03-17T10:10:11.944" v="882" actId="14100"/>
          <ac:spMkLst>
            <pc:docMk/>
            <pc:sldMk cId="200390381" sldId="432"/>
            <ac:spMk id="4" creationId="{1FAC9B57-1DE4-4C35-F3AA-2254FE2279E1}"/>
          </ac:spMkLst>
        </pc:spChg>
        <pc:spChg chg="mod">
          <ac:chgData name="Rico Halim" userId="e67b7075-521d-4436-9593-c3b020a99b57" providerId="ADAL" clId="{51BE432B-4882-44AA-B011-DD88D23C88BA}" dt="2026-03-17T09:55:34.537" v="870" actId="20577"/>
          <ac:spMkLst>
            <pc:docMk/>
            <pc:sldMk cId="200390381" sldId="432"/>
            <ac:spMk id="8" creationId="{D711577A-5AF4-7C87-947C-8A509FFB651A}"/>
          </ac:spMkLst>
        </pc:spChg>
        <pc:picChg chg="add mod">
          <ac:chgData name="Rico Halim" userId="e67b7075-521d-4436-9593-c3b020a99b57" providerId="ADAL" clId="{51BE432B-4882-44AA-B011-DD88D23C88BA}" dt="2026-03-17T10:10:08.544" v="881" actId="1076"/>
          <ac:picMkLst>
            <pc:docMk/>
            <pc:sldMk cId="200390381" sldId="432"/>
            <ac:picMk id="3" creationId="{F48B1DC9-DDFC-60D2-CE09-495DAD3C42C3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7T11:54:20.635" v="1241" actId="20577"/>
        <pc:sldMkLst>
          <pc:docMk/>
          <pc:sldMk cId="1164742370" sldId="433"/>
        </pc:sldMkLst>
        <pc:spChg chg="mod">
          <ac:chgData name="Rico Halim" userId="e67b7075-521d-4436-9593-c3b020a99b57" providerId="ADAL" clId="{51BE432B-4882-44AA-B011-DD88D23C88BA}" dt="2026-03-17T11:54:20.635" v="1241" actId="20577"/>
          <ac:spMkLst>
            <pc:docMk/>
            <pc:sldMk cId="1164742370" sldId="433"/>
            <ac:spMk id="4" creationId="{C97AB138-3849-0723-2521-8D3081AF1E26}"/>
          </ac:spMkLst>
        </pc:spChg>
        <pc:spChg chg="mod">
          <ac:chgData name="Rico Halim" userId="e67b7075-521d-4436-9593-c3b020a99b57" providerId="ADAL" clId="{51BE432B-4882-44AA-B011-DD88D23C88BA}" dt="2026-03-17T10:12:42.035" v="884"/>
          <ac:spMkLst>
            <pc:docMk/>
            <pc:sldMk cId="1164742370" sldId="433"/>
            <ac:spMk id="8" creationId="{5752A490-9331-BF2E-54EE-2F4ADB087333}"/>
          </ac:spMkLst>
        </pc:spChg>
        <pc:picChg chg="del">
          <ac:chgData name="Rico Halim" userId="e67b7075-521d-4436-9593-c3b020a99b57" providerId="ADAL" clId="{51BE432B-4882-44AA-B011-DD88D23C88BA}" dt="2026-03-17T10:13:57.584" v="908" actId="478"/>
          <ac:picMkLst>
            <pc:docMk/>
            <pc:sldMk cId="1164742370" sldId="433"/>
            <ac:picMk id="3" creationId="{A8EBB923-BB65-1D5B-CAE1-5971FC4BB07A}"/>
          </ac:picMkLst>
        </pc:picChg>
        <pc:picChg chg="add del mod">
          <ac:chgData name="Rico Halim" userId="e67b7075-521d-4436-9593-c3b020a99b57" providerId="ADAL" clId="{51BE432B-4882-44AA-B011-DD88D23C88BA}" dt="2026-03-17T11:51:33.062" v="1200" actId="478"/>
          <ac:picMkLst>
            <pc:docMk/>
            <pc:sldMk cId="1164742370" sldId="433"/>
            <ac:picMk id="5" creationId="{2FA31589-159A-46D9-B093-012EC32E3F41}"/>
          </ac:picMkLst>
        </pc:picChg>
      </pc:sldChg>
      <pc:sldChg chg="delSp modSp add del mod">
        <pc:chgData name="Rico Halim" userId="e67b7075-521d-4436-9593-c3b020a99b57" providerId="ADAL" clId="{51BE432B-4882-44AA-B011-DD88D23C88BA}" dt="2026-03-17T11:57:52.026" v="1274" actId="47"/>
        <pc:sldMkLst>
          <pc:docMk/>
          <pc:sldMk cId="1332619718" sldId="434"/>
        </pc:sldMkLst>
        <pc:spChg chg="mod">
          <ac:chgData name="Rico Halim" userId="e67b7075-521d-4436-9593-c3b020a99b57" providerId="ADAL" clId="{51BE432B-4882-44AA-B011-DD88D23C88BA}" dt="2026-03-17T10:17:40.456" v="930" actId="20577"/>
          <ac:spMkLst>
            <pc:docMk/>
            <pc:sldMk cId="1332619718" sldId="434"/>
            <ac:spMk id="4" creationId="{D31226B3-BB76-9CC5-1CA0-5BBDD2AB4DCB}"/>
          </ac:spMkLst>
        </pc:spChg>
        <pc:spChg chg="mod">
          <ac:chgData name="Rico Halim" userId="e67b7075-521d-4436-9593-c3b020a99b57" providerId="ADAL" clId="{51BE432B-4882-44AA-B011-DD88D23C88BA}" dt="2026-03-17T10:16:55.793" v="917" actId="20577"/>
          <ac:spMkLst>
            <pc:docMk/>
            <pc:sldMk cId="1332619718" sldId="434"/>
            <ac:spMk id="8" creationId="{63BD7352-4BAF-BFF6-E408-49EACA13EF23}"/>
          </ac:spMkLst>
        </pc:spChg>
        <pc:picChg chg="del">
          <ac:chgData name="Rico Halim" userId="e67b7075-521d-4436-9593-c3b020a99b57" providerId="ADAL" clId="{51BE432B-4882-44AA-B011-DD88D23C88BA}" dt="2026-03-17T10:17:03.297" v="918" actId="478"/>
          <ac:picMkLst>
            <pc:docMk/>
            <pc:sldMk cId="1332619718" sldId="434"/>
            <ac:picMk id="5" creationId="{6B7B6588-7BF2-3756-A4FA-F328F726B2D0}"/>
          </ac:picMkLst>
        </pc:picChg>
      </pc:sldChg>
      <pc:sldChg chg="addSp modSp add mod ord">
        <pc:chgData name="Rico Halim" userId="e67b7075-521d-4436-9593-c3b020a99b57" providerId="ADAL" clId="{51BE432B-4882-44AA-B011-DD88D23C88BA}" dt="2026-03-17T12:25:06.336" v="1403" actId="20577"/>
        <pc:sldMkLst>
          <pc:docMk/>
          <pc:sldMk cId="1706760817" sldId="435"/>
        </pc:sldMkLst>
        <pc:spChg chg="add">
          <ac:chgData name="Rico Halim" userId="e67b7075-521d-4436-9593-c3b020a99b57" providerId="ADAL" clId="{51BE432B-4882-44AA-B011-DD88D23C88BA}" dt="2026-03-17T11:56:32.775" v="1257"/>
          <ac:spMkLst>
            <pc:docMk/>
            <pc:sldMk cId="1706760817" sldId="435"/>
            <ac:spMk id="2" creationId="{52553F2F-755A-9D34-49C1-96C3B84C5586}"/>
          </ac:spMkLst>
        </pc:spChg>
        <pc:spChg chg="add">
          <ac:chgData name="Rico Halim" userId="e67b7075-521d-4436-9593-c3b020a99b57" providerId="ADAL" clId="{51BE432B-4882-44AA-B011-DD88D23C88BA}" dt="2026-03-17T11:56:46.140" v="1260"/>
          <ac:spMkLst>
            <pc:docMk/>
            <pc:sldMk cId="1706760817" sldId="435"/>
            <ac:spMk id="3" creationId="{8129ED49-6367-FA6A-E31A-42FDF276A658}"/>
          </ac:spMkLst>
        </pc:spChg>
        <pc:spChg chg="mod">
          <ac:chgData name="Rico Halim" userId="e67b7075-521d-4436-9593-c3b020a99b57" providerId="ADAL" clId="{51BE432B-4882-44AA-B011-DD88D23C88BA}" dt="2026-03-17T12:25:06.336" v="1403" actId="20577"/>
          <ac:spMkLst>
            <pc:docMk/>
            <pc:sldMk cId="1706760817" sldId="435"/>
            <ac:spMk id="4" creationId="{D628F78D-BA99-D8A9-B728-29CE9F17538F}"/>
          </ac:spMkLst>
        </pc:spChg>
        <pc:spChg chg="mod">
          <ac:chgData name="Rico Halim" userId="e67b7075-521d-4436-9593-c3b020a99b57" providerId="ADAL" clId="{51BE432B-4882-44AA-B011-DD88D23C88BA}" dt="2026-03-17T12:01:33.043" v="1278"/>
          <ac:spMkLst>
            <pc:docMk/>
            <pc:sldMk cId="1706760817" sldId="435"/>
            <ac:spMk id="6" creationId="{3824DDB5-6052-C026-0958-0914E2091482}"/>
          </ac:spMkLst>
        </pc:spChg>
        <pc:spChg chg="mod">
          <ac:chgData name="Rico Halim" userId="e67b7075-521d-4436-9593-c3b020a99b57" providerId="ADAL" clId="{51BE432B-4882-44AA-B011-DD88D23C88BA}" dt="2026-03-17T11:55:45.178" v="1245" actId="27636"/>
          <ac:spMkLst>
            <pc:docMk/>
            <pc:sldMk cId="1706760817" sldId="435"/>
            <ac:spMk id="8" creationId="{300F75A3-5D12-4A25-E511-936450D71BCE}"/>
          </ac:spMkLst>
        </pc:spChg>
      </pc:sldChg>
      <pc:sldChg chg="addSp delSp modSp add del mod">
        <pc:chgData name="Rico Halim" userId="e67b7075-521d-4436-9593-c3b020a99b57" providerId="ADAL" clId="{51BE432B-4882-44AA-B011-DD88D23C88BA}" dt="2026-03-17T11:57:56.592" v="1275" actId="47"/>
        <pc:sldMkLst>
          <pc:docMk/>
          <pc:sldMk cId="4046913931" sldId="436"/>
        </pc:sldMkLst>
        <pc:spChg chg="mod">
          <ac:chgData name="Rico Halim" userId="e67b7075-521d-4436-9593-c3b020a99b57" providerId="ADAL" clId="{51BE432B-4882-44AA-B011-DD88D23C88BA}" dt="2026-03-17T10:31:15.363" v="980" actId="20577"/>
          <ac:spMkLst>
            <pc:docMk/>
            <pc:sldMk cId="4046913931" sldId="436"/>
            <ac:spMk id="4" creationId="{45D7958E-1102-9A3B-FF6A-DB81A7E82169}"/>
          </ac:spMkLst>
        </pc:spChg>
        <pc:spChg chg="mod">
          <ac:chgData name="Rico Halim" userId="e67b7075-521d-4436-9593-c3b020a99b57" providerId="ADAL" clId="{51BE432B-4882-44AA-B011-DD88D23C88BA}" dt="2026-03-17T10:29:57.948" v="961"/>
          <ac:spMkLst>
            <pc:docMk/>
            <pc:sldMk cId="4046913931" sldId="436"/>
            <ac:spMk id="8" creationId="{31C2030E-79DD-2022-AB2F-8EB8CEF51F09}"/>
          </ac:spMkLst>
        </pc:spChg>
        <pc:picChg chg="add del">
          <ac:chgData name="Rico Halim" userId="e67b7075-521d-4436-9593-c3b020a99b57" providerId="ADAL" clId="{51BE432B-4882-44AA-B011-DD88D23C88BA}" dt="2026-03-17T10:35:25.665" v="982" actId="22"/>
          <ac:picMkLst>
            <pc:docMk/>
            <pc:sldMk cId="4046913931" sldId="436"/>
            <ac:picMk id="3" creationId="{DDAC1152-01FD-F143-4B39-341A54753646}"/>
          </ac:picMkLst>
        </pc:picChg>
      </pc:sldChg>
      <pc:sldChg chg="addSp delSp modSp add mod">
        <pc:chgData name="Rico Halim" userId="e67b7075-521d-4436-9593-c3b020a99b57" providerId="ADAL" clId="{51BE432B-4882-44AA-B011-DD88D23C88BA}" dt="2026-03-17T12:01:40.054" v="1279"/>
        <pc:sldMkLst>
          <pc:docMk/>
          <pc:sldMk cId="823415553" sldId="437"/>
        </pc:sldMkLst>
        <pc:spChg chg="add del mod">
          <ac:chgData name="Rico Halim" userId="e67b7075-521d-4436-9593-c3b020a99b57" providerId="ADAL" clId="{51BE432B-4882-44AA-B011-DD88D23C88BA}" dt="2026-03-17T10:36:10.104" v="989" actId="478"/>
          <ac:spMkLst>
            <pc:docMk/>
            <pc:sldMk cId="823415553" sldId="437"/>
            <ac:spMk id="4" creationId="{D1EBC1A0-D2A4-D062-65DF-E33C51F1685F}"/>
          </ac:spMkLst>
        </pc:spChg>
        <pc:spChg chg="mod">
          <ac:chgData name="Rico Halim" userId="e67b7075-521d-4436-9593-c3b020a99b57" providerId="ADAL" clId="{51BE432B-4882-44AA-B011-DD88D23C88BA}" dt="2026-03-17T12:01:40.054" v="1279"/>
          <ac:spMkLst>
            <pc:docMk/>
            <pc:sldMk cId="823415553" sldId="437"/>
            <ac:spMk id="6" creationId="{A4B173D2-A356-9FB4-2CD6-5CBC06189E8E}"/>
          </ac:spMkLst>
        </pc:spChg>
        <pc:spChg chg="mod">
          <ac:chgData name="Rico Halim" userId="e67b7075-521d-4436-9593-c3b020a99b57" providerId="ADAL" clId="{51BE432B-4882-44AA-B011-DD88D23C88BA}" dt="2026-03-17T10:41:51.213" v="997"/>
          <ac:spMkLst>
            <pc:docMk/>
            <pc:sldMk cId="823415553" sldId="437"/>
            <ac:spMk id="8" creationId="{90D49ED9-C930-1A93-9443-29EDCA95E92C}"/>
          </ac:spMkLst>
        </pc:spChg>
        <pc:picChg chg="add del">
          <ac:chgData name="Rico Halim" userId="e67b7075-521d-4436-9593-c3b020a99b57" providerId="ADAL" clId="{51BE432B-4882-44AA-B011-DD88D23C88BA}" dt="2026-03-17T10:36:12.180" v="990" actId="478"/>
          <ac:picMkLst>
            <pc:docMk/>
            <pc:sldMk cId="823415553" sldId="437"/>
            <ac:picMk id="3" creationId="{8C8BBA3F-4D17-5D88-8383-1EB7D72AC238}"/>
          </ac:picMkLst>
        </pc:picChg>
        <pc:picChg chg="add mod">
          <ac:chgData name="Rico Halim" userId="e67b7075-521d-4436-9593-c3b020a99b57" providerId="ADAL" clId="{51BE432B-4882-44AA-B011-DD88D23C88BA}" dt="2026-03-17T10:41:19.901" v="996" actId="1076"/>
          <ac:picMkLst>
            <pc:docMk/>
            <pc:sldMk cId="823415553" sldId="437"/>
            <ac:picMk id="7" creationId="{78C2EBAA-27D5-3ADF-2653-6F2F92CCA95C}"/>
          </ac:picMkLst>
        </pc:picChg>
      </pc:sldChg>
      <pc:sldChg chg="modSp add mod ord">
        <pc:chgData name="Rico Halim" userId="e67b7075-521d-4436-9593-c3b020a99b57" providerId="ADAL" clId="{51BE432B-4882-44AA-B011-DD88D23C88BA}" dt="2026-03-17T12:07:51.674" v="1316" actId="20577"/>
        <pc:sldMkLst>
          <pc:docMk/>
          <pc:sldMk cId="78878911" sldId="438"/>
        </pc:sldMkLst>
        <pc:spChg chg="mod">
          <ac:chgData name="Rico Halim" userId="e67b7075-521d-4436-9593-c3b020a99b57" providerId="ADAL" clId="{51BE432B-4882-44AA-B011-DD88D23C88BA}" dt="2026-03-17T12:07:51.674" v="1316" actId="20577"/>
          <ac:spMkLst>
            <pc:docMk/>
            <pc:sldMk cId="78878911" sldId="438"/>
            <ac:spMk id="4" creationId="{911607CC-5C07-4D19-0D0A-4C90D993FF19}"/>
          </ac:spMkLst>
        </pc:spChg>
        <pc:spChg chg="mod">
          <ac:chgData name="Rico Halim" userId="e67b7075-521d-4436-9593-c3b020a99b57" providerId="ADAL" clId="{51BE432B-4882-44AA-B011-DD88D23C88BA}" dt="2026-03-17T10:51:42.730" v="1008"/>
          <ac:spMkLst>
            <pc:docMk/>
            <pc:sldMk cId="78878911" sldId="438"/>
            <ac:spMk id="6" creationId="{E5BAA466-CE61-3C01-588F-D32E84EF0C4F}"/>
          </ac:spMkLst>
        </pc:spChg>
        <pc:spChg chg="mod">
          <ac:chgData name="Rico Halim" userId="e67b7075-521d-4436-9593-c3b020a99b57" providerId="ADAL" clId="{51BE432B-4882-44AA-B011-DD88D23C88BA}" dt="2026-03-17T12:06:41.552" v="1302"/>
          <ac:spMkLst>
            <pc:docMk/>
            <pc:sldMk cId="78878911" sldId="438"/>
            <ac:spMk id="8" creationId="{D646D186-B49E-866B-7D23-EB8B54E06C6F}"/>
          </ac:spMkLst>
        </pc:spChg>
      </pc:sldChg>
      <pc:sldChg chg="modSp add del mod">
        <pc:chgData name="Rico Halim" userId="e67b7075-521d-4436-9593-c3b020a99b57" providerId="ADAL" clId="{51BE432B-4882-44AA-B011-DD88D23C88BA}" dt="2026-03-17T10:51:21.132" v="1003" actId="47"/>
        <pc:sldMkLst>
          <pc:docMk/>
          <pc:sldMk cId="993361399" sldId="438"/>
        </pc:sldMkLst>
        <pc:spChg chg="mod">
          <ac:chgData name="Rico Halim" userId="e67b7075-521d-4436-9593-c3b020a99b57" providerId="ADAL" clId="{51BE432B-4882-44AA-B011-DD88D23C88BA}" dt="2026-03-17T10:42:12.555" v="999"/>
          <ac:spMkLst>
            <pc:docMk/>
            <pc:sldMk cId="993361399" sldId="438"/>
            <ac:spMk id="6" creationId="{2CC0061C-5430-4F43-3CA9-C2B94A9B11BA}"/>
          </ac:spMkLst>
        </pc:spChg>
        <pc:spChg chg="mod">
          <ac:chgData name="Rico Halim" userId="e67b7075-521d-4436-9593-c3b020a99b57" providerId="ADAL" clId="{51BE432B-4882-44AA-B011-DD88D23C88BA}" dt="2026-03-17T10:51:18.529" v="1002" actId="20577"/>
          <ac:spMkLst>
            <pc:docMk/>
            <pc:sldMk cId="993361399" sldId="438"/>
            <ac:spMk id="8" creationId="{B3604BF3-9720-3EE3-1745-A8A2CF0EDB4D}"/>
          </ac:spMkLst>
        </pc:spChg>
      </pc:sldChg>
      <pc:sldChg chg="addSp delSp modSp add mod">
        <pc:chgData name="Rico Halim" userId="e67b7075-521d-4436-9593-c3b020a99b57" providerId="ADAL" clId="{51BE432B-4882-44AA-B011-DD88D23C88BA}" dt="2026-03-17T11:22:47.242" v="1124" actId="1036"/>
        <pc:sldMkLst>
          <pc:docMk/>
          <pc:sldMk cId="4239441356" sldId="439"/>
        </pc:sldMkLst>
        <pc:spChg chg="del mod">
          <ac:chgData name="Rico Halim" userId="e67b7075-521d-4436-9593-c3b020a99b57" providerId="ADAL" clId="{51BE432B-4882-44AA-B011-DD88D23C88BA}" dt="2026-03-17T11:14:09.347" v="1038" actId="22"/>
          <ac:spMkLst>
            <pc:docMk/>
            <pc:sldMk cId="4239441356" sldId="439"/>
            <ac:spMk id="4" creationId="{7B5036C6-3853-5164-A046-2179C6C7511D}"/>
          </ac:spMkLst>
        </pc:spChg>
        <pc:spChg chg="mod">
          <ac:chgData name="Rico Halim" userId="e67b7075-521d-4436-9593-c3b020a99b57" providerId="ADAL" clId="{51BE432B-4882-44AA-B011-DD88D23C88BA}" dt="2026-03-17T11:14:21.231" v="1040"/>
          <ac:spMkLst>
            <pc:docMk/>
            <pc:sldMk cId="4239441356" sldId="439"/>
            <ac:spMk id="6" creationId="{936A72FB-29BF-E42E-1BC7-4336318BDBE6}"/>
          </ac:spMkLst>
        </pc:spChg>
        <pc:spChg chg="add del mod">
          <ac:chgData name="Rico Halim" userId="e67b7075-521d-4436-9593-c3b020a99b57" providerId="ADAL" clId="{51BE432B-4882-44AA-B011-DD88D23C88BA}" dt="2026-03-17T11:18:42.525" v="1079" actId="20577"/>
          <ac:spMkLst>
            <pc:docMk/>
            <pc:sldMk cId="4239441356" sldId="439"/>
            <ac:spMk id="7" creationId="{79988AEE-43F4-1BEF-DCAB-6D88E3E90011}"/>
          </ac:spMkLst>
        </pc:spChg>
        <pc:spChg chg="mod">
          <ac:chgData name="Rico Halim" userId="e67b7075-521d-4436-9593-c3b020a99b57" providerId="ADAL" clId="{51BE432B-4882-44AA-B011-DD88D23C88BA}" dt="2026-03-17T11:14:41.407" v="1041"/>
          <ac:spMkLst>
            <pc:docMk/>
            <pc:sldMk cId="4239441356" sldId="439"/>
            <ac:spMk id="8" creationId="{6CEAB5AB-6CA4-4EC3-C6FA-4D0DC977026B}"/>
          </ac:spMkLst>
        </pc:spChg>
        <pc:spChg chg="add">
          <ac:chgData name="Rico Halim" userId="e67b7075-521d-4436-9593-c3b020a99b57" providerId="ADAL" clId="{51BE432B-4882-44AA-B011-DD88D23C88BA}" dt="2026-03-17T11:14:49.587" v="1042"/>
          <ac:spMkLst>
            <pc:docMk/>
            <pc:sldMk cId="4239441356" sldId="439"/>
            <ac:spMk id="10" creationId="{37412B82-8F13-B531-4A13-3DEB47435D19}"/>
          </ac:spMkLst>
        </pc:spChg>
        <pc:spChg chg="add mod">
          <ac:chgData name="Rico Halim" userId="e67b7075-521d-4436-9593-c3b020a99b57" providerId="ADAL" clId="{51BE432B-4882-44AA-B011-DD88D23C88BA}" dt="2026-03-17T11:22:47.242" v="1124" actId="1036"/>
          <ac:spMkLst>
            <pc:docMk/>
            <pc:sldMk cId="4239441356" sldId="439"/>
            <ac:spMk id="14" creationId="{CAB9F839-5852-91C3-7DD6-504D09D6C5F8}"/>
          </ac:spMkLst>
        </pc:spChg>
        <pc:graphicFrameChg chg="add mod">
          <ac:chgData name="Rico Halim" userId="e67b7075-521d-4436-9593-c3b020a99b57" providerId="ADAL" clId="{51BE432B-4882-44AA-B011-DD88D23C88BA}" dt="2026-03-17T11:14:50.684" v="1043"/>
          <ac:graphicFrameMkLst>
            <pc:docMk/>
            <pc:sldMk cId="4239441356" sldId="439"/>
            <ac:graphicFrameMk id="9" creationId="{FBBB649D-A617-7A77-F1F3-1D35FCE6D3E4}"/>
          </ac:graphicFrameMkLst>
        </pc:graphicFrameChg>
        <pc:graphicFrameChg chg="add mod modGraphic">
          <ac:chgData name="Rico Halim" userId="e67b7075-521d-4436-9593-c3b020a99b57" providerId="ADAL" clId="{51BE432B-4882-44AA-B011-DD88D23C88BA}" dt="2026-03-17T11:18:53.052" v="1082" actId="14734"/>
          <ac:graphicFrameMkLst>
            <pc:docMk/>
            <pc:sldMk cId="4239441356" sldId="439"/>
            <ac:graphicFrameMk id="11" creationId="{3B86C5B9-BE49-2554-6F80-004F1FB282C6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1:57.769" v="1105" actId="1076"/>
          <ac:graphicFrameMkLst>
            <pc:docMk/>
            <pc:sldMk cId="4239441356" sldId="439"/>
            <ac:graphicFrameMk id="12" creationId="{56D22773-6FB9-349E-B3D4-FED29341EAB3}"/>
          </ac:graphicFrameMkLst>
        </pc:graphicFrameChg>
        <pc:picChg chg="add del mod ord">
          <ac:chgData name="Rico Halim" userId="e67b7075-521d-4436-9593-c3b020a99b57" providerId="ADAL" clId="{51BE432B-4882-44AA-B011-DD88D23C88BA}" dt="2026-03-17T11:14:11.227" v="1039" actId="478"/>
          <ac:picMkLst>
            <pc:docMk/>
            <pc:sldMk cId="4239441356" sldId="439"/>
            <ac:picMk id="3" creationId="{7D1D1F4A-923A-4A38-7205-EBE908274BE8}"/>
          </ac:picMkLst>
        </pc:picChg>
      </pc:sldChg>
      <pc:sldChg chg="addSp delSp modSp add del mod">
        <pc:chgData name="Rico Halim" userId="e67b7075-521d-4436-9593-c3b020a99b57" providerId="ADAL" clId="{51BE432B-4882-44AA-B011-DD88D23C88BA}" dt="2026-03-17T11:25:25.247" v="1125" actId="47"/>
        <pc:sldMkLst>
          <pc:docMk/>
          <pc:sldMk cId="269373747" sldId="440"/>
        </pc:sldMkLst>
        <pc:spChg chg="add del mod">
          <ac:chgData name="Rico Halim" userId="e67b7075-521d-4436-9593-c3b020a99b57" providerId="ADAL" clId="{51BE432B-4882-44AA-B011-DD88D23C88BA}" dt="2026-03-17T11:19:20.186" v="1083" actId="3680"/>
          <ac:spMkLst>
            <pc:docMk/>
            <pc:sldMk cId="269373747" sldId="440"/>
            <ac:spMk id="4" creationId="{E12BAD3E-95C1-469A-F248-765386CE66B9}"/>
          </ac:spMkLst>
        </pc:spChg>
        <pc:spChg chg="del">
          <ac:chgData name="Rico Halim" userId="e67b7075-521d-4436-9593-c3b020a99b57" providerId="ADAL" clId="{51BE432B-4882-44AA-B011-DD88D23C88BA}" dt="2026-03-17T11:16:55.841" v="1045" actId="3680"/>
          <ac:spMkLst>
            <pc:docMk/>
            <pc:sldMk cId="269373747" sldId="440"/>
            <ac:spMk id="7" creationId="{00E28C1D-06C1-C1D3-9E74-B7CBF33ADE5C}"/>
          </ac:spMkLst>
        </pc:spChg>
        <pc:spChg chg="add mod">
          <ac:chgData name="Rico Halim" userId="e67b7075-521d-4436-9593-c3b020a99b57" providerId="ADAL" clId="{51BE432B-4882-44AA-B011-DD88D23C88BA}" dt="2026-03-17T11:21:47.574" v="1103" actId="21"/>
          <ac:spMkLst>
            <pc:docMk/>
            <pc:sldMk cId="269373747" sldId="440"/>
            <ac:spMk id="15" creationId="{C7428883-5685-FC3B-D3F1-CC2152F45D71}"/>
          </ac:spMkLst>
        </pc:spChg>
        <pc:spChg chg="del">
          <ac:chgData name="Rico Halim" userId="e67b7075-521d-4436-9593-c3b020a99b57" providerId="ADAL" clId="{51BE432B-4882-44AA-B011-DD88D23C88BA}" dt="2026-03-17T11:19:53.629" v="1086" actId="478"/>
          <ac:spMkLst>
            <pc:docMk/>
            <pc:sldMk cId="269373747" sldId="440"/>
            <ac:spMk id="19" creationId="{EFBB4A81-9E72-EA8C-B895-EDD7BED7A9AE}"/>
          </ac:spMkLst>
        </pc:spChg>
        <pc:graphicFrameChg chg="add del mod ord modGraphic">
          <ac:chgData name="Rico Halim" userId="e67b7075-521d-4436-9593-c3b020a99b57" providerId="ADAL" clId="{51BE432B-4882-44AA-B011-DD88D23C88BA}" dt="2026-03-17T11:18:29.789" v="1075" actId="21"/>
          <ac:graphicFrameMkLst>
            <pc:docMk/>
            <pc:sldMk cId="269373747" sldId="440"/>
            <ac:graphicFrameMk id="2" creationId="{3B86C5B9-BE49-2554-6F80-004F1FB282C6}"/>
          </ac:graphicFrameMkLst>
        </pc:graphicFrameChg>
        <pc:graphicFrameChg chg="add del mod ord modGraphic">
          <ac:chgData name="Rico Halim" userId="e67b7075-521d-4436-9593-c3b020a99b57" providerId="ADAL" clId="{51BE432B-4882-44AA-B011-DD88D23C88BA}" dt="2026-03-17T11:21:47.574" v="1103" actId="21"/>
          <ac:graphicFrameMkLst>
            <pc:docMk/>
            <pc:sldMk cId="269373747" sldId="440"/>
            <ac:graphicFrameMk id="5" creationId="{56D22773-6FB9-349E-B3D4-FED29341EAB3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19:36.614" v="1084"/>
          <ac:graphicFrameMkLst>
            <pc:docMk/>
            <pc:sldMk cId="269373747" sldId="440"/>
            <ac:graphicFrameMk id="9" creationId="{8F856C13-11E7-D1F9-69A4-BCA1BA655FE2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19:48.818" v="1085"/>
          <ac:graphicFrameMkLst>
            <pc:docMk/>
            <pc:sldMk cId="269373747" sldId="440"/>
            <ac:graphicFrameMk id="10" creationId="{BAF8DF14-8E17-0764-E043-ABAC7942225B}"/>
          </ac:graphicFrameMkLst>
        </pc:graphicFrameChg>
        <pc:graphicFrameChg chg="add del mod">
          <ac:chgData name="Rico Halim" userId="e67b7075-521d-4436-9593-c3b020a99b57" providerId="ADAL" clId="{51BE432B-4882-44AA-B011-DD88D23C88BA}" dt="2026-03-17T11:20:10.196" v="1088" actId="478"/>
          <ac:graphicFrameMkLst>
            <pc:docMk/>
            <pc:sldMk cId="269373747" sldId="440"/>
            <ac:graphicFrameMk id="11" creationId="{2DD11899-F173-15D2-A478-132499C6C09C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0:35.948" v="1089"/>
          <ac:graphicFrameMkLst>
            <pc:docMk/>
            <pc:sldMk cId="269373747" sldId="440"/>
            <ac:graphicFrameMk id="12" creationId="{8F59CBBD-CC89-F44C-AFB1-FA01AE23F7AF}"/>
          </ac:graphicFrameMkLst>
        </pc:graphicFrameChg>
        <pc:graphicFrameChg chg="add mod">
          <ac:chgData name="Rico Halim" userId="e67b7075-521d-4436-9593-c3b020a99b57" providerId="ADAL" clId="{51BE432B-4882-44AA-B011-DD88D23C88BA}" dt="2026-03-17T11:20:39.511" v="1090"/>
          <ac:graphicFrameMkLst>
            <pc:docMk/>
            <pc:sldMk cId="269373747" sldId="440"/>
            <ac:graphicFrameMk id="13" creationId="{650A6653-1E67-079B-E589-DEED636989C2}"/>
          </ac:graphicFrameMkLst>
        </pc:graphicFrameChg>
      </pc:sldChg>
      <pc:sldChg chg="addSp delSp modSp add mod">
        <pc:chgData name="Rico Halim" userId="e67b7075-521d-4436-9593-c3b020a99b57" providerId="ADAL" clId="{51BE432B-4882-44AA-B011-DD88D23C88BA}" dt="2026-03-17T11:33:05.676" v="1144" actId="1076"/>
        <pc:sldMkLst>
          <pc:docMk/>
          <pc:sldMk cId="4229947342" sldId="440"/>
        </pc:sldMkLst>
        <pc:spChg chg="add mod">
          <ac:chgData name="Rico Halim" userId="e67b7075-521d-4436-9593-c3b020a99b57" providerId="ADAL" clId="{51BE432B-4882-44AA-B011-DD88D23C88BA}" dt="2026-03-17T11:32:22.745" v="1134"/>
          <ac:spMkLst>
            <pc:docMk/>
            <pc:sldMk cId="4229947342" sldId="440"/>
            <ac:spMk id="2" creationId="{2DDB7164-F776-8010-D7EF-C2AACD2DCC53}"/>
          </ac:spMkLst>
        </pc:spChg>
        <pc:spChg chg="add mod">
          <ac:chgData name="Rico Halim" userId="e67b7075-521d-4436-9593-c3b020a99b57" providerId="ADAL" clId="{51BE432B-4882-44AA-B011-DD88D23C88BA}" dt="2026-03-17T11:32:24.138" v="1136"/>
          <ac:spMkLst>
            <pc:docMk/>
            <pc:sldMk cId="4229947342" sldId="440"/>
            <ac:spMk id="3" creationId="{48B9100E-61BF-7900-C31A-471A53F7AFD5}"/>
          </ac:spMkLst>
        </pc:spChg>
        <pc:spChg chg="add del mod">
          <ac:chgData name="Rico Halim" userId="e67b7075-521d-4436-9593-c3b020a99b57" providerId="ADAL" clId="{51BE432B-4882-44AA-B011-DD88D23C88BA}" dt="2026-03-17T11:32:44.090" v="1138"/>
          <ac:spMkLst>
            <pc:docMk/>
            <pc:sldMk cId="4229947342" sldId="440"/>
            <ac:spMk id="7" creationId="{444E5B1C-D6B2-0E31-D778-39619E9120DC}"/>
          </ac:spMkLst>
        </pc:spChg>
        <pc:spChg chg="mod">
          <ac:chgData name="Rico Halim" userId="e67b7075-521d-4436-9593-c3b020a99b57" providerId="ADAL" clId="{51BE432B-4882-44AA-B011-DD88D23C88BA}" dt="2026-03-17T11:32:06.803" v="1127"/>
          <ac:spMkLst>
            <pc:docMk/>
            <pc:sldMk cId="4229947342" sldId="440"/>
            <ac:spMk id="8" creationId="{19CA67BD-A686-F874-72CF-AE533ED09BB2}"/>
          </ac:spMkLst>
        </pc:spChg>
        <pc:spChg chg="del">
          <ac:chgData name="Rico Halim" userId="e67b7075-521d-4436-9593-c3b020a99b57" providerId="ADAL" clId="{51BE432B-4882-44AA-B011-DD88D23C88BA}" dt="2026-03-17T11:33:01.471" v="1142" actId="478"/>
          <ac:spMkLst>
            <pc:docMk/>
            <pc:sldMk cId="4229947342" sldId="440"/>
            <ac:spMk id="14" creationId="{99306BD2-C87E-980E-70DB-E25680356B04}"/>
          </ac:spMkLst>
        </pc:spChg>
        <pc:graphicFrameChg chg="del">
          <ac:chgData name="Rico Halim" userId="e67b7075-521d-4436-9593-c3b020a99b57" providerId="ADAL" clId="{51BE432B-4882-44AA-B011-DD88D23C88BA}" dt="2026-03-17T11:32:14.393" v="1128" actId="478"/>
          <ac:graphicFrameMkLst>
            <pc:docMk/>
            <pc:sldMk cId="4229947342" sldId="440"/>
            <ac:graphicFrameMk id="11" creationId="{E6CC8BC1-6845-52C0-6F6E-F9C79DA30EC8}"/>
          </ac:graphicFrameMkLst>
        </pc:graphicFrameChg>
        <pc:graphicFrameChg chg="del modGraphic">
          <ac:chgData name="Rico Halim" userId="e67b7075-521d-4436-9593-c3b020a99b57" providerId="ADAL" clId="{51BE432B-4882-44AA-B011-DD88D23C88BA}" dt="2026-03-17T11:32:17.850" v="1130" actId="478"/>
          <ac:graphicFrameMkLst>
            <pc:docMk/>
            <pc:sldMk cId="4229947342" sldId="440"/>
            <ac:graphicFrameMk id="12" creationId="{76715769-E92A-22DB-EEFC-95AAAB36529B}"/>
          </ac:graphicFrameMkLst>
        </pc:graphicFrameChg>
        <pc:picChg chg="add mod ord modCrop">
          <ac:chgData name="Rico Halim" userId="e67b7075-521d-4436-9593-c3b020a99b57" providerId="ADAL" clId="{51BE432B-4882-44AA-B011-DD88D23C88BA}" dt="2026-03-17T11:33:05.676" v="1144" actId="1076"/>
          <ac:picMkLst>
            <pc:docMk/>
            <pc:sldMk cId="4229947342" sldId="440"/>
            <ac:picMk id="5" creationId="{C9DE0E19-FF8B-7AA7-6B7E-8909F8D9E801}"/>
          </ac:picMkLst>
        </pc:picChg>
      </pc:sldChg>
      <pc:sldChg chg="modSp add mod ord">
        <pc:chgData name="Rico Halim" userId="e67b7075-521d-4436-9593-c3b020a99b57" providerId="ADAL" clId="{51BE432B-4882-44AA-B011-DD88D23C88BA}" dt="2026-03-17T11:53:02.168" v="1217"/>
        <pc:sldMkLst>
          <pc:docMk/>
          <pc:sldMk cId="895642440" sldId="441"/>
        </pc:sldMkLst>
        <pc:spChg chg="mod">
          <ac:chgData name="Rico Halim" userId="e67b7075-521d-4436-9593-c3b020a99b57" providerId="ADAL" clId="{51BE432B-4882-44AA-B011-DD88D23C88BA}" dt="2026-03-17T11:52:59.807" v="1215" actId="20577"/>
          <ac:spMkLst>
            <pc:docMk/>
            <pc:sldMk cId="895642440" sldId="441"/>
            <ac:spMk id="4" creationId="{DE278383-31CD-8BD8-E1BC-DFD3EB51BF9C}"/>
          </ac:spMkLst>
        </pc:spChg>
      </pc:sldChg>
      <pc:sldChg chg="modSp add del">
        <pc:chgData name="Rico Halim" userId="e67b7075-521d-4436-9593-c3b020a99b57" providerId="ADAL" clId="{51BE432B-4882-44AA-B011-DD88D23C88BA}" dt="2026-03-17T12:01:57.331" v="1286" actId="47"/>
        <pc:sldMkLst>
          <pc:docMk/>
          <pc:sldMk cId="1380302411" sldId="442"/>
        </pc:sldMkLst>
        <pc:spChg chg="mod">
          <ac:chgData name="Rico Halim" userId="e67b7075-521d-4436-9593-c3b020a99b57" providerId="ADAL" clId="{51BE432B-4882-44AA-B011-DD88D23C88BA}" dt="2026-03-17T12:01:45.604" v="1281"/>
          <ac:spMkLst>
            <pc:docMk/>
            <pc:sldMk cId="1380302411" sldId="442"/>
            <ac:spMk id="6" creationId="{77D1EF70-06C1-0AD5-DE09-8966BBBE1A8D}"/>
          </ac:spMkLst>
        </pc:spChg>
        <pc:spChg chg="mod">
          <ac:chgData name="Rico Halim" userId="e67b7075-521d-4436-9593-c3b020a99b57" providerId="ADAL" clId="{51BE432B-4882-44AA-B011-DD88D23C88BA}" dt="2026-03-17T12:01:51.535" v="1282"/>
          <ac:spMkLst>
            <pc:docMk/>
            <pc:sldMk cId="1380302411" sldId="442"/>
            <ac:spMk id="8" creationId="{E2BF8C0B-D1F9-4FDA-5855-9D06DCFDDBCE}"/>
          </ac:spMkLst>
        </pc:spChg>
      </pc:sldChg>
      <pc:sldChg chg="addSp modSp add mod ord">
        <pc:chgData name="Rico Halim" userId="e67b7075-521d-4436-9593-c3b020a99b57" providerId="ADAL" clId="{51BE432B-4882-44AA-B011-DD88D23C88BA}" dt="2026-03-17T12:02:58.059" v="1301"/>
        <pc:sldMkLst>
          <pc:docMk/>
          <pc:sldMk cId="2709407830" sldId="443"/>
        </pc:sldMkLst>
        <pc:spChg chg="add">
          <ac:chgData name="Rico Halim" userId="e67b7075-521d-4436-9593-c3b020a99b57" providerId="ADAL" clId="{51BE432B-4882-44AA-B011-DD88D23C88BA}" dt="2026-03-17T12:02:15.471" v="1288"/>
          <ac:spMkLst>
            <pc:docMk/>
            <pc:sldMk cId="2709407830" sldId="443"/>
            <ac:spMk id="2" creationId="{30E70896-63A6-3447-2162-38F605515129}"/>
          </ac:spMkLst>
        </pc:spChg>
        <pc:spChg chg="add">
          <ac:chgData name="Rico Halim" userId="e67b7075-521d-4436-9593-c3b020a99b57" providerId="ADAL" clId="{51BE432B-4882-44AA-B011-DD88D23C88BA}" dt="2026-03-17T12:02:22.573" v="1289"/>
          <ac:spMkLst>
            <pc:docMk/>
            <pc:sldMk cId="2709407830" sldId="443"/>
            <ac:spMk id="3" creationId="{46ADBAE3-07EC-A533-F725-55BBD1EF5946}"/>
          </ac:spMkLst>
        </pc:spChg>
        <pc:spChg chg="mod">
          <ac:chgData name="Rico Halim" userId="e67b7075-521d-4436-9593-c3b020a99b57" providerId="ADAL" clId="{51BE432B-4882-44AA-B011-DD88D23C88BA}" dt="2026-03-17T12:02:58.059" v="1301"/>
          <ac:spMkLst>
            <pc:docMk/>
            <pc:sldMk cId="2709407830" sldId="443"/>
            <ac:spMk id="4" creationId="{E5B65ED8-262C-AA34-B040-2E78F80AE952}"/>
          </ac:spMkLst>
        </pc:spChg>
        <pc:spChg chg="add">
          <ac:chgData name="Rico Halim" userId="e67b7075-521d-4436-9593-c3b020a99b57" providerId="ADAL" clId="{51BE432B-4882-44AA-B011-DD88D23C88BA}" dt="2026-03-17T12:02:38.928" v="1295"/>
          <ac:spMkLst>
            <pc:docMk/>
            <pc:sldMk cId="2709407830" sldId="443"/>
            <ac:spMk id="5" creationId="{4105B202-0FE2-0065-51FC-F9BD937FEF42}"/>
          </ac:spMkLst>
        </pc:spChg>
        <pc:spChg chg="add">
          <ac:chgData name="Rico Halim" userId="e67b7075-521d-4436-9593-c3b020a99b57" providerId="ADAL" clId="{51BE432B-4882-44AA-B011-DD88D23C88BA}" dt="2026-03-17T12:02:48.253" v="1298"/>
          <ac:spMkLst>
            <pc:docMk/>
            <pc:sldMk cId="2709407830" sldId="443"/>
            <ac:spMk id="7" creationId="{3578F818-1413-53AE-428C-097DF16887E3}"/>
          </ac:spMkLst>
        </pc:spChg>
        <pc:spChg chg="mod">
          <ac:chgData name="Rico Halim" userId="e67b7075-521d-4436-9593-c3b020a99b57" providerId="ADAL" clId="{51BE432B-4882-44AA-B011-DD88D23C88BA}" dt="2026-03-17T12:02:02.963" v="1287"/>
          <ac:spMkLst>
            <pc:docMk/>
            <pc:sldMk cId="2709407830" sldId="443"/>
            <ac:spMk id="8" creationId="{F74B5EE9-A21E-C92A-96DD-6EF0C88F3806}"/>
          </ac:spMkLst>
        </pc:spChg>
      </pc:sldChg>
      <pc:sldChg chg="modSp add mod">
        <pc:chgData name="Rico Halim" userId="e67b7075-521d-4436-9593-c3b020a99b57" providerId="ADAL" clId="{51BE432B-4882-44AA-B011-DD88D23C88BA}" dt="2026-03-17T12:08:57.143" v="1324"/>
        <pc:sldMkLst>
          <pc:docMk/>
          <pc:sldMk cId="3379097955" sldId="444"/>
        </pc:sldMkLst>
        <pc:spChg chg="mod">
          <ac:chgData name="Rico Halim" userId="e67b7075-521d-4436-9593-c3b020a99b57" providerId="ADAL" clId="{51BE432B-4882-44AA-B011-DD88D23C88BA}" dt="2026-03-17T12:08:57.143" v="1324"/>
          <ac:spMkLst>
            <pc:docMk/>
            <pc:sldMk cId="3379097955" sldId="444"/>
            <ac:spMk id="4" creationId="{2AB6F8E5-54BE-B8DA-49CA-9903A59EF6F4}"/>
          </ac:spMkLst>
        </pc:spChg>
        <pc:spChg chg="mod">
          <ac:chgData name="Rico Halim" userId="e67b7075-521d-4436-9593-c3b020a99b57" providerId="ADAL" clId="{51BE432B-4882-44AA-B011-DD88D23C88BA}" dt="2026-03-17T12:08:16.913" v="1318"/>
          <ac:spMkLst>
            <pc:docMk/>
            <pc:sldMk cId="3379097955" sldId="444"/>
            <ac:spMk id="8" creationId="{F38F3895-CD1A-6941-9D1B-AF7527BE02B5}"/>
          </ac:spMkLst>
        </pc:spChg>
      </pc:sldChg>
      <pc:sldChg chg="addSp modSp add mod">
        <pc:chgData name="Rico Halim" userId="e67b7075-521d-4436-9593-c3b020a99b57" providerId="ADAL" clId="{51BE432B-4882-44AA-B011-DD88D23C88BA}" dt="2026-03-17T12:26:39.632" v="1406"/>
        <pc:sldMkLst>
          <pc:docMk/>
          <pc:sldMk cId="3527595488" sldId="445"/>
        </pc:sldMkLst>
        <pc:spChg chg="add">
          <ac:chgData name="Rico Halim" userId="e67b7075-521d-4436-9593-c3b020a99b57" providerId="ADAL" clId="{51BE432B-4882-44AA-B011-DD88D23C88BA}" dt="2026-03-17T12:12:35.940" v="1375"/>
          <ac:spMkLst>
            <pc:docMk/>
            <pc:sldMk cId="3527595488" sldId="445"/>
            <ac:spMk id="2" creationId="{184B0E86-9B8A-38D1-7DCC-10BFBFE346E7}"/>
          </ac:spMkLst>
        </pc:spChg>
        <pc:spChg chg="mod">
          <ac:chgData name="Rico Halim" userId="e67b7075-521d-4436-9593-c3b020a99b57" providerId="ADAL" clId="{51BE432B-4882-44AA-B011-DD88D23C88BA}" dt="2026-03-17T12:26:39.632" v="1406"/>
          <ac:spMkLst>
            <pc:docMk/>
            <pc:sldMk cId="3527595488" sldId="445"/>
            <ac:spMk id="4" creationId="{811469AC-5FC4-3709-A7FC-87D9A8367E53}"/>
          </ac:spMkLst>
        </pc:spChg>
        <pc:spChg chg="mod">
          <ac:chgData name="Rico Halim" userId="e67b7075-521d-4436-9593-c3b020a99b57" providerId="ADAL" clId="{51BE432B-4882-44AA-B011-DD88D23C88BA}" dt="2026-03-17T12:11:53.172" v="1350" actId="20577"/>
          <ac:spMkLst>
            <pc:docMk/>
            <pc:sldMk cId="3527595488" sldId="445"/>
            <ac:spMk id="8" creationId="{D0769C9D-1834-07C1-558B-C57758993DFA}"/>
          </ac:spMkLst>
        </pc:spChg>
      </pc:sldChg>
      <pc:sldChg chg="addSp delSp modSp add mod">
        <pc:chgData name="Rico Halim" userId="e67b7075-521d-4436-9593-c3b020a99b57" providerId="ADAL" clId="{51BE432B-4882-44AA-B011-DD88D23C88BA}" dt="2026-03-17T12:20:19.430" v="1397" actId="1076"/>
        <pc:sldMkLst>
          <pc:docMk/>
          <pc:sldMk cId="3589339345" sldId="446"/>
        </pc:sldMkLst>
        <pc:spChg chg="del mod">
          <ac:chgData name="Rico Halim" userId="e67b7075-521d-4436-9593-c3b020a99b57" providerId="ADAL" clId="{51BE432B-4882-44AA-B011-DD88D23C88BA}" dt="2026-03-17T12:19:12.797" v="1383"/>
          <ac:spMkLst>
            <pc:docMk/>
            <pc:sldMk cId="3589339345" sldId="446"/>
            <ac:spMk id="4" creationId="{3B712E60-B5ED-B14A-2AA9-E23D0B03298C}"/>
          </ac:spMkLst>
        </pc:spChg>
        <pc:spChg chg="mod">
          <ac:chgData name="Rico Halim" userId="e67b7075-521d-4436-9593-c3b020a99b57" providerId="ADAL" clId="{51BE432B-4882-44AA-B011-DD88D23C88BA}" dt="2026-03-17T12:18:53.907" v="1381" actId="20577"/>
          <ac:spMkLst>
            <pc:docMk/>
            <pc:sldMk cId="3589339345" sldId="446"/>
            <ac:spMk id="8" creationId="{D47E2921-8476-72FB-4D29-FF9FF2E2CB2B}"/>
          </ac:spMkLst>
        </pc:spChg>
        <pc:picChg chg="add mod ord modCrop">
          <ac:chgData name="Rico Halim" userId="e67b7075-521d-4436-9593-c3b020a99b57" providerId="ADAL" clId="{51BE432B-4882-44AA-B011-DD88D23C88BA}" dt="2026-03-17T12:20:19.430" v="1397" actId="1076"/>
          <ac:picMkLst>
            <pc:docMk/>
            <pc:sldMk cId="3589339345" sldId="446"/>
            <ac:picMk id="3" creationId="{2AA776EC-5FBE-625E-2E66-2BF79BCB3E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34222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45903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259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9AA6-3CB2-3FBC-CAD2-3B6FE6DE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C1FD3-28E1-86C4-973E-C03F50ED9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D9FD53-DA93-2078-8070-5387FBD14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8809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0188F-A65E-2C3D-158F-5F873639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927BF-905A-12AE-66CE-943011658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D3610-79FE-F300-6FB2-BA7E98ABA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36542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2490-1CC9-3E8B-A641-F6696E5B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F153F-E4E4-2872-37A7-64FC5241B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97623-1206-F464-3E9C-827071305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86031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F1FAB-8E17-7100-13BC-A1492D81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98886-42F5-9526-4D5E-209A7B247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6A9A9-AA7B-CA09-3B9B-7647C4705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08662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DA749-D1FF-5AC8-FEF2-13C6ED46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A31ED5-2716-BDF5-2B5A-0853A681E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14373-A13B-BBA9-35AB-925716EEA7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06191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00DA-5E09-F906-09D3-D5FE7AC3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3E02B-62B6-DC95-1181-1B5F0FC3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C6A8D-CFF5-7D5A-5790-BA0558D83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352499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3A35-612A-8363-B38D-89EF3D3C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C6F2C-0000-A02D-6D95-9723F9C11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A6365-726F-BC90-30B8-D6F9E8D46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67662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F152-B127-EB35-24A2-A5C1B995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E9C18-62B0-A003-3A58-5E678CEE8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62475-B934-4CE7-4798-15CF9E12B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94826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E29B4-252E-F369-7F2D-ECF23DC2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0D9ED1-B835-397D-5249-9126E0AD2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AD366-285B-E731-EFCA-5080FE4D3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53188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92BB7-9D22-1253-7DD4-A980BE982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7FEBF-FDF5-FBC9-3345-B6055C912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07D2D-4184-DA28-AC2B-D69A722D4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82066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9A2DA-386B-D99D-71BF-151D4E02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811E3-0EB5-FD39-005C-96CF6D3B0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0BAA1-CD55-BB4D-7258-9E6BC300B1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77552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C4DA-5850-B322-A237-37E89847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63FDB-7775-3A85-C716-AA0376173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45187-5218-F388-F4AF-37755271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9937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F8DD8-54D9-7EC2-BA27-AE79089B1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DBD7-823B-EAE7-C2FE-5986E034B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C68D5-B2B9-CEC9-8069-AD3AD29D4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56223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18D5-6733-E3F6-BFF3-DFFA89F3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E3D5C-3EEF-D542-4446-4664259C3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E893C-4838-820B-B6D6-E0296617F9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22792851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D" sz="2200" b="1" i="0" dirty="0">
              <a:effectLst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3943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Introduction to Database System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Rico Halim,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US" dirty="0"/>
              <a:t>LO-1 : Define model data and information in the form of conceptual and apply them to the DBMS, both individually and in teamwork.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Database and DBMS? </a:t>
            </a:r>
            <a:endParaRPr lang="en-ID" dirty="0"/>
          </a:p>
          <a:p>
            <a:r>
              <a:rPr lang="en-US" dirty="0"/>
              <a:t>Do We Always Need a DBMS?</a:t>
            </a:r>
            <a:endParaRPr lang="en-ID" dirty="0"/>
          </a:p>
          <a:p>
            <a:r>
              <a:rPr lang="en-ID" dirty="0"/>
              <a:t>Database Users and Actors</a:t>
            </a:r>
          </a:p>
          <a:p>
            <a:r>
              <a:rPr lang="en-ID" dirty="0"/>
              <a:t>Seeing Data in Action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03C2-AB0D-6794-B60F-46FAB7775C8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4197157" cy="9253554"/>
          </a:xfrm>
        </p:spPr>
        <p:txBody>
          <a:bodyPr>
            <a:normAutofit/>
          </a:bodyPr>
          <a:lstStyle/>
          <a:p>
            <a:r>
              <a:rPr lang="en-US" dirty="0"/>
              <a:t>A database is an organized collection of related data that can be easily accessed, managed, and updated.</a:t>
            </a:r>
          </a:p>
          <a:p>
            <a:r>
              <a:rPr lang="en-US" dirty="0"/>
              <a:t>Analogy: a well-organized filing cabinet where every document has its place and can be found instantly.</a:t>
            </a:r>
          </a:p>
          <a:p>
            <a:r>
              <a:rPr lang="en-US" dirty="0"/>
              <a:t>Key properties: represents some aspect of the real world (mini-world), logically coherent, designed for a specific purpose.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67CAF-4E6D-359B-2142-2B42E0F5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is a Database and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BB7E9DD-F947-A1FF-98E2-678F0FB36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b="0" dirty="0"/>
              <a:t>What is a Database?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D23C07DE-4386-328B-BEC0-B9BC28FBB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9A0E4-8FD0-F1E9-EEE9-79D164E78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882946" y="53256"/>
            <a:ext cx="7282249" cy="1092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39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0849-2B5B-9934-26B5-19EC7C000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AC9B57-1DE4-4C35-F3AA-2254FE2279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14719757" cy="9253554"/>
          </a:xfrm>
        </p:spPr>
        <p:txBody>
          <a:bodyPr>
            <a:normAutofit/>
          </a:bodyPr>
          <a:lstStyle/>
          <a:p>
            <a:r>
              <a:rPr lang="en-US" dirty="0"/>
              <a:t>DBMS (Database Management System) = software that manages the database.</a:t>
            </a:r>
          </a:p>
          <a:p>
            <a:r>
              <a:rPr lang="en-US" dirty="0"/>
              <a:t>Analogy: if the database is the filing cabinet, the DBMS is the librarian who organizes, retrieves, and protects it.</a:t>
            </a:r>
          </a:p>
          <a:p>
            <a:r>
              <a:rPr lang="en-ID" dirty="0"/>
              <a:t>Examples: MySQL, PostgreSQL, Oracle, SQL Server, MongoDB</a:t>
            </a:r>
            <a:r>
              <a:rPr lang="en-US" dirty="0"/>
              <a:t>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200911C-06DC-6BB7-4482-30FFEB1F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is a Database and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11577A-5AF4-7C87-947C-8A509FFB65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b="0" dirty="0"/>
              <a:t>What is a DBMS?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86FE7FDC-9A2E-17DB-E19D-26D8D4A62D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8B1DC9-DDFC-60D2-CE09-495DAD3C4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3643" y="662681"/>
            <a:ext cx="7454174" cy="1118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038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EDC4-1855-73F1-42A8-099F96E0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78383-31CD-8BD8-E1BC-DFD3EB51BF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r>
              <a:rPr lang="en-US" b="1" dirty="0"/>
              <a:t>Define:</a:t>
            </a:r>
            <a:r>
              <a:rPr lang="en-US" dirty="0"/>
              <a:t> specify data types, structures, and constraints</a:t>
            </a:r>
          </a:p>
          <a:p>
            <a:pPr lvl="1"/>
            <a:r>
              <a:rPr lang="en-US" dirty="0"/>
              <a:t>Example: deciding that a Customer table needs columns for name (text), email (text), and registration date (date).</a:t>
            </a:r>
          </a:p>
          <a:p>
            <a:pPr lvl="1"/>
            <a:r>
              <a:rPr lang="en-US" dirty="0"/>
              <a:t>Think of it as creating the "blueprint" before building.</a:t>
            </a:r>
          </a:p>
          <a:p>
            <a:r>
              <a:rPr lang="en-US" b="1" dirty="0"/>
              <a:t>Construct:</a:t>
            </a:r>
            <a:r>
              <a:rPr lang="en-US" dirty="0"/>
              <a:t> store data on a storage medium</a:t>
            </a:r>
          </a:p>
          <a:p>
            <a:pPr lvl="1"/>
            <a:r>
              <a:rPr lang="en-US" dirty="0"/>
              <a:t>Example: after defining the structure, we fill the Customer table with 10,000 customer records.</a:t>
            </a:r>
          </a:p>
          <a:p>
            <a:pPr lvl="1"/>
            <a:r>
              <a:rPr lang="en-US" dirty="0"/>
              <a:t>The DBMS handles how and where data is physically saved on disk.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5B126A-521D-498F-A6E5-A8FA69D3F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is a Database and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511151-8715-A31A-9EFD-59EE4795FA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Four Main Functions of a DBMS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1362883-790E-8F78-B315-92E9E5B9C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564244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947AE-42C6-C44C-813C-59D2DD8CF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AB138-3849-0723-2521-8D3081AF1E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r>
              <a:rPr lang="en-US" b="1" dirty="0"/>
              <a:t>Manipulate:</a:t>
            </a:r>
            <a:r>
              <a:rPr lang="en-US" dirty="0"/>
              <a:t> Querying, updating, and generating reports from the data.</a:t>
            </a:r>
          </a:p>
          <a:p>
            <a:pPr lvl="1"/>
            <a:r>
              <a:rPr lang="en-US" dirty="0"/>
              <a:t>Example: "Show me all customers from Jakarta who registered this month" or updating a customer's phone number.</a:t>
            </a:r>
          </a:p>
          <a:p>
            <a:pPr lvl="1"/>
            <a:r>
              <a:rPr lang="en-US" dirty="0"/>
              <a:t>This is what you will do most often as a database user.</a:t>
            </a:r>
          </a:p>
          <a:p>
            <a:r>
              <a:rPr lang="en-US" b="1" dirty="0"/>
              <a:t>Share: </a:t>
            </a:r>
            <a:r>
              <a:rPr lang="en-US" dirty="0"/>
              <a:t>Multiple users and applications access the same data at the same time.</a:t>
            </a:r>
          </a:p>
          <a:p>
            <a:pPr lvl="1"/>
            <a:r>
              <a:rPr lang="en-US" dirty="0"/>
              <a:t>Example: a cashier processes an order while the manager checks today's sales report, both using the same database.</a:t>
            </a:r>
          </a:p>
          <a:p>
            <a:pPr lvl="1"/>
            <a:r>
              <a:rPr lang="en-US" dirty="0"/>
              <a:t>The DBMS makes sure they don't interfere with each other.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3F0956-02B8-86A3-F124-F7B621092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is a Database and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752A490-9331-BF2E-54EE-2F4ADB0873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Four Main Functions of a DBMS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AA0AE269-B552-A291-D534-417AAFFA80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474237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3E25-4F9B-1938-7920-B842E8D9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8F78D-BA99-D8A9-B728-29CE9F1753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pPr marL="756000" lvl="1" indent="0" algn="just">
              <a:buNone/>
            </a:pPr>
            <a:endParaRPr lang="en-US" dirty="0"/>
          </a:p>
          <a:p>
            <a:pPr marL="756000" lvl="1" indent="0" algn="just">
              <a:buNone/>
            </a:pPr>
            <a:endParaRPr lang="en-US" dirty="0"/>
          </a:p>
          <a:p>
            <a:pPr marL="756000" lvl="1" indent="0" algn="just">
              <a:buNone/>
            </a:pPr>
            <a:endParaRPr lang="en-US" dirty="0"/>
          </a:p>
          <a:p>
            <a:pPr marL="756000" lvl="1" indent="0" algn="just">
              <a:buNone/>
            </a:pPr>
            <a:r>
              <a:rPr lang="en-US" dirty="0"/>
              <a:t>Imagine a company where Sales, Finance, and HR each store their own files independently. What could go wrong?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24DDB5-6052-C026-0958-0914E209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We Always Need a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00F75A3-5D12-4A25-E511-936450D71B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178989" cy="803546"/>
          </a:xfrm>
        </p:spPr>
        <p:txBody>
          <a:bodyPr>
            <a:normAutofit/>
          </a:bodyPr>
          <a:lstStyle/>
          <a:p>
            <a:r>
              <a:rPr lang="en-US" dirty="0"/>
              <a:t>The problem with traditional file processing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49EF878-6E4F-286E-585A-27FA26C942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676081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2F57D-16AB-AE42-5268-E13B3165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B173D2-A356-9FB4-2CD6-5CBC06189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We Always Need a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D49ED9-C930-1A93-9443-29EDCA95E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b="0" dirty="0"/>
              <a:t>File Processing vs. Database: Side-by-Side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02F7368-AAC4-B1CA-0DC4-B1ECB68D95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2EBAA-27D5-3ADF-2653-6F2F92CCA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732" y="3223274"/>
            <a:ext cx="12777735" cy="9818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1555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872EB-A3E8-ADCD-41F0-7C059041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65ED8-262C-AA34-B040-2E78F80AE9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pPr lvl="1" algn="just"/>
            <a:r>
              <a:rPr lang="en-US" dirty="0"/>
              <a:t>Simple, well-defined data that won't change</a:t>
            </a:r>
          </a:p>
          <a:p>
            <a:pPr lvl="1" algn="just"/>
            <a:r>
              <a:rPr lang="en-US" dirty="0"/>
              <a:t>Tight budget: DBMS has overhead costs (hardware, software, training)</a:t>
            </a:r>
          </a:p>
          <a:p>
            <a:pPr lvl="1" algn="just"/>
            <a:r>
              <a:rPr lang="en-US" dirty="0"/>
              <a:t>Single-user, embedded applications with no concurrent access needed</a:t>
            </a:r>
          </a:p>
          <a:p>
            <a:pPr lvl="1" algn="just"/>
            <a:r>
              <a:rPr lang="en-US" dirty="0"/>
              <a:t>Real-time requirements where DBMS overhead is too high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8C73E8-DB84-8734-1EE4-8D9FACB6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We Always Need a DBMS?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4B5EE9-A21E-C92A-96DD-6EF0C88F3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178989" cy="803546"/>
          </a:xfrm>
        </p:spPr>
        <p:txBody>
          <a:bodyPr>
            <a:normAutofit/>
          </a:bodyPr>
          <a:lstStyle/>
          <a:p>
            <a:r>
              <a:rPr lang="en-US" dirty="0"/>
              <a:t>When NOT to use a DBMS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40397F93-15E5-7895-BBBB-4DCE285E28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940783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DE22-49DC-5F27-53E1-C05AF880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607CC-5C07-4D19-0D0A-4C90D993FF1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person who manages and maintains the database system day-to-day.</a:t>
            </a:r>
          </a:p>
          <a:p>
            <a:pPr lvl="1"/>
            <a:r>
              <a:rPr lang="en-US" dirty="0"/>
              <a:t>Controls who can access the data</a:t>
            </a:r>
          </a:p>
          <a:p>
            <a:pPr lvl="1"/>
            <a:r>
              <a:rPr lang="en-ID" dirty="0"/>
              <a:t>Performs backup and recovery</a:t>
            </a:r>
          </a:p>
          <a:p>
            <a:pPr lvl="1"/>
            <a:r>
              <a:rPr lang="en-ID" dirty="0"/>
              <a:t>Monitors and tunes performance</a:t>
            </a:r>
          </a:p>
          <a:p>
            <a:pPr lvl="1"/>
            <a:r>
              <a:rPr lang="en-US" dirty="0"/>
              <a:t>Example: the person who makes sure Tokopedia's database runs 24/7 without downtime.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5BAA466-CE61-3C01-588F-D32E84EF0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Database Users and Actors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46D186-B49E-866B-7D23-EB8B54E06C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Database Administrator (DBA)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3AC39753-F83A-369C-3EB6-89C1DC6A0A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87891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D08CA-5388-DBDA-96CD-A5EC9334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6F8E5-54BE-B8DA-49CA-9903A59EF6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19930692" cy="9253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person who designs the structure before the database is built.</a:t>
            </a:r>
          </a:p>
          <a:p>
            <a:pPr lvl="1"/>
            <a:r>
              <a:rPr lang="en-US" dirty="0"/>
              <a:t>Identifies what data needs to be stored</a:t>
            </a:r>
          </a:p>
          <a:p>
            <a:pPr lvl="1"/>
            <a:r>
              <a:rPr lang="en-US" dirty="0"/>
              <a:t>Determines how tables relate to each other</a:t>
            </a:r>
            <a:endParaRPr lang="en-ID" dirty="0"/>
          </a:p>
          <a:p>
            <a:pPr lvl="1"/>
            <a:r>
              <a:rPr lang="en-US" dirty="0"/>
              <a:t>Defines rules and constraints on the data</a:t>
            </a:r>
            <a:endParaRPr lang="en-ID" dirty="0"/>
          </a:p>
          <a:p>
            <a:pPr lvl="1"/>
            <a:r>
              <a:rPr lang="en-US" dirty="0"/>
              <a:t>Example: the person who decides that a Customer table needs name, email, and phone columns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3505ABC-0DF9-7559-00C8-BD528885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Database Users and Actors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8F3895-CD1A-6941-9D1B-AF7527BE02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Database Designer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618228BB-0B0E-6813-0ED0-F715F1F021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909795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434D-8928-1D62-EE76-068FED135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469AC-5FC4-3709-A7FC-87D9A8367E5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1018087" cy="9253554"/>
          </a:xfrm>
        </p:spPr>
        <p:txBody>
          <a:bodyPr>
            <a:normAutofit/>
          </a:bodyPr>
          <a:lstStyle/>
          <a:p>
            <a:r>
              <a:rPr lang="en-US" b="1" dirty="0"/>
              <a:t>Application Programmers:</a:t>
            </a:r>
            <a:r>
              <a:rPr lang="en-US" dirty="0"/>
              <a:t> Build software that interacts with the database.</a:t>
            </a:r>
          </a:p>
          <a:p>
            <a:pPr lvl="1"/>
            <a:r>
              <a:rPr lang="en-US" dirty="0"/>
              <a:t>Write code to retrieve, insert, and update data</a:t>
            </a:r>
          </a:p>
          <a:p>
            <a:pPr lvl="1"/>
            <a:r>
              <a:rPr lang="en-US" dirty="0"/>
              <a:t>Example: the developer who builds the checkout feature in E-commerce</a:t>
            </a:r>
          </a:p>
          <a:p>
            <a:r>
              <a:rPr lang="en-US" b="1" dirty="0"/>
              <a:t>End Users:</a:t>
            </a:r>
            <a:r>
              <a:rPr lang="en-US" dirty="0"/>
              <a:t> Use the database through applications, without knowing the technical details</a:t>
            </a:r>
          </a:p>
          <a:p>
            <a:pPr lvl="1"/>
            <a:r>
              <a:rPr lang="en-US" dirty="0"/>
              <a:t>Interact with data through buttons, forms, and screens</a:t>
            </a:r>
          </a:p>
          <a:p>
            <a:pPr lvl="1"/>
            <a:r>
              <a:rPr lang="en-US" dirty="0"/>
              <a:t>Example: a customer who clicks "Buy Now" on E-commerce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A2D2F2B-8738-F59F-1AB1-A363765C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Database Users and Actors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769C9D-1834-07C1-558B-C57758993D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256810" cy="803546"/>
          </a:xfrm>
        </p:spPr>
        <p:txBody>
          <a:bodyPr>
            <a:normAutofit/>
          </a:bodyPr>
          <a:lstStyle/>
          <a:p>
            <a:r>
              <a:rPr lang="en-US" dirty="0"/>
              <a:t>Other Actors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2C6BE310-EC8A-7556-B785-23C47CA6AA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759548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E8A1-283D-8A1F-33D2-5D893E55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AA776EC-5FBE-625E-2E66-2BF79BCB3EF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0" t="5115" r="10730" b="7284"/>
          <a:stretch>
            <a:fillRect/>
          </a:stretch>
        </p:blipFill>
        <p:spPr>
          <a:xfrm>
            <a:off x="5638800" y="3482502"/>
            <a:ext cx="13106400" cy="8709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6186A9CF-436D-6E60-7FE0-B5DDEFA54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Database Users and Actors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7E2921-8476-72FB-4D29-FF9FF2E2C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6256810" cy="803546"/>
          </a:xfrm>
        </p:spPr>
        <p:txBody>
          <a:bodyPr>
            <a:normAutofit/>
          </a:bodyPr>
          <a:lstStyle/>
          <a:p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D89E846-79B2-69E2-4775-01492E8DDF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933934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362E6-C2FE-8F07-6F3C-6D40F32B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6A72FB-29BF-E42E-1BC7-4336318B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Seeing Data in Action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CEAB5AB-6CA4-4EC3-C6FA-4D0DC97702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b="0" dirty="0"/>
              <a:t>Example: Online store database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1663B480-7E33-5990-D094-6D07D84104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9988AEE-43F4-1BEF-DCAB-6D88E3E9001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Customer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Order</a:t>
            </a:r>
            <a:endParaRPr lang="en-ID" dirty="0"/>
          </a:p>
        </p:txBody>
      </p:sp>
      <p:graphicFrame>
        <p:nvGraphicFramePr>
          <p:cNvPr id="11" name="Content Placeholder 1">
            <a:extLst>
              <a:ext uri="{FF2B5EF4-FFF2-40B4-BE49-F238E27FC236}">
                <a16:creationId xmlns:a16="http://schemas.microsoft.com/office/drawing/2014/main" id="{3B86C5B9-BE49-2554-6F80-004F1FB282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24079"/>
              </p:ext>
            </p:extLst>
          </p:nvPr>
        </p:nvGraphicFramePr>
        <p:xfrm>
          <a:off x="2163188" y="3997163"/>
          <a:ext cx="12726988" cy="29997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5225">
                  <a:extLst>
                    <a:ext uri="{9D8B030D-6E8A-4147-A177-3AD203B41FA5}">
                      <a16:colId xmlns:a16="http://schemas.microsoft.com/office/drawing/2014/main" val="1310745620"/>
                    </a:ext>
                  </a:extLst>
                </a:gridCol>
                <a:gridCol w="3894138">
                  <a:extLst>
                    <a:ext uri="{9D8B030D-6E8A-4147-A177-3AD203B41FA5}">
                      <a16:colId xmlns:a16="http://schemas.microsoft.com/office/drawing/2014/main" val="4135239402"/>
                    </a:ext>
                  </a:extLst>
                </a:gridCol>
                <a:gridCol w="5127625">
                  <a:extLst>
                    <a:ext uri="{9D8B030D-6E8A-4147-A177-3AD203B41FA5}">
                      <a16:colId xmlns:a16="http://schemas.microsoft.com/office/drawing/2014/main" val="96473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400" b="1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customer_id</a:t>
                      </a:r>
                      <a:endParaRPr lang="en-ID" sz="4400" b="1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44450" marB="444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4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name</a:t>
                      </a:r>
                    </a:p>
                  </a:txBody>
                  <a:tcPr marL="76200" marR="76200" marT="44450" marB="444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sz="4400" b="1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email</a:t>
                      </a:r>
                    </a:p>
                  </a:txBody>
                  <a:tcPr marL="76200" marR="76200" marT="44450" marB="44450" anchor="ctr"/>
                </a:tc>
                <a:extLst>
                  <a:ext uri="{0D108BD9-81ED-4DB2-BD59-A6C34878D82A}">
                    <a16:rowId xmlns:a16="http://schemas.microsoft.com/office/drawing/2014/main" val="3114808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Andi </a:t>
                      </a:r>
                      <a:r>
                        <a:rPr lang="en-ID" sz="440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Prasetyo</a:t>
                      </a:r>
                      <a:endParaRPr lang="en-ID" sz="440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andi.p@email.com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30961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Siti Nurhaliza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siti.n@email.com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657311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Budi Santoso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D" sz="440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budi.s@email.com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42059426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56D22773-6FB9-349E-B3D4-FED29341EA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146664"/>
              </p:ext>
            </p:extLst>
          </p:nvPr>
        </p:nvGraphicFramePr>
        <p:xfrm>
          <a:off x="2167377" y="8073351"/>
          <a:ext cx="14949488" cy="2707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9513">
                  <a:extLst>
                    <a:ext uri="{9D8B030D-6E8A-4147-A177-3AD203B41FA5}">
                      <a16:colId xmlns:a16="http://schemas.microsoft.com/office/drawing/2014/main" val="2477859655"/>
                    </a:ext>
                  </a:extLst>
                </a:gridCol>
                <a:gridCol w="3565525">
                  <a:extLst>
                    <a:ext uri="{9D8B030D-6E8A-4147-A177-3AD203B41FA5}">
                      <a16:colId xmlns:a16="http://schemas.microsoft.com/office/drawing/2014/main" val="3042903405"/>
                    </a:ext>
                  </a:extLst>
                </a:gridCol>
                <a:gridCol w="5743575">
                  <a:extLst>
                    <a:ext uri="{9D8B030D-6E8A-4147-A177-3AD203B41FA5}">
                      <a16:colId xmlns:a16="http://schemas.microsoft.com/office/drawing/2014/main" val="2537232280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603553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4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order_id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4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customer_id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4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product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D" sz="4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order_date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23564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ORD001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Mechanical Keyboard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2025-03-01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3841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ORD002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Wireless Mouse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2025-03-01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10405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ORD003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C002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USB-C Hub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D" sz="4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2025-03-05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323236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AB9F839-5852-91C3-7DD6-504D09D6C5F8}"/>
              </a:ext>
            </a:extLst>
          </p:cNvPr>
          <p:cNvSpPr txBox="1"/>
          <p:nvPr/>
        </p:nvSpPr>
        <p:spPr>
          <a:xfrm>
            <a:off x="2167377" y="11190242"/>
            <a:ext cx="12196118" cy="2308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+mj-lt"/>
              </a:rPr>
              <a:t>Key observations:</a:t>
            </a:r>
            <a:br>
              <a:rPr lang="en-US" b="0" i="0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• C001 (Andi) appears in 2 orders: one customer can have many transactions</a:t>
            </a:r>
            <a:br>
              <a:rPr lang="en-US" b="0" i="0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•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+mj-lt"/>
              </a:rPr>
              <a:t>customer_id</a:t>
            </a: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 in the Order table refers to the Customer table, data is connected</a:t>
            </a:r>
            <a:br>
              <a:rPr lang="en-US" b="0" i="0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• This is the power of a database: structured, linked, and easy to query</a:t>
            </a:r>
          </a:p>
          <a:p>
            <a:pPr>
              <a:buNone/>
            </a:pPr>
            <a:br>
              <a:rPr lang="en-US" dirty="0">
                <a:solidFill>
                  <a:srgbClr val="000000"/>
                </a:solidFill>
                <a:latin typeface="+mj-lt"/>
              </a:rPr>
            </a:br>
            <a:endParaRPr lang="en-ID" dirty="0">
              <a:solidFill>
                <a:srgbClr val="0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3944135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80BB-8B1E-241C-865E-512AE5F8E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A7BE8C8-92E9-3A3C-D315-1A31C2F7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0" dirty="0"/>
              <a:t>Seeing Data in Action</a:t>
            </a:r>
            <a:endParaRPr lang="en-ID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CA67BD-A686-F874-72CF-AE533ED09B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data relates to each other</a:t>
            </a:r>
            <a:endParaRPr lang="en-ID" dirty="0"/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B92F8938-4862-AD53-05B6-203162E090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DE0E19-FF8B-7AA7-6B7E-8909F8D9E80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7" t="9420" r="5125" b="7661"/>
          <a:stretch>
            <a:fillRect/>
          </a:stretch>
        </p:blipFill>
        <p:spPr>
          <a:xfrm>
            <a:off x="3737284" y="3781168"/>
            <a:ext cx="16909431" cy="8062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</p:spTree>
    <p:extLst>
      <p:ext uri="{BB962C8B-B14F-4D97-AF65-F5344CB8AC3E}">
        <p14:creationId xmlns:p14="http://schemas.microsoft.com/office/powerpoint/2010/main" val="4229947342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3C8A-5F3C-BF81-8736-3F35E7D8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EEBC43-F68B-07CE-204C-3E72E18A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7822423" cy="510281"/>
          </a:xfrm>
        </p:spPr>
        <p:txBody>
          <a:bodyPr>
            <a:normAutofit fontScale="90000"/>
          </a:bodyPr>
          <a:lstStyle/>
          <a:p>
            <a:r>
              <a:rPr lang="en-ID" dirty="0"/>
              <a:t>Summary </a:t>
            </a:r>
          </a:p>
        </p:txBody>
      </p:sp>
      <p:sp>
        <p:nvSpPr>
          <p:cNvPr id="19" name="AutoShape 4" descr="undefined">
            <a:extLst>
              <a:ext uri="{FF2B5EF4-FFF2-40B4-BE49-F238E27FC236}">
                <a16:creationId xmlns:a16="http://schemas.microsoft.com/office/drawing/2014/main" id="{EC7B874D-285D-72DF-CE59-F3CA8ABEF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16D70CE6-8905-FA20-4424-B5730B8F2F20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1342270" cy="9071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US" sz="3600" b="1" dirty="0"/>
              <a:t>What is a Database and DBMS?</a:t>
            </a:r>
            <a:r>
              <a:rPr lang="en-US" sz="3600" dirty="0"/>
              <a:t> A database is an organized collection of related data. A DBMS is the software that manages it through four main functions: define, construct, manipulate, and share.</a:t>
            </a:r>
          </a:p>
          <a:p>
            <a:pPr algn="just"/>
            <a:r>
              <a:rPr lang="en-US" sz="3600" b="1" dirty="0"/>
              <a:t>Do We Always Need a DBMS?</a:t>
            </a:r>
            <a:r>
              <a:rPr lang="en-US" sz="3600" dirty="0"/>
              <a:t> The database approach solves critical problems of file processing such as redundancy, inconsistency, and lack of data sharing. But not every situation requires a DBMS.</a:t>
            </a:r>
          </a:p>
          <a:p>
            <a:pPr algn="just"/>
            <a:r>
              <a:rPr lang="en-US" sz="3600" b="1" dirty="0"/>
              <a:t>Database Users and Actors:</a:t>
            </a:r>
            <a:r>
              <a:rPr lang="en-US" sz="3600" dirty="0"/>
              <a:t> Different roles (DBA, Designer, Programmer, End User) work together to build and maintain database systems.</a:t>
            </a:r>
          </a:p>
          <a:p>
            <a:pPr algn="just"/>
            <a:r>
              <a:rPr lang="en-US" sz="3600" b="1" dirty="0"/>
              <a:t>Seeing Data in Action:</a:t>
            </a:r>
            <a:r>
              <a:rPr lang="en-US" sz="3600" dirty="0"/>
              <a:t> Data in a database is structured in tables and connected through shared fields, not isolated like in file-based systems.</a:t>
            </a:r>
          </a:p>
          <a:p>
            <a:endParaRPr lang="en-US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55A0-B849-871F-3305-46A27E9E5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595152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6DDD-127D-ACAD-EFEC-B2FF93AEE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6B5E-AD4E-F170-8DE5-639EDDF6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89EDA-AE25-91E4-B1AA-7C44BADF3E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93DEF3D-A124-7238-984E-DA54423494E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9" y="3260663"/>
            <a:ext cx="20938858" cy="10053893"/>
          </a:xfrm>
        </p:spPr>
        <p:txBody>
          <a:bodyPr>
            <a:normAutofit fontScale="925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Explain in your own words: What is a DBMS and what are its four main functions?</a:t>
            </a:r>
          </a:p>
          <a:p>
            <a:pPr>
              <a:buFont typeface="+mj-lt"/>
              <a:buAutoNum type="arabicPeriod"/>
            </a:pPr>
            <a:r>
              <a:rPr lang="en-US" dirty="0"/>
              <a:t>A small company stores customer data in separate Excel files for each department (Sales, Finance, HR). What problems could arise from this approach, and how would a database system solve them?</a:t>
            </a:r>
          </a:p>
          <a:p>
            <a:pPr>
              <a:buFont typeface="+mj-lt"/>
              <a:buAutoNum type="arabicPeriod"/>
            </a:pPr>
            <a:r>
              <a:rPr lang="en-US" dirty="0"/>
              <a:t>You are a freelance photographer who manages around 50 clients per year. You currently store client names, phone numbers, and project details in a single notebook. Your business is growing. A friend suggests you use a database system.</a:t>
            </a:r>
          </a:p>
          <a:p>
            <a:pPr lvl="1"/>
            <a:r>
              <a:rPr lang="en-US" dirty="0"/>
              <a:t>What data would you need to store?</a:t>
            </a:r>
          </a:p>
          <a:p>
            <a:pPr lvl="1"/>
            <a:r>
              <a:rPr lang="en-US" dirty="0"/>
              <a:t>How is the data related to each other?</a:t>
            </a:r>
          </a:p>
          <a:p>
            <a:pPr lvl="1"/>
            <a:r>
              <a:rPr lang="en-US" dirty="0"/>
              <a:t>Would you recommend a DBMS for this case? Or is a simpler approach enough? Justify your answer.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169EB7-325E-C183-8929-6F7E73EC8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21246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83725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/>
              <a:t>Murach, J. (2023). Murach's MySQL, 4th Edition. Mike Murach &amp; Associates. Chapter 1. </a:t>
            </a:r>
          </a:p>
          <a:p>
            <a:pPr>
              <a:spcBef>
                <a:spcPts val="600"/>
              </a:spcBef>
            </a:pPr>
            <a:r>
              <a:rPr lang="en-US" sz="4000" dirty="0"/>
              <a:t>Elmasri, R. &amp; Navathe, S. (2015). Fundamentals of Database Systems, 7th Edition. Pearson. Chapter 1-2.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CEC7D9-36FC-4F8D-A2F6-7347A79A0DE0}">
  <we:reference id="WA200010001" version="1.0.0.1" store="Omex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6331</TotalTime>
  <Words>1158</Words>
  <Application>Microsoft Office PowerPoint</Application>
  <PresentationFormat>Custom</PresentationFormat>
  <Paragraphs>131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Open Sans Semibold</vt:lpstr>
      <vt:lpstr>Arial</vt:lpstr>
      <vt:lpstr>Open Sans</vt:lpstr>
      <vt:lpstr>Open Sans ExtraBold</vt:lpstr>
      <vt:lpstr>Open Sans Light</vt:lpstr>
      <vt:lpstr>OCRB</vt:lpstr>
      <vt:lpstr>21_BasicWhite</vt:lpstr>
      <vt:lpstr>Introduction to Database System</vt:lpstr>
      <vt:lpstr>Learning Outcomes</vt:lpstr>
      <vt:lpstr>outline</vt:lpstr>
      <vt:lpstr>What is a Database and DBMS?</vt:lpstr>
      <vt:lpstr>What is a Database and DBMS?</vt:lpstr>
      <vt:lpstr>What is a Database and DBMS?</vt:lpstr>
      <vt:lpstr>What is a Database and DBMS?</vt:lpstr>
      <vt:lpstr>Do We Always Need a DBMS?</vt:lpstr>
      <vt:lpstr>Do We Always Need a DBMS?</vt:lpstr>
      <vt:lpstr>Do We Always Need a DBMS?</vt:lpstr>
      <vt:lpstr>Database Users and Actors</vt:lpstr>
      <vt:lpstr>Database Users and Actors</vt:lpstr>
      <vt:lpstr>Database Users and Actors</vt:lpstr>
      <vt:lpstr>Database Users and Actors</vt:lpstr>
      <vt:lpstr>Seeing Data in Action</vt:lpstr>
      <vt:lpstr>Seeing Data in Action</vt:lpstr>
      <vt:lpstr>Summary 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Rico Halim</cp:lastModifiedBy>
  <cp:revision>81</cp:revision>
  <dcterms:created xsi:type="dcterms:W3CDTF">2023-11-17T02:51:40Z</dcterms:created>
  <dcterms:modified xsi:type="dcterms:W3CDTF">2026-03-17T12:29:33Z</dcterms:modified>
</cp:coreProperties>
</file>