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9"/>
  </p:notesMasterIdLst>
  <p:sldIdLst>
    <p:sldId id="256" r:id="rId2"/>
    <p:sldId id="259" r:id="rId3"/>
    <p:sldId id="260" r:id="rId4"/>
    <p:sldId id="316" r:id="rId5"/>
    <p:sldId id="262" r:id="rId6"/>
    <p:sldId id="429" r:id="rId7"/>
    <p:sldId id="431" r:id="rId8"/>
    <p:sldId id="447" r:id="rId9"/>
    <p:sldId id="448" r:id="rId10"/>
    <p:sldId id="300" r:id="rId11"/>
    <p:sldId id="450" r:id="rId12"/>
    <p:sldId id="451" r:id="rId13"/>
    <p:sldId id="453" r:id="rId14"/>
    <p:sldId id="387" r:id="rId15"/>
    <p:sldId id="439" r:id="rId16"/>
    <p:sldId id="437" r:id="rId17"/>
    <p:sldId id="454" r:id="rId18"/>
    <p:sldId id="455" r:id="rId19"/>
    <p:sldId id="449" r:id="rId20"/>
    <p:sldId id="436" r:id="rId21"/>
    <p:sldId id="456" r:id="rId22"/>
    <p:sldId id="457" r:id="rId23"/>
    <p:sldId id="401" r:id="rId24"/>
    <p:sldId id="440" r:id="rId25"/>
    <p:sldId id="441" r:id="rId26"/>
    <p:sldId id="315" r:id="rId27"/>
    <p:sldId id="318" r:id="rId28"/>
    <p:sldId id="320" r:id="rId29"/>
    <p:sldId id="322" r:id="rId30"/>
    <p:sldId id="324" r:id="rId31"/>
    <p:sldId id="325" r:id="rId32"/>
    <p:sldId id="443" r:id="rId33"/>
    <p:sldId id="444" r:id="rId34"/>
    <p:sldId id="445" r:id="rId35"/>
    <p:sldId id="283" r:id="rId36"/>
    <p:sldId id="428" r:id="rId37"/>
    <p:sldId id="282" r:id="rId38"/>
  </p:sldIdLst>
  <p:sldSz cx="24384000" cy="13716000"/>
  <p:notesSz cx="6858000" cy="9144000"/>
  <p:embeddedFontLst>
    <p:embeddedFont>
      <p:font typeface="Cambria" panose="02040503050406030204" pitchFamily="18" charset="0"/>
      <p:regular r:id="rId40"/>
      <p:bold r:id="rId41"/>
      <p:italic r:id="rId42"/>
      <p:boldItalic r:id="rId43"/>
    </p:embeddedFont>
    <p:embeddedFont>
      <p:font typeface="Consolas" panose="020B0609020204030204" pitchFamily="49" charset="0"/>
      <p:regular r:id="rId44"/>
      <p:bold r:id="rId45"/>
      <p:italic r:id="rId46"/>
      <p:boldItalic r:id="rId47"/>
    </p:embeddedFont>
    <p:embeddedFont>
      <p:font typeface="OCRB" panose="020B0609020202020204" pitchFamily="49" charset="0"/>
      <p:regular r:id="rId48"/>
    </p:embeddedFont>
    <p:embeddedFont>
      <p:font typeface="Open Sans" panose="020B0606030504020204" pitchFamily="34" charset="0"/>
      <p:regular r:id="rId49"/>
      <p:bold r:id="rId50"/>
      <p:italic r:id="rId51"/>
      <p:boldItalic r:id="rId52"/>
    </p:embeddedFont>
    <p:embeddedFont>
      <p:font typeface="Open Sans ExtraBold" panose="020B0906030804020204" pitchFamily="34" charset="0"/>
      <p:bold r:id="rId53"/>
      <p:italic r:id="rId54"/>
      <p:boldItalic r:id="rId55"/>
    </p:embeddedFont>
    <p:embeddedFont>
      <p:font typeface="Open Sans Light" panose="020B0306030504020204" pitchFamily="34" charset="0"/>
      <p:regular r:id="rId56"/>
      <p:italic r:id="rId57"/>
    </p:embeddedFont>
    <p:embeddedFont>
      <p:font typeface="Open Sans Semibold" panose="020B0706030804020204" pitchFamily="34" charset="0"/>
      <p:regular r:id="rId58"/>
      <p:bold r:id="rId59"/>
      <p:italic r:id="rId60"/>
      <p:boldItalic r:id="rId6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2F2E3"/>
    <a:srgbClr val="56C1FF"/>
    <a:srgbClr val="007ABF"/>
    <a:srgbClr val="34F3F8"/>
    <a:srgbClr val="F5AF36"/>
    <a:srgbClr val="27FEF9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E6A8E1-2CA0-4603-8B60-005B03E58C1E}" v="105" dt="2025-06-01T14:48:00.75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87822" autoAdjust="0"/>
  </p:normalViewPr>
  <p:slideViewPr>
    <p:cSldViewPr snapToGrid="0" snapToObjects="1">
      <p:cViewPr varScale="1">
        <p:scale>
          <a:sx n="23" d="100"/>
          <a:sy n="23" d="100"/>
        </p:scale>
        <p:origin x="86" y="56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font" Target="fonts/font2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font" Target="fonts/font20.fntdata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font" Target="fonts/font21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 Achmad" userId="5d71821f-e4ec-49c0-a52f-549698ea3c81" providerId="ADAL" clId="{28A38233-3362-4245-8B6F-E5E136D4C08A}"/>
    <pc:docChg chg="undo custSel addSld modSld sldOrd">
      <pc:chgData name="Said Achmad" userId="5d71821f-e4ec-49c0-a52f-549698ea3c81" providerId="ADAL" clId="{28A38233-3362-4245-8B6F-E5E136D4C08A}" dt="2023-12-07T07:07:29.556" v="13" actId="20577"/>
      <pc:docMkLst>
        <pc:docMk/>
      </pc:docMkLst>
      <pc:sldChg chg="modSp add mod ord">
        <pc:chgData name="Said Achmad" userId="5d71821f-e4ec-49c0-a52f-549698ea3c81" providerId="ADAL" clId="{28A38233-3362-4245-8B6F-E5E136D4C08A}" dt="2023-12-07T06:26:44.458" v="6"/>
        <pc:sldMkLst>
          <pc:docMk/>
          <pc:sldMk cId="783756021" sldId="405"/>
        </pc:sldMkLst>
      </pc:sldChg>
      <pc:sldChg chg="modSp add mod ord">
        <pc:chgData name="Said Achmad" userId="5d71821f-e4ec-49c0-a52f-549698ea3c81" providerId="ADAL" clId="{28A38233-3362-4245-8B6F-E5E136D4C08A}" dt="2023-12-07T07:07:29.556" v="13" actId="20577"/>
        <pc:sldMkLst>
          <pc:docMk/>
          <pc:sldMk cId="1465955659" sldId="406"/>
        </pc:sldMkLst>
      </pc:sldChg>
    </pc:docChg>
  </pc:docChgLst>
  <pc:docChgLst>
    <pc:chgData name="Said Achmad" userId="5d71821f-e4ec-49c0-a52f-549698ea3c81" providerId="ADAL" clId="{CF650702-EC09-4DE5-BC17-9C839DCD83F3}"/>
    <pc:docChg chg="undo redo custSel addSld delSld modSld">
      <pc:chgData name="Said Achmad" userId="5d71821f-e4ec-49c0-a52f-549698ea3c81" providerId="ADAL" clId="{CF650702-EC09-4DE5-BC17-9C839DCD83F3}" dt="2023-11-23T09:06:41.356" v="780" actId="20577"/>
      <pc:docMkLst>
        <pc:docMk/>
      </pc:docMkLst>
      <pc:sldChg chg="modSp mod">
        <pc:chgData name="Said Achmad" userId="5d71821f-e4ec-49c0-a52f-549698ea3c81" providerId="ADAL" clId="{CF650702-EC09-4DE5-BC17-9C839DCD83F3}" dt="2023-11-21T10:01:47.328" v="9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CF650702-EC09-4DE5-BC17-9C839DCD83F3}" dt="2023-11-23T09:05:58.176" v="770"/>
        <pc:sldMkLst>
          <pc:docMk/>
          <pc:sldMk cId="3724825567" sldId="260"/>
        </pc:sldMkLst>
      </pc:sldChg>
      <pc:sldChg chg="del">
        <pc:chgData name="Said Achmad" userId="5d71821f-e4ec-49c0-a52f-549698ea3c81" providerId="ADAL" clId="{CF650702-EC09-4DE5-BC17-9C839DCD83F3}" dt="2023-11-21T10:02:01.356" v="34" actId="4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CF650702-EC09-4DE5-BC17-9C839DCD83F3}" dt="2023-11-21T10:02:06.367" v="42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CF650702-EC09-4DE5-BC17-9C839DCD83F3}" dt="2023-11-23T09:05:35.445" v="769"/>
        <pc:sldMkLst>
          <pc:docMk/>
          <pc:sldMk cId="3500018930" sldId="278"/>
        </pc:sldMkLst>
      </pc:sldChg>
      <pc:sldChg chg="addSp delSp modSp mod">
        <pc:chgData name="Said Achmad" userId="5d71821f-e4ec-49c0-a52f-549698ea3c81" providerId="ADAL" clId="{CF650702-EC09-4DE5-BC17-9C839DCD83F3}" dt="2023-11-23T09:03:27.247" v="755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CF650702-EC09-4DE5-BC17-9C839DCD83F3}" dt="2023-11-23T07:24:18.813" v="78" actId="20577"/>
        <pc:sldMkLst>
          <pc:docMk/>
          <pc:sldMk cId="2775010017" sldId="300"/>
        </pc:sldMkLst>
      </pc:sldChg>
      <pc:sldChg chg="modSp mod">
        <pc:chgData name="Said Achmad" userId="5d71821f-e4ec-49c0-a52f-549698ea3c81" providerId="ADAL" clId="{CF650702-EC09-4DE5-BC17-9C839DCD83F3}" dt="2023-11-23T07:14:56.888" v="71" actId="948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CF650702-EC09-4DE5-BC17-9C839DCD83F3}" dt="2023-11-23T07:45:39.502" v="262" actId="20577"/>
        <pc:sldMkLst>
          <pc:docMk/>
          <pc:sldMk cId="4290244695" sldId="330"/>
        </pc:sldMkLst>
      </pc:sldChg>
      <pc:sldChg chg="addSp delSp modSp mod">
        <pc:chgData name="Said Achmad" userId="5d71821f-e4ec-49c0-a52f-549698ea3c81" providerId="ADAL" clId="{CF650702-EC09-4DE5-BC17-9C839DCD83F3}" dt="2023-11-23T07:49:41.599" v="293" actId="948"/>
        <pc:sldMkLst>
          <pc:docMk/>
          <pc:sldMk cId="1207625032" sldId="331"/>
        </pc:sldMkLst>
      </pc:sldChg>
      <pc:sldChg chg="modSp mod">
        <pc:chgData name="Said Achmad" userId="5d71821f-e4ec-49c0-a52f-549698ea3c81" providerId="ADAL" clId="{CF650702-EC09-4DE5-BC17-9C839DCD83F3}" dt="2023-11-23T08:01:11.738" v="335" actId="20577"/>
        <pc:sldMkLst>
          <pc:docMk/>
          <pc:sldMk cId="1180352207" sldId="332"/>
        </pc:sldMkLst>
      </pc:sldChg>
      <pc:sldChg chg="addSp delSp modSp mod">
        <pc:chgData name="Said Achmad" userId="5d71821f-e4ec-49c0-a52f-549698ea3c81" providerId="ADAL" clId="{CF650702-EC09-4DE5-BC17-9C839DCD83F3}" dt="2023-11-23T08:19:59.213" v="474" actId="12"/>
        <pc:sldMkLst>
          <pc:docMk/>
          <pc:sldMk cId="1833598263" sldId="334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81279657" sldId="335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1760058455" sldId="336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478284968" sldId="337"/>
        </pc:sldMkLst>
      </pc:sldChg>
      <pc:sldChg chg="del">
        <pc:chgData name="Said Achmad" userId="5d71821f-e4ec-49c0-a52f-549698ea3c81" providerId="ADAL" clId="{CF650702-EC09-4DE5-BC17-9C839DCD83F3}" dt="2023-11-23T08:43:12.062" v="569" actId="2696"/>
        <pc:sldMkLst>
          <pc:docMk/>
          <pc:sldMk cId="3607374767" sldId="339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205953113" sldId="340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1677166980" sldId="341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78608817" sldId="342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580747" sldId="343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4191712453" sldId="344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280175106" sldId="345"/>
        </pc:sldMkLst>
      </pc:sldChg>
      <pc:sldChg chg="modSp mod">
        <pc:chgData name="Said Achmad" userId="5d71821f-e4ec-49c0-a52f-549698ea3c81" providerId="ADAL" clId="{CF650702-EC09-4DE5-BC17-9C839DCD83F3}" dt="2023-11-23T08:43:30.325" v="570"/>
        <pc:sldMkLst>
          <pc:docMk/>
          <pc:sldMk cId="1543195854" sldId="346"/>
        </pc:sldMkLst>
      </pc:sldChg>
      <pc:sldChg chg="del">
        <pc:chgData name="Said Achmad" userId="5d71821f-e4ec-49c0-a52f-549698ea3c81" providerId="ADAL" clId="{CF650702-EC09-4DE5-BC17-9C839DCD83F3}" dt="2023-11-23T08:59:31.200" v="722" actId="47"/>
        <pc:sldMkLst>
          <pc:docMk/>
          <pc:sldMk cId="3760394193" sldId="348"/>
        </pc:sldMkLst>
      </pc:sldChg>
      <pc:sldChg chg="modSp mod">
        <pc:chgData name="Said Achmad" userId="5d71821f-e4ec-49c0-a52f-549698ea3c81" providerId="ADAL" clId="{CF650702-EC09-4DE5-BC17-9C839DCD83F3}" dt="2023-11-23T08:47:34.187" v="610" actId="6549"/>
        <pc:sldMkLst>
          <pc:docMk/>
          <pc:sldMk cId="217369932" sldId="350"/>
        </pc:sldMkLst>
      </pc:sldChg>
      <pc:sldChg chg="del">
        <pc:chgData name="Said Achmad" userId="5d71821f-e4ec-49c0-a52f-549698ea3c81" providerId="ADAL" clId="{CF650702-EC09-4DE5-BC17-9C839DCD83F3}" dt="2023-11-23T08:47:36.494" v="611" actId="47"/>
        <pc:sldMkLst>
          <pc:docMk/>
          <pc:sldMk cId="1770608999" sldId="351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936184470" sldId="352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68783331" sldId="353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370634154" sldId="354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842731939" sldId="355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3792014566" sldId="356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657757739" sldId="358"/>
        </pc:sldMkLst>
      </pc:sldChg>
      <pc:sldChg chg="del">
        <pc:chgData name="Said Achmad" userId="5d71821f-e4ec-49c0-a52f-549698ea3c81" providerId="ADAL" clId="{CF650702-EC09-4DE5-BC17-9C839DCD83F3}" dt="2023-11-23T08:47:40.584" v="612" actId="47"/>
        <pc:sldMkLst>
          <pc:docMk/>
          <pc:sldMk cId="2262753512" sldId="359"/>
        </pc:sldMkLst>
      </pc:sldChg>
      <pc:sldChg chg="del">
        <pc:chgData name="Said Achmad" userId="5d71821f-e4ec-49c0-a52f-549698ea3c81" providerId="ADAL" clId="{CF650702-EC09-4DE5-BC17-9C839DCD83F3}" dt="2023-11-23T09:03:39.328" v="756" actId="2696"/>
        <pc:sldMkLst>
          <pc:docMk/>
          <pc:sldMk cId="1596846066" sldId="360"/>
        </pc:sldMkLst>
      </pc:sldChg>
      <pc:sldChg chg="addSp delSp modSp add mod">
        <pc:chgData name="Said Achmad" userId="5d71821f-e4ec-49c0-a52f-549698ea3c81" providerId="ADAL" clId="{CF650702-EC09-4DE5-BC17-9C839DCD83F3}" dt="2023-11-23T07:49:12.965" v="289" actId="14100"/>
        <pc:sldMkLst>
          <pc:docMk/>
          <pc:sldMk cId="4197721224" sldId="361"/>
        </pc:sldMkLst>
      </pc:sldChg>
      <pc:sldChg chg="modSp add mod">
        <pc:chgData name="Said Achmad" userId="5d71821f-e4ec-49c0-a52f-549698ea3c81" providerId="ADAL" clId="{CF650702-EC09-4DE5-BC17-9C839DCD83F3}" dt="2023-11-23T08:39:49.540" v="568"/>
        <pc:sldMkLst>
          <pc:docMk/>
          <pc:sldMk cId="3827795672" sldId="362"/>
        </pc:sldMkLst>
      </pc:sldChg>
      <pc:sldChg chg="modSp add mod">
        <pc:chgData name="Said Achmad" userId="5d71821f-e4ec-49c0-a52f-549698ea3c81" providerId="ADAL" clId="{CF650702-EC09-4DE5-BC17-9C839DCD83F3}" dt="2023-11-23T08:25:38.149" v="518" actId="6549"/>
        <pc:sldMkLst>
          <pc:docMk/>
          <pc:sldMk cId="2054260488" sldId="363"/>
        </pc:sldMkLst>
      </pc:sldChg>
      <pc:sldChg chg="modSp add mod">
        <pc:chgData name="Said Achmad" userId="5d71821f-e4ec-49c0-a52f-549698ea3c81" providerId="ADAL" clId="{CF650702-EC09-4DE5-BC17-9C839DCD83F3}" dt="2023-11-23T08:29:42.946" v="566" actId="20577"/>
        <pc:sldMkLst>
          <pc:docMk/>
          <pc:sldMk cId="4201169138" sldId="364"/>
        </pc:sldMkLst>
      </pc:sldChg>
      <pc:sldChg chg="modSp add mod">
        <pc:chgData name="Said Achmad" userId="5d71821f-e4ec-49c0-a52f-549698ea3c81" providerId="ADAL" clId="{CF650702-EC09-4DE5-BC17-9C839DCD83F3}" dt="2023-11-23T08:29:10.258" v="558" actId="20577"/>
        <pc:sldMkLst>
          <pc:docMk/>
          <pc:sldMk cId="4076380990" sldId="365"/>
        </pc:sldMkLst>
      </pc:sldChg>
      <pc:sldChg chg="modSp add mod">
        <pc:chgData name="Said Achmad" userId="5d71821f-e4ec-49c0-a52f-549698ea3c81" providerId="ADAL" clId="{CF650702-EC09-4DE5-BC17-9C839DCD83F3}" dt="2023-11-23T08:29:18.262" v="560" actId="14100"/>
        <pc:sldMkLst>
          <pc:docMk/>
          <pc:sldMk cId="1137824534" sldId="366"/>
        </pc:sldMkLst>
      </pc:sldChg>
      <pc:sldChg chg="modSp add mod">
        <pc:chgData name="Said Achmad" userId="5d71821f-e4ec-49c0-a52f-549698ea3c81" providerId="ADAL" clId="{CF650702-EC09-4DE5-BC17-9C839DCD83F3}" dt="2023-11-23T08:54:05.293" v="657" actId="20577"/>
        <pc:sldMkLst>
          <pc:docMk/>
          <pc:sldMk cId="499944814" sldId="367"/>
        </pc:sldMkLst>
      </pc:sldChg>
      <pc:sldChg chg="modSp add mod">
        <pc:chgData name="Said Achmad" userId="5d71821f-e4ec-49c0-a52f-549698ea3c81" providerId="ADAL" clId="{CF650702-EC09-4DE5-BC17-9C839DCD83F3}" dt="2023-11-23T08:55:14.001" v="668" actId="20577"/>
        <pc:sldMkLst>
          <pc:docMk/>
          <pc:sldMk cId="1457451149" sldId="368"/>
        </pc:sldMkLst>
      </pc:sldChg>
      <pc:sldChg chg="modSp add mod">
        <pc:chgData name="Said Achmad" userId="5d71821f-e4ec-49c0-a52f-549698ea3c81" providerId="ADAL" clId="{CF650702-EC09-4DE5-BC17-9C839DCD83F3}" dt="2023-11-23T09:06:29.495" v="772" actId="20577"/>
        <pc:sldMkLst>
          <pc:docMk/>
          <pc:sldMk cId="444908579" sldId="369"/>
        </pc:sldMkLst>
      </pc:sldChg>
      <pc:sldChg chg="modSp add mod">
        <pc:chgData name="Said Achmad" userId="5d71821f-e4ec-49c0-a52f-549698ea3c81" providerId="ADAL" clId="{CF650702-EC09-4DE5-BC17-9C839DCD83F3}" dt="2023-11-23T09:06:37.543" v="778" actId="20577"/>
        <pc:sldMkLst>
          <pc:docMk/>
          <pc:sldMk cId="41444787" sldId="370"/>
        </pc:sldMkLst>
      </pc:sldChg>
      <pc:sldChg chg="modSp add mod">
        <pc:chgData name="Said Achmad" userId="5d71821f-e4ec-49c0-a52f-549698ea3c81" providerId="ADAL" clId="{CF650702-EC09-4DE5-BC17-9C839DCD83F3}" dt="2023-11-23T09:06:41.356" v="780" actId="20577"/>
        <pc:sldMkLst>
          <pc:docMk/>
          <pc:sldMk cId="1910098967" sldId="371"/>
        </pc:sldMkLst>
      </pc:sldChg>
    </pc:docChg>
  </pc:docChgLst>
  <pc:docChgLst>
    <pc:chgData name="Said Achmad" userId="5d71821f-e4ec-49c0-a52f-549698ea3c81" providerId="ADAL" clId="{F36B1CCA-6ECB-455C-8F88-F7D1FDADB3DB}"/>
    <pc:docChg chg="undo redo custSel addSld delSld modSld sldOrd">
      <pc:chgData name="Said Achmad" userId="5d71821f-e4ec-49c0-a52f-549698ea3c81" providerId="ADAL" clId="{F36B1CCA-6ECB-455C-8F88-F7D1FDADB3DB}" dt="2023-11-21T10:00:46.930" v="7562" actId="20577"/>
      <pc:docMkLst>
        <pc:docMk/>
      </pc:docMkLst>
      <pc:sldChg chg="modSp mod">
        <pc:chgData name="Said Achmad" userId="5d71821f-e4ec-49c0-a52f-549698ea3c81" providerId="ADAL" clId="{F36B1CCA-6ECB-455C-8F88-F7D1FDADB3DB}" dt="2023-11-21T10:00:46.930" v="7562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F36B1CCA-6ECB-455C-8F88-F7D1FDADB3DB}" dt="2023-11-17T07:12:09.243" v="4439" actId="20577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F36B1CCA-6ECB-455C-8F88-F7D1FDADB3DB}" dt="2023-11-21T09:24:29.421" v="7220" actId="20577"/>
        <pc:sldMkLst>
          <pc:docMk/>
          <pc:sldMk cId="3724825567" sldId="260"/>
        </pc:sldMkLst>
      </pc:sldChg>
      <pc:sldChg chg="addSp delSp modSp mod modClrScheme chgLayout">
        <pc:chgData name="Said Achmad" userId="5d71821f-e4ec-49c0-a52f-549698ea3c81" providerId="ADAL" clId="{F36B1CCA-6ECB-455C-8F88-F7D1FDADB3DB}" dt="2023-11-21T09:22:49.638" v="7199" actId="6549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F36B1CCA-6ECB-455C-8F88-F7D1FDADB3DB}" dt="2023-11-21T09:23:01.436" v="7200" actId="20577"/>
        <pc:sldMkLst>
          <pc:docMk/>
          <pc:sldMk cId="363028880" sldId="262"/>
        </pc:sldMkLst>
      </pc:sldChg>
      <pc:sldChg chg="del">
        <pc:chgData name="Said Achmad" userId="5d71821f-e4ec-49c0-a52f-549698ea3c81" providerId="ADAL" clId="{F36B1CCA-6ECB-455C-8F88-F7D1FDADB3DB}" dt="2023-11-16T06:40:35.012" v="155" actId="47"/>
        <pc:sldMkLst>
          <pc:docMk/>
          <pc:sldMk cId="3663985620" sldId="264"/>
        </pc:sldMkLst>
      </pc:sldChg>
      <pc:sldChg chg="modSp mod">
        <pc:chgData name="Said Achmad" userId="5d71821f-e4ec-49c0-a52f-549698ea3c81" providerId="ADAL" clId="{F36B1CCA-6ECB-455C-8F88-F7D1FDADB3DB}" dt="2023-11-21T10:00:27.537" v="7561" actId="20577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F36B1CCA-6ECB-455C-8F88-F7D1FDADB3DB}" dt="2023-11-21T09:24:45.144" v="7221" actId="20577"/>
        <pc:sldMkLst>
          <pc:docMk/>
          <pc:sldMk cId="3962618298" sldId="282"/>
        </pc:sldMkLst>
      </pc:sldChg>
      <pc:sldChg chg="addSp delSp modSp mod">
        <pc:chgData name="Said Achmad" userId="5d71821f-e4ec-49c0-a52f-549698ea3c81" providerId="ADAL" clId="{F36B1CCA-6ECB-455C-8F88-F7D1FDADB3DB}" dt="2023-11-21T09:50:07.991" v="7489" actId="6549"/>
        <pc:sldMkLst>
          <pc:docMk/>
          <pc:sldMk cId="1702753199" sldId="283"/>
        </pc:sldMkLst>
      </pc:sldChg>
      <pc:sldChg chg="add del">
        <pc:chgData name="Said Achmad" userId="5d71821f-e4ec-49c0-a52f-549698ea3c81" providerId="ADAL" clId="{F36B1CCA-6ECB-455C-8F88-F7D1FDADB3DB}" dt="2023-11-16T06:40:33.880" v="154" actId="47"/>
        <pc:sldMkLst>
          <pc:docMk/>
          <pc:sldMk cId="1561272596" sldId="288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852185070" sldId="29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805675844" sldId="292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949010790" sldId="29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955090986" sldId="29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819417382" sldId="29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756292616" sldId="29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62856539" sldId="299"/>
        </pc:sldMkLst>
      </pc:sldChg>
      <pc:sldChg chg="modSp mod">
        <pc:chgData name="Said Achmad" userId="5d71821f-e4ec-49c0-a52f-549698ea3c81" providerId="ADAL" clId="{F36B1CCA-6ECB-455C-8F88-F7D1FDADB3DB}" dt="2023-11-21T08:40:04.847" v="6611" actId="20577"/>
        <pc:sldMkLst>
          <pc:docMk/>
          <pc:sldMk cId="2775010017" sldId="300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715285486" sldId="301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491587317" sldId="303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410182092" sldId="304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042903480" sldId="305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2361189392" sldId="306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1190454364" sldId="307"/>
        </pc:sldMkLst>
      </pc:sldChg>
      <pc:sldChg chg="del">
        <pc:chgData name="Said Achmad" userId="5d71821f-e4ec-49c0-a52f-549698ea3c81" providerId="ADAL" clId="{F36B1CCA-6ECB-455C-8F88-F7D1FDADB3DB}" dt="2023-11-16T09:00:25.632" v="2166" actId="47"/>
        <pc:sldMkLst>
          <pc:docMk/>
          <pc:sldMk cId="3106424430" sldId="308"/>
        </pc:sldMkLst>
      </pc:sldChg>
      <pc:sldChg chg="addSp delSp modSp add del mod modClrScheme chgLayout">
        <pc:chgData name="Said Achmad" userId="5d71821f-e4ec-49c0-a52f-549698ea3c81" providerId="ADAL" clId="{F36B1CCA-6ECB-455C-8F88-F7D1FDADB3DB}" dt="2023-11-17T07:55:28.995" v="4647" actId="47"/>
        <pc:sldMkLst>
          <pc:docMk/>
          <pc:sldMk cId="772050117" sldId="309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689802598" sldId="310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53479280" sldId="311"/>
        </pc:sldMkLst>
      </pc:sldChg>
      <pc:sldChg chg="addSp del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37853771" sldId="312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2531489688" sldId="313"/>
        </pc:sldMkLst>
      </pc:sldChg>
      <pc:sldChg chg="addSp 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3715361491" sldId="314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005400869" sldId="315"/>
        </pc:sldMkLst>
      </pc:sldChg>
      <pc:sldChg chg="addSp delSp modSp add mod ord">
        <pc:chgData name="Said Achmad" userId="5d71821f-e4ec-49c0-a52f-549698ea3c81" providerId="ADAL" clId="{F36B1CCA-6ECB-455C-8F88-F7D1FDADB3DB}" dt="2023-11-17T08:20:10.485" v="5301" actId="1076"/>
        <pc:sldMkLst>
          <pc:docMk/>
          <pc:sldMk cId="2653283716" sldId="316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521682526" sldId="317"/>
        </pc:sldMkLst>
      </pc:sldChg>
      <pc:sldChg chg="add del">
        <pc:chgData name="Said Achmad" userId="5d71821f-e4ec-49c0-a52f-549698ea3c81" providerId="ADAL" clId="{F36B1CCA-6ECB-455C-8F88-F7D1FDADB3DB}" dt="2023-11-16T08:50:36.257" v="1978" actId="2890"/>
        <pc:sldMkLst>
          <pc:docMk/>
          <pc:sldMk cId="469649093" sldId="318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3942660098" sldId="318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4117088690" sldId="319"/>
        </pc:sldMkLst>
      </pc:sldChg>
      <pc:sldChg chg="addSp delSp modSp add del mod">
        <pc:chgData name="Said Achmad" userId="5d71821f-e4ec-49c0-a52f-549698ea3c81" providerId="ADAL" clId="{F36B1CCA-6ECB-455C-8F88-F7D1FDADB3DB}" dt="2023-11-17T09:41:27.466" v="6040" actId="47"/>
        <pc:sldMkLst>
          <pc:docMk/>
          <pc:sldMk cId="3727408180" sldId="320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1488901449" sldId="321"/>
        </pc:sldMkLst>
      </pc:sldChg>
      <pc:sldChg chg="addSp delSp modSp add del mod ord">
        <pc:chgData name="Said Achmad" userId="5d71821f-e4ec-49c0-a52f-549698ea3c81" providerId="ADAL" clId="{F36B1CCA-6ECB-455C-8F88-F7D1FDADB3DB}" dt="2023-11-17T09:41:27.466" v="6040" actId="47"/>
        <pc:sldMkLst>
          <pc:docMk/>
          <pc:sldMk cId="2004687532" sldId="322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511167040" sldId="323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277821965" sldId="324"/>
        </pc:sldMkLst>
      </pc:sldChg>
      <pc:sldChg chg="add del">
        <pc:chgData name="Said Achmad" userId="5d71821f-e4ec-49c0-a52f-549698ea3c81" providerId="ADAL" clId="{F36B1CCA-6ECB-455C-8F88-F7D1FDADB3DB}" dt="2023-11-17T03:12:02.518" v="3328" actId="47"/>
        <pc:sldMkLst>
          <pc:docMk/>
          <pc:sldMk cId="2259465992" sldId="324"/>
        </pc:sldMkLst>
      </pc:sldChg>
      <pc:sldChg chg="addSp 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1236158929" sldId="325"/>
        </pc:sldMkLst>
      </pc:sldChg>
      <pc:sldChg chg="modSp add del mod">
        <pc:chgData name="Said Achmad" userId="5d71821f-e4ec-49c0-a52f-549698ea3c81" providerId="ADAL" clId="{F36B1CCA-6ECB-455C-8F88-F7D1FDADB3DB}" dt="2023-11-17T07:55:28.995" v="4647" actId="47"/>
        <pc:sldMkLst>
          <pc:docMk/>
          <pc:sldMk cId="1104457645" sldId="326"/>
        </pc:sldMkLst>
      </pc:sldChg>
      <pc:sldChg chg="modSp add del mod ord">
        <pc:chgData name="Said Achmad" userId="5d71821f-e4ec-49c0-a52f-549698ea3c81" providerId="ADAL" clId="{F36B1CCA-6ECB-455C-8F88-F7D1FDADB3DB}" dt="2023-11-17T07:55:28.995" v="4647" actId="47"/>
        <pc:sldMkLst>
          <pc:docMk/>
          <pc:sldMk cId="508023205" sldId="327"/>
        </pc:sldMkLst>
      </pc:sldChg>
      <pc:sldChg chg="add del">
        <pc:chgData name="Said Achmad" userId="5d71821f-e4ec-49c0-a52f-549698ea3c81" providerId="ADAL" clId="{F36B1CCA-6ECB-455C-8F88-F7D1FDADB3DB}" dt="2023-11-17T04:05:00.768" v="3960" actId="47"/>
        <pc:sldMkLst>
          <pc:docMk/>
          <pc:sldMk cId="2136488691" sldId="327"/>
        </pc:sldMkLst>
      </pc:sldChg>
      <pc:sldChg chg="modSp add mod">
        <pc:chgData name="Said Achmad" userId="5d71821f-e4ec-49c0-a52f-549698ea3c81" providerId="ADAL" clId="{F36B1CCA-6ECB-455C-8F88-F7D1FDADB3DB}" dt="2023-11-17T07:54:05.360" v="4646" actId="12"/>
        <pc:sldMkLst>
          <pc:docMk/>
          <pc:sldMk cId="1915762959" sldId="328"/>
        </pc:sldMkLst>
      </pc:sldChg>
      <pc:sldChg chg="add del">
        <pc:chgData name="Said Achmad" userId="5d71821f-e4ec-49c0-a52f-549698ea3c81" providerId="ADAL" clId="{F36B1CCA-6ECB-455C-8F88-F7D1FDADB3DB}" dt="2023-11-17T09:41:27.466" v="6040" actId="47"/>
        <pc:sldMkLst>
          <pc:docMk/>
          <pc:sldMk cId="1171075629" sldId="329"/>
        </pc:sldMkLst>
      </pc:sldChg>
      <pc:sldChg chg="addSp delSp modSp add mod ord">
        <pc:chgData name="Said Achmad" userId="5d71821f-e4ec-49c0-a52f-549698ea3c81" providerId="ADAL" clId="{F36B1CCA-6ECB-455C-8F88-F7D1FDADB3DB}" dt="2023-11-17T08:43:33.360" v="5505" actId="948"/>
        <pc:sldMkLst>
          <pc:docMk/>
          <pc:sldMk cId="4290244695" sldId="330"/>
        </pc:sldMkLst>
      </pc:sldChg>
      <pc:sldChg chg="addSp modSp add mod">
        <pc:chgData name="Said Achmad" userId="5d71821f-e4ec-49c0-a52f-549698ea3c81" providerId="ADAL" clId="{F36B1CCA-6ECB-455C-8F88-F7D1FDADB3DB}" dt="2023-11-17T08:47:58.907" v="5557" actId="122"/>
        <pc:sldMkLst>
          <pc:docMk/>
          <pc:sldMk cId="1207625032" sldId="331"/>
        </pc:sldMkLst>
      </pc:sldChg>
      <pc:sldChg chg="delSp modSp add mod">
        <pc:chgData name="Said Achmad" userId="5d71821f-e4ec-49c0-a52f-549698ea3c81" providerId="ADAL" clId="{F36B1CCA-6ECB-455C-8F88-F7D1FDADB3DB}" dt="2023-11-17T08:54:14.441" v="5570" actId="14100"/>
        <pc:sldMkLst>
          <pc:docMk/>
          <pc:sldMk cId="1180352207" sldId="332"/>
        </pc:sldMkLst>
      </pc:sldChg>
      <pc:sldChg chg="modSp add del mod">
        <pc:chgData name="Said Achmad" userId="5d71821f-e4ec-49c0-a52f-549698ea3c81" providerId="ADAL" clId="{F36B1CCA-6ECB-455C-8F88-F7D1FDADB3DB}" dt="2023-11-17T08:59:45.286" v="5586" actId="47"/>
        <pc:sldMkLst>
          <pc:docMk/>
          <pc:sldMk cId="3582647421" sldId="333"/>
        </pc:sldMkLst>
      </pc:sldChg>
      <pc:sldChg chg="modSp add mod ord">
        <pc:chgData name="Said Achmad" userId="5d71821f-e4ec-49c0-a52f-549698ea3c81" providerId="ADAL" clId="{F36B1CCA-6ECB-455C-8F88-F7D1FDADB3DB}" dt="2023-11-17T09:06:45.390" v="5668" actId="115"/>
        <pc:sldMkLst>
          <pc:docMk/>
          <pc:sldMk cId="1833598263" sldId="334"/>
        </pc:sldMkLst>
      </pc:sldChg>
      <pc:sldChg chg="modSp add mod ord">
        <pc:chgData name="Said Achmad" userId="5d71821f-e4ec-49c0-a52f-549698ea3c81" providerId="ADAL" clId="{F36B1CCA-6ECB-455C-8F88-F7D1FDADB3DB}" dt="2023-11-17T09:12:26.675" v="5738" actId="20577"/>
        <pc:sldMkLst>
          <pc:docMk/>
          <pc:sldMk cId="3681279657" sldId="335"/>
        </pc:sldMkLst>
      </pc:sldChg>
      <pc:sldChg chg="addSp delSp modSp add mod ord">
        <pc:chgData name="Said Achmad" userId="5d71821f-e4ec-49c0-a52f-549698ea3c81" providerId="ADAL" clId="{F36B1CCA-6ECB-455C-8F88-F7D1FDADB3DB}" dt="2023-11-17T09:42:32.503" v="6046" actId="1076"/>
        <pc:sldMkLst>
          <pc:docMk/>
          <pc:sldMk cId="1760058455" sldId="336"/>
        </pc:sldMkLst>
      </pc:sldChg>
      <pc:sldChg chg="addSp delSp modSp add mod ord">
        <pc:chgData name="Said Achmad" userId="5d71821f-e4ec-49c0-a52f-549698ea3c81" providerId="ADAL" clId="{F36B1CCA-6ECB-455C-8F88-F7D1FDADB3DB}" dt="2023-11-17T09:32:03.843" v="5903" actId="1076"/>
        <pc:sldMkLst>
          <pc:docMk/>
          <pc:sldMk cId="3478284968" sldId="337"/>
        </pc:sldMkLst>
      </pc:sldChg>
      <pc:sldChg chg="delSp modSp add del mod">
        <pc:chgData name="Said Achmad" userId="5d71821f-e4ec-49c0-a52f-549698ea3c81" providerId="ADAL" clId="{F36B1CCA-6ECB-455C-8F88-F7D1FDADB3DB}" dt="2023-11-17T09:41:24.122" v="6039" actId="47"/>
        <pc:sldMkLst>
          <pc:docMk/>
          <pc:sldMk cId="2792350168" sldId="338"/>
        </pc:sldMkLst>
      </pc:sldChg>
      <pc:sldChg chg="delSp modSp add mod">
        <pc:chgData name="Said Achmad" userId="5d71821f-e4ec-49c0-a52f-549698ea3c81" providerId="ADAL" clId="{F36B1CCA-6ECB-455C-8F88-F7D1FDADB3DB}" dt="2023-11-17T09:41:05.197" v="6038" actId="14100"/>
        <pc:sldMkLst>
          <pc:docMk/>
          <pc:sldMk cId="3607374767" sldId="339"/>
        </pc:sldMkLst>
      </pc:sldChg>
      <pc:sldChg chg="modSp mod modClrScheme chgLayout">
        <pc:chgData name="Said Achmad" userId="5d71821f-e4ec-49c0-a52f-549698ea3c81" providerId="ADAL" clId="{F36B1CCA-6ECB-455C-8F88-F7D1FDADB3DB}" dt="2023-11-21T09:21:50.888" v="7178" actId="700"/>
        <pc:sldMkLst>
          <pc:docMk/>
          <pc:sldMk cId="1205953113" sldId="340"/>
        </pc:sldMkLst>
      </pc:sldChg>
      <pc:sldChg chg="modSp mod ord modClrScheme chgLayout">
        <pc:chgData name="Said Achmad" userId="5d71821f-e4ec-49c0-a52f-549698ea3c81" providerId="ADAL" clId="{F36B1CCA-6ECB-455C-8F88-F7D1FDADB3DB}" dt="2023-11-21T09:21:56.968" v="7179" actId="700"/>
        <pc:sldMkLst>
          <pc:docMk/>
          <pc:sldMk cId="1543195854" sldId="346"/>
        </pc:sldMkLst>
      </pc:sldChg>
      <pc:sldChg chg="ord">
        <pc:chgData name="Said Achmad" userId="5d71821f-e4ec-49c0-a52f-549698ea3c81" providerId="ADAL" clId="{F36B1CCA-6ECB-455C-8F88-F7D1FDADB3DB}" dt="2023-11-21T09:21:42.216" v="7177"/>
        <pc:sldMkLst>
          <pc:docMk/>
          <pc:sldMk cId="3755900176" sldId="349"/>
        </pc:sldMkLst>
      </pc:sldChg>
      <pc:sldChg chg="modSp mod ord">
        <pc:chgData name="Said Achmad" userId="5d71821f-e4ec-49c0-a52f-549698ea3c81" providerId="ADAL" clId="{F36B1CCA-6ECB-455C-8F88-F7D1FDADB3DB}" dt="2023-11-21T09:21:42.216" v="7177"/>
        <pc:sldMkLst>
          <pc:docMk/>
          <pc:sldMk cId="217369932" sldId="350"/>
        </pc:sldMkLst>
      </pc:sldChg>
      <pc:sldChg chg="del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1770608999" sldId="351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2936184470" sldId="352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668783331" sldId="353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370634154" sldId="354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842731939" sldId="355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3792014566" sldId="356"/>
        </pc:sldMkLst>
      </pc:sldChg>
      <pc:sldChg chg="add del ord">
        <pc:chgData name="Said Achmad" userId="5d71821f-e4ec-49c0-a52f-549698ea3c81" providerId="ADAL" clId="{F36B1CCA-6ECB-455C-8F88-F7D1FDADB3DB}" dt="2023-11-21T08:59:55.502" v="6906" actId="47"/>
        <pc:sldMkLst>
          <pc:docMk/>
          <pc:sldMk cId="3053350748" sldId="357"/>
        </pc:sldMkLst>
      </pc:sldChg>
      <pc:sldChg chg="modSp add mod ord">
        <pc:chgData name="Said Achmad" userId="5d71821f-e4ec-49c0-a52f-549698ea3c81" providerId="ADAL" clId="{F36B1CCA-6ECB-455C-8F88-F7D1FDADB3DB}" dt="2023-11-21T09:21:42.216" v="7177"/>
        <pc:sldMkLst>
          <pc:docMk/>
          <pc:sldMk cId="657757739" sldId="358"/>
        </pc:sldMkLst>
      </pc:sldChg>
      <pc:sldChg chg="addSp modSp add mod ord">
        <pc:chgData name="Said Achmad" userId="5d71821f-e4ec-49c0-a52f-549698ea3c81" providerId="ADAL" clId="{F36B1CCA-6ECB-455C-8F88-F7D1FDADB3DB}" dt="2023-11-21T09:21:42.216" v="7177"/>
        <pc:sldMkLst>
          <pc:docMk/>
          <pc:sldMk cId="2262753512" sldId="359"/>
        </pc:sldMkLst>
      </pc:sldChg>
      <pc:sldChg chg="modSp add mod">
        <pc:chgData name="Said Achmad" userId="5d71821f-e4ec-49c0-a52f-549698ea3c81" providerId="ADAL" clId="{F36B1CCA-6ECB-455C-8F88-F7D1FDADB3DB}" dt="2023-11-21T09:49:52.135" v="7482" actId="14100"/>
        <pc:sldMkLst>
          <pc:docMk/>
          <pc:sldMk cId="1596846066" sldId="360"/>
        </pc:sldMkLst>
      </pc:sldChg>
    </pc:docChg>
  </pc:docChgLst>
  <pc:docChgLst>
    <pc:chgData name="Said Achmad" userId="5d71821f-e4ec-49c0-a52f-549698ea3c81" providerId="ADAL" clId="{1C8652E5-946B-469B-9FF4-0CED85CCA8FD}"/>
    <pc:docChg chg="undo redo custSel addSld delSld modSld sldOrd">
      <pc:chgData name="Said Achmad" userId="5d71821f-e4ec-49c0-a52f-549698ea3c81" providerId="ADAL" clId="{1C8652E5-946B-469B-9FF4-0CED85CCA8FD}" dt="2024-05-23T08:41:07.861" v="985" actId="113"/>
      <pc:docMkLst>
        <pc:docMk/>
      </pc:docMkLst>
      <pc:sldChg chg="modSp mod">
        <pc:chgData name="Said Achmad" userId="5d71821f-e4ec-49c0-a52f-549698ea3c81" providerId="ADAL" clId="{1C8652E5-946B-469B-9FF4-0CED85CCA8FD}" dt="2024-05-23T07:17:59.067" v="6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1C8652E5-946B-469B-9FF4-0CED85CCA8FD}" dt="2024-05-23T07:39:58.320" v="216" actId="20577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1C8652E5-946B-469B-9FF4-0CED85CCA8FD}" dt="2024-05-23T07:40:14.128" v="218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1C8652E5-946B-469B-9FF4-0CED85CCA8FD}" dt="2024-05-23T08:35:11.568" v="919" actId="20577"/>
        <pc:sldMkLst>
          <pc:docMk/>
          <pc:sldMk cId="3962618298" sldId="282"/>
        </pc:sldMkLst>
      </pc:sldChg>
      <pc:sldChg chg="modSp mod">
        <pc:chgData name="Said Achmad" userId="5d71821f-e4ec-49c0-a52f-549698ea3c81" providerId="ADAL" clId="{1C8652E5-946B-469B-9FF4-0CED85CCA8FD}" dt="2024-05-23T08:36:13.605" v="951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1C8652E5-946B-469B-9FF4-0CED85CCA8FD}" dt="2024-05-23T07:39:47.752" v="211"/>
        <pc:sldMkLst>
          <pc:docMk/>
          <pc:sldMk cId="2775010017" sldId="300"/>
        </pc:sldMkLst>
      </pc:sldChg>
      <pc:sldChg chg="del">
        <pc:chgData name="Said Achmad" userId="5d71821f-e4ec-49c0-a52f-549698ea3c81" providerId="ADAL" clId="{1C8652E5-946B-469B-9FF4-0CED85CCA8FD}" dt="2024-05-23T08:10:16.756" v="635" actId="47"/>
        <pc:sldMkLst>
          <pc:docMk/>
          <pc:sldMk cId="0" sldId="309"/>
        </pc:sldMkLst>
      </pc:sldChg>
      <pc:sldChg chg="addSp delSp modSp add mod ord modClrScheme chgLayout">
        <pc:chgData name="Said Achmad" userId="5d71821f-e4ec-49c0-a52f-549698ea3c81" providerId="ADAL" clId="{1C8652E5-946B-469B-9FF4-0CED85CCA8FD}" dt="2024-05-23T08:38:12.584" v="970"/>
        <pc:sldMkLst>
          <pc:docMk/>
          <pc:sldMk cId="0" sldId="315"/>
        </pc:sldMkLst>
      </pc:sldChg>
      <pc:sldChg chg="addSp delSp modSp add del mod modClrScheme chgLayout">
        <pc:chgData name="Said Achmad" userId="5d71821f-e4ec-49c0-a52f-549698ea3c81" providerId="ADAL" clId="{1C8652E5-946B-469B-9FF4-0CED85CCA8FD}" dt="2024-05-23T08:39:06.267" v="972" actId="47"/>
        <pc:sldMkLst>
          <pc:docMk/>
          <pc:sldMk cId="0" sldId="316"/>
        </pc:sldMkLst>
      </pc:sldChg>
      <pc:sldChg chg="addSp delSp modSp add mod modClrScheme chgLayout">
        <pc:chgData name="Said Achmad" userId="5d71821f-e4ec-49c0-a52f-549698ea3c81" providerId="ADAL" clId="{1C8652E5-946B-469B-9FF4-0CED85CCA8FD}" dt="2024-05-23T08:39:37.756" v="975"/>
        <pc:sldMkLst>
          <pc:docMk/>
          <pc:sldMk cId="0" sldId="318"/>
        </pc:sldMkLst>
      </pc:sldChg>
      <pc:sldChg chg="addSp delSp modSp add mod modClrScheme chgLayout">
        <pc:chgData name="Said Achmad" userId="5d71821f-e4ec-49c0-a52f-549698ea3c81" providerId="ADAL" clId="{1C8652E5-946B-469B-9FF4-0CED85CCA8FD}" dt="2024-05-23T08:39:31.119" v="974"/>
        <pc:sldMkLst>
          <pc:docMk/>
          <pc:sldMk cId="0" sldId="319"/>
        </pc:sldMkLst>
      </pc:sldChg>
      <pc:sldChg chg="addSp delSp modSp add mod modClrScheme chgLayout">
        <pc:chgData name="Said Achmad" userId="5d71821f-e4ec-49c0-a52f-549698ea3c81" providerId="ADAL" clId="{1C8652E5-946B-469B-9FF4-0CED85CCA8FD}" dt="2024-05-23T08:40:05.200" v="981" actId="20577"/>
        <pc:sldMkLst>
          <pc:docMk/>
          <pc:sldMk cId="0" sldId="320"/>
        </pc:sldMkLst>
      </pc:sldChg>
      <pc:sldChg chg="addSp delSp modSp add mod modClrScheme chgLayout">
        <pc:chgData name="Said Achmad" userId="5d71821f-e4ec-49c0-a52f-549698ea3c81" providerId="ADAL" clId="{1C8652E5-946B-469B-9FF4-0CED85CCA8FD}" dt="2024-05-23T08:40:13.365" v="983" actId="403"/>
        <pc:sldMkLst>
          <pc:docMk/>
          <pc:sldMk cId="0" sldId="321"/>
        </pc:sldMkLst>
      </pc:sldChg>
      <pc:sldChg chg="addSp delSp modSp add mod modClrScheme chgLayout">
        <pc:chgData name="Said Achmad" userId="5d71821f-e4ec-49c0-a52f-549698ea3c81" providerId="ADAL" clId="{1C8652E5-946B-469B-9FF4-0CED85CCA8FD}" dt="2024-05-23T08:41:07.861" v="985" actId="113"/>
        <pc:sldMkLst>
          <pc:docMk/>
          <pc:sldMk cId="0" sldId="322"/>
        </pc:sldMkLst>
      </pc:sldChg>
      <pc:sldChg chg="addSp delSp modSp add mod modClrScheme chgLayout">
        <pc:chgData name="Said Achmad" userId="5d71821f-e4ec-49c0-a52f-549698ea3c81" providerId="ADAL" clId="{1C8652E5-946B-469B-9FF4-0CED85CCA8FD}" dt="2024-05-23T08:29:24.272" v="837" actId="14100"/>
        <pc:sldMkLst>
          <pc:docMk/>
          <pc:sldMk cId="0" sldId="324"/>
        </pc:sldMkLst>
      </pc:sldChg>
      <pc:sldChg chg="addSp delSp modSp add mod modClrScheme chgLayout">
        <pc:chgData name="Said Achmad" userId="5d71821f-e4ec-49c0-a52f-549698ea3c81" providerId="ADAL" clId="{1C8652E5-946B-469B-9FF4-0CED85CCA8FD}" dt="2024-05-23T08:30:01.466" v="851" actId="14100"/>
        <pc:sldMkLst>
          <pc:docMk/>
          <pc:sldMk cId="0" sldId="325"/>
        </pc:sldMkLst>
      </pc:sldChg>
      <pc:sldChg chg="del">
        <pc:chgData name="Said Achmad" userId="5d71821f-e4ec-49c0-a52f-549698ea3c81" providerId="ADAL" clId="{1C8652E5-946B-469B-9FF4-0CED85CCA8FD}" dt="2024-05-23T07:38:40.626" v="208" actId="47"/>
        <pc:sldMkLst>
          <pc:docMk/>
          <pc:sldMk cId="1915762959" sldId="328"/>
        </pc:sldMkLst>
      </pc:sldChg>
      <pc:sldChg chg="addSp delSp modSp add del mod modClrScheme chgLayout">
        <pc:chgData name="Said Achmad" userId="5d71821f-e4ec-49c0-a52f-549698ea3c81" providerId="ADAL" clId="{1C8652E5-946B-469B-9FF4-0CED85CCA8FD}" dt="2024-05-23T08:34:24.027" v="911" actId="47"/>
        <pc:sldMkLst>
          <pc:docMk/>
          <pc:sldMk cId="0" sldId="332"/>
        </pc:sldMkLst>
      </pc:sldChg>
      <pc:sldChg chg="modSp mod">
        <pc:chgData name="Said Achmad" userId="5d71821f-e4ec-49c0-a52f-549698ea3c81" providerId="ADAL" clId="{1C8652E5-946B-469B-9FF4-0CED85CCA8FD}" dt="2024-05-23T08:07:12.907" v="587" actId="6549"/>
        <pc:sldMkLst>
          <pc:docMk/>
          <pc:sldMk cId="3553207723" sldId="387"/>
        </pc:sldMkLst>
      </pc:sldChg>
      <pc:sldChg chg="del">
        <pc:chgData name="Said Achmad" userId="5d71821f-e4ec-49c0-a52f-549698ea3c81" providerId="ADAL" clId="{1C8652E5-946B-469B-9FF4-0CED85CCA8FD}" dt="2024-05-23T07:40:25.005" v="221" actId="47"/>
        <pc:sldMkLst>
          <pc:docMk/>
          <pc:sldMk cId="3181591738" sldId="388"/>
        </pc:sldMkLst>
      </pc:sldChg>
      <pc:sldChg chg="del">
        <pc:chgData name="Said Achmad" userId="5d71821f-e4ec-49c0-a52f-549698ea3c81" providerId="ADAL" clId="{1C8652E5-946B-469B-9FF4-0CED85CCA8FD}" dt="2024-05-23T07:38:41.672" v="209" actId="47"/>
        <pc:sldMkLst>
          <pc:docMk/>
          <pc:sldMk cId="1192248434" sldId="394"/>
        </pc:sldMkLst>
      </pc:sldChg>
      <pc:sldChg chg="del">
        <pc:chgData name="Said Achmad" userId="5d71821f-e4ec-49c0-a52f-549698ea3c81" providerId="ADAL" clId="{1C8652E5-946B-469B-9FF4-0CED85CCA8FD}" dt="2024-05-23T08:05:08.926" v="569" actId="47"/>
        <pc:sldMkLst>
          <pc:docMk/>
          <pc:sldMk cId="1120420189" sldId="395"/>
        </pc:sldMkLst>
      </pc:sldChg>
      <pc:sldChg chg="del">
        <pc:chgData name="Said Achmad" userId="5d71821f-e4ec-49c0-a52f-549698ea3c81" providerId="ADAL" clId="{1C8652E5-946B-469B-9FF4-0CED85CCA8FD}" dt="2024-05-23T08:05:35.705" v="571" actId="47"/>
        <pc:sldMkLst>
          <pc:docMk/>
          <pc:sldMk cId="2142228874" sldId="399"/>
        </pc:sldMkLst>
      </pc:sldChg>
      <pc:sldChg chg="modSp mod">
        <pc:chgData name="Said Achmad" userId="5d71821f-e4ec-49c0-a52f-549698ea3c81" providerId="ADAL" clId="{1C8652E5-946B-469B-9FF4-0CED85CCA8FD}" dt="2024-05-23T08:31:52.368" v="870" actId="20577"/>
        <pc:sldMkLst>
          <pc:docMk/>
          <pc:sldMk cId="893278314" sldId="401"/>
        </pc:sldMkLst>
      </pc:sldChg>
      <pc:sldChg chg="del">
        <pc:chgData name="Said Achmad" userId="5d71821f-e4ec-49c0-a52f-549698ea3c81" providerId="ADAL" clId="{1C8652E5-946B-469B-9FF4-0CED85CCA8FD}" dt="2024-05-23T08:10:12.357" v="634" actId="47"/>
        <pc:sldMkLst>
          <pc:docMk/>
          <pc:sldMk cId="4008247520" sldId="404"/>
        </pc:sldMkLst>
      </pc:sldChg>
      <pc:sldChg chg="del">
        <pc:chgData name="Said Achmad" userId="5d71821f-e4ec-49c0-a52f-549698ea3c81" providerId="ADAL" clId="{1C8652E5-946B-469B-9FF4-0CED85CCA8FD}" dt="2024-05-23T08:31:17.043" v="865" actId="47"/>
        <pc:sldMkLst>
          <pc:docMk/>
          <pc:sldMk cId="1101769962" sldId="407"/>
        </pc:sldMkLst>
      </pc:sldChg>
      <pc:sldChg chg="del">
        <pc:chgData name="Said Achmad" userId="5d71821f-e4ec-49c0-a52f-549698ea3c81" providerId="ADAL" clId="{1C8652E5-946B-469B-9FF4-0CED85CCA8FD}" dt="2024-05-23T08:09:44.417" v="632" actId="47"/>
        <pc:sldMkLst>
          <pc:docMk/>
          <pc:sldMk cId="2355350369" sldId="411"/>
        </pc:sldMkLst>
      </pc:sldChg>
      <pc:sldChg chg="del">
        <pc:chgData name="Said Achmad" userId="5d71821f-e4ec-49c0-a52f-549698ea3c81" providerId="ADAL" clId="{1C8652E5-946B-469B-9FF4-0CED85CCA8FD}" dt="2024-05-23T08:09:44.417" v="632" actId="47"/>
        <pc:sldMkLst>
          <pc:docMk/>
          <pc:sldMk cId="933499238" sldId="412"/>
        </pc:sldMkLst>
      </pc:sldChg>
      <pc:sldChg chg="del">
        <pc:chgData name="Said Achmad" userId="5d71821f-e4ec-49c0-a52f-549698ea3c81" providerId="ADAL" clId="{1C8652E5-946B-469B-9FF4-0CED85CCA8FD}" dt="2024-05-23T08:09:44.417" v="632" actId="47"/>
        <pc:sldMkLst>
          <pc:docMk/>
          <pc:sldMk cId="2200156304" sldId="413"/>
        </pc:sldMkLst>
      </pc:sldChg>
      <pc:sldChg chg="del">
        <pc:chgData name="Said Achmad" userId="5d71821f-e4ec-49c0-a52f-549698ea3c81" providerId="ADAL" clId="{1C8652E5-946B-469B-9FF4-0CED85CCA8FD}" dt="2024-05-23T08:10:12.357" v="634" actId="47"/>
        <pc:sldMkLst>
          <pc:docMk/>
          <pc:sldMk cId="564126395" sldId="414"/>
        </pc:sldMkLst>
      </pc:sldChg>
      <pc:sldChg chg="del">
        <pc:chgData name="Said Achmad" userId="5d71821f-e4ec-49c0-a52f-549698ea3c81" providerId="ADAL" clId="{1C8652E5-946B-469B-9FF4-0CED85CCA8FD}" dt="2024-05-23T08:10:12.357" v="634" actId="47"/>
        <pc:sldMkLst>
          <pc:docMk/>
          <pc:sldMk cId="1991773872" sldId="415"/>
        </pc:sldMkLst>
      </pc:sldChg>
      <pc:sldChg chg="del">
        <pc:chgData name="Said Achmad" userId="5d71821f-e4ec-49c0-a52f-549698ea3c81" providerId="ADAL" clId="{1C8652E5-946B-469B-9FF4-0CED85CCA8FD}" dt="2024-05-23T08:10:12.357" v="634" actId="47"/>
        <pc:sldMkLst>
          <pc:docMk/>
          <pc:sldMk cId="3926146284" sldId="416"/>
        </pc:sldMkLst>
      </pc:sldChg>
      <pc:sldChg chg="del">
        <pc:chgData name="Said Achmad" userId="5d71821f-e4ec-49c0-a52f-549698ea3c81" providerId="ADAL" clId="{1C8652E5-946B-469B-9FF4-0CED85CCA8FD}" dt="2024-05-23T08:35:33.520" v="922" actId="47"/>
        <pc:sldMkLst>
          <pc:docMk/>
          <pc:sldMk cId="3795881600" sldId="417"/>
        </pc:sldMkLst>
      </pc:sldChg>
      <pc:sldChg chg="del">
        <pc:chgData name="Said Achmad" userId="5d71821f-e4ec-49c0-a52f-549698ea3c81" providerId="ADAL" clId="{1C8652E5-946B-469B-9FF4-0CED85CCA8FD}" dt="2024-05-23T08:10:16.756" v="635" actId="47"/>
        <pc:sldMkLst>
          <pc:docMk/>
          <pc:sldMk cId="1754654541" sldId="418"/>
        </pc:sldMkLst>
      </pc:sldChg>
      <pc:sldChg chg="del">
        <pc:chgData name="Said Achmad" userId="5d71821f-e4ec-49c0-a52f-549698ea3c81" providerId="ADAL" clId="{1C8652E5-946B-469B-9FF4-0CED85CCA8FD}" dt="2024-05-23T08:10:16.756" v="635" actId="47"/>
        <pc:sldMkLst>
          <pc:docMk/>
          <pc:sldMk cId="3116661740" sldId="419"/>
        </pc:sldMkLst>
      </pc:sldChg>
      <pc:sldChg chg="del">
        <pc:chgData name="Said Achmad" userId="5d71821f-e4ec-49c0-a52f-549698ea3c81" providerId="ADAL" clId="{1C8652E5-946B-469B-9FF4-0CED85CCA8FD}" dt="2024-05-23T08:10:16.756" v="635" actId="47"/>
        <pc:sldMkLst>
          <pc:docMk/>
          <pc:sldMk cId="1447601855" sldId="420"/>
        </pc:sldMkLst>
      </pc:sldChg>
      <pc:sldChg chg="del">
        <pc:chgData name="Said Achmad" userId="5d71821f-e4ec-49c0-a52f-549698ea3c81" providerId="ADAL" clId="{1C8652E5-946B-469B-9FF4-0CED85CCA8FD}" dt="2024-05-23T08:10:16.756" v="635" actId="47"/>
        <pc:sldMkLst>
          <pc:docMk/>
          <pc:sldMk cId="827273053" sldId="421"/>
        </pc:sldMkLst>
      </pc:sldChg>
      <pc:sldChg chg="del">
        <pc:chgData name="Said Achmad" userId="5d71821f-e4ec-49c0-a52f-549698ea3c81" providerId="ADAL" clId="{1C8652E5-946B-469B-9FF4-0CED85CCA8FD}" dt="2024-05-23T08:10:16.756" v="635" actId="47"/>
        <pc:sldMkLst>
          <pc:docMk/>
          <pc:sldMk cId="4151325664" sldId="422"/>
        </pc:sldMkLst>
      </pc:sldChg>
      <pc:sldChg chg="del">
        <pc:chgData name="Said Achmad" userId="5d71821f-e4ec-49c0-a52f-549698ea3c81" providerId="ADAL" clId="{1C8652E5-946B-469B-9FF4-0CED85CCA8FD}" dt="2024-05-23T08:35:33.520" v="922" actId="47"/>
        <pc:sldMkLst>
          <pc:docMk/>
          <pc:sldMk cId="4056597711" sldId="423"/>
        </pc:sldMkLst>
      </pc:sldChg>
      <pc:sldChg chg="addSp delSp modSp del mod">
        <pc:chgData name="Said Achmad" userId="5d71821f-e4ec-49c0-a52f-549698ea3c81" providerId="ADAL" clId="{1C8652E5-946B-469B-9FF4-0CED85CCA8FD}" dt="2024-05-23T08:35:33.520" v="922" actId="47"/>
        <pc:sldMkLst>
          <pc:docMk/>
          <pc:sldMk cId="427108214" sldId="424"/>
        </pc:sldMkLst>
      </pc:sldChg>
      <pc:sldChg chg="del">
        <pc:chgData name="Said Achmad" userId="5d71821f-e4ec-49c0-a52f-549698ea3c81" providerId="ADAL" clId="{1C8652E5-946B-469B-9FF4-0CED85CCA8FD}" dt="2024-05-23T07:19:32.686" v="23" actId="47"/>
        <pc:sldMkLst>
          <pc:docMk/>
          <pc:sldMk cId="3608921012" sldId="425"/>
        </pc:sldMkLst>
      </pc:sldChg>
      <pc:sldChg chg="del">
        <pc:chgData name="Said Achmad" userId="5d71821f-e4ec-49c0-a52f-549698ea3c81" providerId="ADAL" clId="{1C8652E5-946B-469B-9FF4-0CED85CCA8FD}" dt="2024-05-23T07:19:33.486" v="24" actId="47"/>
        <pc:sldMkLst>
          <pc:docMk/>
          <pc:sldMk cId="2024252969" sldId="426"/>
        </pc:sldMkLst>
      </pc:sldChg>
      <pc:sldChg chg="del">
        <pc:chgData name="Said Achmad" userId="5d71821f-e4ec-49c0-a52f-549698ea3c81" providerId="ADAL" clId="{1C8652E5-946B-469B-9FF4-0CED85CCA8FD}" dt="2024-05-23T07:19:22.435" v="21" actId="47"/>
        <pc:sldMkLst>
          <pc:docMk/>
          <pc:sldMk cId="3322301146" sldId="427"/>
        </pc:sldMkLst>
      </pc:sldChg>
      <pc:sldChg chg="modSp mod">
        <pc:chgData name="Said Achmad" userId="5d71821f-e4ec-49c0-a52f-549698ea3c81" providerId="ADAL" clId="{1C8652E5-946B-469B-9FF4-0CED85CCA8FD}" dt="2024-05-23T07:19:14.640" v="20"/>
        <pc:sldMkLst>
          <pc:docMk/>
          <pc:sldMk cId="1617187729" sldId="428"/>
        </pc:sldMkLst>
      </pc:sldChg>
      <pc:sldChg chg="addSp delSp modSp add mod ord">
        <pc:chgData name="Said Achmad" userId="5d71821f-e4ec-49c0-a52f-549698ea3c81" providerId="ADAL" clId="{1C8652E5-946B-469B-9FF4-0CED85CCA8FD}" dt="2024-05-23T07:43:30.479" v="260" actId="14100"/>
        <pc:sldMkLst>
          <pc:docMk/>
          <pc:sldMk cId="3253956897" sldId="429"/>
        </pc:sldMkLst>
      </pc:sldChg>
      <pc:sldChg chg="addSp delSp modSp add del mod">
        <pc:chgData name="Said Achmad" userId="5d71821f-e4ec-49c0-a52f-549698ea3c81" providerId="ADAL" clId="{1C8652E5-946B-469B-9FF4-0CED85CCA8FD}" dt="2024-05-23T07:38:39.345" v="207" actId="47"/>
        <pc:sldMkLst>
          <pc:docMk/>
          <pc:sldMk cId="3140460403" sldId="430"/>
        </pc:sldMkLst>
      </pc:sldChg>
      <pc:sldChg chg="addSp modSp add mod">
        <pc:chgData name="Said Achmad" userId="5d71821f-e4ec-49c0-a52f-549698ea3c81" providerId="ADAL" clId="{1C8652E5-946B-469B-9FF4-0CED85CCA8FD}" dt="2024-05-23T08:04:56.320" v="568" actId="20577"/>
        <pc:sldMkLst>
          <pc:docMk/>
          <pc:sldMk cId="4182179893" sldId="431"/>
        </pc:sldMkLst>
      </pc:sldChg>
      <pc:sldChg chg="add">
        <pc:chgData name="Said Achmad" userId="5d71821f-e4ec-49c0-a52f-549698ea3c81" providerId="ADAL" clId="{1C8652E5-946B-469B-9FF4-0CED85CCA8FD}" dt="2024-05-23T07:40:23.625" v="220"/>
        <pc:sldMkLst>
          <pc:docMk/>
          <pc:sldMk cId="1076775805" sldId="432"/>
        </pc:sldMkLst>
      </pc:sldChg>
      <pc:sldChg chg="add del">
        <pc:chgData name="Said Achmad" userId="5d71821f-e4ec-49c0-a52f-549698ea3c81" providerId="ADAL" clId="{1C8652E5-946B-469B-9FF4-0CED85CCA8FD}" dt="2024-05-23T07:40:16.510" v="219" actId="47"/>
        <pc:sldMkLst>
          <pc:docMk/>
          <pc:sldMk cId="4073799363" sldId="432"/>
        </pc:sldMkLst>
      </pc:sldChg>
      <pc:sldChg chg="add">
        <pc:chgData name="Said Achmad" userId="5d71821f-e4ec-49c0-a52f-549698ea3c81" providerId="ADAL" clId="{1C8652E5-946B-469B-9FF4-0CED85CCA8FD}" dt="2024-05-23T07:40:23.625" v="220"/>
        <pc:sldMkLst>
          <pc:docMk/>
          <pc:sldMk cId="4132885622" sldId="433"/>
        </pc:sldMkLst>
      </pc:sldChg>
      <pc:sldChg chg="delSp modSp add mod">
        <pc:chgData name="Said Achmad" userId="5d71821f-e4ec-49c0-a52f-549698ea3c81" providerId="ADAL" clId="{1C8652E5-946B-469B-9FF4-0CED85CCA8FD}" dt="2024-05-23T07:55:05.614" v="424" actId="20577"/>
        <pc:sldMkLst>
          <pc:docMk/>
          <pc:sldMk cId="3508343660" sldId="434"/>
        </pc:sldMkLst>
      </pc:sldChg>
      <pc:sldChg chg="modSp add mod">
        <pc:chgData name="Said Achmad" userId="5d71821f-e4ec-49c0-a52f-549698ea3c81" providerId="ADAL" clId="{1C8652E5-946B-469B-9FF4-0CED85CCA8FD}" dt="2024-05-23T08:04:46.763" v="567" actId="1076"/>
        <pc:sldMkLst>
          <pc:docMk/>
          <pc:sldMk cId="584286477" sldId="435"/>
        </pc:sldMkLst>
      </pc:sldChg>
      <pc:sldChg chg="addSp delSp modSp add mod ord modAnim">
        <pc:chgData name="Said Achmad" userId="5d71821f-e4ec-49c0-a52f-549698ea3c81" providerId="ADAL" clId="{1C8652E5-946B-469B-9FF4-0CED85CCA8FD}" dt="2024-05-23T08:12:07.117" v="652" actId="113"/>
        <pc:sldMkLst>
          <pc:docMk/>
          <pc:sldMk cId="4223017417" sldId="436"/>
        </pc:sldMkLst>
      </pc:sldChg>
      <pc:sldChg chg="addSp delSp modSp add mod ord">
        <pc:chgData name="Said Achmad" userId="5d71821f-e4ec-49c0-a52f-549698ea3c81" providerId="ADAL" clId="{1C8652E5-946B-469B-9FF4-0CED85CCA8FD}" dt="2024-05-23T08:08:22.401" v="617"/>
        <pc:sldMkLst>
          <pc:docMk/>
          <pc:sldMk cId="3580341500" sldId="437"/>
        </pc:sldMkLst>
      </pc:sldChg>
      <pc:sldChg chg="modSp add mod">
        <pc:chgData name="Said Achmad" userId="5d71821f-e4ec-49c0-a52f-549698ea3c81" providerId="ADAL" clId="{1C8652E5-946B-469B-9FF4-0CED85CCA8FD}" dt="2024-05-23T08:09:34.366" v="631" actId="1076"/>
        <pc:sldMkLst>
          <pc:docMk/>
          <pc:sldMk cId="3490411139" sldId="438"/>
        </pc:sldMkLst>
      </pc:sldChg>
      <pc:sldChg chg="add">
        <pc:chgData name="Said Achmad" userId="5d71821f-e4ec-49c0-a52f-549698ea3c81" providerId="ADAL" clId="{1C8652E5-946B-469B-9FF4-0CED85CCA8FD}" dt="2024-05-23T08:11:11.305" v="636" actId="2890"/>
        <pc:sldMkLst>
          <pc:docMk/>
          <pc:sldMk cId="2131029383" sldId="439"/>
        </pc:sldMkLst>
      </pc:sldChg>
      <pc:sldChg chg="addSp delSp modSp add mod">
        <pc:chgData name="Said Achmad" userId="5d71821f-e4ec-49c0-a52f-549698ea3c81" providerId="ADAL" clId="{1C8652E5-946B-469B-9FF4-0CED85CCA8FD}" dt="2024-05-23T08:32:27.118" v="882" actId="14100"/>
        <pc:sldMkLst>
          <pc:docMk/>
          <pc:sldMk cId="745857654" sldId="440"/>
        </pc:sldMkLst>
      </pc:sldChg>
      <pc:sldChg chg="addSp delSp modSp add mod">
        <pc:chgData name="Said Achmad" userId="5d71821f-e4ec-49c0-a52f-549698ea3c81" providerId="ADAL" clId="{1C8652E5-946B-469B-9FF4-0CED85CCA8FD}" dt="2024-05-23T08:32:45.495" v="888" actId="14100"/>
        <pc:sldMkLst>
          <pc:docMk/>
          <pc:sldMk cId="1085046736" sldId="441"/>
        </pc:sldMkLst>
      </pc:sldChg>
      <pc:sldChg chg="addSp delSp modSp add del mod ord">
        <pc:chgData name="Said Achmad" userId="5d71821f-e4ec-49c0-a52f-549698ea3c81" providerId="ADAL" clId="{1C8652E5-946B-469B-9FF4-0CED85CCA8FD}" dt="2024-05-23T08:38:50.700" v="971" actId="47"/>
        <pc:sldMkLst>
          <pc:docMk/>
          <pc:sldMk cId="4198219131" sldId="442"/>
        </pc:sldMkLst>
      </pc:sldChg>
    </pc:docChg>
  </pc:docChgLst>
  <pc:docChgLst>
    <pc:chgData name="Said Achmad" userId="5d71821f-e4ec-49c0-a52f-549698ea3c81" providerId="ADAL" clId="{27DBDEE5-8CF2-4A77-B2C5-09AFB6541672}"/>
    <pc:docChg chg="undo redo custSel addSld delSld modSld sldOrd">
      <pc:chgData name="Said Achmad" userId="5d71821f-e4ec-49c0-a52f-549698ea3c81" providerId="ADAL" clId="{27DBDEE5-8CF2-4A77-B2C5-09AFB6541672}" dt="2023-11-24T10:46:10.621" v="2314" actId="47"/>
      <pc:docMkLst>
        <pc:docMk/>
      </pc:docMkLst>
      <pc:sldChg chg="modSp mod">
        <pc:chgData name="Said Achmad" userId="5d71821f-e4ec-49c0-a52f-549698ea3c81" providerId="ADAL" clId="{27DBDEE5-8CF2-4A77-B2C5-09AFB6541672}" dt="2023-11-24T07:41:07.565" v="1569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27DBDEE5-8CF2-4A77-B2C5-09AFB6541672}" dt="2023-11-24T10:45:48.240" v="2313" actId="20577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27DBDEE5-8CF2-4A77-B2C5-09AFB6541672}" dt="2023-11-24T06:21:27.522" v="511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27DBDEE5-8CF2-4A77-B2C5-09AFB6541672}" dt="2023-11-24T10:44:52.854" v="2309" actId="20577"/>
        <pc:sldMkLst>
          <pc:docMk/>
          <pc:sldMk cId="3500018930" sldId="278"/>
        </pc:sldMkLst>
      </pc:sldChg>
      <pc:sldChg chg="modSp mod">
        <pc:chgData name="Said Achmad" userId="5d71821f-e4ec-49c0-a52f-549698ea3c81" providerId="ADAL" clId="{27DBDEE5-8CF2-4A77-B2C5-09AFB6541672}" dt="2023-11-24T10:42:52.742" v="2289" actId="20577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27DBDEE5-8CF2-4A77-B2C5-09AFB6541672}" dt="2023-11-24T10:18:01.759" v="2050"/>
        <pc:sldMkLst>
          <pc:docMk/>
          <pc:sldMk cId="2775010017" sldId="300"/>
        </pc:sldMkLst>
      </pc:sldChg>
      <pc:sldChg chg="del ord">
        <pc:chgData name="Said Achmad" userId="5d71821f-e4ec-49c0-a52f-549698ea3c81" providerId="ADAL" clId="{27DBDEE5-8CF2-4A77-B2C5-09AFB6541672}" dt="2023-11-24T06:23:14.455" v="521" actId="47"/>
        <pc:sldMkLst>
          <pc:docMk/>
          <pc:sldMk cId="2653283716" sldId="316"/>
        </pc:sldMkLst>
      </pc:sldChg>
      <pc:sldChg chg="modSp mod">
        <pc:chgData name="Said Achmad" userId="5d71821f-e4ec-49c0-a52f-549698ea3c81" providerId="ADAL" clId="{27DBDEE5-8CF2-4A77-B2C5-09AFB6541672}" dt="2023-11-24T03:44:53.332" v="49" actId="20577"/>
        <pc:sldMkLst>
          <pc:docMk/>
          <pc:sldMk cId="1915762959" sldId="328"/>
        </pc:sldMkLst>
      </pc:sldChg>
      <pc:sldChg chg="modSp mod">
        <pc:chgData name="Said Achmad" userId="5d71821f-e4ec-49c0-a52f-549698ea3c81" providerId="ADAL" clId="{27DBDEE5-8CF2-4A77-B2C5-09AFB6541672}" dt="2023-11-24T07:33:43.474" v="1543" actId="14100"/>
        <pc:sldMkLst>
          <pc:docMk/>
          <pc:sldMk cId="4290244695" sldId="330"/>
        </pc:sldMkLst>
      </pc:sldChg>
      <pc:sldChg chg="addSp delSp modSp mod modNotesTx">
        <pc:chgData name="Said Achmad" userId="5d71821f-e4ec-49c0-a52f-549698ea3c81" providerId="ADAL" clId="{27DBDEE5-8CF2-4A77-B2C5-09AFB6541672}" dt="2023-11-24T06:58:01.666" v="1111" actId="6549"/>
        <pc:sldMkLst>
          <pc:docMk/>
          <pc:sldMk cId="1207625032" sldId="331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180352207" sldId="332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833598263" sldId="334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543195854" sldId="346"/>
        </pc:sldMkLst>
      </pc:sldChg>
      <pc:sldChg chg="addSp delSp del mod">
        <pc:chgData name="Said Achmad" userId="5d71821f-e4ec-49c0-a52f-549698ea3c81" providerId="ADAL" clId="{27DBDEE5-8CF2-4A77-B2C5-09AFB6541672}" dt="2023-11-24T07:35:39.935" v="1544" actId="47"/>
        <pc:sldMkLst>
          <pc:docMk/>
          <pc:sldMk cId="3755900176" sldId="349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217369932" sldId="350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197721224" sldId="361"/>
        </pc:sldMkLst>
      </pc:sldChg>
      <pc:sldChg chg="modSp del mod">
        <pc:chgData name="Said Achmad" userId="5d71821f-e4ec-49c0-a52f-549698ea3c81" providerId="ADAL" clId="{27DBDEE5-8CF2-4A77-B2C5-09AFB6541672}" dt="2023-11-24T07:20:41.040" v="1308" actId="47"/>
        <pc:sldMkLst>
          <pc:docMk/>
          <pc:sldMk cId="3827795672" sldId="362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2054260488" sldId="363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201169138" sldId="364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4076380990" sldId="365"/>
        </pc:sldMkLst>
      </pc:sldChg>
      <pc:sldChg chg="del">
        <pc:chgData name="Said Achmad" userId="5d71821f-e4ec-49c0-a52f-549698ea3c81" providerId="ADAL" clId="{27DBDEE5-8CF2-4A77-B2C5-09AFB6541672}" dt="2023-11-24T07:20:41.040" v="1308" actId="47"/>
        <pc:sldMkLst>
          <pc:docMk/>
          <pc:sldMk cId="1137824534" sldId="366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99944814" sldId="367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457451149" sldId="368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44908579" sldId="369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41444787" sldId="370"/>
        </pc:sldMkLst>
      </pc:sldChg>
      <pc:sldChg chg="del">
        <pc:chgData name="Said Achmad" userId="5d71821f-e4ec-49c0-a52f-549698ea3c81" providerId="ADAL" clId="{27DBDEE5-8CF2-4A77-B2C5-09AFB6541672}" dt="2023-11-24T07:35:39.935" v="1544" actId="47"/>
        <pc:sldMkLst>
          <pc:docMk/>
          <pc:sldMk cId="1910098967" sldId="371"/>
        </pc:sldMkLst>
      </pc:sldChg>
      <pc:sldChg chg="addSp delSp modSp add mod">
        <pc:chgData name="Said Achmad" userId="5d71821f-e4ec-49c0-a52f-549698ea3c81" providerId="ADAL" clId="{27DBDEE5-8CF2-4A77-B2C5-09AFB6541672}" dt="2023-11-24T04:02:19.911" v="158" actId="1076"/>
        <pc:sldMkLst>
          <pc:docMk/>
          <pc:sldMk cId="3421159831" sldId="372"/>
        </pc:sldMkLst>
      </pc:sldChg>
      <pc:sldChg chg="addSp delSp modSp add mod">
        <pc:chgData name="Said Achmad" userId="5d71821f-e4ec-49c0-a52f-549698ea3c81" providerId="ADAL" clId="{27DBDEE5-8CF2-4A77-B2C5-09AFB6541672}" dt="2023-11-24T04:07:46.861" v="220" actId="20577"/>
        <pc:sldMkLst>
          <pc:docMk/>
          <pc:sldMk cId="1066974940" sldId="373"/>
        </pc:sldMkLst>
      </pc:sldChg>
      <pc:sldChg chg="modSp add mod ord">
        <pc:chgData name="Said Achmad" userId="5d71821f-e4ec-49c0-a52f-549698ea3c81" providerId="ADAL" clId="{27DBDEE5-8CF2-4A77-B2C5-09AFB6541672}" dt="2023-11-24T04:13:53.749" v="274" actId="20577"/>
        <pc:sldMkLst>
          <pc:docMk/>
          <pc:sldMk cId="559514547" sldId="374"/>
        </pc:sldMkLst>
      </pc:sldChg>
      <pc:sldChg chg="addSp delSp modSp add mod">
        <pc:chgData name="Said Achmad" userId="5d71821f-e4ec-49c0-a52f-549698ea3c81" providerId="ADAL" clId="{27DBDEE5-8CF2-4A77-B2C5-09AFB6541672}" dt="2023-11-24T04:25:06.958" v="419" actId="20577"/>
        <pc:sldMkLst>
          <pc:docMk/>
          <pc:sldMk cId="971364835" sldId="375"/>
        </pc:sldMkLst>
      </pc:sldChg>
      <pc:sldChg chg="modSp add mod">
        <pc:chgData name="Said Achmad" userId="5d71821f-e4ec-49c0-a52f-549698ea3c81" providerId="ADAL" clId="{27DBDEE5-8CF2-4A77-B2C5-09AFB6541672}" dt="2023-11-24T04:26:24.602" v="433" actId="20577"/>
        <pc:sldMkLst>
          <pc:docMk/>
          <pc:sldMk cId="2337170577" sldId="376"/>
        </pc:sldMkLst>
      </pc:sldChg>
      <pc:sldChg chg="modSp add mod">
        <pc:chgData name="Said Achmad" userId="5d71821f-e4ec-49c0-a52f-549698ea3c81" providerId="ADAL" clId="{27DBDEE5-8CF2-4A77-B2C5-09AFB6541672}" dt="2023-11-24T04:31:35.720" v="467" actId="20577"/>
        <pc:sldMkLst>
          <pc:docMk/>
          <pc:sldMk cId="1585010774" sldId="377"/>
        </pc:sldMkLst>
      </pc:sldChg>
      <pc:sldChg chg="modSp add mod">
        <pc:chgData name="Said Achmad" userId="5d71821f-e4ec-49c0-a52f-549698ea3c81" providerId="ADAL" clId="{27DBDEE5-8CF2-4A77-B2C5-09AFB6541672}" dt="2023-11-24T06:18:48.494" v="505" actId="404"/>
        <pc:sldMkLst>
          <pc:docMk/>
          <pc:sldMk cId="3461000398" sldId="378"/>
        </pc:sldMkLst>
      </pc:sldChg>
      <pc:sldChg chg="addSp modSp add mod ord">
        <pc:chgData name="Said Achmad" userId="5d71821f-e4ec-49c0-a52f-549698ea3c81" providerId="ADAL" clId="{27DBDEE5-8CF2-4A77-B2C5-09AFB6541672}" dt="2023-11-24T07:21:42.900" v="1311" actId="1076"/>
        <pc:sldMkLst>
          <pc:docMk/>
          <pc:sldMk cId="2455152618" sldId="379"/>
        </pc:sldMkLst>
      </pc:sldChg>
      <pc:sldChg chg="delSp modSp add mod">
        <pc:chgData name="Said Achmad" userId="5d71821f-e4ec-49c0-a52f-549698ea3c81" providerId="ADAL" clId="{27DBDEE5-8CF2-4A77-B2C5-09AFB6541672}" dt="2023-11-24T07:18:30.809" v="1307" actId="14100"/>
        <pc:sldMkLst>
          <pc:docMk/>
          <pc:sldMk cId="3904763641" sldId="380"/>
        </pc:sldMkLst>
      </pc:sldChg>
      <pc:sldChg chg="addSp modSp add mod">
        <pc:chgData name="Said Achmad" userId="5d71821f-e4ec-49c0-a52f-549698ea3c81" providerId="ADAL" clId="{27DBDEE5-8CF2-4A77-B2C5-09AFB6541672}" dt="2023-11-24T07:27:57.473" v="1446" actId="1076"/>
        <pc:sldMkLst>
          <pc:docMk/>
          <pc:sldMk cId="1797604658" sldId="381"/>
        </pc:sldMkLst>
      </pc:sldChg>
      <pc:sldChg chg="modSp add del mod ord">
        <pc:chgData name="Said Achmad" userId="5d71821f-e4ec-49c0-a52f-549698ea3c81" providerId="ADAL" clId="{27DBDEE5-8CF2-4A77-B2C5-09AFB6541672}" dt="2023-11-24T10:46:10.621" v="2314" actId="47"/>
        <pc:sldMkLst>
          <pc:docMk/>
          <pc:sldMk cId="193981811" sldId="382"/>
        </pc:sldMkLst>
      </pc:sldChg>
      <pc:sldChg chg="add del">
        <pc:chgData name="Said Achmad" userId="5d71821f-e4ec-49c0-a52f-549698ea3c81" providerId="ADAL" clId="{27DBDEE5-8CF2-4A77-B2C5-09AFB6541672}" dt="2023-11-24T07:39:19.608" v="1546" actId="2890"/>
        <pc:sldMkLst>
          <pc:docMk/>
          <pc:sldMk cId="2243298438" sldId="382"/>
        </pc:sldMkLst>
      </pc:sldChg>
      <pc:sldChg chg="addSp delSp modSp add mod ord">
        <pc:chgData name="Said Achmad" userId="5d71821f-e4ec-49c0-a52f-549698ea3c81" providerId="ADAL" clId="{27DBDEE5-8CF2-4A77-B2C5-09AFB6541672}" dt="2023-11-24T09:47:06.514" v="1779"/>
        <pc:sldMkLst>
          <pc:docMk/>
          <pc:sldMk cId="1799079626" sldId="383"/>
        </pc:sldMkLst>
      </pc:sldChg>
      <pc:sldChg chg="addSp delSp modSp add mod">
        <pc:chgData name="Said Achmad" userId="5d71821f-e4ec-49c0-a52f-549698ea3c81" providerId="ADAL" clId="{27DBDEE5-8CF2-4A77-B2C5-09AFB6541672}" dt="2023-11-24T09:59:45.884" v="1927" actId="20577"/>
        <pc:sldMkLst>
          <pc:docMk/>
          <pc:sldMk cId="2402896251" sldId="384"/>
        </pc:sldMkLst>
      </pc:sldChg>
      <pc:sldChg chg="modSp add mod ord">
        <pc:chgData name="Said Achmad" userId="5d71821f-e4ec-49c0-a52f-549698ea3c81" providerId="ADAL" clId="{27DBDEE5-8CF2-4A77-B2C5-09AFB6541672}" dt="2023-11-24T10:16:55.726" v="2041"/>
        <pc:sldMkLst>
          <pc:docMk/>
          <pc:sldMk cId="2203387608" sldId="385"/>
        </pc:sldMkLst>
      </pc:sldChg>
      <pc:sldChg chg="add del">
        <pc:chgData name="Said Achmad" userId="5d71821f-e4ec-49c0-a52f-549698ea3c81" providerId="ADAL" clId="{27DBDEE5-8CF2-4A77-B2C5-09AFB6541672}" dt="2023-11-24T10:17:52.167" v="2049" actId="47"/>
        <pc:sldMkLst>
          <pc:docMk/>
          <pc:sldMk cId="698630198" sldId="386"/>
        </pc:sldMkLst>
      </pc:sldChg>
      <pc:sldChg chg="modSp add mod ord">
        <pc:chgData name="Said Achmad" userId="5d71821f-e4ec-49c0-a52f-549698ea3c81" providerId="ADAL" clId="{27DBDEE5-8CF2-4A77-B2C5-09AFB6541672}" dt="2023-11-24T10:17:49.919" v="2048"/>
        <pc:sldMkLst>
          <pc:docMk/>
          <pc:sldMk cId="3553207723" sldId="387"/>
        </pc:sldMkLst>
      </pc:sldChg>
      <pc:sldChg chg="modSp add mod ord">
        <pc:chgData name="Said Achmad" userId="5d71821f-e4ec-49c0-a52f-549698ea3c81" providerId="ADAL" clId="{27DBDEE5-8CF2-4A77-B2C5-09AFB6541672}" dt="2023-11-24T10:24:33.122" v="2094" actId="21"/>
        <pc:sldMkLst>
          <pc:docMk/>
          <pc:sldMk cId="3181591738" sldId="388"/>
        </pc:sldMkLst>
      </pc:sldChg>
      <pc:sldChg chg="modSp add del mod">
        <pc:chgData name="Said Achmad" userId="5d71821f-e4ec-49c0-a52f-549698ea3c81" providerId="ADAL" clId="{27DBDEE5-8CF2-4A77-B2C5-09AFB6541672}" dt="2023-11-24T10:24:40.976" v="2096" actId="47"/>
        <pc:sldMkLst>
          <pc:docMk/>
          <pc:sldMk cId="84514500" sldId="389"/>
        </pc:sldMkLst>
      </pc:sldChg>
      <pc:sldChg chg="modSp add mod">
        <pc:chgData name="Said Achmad" userId="5d71821f-e4ec-49c0-a52f-549698ea3c81" providerId="ADAL" clId="{27DBDEE5-8CF2-4A77-B2C5-09AFB6541672}" dt="2023-11-24T10:34:54.153" v="2266" actId="1076"/>
        <pc:sldMkLst>
          <pc:docMk/>
          <pc:sldMk cId="844613518" sldId="390"/>
        </pc:sldMkLst>
      </pc:sldChg>
      <pc:sldChg chg="add">
        <pc:chgData name="Said Achmad" userId="5d71821f-e4ec-49c0-a52f-549698ea3c81" providerId="ADAL" clId="{27DBDEE5-8CF2-4A77-B2C5-09AFB6541672}" dt="2023-11-24T10:25:57.907" v="2110" actId="2890"/>
        <pc:sldMkLst>
          <pc:docMk/>
          <pc:sldMk cId="2453705322" sldId="391"/>
        </pc:sldMkLst>
      </pc:sldChg>
      <pc:sldChg chg="add">
        <pc:chgData name="Said Achmad" userId="5d71821f-e4ec-49c0-a52f-549698ea3c81" providerId="ADAL" clId="{27DBDEE5-8CF2-4A77-B2C5-09AFB6541672}" dt="2023-11-24T10:29:15.913" v="2169" actId="2890"/>
        <pc:sldMkLst>
          <pc:docMk/>
          <pc:sldMk cId="717374847" sldId="392"/>
        </pc:sldMkLst>
      </pc:sldChg>
      <pc:sldChg chg="add">
        <pc:chgData name="Said Achmad" userId="5d71821f-e4ec-49c0-a52f-549698ea3c81" providerId="ADAL" clId="{27DBDEE5-8CF2-4A77-B2C5-09AFB6541672}" dt="2023-11-24T10:32:09.455" v="2233" actId="2890"/>
        <pc:sldMkLst>
          <pc:docMk/>
          <pc:sldMk cId="3485319871" sldId="393"/>
        </pc:sldMkLst>
      </pc:sldChg>
    </pc:docChg>
  </pc:docChgLst>
  <pc:docChgLst>
    <pc:chgData name="Said Achmad" userId="5d71821f-e4ec-49c0-a52f-549698ea3c81" providerId="ADAL" clId="{8FA70C37-553F-42CE-B3E3-F0E9374BF8AA}"/>
    <pc:docChg chg="undo redo custSel addSld delSld modSld sldOrd">
      <pc:chgData name="Said Achmad" userId="5d71821f-e4ec-49c0-a52f-549698ea3c81" providerId="ADAL" clId="{8FA70C37-553F-42CE-B3E3-F0E9374BF8AA}" dt="2024-05-23T07:17:18.784" v="1338" actId="27636"/>
      <pc:docMkLst>
        <pc:docMk/>
      </pc:docMkLst>
      <pc:sldChg chg="modSp mod">
        <pc:chgData name="Said Achmad" userId="5d71821f-e4ec-49c0-a52f-549698ea3c81" providerId="ADAL" clId="{8FA70C37-553F-42CE-B3E3-F0E9374BF8AA}" dt="2024-05-23T07:17:18.784" v="1338" actId="27636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8FA70C37-553F-42CE-B3E3-F0E9374BF8AA}" dt="2024-05-23T05:36:01.802" v="12" actId="27636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8FA70C37-553F-42CE-B3E3-F0E9374BF8AA}" dt="2024-05-23T05:36:38.183" v="28" actId="14100"/>
        <pc:sldMkLst>
          <pc:docMk/>
          <pc:sldMk cId="3724825567" sldId="260"/>
        </pc:sldMkLst>
      </pc:sldChg>
      <pc:sldChg chg="addSp delSp modSp mod">
        <pc:chgData name="Said Achmad" userId="5d71821f-e4ec-49c0-a52f-549698ea3c81" providerId="ADAL" clId="{8FA70C37-553F-42CE-B3E3-F0E9374BF8AA}" dt="2024-05-23T05:38:48.878" v="36" actId="22"/>
        <pc:sldMkLst>
          <pc:docMk/>
          <pc:sldMk cId="363028880" sldId="262"/>
        </pc:sldMkLst>
      </pc:sldChg>
      <pc:sldChg chg="del">
        <pc:chgData name="Said Achmad" userId="5d71821f-e4ec-49c0-a52f-549698ea3c81" providerId="ADAL" clId="{8FA70C37-553F-42CE-B3E3-F0E9374BF8AA}" dt="2024-05-23T07:15:26.858" v="1335" actId="47"/>
        <pc:sldMkLst>
          <pc:docMk/>
          <pc:sldMk cId="3500018930" sldId="278"/>
        </pc:sldMkLst>
      </pc:sldChg>
      <pc:sldChg chg="addSp delSp modSp add del mod">
        <pc:chgData name="Said Achmad" userId="5d71821f-e4ec-49c0-a52f-549698ea3c81" providerId="ADAL" clId="{8FA70C37-553F-42CE-B3E3-F0E9374BF8AA}" dt="2024-05-23T07:14:12.901" v="1330" actId="255"/>
        <pc:sldMkLst>
          <pc:docMk/>
          <pc:sldMk cId="1702753199" sldId="283"/>
        </pc:sldMkLst>
      </pc:sldChg>
      <pc:sldChg chg="modSp mod">
        <pc:chgData name="Said Achmad" userId="5d71821f-e4ec-49c0-a52f-549698ea3c81" providerId="ADAL" clId="{8FA70C37-553F-42CE-B3E3-F0E9374BF8AA}" dt="2024-05-23T05:56:59.682" v="174"/>
        <pc:sldMkLst>
          <pc:docMk/>
          <pc:sldMk cId="2775010017" sldId="300"/>
        </pc:sldMkLst>
      </pc:sldChg>
      <pc:sldChg chg="addSp delSp modSp add mod modClrScheme chgLayout">
        <pc:chgData name="Said Achmad" userId="5d71821f-e4ec-49c0-a52f-549698ea3c81" providerId="ADAL" clId="{8FA70C37-553F-42CE-B3E3-F0E9374BF8AA}" dt="2024-05-23T06:41:35.349" v="827" actId="478"/>
        <pc:sldMkLst>
          <pc:docMk/>
          <pc:sldMk cId="0" sldId="309"/>
        </pc:sldMkLst>
      </pc:sldChg>
      <pc:sldChg chg="addSp modSp add del mod modClrScheme chgLayout">
        <pc:chgData name="Said Achmad" userId="5d71821f-e4ec-49c0-a52f-549698ea3c81" providerId="ADAL" clId="{8FA70C37-553F-42CE-B3E3-F0E9374BF8AA}" dt="2024-05-23T06:44:13.188" v="856" actId="47"/>
        <pc:sldMkLst>
          <pc:docMk/>
          <pc:sldMk cId="0" sldId="310"/>
        </pc:sldMkLst>
      </pc:sldChg>
      <pc:sldChg chg="addSp modSp add del mod modClrScheme chgLayout">
        <pc:chgData name="Said Achmad" userId="5d71821f-e4ec-49c0-a52f-549698ea3c81" providerId="ADAL" clId="{8FA70C37-553F-42CE-B3E3-F0E9374BF8AA}" dt="2024-05-23T06:47:16.575" v="894" actId="47"/>
        <pc:sldMkLst>
          <pc:docMk/>
          <pc:sldMk cId="0" sldId="312"/>
        </pc:sldMkLst>
      </pc:sldChg>
      <pc:sldChg chg="addSp delSp modSp add del mod modClrScheme chgLayout">
        <pc:chgData name="Said Achmad" userId="5d71821f-e4ec-49c0-a52f-549698ea3c81" providerId="ADAL" clId="{8FA70C37-553F-42CE-B3E3-F0E9374BF8AA}" dt="2024-05-23T07:04:24.179" v="1213" actId="47"/>
        <pc:sldMkLst>
          <pc:docMk/>
          <pc:sldMk cId="0" sldId="318"/>
        </pc:sldMkLst>
      </pc:sldChg>
      <pc:sldChg chg="addSp modSp add del mod modClrScheme chgLayout">
        <pc:chgData name="Said Achmad" userId="5d71821f-e4ec-49c0-a52f-549698ea3c81" providerId="ADAL" clId="{8FA70C37-553F-42CE-B3E3-F0E9374BF8AA}" dt="2024-05-23T07:04:24.179" v="1213" actId="47"/>
        <pc:sldMkLst>
          <pc:docMk/>
          <pc:sldMk cId="0" sldId="319"/>
        </pc:sldMkLst>
      </pc:sldChg>
      <pc:sldChg chg="addSp delSp modSp add del mod modClrScheme chgLayout">
        <pc:chgData name="Said Achmad" userId="5d71821f-e4ec-49c0-a52f-549698ea3c81" providerId="ADAL" clId="{8FA70C37-553F-42CE-B3E3-F0E9374BF8AA}" dt="2024-05-23T05:40:13.714" v="50" actId="47"/>
        <pc:sldMkLst>
          <pc:docMk/>
          <pc:sldMk cId="0" sldId="324"/>
        </pc:sldMkLst>
      </pc:sldChg>
      <pc:sldChg chg="addSp delSp modSp del mod modClrScheme chgLayout">
        <pc:chgData name="Said Achmad" userId="5d71821f-e4ec-49c0-a52f-549698ea3c81" providerId="ADAL" clId="{8FA70C37-553F-42CE-B3E3-F0E9374BF8AA}" dt="2024-05-23T06:01:04.342" v="230" actId="47"/>
        <pc:sldMkLst>
          <pc:docMk/>
          <pc:sldMk cId="0" sldId="326"/>
        </pc:sldMkLst>
      </pc:sldChg>
      <pc:sldChg chg="addSp delSp modSp del mod modClrScheme chgLayout">
        <pc:chgData name="Said Achmad" userId="5d71821f-e4ec-49c0-a52f-549698ea3c81" providerId="ADAL" clId="{8FA70C37-553F-42CE-B3E3-F0E9374BF8AA}" dt="2024-05-23T06:04:05.977" v="267" actId="47"/>
        <pc:sldMkLst>
          <pc:docMk/>
          <pc:sldMk cId="0" sldId="327"/>
        </pc:sldMkLst>
      </pc:sldChg>
      <pc:sldChg chg="addSp modSp mod">
        <pc:chgData name="Said Achmad" userId="5d71821f-e4ec-49c0-a52f-549698ea3c81" providerId="ADAL" clId="{8FA70C37-553F-42CE-B3E3-F0E9374BF8AA}" dt="2024-05-23T05:52:09.276" v="133" actId="207"/>
        <pc:sldMkLst>
          <pc:docMk/>
          <pc:sldMk cId="1915762959" sldId="328"/>
        </pc:sldMkLst>
      </pc:sldChg>
      <pc:sldChg chg="del">
        <pc:chgData name="Said Achmad" userId="5d71821f-e4ec-49c0-a52f-549698ea3c81" providerId="ADAL" clId="{8FA70C37-553F-42CE-B3E3-F0E9374BF8AA}" dt="2024-05-23T06:07:59.946" v="319" actId="47"/>
        <pc:sldMkLst>
          <pc:docMk/>
          <pc:sldMk cId="1207625032" sldId="331"/>
        </pc:sldMkLst>
      </pc:sldChg>
      <pc:sldChg chg="modSp mod">
        <pc:chgData name="Said Achmad" userId="5d71821f-e4ec-49c0-a52f-549698ea3c81" providerId="ADAL" clId="{8FA70C37-553F-42CE-B3E3-F0E9374BF8AA}" dt="2024-05-23T06:04:23.708" v="269"/>
        <pc:sldMkLst>
          <pc:docMk/>
          <pc:sldMk cId="3553207723" sldId="387"/>
        </pc:sldMkLst>
      </pc:sldChg>
      <pc:sldChg chg="addSp delSp modSp mod">
        <pc:chgData name="Said Achmad" userId="5d71821f-e4ec-49c0-a52f-549698ea3c81" providerId="ADAL" clId="{8FA70C37-553F-42CE-B3E3-F0E9374BF8AA}" dt="2024-05-23T06:06:44.203" v="305" actId="113"/>
        <pc:sldMkLst>
          <pc:docMk/>
          <pc:sldMk cId="3181591738" sldId="388"/>
        </pc:sldMkLst>
      </pc:sldChg>
      <pc:sldChg chg="addSp modSp mod">
        <pc:chgData name="Said Achmad" userId="5d71821f-e4ec-49c0-a52f-549698ea3c81" providerId="ADAL" clId="{8FA70C37-553F-42CE-B3E3-F0E9374BF8AA}" dt="2024-05-23T05:56:36.206" v="173" actId="14100"/>
        <pc:sldMkLst>
          <pc:docMk/>
          <pc:sldMk cId="1192248434" sldId="394"/>
        </pc:sldMkLst>
      </pc:sldChg>
      <pc:sldChg chg="addSp delSp modSp mod">
        <pc:chgData name="Said Achmad" userId="5d71821f-e4ec-49c0-a52f-549698ea3c81" providerId="ADAL" clId="{8FA70C37-553F-42CE-B3E3-F0E9374BF8AA}" dt="2024-05-23T06:06:49.515" v="306" actId="113"/>
        <pc:sldMkLst>
          <pc:docMk/>
          <pc:sldMk cId="1120420189" sldId="395"/>
        </pc:sldMkLst>
      </pc:sldChg>
      <pc:sldChg chg="del">
        <pc:chgData name="Said Achmad" userId="5d71821f-e4ec-49c0-a52f-549698ea3c81" providerId="ADAL" clId="{8FA70C37-553F-42CE-B3E3-F0E9374BF8AA}" dt="2024-05-23T06:04:11.421" v="268" actId="47"/>
        <pc:sldMkLst>
          <pc:docMk/>
          <pc:sldMk cId="1447988384" sldId="396"/>
        </pc:sldMkLst>
      </pc:sldChg>
      <pc:sldChg chg="del">
        <pc:chgData name="Said Achmad" userId="5d71821f-e4ec-49c0-a52f-549698ea3c81" providerId="ADAL" clId="{8FA70C37-553F-42CE-B3E3-F0E9374BF8AA}" dt="2024-05-23T06:04:11.421" v="268" actId="47"/>
        <pc:sldMkLst>
          <pc:docMk/>
          <pc:sldMk cId="2002461322" sldId="397"/>
        </pc:sldMkLst>
      </pc:sldChg>
      <pc:sldChg chg="del">
        <pc:chgData name="Said Achmad" userId="5d71821f-e4ec-49c0-a52f-549698ea3c81" providerId="ADAL" clId="{8FA70C37-553F-42CE-B3E3-F0E9374BF8AA}" dt="2024-05-23T06:04:11.421" v="268" actId="47"/>
        <pc:sldMkLst>
          <pc:docMk/>
          <pc:sldMk cId="3240024647" sldId="398"/>
        </pc:sldMkLst>
      </pc:sldChg>
      <pc:sldChg chg="addSp delSp modSp mod">
        <pc:chgData name="Said Achmad" userId="5d71821f-e4ec-49c0-a52f-549698ea3c81" providerId="ADAL" clId="{8FA70C37-553F-42CE-B3E3-F0E9374BF8AA}" dt="2024-05-23T06:07:20.567" v="317" actId="1076"/>
        <pc:sldMkLst>
          <pc:docMk/>
          <pc:sldMk cId="2142228874" sldId="399"/>
        </pc:sldMkLst>
      </pc:sldChg>
      <pc:sldChg chg="del">
        <pc:chgData name="Said Achmad" userId="5d71821f-e4ec-49c0-a52f-549698ea3c81" providerId="ADAL" clId="{8FA70C37-553F-42CE-B3E3-F0E9374BF8AA}" dt="2024-05-23T06:08:02.456" v="320" actId="47"/>
        <pc:sldMkLst>
          <pc:docMk/>
          <pc:sldMk cId="2603948463" sldId="400"/>
        </pc:sldMkLst>
      </pc:sldChg>
      <pc:sldChg chg="modSp mod">
        <pc:chgData name="Said Achmad" userId="5d71821f-e4ec-49c0-a52f-549698ea3c81" providerId="ADAL" clId="{8FA70C37-553F-42CE-B3E3-F0E9374BF8AA}" dt="2024-05-23T06:18:15.648" v="520"/>
        <pc:sldMkLst>
          <pc:docMk/>
          <pc:sldMk cId="893278314" sldId="401"/>
        </pc:sldMkLst>
      </pc:sldChg>
      <pc:sldChg chg="del">
        <pc:chgData name="Said Achmad" userId="5d71821f-e4ec-49c0-a52f-549698ea3c81" providerId="ADAL" clId="{8FA70C37-553F-42CE-B3E3-F0E9374BF8AA}" dt="2024-05-23T06:25:18.020" v="622" actId="47"/>
        <pc:sldMkLst>
          <pc:docMk/>
          <pc:sldMk cId="2652231371" sldId="402"/>
        </pc:sldMkLst>
      </pc:sldChg>
      <pc:sldChg chg="del">
        <pc:chgData name="Said Achmad" userId="5d71821f-e4ec-49c0-a52f-549698ea3c81" providerId="ADAL" clId="{8FA70C37-553F-42CE-B3E3-F0E9374BF8AA}" dt="2024-05-23T06:25:18.020" v="622" actId="47"/>
        <pc:sldMkLst>
          <pc:docMk/>
          <pc:sldMk cId="1140565605" sldId="403"/>
        </pc:sldMkLst>
      </pc:sldChg>
      <pc:sldChg chg="addSp delSp modSp mod">
        <pc:chgData name="Said Achmad" userId="5d71821f-e4ec-49c0-a52f-549698ea3c81" providerId="ADAL" clId="{8FA70C37-553F-42CE-B3E3-F0E9374BF8AA}" dt="2024-05-23T06:28:34.868" v="660" actId="1076"/>
        <pc:sldMkLst>
          <pc:docMk/>
          <pc:sldMk cId="4008247520" sldId="404"/>
        </pc:sldMkLst>
      </pc:sldChg>
      <pc:sldChg chg="del">
        <pc:chgData name="Said Achmad" userId="5d71821f-e4ec-49c0-a52f-549698ea3c81" providerId="ADAL" clId="{8FA70C37-553F-42CE-B3E3-F0E9374BF8AA}" dt="2024-05-23T07:12:23.106" v="1316" actId="47"/>
        <pc:sldMkLst>
          <pc:docMk/>
          <pc:sldMk cId="783756021" sldId="405"/>
        </pc:sldMkLst>
      </pc:sldChg>
      <pc:sldChg chg="addSp delSp modSp mod ord">
        <pc:chgData name="Said Achmad" userId="5d71821f-e4ec-49c0-a52f-549698ea3c81" providerId="ADAL" clId="{8FA70C37-553F-42CE-B3E3-F0E9374BF8AA}" dt="2024-05-23T06:35:11.177" v="723" actId="6549"/>
        <pc:sldMkLst>
          <pc:docMk/>
          <pc:sldMk cId="1101769962" sldId="407"/>
        </pc:sldMkLst>
      </pc:sldChg>
      <pc:sldChg chg="del">
        <pc:chgData name="Said Achmad" userId="5d71821f-e4ec-49c0-a52f-549698ea3c81" providerId="ADAL" clId="{8FA70C37-553F-42CE-B3E3-F0E9374BF8AA}" dt="2024-05-23T07:12:23.106" v="1316" actId="47"/>
        <pc:sldMkLst>
          <pc:docMk/>
          <pc:sldMk cId="3462794510" sldId="408"/>
        </pc:sldMkLst>
      </pc:sldChg>
      <pc:sldChg chg="del">
        <pc:chgData name="Said Achmad" userId="5d71821f-e4ec-49c0-a52f-549698ea3c81" providerId="ADAL" clId="{8FA70C37-553F-42CE-B3E3-F0E9374BF8AA}" dt="2024-05-23T07:12:23.106" v="1316" actId="47"/>
        <pc:sldMkLst>
          <pc:docMk/>
          <pc:sldMk cId="825416793" sldId="409"/>
        </pc:sldMkLst>
      </pc:sldChg>
      <pc:sldChg chg="del">
        <pc:chgData name="Said Achmad" userId="5d71821f-e4ec-49c0-a52f-549698ea3c81" providerId="ADAL" clId="{8FA70C37-553F-42CE-B3E3-F0E9374BF8AA}" dt="2024-05-23T07:12:23.106" v="1316" actId="47"/>
        <pc:sldMkLst>
          <pc:docMk/>
          <pc:sldMk cId="160602893" sldId="410"/>
        </pc:sldMkLst>
      </pc:sldChg>
      <pc:sldChg chg="addSp delSp modSp add mod">
        <pc:chgData name="Said Achmad" userId="5d71821f-e4ec-49c0-a52f-549698ea3c81" providerId="ADAL" clId="{8FA70C37-553F-42CE-B3E3-F0E9374BF8AA}" dt="2024-05-23T06:10:32.191" v="362" actId="1076"/>
        <pc:sldMkLst>
          <pc:docMk/>
          <pc:sldMk cId="2355350369" sldId="411"/>
        </pc:sldMkLst>
      </pc:sldChg>
      <pc:sldChg chg="addSp delSp modSp add mod">
        <pc:chgData name="Said Achmad" userId="5d71821f-e4ec-49c0-a52f-549698ea3c81" providerId="ADAL" clId="{8FA70C37-553F-42CE-B3E3-F0E9374BF8AA}" dt="2024-05-23T06:37:26.503" v="756" actId="404"/>
        <pc:sldMkLst>
          <pc:docMk/>
          <pc:sldMk cId="933499238" sldId="412"/>
        </pc:sldMkLst>
      </pc:sldChg>
      <pc:sldChg chg="addSp delSp modSp add mod">
        <pc:chgData name="Said Achmad" userId="5d71821f-e4ec-49c0-a52f-549698ea3c81" providerId="ADAL" clId="{8FA70C37-553F-42CE-B3E3-F0E9374BF8AA}" dt="2024-05-23T06:17:47.359" v="519" actId="1076"/>
        <pc:sldMkLst>
          <pc:docMk/>
          <pc:sldMk cId="2200156304" sldId="413"/>
        </pc:sldMkLst>
      </pc:sldChg>
      <pc:sldChg chg="addSp delSp modSp add mod ord">
        <pc:chgData name="Said Achmad" userId="5d71821f-e4ec-49c0-a52f-549698ea3c81" providerId="ADAL" clId="{8FA70C37-553F-42CE-B3E3-F0E9374BF8AA}" dt="2024-05-23T06:21:33.404" v="570" actId="14100"/>
        <pc:sldMkLst>
          <pc:docMk/>
          <pc:sldMk cId="564126395" sldId="414"/>
        </pc:sldMkLst>
      </pc:sldChg>
      <pc:sldChg chg="addSp delSp modSp add mod ord">
        <pc:chgData name="Said Achmad" userId="5d71821f-e4ec-49c0-a52f-549698ea3c81" providerId="ADAL" clId="{8FA70C37-553F-42CE-B3E3-F0E9374BF8AA}" dt="2024-05-23T06:25:28.424" v="625"/>
        <pc:sldMkLst>
          <pc:docMk/>
          <pc:sldMk cId="1991773872" sldId="415"/>
        </pc:sldMkLst>
      </pc:sldChg>
      <pc:sldChg chg="new del">
        <pc:chgData name="Said Achmad" userId="5d71821f-e4ec-49c0-a52f-549698ea3c81" providerId="ADAL" clId="{8FA70C37-553F-42CE-B3E3-F0E9374BF8AA}" dt="2024-05-23T06:28:56.531" v="663" actId="680"/>
        <pc:sldMkLst>
          <pc:docMk/>
          <pc:sldMk cId="1740180546" sldId="416"/>
        </pc:sldMkLst>
      </pc:sldChg>
      <pc:sldChg chg="addSp delSp modSp add del mod">
        <pc:chgData name="Said Achmad" userId="5d71821f-e4ec-49c0-a52f-549698ea3c81" providerId="ADAL" clId="{8FA70C37-553F-42CE-B3E3-F0E9374BF8AA}" dt="2024-05-23T06:33:08.990" v="700" actId="114"/>
        <pc:sldMkLst>
          <pc:docMk/>
          <pc:sldMk cId="3926146284" sldId="416"/>
        </pc:sldMkLst>
      </pc:sldChg>
      <pc:sldChg chg="addSp delSp modSp add mod ord">
        <pc:chgData name="Said Achmad" userId="5d71821f-e4ec-49c0-a52f-549698ea3c81" providerId="ADAL" clId="{8FA70C37-553F-42CE-B3E3-F0E9374BF8AA}" dt="2024-05-23T07:00:51.031" v="1177" actId="20577"/>
        <pc:sldMkLst>
          <pc:docMk/>
          <pc:sldMk cId="3795881600" sldId="417"/>
        </pc:sldMkLst>
      </pc:sldChg>
      <pc:sldChg chg="addSp delSp modSp add mod">
        <pc:chgData name="Said Achmad" userId="5d71821f-e4ec-49c0-a52f-549698ea3c81" providerId="ADAL" clId="{8FA70C37-553F-42CE-B3E3-F0E9374BF8AA}" dt="2024-05-23T06:44:07.450" v="855" actId="1076"/>
        <pc:sldMkLst>
          <pc:docMk/>
          <pc:sldMk cId="1754654541" sldId="418"/>
        </pc:sldMkLst>
      </pc:sldChg>
      <pc:sldChg chg="addSp delSp modSp add mod ord">
        <pc:chgData name="Said Achmad" userId="5d71821f-e4ec-49c0-a52f-549698ea3c81" providerId="ADAL" clId="{8FA70C37-553F-42CE-B3E3-F0E9374BF8AA}" dt="2024-05-23T06:47:01.545" v="893" actId="14100"/>
        <pc:sldMkLst>
          <pc:docMk/>
          <pc:sldMk cId="3116661740" sldId="419"/>
        </pc:sldMkLst>
      </pc:sldChg>
      <pc:sldChg chg="addSp delSp modSp add mod ord">
        <pc:chgData name="Said Achmad" userId="5d71821f-e4ec-49c0-a52f-549698ea3c81" providerId="ADAL" clId="{8FA70C37-553F-42CE-B3E3-F0E9374BF8AA}" dt="2024-05-23T06:50:07.396" v="933" actId="14100"/>
        <pc:sldMkLst>
          <pc:docMk/>
          <pc:sldMk cId="1447601855" sldId="420"/>
        </pc:sldMkLst>
      </pc:sldChg>
      <pc:sldChg chg="modSp add del mod">
        <pc:chgData name="Said Achmad" userId="5d71821f-e4ec-49c0-a52f-549698ea3c81" providerId="ADAL" clId="{8FA70C37-553F-42CE-B3E3-F0E9374BF8AA}" dt="2024-05-23T06:50:16.698" v="935" actId="47"/>
        <pc:sldMkLst>
          <pc:docMk/>
          <pc:sldMk cId="55350183" sldId="421"/>
        </pc:sldMkLst>
      </pc:sldChg>
      <pc:sldChg chg="addSp delSp modSp add mod">
        <pc:chgData name="Said Achmad" userId="5d71821f-e4ec-49c0-a52f-549698ea3c81" providerId="ADAL" clId="{8FA70C37-553F-42CE-B3E3-F0E9374BF8AA}" dt="2024-05-23T06:55:06.018" v="1042" actId="14100"/>
        <pc:sldMkLst>
          <pc:docMk/>
          <pc:sldMk cId="827273053" sldId="421"/>
        </pc:sldMkLst>
      </pc:sldChg>
      <pc:sldChg chg="addSp delSp modSp add mod">
        <pc:chgData name="Said Achmad" userId="5d71821f-e4ec-49c0-a52f-549698ea3c81" providerId="ADAL" clId="{8FA70C37-553F-42CE-B3E3-F0E9374BF8AA}" dt="2024-05-23T06:58:37.224" v="1132" actId="14100"/>
        <pc:sldMkLst>
          <pc:docMk/>
          <pc:sldMk cId="4151325664" sldId="422"/>
        </pc:sldMkLst>
      </pc:sldChg>
      <pc:sldChg chg="modSp add mod ord">
        <pc:chgData name="Said Achmad" userId="5d71821f-e4ec-49c0-a52f-549698ea3c81" providerId="ADAL" clId="{8FA70C37-553F-42CE-B3E3-F0E9374BF8AA}" dt="2024-05-23T06:59:15.828" v="1146" actId="20577"/>
        <pc:sldMkLst>
          <pc:docMk/>
          <pc:sldMk cId="4056597711" sldId="423"/>
        </pc:sldMkLst>
      </pc:sldChg>
      <pc:sldChg chg="addSp delSp modSp add mod">
        <pc:chgData name="Said Achmad" userId="5d71821f-e4ec-49c0-a52f-549698ea3c81" providerId="ADAL" clId="{8FA70C37-553F-42CE-B3E3-F0E9374BF8AA}" dt="2024-05-23T07:02:53.223" v="1199" actId="1076"/>
        <pc:sldMkLst>
          <pc:docMk/>
          <pc:sldMk cId="427108214" sldId="424"/>
        </pc:sldMkLst>
      </pc:sldChg>
      <pc:sldChg chg="addSp delSp modSp add mod">
        <pc:chgData name="Said Achmad" userId="5d71821f-e4ec-49c0-a52f-549698ea3c81" providerId="ADAL" clId="{8FA70C37-553F-42CE-B3E3-F0E9374BF8AA}" dt="2024-05-23T07:08:20.485" v="1277" actId="207"/>
        <pc:sldMkLst>
          <pc:docMk/>
          <pc:sldMk cId="3608921012" sldId="425"/>
        </pc:sldMkLst>
      </pc:sldChg>
      <pc:sldChg chg="addSp delSp modSp add mod">
        <pc:chgData name="Said Achmad" userId="5d71821f-e4ec-49c0-a52f-549698ea3c81" providerId="ADAL" clId="{8FA70C37-553F-42CE-B3E3-F0E9374BF8AA}" dt="2024-05-23T07:11:27.823" v="1312" actId="1076"/>
        <pc:sldMkLst>
          <pc:docMk/>
          <pc:sldMk cId="2024252969" sldId="426"/>
        </pc:sldMkLst>
      </pc:sldChg>
      <pc:sldChg chg="modSp add mod">
        <pc:chgData name="Said Achmad" userId="5d71821f-e4ec-49c0-a52f-549698ea3c81" providerId="ADAL" clId="{8FA70C37-553F-42CE-B3E3-F0E9374BF8AA}" dt="2024-05-23T07:14:58.684" v="1332"/>
        <pc:sldMkLst>
          <pc:docMk/>
          <pc:sldMk cId="3322301146" sldId="427"/>
        </pc:sldMkLst>
      </pc:sldChg>
      <pc:sldChg chg="modSp add mod modNotesTx">
        <pc:chgData name="Said Achmad" userId="5d71821f-e4ec-49c0-a52f-549698ea3c81" providerId="ADAL" clId="{8FA70C37-553F-42CE-B3E3-F0E9374BF8AA}" dt="2024-05-23T07:15:29.831" v="1336" actId="20577"/>
        <pc:sldMkLst>
          <pc:docMk/>
          <pc:sldMk cId="1617187729" sldId="428"/>
        </pc:sldMkLst>
      </pc:sldChg>
      <pc:sldMasterChg chg="delSldLayout">
        <pc:chgData name="Said Achmad" userId="5d71821f-e4ec-49c0-a52f-549698ea3c81" providerId="ADAL" clId="{8FA70C37-553F-42CE-B3E3-F0E9374BF8AA}" dt="2024-05-23T06:04:05.977" v="267" actId="47"/>
        <pc:sldMasterMkLst>
          <pc:docMk/>
          <pc:sldMasterMk cId="0" sldId="2147483648"/>
        </pc:sldMasterMkLst>
        <pc:sldLayoutChg chg="del">
          <pc:chgData name="Said Achmad" userId="5d71821f-e4ec-49c0-a52f-549698ea3c81" providerId="ADAL" clId="{8FA70C37-553F-42CE-B3E3-F0E9374BF8AA}" dt="2024-05-23T06:04:05.977" v="267" actId="47"/>
          <pc:sldLayoutMkLst>
            <pc:docMk/>
            <pc:sldMasterMk cId="0" sldId="2147483648"/>
            <pc:sldLayoutMk cId="1954039870" sldId="2147483690"/>
          </pc:sldLayoutMkLst>
        </pc:sldLayoutChg>
      </pc:sldMasterChg>
    </pc:docChg>
  </pc:docChgLst>
  <pc:docChgLst>
    <pc:chgData name="Said Achmad" userId="5d71821f-e4ec-49c0-a52f-549698ea3c81" providerId="ADAL" clId="{5A6F5F28-5ED2-43E1-A2CB-36A1657676AD}"/>
    <pc:docChg chg="undo redo custSel addSld delSld modSld sldOrd">
      <pc:chgData name="Said Achmad" userId="5d71821f-e4ec-49c0-a52f-549698ea3c81" providerId="ADAL" clId="{5A6F5F28-5ED2-43E1-A2CB-36A1657676AD}" dt="2023-11-16T05:31:00.615" v="3239"/>
      <pc:docMkLst>
        <pc:docMk/>
      </pc:docMkLst>
      <pc:sldChg chg="modSp mod">
        <pc:chgData name="Said Achmad" userId="5d71821f-e4ec-49c0-a52f-549698ea3c81" providerId="ADAL" clId="{5A6F5F28-5ED2-43E1-A2CB-36A1657676AD}" dt="2023-10-27T08:08:13.626" v="24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5A6F5F28-5ED2-43E1-A2CB-36A1657676AD}" dt="2023-11-16T05:31:00.615" v="3239"/>
        <pc:sldMkLst>
          <pc:docMk/>
          <pc:sldMk cId="3724825567" sldId="260"/>
        </pc:sldMkLst>
      </pc:sldChg>
      <pc:sldChg chg="modSp mod">
        <pc:chgData name="Said Achmad" userId="5d71821f-e4ec-49c0-a52f-549698ea3c81" providerId="ADAL" clId="{5A6F5F28-5ED2-43E1-A2CB-36A1657676AD}" dt="2023-10-27T08:49:01.928" v="769" actId="20577"/>
        <pc:sldMkLst>
          <pc:docMk/>
          <pc:sldMk cId="3041036902" sldId="261"/>
        </pc:sldMkLst>
      </pc:sldChg>
      <pc:sldChg chg="modSp mod">
        <pc:chgData name="Said Achmad" userId="5d71821f-e4ec-49c0-a52f-549698ea3c81" providerId="ADAL" clId="{5A6F5F28-5ED2-43E1-A2CB-36A1657676AD}" dt="2023-10-27T08:19:05.670" v="67" actId="20577"/>
        <pc:sldMkLst>
          <pc:docMk/>
          <pc:sldMk cId="363028880" sldId="262"/>
        </pc:sldMkLst>
      </pc:sldChg>
      <pc:sldChg chg="modSp mod">
        <pc:chgData name="Said Achmad" userId="5d71821f-e4ec-49c0-a52f-549698ea3c81" providerId="ADAL" clId="{5A6F5F28-5ED2-43E1-A2CB-36A1657676AD}" dt="2023-10-27T10:09:24.377" v="852" actId="20577"/>
        <pc:sldMkLst>
          <pc:docMk/>
          <pc:sldMk cId="3663985620" sldId="26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629326906" sldId="272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2906983293" sldId="27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51085493" sldId="27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4225043614" sldId="27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840490389" sldId="277"/>
        </pc:sldMkLst>
      </pc:sldChg>
      <pc:sldChg chg="modSp mod">
        <pc:chgData name="Said Achmad" userId="5d71821f-e4ec-49c0-a52f-549698ea3c81" providerId="ADAL" clId="{5A6F5F28-5ED2-43E1-A2CB-36A1657676AD}" dt="2023-11-16T05:15:54.436" v="3093" actId="20577"/>
        <pc:sldMkLst>
          <pc:docMk/>
          <pc:sldMk cId="3500018930" sldId="278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864549538" sldId="280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062500002" sldId="281"/>
        </pc:sldMkLst>
      </pc:sldChg>
      <pc:sldChg chg="modSp mod">
        <pc:chgData name="Said Achmad" userId="5d71821f-e4ec-49c0-a52f-549698ea3c81" providerId="ADAL" clId="{5A6F5F28-5ED2-43E1-A2CB-36A1657676AD}" dt="2023-11-16T05:23:25.377" v="3230" actId="20577"/>
        <pc:sldMkLst>
          <pc:docMk/>
          <pc:sldMk cId="1702753199" sldId="283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901110" sldId="284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3781791020" sldId="285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57355698" sldId="286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451122948" sldId="287"/>
        </pc:sldMkLst>
      </pc:sldChg>
      <pc:sldChg chg="addSp delSp modSp add mod">
        <pc:chgData name="Said Achmad" userId="5d71821f-e4ec-49c0-a52f-549698ea3c81" providerId="ADAL" clId="{5A6F5F28-5ED2-43E1-A2CB-36A1657676AD}" dt="2023-10-27T08:45:58.391" v="624" actId="115"/>
        <pc:sldMkLst>
          <pc:docMk/>
          <pc:sldMk cId="1561272596" sldId="288"/>
        </pc:sldMkLst>
      </pc:sldChg>
      <pc:sldChg chg="add del">
        <pc:chgData name="Said Achmad" userId="5d71821f-e4ec-49c0-a52f-549698ea3c81" providerId="ADAL" clId="{5A6F5F28-5ED2-43E1-A2CB-36A1657676AD}" dt="2023-10-27T10:09:18.147" v="828" actId="2890"/>
        <pc:sldMkLst>
          <pc:docMk/>
          <pc:sldMk cId="1118690115" sldId="289"/>
        </pc:sldMkLst>
      </pc:sldChg>
      <pc:sldChg chg="del">
        <pc:chgData name="Said Achmad" userId="5d71821f-e4ec-49c0-a52f-549698ea3c81" providerId="ADAL" clId="{5A6F5F28-5ED2-43E1-A2CB-36A1657676AD}" dt="2023-11-15T08:18:04.668" v="2271" actId="47"/>
        <pc:sldMkLst>
          <pc:docMk/>
          <pc:sldMk cId="1614660766" sldId="289"/>
        </pc:sldMkLst>
      </pc:sldChg>
      <pc:sldChg chg="del">
        <pc:chgData name="Said Achmad" userId="5d71821f-e4ec-49c0-a52f-549698ea3c81" providerId="ADAL" clId="{5A6F5F28-5ED2-43E1-A2CB-36A1657676AD}" dt="2023-11-15T03:38:04.756" v="853" actId="47"/>
        <pc:sldMkLst>
          <pc:docMk/>
          <pc:sldMk cId="3956761653" sldId="290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04.060" v="2250" actId="478"/>
        <pc:sldMkLst>
          <pc:docMk/>
          <pc:sldMk cId="2852185070" sldId="291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6:18.031" v="2253" actId="478"/>
        <pc:sldMkLst>
          <pc:docMk/>
          <pc:sldMk cId="1805675844" sldId="292"/>
        </pc:sldMkLst>
      </pc:sldChg>
      <pc:sldChg chg="addSp delSp modSp mod ord modClrScheme chgLayout">
        <pc:chgData name="Said Achmad" userId="5d71821f-e4ec-49c0-a52f-549698ea3c81" providerId="ADAL" clId="{5A6F5F28-5ED2-43E1-A2CB-36A1657676AD}" dt="2023-11-15T08:17:00.340" v="2257" actId="478"/>
        <pc:sldMkLst>
          <pc:docMk/>
          <pc:sldMk cId="949010790" sldId="293"/>
        </pc:sldMkLst>
      </pc:sldChg>
      <pc:sldChg chg="addSp delSp modSp mod modClrScheme chgLayout">
        <pc:chgData name="Said Achmad" userId="5d71821f-e4ec-49c0-a52f-549698ea3c81" providerId="ADAL" clId="{5A6F5F28-5ED2-43E1-A2CB-36A1657676AD}" dt="2023-11-15T08:15:40.688" v="2247" actId="478"/>
        <pc:sldMkLst>
          <pc:docMk/>
          <pc:sldMk cId="3955090986" sldId="294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7:50.453" v="2270"/>
        <pc:sldMkLst>
          <pc:docMk/>
          <pc:sldMk cId="3819417382" sldId="295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28.796" v="2239" actId="478"/>
        <pc:sldMkLst>
          <pc:docMk/>
          <pc:sldMk cId="2756292616" sldId="296"/>
        </pc:sldMkLst>
      </pc:sldChg>
      <pc:sldChg chg="add del">
        <pc:chgData name="Said Achmad" userId="5d71821f-e4ec-49c0-a52f-549698ea3c81" providerId="ADAL" clId="{5A6F5F28-5ED2-43E1-A2CB-36A1657676AD}" dt="2023-11-15T07:45:14.479" v="1804" actId="47"/>
        <pc:sldMkLst>
          <pc:docMk/>
          <pc:sldMk cId="1118551909" sldId="297"/>
        </pc:sldMkLst>
      </pc:sldChg>
      <pc:sldChg chg="modSp add del mod">
        <pc:chgData name="Said Achmad" userId="5d71821f-e4ec-49c0-a52f-549698ea3c81" providerId="ADAL" clId="{5A6F5F28-5ED2-43E1-A2CB-36A1657676AD}" dt="2023-11-15T07:44:29.768" v="1782" actId="47"/>
        <pc:sldMkLst>
          <pc:docMk/>
          <pc:sldMk cId="3301250164" sldId="298"/>
        </pc:sldMkLst>
      </pc:sldChg>
      <pc:sldChg chg="addSp delSp modSp add mod ord modClrScheme chgLayout">
        <pc:chgData name="Said Achmad" userId="5d71821f-e4ec-49c0-a52f-549698ea3c81" providerId="ADAL" clId="{5A6F5F28-5ED2-43E1-A2CB-36A1657676AD}" dt="2023-11-15T08:14:47.888" v="2242" actId="478"/>
        <pc:sldMkLst>
          <pc:docMk/>
          <pc:sldMk cId="1462856539" sldId="299"/>
        </pc:sldMkLst>
      </pc:sldChg>
      <pc:sldChg chg="modSp add mod ord modClrScheme chgLayout">
        <pc:chgData name="Said Achmad" userId="5d71821f-e4ec-49c0-a52f-549698ea3c81" providerId="ADAL" clId="{5A6F5F28-5ED2-43E1-A2CB-36A1657676AD}" dt="2023-11-15T08:13:25.315" v="2233" actId="700"/>
        <pc:sldMkLst>
          <pc:docMk/>
          <pc:sldMk cId="2775010017" sldId="300"/>
        </pc:sldMkLst>
      </pc:sldChg>
      <pc:sldChg chg="modSp add mod ord">
        <pc:chgData name="Said Achmad" userId="5d71821f-e4ec-49c0-a52f-549698ea3c81" providerId="ADAL" clId="{5A6F5F28-5ED2-43E1-A2CB-36A1657676AD}" dt="2023-11-16T02:25:20.622" v="2276" actId="20577"/>
        <pc:sldMkLst>
          <pc:docMk/>
          <pc:sldMk cId="715285486" sldId="301"/>
        </pc:sldMkLst>
      </pc:sldChg>
      <pc:sldChg chg="modSp add del mod">
        <pc:chgData name="Said Achmad" userId="5d71821f-e4ec-49c0-a52f-549698ea3c81" providerId="ADAL" clId="{5A6F5F28-5ED2-43E1-A2CB-36A1657676AD}" dt="2023-11-16T02:31:07.863" v="2311" actId="47"/>
        <pc:sldMkLst>
          <pc:docMk/>
          <pc:sldMk cId="2066656938" sldId="302"/>
        </pc:sldMkLst>
      </pc:sldChg>
      <pc:sldChg chg="modSp add mod">
        <pc:chgData name="Said Achmad" userId="5d71821f-e4ec-49c0-a52f-549698ea3c81" providerId="ADAL" clId="{5A6F5F28-5ED2-43E1-A2CB-36A1657676AD}" dt="2023-11-16T02:36:40.887" v="2389" actId="20577"/>
        <pc:sldMkLst>
          <pc:docMk/>
          <pc:sldMk cId="1491587317" sldId="303"/>
        </pc:sldMkLst>
      </pc:sldChg>
      <pc:sldChg chg="modSp add mod ord">
        <pc:chgData name="Said Achmad" userId="5d71821f-e4ec-49c0-a52f-549698ea3c81" providerId="ADAL" clId="{5A6F5F28-5ED2-43E1-A2CB-36A1657676AD}" dt="2023-11-16T03:57:36.601" v="2393"/>
        <pc:sldMkLst>
          <pc:docMk/>
          <pc:sldMk cId="2410182092" sldId="304"/>
        </pc:sldMkLst>
      </pc:sldChg>
      <pc:sldChg chg="modSp add del mod">
        <pc:chgData name="Said Achmad" userId="5d71821f-e4ec-49c0-a52f-549698ea3c81" providerId="ADAL" clId="{5A6F5F28-5ED2-43E1-A2CB-36A1657676AD}" dt="2023-11-16T02:35:35.021" v="2382" actId="47"/>
        <pc:sldMkLst>
          <pc:docMk/>
          <pc:sldMk cId="3426220842" sldId="304"/>
        </pc:sldMkLst>
      </pc:sldChg>
      <pc:sldChg chg="modSp add del mod">
        <pc:chgData name="Said Achmad" userId="5d71821f-e4ec-49c0-a52f-549698ea3c81" providerId="ADAL" clId="{5A6F5F28-5ED2-43E1-A2CB-36A1657676AD}" dt="2023-11-16T02:35:30.671" v="2381" actId="47"/>
        <pc:sldMkLst>
          <pc:docMk/>
          <pc:sldMk cId="838552825" sldId="305"/>
        </pc:sldMkLst>
      </pc:sldChg>
      <pc:sldChg chg="modSp add mod">
        <pc:chgData name="Said Achmad" userId="5d71821f-e4ec-49c0-a52f-549698ea3c81" providerId="ADAL" clId="{5A6F5F28-5ED2-43E1-A2CB-36A1657676AD}" dt="2023-11-16T05:24:06.223" v="3238" actId="113"/>
        <pc:sldMkLst>
          <pc:docMk/>
          <pc:sldMk cId="1042903480" sldId="305"/>
        </pc:sldMkLst>
      </pc:sldChg>
      <pc:sldChg chg="modSp add mod">
        <pc:chgData name="Said Achmad" userId="5d71821f-e4ec-49c0-a52f-549698ea3c81" providerId="ADAL" clId="{5A6F5F28-5ED2-43E1-A2CB-36A1657676AD}" dt="2023-11-16T04:57:59.580" v="3009" actId="20577"/>
        <pc:sldMkLst>
          <pc:docMk/>
          <pc:sldMk cId="2361189392" sldId="306"/>
        </pc:sldMkLst>
      </pc:sldChg>
      <pc:sldChg chg="modSp add mod">
        <pc:chgData name="Said Achmad" userId="5d71821f-e4ec-49c0-a52f-549698ea3c81" providerId="ADAL" clId="{5A6F5F28-5ED2-43E1-A2CB-36A1657676AD}" dt="2023-11-16T04:49:29.902" v="2916" actId="20577"/>
        <pc:sldMkLst>
          <pc:docMk/>
          <pc:sldMk cId="1190454364" sldId="307"/>
        </pc:sldMkLst>
      </pc:sldChg>
      <pc:sldChg chg="modSp add mod">
        <pc:chgData name="Said Achmad" userId="5d71821f-e4ec-49c0-a52f-549698ea3c81" providerId="ADAL" clId="{5A6F5F28-5ED2-43E1-A2CB-36A1657676AD}" dt="2023-11-16T04:56:33.601" v="2968" actId="20577"/>
        <pc:sldMkLst>
          <pc:docMk/>
          <pc:sldMk cId="3106424430" sldId="308"/>
        </pc:sldMkLst>
      </pc:sldChg>
    </pc:docChg>
  </pc:docChgLst>
  <pc:docChgLst>
    <pc:chgData name="Said Achmad" userId="5d71821f-e4ec-49c0-a52f-549698ea3c81" providerId="ADAL" clId="{ACCB8F31-DC50-4B80-9522-D3FFCEBB1139}"/>
    <pc:docChg chg="undo redo custSel addSld delSld modSld sldOrd">
      <pc:chgData name="Said Achmad" userId="5d71821f-e4ec-49c0-a52f-549698ea3c81" providerId="ADAL" clId="{ACCB8F31-DC50-4B80-9522-D3FFCEBB1139}" dt="2023-10-27T04:14:05.510" v="3486" actId="20577"/>
      <pc:docMkLst>
        <pc:docMk/>
      </pc:docMkLst>
      <pc:sldChg chg="modSp mod">
        <pc:chgData name="Said Achmad" userId="5d71821f-e4ec-49c0-a52f-549698ea3c81" providerId="ADAL" clId="{ACCB8F31-DC50-4B80-9522-D3FFCEBB1139}" dt="2023-10-26T06:55:05.969" v="32"/>
        <pc:sldMkLst>
          <pc:docMk/>
          <pc:sldMk cId="3807564589" sldId="256"/>
        </pc:sldMkLst>
      </pc:sldChg>
      <pc:sldChg chg="new del">
        <pc:chgData name="Said Achmad" userId="5d71821f-e4ec-49c0-a52f-549698ea3c81" providerId="ADAL" clId="{ACCB8F31-DC50-4B80-9522-D3FFCEBB1139}" dt="2023-10-26T06:55:40.586" v="34" actId="47"/>
        <pc:sldMkLst>
          <pc:docMk/>
          <pc:sldMk cId="3286231647" sldId="257"/>
        </pc:sldMkLst>
      </pc:sldChg>
      <pc:sldChg chg="delSp 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4133371411" sldId="257"/>
        </pc:sldMkLst>
      </pc:sldChg>
      <pc:sldChg chg="modSp new del mod">
        <pc:chgData name="Said Achmad" userId="5d71821f-e4ec-49c0-a52f-549698ea3c81" providerId="ADAL" clId="{ACCB8F31-DC50-4B80-9522-D3FFCEBB1139}" dt="2023-10-26T07:16:01.856" v="223" actId="47"/>
        <pc:sldMkLst>
          <pc:docMk/>
          <pc:sldMk cId="1191048756" sldId="258"/>
        </pc:sldMkLst>
      </pc:sldChg>
      <pc:sldChg chg="delSp modSp new mod ord">
        <pc:chgData name="Said Achmad" userId="5d71821f-e4ec-49c0-a52f-549698ea3c81" providerId="ADAL" clId="{ACCB8F31-DC50-4B80-9522-D3FFCEBB1139}" dt="2023-10-26T07:02:32.419" v="158" actId="403"/>
        <pc:sldMkLst>
          <pc:docMk/>
          <pc:sldMk cId="3239424758" sldId="259"/>
        </pc:sldMkLst>
      </pc:sldChg>
      <pc:sldChg chg="modSp add mod">
        <pc:chgData name="Said Achmad" userId="5d71821f-e4ec-49c0-a52f-549698ea3c81" providerId="ADAL" clId="{ACCB8F31-DC50-4B80-9522-D3FFCEBB1139}" dt="2023-10-26T10:45:54.128" v="1999" actId="20577"/>
        <pc:sldMkLst>
          <pc:docMk/>
          <pc:sldMk cId="3724825567" sldId="260"/>
        </pc:sldMkLst>
      </pc:sldChg>
      <pc:sldChg chg="addSp delSp modSp new add del mod">
        <pc:chgData name="Said Achmad" userId="5d71821f-e4ec-49c0-a52f-549698ea3c81" providerId="ADAL" clId="{ACCB8F31-DC50-4B80-9522-D3FFCEBB1139}" dt="2023-10-26T09:06:03.246" v="1194" actId="20577"/>
        <pc:sldMkLst>
          <pc:docMk/>
          <pc:sldMk cId="3041036902" sldId="261"/>
        </pc:sldMkLst>
      </pc:sldChg>
      <pc:sldChg chg="modSp new mod chgLayout">
        <pc:chgData name="Said Achmad" userId="5d71821f-e4ec-49c0-a52f-549698ea3c81" providerId="ADAL" clId="{ACCB8F31-DC50-4B80-9522-D3FFCEBB1139}" dt="2023-10-26T07:56:26.485" v="597" actId="207"/>
        <pc:sldMkLst>
          <pc:docMk/>
          <pc:sldMk cId="363028880" sldId="262"/>
        </pc:sldMkLst>
      </pc:sldChg>
      <pc:sldChg chg="new del">
        <pc:chgData name="Said Achmad" userId="5d71821f-e4ec-49c0-a52f-549698ea3c81" providerId="ADAL" clId="{ACCB8F31-DC50-4B80-9522-D3FFCEBB1139}" dt="2023-10-26T07:03:17.588" v="164" actId="47"/>
        <pc:sldMkLst>
          <pc:docMk/>
          <pc:sldMk cId="2426101246" sldId="262"/>
        </pc:sldMkLst>
      </pc:sldChg>
      <pc:sldChg chg="modSp add del mod">
        <pc:chgData name="Said Achmad" userId="5d71821f-e4ec-49c0-a52f-549698ea3c81" providerId="ADAL" clId="{ACCB8F31-DC50-4B80-9522-D3FFCEBB1139}" dt="2023-10-26T09:09:29.954" v="1195" actId="47"/>
        <pc:sldMkLst>
          <pc:docMk/>
          <pc:sldMk cId="4107200152" sldId="263"/>
        </pc:sldMkLst>
      </pc:sldChg>
      <pc:sldChg chg="modSp add del mod ord">
        <pc:chgData name="Said Achmad" userId="5d71821f-e4ec-49c0-a52f-549698ea3c81" providerId="ADAL" clId="{ACCB8F31-DC50-4B80-9522-D3FFCEBB1139}" dt="2023-10-26T08:18:28.503" v="1171" actId="115"/>
        <pc:sldMkLst>
          <pc:docMk/>
          <pc:sldMk cId="3663985620" sldId="264"/>
        </pc:sldMkLst>
      </pc:sldChg>
      <pc:sldChg chg="modSp add del mod">
        <pc:chgData name="Said Achmad" userId="5d71821f-e4ec-49c0-a52f-549698ea3c81" providerId="ADAL" clId="{ACCB8F31-DC50-4B80-9522-D3FFCEBB1139}" dt="2023-10-26T08:16:45.782" v="1152" actId="12"/>
        <pc:sldMkLst>
          <pc:docMk/>
          <pc:sldMk cId="117569319" sldId="265"/>
        </pc:sldMkLst>
      </pc:sldChg>
      <pc:sldChg chg="new del">
        <pc:chgData name="Said Achmad" userId="5d71821f-e4ec-49c0-a52f-549698ea3c81" providerId="ADAL" clId="{ACCB8F31-DC50-4B80-9522-D3FFCEBB1139}" dt="2023-10-26T07:17:55.622" v="244" actId="680"/>
        <pc:sldMkLst>
          <pc:docMk/>
          <pc:sldMk cId="544979971" sldId="266"/>
        </pc:sldMkLst>
      </pc:sldChg>
      <pc:sldChg chg="addSp delSp modSp add mod modNotesTx">
        <pc:chgData name="Said Achmad" userId="5d71821f-e4ec-49c0-a52f-549698ea3c81" providerId="ADAL" clId="{ACCB8F31-DC50-4B80-9522-D3FFCEBB1139}" dt="2023-10-26T08:17:17.099" v="1155" actId="1582"/>
        <pc:sldMkLst>
          <pc:docMk/>
          <pc:sldMk cId="926499602" sldId="266"/>
        </pc:sldMkLst>
      </pc:sldChg>
      <pc:sldChg chg="new del">
        <pc:chgData name="Said Achmad" userId="5d71821f-e4ec-49c0-a52f-549698ea3c81" providerId="ADAL" clId="{ACCB8F31-DC50-4B80-9522-D3FFCEBB1139}" dt="2023-10-26T07:18:30.676" v="247" actId="47"/>
        <pc:sldMkLst>
          <pc:docMk/>
          <pc:sldMk cId="3348473186" sldId="266"/>
        </pc:sldMkLst>
      </pc:sldChg>
      <pc:sldChg chg="addSp delSp modSp add mod ord modNotesTx">
        <pc:chgData name="Said Achmad" userId="5d71821f-e4ec-49c0-a52f-549698ea3c81" providerId="ADAL" clId="{ACCB8F31-DC50-4B80-9522-D3FFCEBB1139}" dt="2023-10-26T07:31:23.881" v="455" actId="1076"/>
        <pc:sldMkLst>
          <pc:docMk/>
          <pc:sldMk cId="1284774635" sldId="267"/>
        </pc:sldMkLst>
      </pc:sldChg>
      <pc:sldChg chg="addSp delSp modSp add mod">
        <pc:chgData name="Said Achmad" userId="5d71821f-e4ec-49c0-a52f-549698ea3c81" providerId="ADAL" clId="{ACCB8F31-DC50-4B80-9522-D3FFCEBB1139}" dt="2023-10-26T07:31:57.476" v="467"/>
        <pc:sldMkLst>
          <pc:docMk/>
          <pc:sldMk cId="34122191" sldId="268"/>
        </pc:sldMkLst>
      </pc:sldChg>
      <pc:sldChg chg="addSp delSp modSp add mod">
        <pc:chgData name="Said Achmad" userId="5d71821f-e4ec-49c0-a52f-549698ea3c81" providerId="ADAL" clId="{ACCB8F31-DC50-4B80-9522-D3FFCEBB1139}" dt="2023-10-26T07:33:19.493" v="495" actId="12385"/>
        <pc:sldMkLst>
          <pc:docMk/>
          <pc:sldMk cId="1855902636" sldId="269"/>
        </pc:sldMkLst>
      </pc:sldChg>
      <pc:sldChg chg="addSp delSp modSp add mod ord modNotesTx">
        <pc:chgData name="Said Achmad" userId="5d71821f-e4ec-49c0-a52f-549698ea3c81" providerId="ADAL" clId="{ACCB8F31-DC50-4B80-9522-D3FFCEBB1139}" dt="2023-10-26T08:18:44.343" v="1173" actId="115"/>
        <pc:sldMkLst>
          <pc:docMk/>
          <pc:sldMk cId="3522040008" sldId="270"/>
        </pc:sldMkLst>
      </pc:sldChg>
      <pc:sldChg chg="modSp add mod modNotesTx">
        <pc:chgData name="Said Achmad" userId="5d71821f-e4ec-49c0-a52f-549698ea3c81" providerId="ADAL" clId="{ACCB8F31-DC50-4B80-9522-D3FFCEBB1139}" dt="2023-10-26T08:19:07.618" v="1175" actId="20577"/>
        <pc:sldMkLst>
          <pc:docMk/>
          <pc:sldMk cId="938585390" sldId="271"/>
        </pc:sldMkLst>
      </pc:sldChg>
      <pc:sldChg chg="modSp add del mod">
        <pc:chgData name="Said Achmad" userId="5d71821f-e4ec-49c0-a52f-549698ea3c81" providerId="ADAL" clId="{ACCB8F31-DC50-4B80-9522-D3FFCEBB1139}" dt="2023-10-26T08:12:48.814" v="1107" actId="47"/>
        <pc:sldMkLst>
          <pc:docMk/>
          <pc:sldMk cId="240193300" sldId="272"/>
        </pc:sldMkLst>
      </pc:sldChg>
      <pc:sldChg chg="modSp new mod">
        <pc:chgData name="Said Achmad" userId="5d71821f-e4ec-49c0-a52f-549698ea3c81" providerId="ADAL" clId="{ACCB8F31-DC50-4B80-9522-D3FFCEBB1139}" dt="2023-10-26T10:25:36.108" v="1838" actId="20577"/>
        <pc:sldMkLst>
          <pc:docMk/>
          <pc:sldMk cId="629326906" sldId="272"/>
        </pc:sldMkLst>
      </pc:sldChg>
      <pc:sldChg chg="new del">
        <pc:chgData name="Said Achmad" userId="5d71821f-e4ec-49c0-a52f-549698ea3c81" providerId="ADAL" clId="{ACCB8F31-DC50-4B80-9522-D3FFCEBB1139}" dt="2023-10-26T10:45:28.544" v="1993" actId="47"/>
        <pc:sldMkLst>
          <pc:docMk/>
          <pc:sldMk cId="614863878" sldId="273"/>
        </pc:sldMkLst>
      </pc:sldChg>
      <pc:sldChg chg="addSp delSp modSp new mod">
        <pc:chgData name="Said Achmad" userId="5d71821f-e4ec-49c0-a52f-549698ea3c81" providerId="ADAL" clId="{ACCB8F31-DC50-4B80-9522-D3FFCEBB1139}" dt="2023-10-26T10:25:42.384" v="1854" actId="20577"/>
        <pc:sldMkLst>
          <pc:docMk/>
          <pc:sldMk cId="2906983293" sldId="274"/>
        </pc:sldMkLst>
      </pc:sldChg>
      <pc:sldChg chg="addSp delSp modSp add mod">
        <pc:chgData name="Said Achmad" userId="5d71821f-e4ec-49c0-a52f-549698ea3c81" providerId="ADAL" clId="{ACCB8F31-DC50-4B80-9522-D3FFCEBB1139}" dt="2023-10-26T10:19:56.696" v="1817" actId="1076"/>
        <pc:sldMkLst>
          <pc:docMk/>
          <pc:sldMk cId="351085493" sldId="275"/>
        </pc:sldMkLst>
      </pc:sldChg>
      <pc:sldChg chg="addSp delSp modSp add mod">
        <pc:chgData name="Said Achmad" userId="5d71821f-e4ec-49c0-a52f-549698ea3c81" providerId="ADAL" clId="{ACCB8F31-DC50-4B80-9522-D3FFCEBB1139}" dt="2023-10-26T10:45:10.163" v="1989" actId="948"/>
        <pc:sldMkLst>
          <pc:docMk/>
          <pc:sldMk cId="4225043614" sldId="276"/>
        </pc:sldMkLst>
      </pc:sldChg>
      <pc:sldChg chg="modSp add mod ord">
        <pc:chgData name="Said Achmad" userId="5d71821f-e4ec-49c0-a52f-549698ea3c81" providerId="ADAL" clId="{ACCB8F31-DC50-4B80-9522-D3FFCEBB1139}" dt="2023-10-27T02:31:39.166" v="2039"/>
        <pc:sldMkLst>
          <pc:docMk/>
          <pc:sldMk cId="3840490389" sldId="277"/>
        </pc:sldMkLst>
      </pc:sldChg>
      <pc:sldChg chg="addSp modSp new mod ord">
        <pc:chgData name="Said Achmad" userId="5d71821f-e4ec-49c0-a52f-549698ea3c81" providerId="ADAL" clId="{ACCB8F31-DC50-4B80-9522-D3FFCEBB1139}" dt="2023-10-27T04:14:05.510" v="3486" actId="20577"/>
        <pc:sldMkLst>
          <pc:docMk/>
          <pc:sldMk cId="3500018930" sldId="278"/>
        </pc:sldMkLst>
      </pc:sldChg>
      <pc:sldChg chg="modSp add del mod ord">
        <pc:chgData name="Said Achmad" userId="5d71821f-e4ec-49c0-a52f-549698ea3c81" providerId="ADAL" clId="{ACCB8F31-DC50-4B80-9522-D3FFCEBB1139}" dt="2023-10-27T03:57:22.143" v="3226" actId="47"/>
        <pc:sldMkLst>
          <pc:docMk/>
          <pc:sldMk cId="2115211603" sldId="279"/>
        </pc:sldMkLst>
      </pc:sldChg>
      <pc:sldChg chg="modSp add del mod">
        <pc:chgData name="Said Achmad" userId="5d71821f-e4ec-49c0-a52f-549698ea3c81" providerId="ADAL" clId="{ACCB8F31-DC50-4B80-9522-D3FFCEBB1139}" dt="2023-10-27T02:58:57.884" v="2511" actId="47"/>
        <pc:sldMkLst>
          <pc:docMk/>
          <pc:sldMk cId="44351928" sldId="280"/>
        </pc:sldMkLst>
      </pc:sldChg>
      <pc:sldChg chg="modSp add mod ord">
        <pc:chgData name="Said Achmad" userId="5d71821f-e4ec-49c0-a52f-549698ea3c81" providerId="ADAL" clId="{ACCB8F31-DC50-4B80-9522-D3FFCEBB1139}" dt="2023-10-27T03:02:52.472" v="2578" actId="20577"/>
        <pc:sldMkLst>
          <pc:docMk/>
          <pc:sldMk cId="864549538" sldId="280"/>
        </pc:sldMkLst>
      </pc:sldChg>
      <pc:sldChg chg="modSp add mod ord">
        <pc:chgData name="Said Achmad" userId="5d71821f-e4ec-49c0-a52f-549698ea3c81" providerId="ADAL" clId="{ACCB8F31-DC50-4B80-9522-D3FFCEBB1139}" dt="2023-10-27T03:23:00.879" v="2860" actId="20577"/>
        <pc:sldMkLst>
          <pc:docMk/>
          <pc:sldMk cId="3062500002" sldId="281"/>
        </pc:sldMkLst>
      </pc:sldChg>
      <pc:sldChg chg="addSp delSp modSp new mod">
        <pc:chgData name="Said Achmad" userId="5d71821f-e4ec-49c0-a52f-549698ea3c81" providerId="ADAL" clId="{ACCB8F31-DC50-4B80-9522-D3FFCEBB1139}" dt="2023-10-27T03:24:11.408" v="2866"/>
        <pc:sldMkLst>
          <pc:docMk/>
          <pc:sldMk cId="3962618298" sldId="282"/>
        </pc:sldMkLst>
      </pc:sldChg>
      <pc:sldChg chg="addSp delSp modSp new mod">
        <pc:chgData name="Said Achmad" userId="5d71821f-e4ec-49c0-a52f-549698ea3c81" providerId="ADAL" clId="{ACCB8F31-DC50-4B80-9522-D3FFCEBB1139}" dt="2023-10-27T04:05:02.848" v="3319" actId="20577"/>
        <pc:sldMkLst>
          <pc:docMk/>
          <pc:sldMk cId="1702753199" sldId="283"/>
        </pc:sldMkLst>
      </pc:sldChg>
      <pc:sldChg chg="modSp add mod modNotesTx">
        <pc:chgData name="Said Achmad" userId="5d71821f-e4ec-49c0-a52f-549698ea3c81" providerId="ADAL" clId="{ACCB8F31-DC50-4B80-9522-D3FFCEBB1139}" dt="2023-10-27T03:34:54.955" v="3011"/>
        <pc:sldMkLst>
          <pc:docMk/>
          <pc:sldMk cId="16901110" sldId="284"/>
        </pc:sldMkLst>
      </pc:sldChg>
      <pc:sldChg chg="modSp add mod modNotesTx">
        <pc:chgData name="Said Achmad" userId="5d71821f-e4ec-49c0-a52f-549698ea3c81" providerId="ADAL" clId="{ACCB8F31-DC50-4B80-9522-D3FFCEBB1139}" dt="2023-10-27T03:43:00.119" v="3066" actId="20577"/>
        <pc:sldMkLst>
          <pc:docMk/>
          <pc:sldMk cId="3781791020" sldId="285"/>
        </pc:sldMkLst>
      </pc:sldChg>
      <pc:sldChg chg="add del">
        <pc:chgData name="Said Achmad" userId="5d71821f-e4ec-49c0-a52f-549698ea3c81" providerId="ADAL" clId="{ACCB8F31-DC50-4B80-9522-D3FFCEBB1139}" dt="2023-10-27T03:48:59.922" v="3068" actId="2890"/>
        <pc:sldMkLst>
          <pc:docMk/>
          <pc:sldMk cId="272851864" sldId="286"/>
        </pc:sldMkLst>
      </pc:sldChg>
      <pc:sldChg chg="add ord">
        <pc:chgData name="Said Achmad" userId="5d71821f-e4ec-49c0-a52f-549698ea3c81" providerId="ADAL" clId="{ACCB8F31-DC50-4B80-9522-D3FFCEBB1139}" dt="2023-10-27T03:56:40.424" v="3215" actId="20578"/>
        <pc:sldMkLst>
          <pc:docMk/>
          <pc:sldMk cId="1657355698" sldId="286"/>
        </pc:sldMkLst>
      </pc:sldChg>
      <pc:sldChg chg="addSp delSp modSp add mod">
        <pc:chgData name="Said Achmad" userId="5d71821f-e4ec-49c0-a52f-549698ea3c81" providerId="ADAL" clId="{ACCB8F31-DC50-4B80-9522-D3FFCEBB1139}" dt="2023-10-27T03:57:17.102" v="3225"/>
        <pc:sldMkLst>
          <pc:docMk/>
          <pc:sldMk cId="1451122948" sldId="287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3248421886" sldId="325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738495559" sldId="326"/>
        </pc:sldMkLst>
      </pc:sldChg>
      <pc:sldChg chg="modSp del mod">
        <pc:chgData name="Said Achmad" userId="5d71821f-e4ec-49c0-a52f-549698ea3c81" providerId="ADAL" clId="{ACCB8F31-DC50-4B80-9522-D3FFCEBB1139}" dt="2023-10-26T07:24:33.439" v="332"/>
        <pc:sldMkLst>
          <pc:docMk/>
          <pc:sldMk cId="4061453550" sldId="327"/>
        </pc:sldMkLst>
      </pc:sldChg>
    </pc:docChg>
  </pc:docChgLst>
  <pc:docChgLst>
    <pc:chgData name="Said Achmad" userId="5d71821f-e4ec-49c0-a52f-549698ea3c81" providerId="ADAL" clId="{28473B1F-AC4B-4EA4-916B-9AC9E64E196F}"/>
    <pc:docChg chg="undo custSel addSld delSld modSld sldOrd">
      <pc:chgData name="Said Achmad" userId="5d71821f-e4ec-49c0-a52f-549698ea3c81" providerId="ADAL" clId="{28473B1F-AC4B-4EA4-916B-9AC9E64E196F}" dt="2023-12-08T08:49:24.736" v="633"/>
      <pc:docMkLst>
        <pc:docMk/>
      </pc:docMkLst>
      <pc:sldChg chg="modSp mod">
        <pc:chgData name="Said Achmad" userId="5d71821f-e4ec-49c0-a52f-549698ea3c81" providerId="ADAL" clId="{28473B1F-AC4B-4EA4-916B-9AC9E64E196F}" dt="2023-12-08T08:31:02.914" v="600" actId="20577"/>
        <pc:sldMkLst>
          <pc:docMk/>
          <pc:sldMk cId="3807564589" sldId="256"/>
        </pc:sldMkLst>
      </pc:sldChg>
      <pc:sldChg chg="modSp mod">
        <pc:chgData name="Said Achmad" userId="5d71821f-e4ec-49c0-a52f-549698ea3c81" providerId="ADAL" clId="{28473B1F-AC4B-4EA4-916B-9AC9E64E196F}" dt="2023-12-08T08:49:24.736" v="633"/>
        <pc:sldMkLst>
          <pc:docMk/>
          <pc:sldMk cId="3239424758" sldId="259"/>
        </pc:sldMkLst>
      </pc:sldChg>
      <pc:sldChg chg="modSp mod">
        <pc:chgData name="Said Achmad" userId="5d71821f-e4ec-49c0-a52f-549698ea3c81" providerId="ADAL" clId="{28473B1F-AC4B-4EA4-916B-9AC9E64E196F}" dt="2023-12-08T08:23:26.040" v="494" actId="20577"/>
        <pc:sldMkLst>
          <pc:docMk/>
          <pc:sldMk cId="1140565605" sldId="403"/>
        </pc:sldMkLst>
      </pc:sldChg>
      <pc:sldChg chg="del">
        <pc:chgData name="Said Achmad" userId="5d71821f-e4ec-49c0-a52f-549698ea3c81" providerId="ADAL" clId="{28473B1F-AC4B-4EA4-916B-9AC9E64E196F}" dt="2023-12-08T08:25:47.918" v="583" actId="47"/>
        <pc:sldMkLst>
          <pc:docMk/>
          <pc:sldMk cId="1465955659" sldId="406"/>
        </pc:sldMkLst>
      </pc:sldChg>
      <pc:sldChg chg="modSp add mod ord">
        <pc:chgData name="Said Achmad" userId="5d71821f-e4ec-49c0-a52f-549698ea3c81" providerId="ADAL" clId="{28473B1F-AC4B-4EA4-916B-9AC9E64E196F}" dt="2023-12-08T07:57:08.732" v="63" actId="20577"/>
        <pc:sldMkLst>
          <pc:docMk/>
          <pc:sldMk cId="1101769962" sldId="407"/>
        </pc:sldMkLst>
      </pc:sldChg>
      <pc:sldChg chg="addSp delSp modSp add mod ord">
        <pc:chgData name="Said Achmad" userId="5d71821f-e4ec-49c0-a52f-549698ea3c81" providerId="ADAL" clId="{28473B1F-AC4B-4EA4-916B-9AC9E64E196F}" dt="2023-12-08T08:13:41.975" v="489" actId="20577"/>
        <pc:sldMkLst>
          <pc:docMk/>
          <pc:sldMk cId="3462794510" sldId="408"/>
        </pc:sldMkLst>
      </pc:sldChg>
      <pc:sldChg chg="addSp delSp modSp add mod">
        <pc:chgData name="Said Achmad" userId="5d71821f-e4ec-49c0-a52f-549698ea3c81" providerId="ADAL" clId="{28473B1F-AC4B-4EA4-916B-9AC9E64E196F}" dt="2023-12-08T08:25:40.974" v="582" actId="14100"/>
        <pc:sldMkLst>
          <pc:docMk/>
          <pc:sldMk cId="825416793" sldId="409"/>
        </pc:sldMkLst>
      </pc:sldChg>
      <pc:sldChg chg="modSp add mod">
        <pc:chgData name="Said Achmad" userId="5d71821f-e4ec-49c0-a52f-549698ea3c81" providerId="ADAL" clId="{28473B1F-AC4B-4EA4-916B-9AC9E64E196F}" dt="2023-12-08T08:43:32.122" v="632" actId="20577"/>
        <pc:sldMkLst>
          <pc:docMk/>
          <pc:sldMk cId="160602893" sldId="410"/>
        </pc:sldMkLst>
      </pc:sldChg>
    </pc:docChg>
  </pc:docChgLst>
  <pc:docChgLst>
    <pc:chgData name="Said Achmad" userId="5d71821f-e4ec-49c0-a52f-549698ea3c81" providerId="ADAL" clId="{D3E6A8E1-2CA0-4603-8B60-005B03E58C1E}"/>
    <pc:docChg chg="undo redo custSel addSld delSld modSld sldOrd">
      <pc:chgData name="Said Achmad" userId="5d71821f-e4ec-49c0-a52f-549698ea3c81" providerId="ADAL" clId="{D3E6A8E1-2CA0-4603-8B60-005B03E58C1E}" dt="2025-06-01T14:48:09.960" v="535" actId="6549"/>
      <pc:docMkLst>
        <pc:docMk/>
      </pc:docMkLst>
      <pc:sldChg chg="modSp mod">
        <pc:chgData name="Said Achmad" userId="5d71821f-e4ec-49c0-a52f-549698ea3c81" providerId="ADAL" clId="{D3E6A8E1-2CA0-4603-8B60-005B03E58C1E}" dt="2025-06-01T13:43:23.523" v="11" actId="20577"/>
        <pc:sldMkLst>
          <pc:docMk/>
          <pc:sldMk cId="3807564589" sldId="256"/>
        </pc:sldMkLst>
        <pc:spChg chg="mod">
          <ac:chgData name="Said Achmad" userId="5d71821f-e4ec-49c0-a52f-549698ea3c81" providerId="ADAL" clId="{D3E6A8E1-2CA0-4603-8B60-005B03E58C1E}" dt="2025-06-01T13:43:23.523" v="11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aid Achmad" userId="5d71821f-e4ec-49c0-a52f-549698ea3c81" providerId="ADAL" clId="{D3E6A8E1-2CA0-4603-8B60-005B03E58C1E}" dt="2025-06-01T13:45:03.518" v="29" actId="20577"/>
        <pc:sldMkLst>
          <pc:docMk/>
          <pc:sldMk cId="3724825567" sldId="260"/>
        </pc:sldMkLst>
        <pc:spChg chg="mod">
          <ac:chgData name="Said Achmad" userId="5d71821f-e4ec-49c0-a52f-549698ea3c81" providerId="ADAL" clId="{D3E6A8E1-2CA0-4603-8B60-005B03E58C1E}" dt="2025-06-01T13:45:03.518" v="29" actId="20577"/>
          <ac:spMkLst>
            <pc:docMk/>
            <pc:sldMk cId="3724825567" sldId="260"/>
            <ac:spMk id="4" creationId="{F6398ECD-4701-560A-68A4-064817E603CF}"/>
          </ac:spMkLst>
        </pc:spChg>
      </pc:sldChg>
      <pc:sldChg chg="modSp mod">
        <pc:chgData name="Said Achmad" userId="5d71821f-e4ec-49c0-a52f-549698ea3c81" providerId="ADAL" clId="{D3E6A8E1-2CA0-4603-8B60-005B03E58C1E}" dt="2025-06-01T14:46:14.362" v="528" actId="20577"/>
        <pc:sldMkLst>
          <pc:docMk/>
          <pc:sldMk cId="1702753199" sldId="283"/>
        </pc:sldMkLst>
        <pc:spChg chg="mod">
          <ac:chgData name="Said Achmad" userId="5d71821f-e4ec-49c0-a52f-549698ea3c81" providerId="ADAL" clId="{D3E6A8E1-2CA0-4603-8B60-005B03E58C1E}" dt="2025-06-01T14:46:14.362" v="528" actId="20577"/>
          <ac:spMkLst>
            <pc:docMk/>
            <pc:sldMk cId="1702753199" sldId="283"/>
            <ac:spMk id="2" creationId="{0601663D-26B1-8B48-99A9-0C02DEABC20C}"/>
          </ac:spMkLst>
        </pc:spChg>
      </pc:sldChg>
      <pc:sldChg chg="modSp mod ord">
        <pc:chgData name="Said Achmad" userId="5d71821f-e4ec-49c0-a52f-549698ea3c81" providerId="ADAL" clId="{D3E6A8E1-2CA0-4603-8B60-005B03E58C1E}" dt="2025-06-01T14:02:28.021" v="125" actId="20577"/>
        <pc:sldMkLst>
          <pc:docMk/>
          <pc:sldMk cId="2775010017" sldId="300"/>
        </pc:sldMkLst>
        <pc:spChg chg="mod">
          <ac:chgData name="Said Achmad" userId="5d71821f-e4ec-49c0-a52f-549698ea3c81" providerId="ADAL" clId="{D3E6A8E1-2CA0-4603-8B60-005B03E58C1E}" dt="2025-06-01T14:02:28.021" v="125" actId="20577"/>
          <ac:spMkLst>
            <pc:docMk/>
            <pc:sldMk cId="2775010017" sldId="300"/>
            <ac:spMk id="2" creationId="{490580FD-C213-BE4E-B0D4-01511112AF0D}"/>
          </ac:spMkLst>
        </pc:spChg>
      </pc:sldChg>
      <pc:sldChg chg="add">
        <pc:chgData name="Said Achmad" userId="5d71821f-e4ec-49c0-a52f-549698ea3c81" providerId="ADAL" clId="{D3E6A8E1-2CA0-4603-8B60-005B03E58C1E}" dt="2025-06-01T13:45:25.098" v="30"/>
        <pc:sldMkLst>
          <pc:docMk/>
          <pc:sldMk cId="2653283716" sldId="316"/>
        </pc:sldMkLst>
      </pc:sldChg>
      <pc:sldChg chg="ord">
        <pc:chgData name="Said Achmad" userId="5d71821f-e4ec-49c0-a52f-549698ea3c81" providerId="ADAL" clId="{D3E6A8E1-2CA0-4603-8B60-005B03E58C1E}" dt="2025-06-01T14:13:22.308" v="264"/>
        <pc:sldMkLst>
          <pc:docMk/>
          <pc:sldMk cId="3553207723" sldId="387"/>
        </pc:sldMkLst>
      </pc:sldChg>
      <pc:sldChg chg="modSp mod modClrScheme chgLayout">
        <pc:chgData name="Said Achmad" userId="5d71821f-e4ec-49c0-a52f-549698ea3c81" providerId="ADAL" clId="{D3E6A8E1-2CA0-4603-8B60-005B03E58C1E}" dt="2025-06-01T14:35:24.493" v="367" actId="700"/>
        <pc:sldMkLst>
          <pc:docMk/>
          <pc:sldMk cId="893278314" sldId="401"/>
        </pc:sldMkLst>
        <pc:spChg chg="mod ord">
          <ac:chgData name="Said Achmad" userId="5d71821f-e4ec-49c0-a52f-549698ea3c81" providerId="ADAL" clId="{D3E6A8E1-2CA0-4603-8B60-005B03E58C1E}" dt="2025-06-01T14:35:24.493" v="367" actId="700"/>
          <ac:spMkLst>
            <pc:docMk/>
            <pc:sldMk cId="893278314" sldId="401"/>
            <ac:spMk id="2" creationId="{490580FD-C213-BE4E-B0D4-01511112AF0D}"/>
          </ac:spMkLst>
        </pc:spChg>
      </pc:sldChg>
      <pc:sldChg chg="modSp mod">
        <pc:chgData name="Said Achmad" userId="5d71821f-e4ec-49c0-a52f-549698ea3c81" providerId="ADAL" clId="{D3E6A8E1-2CA0-4603-8B60-005B03E58C1E}" dt="2025-06-01T14:48:09.960" v="535" actId="6549"/>
        <pc:sldMkLst>
          <pc:docMk/>
          <pc:sldMk cId="1617187729" sldId="428"/>
        </pc:sldMkLst>
        <pc:spChg chg="mod">
          <ac:chgData name="Said Achmad" userId="5d71821f-e4ec-49c0-a52f-549698ea3c81" providerId="ADAL" clId="{D3E6A8E1-2CA0-4603-8B60-005B03E58C1E}" dt="2025-06-01T14:48:09.960" v="535" actId="6549"/>
          <ac:spMkLst>
            <pc:docMk/>
            <pc:sldMk cId="1617187729" sldId="428"/>
            <ac:spMk id="3" creationId="{2AB723E0-CB99-EADA-4C23-254BEFF7F6E4}"/>
          </ac:spMkLst>
        </pc:spChg>
      </pc:sldChg>
      <pc:sldChg chg="modSp mod">
        <pc:chgData name="Said Achmad" userId="5d71821f-e4ec-49c0-a52f-549698ea3c81" providerId="ADAL" clId="{D3E6A8E1-2CA0-4603-8B60-005B03E58C1E}" dt="2025-06-01T13:48:05.648" v="54" actId="6549"/>
        <pc:sldMkLst>
          <pc:docMk/>
          <pc:sldMk cId="3253956897" sldId="429"/>
        </pc:sldMkLst>
        <pc:spChg chg="mod">
          <ac:chgData name="Said Achmad" userId="5d71821f-e4ec-49c0-a52f-549698ea3c81" providerId="ADAL" clId="{D3E6A8E1-2CA0-4603-8B60-005B03E58C1E}" dt="2025-06-01T13:46:36.914" v="35" actId="20577"/>
          <ac:spMkLst>
            <pc:docMk/>
            <pc:sldMk cId="3253956897" sldId="429"/>
            <ac:spMk id="2" creationId="{3E9583F9-47FA-5E5D-D9AB-61AA297D570E}"/>
          </ac:spMkLst>
        </pc:spChg>
        <pc:spChg chg="mod">
          <ac:chgData name="Said Achmad" userId="5d71821f-e4ec-49c0-a52f-549698ea3c81" providerId="ADAL" clId="{D3E6A8E1-2CA0-4603-8B60-005B03E58C1E}" dt="2025-06-01T13:48:05.648" v="54" actId="6549"/>
          <ac:spMkLst>
            <pc:docMk/>
            <pc:sldMk cId="3253956897" sldId="429"/>
            <ac:spMk id="8" creationId="{DDCDFDFC-1918-1572-56B7-AC2B72014277}"/>
          </ac:spMkLst>
        </pc:spChg>
      </pc:sldChg>
      <pc:sldChg chg="addSp delSp modSp mod">
        <pc:chgData name="Said Achmad" userId="5d71821f-e4ec-49c0-a52f-549698ea3c81" providerId="ADAL" clId="{D3E6A8E1-2CA0-4603-8B60-005B03E58C1E}" dt="2025-06-01T13:49:30.668" v="72" actId="14100"/>
        <pc:sldMkLst>
          <pc:docMk/>
          <pc:sldMk cId="4182179893" sldId="431"/>
        </pc:sldMkLst>
        <pc:spChg chg="mod">
          <ac:chgData name="Said Achmad" userId="5d71821f-e4ec-49c0-a52f-549698ea3c81" providerId="ADAL" clId="{D3E6A8E1-2CA0-4603-8B60-005B03E58C1E}" dt="2025-06-01T13:48:40.796" v="60" actId="20577"/>
          <ac:spMkLst>
            <pc:docMk/>
            <pc:sldMk cId="4182179893" sldId="431"/>
            <ac:spMk id="2" creationId="{3E9583F9-47FA-5E5D-D9AB-61AA297D570E}"/>
          </ac:spMkLst>
        </pc:spChg>
        <pc:spChg chg="add mod">
          <ac:chgData name="Said Achmad" userId="5d71821f-e4ec-49c0-a52f-549698ea3c81" providerId="ADAL" clId="{D3E6A8E1-2CA0-4603-8B60-005B03E58C1E}" dt="2025-06-01T13:49:30.668" v="72" actId="14100"/>
          <ac:spMkLst>
            <pc:docMk/>
            <pc:sldMk cId="4182179893" sldId="431"/>
            <ac:spMk id="3" creationId="{AF9B47DC-9579-8D2F-1D05-643657443216}"/>
          </ac:spMkLst>
        </pc:spChg>
        <pc:spChg chg="mod">
          <ac:chgData name="Said Achmad" userId="5d71821f-e4ec-49c0-a52f-549698ea3c81" providerId="ADAL" clId="{D3E6A8E1-2CA0-4603-8B60-005B03E58C1E}" dt="2025-06-01T13:48:47.189" v="61"/>
          <ac:spMkLst>
            <pc:docMk/>
            <pc:sldMk cId="4182179893" sldId="431"/>
            <ac:spMk id="4" creationId="{619EF4AA-844B-D080-761D-11EF1E531189}"/>
          </ac:spMkLst>
        </pc:spChg>
        <pc:spChg chg="mod">
          <ac:chgData name="Said Achmad" userId="5d71821f-e4ec-49c0-a52f-549698ea3c81" providerId="ADAL" clId="{D3E6A8E1-2CA0-4603-8B60-005B03E58C1E}" dt="2025-06-01T13:49:04.374" v="66" actId="1076"/>
          <ac:spMkLst>
            <pc:docMk/>
            <pc:sldMk cId="4182179893" sldId="431"/>
            <ac:spMk id="5" creationId="{ACF6142F-184D-60E0-145E-C9941C3F6DDC}"/>
          </ac:spMkLst>
        </pc:spChg>
        <pc:spChg chg="del">
          <ac:chgData name="Said Achmad" userId="5d71821f-e4ec-49c0-a52f-549698ea3c81" providerId="ADAL" clId="{D3E6A8E1-2CA0-4603-8B60-005B03E58C1E}" dt="2025-06-01T13:48:55.629" v="63" actId="478"/>
          <ac:spMkLst>
            <pc:docMk/>
            <pc:sldMk cId="4182179893" sldId="431"/>
            <ac:spMk id="6" creationId="{8D7B66D7-ACD4-C659-0790-036E25E89562}"/>
          </ac:spMkLst>
        </pc:spChg>
        <pc:spChg chg="del">
          <ac:chgData name="Said Achmad" userId="5d71821f-e4ec-49c0-a52f-549698ea3c81" providerId="ADAL" clId="{D3E6A8E1-2CA0-4603-8B60-005B03E58C1E}" dt="2025-06-01T13:49:00.005" v="65" actId="478"/>
          <ac:spMkLst>
            <pc:docMk/>
            <pc:sldMk cId="4182179893" sldId="431"/>
            <ac:spMk id="7" creationId="{BFBFA931-11B0-68A0-14B2-BB8F3C4ADEA5}"/>
          </ac:spMkLst>
        </pc:spChg>
        <pc:spChg chg="add">
          <ac:chgData name="Said Achmad" userId="5d71821f-e4ec-49c0-a52f-549698ea3c81" providerId="ADAL" clId="{D3E6A8E1-2CA0-4603-8B60-005B03E58C1E}" dt="2025-06-01T13:49:25.081" v="69"/>
          <ac:spMkLst>
            <pc:docMk/>
            <pc:sldMk cId="4182179893" sldId="431"/>
            <ac:spMk id="8" creationId="{72D982EC-6EEA-0D9C-AEBD-112E628AC045}"/>
          </ac:spMkLst>
        </pc:spChg>
      </pc:sldChg>
      <pc:sldChg chg="modSp add del mod">
        <pc:chgData name="Said Achmad" userId="5d71821f-e4ec-49c0-a52f-549698ea3c81" providerId="ADAL" clId="{D3E6A8E1-2CA0-4603-8B60-005B03E58C1E}" dt="2025-06-01T14:45:35.380" v="522" actId="47"/>
        <pc:sldMkLst>
          <pc:docMk/>
          <pc:sldMk cId="1076775805" sldId="432"/>
        </pc:sldMkLst>
        <pc:spChg chg="mod">
          <ac:chgData name="Said Achmad" userId="5d71821f-e4ec-49c0-a52f-549698ea3c81" providerId="ADAL" clId="{D3E6A8E1-2CA0-4603-8B60-005B03E58C1E}" dt="2025-06-01T14:44:52.977" v="515" actId="14100"/>
          <ac:spMkLst>
            <pc:docMk/>
            <pc:sldMk cId="1076775805" sldId="432"/>
            <ac:spMk id="4" creationId="{619EF4AA-844B-D080-761D-11EF1E531189}"/>
          </ac:spMkLst>
        </pc:spChg>
      </pc:sldChg>
      <pc:sldChg chg="del">
        <pc:chgData name="Said Achmad" userId="5d71821f-e4ec-49c0-a52f-549698ea3c81" providerId="ADAL" clId="{D3E6A8E1-2CA0-4603-8B60-005B03E58C1E}" dt="2025-06-01T14:45:40.862" v="523" actId="47"/>
        <pc:sldMkLst>
          <pc:docMk/>
          <pc:sldMk cId="4132885622" sldId="433"/>
        </pc:sldMkLst>
      </pc:sldChg>
      <pc:sldChg chg="modSp del mod">
        <pc:chgData name="Said Achmad" userId="5d71821f-e4ec-49c0-a52f-549698ea3c81" providerId="ADAL" clId="{D3E6A8E1-2CA0-4603-8B60-005B03E58C1E}" dt="2025-06-01T14:05:54.146" v="177" actId="47"/>
        <pc:sldMkLst>
          <pc:docMk/>
          <pc:sldMk cId="3508343660" sldId="434"/>
        </pc:sldMkLst>
        <pc:spChg chg="mod">
          <ac:chgData name="Said Achmad" userId="5d71821f-e4ec-49c0-a52f-549698ea3c81" providerId="ADAL" clId="{D3E6A8E1-2CA0-4603-8B60-005B03E58C1E}" dt="2025-06-01T14:03:05.788" v="142" actId="14100"/>
          <ac:spMkLst>
            <pc:docMk/>
            <pc:sldMk cId="3508343660" sldId="434"/>
            <ac:spMk id="4" creationId="{619EF4AA-844B-D080-761D-11EF1E531189}"/>
          </ac:spMkLst>
        </pc:spChg>
      </pc:sldChg>
      <pc:sldChg chg="del">
        <pc:chgData name="Said Achmad" userId="5d71821f-e4ec-49c0-a52f-549698ea3c81" providerId="ADAL" clId="{D3E6A8E1-2CA0-4603-8B60-005B03E58C1E}" dt="2025-06-01T14:05:54.816" v="178" actId="47"/>
        <pc:sldMkLst>
          <pc:docMk/>
          <pc:sldMk cId="584286477" sldId="435"/>
        </pc:sldMkLst>
      </pc:sldChg>
      <pc:sldChg chg="modSp mod modAnim">
        <pc:chgData name="Said Achmad" userId="5d71821f-e4ec-49c0-a52f-549698ea3c81" providerId="ADAL" clId="{D3E6A8E1-2CA0-4603-8B60-005B03E58C1E}" dt="2025-06-01T14:38:40.987" v="422" actId="14100"/>
        <pc:sldMkLst>
          <pc:docMk/>
          <pc:sldMk cId="4223017417" sldId="436"/>
        </pc:sldMkLst>
        <pc:spChg chg="mod">
          <ac:chgData name="Said Achmad" userId="5d71821f-e4ec-49c0-a52f-549698ea3c81" providerId="ADAL" clId="{D3E6A8E1-2CA0-4603-8B60-005B03E58C1E}" dt="2025-06-01T14:38:40.987" v="422" actId="14100"/>
          <ac:spMkLst>
            <pc:docMk/>
            <pc:sldMk cId="4223017417" sldId="436"/>
            <ac:spMk id="4" creationId="{167BC409-1835-1688-3713-83C57C4C5F5E}"/>
          </ac:spMkLst>
        </pc:spChg>
      </pc:sldChg>
      <pc:sldChg chg="addSp delSp modSp mod ord">
        <pc:chgData name="Said Achmad" userId="5d71821f-e4ec-49c0-a52f-549698ea3c81" providerId="ADAL" clId="{D3E6A8E1-2CA0-4603-8B60-005B03E58C1E}" dt="2025-06-01T14:20:38.537" v="293" actId="1076"/>
        <pc:sldMkLst>
          <pc:docMk/>
          <pc:sldMk cId="3580341500" sldId="437"/>
        </pc:sldMkLst>
        <pc:spChg chg="del">
          <ac:chgData name="Said Achmad" userId="5d71821f-e4ec-49c0-a52f-549698ea3c81" providerId="ADAL" clId="{D3E6A8E1-2CA0-4603-8B60-005B03E58C1E}" dt="2025-06-01T14:20:25.747" v="290" actId="478"/>
          <ac:spMkLst>
            <pc:docMk/>
            <pc:sldMk cId="3580341500" sldId="437"/>
            <ac:spMk id="3" creationId="{186826D4-C50C-A2A5-EDA4-5406DF1B5D48}"/>
          </ac:spMkLst>
        </pc:spChg>
        <pc:spChg chg="mod">
          <ac:chgData name="Said Achmad" userId="5d71821f-e4ec-49c0-a52f-549698ea3c81" providerId="ADAL" clId="{D3E6A8E1-2CA0-4603-8B60-005B03E58C1E}" dt="2025-06-01T14:19:25.261" v="285"/>
          <ac:spMkLst>
            <pc:docMk/>
            <pc:sldMk cId="3580341500" sldId="437"/>
            <ac:spMk id="4" creationId="{619EF4AA-844B-D080-761D-11EF1E531189}"/>
          </ac:spMkLst>
        </pc:spChg>
        <pc:spChg chg="mod">
          <ac:chgData name="Said Achmad" userId="5d71821f-e4ec-49c0-a52f-549698ea3c81" providerId="ADAL" clId="{D3E6A8E1-2CA0-4603-8B60-005B03E58C1E}" dt="2025-06-01T14:18:56.797" v="282" actId="6549"/>
          <ac:spMkLst>
            <pc:docMk/>
            <pc:sldMk cId="3580341500" sldId="437"/>
            <ac:spMk id="5" creationId="{ACF6142F-184D-60E0-145E-C9941C3F6DDC}"/>
          </ac:spMkLst>
        </pc:spChg>
        <pc:spChg chg="add mod">
          <ac:chgData name="Said Achmad" userId="5d71821f-e4ec-49c0-a52f-549698ea3c81" providerId="ADAL" clId="{D3E6A8E1-2CA0-4603-8B60-005B03E58C1E}" dt="2025-06-01T14:20:38.537" v="293" actId="1076"/>
          <ac:spMkLst>
            <pc:docMk/>
            <pc:sldMk cId="3580341500" sldId="437"/>
            <ac:spMk id="6" creationId="{F7F5EEFD-4BEF-E5B5-79A6-584F47DE5C0F}"/>
          </ac:spMkLst>
        </pc:spChg>
      </pc:sldChg>
      <pc:sldChg chg="del ord">
        <pc:chgData name="Said Achmad" userId="5d71821f-e4ec-49c0-a52f-549698ea3c81" providerId="ADAL" clId="{D3E6A8E1-2CA0-4603-8B60-005B03E58C1E}" dt="2025-06-01T14:25:46.337" v="365" actId="47"/>
        <pc:sldMkLst>
          <pc:docMk/>
          <pc:sldMk cId="3490411139" sldId="438"/>
        </pc:sldMkLst>
      </pc:sldChg>
      <pc:sldChg chg="modSp mod ord">
        <pc:chgData name="Said Achmad" userId="5d71821f-e4ec-49c0-a52f-549698ea3c81" providerId="ADAL" clId="{D3E6A8E1-2CA0-4603-8B60-005B03E58C1E}" dt="2025-06-01T14:25:51.487" v="366" actId="1076"/>
        <pc:sldMkLst>
          <pc:docMk/>
          <pc:sldMk cId="2131029383" sldId="439"/>
        </pc:sldMkLst>
        <pc:spChg chg="mod">
          <ac:chgData name="Said Achmad" userId="5d71821f-e4ec-49c0-a52f-549698ea3c81" providerId="ADAL" clId="{D3E6A8E1-2CA0-4603-8B60-005B03E58C1E}" dt="2025-06-01T14:25:51.487" v="366" actId="1076"/>
          <ac:spMkLst>
            <pc:docMk/>
            <pc:sldMk cId="2131029383" sldId="439"/>
            <ac:spMk id="3" creationId="{2B380D3F-DA2B-35F3-A528-547302953276}"/>
          </ac:spMkLst>
        </pc:spChg>
      </pc:sldChg>
      <pc:sldChg chg="add del">
        <pc:chgData name="Said Achmad" userId="5d71821f-e4ec-49c0-a52f-549698ea3c81" providerId="ADAL" clId="{D3E6A8E1-2CA0-4603-8B60-005B03E58C1E}" dt="2025-06-01T13:48:17.498" v="55" actId="47"/>
        <pc:sldMkLst>
          <pc:docMk/>
          <pc:sldMk cId="419185573" sldId="446"/>
        </pc:sldMkLst>
      </pc:sldChg>
      <pc:sldChg chg="add del">
        <pc:chgData name="Said Achmad" userId="5d71821f-e4ec-49c0-a52f-549698ea3c81" providerId="ADAL" clId="{D3E6A8E1-2CA0-4603-8B60-005B03E58C1E}" dt="2025-06-01T14:05:53.534" v="176" actId="47"/>
        <pc:sldMkLst>
          <pc:docMk/>
          <pc:sldMk cId="2230308678" sldId="446"/>
        </pc:sldMkLst>
      </pc:sldChg>
      <pc:sldChg chg="delSp modSp add mod">
        <pc:chgData name="Said Achmad" userId="5d71821f-e4ec-49c0-a52f-549698ea3c81" providerId="ADAL" clId="{D3E6A8E1-2CA0-4603-8B60-005B03E58C1E}" dt="2025-06-01T13:55:02.961" v="93"/>
        <pc:sldMkLst>
          <pc:docMk/>
          <pc:sldMk cId="3990079246" sldId="447"/>
        </pc:sldMkLst>
        <pc:spChg chg="mod">
          <ac:chgData name="Said Achmad" userId="5d71821f-e4ec-49c0-a52f-549698ea3c81" providerId="ADAL" clId="{D3E6A8E1-2CA0-4603-8B60-005B03E58C1E}" dt="2025-06-01T13:52:10.647" v="78"/>
          <ac:spMkLst>
            <pc:docMk/>
            <pc:sldMk cId="3990079246" sldId="447"/>
            <ac:spMk id="2" creationId="{565F9DF0-FB8A-527F-FC9C-6E77C7AA01D6}"/>
          </ac:spMkLst>
        </pc:spChg>
        <pc:spChg chg="mod">
          <ac:chgData name="Said Achmad" userId="5d71821f-e4ec-49c0-a52f-549698ea3c81" providerId="ADAL" clId="{D3E6A8E1-2CA0-4603-8B60-005B03E58C1E}" dt="2025-06-01T13:55:02.961" v="93"/>
          <ac:spMkLst>
            <pc:docMk/>
            <pc:sldMk cId="3990079246" sldId="447"/>
            <ac:spMk id="3" creationId="{8685167E-2586-4073-B54E-A75E60F97118}"/>
          </ac:spMkLst>
        </pc:spChg>
        <pc:spChg chg="del">
          <ac:chgData name="Said Achmad" userId="5d71821f-e4ec-49c0-a52f-549698ea3c81" providerId="ADAL" clId="{D3E6A8E1-2CA0-4603-8B60-005B03E58C1E}" dt="2025-06-01T13:52:20.927" v="81" actId="478"/>
          <ac:spMkLst>
            <pc:docMk/>
            <pc:sldMk cId="3990079246" sldId="447"/>
            <ac:spMk id="4" creationId="{7D75761A-BE3F-2507-602F-14357D0EFD46}"/>
          </ac:spMkLst>
        </pc:spChg>
        <pc:spChg chg="mod">
          <ac:chgData name="Said Achmad" userId="5d71821f-e4ec-49c0-a52f-549698ea3c81" providerId="ADAL" clId="{D3E6A8E1-2CA0-4603-8B60-005B03E58C1E}" dt="2025-06-01T13:53:40.178" v="90" actId="1076"/>
          <ac:spMkLst>
            <pc:docMk/>
            <pc:sldMk cId="3990079246" sldId="447"/>
            <ac:spMk id="5" creationId="{5B655F69-F060-B8B8-ECBE-E7C237ED8DC2}"/>
          </ac:spMkLst>
        </pc:spChg>
      </pc:sldChg>
      <pc:sldChg chg="addSp modSp add mod">
        <pc:chgData name="Said Achmad" userId="5d71821f-e4ec-49c0-a52f-549698ea3c81" providerId="ADAL" clId="{D3E6A8E1-2CA0-4603-8B60-005B03E58C1E}" dt="2025-06-01T14:22:19.554" v="319" actId="14100"/>
        <pc:sldMkLst>
          <pc:docMk/>
          <pc:sldMk cId="180159445" sldId="448"/>
        </pc:sldMkLst>
        <pc:spChg chg="mod">
          <ac:chgData name="Said Achmad" userId="5d71821f-e4ec-49c0-a52f-549698ea3c81" providerId="ADAL" clId="{D3E6A8E1-2CA0-4603-8B60-005B03E58C1E}" dt="2025-06-01T13:55:29.100" v="95"/>
          <ac:spMkLst>
            <pc:docMk/>
            <pc:sldMk cId="180159445" sldId="448"/>
            <ac:spMk id="2" creationId="{BD8C0CEE-8525-78EB-783A-4ECEDBD08114}"/>
          </ac:spMkLst>
        </pc:spChg>
        <pc:spChg chg="mod">
          <ac:chgData name="Said Achmad" userId="5d71821f-e4ec-49c0-a52f-549698ea3c81" providerId="ADAL" clId="{D3E6A8E1-2CA0-4603-8B60-005B03E58C1E}" dt="2025-06-01T14:22:19.554" v="319" actId="14100"/>
          <ac:spMkLst>
            <pc:docMk/>
            <pc:sldMk cId="180159445" sldId="448"/>
            <ac:spMk id="3" creationId="{F82D56B1-E530-ECA3-1260-9AC655BD8E38}"/>
          </ac:spMkLst>
        </pc:spChg>
        <pc:spChg chg="add mod">
          <ac:chgData name="Said Achmad" userId="5d71821f-e4ec-49c0-a52f-549698ea3c81" providerId="ADAL" clId="{D3E6A8E1-2CA0-4603-8B60-005B03E58C1E}" dt="2025-06-01T14:03:39.334" v="150" actId="121"/>
          <ac:spMkLst>
            <pc:docMk/>
            <pc:sldMk cId="180159445" sldId="448"/>
            <ac:spMk id="4" creationId="{6E6A27FF-D922-6E4D-5938-00ECEE928935}"/>
          </ac:spMkLst>
        </pc:spChg>
        <pc:spChg chg="mod">
          <ac:chgData name="Said Achmad" userId="5d71821f-e4ec-49c0-a52f-549698ea3c81" providerId="ADAL" clId="{D3E6A8E1-2CA0-4603-8B60-005B03E58C1E}" dt="2025-06-01T13:56:17.540" v="100" actId="1076"/>
          <ac:spMkLst>
            <pc:docMk/>
            <pc:sldMk cId="180159445" sldId="448"/>
            <ac:spMk id="5" creationId="{BBF208DA-94C5-04DF-7E60-EB3DBB1C332B}"/>
          </ac:spMkLst>
        </pc:spChg>
      </pc:sldChg>
      <pc:sldChg chg="add">
        <pc:chgData name="Said Achmad" userId="5d71821f-e4ec-49c0-a52f-549698ea3c81" providerId="ADAL" clId="{D3E6A8E1-2CA0-4603-8B60-005B03E58C1E}" dt="2025-06-01T14:02:12.679" v="115" actId="2890"/>
        <pc:sldMkLst>
          <pc:docMk/>
          <pc:sldMk cId="2175824431" sldId="449"/>
        </pc:sldMkLst>
      </pc:sldChg>
      <pc:sldChg chg="addSp modSp add mod ord">
        <pc:chgData name="Said Achmad" userId="5d71821f-e4ec-49c0-a52f-549698ea3c81" providerId="ADAL" clId="{D3E6A8E1-2CA0-4603-8B60-005B03E58C1E}" dt="2025-06-01T14:13:02.063" v="262"/>
        <pc:sldMkLst>
          <pc:docMk/>
          <pc:sldMk cId="1700710725" sldId="450"/>
        </pc:sldMkLst>
        <pc:spChg chg="mod">
          <ac:chgData name="Said Achmad" userId="5d71821f-e4ec-49c0-a52f-549698ea3c81" providerId="ADAL" clId="{D3E6A8E1-2CA0-4603-8B60-005B03E58C1E}" dt="2025-06-01T14:04:05.402" v="154"/>
          <ac:spMkLst>
            <pc:docMk/>
            <pc:sldMk cId="1700710725" sldId="450"/>
            <ac:spMk id="2" creationId="{A7EAB24E-EB47-AB49-C150-C94E4F7D11D8}"/>
          </ac:spMkLst>
        </pc:spChg>
        <pc:spChg chg="add">
          <ac:chgData name="Said Achmad" userId="5d71821f-e4ec-49c0-a52f-549698ea3c81" providerId="ADAL" clId="{D3E6A8E1-2CA0-4603-8B60-005B03E58C1E}" dt="2025-06-01T14:12:19.811" v="252"/>
          <ac:spMkLst>
            <pc:docMk/>
            <pc:sldMk cId="1700710725" sldId="450"/>
            <ac:spMk id="3" creationId="{ABFB790F-22B5-509E-4190-F25011C95EFF}"/>
          </ac:spMkLst>
        </pc:spChg>
        <pc:spChg chg="mod">
          <ac:chgData name="Said Achmad" userId="5d71821f-e4ec-49c0-a52f-549698ea3c81" providerId="ADAL" clId="{D3E6A8E1-2CA0-4603-8B60-005B03E58C1E}" dt="2025-06-01T14:13:02.063" v="262"/>
          <ac:spMkLst>
            <pc:docMk/>
            <pc:sldMk cId="1700710725" sldId="450"/>
            <ac:spMk id="8" creationId="{F7BE3204-54AE-9A64-BCBF-4FF18A639BF6}"/>
          </ac:spMkLst>
        </pc:spChg>
      </pc:sldChg>
      <pc:sldChg chg="modSp add mod ord">
        <pc:chgData name="Said Achmad" userId="5d71821f-e4ec-49c0-a52f-549698ea3c81" providerId="ADAL" clId="{D3E6A8E1-2CA0-4603-8B60-005B03E58C1E}" dt="2025-06-01T14:09:33.977" v="230" actId="1076"/>
        <pc:sldMkLst>
          <pc:docMk/>
          <pc:sldMk cId="2992953593" sldId="451"/>
        </pc:sldMkLst>
        <pc:spChg chg="mod">
          <ac:chgData name="Said Achmad" userId="5d71821f-e4ec-49c0-a52f-549698ea3c81" providerId="ADAL" clId="{D3E6A8E1-2CA0-4603-8B60-005B03E58C1E}" dt="2025-06-01T14:06:11.303" v="182"/>
          <ac:spMkLst>
            <pc:docMk/>
            <pc:sldMk cId="2992953593" sldId="451"/>
            <ac:spMk id="2" creationId="{BBD8FB23-62F4-8AF3-2263-ABD7D39F4384}"/>
          </ac:spMkLst>
        </pc:spChg>
        <pc:spChg chg="mod">
          <ac:chgData name="Said Achmad" userId="5d71821f-e4ec-49c0-a52f-549698ea3c81" providerId="ADAL" clId="{D3E6A8E1-2CA0-4603-8B60-005B03E58C1E}" dt="2025-06-01T14:09:10.231" v="226" actId="1076"/>
          <ac:spMkLst>
            <pc:docMk/>
            <pc:sldMk cId="2992953593" sldId="451"/>
            <ac:spMk id="3" creationId="{400FC028-D8F8-9BBE-4833-4410430F2B72}"/>
          </ac:spMkLst>
        </pc:spChg>
        <pc:spChg chg="mod">
          <ac:chgData name="Said Achmad" userId="5d71821f-e4ec-49c0-a52f-549698ea3c81" providerId="ADAL" clId="{D3E6A8E1-2CA0-4603-8B60-005B03E58C1E}" dt="2025-06-01T14:09:33.977" v="230" actId="1076"/>
          <ac:spMkLst>
            <pc:docMk/>
            <pc:sldMk cId="2992953593" sldId="451"/>
            <ac:spMk id="4" creationId="{943B97A9-F600-3BDF-B590-A46C218C7804}"/>
          </ac:spMkLst>
        </pc:spChg>
        <pc:spChg chg="mod">
          <ac:chgData name="Said Achmad" userId="5d71821f-e4ec-49c0-a52f-549698ea3c81" providerId="ADAL" clId="{D3E6A8E1-2CA0-4603-8B60-005B03E58C1E}" dt="2025-06-01T14:09:10.231" v="226" actId="1076"/>
          <ac:spMkLst>
            <pc:docMk/>
            <pc:sldMk cId="2992953593" sldId="451"/>
            <ac:spMk id="5" creationId="{2B1DD421-1E5B-2B75-99E4-5DC383821CA9}"/>
          </ac:spMkLst>
        </pc:spChg>
      </pc:sldChg>
      <pc:sldChg chg="add del ord">
        <pc:chgData name="Said Achmad" userId="5d71821f-e4ec-49c0-a52f-549698ea3c81" providerId="ADAL" clId="{D3E6A8E1-2CA0-4603-8B60-005B03E58C1E}" dt="2025-06-01T14:12:04.833" v="250" actId="47"/>
        <pc:sldMkLst>
          <pc:docMk/>
          <pc:sldMk cId="4160266381" sldId="452"/>
        </pc:sldMkLst>
      </pc:sldChg>
      <pc:sldChg chg="modSp add mod">
        <pc:chgData name="Said Achmad" userId="5d71821f-e4ec-49c0-a52f-549698ea3c81" providerId="ADAL" clId="{D3E6A8E1-2CA0-4603-8B60-005B03E58C1E}" dt="2025-06-01T14:11:57.523" v="249"/>
        <pc:sldMkLst>
          <pc:docMk/>
          <pc:sldMk cId="1896645460" sldId="453"/>
        </pc:sldMkLst>
        <pc:spChg chg="mod">
          <ac:chgData name="Said Achmad" userId="5d71821f-e4ec-49c0-a52f-549698ea3c81" providerId="ADAL" clId="{D3E6A8E1-2CA0-4603-8B60-005B03E58C1E}" dt="2025-06-01T14:11:55.310" v="247" actId="14100"/>
          <ac:spMkLst>
            <pc:docMk/>
            <pc:sldMk cId="1896645460" sldId="453"/>
            <ac:spMk id="3" creationId="{114444A1-4F69-2CC5-AE0E-621E70189E08}"/>
          </ac:spMkLst>
        </pc:spChg>
        <pc:spChg chg="mod">
          <ac:chgData name="Said Achmad" userId="5d71821f-e4ec-49c0-a52f-549698ea3c81" providerId="ADAL" clId="{D3E6A8E1-2CA0-4603-8B60-005B03E58C1E}" dt="2025-06-01T14:11:57.523" v="249"/>
          <ac:spMkLst>
            <pc:docMk/>
            <pc:sldMk cId="1896645460" sldId="453"/>
            <ac:spMk id="4" creationId="{11BD4353-435F-CE30-A87B-A98AB0B64C1B}"/>
          </ac:spMkLst>
        </pc:spChg>
        <pc:spChg chg="mod">
          <ac:chgData name="Said Achmad" userId="5d71821f-e4ec-49c0-a52f-549698ea3c81" providerId="ADAL" clId="{D3E6A8E1-2CA0-4603-8B60-005B03E58C1E}" dt="2025-06-01T14:11:22.597" v="237" actId="6549"/>
          <ac:spMkLst>
            <pc:docMk/>
            <pc:sldMk cId="1896645460" sldId="453"/>
            <ac:spMk id="5" creationId="{C7A4236E-357D-F915-6521-C03E46DA45DE}"/>
          </ac:spMkLst>
        </pc:spChg>
      </pc:sldChg>
      <pc:sldChg chg="addSp delSp modSp add mod">
        <pc:chgData name="Said Achmad" userId="5d71821f-e4ec-49c0-a52f-549698ea3c81" providerId="ADAL" clId="{D3E6A8E1-2CA0-4603-8B60-005B03E58C1E}" dt="2025-06-01T14:22:59.594" v="327" actId="14100"/>
        <pc:sldMkLst>
          <pc:docMk/>
          <pc:sldMk cId="168473444" sldId="454"/>
        </pc:sldMkLst>
        <pc:spChg chg="mod">
          <ac:chgData name="Said Achmad" userId="5d71821f-e4ec-49c0-a52f-549698ea3c81" providerId="ADAL" clId="{D3E6A8E1-2CA0-4603-8B60-005B03E58C1E}" dt="2025-06-01T14:22:01.716" v="316"/>
          <ac:spMkLst>
            <pc:docMk/>
            <pc:sldMk cId="168473444" sldId="454"/>
            <ac:spMk id="2" creationId="{D2AF5D43-D9F1-7406-25CE-40BEC79A1B71}"/>
          </ac:spMkLst>
        </pc:spChg>
        <pc:spChg chg="del">
          <ac:chgData name="Said Achmad" userId="5d71821f-e4ec-49c0-a52f-549698ea3c81" providerId="ADAL" clId="{D3E6A8E1-2CA0-4603-8B60-005B03E58C1E}" dt="2025-06-01T14:22:03.712" v="317" actId="478"/>
          <ac:spMkLst>
            <pc:docMk/>
            <pc:sldMk cId="168473444" sldId="454"/>
            <ac:spMk id="4" creationId="{6E86F516-918F-B1A3-5A0F-C22E1C5F5746}"/>
          </ac:spMkLst>
        </pc:spChg>
        <pc:spChg chg="del">
          <ac:chgData name="Said Achmad" userId="5d71821f-e4ec-49c0-a52f-549698ea3c81" providerId="ADAL" clId="{D3E6A8E1-2CA0-4603-8B60-005B03E58C1E}" dt="2025-06-01T14:20:58.521" v="295" actId="478"/>
          <ac:spMkLst>
            <pc:docMk/>
            <pc:sldMk cId="168473444" sldId="454"/>
            <ac:spMk id="5" creationId="{91725471-1BC0-2E58-7185-B69DA2A722AB}"/>
          </ac:spMkLst>
        </pc:spChg>
        <pc:spChg chg="del">
          <ac:chgData name="Said Achmad" userId="5d71821f-e4ec-49c0-a52f-549698ea3c81" providerId="ADAL" clId="{D3E6A8E1-2CA0-4603-8B60-005B03E58C1E}" dt="2025-06-01T14:21:00.116" v="296" actId="478"/>
          <ac:spMkLst>
            <pc:docMk/>
            <pc:sldMk cId="168473444" sldId="454"/>
            <ac:spMk id="6" creationId="{9D25EDC9-4DD1-9679-3178-6857FC70561E}"/>
          </ac:spMkLst>
        </pc:spChg>
        <pc:spChg chg="add mod">
          <ac:chgData name="Said Achmad" userId="5d71821f-e4ec-49c0-a52f-549698ea3c81" providerId="ADAL" clId="{D3E6A8E1-2CA0-4603-8B60-005B03E58C1E}" dt="2025-06-01T14:22:59.594" v="327" actId="14100"/>
          <ac:spMkLst>
            <pc:docMk/>
            <pc:sldMk cId="168473444" sldId="454"/>
            <ac:spMk id="7" creationId="{0D39079A-BE88-1561-DAAA-3B5927ADC6AA}"/>
          </ac:spMkLst>
        </pc:spChg>
        <pc:spChg chg="add">
          <ac:chgData name="Said Achmad" userId="5d71821f-e4ec-49c0-a52f-549698ea3c81" providerId="ADAL" clId="{D3E6A8E1-2CA0-4603-8B60-005B03E58C1E}" dt="2025-06-01T14:22:39.519" v="322"/>
          <ac:spMkLst>
            <pc:docMk/>
            <pc:sldMk cId="168473444" sldId="454"/>
            <ac:spMk id="8" creationId="{80CE86E6-635D-6816-6996-1FAD7A9CE1B4}"/>
          </ac:spMkLst>
        </pc:spChg>
        <pc:graphicFrameChg chg="add mod modGraphic">
          <ac:chgData name="Said Achmad" userId="5d71821f-e4ec-49c0-a52f-549698ea3c81" providerId="ADAL" clId="{D3E6A8E1-2CA0-4603-8B60-005B03E58C1E}" dt="2025-06-01T14:22:07.250" v="318" actId="1076"/>
          <ac:graphicFrameMkLst>
            <pc:docMk/>
            <pc:sldMk cId="168473444" sldId="454"/>
            <ac:graphicFrameMk id="3" creationId="{41DA2E1C-F834-944B-A362-25FE70153C3C}"/>
          </ac:graphicFrameMkLst>
        </pc:graphicFrameChg>
      </pc:sldChg>
      <pc:sldChg chg="addSp delSp modSp add mod ord">
        <pc:chgData name="Said Achmad" userId="5d71821f-e4ec-49c0-a52f-549698ea3c81" providerId="ADAL" clId="{D3E6A8E1-2CA0-4603-8B60-005B03E58C1E}" dt="2025-06-01T14:25:33.269" v="364" actId="1076"/>
        <pc:sldMkLst>
          <pc:docMk/>
          <pc:sldMk cId="4049824690" sldId="455"/>
        </pc:sldMkLst>
        <pc:spChg chg="add mod">
          <ac:chgData name="Said Achmad" userId="5d71821f-e4ec-49c0-a52f-549698ea3c81" providerId="ADAL" clId="{D3E6A8E1-2CA0-4603-8B60-005B03E58C1E}" dt="2025-06-01T14:25:33.269" v="364" actId="1076"/>
          <ac:spMkLst>
            <pc:docMk/>
            <pc:sldMk cId="4049824690" sldId="455"/>
            <ac:spMk id="3" creationId="{88E700B1-0961-8A43-44F2-45AC4572AC4D}"/>
          </ac:spMkLst>
        </pc:spChg>
        <pc:spChg chg="del mod">
          <ac:chgData name="Said Achmad" userId="5d71821f-e4ec-49c0-a52f-549698ea3c81" providerId="ADAL" clId="{D3E6A8E1-2CA0-4603-8B60-005B03E58C1E}" dt="2025-06-01T14:23:27.956" v="335" actId="478"/>
          <ac:spMkLst>
            <pc:docMk/>
            <pc:sldMk cId="4049824690" sldId="455"/>
            <ac:spMk id="4" creationId="{AD5A73BC-C9D3-CF64-E79F-C1066517B448}"/>
          </ac:spMkLst>
        </pc:spChg>
        <pc:spChg chg="mod">
          <ac:chgData name="Said Achmad" userId="5d71821f-e4ec-49c0-a52f-549698ea3c81" providerId="ADAL" clId="{D3E6A8E1-2CA0-4603-8B60-005B03E58C1E}" dt="2025-06-01T14:23:35.268" v="336" actId="1076"/>
          <ac:spMkLst>
            <pc:docMk/>
            <pc:sldMk cId="4049824690" sldId="455"/>
            <ac:spMk id="5" creationId="{67C37114-3CBC-35AF-4BDE-D21BB506362B}"/>
          </ac:spMkLst>
        </pc:spChg>
        <pc:spChg chg="mod">
          <ac:chgData name="Said Achmad" userId="5d71821f-e4ec-49c0-a52f-549698ea3c81" providerId="ADAL" clId="{D3E6A8E1-2CA0-4603-8B60-005B03E58C1E}" dt="2025-06-01T14:24:14.298" v="341" actId="21"/>
          <ac:spMkLst>
            <pc:docMk/>
            <pc:sldMk cId="4049824690" sldId="455"/>
            <ac:spMk id="6" creationId="{E0296040-B5F9-C49B-14A4-2B473F0B29C5}"/>
          </ac:spMkLst>
        </pc:spChg>
        <pc:spChg chg="add mod">
          <ac:chgData name="Said Achmad" userId="5d71821f-e4ec-49c0-a52f-549698ea3c81" providerId="ADAL" clId="{D3E6A8E1-2CA0-4603-8B60-005B03E58C1E}" dt="2025-06-01T14:25:20.533" v="361" actId="14100"/>
          <ac:spMkLst>
            <pc:docMk/>
            <pc:sldMk cId="4049824690" sldId="455"/>
            <ac:spMk id="7" creationId="{3DAA9EF4-4B78-F600-90BA-8AC6F715ECF6}"/>
          </ac:spMkLst>
        </pc:spChg>
      </pc:sldChg>
      <pc:sldChg chg="addSp delSp modSp add mod ord">
        <pc:chgData name="Said Achmad" userId="5d71821f-e4ec-49c0-a52f-549698ea3c81" providerId="ADAL" clId="{D3E6A8E1-2CA0-4603-8B60-005B03E58C1E}" dt="2025-06-01T14:42:25.459" v="474" actId="14100"/>
        <pc:sldMkLst>
          <pc:docMk/>
          <pc:sldMk cId="2173037904" sldId="456"/>
        </pc:sldMkLst>
        <pc:spChg chg="mod">
          <ac:chgData name="Said Achmad" userId="5d71821f-e4ec-49c0-a52f-549698ea3c81" providerId="ADAL" clId="{D3E6A8E1-2CA0-4603-8B60-005B03E58C1E}" dt="2025-06-01T14:39:13.244" v="428"/>
          <ac:spMkLst>
            <pc:docMk/>
            <pc:sldMk cId="2173037904" sldId="456"/>
            <ac:spMk id="2" creationId="{9BD469D7-1C98-2B8B-C066-CC4099CE21FA}"/>
          </ac:spMkLst>
        </pc:spChg>
        <pc:spChg chg="add">
          <ac:chgData name="Said Achmad" userId="5d71821f-e4ec-49c0-a52f-549698ea3c81" providerId="ADAL" clId="{D3E6A8E1-2CA0-4603-8B60-005B03E58C1E}" dt="2025-06-01T14:39:34.185" v="436"/>
          <ac:spMkLst>
            <pc:docMk/>
            <pc:sldMk cId="2173037904" sldId="456"/>
            <ac:spMk id="3" creationId="{1E0E2044-2203-0339-B176-2EDB135E29D5}"/>
          </ac:spMkLst>
        </pc:spChg>
        <pc:spChg chg="mod">
          <ac:chgData name="Said Achmad" userId="5d71821f-e4ec-49c0-a52f-549698ea3c81" providerId="ADAL" clId="{D3E6A8E1-2CA0-4603-8B60-005B03E58C1E}" dt="2025-06-01T14:42:25.459" v="474" actId="14100"/>
          <ac:spMkLst>
            <pc:docMk/>
            <pc:sldMk cId="2173037904" sldId="456"/>
            <ac:spMk id="4" creationId="{4AAFFA0F-06C5-C446-8547-4119E5ED5BDF}"/>
          </ac:spMkLst>
        </pc:spChg>
        <pc:spChg chg="del">
          <ac:chgData name="Said Achmad" userId="5d71821f-e4ec-49c0-a52f-549698ea3c81" providerId="ADAL" clId="{D3E6A8E1-2CA0-4603-8B60-005B03E58C1E}" dt="2025-06-01T14:39:21.752" v="432" actId="478"/>
          <ac:spMkLst>
            <pc:docMk/>
            <pc:sldMk cId="2173037904" sldId="456"/>
            <ac:spMk id="5" creationId="{1E3F5A54-0F1C-61C0-5279-8874695395FC}"/>
          </ac:spMkLst>
        </pc:spChg>
        <pc:spChg chg="del">
          <ac:chgData name="Said Achmad" userId="5d71821f-e4ec-49c0-a52f-549698ea3c81" providerId="ADAL" clId="{D3E6A8E1-2CA0-4603-8B60-005B03E58C1E}" dt="2025-06-01T14:39:23.099" v="433" actId="478"/>
          <ac:spMkLst>
            <pc:docMk/>
            <pc:sldMk cId="2173037904" sldId="456"/>
            <ac:spMk id="6" creationId="{F1A0702C-07F7-76A6-635D-6E4A5AEE0FE2}"/>
          </ac:spMkLst>
        </pc:spChg>
      </pc:sldChg>
      <pc:sldChg chg="addSp delSp modSp add mod ord">
        <pc:chgData name="Said Achmad" userId="5d71821f-e4ec-49c0-a52f-549698ea3c81" providerId="ADAL" clId="{D3E6A8E1-2CA0-4603-8B60-005B03E58C1E}" dt="2025-06-01T14:45:17.576" v="521" actId="1076"/>
        <pc:sldMkLst>
          <pc:docMk/>
          <pc:sldMk cId="711263695" sldId="457"/>
        </pc:sldMkLst>
        <pc:spChg chg="mod">
          <ac:chgData name="Said Achmad" userId="5d71821f-e4ec-49c0-a52f-549698ea3c81" providerId="ADAL" clId="{D3E6A8E1-2CA0-4603-8B60-005B03E58C1E}" dt="2025-06-01T14:42:40.125" v="479"/>
          <ac:spMkLst>
            <pc:docMk/>
            <pc:sldMk cId="711263695" sldId="457"/>
            <ac:spMk id="2" creationId="{6DDB1101-6FAE-A66D-E6DD-90E79A9223E5}"/>
          </ac:spMkLst>
        </pc:spChg>
        <pc:spChg chg="mod">
          <ac:chgData name="Said Achmad" userId="5d71821f-e4ec-49c0-a52f-549698ea3c81" providerId="ADAL" clId="{D3E6A8E1-2CA0-4603-8B60-005B03E58C1E}" dt="2025-06-01T14:43:38.341" v="500" actId="1076"/>
          <ac:spMkLst>
            <pc:docMk/>
            <pc:sldMk cId="711263695" sldId="457"/>
            <ac:spMk id="3" creationId="{BFCB5BD2-87D3-8328-E210-2784D7D27F94}"/>
          </ac:spMkLst>
        </pc:spChg>
        <pc:spChg chg="mod">
          <ac:chgData name="Said Achmad" userId="5d71821f-e4ec-49c0-a52f-549698ea3c81" providerId="ADAL" clId="{D3E6A8E1-2CA0-4603-8B60-005B03E58C1E}" dt="2025-06-01T14:43:06.124" v="493" actId="403"/>
          <ac:spMkLst>
            <pc:docMk/>
            <pc:sldMk cId="711263695" sldId="457"/>
            <ac:spMk id="5" creationId="{DF33FC76-BC3F-01EA-C8B7-98A6D2E8B548}"/>
          </ac:spMkLst>
        </pc:spChg>
        <pc:spChg chg="del mod">
          <ac:chgData name="Said Achmad" userId="5d71821f-e4ec-49c0-a52f-549698ea3c81" providerId="ADAL" clId="{D3E6A8E1-2CA0-4603-8B60-005B03E58C1E}" dt="2025-06-01T14:45:11.157" v="519" actId="478"/>
          <ac:spMkLst>
            <pc:docMk/>
            <pc:sldMk cId="711263695" sldId="457"/>
            <ac:spMk id="7" creationId="{BC3074CC-B5B8-41BA-DAE3-7258A223306E}"/>
          </ac:spMkLst>
        </pc:spChg>
        <pc:spChg chg="add del mod">
          <ac:chgData name="Said Achmad" userId="5d71821f-e4ec-49c0-a52f-549698ea3c81" providerId="ADAL" clId="{D3E6A8E1-2CA0-4603-8B60-005B03E58C1E}" dt="2025-06-01T14:44:37.320" v="511" actId="22"/>
          <ac:spMkLst>
            <pc:docMk/>
            <pc:sldMk cId="711263695" sldId="457"/>
            <ac:spMk id="8" creationId="{700B1461-7577-EBA6-507C-57B382F85B58}"/>
          </ac:spMkLst>
        </pc:spChg>
        <pc:spChg chg="add mod">
          <ac:chgData name="Said Achmad" userId="5d71821f-e4ec-49c0-a52f-549698ea3c81" providerId="ADAL" clId="{D3E6A8E1-2CA0-4603-8B60-005B03E58C1E}" dt="2025-06-01T14:45:17.576" v="521" actId="1076"/>
          <ac:spMkLst>
            <pc:docMk/>
            <pc:sldMk cId="711263695" sldId="457"/>
            <ac:spMk id="9" creationId="{3E8953D7-10C3-627B-D757-845B059783B3}"/>
          </ac:spMkLst>
        </pc:spChg>
      </pc:sldChg>
    </pc:docChg>
  </pc:docChgLst>
  <pc:docChgLst>
    <pc:chgData name="Said Achmad" userId="5d71821f-e4ec-49c0-a52f-549698ea3c81" providerId="ADAL" clId="{8E09EC01-2C9A-47AD-A2A2-9C9DA0604C45}"/>
    <pc:docChg chg="undo custSel addSld delSld modSld">
      <pc:chgData name="Said Achmad" userId="5d71821f-e4ec-49c0-a52f-549698ea3c81" providerId="ADAL" clId="{8E09EC01-2C9A-47AD-A2A2-9C9DA0604C45}" dt="2024-06-28T08:26:25.584" v="118" actId="1076"/>
      <pc:docMkLst>
        <pc:docMk/>
      </pc:docMkLst>
      <pc:sldChg chg="modSp mod">
        <pc:chgData name="Said Achmad" userId="5d71821f-e4ec-49c0-a52f-549698ea3c81" providerId="ADAL" clId="{8E09EC01-2C9A-47AD-A2A2-9C9DA0604C45}" dt="2024-06-25T08:51:32.012" v="3" actId="20577"/>
        <pc:sldMkLst>
          <pc:docMk/>
          <pc:sldMk cId="3962618298" sldId="282"/>
        </pc:sldMkLst>
      </pc:sldChg>
      <pc:sldChg chg="del">
        <pc:chgData name="Said Achmad" userId="5d71821f-e4ec-49c0-a52f-549698ea3c81" providerId="ADAL" clId="{8E09EC01-2C9A-47AD-A2A2-9C9DA0604C45}" dt="2024-06-28T08:22:22.849" v="33" actId="47"/>
        <pc:sldMkLst>
          <pc:docMk/>
          <pc:sldMk cId="0" sldId="319"/>
        </pc:sldMkLst>
      </pc:sldChg>
      <pc:sldChg chg="del">
        <pc:chgData name="Said Achmad" userId="5d71821f-e4ec-49c0-a52f-549698ea3c81" providerId="ADAL" clId="{8E09EC01-2C9A-47AD-A2A2-9C9DA0604C45}" dt="2024-06-28T08:22:29.260" v="34" actId="47"/>
        <pc:sldMkLst>
          <pc:docMk/>
          <pc:sldMk cId="0" sldId="321"/>
        </pc:sldMkLst>
      </pc:sldChg>
      <pc:sldChg chg="modSp add del mod">
        <pc:chgData name="Said Achmad" userId="5d71821f-e4ec-49c0-a52f-549698ea3c81" providerId="ADAL" clId="{8E09EC01-2C9A-47AD-A2A2-9C9DA0604C45}" dt="2024-06-28T08:24:26.518" v="53"/>
        <pc:sldMkLst>
          <pc:docMk/>
          <pc:sldMk cId="4170218270" sldId="374"/>
        </pc:sldMkLst>
      </pc:sldChg>
      <pc:sldChg chg="add del">
        <pc:chgData name="Said Achmad" userId="5d71821f-e4ec-49c0-a52f-549698ea3c81" providerId="ADAL" clId="{8E09EC01-2C9A-47AD-A2A2-9C9DA0604C45}" dt="2024-06-28T08:23:00.560" v="35" actId="47"/>
        <pc:sldMkLst>
          <pc:docMk/>
          <pc:sldMk cId="407520318" sldId="442"/>
        </pc:sldMkLst>
      </pc:sldChg>
      <pc:sldChg chg="addSp modSp add mod">
        <pc:chgData name="Said Achmad" userId="5d71821f-e4ec-49c0-a52f-549698ea3c81" providerId="ADAL" clId="{8E09EC01-2C9A-47AD-A2A2-9C9DA0604C45}" dt="2024-06-28T08:23:56.031" v="43" actId="14100"/>
        <pc:sldMkLst>
          <pc:docMk/>
          <pc:sldMk cId="2056740146" sldId="443"/>
        </pc:sldMkLst>
      </pc:sldChg>
      <pc:sldChg chg="addSp delSp modSp add mod">
        <pc:chgData name="Said Achmad" userId="5d71821f-e4ec-49c0-a52f-549698ea3c81" providerId="ADAL" clId="{8E09EC01-2C9A-47AD-A2A2-9C9DA0604C45}" dt="2024-06-28T08:25:20.232" v="86" actId="404"/>
        <pc:sldMkLst>
          <pc:docMk/>
          <pc:sldMk cId="3244863345" sldId="444"/>
        </pc:sldMkLst>
      </pc:sldChg>
      <pc:sldChg chg="addSp delSp modSp add mod">
        <pc:chgData name="Said Achmad" userId="5d71821f-e4ec-49c0-a52f-549698ea3c81" providerId="ADAL" clId="{8E09EC01-2C9A-47AD-A2A2-9C9DA0604C45}" dt="2024-06-28T08:26:25.584" v="118" actId="1076"/>
        <pc:sldMkLst>
          <pc:docMk/>
          <pc:sldMk cId="1751018124" sldId="4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627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3F606EF-890A-A317-9A39-452629D990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EE5811F-AE05-7CB7-DFB6-23DE90C82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938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3F606EF-890A-A317-9A39-452629D990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EE5811F-AE05-7CB7-DFB6-23DE90C82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087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3F606EF-890A-A317-9A39-452629D990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EE5811F-AE05-7CB7-DFB6-23DE90C82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A7D149C-1250-5285-875C-7EF2428C06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2F79C59-BDA8-8E17-2984-AC639CCE9D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635E9F3-5CB1-91AD-F5EF-988A8619B1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DDC02A2-6961-171D-71D6-791A4E02C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4063835-B74E-CBDD-0BE4-DC1165C768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5D3F2FB-B7B4-28E4-3161-9E8F107B01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E292B01-6463-27C9-F5B2-9874732FFF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5DEA455A-B862-7BB6-194C-26DAC4218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92023F8-E8D1-85B3-79BA-D69D34FCC4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9D8B2A1-16EF-446F-5DAF-587FEF502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92023F8-E8D1-85B3-79BA-D69D34FCC4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9D8B2A1-16EF-446F-5DAF-587FEF502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558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92023F8-E8D1-85B3-79BA-D69D34FCC4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9D8B2A1-16EF-446F-5DAF-587FEF502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093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92023F8-E8D1-85B3-79BA-D69D34FCC4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9D8B2A1-16EF-446F-5DAF-587FEF502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754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46640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C614F1-89F8-B808-9DD9-229AAF4CE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98E9C-690F-D5B2-6A0E-CA43C8C2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BA59A-5DC7-987B-985C-E7F05D80D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22D20-F203-A321-C13A-3A85A24C3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C79DE9-4AFD-C17C-6D01-10CB5913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BA874-2A87-342A-D528-C2660A034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03794-B39A-7A69-54AC-AFD888C8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25C93-1B77-566C-CD32-E4AC841F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923CA-0AF7-7160-B581-2CACED78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62FAA5-6C99-7043-5D20-4F0B7F863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28E23-B05B-27F7-5B39-9129277EE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795C1-A678-59F7-F2CE-A3263373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008AF-17B2-1560-3039-4C723BA0C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F6EF1-CFA9-A58C-D0E2-EFC77F0A6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95F2D-6472-91D6-94D4-E6E20D96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3551FA-97E6-2245-9BD6-C384100F7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BCD88-38A2-2399-3D87-1C83C56B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09065-4F22-4742-B3F5-BDA62316DD9B}" type="datetimeFigureOut">
              <a:rPr lang="en-US"/>
              <a:pPr>
                <a:defRPr/>
              </a:pPr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DD577-AF8F-1A93-A7A5-6F8D6B167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26DCE-07F9-37BD-4E44-98E2ED523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00605" y="13076008"/>
            <a:ext cx="370294" cy="37959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CE724-3DE1-40E2-94BB-8AEED83598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823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0" y="838200"/>
            <a:ext cx="20726400" cy="2209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35200" y="3962400"/>
            <a:ext cx="10160000" cy="815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12801600" y="3962400"/>
            <a:ext cx="10160000" cy="81534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78634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  <p:sldLayoutId id="2147483689" r:id="rId24"/>
    <p:sldLayoutId id="2147483690" r:id="rId25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inusianorg-my.sharepoint.com/personal/said_achmad_binus_edu/_layouts/15/guestaccess.aspx?share=Erzcr46B3HxJkeZ01gk_56wBlJqBs4iWxxeul1ItuuAVDQ&amp;e=ipdhy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sqltutorial.org/mysql-stored-procedure/stored-procedures-parameters-in-mysql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sqltutorial.org/mysql-triggers/mysql-create-trigger/" TargetMode="External"/><Relationship Id="rId2" Type="http://schemas.openxmlformats.org/officeDocument/2006/relationships/hyperlink" Target="https://www.mysqltutorial.org/mysql-stored-procedure/mysql-stored-function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sqltutorial.org/mysql-stored-procedure/sql-cursor-in-stored-procedures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9</a:t>
            </a:r>
          </a:p>
          <a:p>
            <a:r>
              <a:rPr lang="en-US" dirty="0"/>
              <a:t>COMP6799001 – Database Technology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Exploring </a:t>
            </a:r>
            <a:r>
              <a:rPr lang="en-US" dirty="0" err="1"/>
              <a:t>ADvanced</a:t>
            </a:r>
            <a:r>
              <a:rPr lang="en-US" dirty="0"/>
              <a:t> SQL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D6667-Said Achmad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Learning Objective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67283" y="3073300"/>
            <a:ext cx="20413981" cy="4522264"/>
          </a:xfrm>
        </p:spPr>
        <p:txBody>
          <a:bodyPr>
            <a:normAutofit/>
          </a:bodyPr>
          <a:lstStyle/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2: Explain the concepts of relational algebra, data manipulation language, and transaction management on database</a:t>
            </a:r>
          </a:p>
          <a:p>
            <a:pPr marL="1530350" indent="-1530350">
              <a:buNone/>
            </a:pPr>
            <a:r>
              <a:rPr lang="en-US" sz="5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 3: Apply to make database and manipulate data in databases</a:t>
            </a:r>
          </a:p>
          <a:p>
            <a:pPr marL="1530350" indent="-1530350">
              <a:buNone/>
            </a:pPr>
            <a:endParaRPr lang="en-US" sz="54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42475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DDA0-7967-D64A-2EC9-C06A58A0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Outline</a:t>
            </a:r>
            <a:endParaRPr lang="en-ID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ECD-4701-560A-68A4-064817E603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67283" y="3073300"/>
            <a:ext cx="20413981" cy="5848278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Stored procedures</a:t>
            </a:r>
          </a:p>
          <a:p>
            <a:pPr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Function</a:t>
            </a:r>
          </a:p>
          <a:p>
            <a:pPr lvl="0">
              <a:spcBef>
                <a:spcPts val="2400"/>
              </a:spcBef>
            </a:pPr>
            <a:r>
              <a:rPr lang="en-US" sz="4800" dirty="0" err="1">
                <a:latin typeface="Cambria" pitchFamily="18" charset="0"/>
                <a:ea typeface="Cambria" pitchFamily="18" charset="0"/>
              </a:rPr>
              <a:t>Trigers</a:t>
            </a:r>
            <a:endParaRPr lang="en-US" sz="4800" dirty="0">
              <a:latin typeface="Cambria" pitchFamily="18" charset="0"/>
              <a:ea typeface="Cambria" pitchFamily="18" charset="0"/>
            </a:endParaRPr>
          </a:p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Cursors</a:t>
            </a:r>
          </a:p>
          <a:p>
            <a:pPr lvl="0">
              <a:spcBef>
                <a:spcPts val="2400"/>
              </a:spcBef>
            </a:pPr>
            <a:r>
              <a:rPr lang="en-US" sz="4800" dirty="0">
                <a:latin typeface="Cambria" pitchFamily="18" charset="0"/>
                <a:ea typeface="Cambria" pitchFamily="18" charset="0"/>
              </a:rPr>
              <a:t>ODBC – JDBC</a:t>
            </a:r>
          </a:p>
        </p:txBody>
      </p:sp>
    </p:spTree>
    <p:extLst>
      <p:ext uri="{BB962C8B-B14F-4D97-AF65-F5344CB8AC3E}">
        <p14:creationId xmlns:p14="http://schemas.microsoft.com/office/powerpoint/2010/main" val="372482556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</a:t>
            </a:r>
            <a:r>
              <a:rPr lang="en-ID" sz="4000" dirty="0" err="1"/>
              <a:t>ompany</a:t>
            </a:r>
            <a:r>
              <a:rPr lang="en-ID" sz="4000" dirty="0"/>
              <a:t> relational database schema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40BB60-D7E1-7D2B-57E3-83BD89670E1E}"/>
              </a:ext>
            </a:extLst>
          </p:cNvPr>
          <p:cNvGraphicFramePr>
            <a:graphicFrameLocks noGrp="1"/>
          </p:cNvGraphicFramePr>
          <p:nvPr/>
        </p:nvGraphicFramePr>
        <p:xfrm>
          <a:off x="1705809" y="3337703"/>
          <a:ext cx="21635450" cy="794084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163545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1645388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  <a:gridCol w="1900989">
                  <a:extLst>
                    <a:ext uri="{9D8B030D-6E8A-4147-A177-3AD203B41FA5}">
                      <a16:colId xmlns:a16="http://schemas.microsoft.com/office/drawing/2014/main" val="392928176"/>
                    </a:ext>
                  </a:extLst>
                </a:gridCol>
                <a:gridCol w="2502568">
                  <a:extLst>
                    <a:ext uri="{9D8B030D-6E8A-4147-A177-3AD203B41FA5}">
                      <a16:colId xmlns:a16="http://schemas.microsoft.com/office/drawing/2014/main" val="1276958776"/>
                    </a:ext>
                  </a:extLst>
                </a:gridCol>
                <a:gridCol w="1804737">
                  <a:extLst>
                    <a:ext uri="{9D8B030D-6E8A-4147-A177-3AD203B41FA5}">
                      <a16:colId xmlns:a16="http://schemas.microsoft.com/office/drawing/2014/main" val="3585874456"/>
                    </a:ext>
                  </a:extLst>
                </a:gridCol>
                <a:gridCol w="2430379">
                  <a:extLst>
                    <a:ext uri="{9D8B030D-6E8A-4147-A177-3AD203B41FA5}">
                      <a16:colId xmlns:a16="http://schemas.microsoft.com/office/drawing/2014/main" val="681586273"/>
                    </a:ext>
                  </a:extLst>
                </a:gridCol>
                <a:gridCol w="2697209">
                  <a:extLst>
                    <a:ext uri="{9D8B030D-6E8A-4147-A177-3AD203B41FA5}">
                      <a16:colId xmlns:a16="http://schemas.microsoft.com/office/drawing/2014/main" val="258415429"/>
                    </a:ext>
                  </a:extLst>
                </a:gridCol>
                <a:gridCol w="2163545">
                  <a:extLst>
                    <a:ext uri="{9D8B030D-6E8A-4147-A177-3AD203B41FA5}">
                      <a16:colId xmlns:a16="http://schemas.microsoft.com/office/drawing/2014/main" val="916760786"/>
                    </a:ext>
                  </a:extLst>
                </a:gridCol>
              </a:tblGrid>
              <a:tr h="79408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Fname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Minint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Lname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Bdate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Address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Sex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Salary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Super_ssn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Dno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F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CEB9FB-B86C-F683-3B1D-E53C98BAB870}"/>
              </a:ext>
            </a:extLst>
          </p:cNvPr>
          <p:cNvGraphicFramePr>
            <a:graphicFrameLocks noGrp="1"/>
          </p:cNvGraphicFramePr>
          <p:nvPr/>
        </p:nvGraphicFramePr>
        <p:xfrm>
          <a:off x="1705808" y="5308403"/>
          <a:ext cx="15177139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340860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5067936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Dname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Mgr_ssn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u="none" dirty="0" err="1"/>
                        <a:t>Mgr_start_date</a:t>
                      </a:r>
                      <a:endParaRPr lang="en-ID" sz="4000" b="0" u="none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F19B80-5CDD-98CD-839C-2373A4CBA765}"/>
              </a:ext>
            </a:extLst>
          </p:cNvPr>
          <p:cNvSpPr txBox="1">
            <a:spLocks/>
          </p:cNvSpPr>
          <p:nvPr/>
        </p:nvSpPr>
        <p:spPr>
          <a:xfrm>
            <a:off x="1705809" y="2543619"/>
            <a:ext cx="3852780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EMPLOYEE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EF756642-B833-576C-99A8-89B45FA1F244}"/>
              </a:ext>
            </a:extLst>
          </p:cNvPr>
          <p:cNvSpPr txBox="1">
            <a:spLocks/>
          </p:cNvSpPr>
          <p:nvPr/>
        </p:nvSpPr>
        <p:spPr>
          <a:xfrm>
            <a:off x="1705808" y="4502288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DEPARTMENT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9351A21-5E87-F277-A9C0-BF0957F35591}"/>
              </a:ext>
            </a:extLst>
          </p:cNvPr>
          <p:cNvGraphicFramePr>
            <a:graphicFrameLocks noGrp="1"/>
          </p:cNvGraphicFramePr>
          <p:nvPr/>
        </p:nvGraphicFramePr>
        <p:xfrm>
          <a:off x="1705807" y="7005518"/>
          <a:ext cx="6768343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Dlocation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5DE554E1-9CEE-78FA-21A4-74711A3D86C4}"/>
              </a:ext>
            </a:extLst>
          </p:cNvPr>
          <p:cNvSpPr txBox="1">
            <a:spLocks/>
          </p:cNvSpPr>
          <p:nvPr/>
        </p:nvSpPr>
        <p:spPr>
          <a:xfrm>
            <a:off x="1705807" y="6199403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DEPT_LOCATION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A958023-827B-C77F-8EEC-E03B7A773698}"/>
              </a:ext>
            </a:extLst>
          </p:cNvPr>
          <p:cNvGraphicFramePr>
            <a:graphicFrameLocks noGrp="1"/>
          </p:cNvGraphicFramePr>
          <p:nvPr/>
        </p:nvGraphicFramePr>
        <p:xfrm>
          <a:off x="1705807" y="8772487"/>
          <a:ext cx="12635835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2781457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2990550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302481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3561347">
                  <a:extLst>
                    <a:ext uri="{9D8B030D-6E8A-4147-A177-3AD203B41FA5}">
                      <a16:colId xmlns:a16="http://schemas.microsoft.com/office/drawing/2014/main" val="1403593123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Pname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Pnumber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Plocation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u="none" dirty="0" err="1"/>
                        <a:t>Dnum</a:t>
                      </a:r>
                      <a:endParaRPr lang="en-ID" sz="4000" b="0" u="none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C7A9D671-07A0-F902-FF3F-DB62026460F6}"/>
              </a:ext>
            </a:extLst>
          </p:cNvPr>
          <p:cNvSpPr txBox="1">
            <a:spLocks/>
          </p:cNvSpPr>
          <p:nvPr/>
        </p:nvSpPr>
        <p:spPr>
          <a:xfrm>
            <a:off x="1705807" y="7966372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PROJECT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8322392-969E-2532-4B07-064C6DC34BAB}"/>
              </a:ext>
            </a:extLst>
          </p:cNvPr>
          <p:cNvGraphicFramePr>
            <a:graphicFrameLocks noGrp="1"/>
          </p:cNvGraphicFramePr>
          <p:nvPr/>
        </p:nvGraphicFramePr>
        <p:xfrm>
          <a:off x="1705807" y="10562646"/>
          <a:ext cx="10109203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340860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3592006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3176337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Essn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Pno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Hours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D842025B-4789-246C-2C23-2980DEB5B454}"/>
              </a:ext>
            </a:extLst>
          </p:cNvPr>
          <p:cNvSpPr txBox="1">
            <a:spLocks/>
          </p:cNvSpPr>
          <p:nvPr/>
        </p:nvSpPr>
        <p:spPr>
          <a:xfrm>
            <a:off x="1705807" y="9756531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WORKS_ON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0455C16-613D-FC2C-A55B-72D1BC59DB35}"/>
              </a:ext>
            </a:extLst>
          </p:cNvPr>
          <p:cNvGraphicFramePr>
            <a:graphicFrameLocks noGrp="1"/>
          </p:cNvGraphicFramePr>
          <p:nvPr/>
        </p:nvGraphicFramePr>
        <p:xfrm>
          <a:off x="1705809" y="12253015"/>
          <a:ext cx="14801519" cy="701040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1926384">
                  <a:extLst>
                    <a:ext uri="{9D8B030D-6E8A-4147-A177-3AD203B41FA5}">
                      <a16:colId xmlns:a16="http://schemas.microsoft.com/office/drawing/2014/main" val="2742184730"/>
                    </a:ext>
                  </a:extLst>
                </a:gridCol>
                <a:gridCol w="4772005">
                  <a:extLst>
                    <a:ext uri="{9D8B030D-6E8A-4147-A177-3AD203B41FA5}">
                      <a16:colId xmlns:a16="http://schemas.microsoft.com/office/drawing/2014/main" val="2767452128"/>
                    </a:ext>
                  </a:extLst>
                </a:gridCol>
                <a:gridCol w="2110899">
                  <a:extLst>
                    <a:ext uri="{9D8B030D-6E8A-4147-A177-3AD203B41FA5}">
                      <a16:colId xmlns:a16="http://schemas.microsoft.com/office/drawing/2014/main" val="2393062710"/>
                    </a:ext>
                  </a:extLst>
                </a:gridCol>
                <a:gridCol w="2791835">
                  <a:extLst>
                    <a:ext uri="{9D8B030D-6E8A-4147-A177-3AD203B41FA5}">
                      <a16:colId xmlns:a16="http://schemas.microsoft.com/office/drawing/2014/main" val="1367091997"/>
                    </a:ext>
                  </a:extLst>
                </a:gridCol>
                <a:gridCol w="3200396">
                  <a:extLst>
                    <a:ext uri="{9D8B030D-6E8A-4147-A177-3AD203B41FA5}">
                      <a16:colId xmlns:a16="http://schemas.microsoft.com/office/drawing/2014/main" val="3547525548"/>
                    </a:ext>
                  </a:extLst>
                </a:gridCol>
              </a:tblGrid>
              <a:tr h="611134"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Essn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u="sng" dirty="0" err="1"/>
                        <a:t>Dependent_name</a:t>
                      </a:r>
                      <a:endParaRPr lang="en-ID" sz="4000" b="1" u="sng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Sex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 err="1"/>
                        <a:t>Bdate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0" dirty="0"/>
                        <a:t>Relationship</a:t>
                      </a:r>
                      <a:endParaRPr lang="en-ID" sz="4000" b="0" dirty="0"/>
                    </a:p>
                  </a:txBody>
                  <a:tcPr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452268"/>
                  </a:ext>
                </a:extLst>
              </a:tr>
            </a:tbl>
          </a:graphicData>
        </a:graphic>
      </p:graphicFrame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F1D2786A-8DEB-554B-6044-AF32D0CE52F9}"/>
              </a:ext>
            </a:extLst>
          </p:cNvPr>
          <p:cNvSpPr txBox="1">
            <a:spLocks/>
          </p:cNvSpPr>
          <p:nvPr/>
        </p:nvSpPr>
        <p:spPr>
          <a:xfrm>
            <a:off x="1705807" y="11446900"/>
            <a:ext cx="4935623" cy="794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chemeClr val="bg1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0"/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Cambria" pitchFamily="18" charset="0"/>
                <a:ea typeface="Cambria" pitchFamily="18" charset="0"/>
              </a:rPr>
              <a:t>DEPENDENT</a:t>
            </a:r>
          </a:p>
        </p:txBody>
      </p:sp>
      <p:sp>
        <p:nvSpPr>
          <p:cNvPr id="36" name="Flowchart: Document 35">
            <a:extLst>
              <a:ext uri="{FF2B5EF4-FFF2-40B4-BE49-F238E27FC236}">
                <a16:creationId xmlns:a16="http://schemas.microsoft.com/office/drawing/2014/main" id="{79E70A48-A63A-F6E2-23C2-97EB318CABC4}"/>
              </a:ext>
            </a:extLst>
          </p:cNvPr>
          <p:cNvSpPr/>
          <p:nvPr/>
        </p:nvSpPr>
        <p:spPr>
          <a:xfrm>
            <a:off x="20365449" y="8191661"/>
            <a:ext cx="3801979" cy="1961912"/>
          </a:xfrm>
          <a:prstGeom prst="flowChartDocumen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See textbook page 191-192 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for more details</a:t>
            </a:r>
            <a:endParaRPr kumimoji="0" lang="en-ID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3F6728B0-4DD6-DCBD-9463-FA181E244CC7}"/>
              </a:ext>
            </a:extLst>
          </p:cNvPr>
          <p:cNvSpPr/>
          <p:nvPr/>
        </p:nvSpPr>
        <p:spPr>
          <a:xfrm>
            <a:off x="20365450" y="10550615"/>
            <a:ext cx="3801979" cy="3013573"/>
          </a:xfrm>
          <a:prstGeom prst="flowChartDocumen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For query exercise, the sample Database Company can be downloaded via </a:t>
            </a:r>
            <a:r>
              <a:rPr lang="en-US" sz="3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3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328371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2400"/>
              </a:spcBef>
            </a:pPr>
            <a:r>
              <a:rPr lang="en-US" sz="9600" dirty="0">
                <a:latin typeface="Cambria" pitchFamily="18" charset="0"/>
                <a:ea typeface="Cambria" pitchFamily="18" charset="0"/>
              </a:rPr>
              <a:t>Stored procedures</a:t>
            </a:r>
          </a:p>
        </p:txBody>
      </p:sp>
    </p:spTree>
    <p:extLst>
      <p:ext uri="{BB962C8B-B14F-4D97-AF65-F5344CB8AC3E}">
        <p14:creationId xmlns:p14="http://schemas.microsoft.com/office/powerpoint/2010/main" val="36302888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Stored </a:t>
            </a:r>
            <a:r>
              <a:rPr lang="en-US" sz="4000" dirty="0" err="1"/>
              <a:t>ProcedureS</a:t>
            </a:r>
            <a:endParaRPr lang="en-ID" sz="4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CDFDFC-1918-1572-56B7-AC2B72014277}"/>
              </a:ext>
            </a:extLst>
          </p:cNvPr>
          <p:cNvSpPr txBox="1">
            <a:spLocks/>
          </p:cNvSpPr>
          <p:nvPr/>
        </p:nvSpPr>
        <p:spPr>
          <a:xfrm>
            <a:off x="838200" y="3048000"/>
            <a:ext cx="23046177" cy="10668000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Precompiled block of SQL statements stored in the database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It can include control flow logic, input/output parameters, and is executed by calling its name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Useful:</a:t>
            </a:r>
          </a:p>
          <a:p>
            <a:pPr lvl="1"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When database program is needed by several applications</a:t>
            </a:r>
          </a:p>
          <a:p>
            <a:pPr lvl="1"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 reduce data transfer and communication cost between client and server in certain situations</a:t>
            </a:r>
          </a:p>
          <a:p>
            <a:pPr lvl="1"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 enhance modeling power provided by views by allowing more complex types of derived data</a:t>
            </a:r>
          </a:p>
        </p:txBody>
      </p:sp>
    </p:spTree>
    <p:extLst>
      <p:ext uri="{BB962C8B-B14F-4D97-AF65-F5344CB8AC3E}">
        <p14:creationId xmlns:p14="http://schemas.microsoft.com/office/powerpoint/2010/main" val="325395689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Stored Procedures</a:t>
            </a:r>
            <a:endParaRPr lang="en-ID" sz="4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9EF4AA-844B-D080-761D-11EF1E531189}"/>
              </a:ext>
            </a:extLst>
          </p:cNvPr>
          <p:cNvSpPr txBox="1">
            <a:spLocks/>
          </p:cNvSpPr>
          <p:nvPr/>
        </p:nvSpPr>
        <p:spPr>
          <a:xfrm>
            <a:off x="804672" y="2670048"/>
            <a:ext cx="13711428" cy="1139952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Syntax (MySQL Example)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F6142F-184D-60E0-145E-C9941C3F6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672" y="4097709"/>
            <a:ext cx="20912328" cy="7990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976" tIns="88900" rIns="180976" bIns="889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$$</a:t>
            </a:r>
          </a:p>
          <a:p>
            <a:pPr lvl="1" algn="l">
              <a:buFont typeface="Wingdings" pitchFamily="2" charset="2"/>
              <a:buNone/>
            </a:pPr>
            <a:endParaRPr lang="en-US" altLang="en-US" sz="5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PROCEDURE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GetAllEmployees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SELECT * FROM EMPLOYEE;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$$</a:t>
            </a:r>
          </a:p>
          <a:p>
            <a:pPr lvl="1" algn="l">
              <a:buFont typeface="Wingdings" pitchFamily="2" charset="2"/>
              <a:buNone/>
            </a:pPr>
            <a:endParaRPr lang="en-US" altLang="en-US" sz="5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B47DC-9579-8D2F-1D05-643657443216}"/>
              </a:ext>
            </a:extLst>
          </p:cNvPr>
          <p:cNvSpPr txBox="1">
            <a:spLocks/>
          </p:cNvSpPr>
          <p:nvPr/>
        </p:nvSpPr>
        <p:spPr>
          <a:xfrm>
            <a:off x="804672" y="12088614"/>
            <a:ext cx="17788128" cy="1139952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Use CALL </a:t>
            </a:r>
            <a:r>
              <a:rPr lang="en-US" altLang="en-US" sz="54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GetAllEmployees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(); to execute the procedure.</a:t>
            </a:r>
          </a:p>
        </p:txBody>
      </p:sp>
    </p:spTree>
    <p:extLst>
      <p:ext uri="{BB962C8B-B14F-4D97-AF65-F5344CB8AC3E}">
        <p14:creationId xmlns:p14="http://schemas.microsoft.com/office/powerpoint/2010/main" val="418217989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2FAA8-6BB5-013B-760F-CECC67B7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F9DF0-FB8A-527F-FC9C-6E77C7AA0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Stored Procedure with Parameters</a:t>
            </a:r>
            <a:endParaRPr lang="en-ID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655F69-F060-B8B8-ECBE-E7C237ED8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672" y="3201576"/>
            <a:ext cx="20912328" cy="7824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976" tIns="88900" rIns="180976" bIns="889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PROCEDURE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GetEmployeeByDept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dept_id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INT)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SELECT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FROM EMPLOYEE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WHERE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Dno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dept_id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167E-2586-4073-B54E-A75E60F97118}"/>
              </a:ext>
            </a:extLst>
          </p:cNvPr>
          <p:cNvSpPr txBox="1">
            <a:spLocks/>
          </p:cNvSpPr>
          <p:nvPr/>
        </p:nvSpPr>
        <p:spPr>
          <a:xfrm>
            <a:off x="804671" y="11048476"/>
            <a:ext cx="19887861" cy="1139952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 = input parameter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Use CALL </a:t>
            </a:r>
            <a:r>
              <a:rPr lang="en-US" altLang="en-US" sz="54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GetEmployeeByDept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(5); to execute the procedure.</a:t>
            </a:r>
          </a:p>
        </p:txBody>
      </p:sp>
    </p:spTree>
    <p:extLst>
      <p:ext uri="{BB962C8B-B14F-4D97-AF65-F5344CB8AC3E}">
        <p14:creationId xmlns:p14="http://schemas.microsoft.com/office/powerpoint/2010/main" val="399007924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9D106-26C2-1C8A-ADF7-D2000424B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C0CEE-8525-78EB-783A-4ECEDBD08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Stored Procedure with Output Parameter</a:t>
            </a:r>
            <a:endParaRPr lang="en-ID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F208DA-94C5-04DF-7E60-EB3DBB1C3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34" y="2733506"/>
            <a:ext cx="18025532" cy="10982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976" tIns="88900" rIns="180976" bIns="889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PROCEDURE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CountEmployeesByDept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dept_id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INT, 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 total INT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SELECT COUNT(*) INTO total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FROM EMPLOYEE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WHERE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Dno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dept_id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D56B1-E530-ECA3-1260-9AC655BD8E38}"/>
              </a:ext>
            </a:extLst>
          </p:cNvPr>
          <p:cNvSpPr txBox="1">
            <a:spLocks/>
          </p:cNvSpPr>
          <p:nvPr/>
        </p:nvSpPr>
        <p:spPr>
          <a:xfrm>
            <a:off x="10972799" y="5031110"/>
            <a:ext cx="13038667" cy="2216358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CALL </a:t>
            </a:r>
            <a:r>
              <a:rPr lang="en-US" altLang="en-US" sz="54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CountEmployeesByDept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(5, @total);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SELECT @total;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6A27FF-D922-6E4D-5938-00ECEE928935}"/>
              </a:ext>
            </a:extLst>
          </p:cNvPr>
          <p:cNvSpPr txBox="1">
            <a:spLocks/>
          </p:cNvSpPr>
          <p:nvPr/>
        </p:nvSpPr>
        <p:spPr>
          <a:xfrm>
            <a:off x="13110587" y="12305837"/>
            <a:ext cx="11273413" cy="923791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More Tutorial Source: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hlinkClick r:id="rId2"/>
              </a:rPr>
              <a:t>MySQL Tutorial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5944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0000" dirty="0">
                <a:latin typeface="Cambria" pitchFamily="18" charset="0"/>
                <a:ea typeface="Cambria" pitchFamily="18" charset="0"/>
              </a:rPr>
              <a:t>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01001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B4FE7-E5C3-E9B8-A69C-27692E62A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AB24E-EB47-AB49-C150-C94E4F7D1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SQL Function</a:t>
            </a:r>
            <a:endParaRPr lang="en-ID" sz="4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BE3204-54AE-9A64-BCBF-4FF18A639BF6}"/>
              </a:ext>
            </a:extLst>
          </p:cNvPr>
          <p:cNvSpPr txBox="1">
            <a:spLocks/>
          </p:cNvSpPr>
          <p:nvPr/>
        </p:nvSpPr>
        <p:spPr>
          <a:xfrm>
            <a:off x="838200" y="3048000"/>
            <a:ext cx="23046177" cy="10160000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SQL function is a stored block of code that performs a calculation or operation, and </a:t>
            </a:r>
            <a:r>
              <a:rPr lang="en-US" altLang="en-US" sz="5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returns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a single value.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Functions are often used inside SELECT, WHERE, or SET statements.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Stored in the database — but are designed to return a result, not perform actions.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Must declare a return type (RETURNS datatype)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Cannot perform operations like INSERT, UPDATE, or DELETE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Often used for calculations, formatting, or logic reusability</a:t>
            </a:r>
          </a:p>
        </p:txBody>
      </p:sp>
    </p:spTree>
    <p:extLst>
      <p:ext uri="{BB962C8B-B14F-4D97-AF65-F5344CB8AC3E}">
        <p14:creationId xmlns:p14="http://schemas.microsoft.com/office/powerpoint/2010/main" val="170071072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6FA18-FC01-817D-462B-150F692F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8FB23-62F4-8AF3-2263-ABD7D39F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SQL Function</a:t>
            </a:r>
            <a:endParaRPr lang="en-ID" sz="4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3B97A9-F600-3BDF-B590-A46C218C7804}"/>
              </a:ext>
            </a:extLst>
          </p:cNvPr>
          <p:cNvSpPr txBox="1">
            <a:spLocks/>
          </p:cNvSpPr>
          <p:nvPr/>
        </p:nvSpPr>
        <p:spPr>
          <a:xfrm>
            <a:off x="15727004" y="2632385"/>
            <a:ext cx="8305461" cy="1128437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Syntax (MySQL Example)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1DD421-1E5B-2B75-99E4-5DC383821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738" y="2632385"/>
            <a:ext cx="14232128" cy="978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976" tIns="88900" rIns="180976" bIns="889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altLang="en-US" sz="48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GetFullName</a:t>
            </a: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48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VARCHAR(50), 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48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VARCHAR(50)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VARCHAR(100)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DETERMINISTIC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CONCAT(</a:t>
            </a:r>
            <a:r>
              <a:rPr lang="en-US" altLang="en-US" sz="48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' ', </a:t>
            </a:r>
            <a:r>
              <a:rPr lang="en-US" altLang="en-US" sz="48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FC028-D8F8-9BBE-4833-4410430F2B72}"/>
              </a:ext>
            </a:extLst>
          </p:cNvPr>
          <p:cNvSpPr txBox="1">
            <a:spLocks/>
          </p:cNvSpPr>
          <p:nvPr/>
        </p:nvSpPr>
        <p:spPr>
          <a:xfrm>
            <a:off x="1041738" y="12257868"/>
            <a:ext cx="20395862" cy="883672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SELECT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GetFullName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Fname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Lname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) AS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FullName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FROM EMPLOYEE;</a:t>
            </a:r>
          </a:p>
        </p:txBody>
      </p:sp>
    </p:spTree>
    <p:extLst>
      <p:ext uri="{BB962C8B-B14F-4D97-AF65-F5344CB8AC3E}">
        <p14:creationId xmlns:p14="http://schemas.microsoft.com/office/powerpoint/2010/main" val="299295359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E27EE-06D4-198A-7A56-4863774E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8935-1FBA-2035-9B51-6B4F1282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SQL Function</a:t>
            </a:r>
            <a:endParaRPr lang="en-ID" sz="4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BD4353-435F-CE30-A87B-A98AB0B64C1B}"/>
              </a:ext>
            </a:extLst>
          </p:cNvPr>
          <p:cNvSpPr txBox="1">
            <a:spLocks/>
          </p:cNvSpPr>
          <p:nvPr/>
        </p:nvSpPr>
        <p:spPr>
          <a:xfrm>
            <a:off x="15727004" y="2632385"/>
            <a:ext cx="8305461" cy="1128437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Syntax (MySQL Example)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236E-357D-F915-6521-C03E46DA4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738" y="2632385"/>
            <a:ext cx="14232128" cy="8895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976" tIns="88900" rIns="180976" bIns="889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altLang="en-US" sz="48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GetAnnualSalary</a:t>
            </a: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48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monthly_salary</a:t>
            </a: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DECIMAL(10,2)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DECIMAL(10,2)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DETERMINISTIC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altLang="en-US" sz="48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monthly_salary</a:t>
            </a: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12;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4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444A1-4F69-2CC5-AE0E-621E70189E08}"/>
              </a:ext>
            </a:extLst>
          </p:cNvPr>
          <p:cNvSpPr txBox="1">
            <a:spLocks/>
          </p:cNvSpPr>
          <p:nvPr/>
        </p:nvSpPr>
        <p:spPr>
          <a:xfrm>
            <a:off x="1041738" y="12013103"/>
            <a:ext cx="22224662" cy="1128437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SELECT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Fname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GetAnnualSalary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(Salary) AS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AnnualSalary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FROM EMPLOYEE;</a:t>
            </a:r>
          </a:p>
        </p:txBody>
      </p:sp>
    </p:spTree>
    <p:extLst>
      <p:ext uri="{BB962C8B-B14F-4D97-AF65-F5344CB8AC3E}">
        <p14:creationId xmlns:p14="http://schemas.microsoft.com/office/powerpoint/2010/main" val="189664546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</a:t>
            </a:r>
          </a:p>
        </p:txBody>
      </p:sp>
    </p:spTree>
    <p:extLst>
      <p:ext uri="{BB962C8B-B14F-4D97-AF65-F5344CB8AC3E}">
        <p14:creationId xmlns:p14="http://schemas.microsoft.com/office/powerpoint/2010/main" val="355320772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Trigger</a:t>
            </a:r>
            <a:endParaRPr lang="en-ID" sz="40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B380D3F-DA2B-35F3-A528-547302953276}"/>
              </a:ext>
            </a:extLst>
          </p:cNvPr>
          <p:cNvSpPr txBox="1">
            <a:spLocks/>
          </p:cNvSpPr>
          <p:nvPr/>
        </p:nvSpPr>
        <p:spPr>
          <a:xfrm>
            <a:off x="1655188" y="2983067"/>
            <a:ext cx="22254679" cy="8860875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trigger is a stored program that is automatically executed in response to specific events on a table (such as INSERT, UPDATE, or DELETE).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Triggers allow the database to react to changes automatically, enforcing rules or logging actions.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Use triggers to:</a:t>
            </a:r>
          </a:p>
          <a:p>
            <a:pPr lvl="1">
              <a:spcBef>
                <a:spcPts val="1800"/>
              </a:spcBef>
              <a:buSzPct val="75000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Enforce complex data validation</a:t>
            </a:r>
          </a:p>
          <a:p>
            <a:pPr lvl="1">
              <a:spcBef>
                <a:spcPts val="1800"/>
              </a:spcBef>
              <a:buSzPct val="75000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Log changes for auditing</a:t>
            </a:r>
          </a:p>
          <a:p>
            <a:pPr lvl="1">
              <a:spcBef>
                <a:spcPts val="1800"/>
              </a:spcBef>
              <a:buSzPct val="75000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Maintain derived/related data</a:t>
            </a:r>
          </a:p>
          <a:p>
            <a:pPr lvl="1">
              <a:spcBef>
                <a:spcPts val="1800"/>
              </a:spcBef>
              <a:buSzPct val="75000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Automatically update timestamps or calculated fields</a:t>
            </a:r>
          </a:p>
        </p:txBody>
      </p:sp>
    </p:spTree>
    <p:extLst>
      <p:ext uri="{BB962C8B-B14F-4D97-AF65-F5344CB8AC3E}">
        <p14:creationId xmlns:p14="http://schemas.microsoft.com/office/powerpoint/2010/main" val="213102938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trigger</a:t>
            </a:r>
            <a:endParaRPr lang="en-ID" sz="4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9EF4AA-844B-D080-761D-11EF1E531189}"/>
              </a:ext>
            </a:extLst>
          </p:cNvPr>
          <p:cNvSpPr txBox="1">
            <a:spLocks/>
          </p:cNvSpPr>
          <p:nvPr/>
        </p:nvSpPr>
        <p:spPr>
          <a:xfrm>
            <a:off x="804672" y="2670048"/>
            <a:ext cx="13711428" cy="1139952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Syntax (MySQL Example)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F6142F-184D-60E0-145E-C9941C3F6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772" y="3975436"/>
            <a:ext cx="20912328" cy="8821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976" tIns="88900" rIns="180976" bIns="889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TRIGGER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before_employee_insert</a:t>
            </a:r>
            <a:endParaRPr lang="en-US" altLang="en-US" sz="5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 INSERT ON EMPLOYEE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EACH ROW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SET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NEW.Salary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IF(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NEW.Salary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NULL, 30000,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NEW.Salary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F5EEFD-4BEF-E5B5-79A6-584F47DE5C0F}"/>
              </a:ext>
            </a:extLst>
          </p:cNvPr>
          <p:cNvSpPr txBox="1">
            <a:spLocks/>
          </p:cNvSpPr>
          <p:nvPr/>
        </p:nvSpPr>
        <p:spPr>
          <a:xfrm>
            <a:off x="8165762" y="10980575"/>
            <a:ext cx="15375466" cy="1726734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This trigger ensures that if salary is not provided, it defaults to 30,000 before insertion</a:t>
            </a:r>
          </a:p>
        </p:txBody>
      </p:sp>
    </p:spTree>
    <p:extLst>
      <p:ext uri="{BB962C8B-B14F-4D97-AF65-F5344CB8AC3E}">
        <p14:creationId xmlns:p14="http://schemas.microsoft.com/office/powerpoint/2010/main" val="358034150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492C8-E3EC-C602-CFD3-4FC8627C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5D43-D9F1-7406-25CE-40BEC79A1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Trigger Timing &amp; Events</a:t>
            </a:r>
            <a:endParaRPr lang="en-ID" sz="4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DA2E1C-F834-944B-A362-25FE70153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088105"/>
              </p:ext>
            </p:extLst>
          </p:nvPr>
        </p:nvGraphicFramePr>
        <p:xfrm>
          <a:off x="2167377" y="3235957"/>
          <a:ext cx="18114480" cy="4446696"/>
        </p:xfrm>
        <a:graphic>
          <a:graphicData uri="http://schemas.openxmlformats.org/drawingml/2006/table">
            <a:tbl>
              <a:tblPr firstRow="1" bandRow="1">
                <a:tableStyleId>{C7B018BB-80A7-4F77-B60F-C8B233D01FF8}</a:tableStyleId>
              </a:tblPr>
              <a:tblGrid>
                <a:gridCol w="3655969">
                  <a:extLst>
                    <a:ext uri="{9D8B030D-6E8A-4147-A177-3AD203B41FA5}">
                      <a16:colId xmlns:a16="http://schemas.microsoft.com/office/drawing/2014/main" val="15340696"/>
                    </a:ext>
                  </a:extLst>
                </a:gridCol>
                <a:gridCol w="3962542">
                  <a:extLst>
                    <a:ext uri="{9D8B030D-6E8A-4147-A177-3AD203B41FA5}">
                      <a16:colId xmlns:a16="http://schemas.microsoft.com/office/drawing/2014/main" val="3558277621"/>
                    </a:ext>
                  </a:extLst>
                </a:gridCol>
                <a:gridCol w="10495969">
                  <a:extLst>
                    <a:ext uri="{9D8B030D-6E8A-4147-A177-3AD203B41FA5}">
                      <a16:colId xmlns:a16="http://schemas.microsoft.com/office/drawing/2014/main" val="1118560230"/>
                    </a:ext>
                  </a:extLst>
                </a:gridCol>
              </a:tblGrid>
              <a:tr h="1111674">
                <a:tc>
                  <a:txBody>
                    <a:bodyPr/>
                    <a:lstStyle/>
                    <a:p>
                      <a:r>
                        <a:rPr lang="en-ID" sz="4000"/>
                        <a:t>Timing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4000" dirty="0"/>
                        <a:t>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4000"/>
                        <a:t>Example 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019574"/>
                  </a:ext>
                </a:extLst>
              </a:tr>
              <a:tr h="1111674">
                <a:tc>
                  <a:txBody>
                    <a:bodyPr/>
                    <a:lstStyle/>
                    <a:p>
                      <a:r>
                        <a:rPr lang="en-ID" sz="4000"/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400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Validate or modify data before insertion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103627"/>
                  </a:ext>
                </a:extLst>
              </a:tr>
              <a:tr h="1111674">
                <a:tc>
                  <a:txBody>
                    <a:bodyPr/>
                    <a:lstStyle/>
                    <a:p>
                      <a:r>
                        <a:rPr lang="en-ID" sz="4000"/>
                        <a:t>AFTER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4000"/>
                        <a:t>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Log changes to a separate audit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728643"/>
                  </a:ext>
                </a:extLst>
              </a:tr>
              <a:tr h="1111674">
                <a:tc>
                  <a:txBody>
                    <a:bodyPr/>
                    <a:lstStyle/>
                    <a:p>
                      <a:r>
                        <a:rPr lang="en-ID" sz="4000"/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sz="4000" dirty="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4000" dirty="0" err="1"/>
                        <a:t>Prevent</a:t>
                      </a:r>
                      <a:r>
                        <a:rPr lang="fr-FR" sz="4000" dirty="0"/>
                        <a:t> </a:t>
                      </a:r>
                      <a:r>
                        <a:rPr lang="fr-FR" sz="4000" dirty="0" err="1"/>
                        <a:t>deletion</a:t>
                      </a:r>
                      <a:r>
                        <a:rPr lang="fr-FR" sz="4000" dirty="0"/>
                        <a:t> </a:t>
                      </a:r>
                      <a:r>
                        <a:rPr lang="fr-FR" sz="4000" dirty="0" err="1"/>
                        <a:t>under</a:t>
                      </a:r>
                      <a:r>
                        <a:rPr lang="fr-FR" sz="4000" dirty="0"/>
                        <a:t> certain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628425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39079A-BE88-1561-DAAA-3B5927ADC6AA}"/>
              </a:ext>
            </a:extLst>
          </p:cNvPr>
          <p:cNvSpPr txBox="1">
            <a:spLocks/>
          </p:cNvSpPr>
          <p:nvPr/>
        </p:nvSpPr>
        <p:spPr>
          <a:xfrm>
            <a:off x="1625599" y="9027377"/>
            <a:ext cx="20523201" cy="2216358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NEW.column_name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→ the new value (used in INSERT, UPDATE)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OLD.column_name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→ the old value (used in UPDATE, DELETE)</a:t>
            </a:r>
          </a:p>
        </p:txBody>
      </p:sp>
    </p:spTree>
    <p:extLst>
      <p:ext uri="{BB962C8B-B14F-4D97-AF65-F5344CB8AC3E}">
        <p14:creationId xmlns:p14="http://schemas.microsoft.com/office/powerpoint/2010/main" val="16847344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1DBF9-E4A6-6C76-95C3-CCF25EB6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D3F3-5ECE-EC59-71B4-A289DE83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trigger</a:t>
            </a:r>
            <a:endParaRPr lang="en-ID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37114-3CBC-35AF-4BDE-D21BB5063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772" y="2790102"/>
            <a:ext cx="20912328" cy="10650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976" tIns="88900" rIns="180976" bIns="889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TRIGGER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after_salary_update</a:t>
            </a:r>
            <a:endParaRPr lang="en-US" altLang="en-US" sz="5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 UPDATE ON EMPLOYEE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EACH ROW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INSERT INTO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Salary_Log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OldSalary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NewSalary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ChangedAt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VALUES (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OLD.Ssn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OLD.Salary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5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NEW.Salary</a:t>
            </a: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NOW());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5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296040-B5F9-C49B-14A4-2B473F0B29C5}"/>
              </a:ext>
            </a:extLst>
          </p:cNvPr>
          <p:cNvSpPr txBox="1">
            <a:spLocks/>
          </p:cNvSpPr>
          <p:nvPr/>
        </p:nvSpPr>
        <p:spPr>
          <a:xfrm>
            <a:off x="8165762" y="10980575"/>
            <a:ext cx="15375466" cy="1726734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700B1-0961-8A43-44F2-45AC4572AC4D}"/>
              </a:ext>
            </a:extLst>
          </p:cNvPr>
          <p:cNvSpPr txBox="1">
            <a:spLocks/>
          </p:cNvSpPr>
          <p:nvPr/>
        </p:nvSpPr>
        <p:spPr>
          <a:xfrm>
            <a:off x="12592050" y="11325121"/>
            <a:ext cx="11370564" cy="1037642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Syntax (MySQL Example)</a:t>
            </a:r>
          </a:p>
        </p:txBody>
      </p:sp>
      <p:sp>
        <p:nvSpPr>
          <p:cNvPr id="7" name="Content Placeholder 2">
            <a:hlinkClick r:id="rId2"/>
            <a:extLst>
              <a:ext uri="{FF2B5EF4-FFF2-40B4-BE49-F238E27FC236}">
                <a16:creationId xmlns:a16="http://schemas.microsoft.com/office/drawing/2014/main" id="{3DAA9EF4-4B78-F600-90BA-8AC6F715ECF6}"/>
              </a:ext>
            </a:extLst>
          </p:cNvPr>
          <p:cNvSpPr txBox="1">
            <a:spLocks/>
          </p:cNvSpPr>
          <p:nvPr/>
        </p:nvSpPr>
        <p:spPr>
          <a:xfrm>
            <a:off x="10875388" y="12353738"/>
            <a:ext cx="13106400" cy="1086459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More Tutorial Source: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hlinkClick r:id="rId3"/>
              </a:rPr>
              <a:t>MySQL Tutorial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82469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9F56-3BC1-96F0-6DCF-FC720057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C158-2D07-3D71-5A94-4B7889A9C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0000" dirty="0">
                <a:latin typeface="Cambria" pitchFamily="18" charset="0"/>
                <a:ea typeface="Cambria" pitchFamily="18" charset="0"/>
              </a:rPr>
              <a:t>cursors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82443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83F9-47FA-5E5D-D9AB-61AA297D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Cursor</a:t>
            </a:r>
            <a:endParaRPr lang="en-ID" sz="400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67BC409-1835-1688-3713-83C57C4C5F5E}"/>
              </a:ext>
            </a:extLst>
          </p:cNvPr>
          <p:cNvSpPr txBox="1">
            <a:spLocks/>
          </p:cNvSpPr>
          <p:nvPr/>
        </p:nvSpPr>
        <p:spPr>
          <a:xfrm>
            <a:off x="1333500" y="2860675"/>
            <a:ext cx="21717000" cy="10855325"/>
          </a:xfrm>
          <a:prstGeom prst="rect">
            <a:avLst/>
          </a:prstGeom>
          <a:noFill/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cursor is a database object used to retrieve, process, and navigate through a result set row by row.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Cursor works as a pointer that lets you process one row at a time from a query result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Can </a:t>
            </a:r>
            <a:r>
              <a:rPr lang="en-US" altLang="en-US" sz="54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open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a cursor, and repeatedly </a:t>
            </a:r>
            <a:r>
              <a:rPr lang="en-US" altLang="en-US" sz="54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fetch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a tuple then </a:t>
            </a:r>
            <a:r>
              <a:rPr lang="en-US" altLang="en-US" sz="5400" b="1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move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the cursor, until all tuples have been retrieved.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Can also modify/delete tuple pointed to by a cursor.</a:t>
            </a:r>
          </a:p>
          <a:p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Use cursor to:</a:t>
            </a:r>
          </a:p>
          <a:p>
            <a:pPr lvl="1">
              <a:spcBef>
                <a:spcPts val="1800"/>
              </a:spcBef>
              <a:buSzPct val="75000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Need to loop through rows and perform operations one at a time</a:t>
            </a:r>
          </a:p>
          <a:p>
            <a:pPr lvl="1">
              <a:spcBef>
                <a:spcPts val="1800"/>
              </a:spcBef>
              <a:buSzPct val="75000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Want to perform conditional logic on each row inside a procedure</a:t>
            </a:r>
          </a:p>
        </p:txBody>
      </p:sp>
    </p:spTree>
    <p:extLst>
      <p:ext uri="{BB962C8B-B14F-4D97-AF65-F5344CB8AC3E}">
        <p14:creationId xmlns:p14="http://schemas.microsoft.com/office/powerpoint/2010/main" val="42230174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2CFB3-6038-BAFB-AC9F-A9877C89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469D7-1C98-2B8B-C066-CC4099CE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Cursor</a:t>
            </a:r>
            <a:endParaRPr lang="en-ID" sz="4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AFFA0F-06C5-C446-8547-4119E5ED5BDF}"/>
              </a:ext>
            </a:extLst>
          </p:cNvPr>
          <p:cNvSpPr txBox="1">
            <a:spLocks/>
          </p:cNvSpPr>
          <p:nvPr/>
        </p:nvSpPr>
        <p:spPr>
          <a:xfrm>
            <a:off x="1591733" y="2670048"/>
            <a:ext cx="21437599" cy="10368619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Cursor Workflow (MySQL Style)</a:t>
            </a:r>
          </a:p>
          <a:p>
            <a:pPr lvl="1">
              <a:lnSpc>
                <a:spcPct val="100000"/>
              </a:lnSpc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DECLARE the cursor</a:t>
            </a:r>
          </a:p>
          <a:p>
            <a:pPr lvl="1">
              <a:lnSpc>
                <a:spcPct val="100000"/>
              </a:lnSpc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OPEN the cursor</a:t>
            </a:r>
          </a:p>
          <a:p>
            <a:pPr lvl="1">
              <a:lnSpc>
                <a:spcPct val="100000"/>
              </a:lnSpc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FETCH data into variables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LOOP through rows</a:t>
            </a:r>
          </a:p>
          <a:p>
            <a:pPr lvl="1">
              <a:lnSpc>
                <a:spcPct val="100000"/>
              </a:lnSpc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CLOSE the cursor</a:t>
            </a:r>
          </a:p>
          <a:p>
            <a:pPr marL="711200" lvl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  <a:tabLst>
                <a:tab pos="3421063" algn="l"/>
              </a:tabLst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Don’t use cursors if the operation can be done with a JOIN, UPDATE, or GROUP BY.</a:t>
            </a:r>
          </a:p>
          <a:p>
            <a:pPr marL="711200" lvl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  <a:tabLst>
                <a:tab pos="3421063" algn="l"/>
              </a:tabLst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Cursors are generally slower than set-based operations.</a:t>
            </a:r>
          </a:p>
          <a:p>
            <a:pPr marL="711200" lvl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Char char="•"/>
              <a:tabLst>
                <a:tab pos="3421063" algn="l"/>
              </a:tabLst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Use them only when row-level control is essential.</a:t>
            </a:r>
          </a:p>
        </p:txBody>
      </p:sp>
    </p:spTree>
    <p:extLst>
      <p:ext uri="{BB962C8B-B14F-4D97-AF65-F5344CB8AC3E}">
        <p14:creationId xmlns:p14="http://schemas.microsoft.com/office/powerpoint/2010/main" val="217303790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61F53-E561-284F-1676-0650C0140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1101-6FAE-A66D-E6DD-90E79A92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416023" cy="510281"/>
          </a:xfrm>
        </p:spPr>
        <p:txBody>
          <a:bodyPr>
            <a:noAutofit/>
          </a:bodyPr>
          <a:lstStyle/>
          <a:p>
            <a:r>
              <a:rPr lang="en-US" sz="4000" dirty="0"/>
              <a:t>Cursor</a:t>
            </a:r>
            <a:endParaRPr lang="en-ID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33FC76-BC3F-01EA-C8B7-98A6D2E8B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772" y="2790102"/>
            <a:ext cx="20912328" cy="1130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976" tIns="88900" rIns="180976" bIns="889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PROCEDURE </a:t>
            </a:r>
            <a:r>
              <a:rPr lang="en-US" alt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ListEmployeeNames</a:t>
            </a: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DECLARE done INT DEFAULT 0;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DECLARE </a:t>
            </a:r>
            <a:r>
              <a:rPr lang="en-US" alt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emp_name</a:t>
            </a: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VARCHAR(100);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DECLARE cur CURSOR FOR SELECT CONCAT(</a:t>
            </a:r>
            <a:r>
              <a:rPr lang="en-US" alt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' ', </a:t>
            </a:r>
            <a:r>
              <a:rPr lang="en-US" alt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FROM EMPLOYEE;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DECLARE CONTINUE HANDLER FOR NOT FOUND SET done = 1;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OPEN cur;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read_loop</a:t>
            </a: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LOOP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FETCH cur INTO </a:t>
            </a:r>
            <a:r>
              <a:rPr lang="en-US" alt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emp_name</a:t>
            </a: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done THEN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LEAVE </a:t>
            </a:r>
            <a:r>
              <a:rPr lang="en-US" alt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read_loop</a:t>
            </a: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END IF;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-- Example action: print or store value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SELECT </a:t>
            </a:r>
            <a:r>
              <a:rPr lang="en-US" altLang="en-US" sz="3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emp_name</a:t>
            </a: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END LOOP;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CLOSE cur;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$$</a:t>
            </a:r>
          </a:p>
          <a:p>
            <a:pPr lvl="1" algn="l">
              <a:buFont typeface="Wingdings" pitchFamily="2" charset="2"/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DELIMITER 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553D44-900A-8F92-3292-7D5DD6C1E4D0}"/>
              </a:ext>
            </a:extLst>
          </p:cNvPr>
          <p:cNvSpPr txBox="1">
            <a:spLocks/>
          </p:cNvSpPr>
          <p:nvPr/>
        </p:nvSpPr>
        <p:spPr>
          <a:xfrm>
            <a:off x="8165762" y="10980575"/>
            <a:ext cx="15375466" cy="1726734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B5BD2-87D3-8328-E210-2784D7D27F94}"/>
              </a:ext>
            </a:extLst>
          </p:cNvPr>
          <p:cNvSpPr txBox="1">
            <a:spLocks/>
          </p:cNvSpPr>
          <p:nvPr/>
        </p:nvSpPr>
        <p:spPr>
          <a:xfrm>
            <a:off x="12611224" y="3330603"/>
            <a:ext cx="11370564" cy="1803217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Syntax (MySQL Example)</a:t>
            </a:r>
          </a:p>
          <a:p>
            <a:pPr marL="0" indent="0" algn="r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Simple Cursor to List Employee Names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8953D7-10C3-627B-D757-845B059783B3}"/>
              </a:ext>
            </a:extLst>
          </p:cNvPr>
          <p:cNvSpPr txBox="1">
            <a:spLocks/>
          </p:cNvSpPr>
          <p:nvPr/>
        </p:nvSpPr>
        <p:spPr>
          <a:xfrm>
            <a:off x="13134510" y="12072843"/>
            <a:ext cx="10406718" cy="1042229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lvl="1" indent="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More Tutorial Source: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hlinkClick r:id="rId2"/>
              </a:rPr>
              <a:t>MySQL Tutorial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lvl="1">
              <a:lnSpc>
                <a:spcPct val="100000"/>
              </a:lnSpc>
              <a:spcBef>
                <a:spcPts val="1800"/>
              </a:spcBef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26369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80FD-C213-BE4E-B0D4-01511112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ODBC-JDBC</a:t>
            </a:r>
          </a:p>
        </p:txBody>
      </p:sp>
    </p:spTree>
    <p:extLst>
      <p:ext uri="{BB962C8B-B14F-4D97-AF65-F5344CB8AC3E}">
        <p14:creationId xmlns:p14="http://schemas.microsoft.com/office/powerpoint/2010/main" val="89327831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9EC688D-FD1D-3683-8EE7-CE782CE2A12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Open </a:t>
            </a:r>
            <a:r>
              <a:rPr lang="en-US" altLang="en-US" sz="4000" dirty="0" err="1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DataBase</a:t>
            </a:r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Connectivity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B8BEA6-5AC6-EFE9-AC62-CC3147B616A6}"/>
              </a:ext>
            </a:extLst>
          </p:cNvPr>
          <p:cNvSpPr txBox="1">
            <a:spLocks/>
          </p:cNvSpPr>
          <p:nvPr/>
        </p:nvSpPr>
        <p:spPr>
          <a:xfrm>
            <a:off x="1371600" y="3009900"/>
            <a:ext cx="22212300" cy="9448800"/>
          </a:xfrm>
          <a:prstGeom prst="rect">
            <a:avLst/>
          </a:prstGeom>
          <a:noFill/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Shorten to ODBC, a standard database access method </a:t>
            </a:r>
          </a:p>
          <a:p>
            <a:pPr algn="just">
              <a:lnSpc>
                <a:spcPct val="80000"/>
              </a:lnSpc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 goal:  make it possible to access any data from any application, regardless of which (DBMS). </a:t>
            </a:r>
          </a:p>
          <a:p>
            <a:pPr algn="just">
              <a:lnSpc>
                <a:spcPct val="80000"/>
              </a:lnSpc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ODBC manages this by inserting a middle layer, called a database</a:t>
            </a:r>
            <a:r>
              <a:rPr lang="en-US" altLang="en-US" sz="5400" i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driver , </a:t>
            </a: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between an application and the DBMS. </a:t>
            </a:r>
          </a:p>
          <a:p>
            <a:pPr algn="just">
              <a:lnSpc>
                <a:spcPct val="80000"/>
              </a:lnSpc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 purpose of this layer is to translate the application's data queries into commands that the DBMS understands. </a:t>
            </a:r>
          </a:p>
          <a:p>
            <a:pPr algn="just">
              <a:lnSpc>
                <a:spcPct val="80000"/>
              </a:lnSpc>
            </a:pPr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For this to work, both the application and the DBMS must be ODBC-compliant -- that is, the application must be capable of issuing ODBC commands and the DBMS must be capable of responding to them. </a:t>
            </a:r>
          </a:p>
        </p:txBody>
      </p:sp>
    </p:spTree>
    <p:extLst>
      <p:ext uri="{BB962C8B-B14F-4D97-AF65-F5344CB8AC3E}">
        <p14:creationId xmlns:p14="http://schemas.microsoft.com/office/powerpoint/2010/main" val="74585765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9EC688D-FD1D-3683-8EE7-CE782CE2A12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Open </a:t>
            </a:r>
            <a:r>
              <a:rPr lang="en-US" altLang="en-US" sz="4000" dirty="0" err="1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DataBase</a:t>
            </a:r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Connectivity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80B9CC7F-1448-3D51-EECB-455D4D8E3AFB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743200"/>
            <a:ext cx="11925300" cy="10325100"/>
            <a:chOff x="528" y="144"/>
            <a:chExt cx="4424" cy="3944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6FB1588B-04EA-D6C4-4796-9A41994FBE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144"/>
              <a:ext cx="4424" cy="3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80D196-1A6F-4669-61F5-1F2AFF835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" y="172"/>
              <a:ext cx="4302" cy="3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Open Sans" panose="020B0606030504020204" pitchFamily="34" charset="0"/>
                </a:defRPr>
              </a:lvl9pPr>
            </a:lstStyle>
            <a:p>
              <a:pPr eaLnBrk="1" hangingPunct="1">
                <a:buClr>
                  <a:schemeClr val="tx1"/>
                </a:buClr>
                <a:buSzPct val="75000"/>
                <a:buFont typeface="Wingdings" panose="05000000000000000000" pitchFamily="2" charset="2"/>
                <a:buChar char="v"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504673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9EC688D-FD1D-3683-8EE7-CE782CE2A12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JDBC: Architecture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E94958A-52C0-319B-7DFE-CFF1C6D747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3900" y="3067428"/>
            <a:ext cx="21259799" cy="10038972"/>
          </a:xfrm>
          <a:noFill/>
        </p:spPr>
        <p:txBody>
          <a:bodyPr>
            <a:noAutofit/>
          </a:bodyPr>
          <a:lstStyle/>
          <a:p>
            <a:pPr algn="just"/>
            <a:r>
              <a:rPr lang="en-US" altLang="en-US" sz="5400" b="0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JDBC driver is a set of Java classes that implement JDBC interfaces for interacting with a specific database.</a:t>
            </a:r>
          </a:p>
          <a:p>
            <a:pPr algn="just"/>
            <a:r>
              <a:rPr lang="en-US" altLang="en-US" sz="5400" b="0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Four architectural components:</a:t>
            </a:r>
          </a:p>
          <a:p>
            <a:pPr lvl="1" algn="just"/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Application (initiates and terminates connections, submits SQL statements)</a:t>
            </a:r>
          </a:p>
          <a:p>
            <a:pPr lvl="1" algn="just"/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Driver manager (load JDBC driver)</a:t>
            </a:r>
          </a:p>
          <a:p>
            <a:pPr lvl="1" algn="just"/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Driver (connects to data source, transmits requests and returns/translates results and error codes)</a:t>
            </a:r>
          </a:p>
          <a:p>
            <a:pPr lvl="1" algn="just"/>
            <a:r>
              <a:rPr lang="en-US" altLang="en-US" sz="5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Data source (processes SQL statements)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altLang="en-US" sz="54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DB6E022D-5B90-EE0A-C0CF-5C55824D47D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JDBC Classes and Interfaces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C2B8393D-F7EC-8E57-8875-41CD7C2AD7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3219828"/>
            <a:ext cx="13948923" cy="6381372"/>
          </a:xfrm>
          <a:noFill/>
        </p:spPr>
        <p:txBody>
          <a:bodyPr>
            <a:noAutofit/>
          </a:bodyPr>
          <a:lstStyle/>
          <a:p>
            <a:pPr marL="1066800" indent="-1066800">
              <a:buNone/>
            </a:pPr>
            <a:r>
              <a:rPr lang="en-US" altLang="en-US" sz="5400" b="0" cap="none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Steps to submit A database query:</a:t>
            </a:r>
          </a:p>
          <a:p>
            <a:pPr marL="1066800" indent="-1066800">
              <a:buFont typeface="Arial" panose="020B0604020202020204" pitchFamily="34" charset="0"/>
              <a:buChar char="•"/>
            </a:pPr>
            <a:r>
              <a:rPr lang="en-US" altLang="en-US" sz="5400" b="0" cap="none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Load The JDBC Driver</a:t>
            </a:r>
          </a:p>
          <a:p>
            <a:pPr marL="1066800" indent="-1066800">
              <a:buFont typeface="Arial" panose="020B0604020202020204" pitchFamily="34" charset="0"/>
              <a:buChar char="•"/>
            </a:pPr>
            <a:r>
              <a:rPr lang="en-US" altLang="en-US" sz="5400" b="0" cap="none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Connect To The Data Source</a:t>
            </a:r>
          </a:p>
          <a:p>
            <a:pPr marL="1066800" indent="-1066800">
              <a:buFont typeface="Arial" panose="020B0604020202020204" pitchFamily="34" charset="0"/>
              <a:buChar char="•"/>
            </a:pPr>
            <a:r>
              <a:rPr lang="en-US" altLang="en-US" sz="5400" b="0" cap="none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Execute SQL Statements</a:t>
            </a:r>
          </a:p>
          <a:p>
            <a:pPr marL="1066800" indent="-1066800"/>
            <a:endParaRPr lang="en-US" altLang="en-US" sz="5400" b="0" cap="none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D947EA85-72EE-1CEE-274E-658D09FEC1E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Connections in JDBC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03AF486-F8B3-0718-5D3B-1CAB0265BF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1" y="3238500"/>
            <a:ext cx="23202900" cy="9029700"/>
          </a:xfrm>
          <a:noFill/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en-US" sz="4400" b="0" cap="none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We interact with a data source through sessions. each connection identifies a logical session.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JDBC URL:</a:t>
            </a:r>
            <a:b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r>
              <a:rPr lang="en-US" altLang="en-US" sz="4400" b="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jdbc</a:t>
            </a: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:&lt;subprotocol&gt;:&lt;</a:t>
            </a:r>
            <a:r>
              <a:rPr lang="en-US" altLang="en-US" sz="4400" b="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otherParameters</a:t>
            </a: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</a:p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None/>
            </a:pPr>
            <a:endParaRPr lang="en-US" altLang="en-US" sz="4400" b="0" u="sng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en-US" sz="4400" b="0" u="sng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</a:p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r>
              <a:rPr lang="en-US" altLang="en-US" sz="4400" b="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url</a:t>
            </a: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=“jdbc:oracle:www.bookstore.com:3083”;</a:t>
            </a:r>
          </a:p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Connection con;</a:t>
            </a:r>
          </a:p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try{</a:t>
            </a:r>
          </a:p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con = </a:t>
            </a:r>
            <a:r>
              <a:rPr lang="en-US" altLang="en-US" sz="4400" b="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DriverManager.getConnection</a:t>
            </a: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altLang="en-US" sz="4400" b="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url,usedId,password</a:t>
            </a: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} catch </a:t>
            </a:r>
            <a:r>
              <a:rPr lang="en-US" altLang="en-US" sz="4400" b="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SQLException</a:t>
            </a: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4400" b="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excpt</a:t>
            </a:r>
            <a:r>
              <a:rPr lang="en-US" altLang="en-US" sz="4400" b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{ …} connection identifies a logical session.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D2943F3D-D7C8-64E1-B1A1-B11E66F2846D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Executing SQL Statements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E80836A-A542-360B-68E8-86318CCFB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5401" y="2971800"/>
            <a:ext cx="22593300" cy="9829800"/>
          </a:xfrm>
          <a:noFill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4800" b="0" cap="none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Three Different Ways Of Executing SQL Statements: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Statement (both static and dynamic SQL statements)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PreparedStatement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(semi-static SQL statements)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CallableStatment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(stored procedures)</a:t>
            </a:r>
          </a:p>
          <a:p>
            <a:pPr>
              <a:lnSpc>
                <a:spcPct val="90000"/>
              </a:lnSpc>
            </a:pPr>
            <a:r>
              <a:rPr lang="en-US" altLang="en-US" sz="4800" b="0" cap="none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Preparedstatement</a:t>
            </a:r>
            <a:r>
              <a:rPr lang="en-US" altLang="en-US" sz="4800" b="0" cap="none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Class:</a:t>
            </a:r>
            <a:br>
              <a:rPr lang="en-US" altLang="en-US" sz="4800" b="0" cap="none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</a:br>
            <a:r>
              <a:rPr lang="en-US" altLang="en-US" sz="4800" b="0" cap="none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Precompiled, Parametrized SQL Statements: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Structure is fixed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Values of parameters are determined at run-time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48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E11B5C31-E62C-A843-DBE0-60D77E38EEE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altLang="en-US" sz="4000" dirty="0" err="1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ResultSets</a:t>
            </a:r>
            <a:endParaRPr lang="en-US" altLang="en-US" sz="40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6653912-6A35-25F3-E798-E028B7B35C04}"/>
              </a:ext>
            </a:extLst>
          </p:cNvPr>
          <p:cNvSpPr txBox="1">
            <a:spLocks/>
          </p:cNvSpPr>
          <p:nvPr/>
        </p:nvSpPr>
        <p:spPr>
          <a:xfrm>
            <a:off x="1562100" y="2895600"/>
            <a:ext cx="21602700" cy="10820400"/>
          </a:xfrm>
          <a:prstGeom prst="rect">
            <a:avLst/>
          </a:prstGeom>
          <a:noFill/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altLang="en-US" sz="5400" dirty="0" err="1">
                <a:latin typeface="Arial Unicode MS" pitchFamily="34" charset="-128"/>
                <a:ea typeface="Arial Unicode MS" pitchFamily="34" charset="-128"/>
              </a:rPr>
              <a:t>PreparedStatement.executeUpdate</a:t>
            </a:r>
            <a:r>
              <a:rPr lang="en-US" altLang="en-US" sz="5400" dirty="0">
                <a:latin typeface="Open Sans" panose="020B0606030504020204" pitchFamily="34" charset="0"/>
              </a:rPr>
              <a:t> only returns the number of affected records</a:t>
            </a:r>
          </a:p>
          <a:p>
            <a:r>
              <a:rPr lang="en-US" altLang="en-US" sz="5400" dirty="0" err="1">
                <a:latin typeface="Arial Unicode MS" pitchFamily="34" charset="-128"/>
                <a:ea typeface="Arial Unicode MS" pitchFamily="34" charset="-128"/>
              </a:rPr>
              <a:t>PreparedStatement.executeQuery</a:t>
            </a:r>
            <a:r>
              <a:rPr lang="en-US" altLang="en-US" sz="5400" dirty="0">
                <a:latin typeface="Open Sans" panose="020B0606030504020204" pitchFamily="34" charset="0"/>
              </a:rPr>
              <a:t> returns data, encapsulated in a </a:t>
            </a:r>
            <a:r>
              <a:rPr lang="en-US" altLang="en-US" sz="5400" dirty="0" err="1">
                <a:latin typeface="Arial Unicode MS" pitchFamily="34" charset="-128"/>
                <a:ea typeface="Arial Unicode MS" pitchFamily="34" charset="-128"/>
              </a:rPr>
              <a:t>ResultSet</a:t>
            </a:r>
            <a:r>
              <a:rPr lang="en-US" altLang="en-US" sz="5400" dirty="0">
                <a:latin typeface="Open Sans" panose="020B0606030504020204" pitchFamily="34" charset="0"/>
              </a:rPr>
              <a:t> object (a cursor)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5400" dirty="0" err="1">
                <a:latin typeface="Arial Unicode MS" pitchFamily="34" charset="-128"/>
                <a:ea typeface="Arial Unicode MS" pitchFamily="34" charset="-128"/>
              </a:rPr>
              <a:t>ResultSet</a:t>
            </a:r>
            <a:r>
              <a:rPr lang="en-US" altLang="en-US" sz="5400" dirty="0">
                <a:latin typeface="Arial Unicode MS" pitchFamily="34" charset="-128"/>
                <a:ea typeface="Arial Unicode MS" pitchFamily="34" charset="-128"/>
              </a:rPr>
              <a:t> </a:t>
            </a:r>
            <a:r>
              <a:rPr lang="en-US" altLang="en-US" sz="5400" dirty="0" err="1">
                <a:latin typeface="Arial Unicode MS" pitchFamily="34" charset="-128"/>
                <a:ea typeface="Arial Unicode MS" pitchFamily="34" charset="-128"/>
              </a:rPr>
              <a:t>rs</a:t>
            </a:r>
            <a:r>
              <a:rPr lang="en-US" altLang="en-US" sz="5400" dirty="0">
                <a:latin typeface="Arial Unicode MS" pitchFamily="34" charset="-128"/>
                <a:ea typeface="Arial Unicode MS" pitchFamily="34" charset="-128"/>
              </a:rPr>
              <a:t>=</a:t>
            </a:r>
            <a:r>
              <a:rPr lang="en-US" altLang="en-US" sz="5400" dirty="0" err="1">
                <a:latin typeface="Arial Unicode MS" pitchFamily="34" charset="-128"/>
                <a:ea typeface="Arial Unicode MS" pitchFamily="34" charset="-128"/>
              </a:rPr>
              <a:t>pstmt.executeQuery</a:t>
            </a:r>
            <a:r>
              <a:rPr lang="en-US" altLang="en-US" sz="5400" dirty="0">
                <a:latin typeface="Arial Unicode MS" pitchFamily="34" charset="-128"/>
                <a:ea typeface="Arial Unicode MS" pitchFamily="34" charset="-128"/>
              </a:rPr>
              <a:t>(</a:t>
            </a:r>
            <a:r>
              <a:rPr lang="en-US" altLang="en-US" sz="5400" dirty="0" err="1">
                <a:latin typeface="Arial Unicode MS" pitchFamily="34" charset="-128"/>
                <a:ea typeface="Arial Unicode MS" pitchFamily="34" charset="-128"/>
              </a:rPr>
              <a:t>sql</a:t>
            </a:r>
            <a:r>
              <a:rPr lang="en-US" altLang="en-US" sz="5400" dirty="0">
                <a:latin typeface="Arial Unicode MS" pitchFamily="34" charset="-128"/>
                <a:ea typeface="Arial Unicode MS" pitchFamily="34" charset="-128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5400" dirty="0">
                <a:latin typeface="Arial Unicode MS" pitchFamily="34" charset="-128"/>
                <a:ea typeface="Arial Unicode MS" pitchFamily="34" charset="-128"/>
              </a:rPr>
              <a:t>// </a:t>
            </a:r>
            <a:r>
              <a:rPr lang="en-US" altLang="en-US" sz="5400" dirty="0" err="1">
                <a:latin typeface="Arial Unicode MS" pitchFamily="34" charset="-128"/>
                <a:ea typeface="Arial Unicode MS" pitchFamily="34" charset="-128"/>
              </a:rPr>
              <a:t>rs</a:t>
            </a:r>
            <a:r>
              <a:rPr lang="en-US" altLang="en-US" sz="5400" dirty="0">
                <a:latin typeface="Arial Unicode MS" pitchFamily="34" charset="-128"/>
                <a:ea typeface="Arial Unicode MS" pitchFamily="34" charset="-128"/>
              </a:rPr>
              <a:t> is now a cursor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5400" dirty="0">
                <a:latin typeface="Arial Unicode MS" pitchFamily="34" charset="-128"/>
                <a:ea typeface="Arial Unicode MS" pitchFamily="34" charset="-128"/>
              </a:rPr>
              <a:t>While (</a:t>
            </a:r>
            <a:r>
              <a:rPr lang="en-US" altLang="en-US" sz="5400" dirty="0" err="1">
                <a:latin typeface="Arial Unicode MS" pitchFamily="34" charset="-128"/>
                <a:ea typeface="Arial Unicode MS" pitchFamily="34" charset="-128"/>
              </a:rPr>
              <a:t>rs.next</a:t>
            </a:r>
            <a:r>
              <a:rPr lang="en-US" altLang="en-US" sz="5400" dirty="0">
                <a:latin typeface="Arial Unicode MS" pitchFamily="34" charset="-128"/>
                <a:ea typeface="Arial Unicode MS" pitchFamily="34" charset="-128"/>
              </a:rPr>
              <a:t>())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5400" dirty="0">
                <a:latin typeface="Arial Unicode MS" pitchFamily="34" charset="-128"/>
                <a:ea typeface="Arial Unicode MS" pitchFamily="34" charset="-128"/>
              </a:rPr>
              <a:t>  // process the data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5400" dirty="0">
                <a:latin typeface="Arial Unicode MS" pitchFamily="34" charset="-128"/>
                <a:ea typeface="Arial Unicode MS" pitchFamily="34" charset="-128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1111D96-24D0-FE99-A0EE-E6D8C39BBBA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altLang="en-US" sz="4000" dirty="0" err="1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ResultSets</a:t>
            </a:r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(Contd.)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D625C97-33CE-DA85-41DD-9F77C5325D72}"/>
              </a:ext>
            </a:extLst>
          </p:cNvPr>
          <p:cNvSpPr txBox="1">
            <a:spLocks/>
          </p:cNvSpPr>
          <p:nvPr/>
        </p:nvSpPr>
        <p:spPr>
          <a:xfrm>
            <a:off x="1866900" y="2933700"/>
            <a:ext cx="20946902" cy="9597231"/>
          </a:xfrm>
          <a:prstGeom prst="rect">
            <a:avLst/>
          </a:prstGeom>
          <a:noFill/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6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</a:t>
            </a:r>
            <a:r>
              <a:rPr lang="en-US" altLang="en-US" sz="66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ResultSet</a:t>
            </a:r>
            <a:r>
              <a:rPr lang="en-US" altLang="en-US" sz="6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is a very powerful cursor:</a:t>
            </a:r>
          </a:p>
          <a:p>
            <a:r>
              <a:rPr lang="en-US" altLang="en-US" sz="6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previous(): moves one row back</a:t>
            </a:r>
          </a:p>
          <a:p>
            <a:r>
              <a:rPr lang="en-US" altLang="en-US" sz="6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absolute(int num): moves to the row with the specified number</a:t>
            </a:r>
          </a:p>
          <a:p>
            <a:r>
              <a:rPr lang="en-US" altLang="en-US" sz="6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relative (int num): moves forward or backward</a:t>
            </a:r>
          </a:p>
          <a:p>
            <a:r>
              <a:rPr lang="en-US" altLang="en-US" sz="6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first() and last()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1111D96-24D0-FE99-A0EE-E6D8C39BBBA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Connect </a:t>
            </a:r>
            <a:r>
              <a:rPr lang="en-US" altLang="en-US" sz="4000" dirty="0" err="1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Mysql</a:t>
            </a:r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to python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D625C97-33CE-DA85-41DD-9F77C5325D72}"/>
              </a:ext>
            </a:extLst>
          </p:cNvPr>
          <p:cNvSpPr txBox="1">
            <a:spLocks/>
          </p:cNvSpPr>
          <p:nvPr/>
        </p:nvSpPr>
        <p:spPr>
          <a:xfrm>
            <a:off x="1866900" y="2933700"/>
            <a:ext cx="20946902" cy="9597231"/>
          </a:xfrm>
          <a:prstGeom prst="rect">
            <a:avLst/>
          </a:prstGeom>
          <a:noFill/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6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Run pip install </a:t>
            </a:r>
            <a:r>
              <a:rPr lang="en-US" altLang="en-US" sz="66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mysql</a:t>
            </a:r>
            <a:r>
              <a:rPr lang="en-US" altLang="en-US" sz="6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-connector-python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66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5EF08B-C5B0-31CF-F552-DC785FAE091C}"/>
              </a:ext>
            </a:extLst>
          </p:cNvPr>
          <p:cNvGrpSpPr/>
          <p:nvPr/>
        </p:nvGrpSpPr>
        <p:grpSpPr>
          <a:xfrm>
            <a:off x="1866900" y="4081814"/>
            <a:ext cx="15016046" cy="8449117"/>
            <a:chOff x="4566124" y="1964143"/>
            <a:chExt cx="4366479" cy="240816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251A553-8268-9BC7-A882-CF61796FF6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0068"/>
            <a:stretch/>
          </p:blipFill>
          <p:spPr>
            <a:xfrm>
              <a:off x="4566124" y="1964143"/>
              <a:ext cx="4366479" cy="240816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2F9713-1426-E6A1-B17F-AB0B12451C37}"/>
                </a:ext>
              </a:extLst>
            </p:cNvPr>
            <p:cNvSpPr/>
            <p:nvPr/>
          </p:nvSpPr>
          <p:spPr>
            <a:xfrm>
              <a:off x="6254085" y="2362201"/>
              <a:ext cx="2254913" cy="1608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65C4093-6177-9BE4-CDB9-B155007130E5}"/>
                </a:ext>
              </a:extLst>
            </p:cNvPr>
            <p:cNvCxnSpPr>
              <a:cxnSpLocks/>
            </p:cNvCxnSpPr>
            <p:nvPr/>
          </p:nvCxnSpPr>
          <p:spPr>
            <a:xfrm>
              <a:off x="4566124" y="3903133"/>
              <a:ext cx="3942874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674014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1111D96-24D0-FE99-A0EE-E6D8C39BBBA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Connect </a:t>
            </a:r>
            <a:r>
              <a:rPr lang="en-US" altLang="en-US" sz="4000" dirty="0" err="1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Mysql</a:t>
            </a:r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to python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D625C97-33CE-DA85-41DD-9F77C5325D72}"/>
              </a:ext>
            </a:extLst>
          </p:cNvPr>
          <p:cNvSpPr txBox="1">
            <a:spLocks/>
          </p:cNvSpPr>
          <p:nvPr/>
        </p:nvSpPr>
        <p:spPr>
          <a:xfrm>
            <a:off x="2167377" y="2474599"/>
            <a:ext cx="20946902" cy="1084847"/>
          </a:xfrm>
          <a:prstGeom prst="rect">
            <a:avLst/>
          </a:prstGeom>
          <a:noFill/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6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Python script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45852-51F9-49F5-A2B5-FEE33D999B5E}"/>
              </a:ext>
            </a:extLst>
          </p:cNvPr>
          <p:cNvSpPr txBox="1"/>
          <p:nvPr/>
        </p:nvSpPr>
        <p:spPr>
          <a:xfrm>
            <a:off x="7451743" y="2550022"/>
            <a:ext cx="15336067" cy="10064294"/>
          </a:xfrm>
          <a:prstGeom prst="rect">
            <a:avLst/>
          </a:prstGeom>
          <a:solidFill>
            <a:sysClr val="windowText" lastClr="000000">
              <a:lumMod val="85000"/>
              <a:lumOff val="15000"/>
            </a:sys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# Importing module </a:t>
            </a:r>
            <a:endParaRPr kumimoji="0" lang="en-ID" sz="36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import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mysql.connector</a:t>
            </a:r>
            <a:endParaRPr kumimoji="0" lang="en-ID" sz="36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# Creating connection object</a:t>
            </a:r>
            <a:endParaRPr kumimoji="0" lang="en-ID" sz="36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mydb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=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mysql.connector.connect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 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host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=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"localhost"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#address of database server</a:t>
            </a:r>
            <a:endParaRPr kumimoji="0" lang="en-ID" sz="36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 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user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=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"root"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#username to access the database server</a:t>
            </a:r>
            <a:endParaRPr kumimoji="0" lang="en-ID" sz="36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 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password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=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""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,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#password to access the database server</a:t>
            </a:r>
            <a:endParaRPr kumimoji="0" lang="en-ID" sz="36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 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</a:rPr>
              <a:t>database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=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"movies"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#database name you want to connect</a:t>
            </a:r>
            <a:endParaRPr kumimoji="0" lang="en-ID" sz="36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</a:b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cursor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=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ID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mydb.cursor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()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# Show existing tables</a:t>
            </a:r>
            <a:endParaRPr kumimoji="0" lang="en-ID" sz="36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cursor.execute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"SHOW TABLES"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for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x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in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cursor: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  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</a:rPr>
              <a:t>print</a:t>
            </a: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324486334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1111D96-24D0-FE99-A0EE-E6D8C39BBBA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Connect </a:t>
            </a:r>
            <a:r>
              <a:rPr lang="en-US" altLang="en-US" sz="4000" dirty="0" err="1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Mysql</a:t>
            </a:r>
            <a:r>
              <a:rPr lang="en-US" altLang="en-US" sz="40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to python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D625C97-33CE-DA85-41DD-9F77C5325D72}"/>
              </a:ext>
            </a:extLst>
          </p:cNvPr>
          <p:cNvSpPr txBox="1">
            <a:spLocks/>
          </p:cNvSpPr>
          <p:nvPr/>
        </p:nvSpPr>
        <p:spPr>
          <a:xfrm>
            <a:off x="2167376" y="2474599"/>
            <a:ext cx="10947045" cy="1183001"/>
          </a:xfrm>
          <a:prstGeom prst="rect">
            <a:avLst/>
          </a:prstGeom>
          <a:noFill/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66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Python script SELECT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E5AB9-D1B6-3977-421B-F60C1CDF20D7}"/>
              </a:ext>
            </a:extLst>
          </p:cNvPr>
          <p:cNvSpPr txBox="1"/>
          <p:nvPr/>
        </p:nvSpPr>
        <p:spPr>
          <a:xfrm>
            <a:off x="2167377" y="3753853"/>
            <a:ext cx="19301595" cy="6001643"/>
          </a:xfrm>
          <a:prstGeom prst="rect">
            <a:avLst/>
          </a:prstGeom>
          <a:solidFill>
            <a:sysClr val="windowText" lastClr="000000">
              <a:lumMod val="85000"/>
              <a:lumOff val="15000"/>
            </a:sys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# select statement for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tblemployee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 which returns all columns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reviews_select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=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"""SELECT * FROM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movie_reviews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</a:rPr>
              <a:t>"""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# execute the select query to fetch all rows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cursor.execute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reviews_select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# fetch all the data returned by the database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review_data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</a:rPr>
              <a:t>=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cursor.fetchall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()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</a:rPr>
              <a:t># print all the data returned by the database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for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</a:rPr>
              <a:t>in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review_data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:</a:t>
            </a:r>
          </a:p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   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</a:rPr>
              <a:t>print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</a:rPr>
              <a:t>(e)</a:t>
            </a:r>
          </a:p>
        </p:txBody>
      </p:sp>
    </p:spTree>
    <p:extLst>
      <p:ext uri="{BB962C8B-B14F-4D97-AF65-F5344CB8AC3E}">
        <p14:creationId xmlns:p14="http://schemas.microsoft.com/office/powerpoint/2010/main" val="1751018124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F3C2A69-6E3C-0E01-0D0A-C72966157E9E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Summary</a:t>
            </a:r>
            <a:endParaRPr lang="en-ID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601663D-26B1-8B48-99A9-0C02DEABC20C}"/>
              </a:ext>
            </a:extLst>
          </p:cNvPr>
          <p:cNvSpPr txBox="1">
            <a:spLocks/>
          </p:cNvSpPr>
          <p:nvPr/>
        </p:nvSpPr>
        <p:spPr>
          <a:xfrm>
            <a:off x="990600" y="2590800"/>
            <a:ext cx="22479000" cy="9677400"/>
          </a:xfrm>
          <a:prstGeom prst="rect">
            <a:avLst/>
          </a:prstGeom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5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Store Procedure is a program modules stored by the DBMS at the database server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5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Triggers respond to changes in the database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5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Cursor mechanism allows retrieval of one record at a time and bridges impedance mismatch between host language and SQL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5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APIs such as JDBC introduce a layer of abstraction between application and DBMS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 sz="5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75319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D34E-2DC4-3ACB-2967-B6A7722D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6" y="800100"/>
            <a:ext cx="21971004" cy="1790700"/>
          </a:xfrm>
        </p:spPr>
        <p:txBody>
          <a:bodyPr/>
          <a:lstStyle/>
          <a:p>
            <a:r>
              <a:rPr lang="en-US" dirty="0"/>
              <a:t>Exercise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723E0-CB99-EADA-4C23-254BEFF7F6E4}"/>
              </a:ext>
            </a:extLst>
          </p:cNvPr>
          <p:cNvSpPr txBox="1"/>
          <p:nvPr/>
        </p:nvSpPr>
        <p:spPr>
          <a:xfrm>
            <a:off x="787400" y="2867945"/>
            <a:ext cx="23037800" cy="6678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016000" lvl="0" indent="-914400" algn="l">
              <a:spcAft>
                <a:spcPts val="30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What is the main purpose of a user-defined function in SQL? How is it different from a stored procedure in terms of usage and return value?</a:t>
            </a:r>
          </a:p>
          <a:p>
            <a:pPr marL="1016000" lvl="0" indent="-914400" algn="l">
              <a:spcAft>
                <a:spcPts val="3000"/>
              </a:spcAft>
              <a:buFont typeface="+mj-lt"/>
              <a:buAutoNum type="arabicPeriod"/>
            </a:pP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Describe what a trigger is and how it works. Give a real-world example of how a trigger might be used in a database system (e.g., in an e-commerce or payroll system).</a:t>
            </a:r>
          </a:p>
          <a:p>
            <a:pPr marL="1016000" lvl="0" indent="-914400" algn="l">
              <a:spcAft>
                <a:spcPts val="3000"/>
              </a:spcAft>
              <a:buFont typeface="+mj-lt"/>
              <a:buAutoNum type="arabicPeriod"/>
            </a:pPr>
            <a:r>
              <a:rPr lang="en-US" sz="540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In </a:t>
            </a:r>
            <a:r>
              <a:rPr lang="en-US" sz="54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what type of scenario would using a cursor be more appropriate than using a SELECT statement alone?</a:t>
            </a:r>
          </a:p>
        </p:txBody>
      </p:sp>
    </p:spTree>
    <p:extLst>
      <p:ext uri="{BB962C8B-B14F-4D97-AF65-F5344CB8AC3E}">
        <p14:creationId xmlns:p14="http://schemas.microsoft.com/office/powerpoint/2010/main" val="161718772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12DA8F-6E95-D5EB-00B0-BF8C363C0033}"/>
              </a:ext>
            </a:extLst>
          </p:cNvPr>
          <p:cNvSpPr txBox="1">
            <a:spLocks/>
          </p:cNvSpPr>
          <p:nvPr/>
        </p:nvSpPr>
        <p:spPr>
          <a:xfrm>
            <a:off x="1206496" y="800100"/>
            <a:ext cx="21971004" cy="179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/>
              <a:t>References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ECC02-83BB-9260-5A52-F39ED0A6902F}"/>
              </a:ext>
            </a:extLst>
          </p:cNvPr>
          <p:cNvSpPr txBox="1"/>
          <p:nvPr/>
        </p:nvSpPr>
        <p:spPr>
          <a:xfrm>
            <a:off x="1371600" y="3556001"/>
            <a:ext cx="22174200" cy="97257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Ramez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Elmasri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 , Shamkant Navathe. Fundamentals of Database Systems 7th Edition. Pearson. New York. </a:t>
            </a:r>
          </a:p>
          <a:p>
            <a:pPr marL="1244600" lvl="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Ramakrishnan, Raghu, </a:t>
            </a: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Gehrke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, Johannes. Database Management Systems, Third Edition. New York: The McGraw-Hill Companies, Inc</a:t>
            </a:r>
          </a:p>
          <a:p>
            <a:pPr marL="1244600" indent="-1143000" algn="l">
              <a:spcAft>
                <a:spcPts val="3000"/>
              </a:spcAft>
              <a:buFont typeface="+mj-lt"/>
              <a:buAutoNum type="arabicPeriod"/>
            </a:pP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Connolly, Thomas, </a:t>
            </a:r>
            <a:r>
              <a:rPr lang="en-US" sz="7200" dirty="0" err="1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Begg</a:t>
            </a:r>
            <a:r>
              <a:rPr lang="en-US" sz="7200" dirty="0">
                <a:solidFill>
                  <a:schemeClr val="bg1"/>
                </a:solidFill>
                <a:latin typeface="Cambria" pitchFamily="18" charset="0"/>
                <a:ea typeface="Cambria" pitchFamily="18" charset="0"/>
              </a:rPr>
              <a:t>, Carolyn. Database systems : a practical approach to design, implementation, and management.. Pearson. Canada.</a:t>
            </a:r>
          </a:p>
        </p:txBody>
      </p:sp>
    </p:spTree>
    <p:extLst>
      <p:ext uri="{BB962C8B-B14F-4D97-AF65-F5344CB8AC3E}">
        <p14:creationId xmlns:p14="http://schemas.microsoft.com/office/powerpoint/2010/main" val="39626182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FEBCA056-F2A5-496F-A830-7BAED988D208}" vid="{3C0D7A97-88A3-424B-BF48-73EB1D05E1B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BU 2023</Template>
  <TotalTime>2718</TotalTime>
  <Words>1941</Words>
  <Application>Microsoft Office PowerPoint</Application>
  <PresentationFormat>Custom</PresentationFormat>
  <Paragraphs>319</Paragraphs>
  <Slides>37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Courier New</vt:lpstr>
      <vt:lpstr>Cambria</vt:lpstr>
      <vt:lpstr>Wingdings</vt:lpstr>
      <vt:lpstr>Arial Unicode MS</vt:lpstr>
      <vt:lpstr>OCRB</vt:lpstr>
      <vt:lpstr>Arial</vt:lpstr>
      <vt:lpstr>Open Sans ExtraBold</vt:lpstr>
      <vt:lpstr>Open Sans</vt:lpstr>
      <vt:lpstr>Open Sans Semibold</vt:lpstr>
      <vt:lpstr>Helvetica Neue Medium</vt:lpstr>
      <vt:lpstr>Open Sans Light</vt:lpstr>
      <vt:lpstr>Consolas</vt:lpstr>
      <vt:lpstr>21_BasicWhite</vt:lpstr>
      <vt:lpstr>Exploring ADvanced SQL</vt:lpstr>
      <vt:lpstr>Learning Objective</vt:lpstr>
      <vt:lpstr>Outline</vt:lpstr>
      <vt:lpstr>Company relational database schema</vt:lpstr>
      <vt:lpstr>Stored procedures</vt:lpstr>
      <vt:lpstr>Stored ProcedureS</vt:lpstr>
      <vt:lpstr>Stored Procedures</vt:lpstr>
      <vt:lpstr>Stored Procedure with Parameters</vt:lpstr>
      <vt:lpstr>Stored Procedure with Output Parameter</vt:lpstr>
      <vt:lpstr>Function</vt:lpstr>
      <vt:lpstr>SQL Function</vt:lpstr>
      <vt:lpstr>SQL Function</vt:lpstr>
      <vt:lpstr>SQL Function</vt:lpstr>
      <vt:lpstr>trigger</vt:lpstr>
      <vt:lpstr>Trigger</vt:lpstr>
      <vt:lpstr>trigger</vt:lpstr>
      <vt:lpstr>Trigger Timing &amp; Events</vt:lpstr>
      <vt:lpstr>trigger</vt:lpstr>
      <vt:lpstr>cursors</vt:lpstr>
      <vt:lpstr>Cursor</vt:lpstr>
      <vt:lpstr>Cursor</vt:lpstr>
      <vt:lpstr>Cursor</vt:lpstr>
      <vt:lpstr>ODBC-JDBC</vt:lpstr>
      <vt:lpstr>Open DataBase Connectivity</vt:lpstr>
      <vt:lpstr>Open DataBase Connectivity</vt:lpstr>
      <vt:lpstr>JDBC: Architecture</vt:lpstr>
      <vt:lpstr>JDBC Classes and Interfaces</vt:lpstr>
      <vt:lpstr>Connections in JDBC</vt:lpstr>
      <vt:lpstr>Executing SQL Statements</vt:lpstr>
      <vt:lpstr>ResultSets</vt:lpstr>
      <vt:lpstr>ResultSets (Contd.)</vt:lpstr>
      <vt:lpstr>Connect Mysql to python</vt:lpstr>
      <vt:lpstr>Connect Mysql to python</vt:lpstr>
      <vt:lpstr>Connect Mysql to python</vt:lpstr>
      <vt:lpstr>PowerPoint Presentation</vt:lpstr>
      <vt:lpstr>Exercise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Achmad</dc:creator>
  <cp:lastModifiedBy>Said Achmad</cp:lastModifiedBy>
  <cp:revision>35</cp:revision>
  <dcterms:created xsi:type="dcterms:W3CDTF">2023-10-26T06:53:09Z</dcterms:created>
  <dcterms:modified xsi:type="dcterms:W3CDTF">2025-06-01T14:48:10Z</dcterms:modified>
</cp:coreProperties>
</file>