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6"/>
  </p:notesMasterIdLst>
  <p:sldIdLst>
    <p:sldId id="256" r:id="rId2"/>
    <p:sldId id="400" r:id="rId3"/>
    <p:sldId id="260" r:id="rId4"/>
    <p:sldId id="262" r:id="rId5"/>
    <p:sldId id="328" r:id="rId6"/>
    <p:sldId id="300" r:id="rId7"/>
    <p:sldId id="374" r:id="rId8"/>
    <p:sldId id="387" r:id="rId9"/>
    <p:sldId id="375" r:id="rId10"/>
    <p:sldId id="376" r:id="rId11"/>
    <p:sldId id="394" r:id="rId12"/>
    <p:sldId id="395" r:id="rId13"/>
    <p:sldId id="377" r:id="rId14"/>
    <p:sldId id="396" r:id="rId15"/>
    <p:sldId id="397" r:id="rId16"/>
    <p:sldId id="398" r:id="rId17"/>
    <p:sldId id="378" r:id="rId18"/>
    <p:sldId id="385" r:id="rId19"/>
    <p:sldId id="388" r:id="rId20"/>
    <p:sldId id="399" r:id="rId21"/>
    <p:sldId id="390" r:id="rId22"/>
    <p:sldId id="283" r:id="rId23"/>
    <p:sldId id="278" r:id="rId24"/>
    <p:sldId id="401" r:id="rId25"/>
  </p:sldIdLst>
  <p:sldSz cx="24384000" cy="13716000"/>
  <p:notesSz cx="6858000" cy="9144000"/>
  <p:embeddedFontLst>
    <p:embeddedFont>
      <p:font typeface="Book Antiqua" panose="02040602050305030304" pitchFamily="18" charset="0"/>
      <p:regular r:id="rId27"/>
      <p:bold r:id="rId28"/>
      <p:italic r:id="rId29"/>
      <p:boldItalic r:id="rId30"/>
    </p:embeddedFont>
    <p:embeddedFont>
      <p:font typeface="Cambria" panose="02040503050406030204" pitchFamily="18" charset="0"/>
      <p:regular r:id="rId31"/>
      <p:bold r:id="rId32"/>
      <p:italic r:id="rId33"/>
      <p:boldItalic r:id="rId34"/>
    </p:embeddedFont>
    <p:embeddedFont>
      <p:font typeface="OCRB" panose="020B0609020202020204" pitchFamily="49" charset="0"/>
      <p:regular r:id="rId35"/>
    </p:embeddedFont>
    <p:embeddedFont>
      <p:font typeface="Open Sans" panose="020B0606030504020204" pitchFamily="34" charset="0"/>
      <p:regular r:id="rId36"/>
      <p:bold r:id="rId37"/>
      <p:italic r:id="rId38"/>
      <p:boldItalic r:id="rId39"/>
    </p:embeddedFont>
    <p:embeddedFont>
      <p:font typeface="Open Sans ExtraBold" panose="020B0906030804020204" pitchFamily="34" charset="0"/>
      <p:bold r:id="rId40"/>
      <p:italic r:id="rId41"/>
      <p:boldItalic r:id="rId42"/>
    </p:embeddedFont>
    <p:embeddedFont>
      <p:font typeface="Open Sans Light" panose="020B0306030504020204" pitchFamily="34" charset="0"/>
      <p:regular r:id="rId43"/>
      <p:italic r:id="rId44"/>
    </p:embeddedFont>
    <p:embeddedFont>
      <p:font typeface="Open Sans Semibold" panose="020B0706030804020204" pitchFamily="34" charset="0"/>
      <p:regular r:id="rId45"/>
      <p:bold r:id="rId46"/>
      <p:italic r:id="rId47"/>
      <p:boldItalic r:id="rId48"/>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72F2E3"/>
    <a:srgbClr val="56C1FF"/>
    <a:srgbClr val="007ABF"/>
    <a:srgbClr val="34F3F8"/>
    <a:srgbClr val="F5AF36"/>
    <a:srgbClr val="27FEF9"/>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5F86D06-057A-4301-8112-5C6214A57861}" v="1" dt="2025-06-01T14:56:26.260"/>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74" autoAdjust="0"/>
    <p:restoredTop sz="87822" autoAdjust="0"/>
  </p:normalViewPr>
  <p:slideViewPr>
    <p:cSldViewPr snapToGrid="0" snapToObjects="1">
      <p:cViewPr varScale="1">
        <p:scale>
          <a:sx n="23" d="100"/>
          <a:sy n="23" d="100"/>
        </p:scale>
        <p:origin x="86" y="562"/>
      </p:cViewPr>
      <p:guideLst>
        <p:guide orient="horz" pos="4320"/>
        <p:guide pos="76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font" Target="fonts/font16.fntdata"/><Relationship Id="rId47" Type="http://schemas.openxmlformats.org/officeDocument/2006/relationships/font" Target="fonts/font21.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3.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45" Type="http://schemas.openxmlformats.org/officeDocument/2006/relationships/font" Target="fonts/font19.fntdata"/><Relationship Id="rId53"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4" Type="http://schemas.openxmlformats.org/officeDocument/2006/relationships/font" Target="fonts/font18.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font" Target="fonts/font17.fntdata"/><Relationship Id="rId48" Type="http://schemas.openxmlformats.org/officeDocument/2006/relationships/font" Target="fonts/font22.fnt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 Id="rId46" Type="http://schemas.openxmlformats.org/officeDocument/2006/relationships/font" Target="fonts/font20.fntdata"/><Relationship Id="rId20" Type="http://schemas.openxmlformats.org/officeDocument/2006/relationships/slide" Target="slides/slide19.xml"/><Relationship Id="rId41" Type="http://schemas.openxmlformats.org/officeDocument/2006/relationships/font" Target="fonts/font15.fntdata"/><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id Achmad" userId="5d71821f-e4ec-49c0-a52f-549698ea3c81" providerId="ADAL" clId="{F36B1CCA-6ECB-455C-8F88-F7D1FDADB3DB}"/>
    <pc:docChg chg="undo redo custSel addSld delSld modSld sldOrd">
      <pc:chgData name="Said Achmad" userId="5d71821f-e4ec-49c0-a52f-549698ea3c81" providerId="ADAL" clId="{F36B1CCA-6ECB-455C-8F88-F7D1FDADB3DB}" dt="2023-11-21T10:00:46.930" v="7562" actId="20577"/>
      <pc:docMkLst>
        <pc:docMk/>
      </pc:docMkLst>
      <pc:sldChg chg="modSp mod">
        <pc:chgData name="Said Achmad" userId="5d71821f-e4ec-49c0-a52f-549698ea3c81" providerId="ADAL" clId="{F36B1CCA-6ECB-455C-8F88-F7D1FDADB3DB}" dt="2023-11-21T10:00:46.930" v="7562" actId="20577"/>
        <pc:sldMkLst>
          <pc:docMk/>
          <pc:sldMk cId="3807564589" sldId="256"/>
        </pc:sldMkLst>
      </pc:sldChg>
      <pc:sldChg chg="modSp mod">
        <pc:chgData name="Said Achmad" userId="5d71821f-e4ec-49c0-a52f-549698ea3c81" providerId="ADAL" clId="{F36B1CCA-6ECB-455C-8F88-F7D1FDADB3DB}" dt="2023-11-17T07:12:09.243" v="4439" actId="20577"/>
        <pc:sldMkLst>
          <pc:docMk/>
          <pc:sldMk cId="3239424758" sldId="259"/>
        </pc:sldMkLst>
      </pc:sldChg>
      <pc:sldChg chg="modSp mod">
        <pc:chgData name="Said Achmad" userId="5d71821f-e4ec-49c0-a52f-549698ea3c81" providerId="ADAL" clId="{F36B1CCA-6ECB-455C-8F88-F7D1FDADB3DB}" dt="2023-11-21T09:24:29.421" v="7220" actId="20577"/>
        <pc:sldMkLst>
          <pc:docMk/>
          <pc:sldMk cId="3724825567" sldId="260"/>
        </pc:sldMkLst>
      </pc:sldChg>
      <pc:sldChg chg="addSp delSp modSp mod modClrScheme chgLayout">
        <pc:chgData name="Said Achmad" userId="5d71821f-e4ec-49c0-a52f-549698ea3c81" providerId="ADAL" clId="{F36B1CCA-6ECB-455C-8F88-F7D1FDADB3DB}" dt="2023-11-21T09:22:49.638" v="7199" actId="6549"/>
        <pc:sldMkLst>
          <pc:docMk/>
          <pc:sldMk cId="3041036902" sldId="261"/>
        </pc:sldMkLst>
      </pc:sldChg>
      <pc:sldChg chg="modSp mod">
        <pc:chgData name="Said Achmad" userId="5d71821f-e4ec-49c0-a52f-549698ea3c81" providerId="ADAL" clId="{F36B1CCA-6ECB-455C-8F88-F7D1FDADB3DB}" dt="2023-11-21T09:23:01.436" v="7200" actId="20577"/>
        <pc:sldMkLst>
          <pc:docMk/>
          <pc:sldMk cId="363028880" sldId="262"/>
        </pc:sldMkLst>
      </pc:sldChg>
      <pc:sldChg chg="del">
        <pc:chgData name="Said Achmad" userId="5d71821f-e4ec-49c0-a52f-549698ea3c81" providerId="ADAL" clId="{F36B1CCA-6ECB-455C-8F88-F7D1FDADB3DB}" dt="2023-11-16T06:40:35.012" v="155" actId="47"/>
        <pc:sldMkLst>
          <pc:docMk/>
          <pc:sldMk cId="3663985620" sldId="264"/>
        </pc:sldMkLst>
      </pc:sldChg>
      <pc:sldChg chg="modSp mod">
        <pc:chgData name="Said Achmad" userId="5d71821f-e4ec-49c0-a52f-549698ea3c81" providerId="ADAL" clId="{F36B1CCA-6ECB-455C-8F88-F7D1FDADB3DB}" dt="2023-11-21T10:00:27.537" v="7561" actId="20577"/>
        <pc:sldMkLst>
          <pc:docMk/>
          <pc:sldMk cId="3500018930" sldId="278"/>
        </pc:sldMkLst>
      </pc:sldChg>
      <pc:sldChg chg="modSp mod">
        <pc:chgData name="Said Achmad" userId="5d71821f-e4ec-49c0-a52f-549698ea3c81" providerId="ADAL" clId="{F36B1CCA-6ECB-455C-8F88-F7D1FDADB3DB}" dt="2023-11-21T09:24:45.144" v="7221" actId="20577"/>
        <pc:sldMkLst>
          <pc:docMk/>
          <pc:sldMk cId="3962618298" sldId="282"/>
        </pc:sldMkLst>
      </pc:sldChg>
      <pc:sldChg chg="addSp delSp modSp mod">
        <pc:chgData name="Said Achmad" userId="5d71821f-e4ec-49c0-a52f-549698ea3c81" providerId="ADAL" clId="{F36B1CCA-6ECB-455C-8F88-F7D1FDADB3DB}" dt="2023-11-21T09:50:07.991" v="7489" actId="6549"/>
        <pc:sldMkLst>
          <pc:docMk/>
          <pc:sldMk cId="1702753199" sldId="283"/>
        </pc:sldMkLst>
      </pc:sldChg>
      <pc:sldChg chg="add del">
        <pc:chgData name="Said Achmad" userId="5d71821f-e4ec-49c0-a52f-549698ea3c81" providerId="ADAL" clId="{F36B1CCA-6ECB-455C-8F88-F7D1FDADB3DB}" dt="2023-11-16T06:40:33.880" v="154" actId="47"/>
        <pc:sldMkLst>
          <pc:docMk/>
          <pc:sldMk cId="1561272596" sldId="288"/>
        </pc:sldMkLst>
      </pc:sldChg>
      <pc:sldChg chg="del">
        <pc:chgData name="Said Achmad" userId="5d71821f-e4ec-49c0-a52f-549698ea3c81" providerId="ADAL" clId="{F36B1CCA-6ECB-455C-8F88-F7D1FDADB3DB}" dt="2023-11-16T09:00:25.632" v="2166" actId="47"/>
        <pc:sldMkLst>
          <pc:docMk/>
          <pc:sldMk cId="2852185070" sldId="291"/>
        </pc:sldMkLst>
      </pc:sldChg>
      <pc:sldChg chg="del">
        <pc:chgData name="Said Achmad" userId="5d71821f-e4ec-49c0-a52f-549698ea3c81" providerId="ADAL" clId="{F36B1CCA-6ECB-455C-8F88-F7D1FDADB3DB}" dt="2023-11-16T09:00:25.632" v="2166" actId="47"/>
        <pc:sldMkLst>
          <pc:docMk/>
          <pc:sldMk cId="1805675844" sldId="292"/>
        </pc:sldMkLst>
      </pc:sldChg>
      <pc:sldChg chg="del">
        <pc:chgData name="Said Achmad" userId="5d71821f-e4ec-49c0-a52f-549698ea3c81" providerId="ADAL" clId="{F36B1CCA-6ECB-455C-8F88-F7D1FDADB3DB}" dt="2023-11-16T09:00:25.632" v="2166" actId="47"/>
        <pc:sldMkLst>
          <pc:docMk/>
          <pc:sldMk cId="949010790" sldId="293"/>
        </pc:sldMkLst>
      </pc:sldChg>
      <pc:sldChg chg="del">
        <pc:chgData name="Said Achmad" userId="5d71821f-e4ec-49c0-a52f-549698ea3c81" providerId="ADAL" clId="{F36B1CCA-6ECB-455C-8F88-F7D1FDADB3DB}" dt="2023-11-16T09:00:25.632" v="2166" actId="47"/>
        <pc:sldMkLst>
          <pc:docMk/>
          <pc:sldMk cId="3955090986" sldId="294"/>
        </pc:sldMkLst>
      </pc:sldChg>
      <pc:sldChg chg="del">
        <pc:chgData name="Said Achmad" userId="5d71821f-e4ec-49c0-a52f-549698ea3c81" providerId="ADAL" clId="{F36B1CCA-6ECB-455C-8F88-F7D1FDADB3DB}" dt="2023-11-16T09:00:25.632" v="2166" actId="47"/>
        <pc:sldMkLst>
          <pc:docMk/>
          <pc:sldMk cId="3819417382" sldId="295"/>
        </pc:sldMkLst>
      </pc:sldChg>
      <pc:sldChg chg="del">
        <pc:chgData name="Said Achmad" userId="5d71821f-e4ec-49c0-a52f-549698ea3c81" providerId="ADAL" clId="{F36B1CCA-6ECB-455C-8F88-F7D1FDADB3DB}" dt="2023-11-16T09:00:25.632" v="2166" actId="47"/>
        <pc:sldMkLst>
          <pc:docMk/>
          <pc:sldMk cId="2756292616" sldId="296"/>
        </pc:sldMkLst>
      </pc:sldChg>
      <pc:sldChg chg="del">
        <pc:chgData name="Said Achmad" userId="5d71821f-e4ec-49c0-a52f-549698ea3c81" providerId="ADAL" clId="{F36B1CCA-6ECB-455C-8F88-F7D1FDADB3DB}" dt="2023-11-16T09:00:25.632" v="2166" actId="47"/>
        <pc:sldMkLst>
          <pc:docMk/>
          <pc:sldMk cId="1462856539" sldId="299"/>
        </pc:sldMkLst>
      </pc:sldChg>
      <pc:sldChg chg="modSp mod">
        <pc:chgData name="Said Achmad" userId="5d71821f-e4ec-49c0-a52f-549698ea3c81" providerId="ADAL" clId="{F36B1CCA-6ECB-455C-8F88-F7D1FDADB3DB}" dt="2023-11-21T08:40:04.847" v="6611" actId="20577"/>
        <pc:sldMkLst>
          <pc:docMk/>
          <pc:sldMk cId="2775010017" sldId="300"/>
        </pc:sldMkLst>
      </pc:sldChg>
      <pc:sldChg chg="del">
        <pc:chgData name="Said Achmad" userId="5d71821f-e4ec-49c0-a52f-549698ea3c81" providerId="ADAL" clId="{F36B1CCA-6ECB-455C-8F88-F7D1FDADB3DB}" dt="2023-11-16T09:00:25.632" v="2166" actId="47"/>
        <pc:sldMkLst>
          <pc:docMk/>
          <pc:sldMk cId="715285486" sldId="301"/>
        </pc:sldMkLst>
      </pc:sldChg>
      <pc:sldChg chg="del">
        <pc:chgData name="Said Achmad" userId="5d71821f-e4ec-49c0-a52f-549698ea3c81" providerId="ADAL" clId="{F36B1CCA-6ECB-455C-8F88-F7D1FDADB3DB}" dt="2023-11-16T09:00:25.632" v="2166" actId="47"/>
        <pc:sldMkLst>
          <pc:docMk/>
          <pc:sldMk cId="1491587317" sldId="303"/>
        </pc:sldMkLst>
      </pc:sldChg>
      <pc:sldChg chg="del">
        <pc:chgData name="Said Achmad" userId="5d71821f-e4ec-49c0-a52f-549698ea3c81" providerId="ADAL" clId="{F36B1CCA-6ECB-455C-8F88-F7D1FDADB3DB}" dt="2023-11-16T09:00:25.632" v="2166" actId="47"/>
        <pc:sldMkLst>
          <pc:docMk/>
          <pc:sldMk cId="2410182092" sldId="304"/>
        </pc:sldMkLst>
      </pc:sldChg>
      <pc:sldChg chg="del">
        <pc:chgData name="Said Achmad" userId="5d71821f-e4ec-49c0-a52f-549698ea3c81" providerId="ADAL" clId="{F36B1CCA-6ECB-455C-8F88-F7D1FDADB3DB}" dt="2023-11-16T09:00:25.632" v="2166" actId="47"/>
        <pc:sldMkLst>
          <pc:docMk/>
          <pc:sldMk cId="1042903480" sldId="305"/>
        </pc:sldMkLst>
      </pc:sldChg>
      <pc:sldChg chg="del">
        <pc:chgData name="Said Achmad" userId="5d71821f-e4ec-49c0-a52f-549698ea3c81" providerId="ADAL" clId="{F36B1CCA-6ECB-455C-8F88-F7D1FDADB3DB}" dt="2023-11-16T09:00:25.632" v="2166" actId="47"/>
        <pc:sldMkLst>
          <pc:docMk/>
          <pc:sldMk cId="2361189392" sldId="306"/>
        </pc:sldMkLst>
      </pc:sldChg>
      <pc:sldChg chg="del">
        <pc:chgData name="Said Achmad" userId="5d71821f-e4ec-49c0-a52f-549698ea3c81" providerId="ADAL" clId="{F36B1CCA-6ECB-455C-8F88-F7D1FDADB3DB}" dt="2023-11-16T09:00:25.632" v="2166" actId="47"/>
        <pc:sldMkLst>
          <pc:docMk/>
          <pc:sldMk cId="1190454364" sldId="307"/>
        </pc:sldMkLst>
      </pc:sldChg>
      <pc:sldChg chg="del">
        <pc:chgData name="Said Achmad" userId="5d71821f-e4ec-49c0-a52f-549698ea3c81" providerId="ADAL" clId="{F36B1CCA-6ECB-455C-8F88-F7D1FDADB3DB}" dt="2023-11-16T09:00:25.632" v="2166" actId="47"/>
        <pc:sldMkLst>
          <pc:docMk/>
          <pc:sldMk cId="3106424430" sldId="308"/>
        </pc:sldMkLst>
      </pc:sldChg>
      <pc:sldChg chg="addSp delSp modSp add del mod modClrScheme chgLayout">
        <pc:chgData name="Said Achmad" userId="5d71821f-e4ec-49c0-a52f-549698ea3c81" providerId="ADAL" clId="{F36B1CCA-6ECB-455C-8F88-F7D1FDADB3DB}" dt="2023-11-17T07:55:28.995" v="4647" actId="47"/>
        <pc:sldMkLst>
          <pc:docMk/>
          <pc:sldMk cId="772050117" sldId="309"/>
        </pc:sldMkLst>
      </pc:sldChg>
      <pc:sldChg chg="addSp delSp modSp add del mod">
        <pc:chgData name="Said Achmad" userId="5d71821f-e4ec-49c0-a52f-549698ea3c81" providerId="ADAL" clId="{F36B1CCA-6ECB-455C-8F88-F7D1FDADB3DB}" dt="2023-11-17T07:55:28.995" v="4647" actId="47"/>
        <pc:sldMkLst>
          <pc:docMk/>
          <pc:sldMk cId="689802598" sldId="310"/>
        </pc:sldMkLst>
      </pc:sldChg>
      <pc:sldChg chg="modSp add del mod ord">
        <pc:chgData name="Said Achmad" userId="5d71821f-e4ec-49c0-a52f-549698ea3c81" providerId="ADAL" clId="{F36B1CCA-6ECB-455C-8F88-F7D1FDADB3DB}" dt="2023-11-17T07:55:28.995" v="4647" actId="47"/>
        <pc:sldMkLst>
          <pc:docMk/>
          <pc:sldMk cId="153479280" sldId="311"/>
        </pc:sldMkLst>
      </pc:sldChg>
      <pc:sldChg chg="addSp delSp modSp add del mod">
        <pc:chgData name="Said Achmad" userId="5d71821f-e4ec-49c0-a52f-549698ea3c81" providerId="ADAL" clId="{F36B1CCA-6ECB-455C-8F88-F7D1FDADB3DB}" dt="2023-11-17T07:55:28.995" v="4647" actId="47"/>
        <pc:sldMkLst>
          <pc:docMk/>
          <pc:sldMk cId="137853771" sldId="312"/>
        </pc:sldMkLst>
      </pc:sldChg>
      <pc:sldChg chg="modSp add del mod ord">
        <pc:chgData name="Said Achmad" userId="5d71821f-e4ec-49c0-a52f-549698ea3c81" providerId="ADAL" clId="{F36B1CCA-6ECB-455C-8F88-F7D1FDADB3DB}" dt="2023-11-17T07:55:28.995" v="4647" actId="47"/>
        <pc:sldMkLst>
          <pc:docMk/>
          <pc:sldMk cId="2531489688" sldId="313"/>
        </pc:sldMkLst>
      </pc:sldChg>
      <pc:sldChg chg="addSp modSp add del mod">
        <pc:chgData name="Said Achmad" userId="5d71821f-e4ec-49c0-a52f-549698ea3c81" providerId="ADAL" clId="{F36B1CCA-6ECB-455C-8F88-F7D1FDADB3DB}" dt="2023-11-17T07:55:28.995" v="4647" actId="47"/>
        <pc:sldMkLst>
          <pc:docMk/>
          <pc:sldMk cId="3715361491" sldId="314"/>
        </pc:sldMkLst>
      </pc:sldChg>
      <pc:sldChg chg="modSp add del mod">
        <pc:chgData name="Said Achmad" userId="5d71821f-e4ec-49c0-a52f-549698ea3c81" providerId="ADAL" clId="{F36B1CCA-6ECB-455C-8F88-F7D1FDADB3DB}" dt="2023-11-17T07:55:28.995" v="4647" actId="47"/>
        <pc:sldMkLst>
          <pc:docMk/>
          <pc:sldMk cId="1005400869" sldId="315"/>
        </pc:sldMkLst>
      </pc:sldChg>
      <pc:sldChg chg="addSp delSp modSp add mod ord">
        <pc:chgData name="Said Achmad" userId="5d71821f-e4ec-49c0-a52f-549698ea3c81" providerId="ADAL" clId="{F36B1CCA-6ECB-455C-8F88-F7D1FDADB3DB}" dt="2023-11-17T08:20:10.485" v="5301" actId="1076"/>
        <pc:sldMkLst>
          <pc:docMk/>
          <pc:sldMk cId="2653283716" sldId="316"/>
        </pc:sldMkLst>
      </pc:sldChg>
      <pc:sldChg chg="addSp delSp modSp add del mod">
        <pc:chgData name="Said Achmad" userId="5d71821f-e4ec-49c0-a52f-549698ea3c81" providerId="ADAL" clId="{F36B1CCA-6ECB-455C-8F88-F7D1FDADB3DB}" dt="2023-11-17T09:41:27.466" v="6040" actId="47"/>
        <pc:sldMkLst>
          <pc:docMk/>
          <pc:sldMk cId="521682526" sldId="317"/>
        </pc:sldMkLst>
      </pc:sldChg>
      <pc:sldChg chg="add del">
        <pc:chgData name="Said Achmad" userId="5d71821f-e4ec-49c0-a52f-549698ea3c81" providerId="ADAL" clId="{F36B1CCA-6ECB-455C-8F88-F7D1FDADB3DB}" dt="2023-11-16T08:50:36.257" v="1978" actId="2890"/>
        <pc:sldMkLst>
          <pc:docMk/>
          <pc:sldMk cId="469649093" sldId="318"/>
        </pc:sldMkLst>
      </pc:sldChg>
      <pc:sldChg chg="addSp delSp modSp add del mod ord">
        <pc:chgData name="Said Achmad" userId="5d71821f-e4ec-49c0-a52f-549698ea3c81" providerId="ADAL" clId="{F36B1CCA-6ECB-455C-8F88-F7D1FDADB3DB}" dt="2023-11-17T09:41:27.466" v="6040" actId="47"/>
        <pc:sldMkLst>
          <pc:docMk/>
          <pc:sldMk cId="3942660098" sldId="318"/>
        </pc:sldMkLst>
      </pc:sldChg>
      <pc:sldChg chg="addSp delSp modSp add del mod">
        <pc:chgData name="Said Achmad" userId="5d71821f-e4ec-49c0-a52f-549698ea3c81" providerId="ADAL" clId="{F36B1CCA-6ECB-455C-8F88-F7D1FDADB3DB}" dt="2023-11-17T09:41:27.466" v="6040" actId="47"/>
        <pc:sldMkLst>
          <pc:docMk/>
          <pc:sldMk cId="4117088690" sldId="319"/>
        </pc:sldMkLst>
      </pc:sldChg>
      <pc:sldChg chg="addSp delSp modSp add del mod">
        <pc:chgData name="Said Achmad" userId="5d71821f-e4ec-49c0-a52f-549698ea3c81" providerId="ADAL" clId="{F36B1CCA-6ECB-455C-8F88-F7D1FDADB3DB}" dt="2023-11-17T09:41:27.466" v="6040" actId="47"/>
        <pc:sldMkLst>
          <pc:docMk/>
          <pc:sldMk cId="3727408180" sldId="320"/>
        </pc:sldMkLst>
      </pc:sldChg>
      <pc:sldChg chg="addSp delSp modSp add del mod ord">
        <pc:chgData name="Said Achmad" userId="5d71821f-e4ec-49c0-a52f-549698ea3c81" providerId="ADAL" clId="{F36B1CCA-6ECB-455C-8F88-F7D1FDADB3DB}" dt="2023-11-17T09:41:27.466" v="6040" actId="47"/>
        <pc:sldMkLst>
          <pc:docMk/>
          <pc:sldMk cId="1488901449" sldId="321"/>
        </pc:sldMkLst>
      </pc:sldChg>
      <pc:sldChg chg="addSp delSp modSp add del mod ord">
        <pc:chgData name="Said Achmad" userId="5d71821f-e4ec-49c0-a52f-549698ea3c81" providerId="ADAL" clId="{F36B1CCA-6ECB-455C-8F88-F7D1FDADB3DB}" dt="2023-11-17T09:41:27.466" v="6040" actId="47"/>
        <pc:sldMkLst>
          <pc:docMk/>
          <pc:sldMk cId="2004687532" sldId="322"/>
        </pc:sldMkLst>
      </pc:sldChg>
      <pc:sldChg chg="modSp add del mod">
        <pc:chgData name="Said Achmad" userId="5d71821f-e4ec-49c0-a52f-549698ea3c81" providerId="ADAL" clId="{F36B1CCA-6ECB-455C-8F88-F7D1FDADB3DB}" dt="2023-11-17T07:55:28.995" v="4647" actId="47"/>
        <pc:sldMkLst>
          <pc:docMk/>
          <pc:sldMk cId="2511167040" sldId="323"/>
        </pc:sldMkLst>
      </pc:sldChg>
      <pc:sldChg chg="modSp add del mod">
        <pc:chgData name="Said Achmad" userId="5d71821f-e4ec-49c0-a52f-549698ea3c81" providerId="ADAL" clId="{F36B1CCA-6ECB-455C-8F88-F7D1FDADB3DB}" dt="2023-11-17T07:55:28.995" v="4647" actId="47"/>
        <pc:sldMkLst>
          <pc:docMk/>
          <pc:sldMk cId="277821965" sldId="324"/>
        </pc:sldMkLst>
      </pc:sldChg>
      <pc:sldChg chg="add del">
        <pc:chgData name="Said Achmad" userId="5d71821f-e4ec-49c0-a52f-549698ea3c81" providerId="ADAL" clId="{F36B1CCA-6ECB-455C-8F88-F7D1FDADB3DB}" dt="2023-11-17T03:12:02.518" v="3328" actId="47"/>
        <pc:sldMkLst>
          <pc:docMk/>
          <pc:sldMk cId="2259465992" sldId="324"/>
        </pc:sldMkLst>
      </pc:sldChg>
      <pc:sldChg chg="addSp modSp add del mod ord">
        <pc:chgData name="Said Achmad" userId="5d71821f-e4ec-49c0-a52f-549698ea3c81" providerId="ADAL" clId="{F36B1CCA-6ECB-455C-8F88-F7D1FDADB3DB}" dt="2023-11-17T07:55:28.995" v="4647" actId="47"/>
        <pc:sldMkLst>
          <pc:docMk/>
          <pc:sldMk cId="1236158929" sldId="325"/>
        </pc:sldMkLst>
      </pc:sldChg>
      <pc:sldChg chg="modSp add del mod">
        <pc:chgData name="Said Achmad" userId="5d71821f-e4ec-49c0-a52f-549698ea3c81" providerId="ADAL" clId="{F36B1CCA-6ECB-455C-8F88-F7D1FDADB3DB}" dt="2023-11-17T07:55:28.995" v="4647" actId="47"/>
        <pc:sldMkLst>
          <pc:docMk/>
          <pc:sldMk cId="1104457645" sldId="326"/>
        </pc:sldMkLst>
      </pc:sldChg>
      <pc:sldChg chg="modSp add del mod ord">
        <pc:chgData name="Said Achmad" userId="5d71821f-e4ec-49c0-a52f-549698ea3c81" providerId="ADAL" clId="{F36B1CCA-6ECB-455C-8F88-F7D1FDADB3DB}" dt="2023-11-17T07:55:28.995" v="4647" actId="47"/>
        <pc:sldMkLst>
          <pc:docMk/>
          <pc:sldMk cId="508023205" sldId="327"/>
        </pc:sldMkLst>
      </pc:sldChg>
      <pc:sldChg chg="add del">
        <pc:chgData name="Said Achmad" userId="5d71821f-e4ec-49c0-a52f-549698ea3c81" providerId="ADAL" clId="{F36B1CCA-6ECB-455C-8F88-F7D1FDADB3DB}" dt="2023-11-17T04:05:00.768" v="3960" actId="47"/>
        <pc:sldMkLst>
          <pc:docMk/>
          <pc:sldMk cId="2136488691" sldId="327"/>
        </pc:sldMkLst>
      </pc:sldChg>
      <pc:sldChg chg="modSp add mod">
        <pc:chgData name="Said Achmad" userId="5d71821f-e4ec-49c0-a52f-549698ea3c81" providerId="ADAL" clId="{F36B1CCA-6ECB-455C-8F88-F7D1FDADB3DB}" dt="2023-11-17T07:54:05.360" v="4646" actId="12"/>
        <pc:sldMkLst>
          <pc:docMk/>
          <pc:sldMk cId="1915762959" sldId="328"/>
        </pc:sldMkLst>
      </pc:sldChg>
      <pc:sldChg chg="add del">
        <pc:chgData name="Said Achmad" userId="5d71821f-e4ec-49c0-a52f-549698ea3c81" providerId="ADAL" clId="{F36B1CCA-6ECB-455C-8F88-F7D1FDADB3DB}" dt="2023-11-17T09:41:27.466" v="6040" actId="47"/>
        <pc:sldMkLst>
          <pc:docMk/>
          <pc:sldMk cId="1171075629" sldId="329"/>
        </pc:sldMkLst>
      </pc:sldChg>
      <pc:sldChg chg="addSp delSp modSp add mod ord">
        <pc:chgData name="Said Achmad" userId="5d71821f-e4ec-49c0-a52f-549698ea3c81" providerId="ADAL" clId="{F36B1CCA-6ECB-455C-8F88-F7D1FDADB3DB}" dt="2023-11-17T08:43:33.360" v="5505" actId="948"/>
        <pc:sldMkLst>
          <pc:docMk/>
          <pc:sldMk cId="4290244695" sldId="330"/>
        </pc:sldMkLst>
      </pc:sldChg>
      <pc:sldChg chg="addSp modSp add mod">
        <pc:chgData name="Said Achmad" userId="5d71821f-e4ec-49c0-a52f-549698ea3c81" providerId="ADAL" clId="{F36B1CCA-6ECB-455C-8F88-F7D1FDADB3DB}" dt="2023-11-17T08:47:58.907" v="5557" actId="122"/>
        <pc:sldMkLst>
          <pc:docMk/>
          <pc:sldMk cId="1207625032" sldId="331"/>
        </pc:sldMkLst>
      </pc:sldChg>
      <pc:sldChg chg="delSp modSp add mod">
        <pc:chgData name="Said Achmad" userId="5d71821f-e4ec-49c0-a52f-549698ea3c81" providerId="ADAL" clId="{F36B1CCA-6ECB-455C-8F88-F7D1FDADB3DB}" dt="2023-11-17T08:54:14.441" v="5570" actId="14100"/>
        <pc:sldMkLst>
          <pc:docMk/>
          <pc:sldMk cId="1180352207" sldId="332"/>
        </pc:sldMkLst>
      </pc:sldChg>
      <pc:sldChg chg="modSp add del mod">
        <pc:chgData name="Said Achmad" userId="5d71821f-e4ec-49c0-a52f-549698ea3c81" providerId="ADAL" clId="{F36B1CCA-6ECB-455C-8F88-F7D1FDADB3DB}" dt="2023-11-17T08:59:45.286" v="5586" actId="47"/>
        <pc:sldMkLst>
          <pc:docMk/>
          <pc:sldMk cId="3582647421" sldId="333"/>
        </pc:sldMkLst>
      </pc:sldChg>
      <pc:sldChg chg="modSp add mod ord">
        <pc:chgData name="Said Achmad" userId="5d71821f-e4ec-49c0-a52f-549698ea3c81" providerId="ADAL" clId="{F36B1CCA-6ECB-455C-8F88-F7D1FDADB3DB}" dt="2023-11-17T09:06:45.390" v="5668" actId="115"/>
        <pc:sldMkLst>
          <pc:docMk/>
          <pc:sldMk cId="1833598263" sldId="334"/>
        </pc:sldMkLst>
      </pc:sldChg>
      <pc:sldChg chg="modSp add mod ord">
        <pc:chgData name="Said Achmad" userId="5d71821f-e4ec-49c0-a52f-549698ea3c81" providerId="ADAL" clId="{F36B1CCA-6ECB-455C-8F88-F7D1FDADB3DB}" dt="2023-11-17T09:12:26.675" v="5738" actId="20577"/>
        <pc:sldMkLst>
          <pc:docMk/>
          <pc:sldMk cId="3681279657" sldId="335"/>
        </pc:sldMkLst>
      </pc:sldChg>
      <pc:sldChg chg="addSp delSp modSp add mod ord">
        <pc:chgData name="Said Achmad" userId="5d71821f-e4ec-49c0-a52f-549698ea3c81" providerId="ADAL" clId="{F36B1CCA-6ECB-455C-8F88-F7D1FDADB3DB}" dt="2023-11-17T09:42:32.503" v="6046" actId="1076"/>
        <pc:sldMkLst>
          <pc:docMk/>
          <pc:sldMk cId="1760058455" sldId="336"/>
        </pc:sldMkLst>
      </pc:sldChg>
      <pc:sldChg chg="addSp delSp modSp add mod ord">
        <pc:chgData name="Said Achmad" userId="5d71821f-e4ec-49c0-a52f-549698ea3c81" providerId="ADAL" clId="{F36B1CCA-6ECB-455C-8F88-F7D1FDADB3DB}" dt="2023-11-17T09:32:03.843" v="5903" actId="1076"/>
        <pc:sldMkLst>
          <pc:docMk/>
          <pc:sldMk cId="3478284968" sldId="337"/>
        </pc:sldMkLst>
      </pc:sldChg>
      <pc:sldChg chg="delSp modSp add del mod">
        <pc:chgData name="Said Achmad" userId="5d71821f-e4ec-49c0-a52f-549698ea3c81" providerId="ADAL" clId="{F36B1CCA-6ECB-455C-8F88-F7D1FDADB3DB}" dt="2023-11-17T09:41:24.122" v="6039" actId="47"/>
        <pc:sldMkLst>
          <pc:docMk/>
          <pc:sldMk cId="2792350168" sldId="338"/>
        </pc:sldMkLst>
      </pc:sldChg>
      <pc:sldChg chg="delSp modSp add mod">
        <pc:chgData name="Said Achmad" userId="5d71821f-e4ec-49c0-a52f-549698ea3c81" providerId="ADAL" clId="{F36B1CCA-6ECB-455C-8F88-F7D1FDADB3DB}" dt="2023-11-17T09:41:05.197" v="6038" actId="14100"/>
        <pc:sldMkLst>
          <pc:docMk/>
          <pc:sldMk cId="3607374767" sldId="339"/>
        </pc:sldMkLst>
      </pc:sldChg>
      <pc:sldChg chg="modSp mod modClrScheme chgLayout">
        <pc:chgData name="Said Achmad" userId="5d71821f-e4ec-49c0-a52f-549698ea3c81" providerId="ADAL" clId="{F36B1CCA-6ECB-455C-8F88-F7D1FDADB3DB}" dt="2023-11-21T09:21:50.888" v="7178" actId="700"/>
        <pc:sldMkLst>
          <pc:docMk/>
          <pc:sldMk cId="1205953113" sldId="340"/>
        </pc:sldMkLst>
      </pc:sldChg>
      <pc:sldChg chg="modSp mod ord modClrScheme chgLayout">
        <pc:chgData name="Said Achmad" userId="5d71821f-e4ec-49c0-a52f-549698ea3c81" providerId="ADAL" clId="{F36B1CCA-6ECB-455C-8F88-F7D1FDADB3DB}" dt="2023-11-21T09:21:56.968" v="7179" actId="700"/>
        <pc:sldMkLst>
          <pc:docMk/>
          <pc:sldMk cId="1543195854" sldId="346"/>
        </pc:sldMkLst>
      </pc:sldChg>
      <pc:sldChg chg="ord">
        <pc:chgData name="Said Achmad" userId="5d71821f-e4ec-49c0-a52f-549698ea3c81" providerId="ADAL" clId="{F36B1CCA-6ECB-455C-8F88-F7D1FDADB3DB}" dt="2023-11-21T09:21:42.216" v="7177"/>
        <pc:sldMkLst>
          <pc:docMk/>
          <pc:sldMk cId="3755900176" sldId="349"/>
        </pc:sldMkLst>
      </pc:sldChg>
      <pc:sldChg chg="modSp mod ord">
        <pc:chgData name="Said Achmad" userId="5d71821f-e4ec-49c0-a52f-549698ea3c81" providerId="ADAL" clId="{F36B1CCA-6ECB-455C-8F88-F7D1FDADB3DB}" dt="2023-11-21T09:21:42.216" v="7177"/>
        <pc:sldMkLst>
          <pc:docMk/>
          <pc:sldMk cId="217369932" sldId="350"/>
        </pc:sldMkLst>
      </pc:sldChg>
      <pc:sldChg chg="delSp modSp add mod ord">
        <pc:chgData name="Said Achmad" userId="5d71821f-e4ec-49c0-a52f-549698ea3c81" providerId="ADAL" clId="{F36B1CCA-6ECB-455C-8F88-F7D1FDADB3DB}" dt="2023-11-21T09:21:42.216" v="7177"/>
        <pc:sldMkLst>
          <pc:docMk/>
          <pc:sldMk cId="1770608999" sldId="351"/>
        </pc:sldMkLst>
      </pc:sldChg>
      <pc:sldChg chg="modSp add mod ord">
        <pc:chgData name="Said Achmad" userId="5d71821f-e4ec-49c0-a52f-549698ea3c81" providerId="ADAL" clId="{F36B1CCA-6ECB-455C-8F88-F7D1FDADB3DB}" dt="2023-11-21T09:21:42.216" v="7177"/>
        <pc:sldMkLst>
          <pc:docMk/>
          <pc:sldMk cId="2936184470" sldId="352"/>
        </pc:sldMkLst>
      </pc:sldChg>
      <pc:sldChg chg="addSp modSp add mod ord">
        <pc:chgData name="Said Achmad" userId="5d71821f-e4ec-49c0-a52f-549698ea3c81" providerId="ADAL" clId="{F36B1CCA-6ECB-455C-8F88-F7D1FDADB3DB}" dt="2023-11-21T09:21:42.216" v="7177"/>
        <pc:sldMkLst>
          <pc:docMk/>
          <pc:sldMk cId="668783331" sldId="353"/>
        </pc:sldMkLst>
      </pc:sldChg>
      <pc:sldChg chg="addSp modSp add mod ord">
        <pc:chgData name="Said Achmad" userId="5d71821f-e4ec-49c0-a52f-549698ea3c81" providerId="ADAL" clId="{F36B1CCA-6ECB-455C-8F88-F7D1FDADB3DB}" dt="2023-11-21T09:21:42.216" v="7177"/>
        <pc:sldMkLst>
          <pc:docMk/>
          <pc:sldMk cId="3370634154" sldId="354"/>
        </pc:sldMkLst>
      </pc:sldChg>
      <pc:sldChg chg="addSp modSp add mod ord">
        <pc:chgData name="Said Achmad" userId="5d71821f-e4ec-49c0-a52f-549698ea3c81" providerId="ADAL" clId="{F36B1CCA-6ECB-455C-8F88-F7D1FDADB3DB}" dt="2023-11-21T09:21:42.216" v="7177"/>
        <pc:sldMkLst>
          <pc:docMk/>
          <pc:sldMk cId="3842731939" sldId="355"/>
        </pc:sldMkLst>
      </pc:sldChg>
      <pc:sldChg chg="addSp modSp add mod ord">
        <pc:chgData name="Said Achmad" userId="5d71821f-e4ec-49c0-a52f-549698ea3c81" providerId="ADAL" clId="{F36B1CCA-6ECB-455C-8F88-F7D1FDADB3DB}" dt="2023-11-21T09:21:42.216" v="7177"/>
        <pc:sldMkLst>
          <pc:docMk/>
          <pc:sldMk cId="3792014566" sldId="356"/>
        </pc:sldMkLst>
      </pc:sldChg>
      <pc:sldChg chg="add del ord">
        <pc:chgData name="Said Achmad" userId="5d71821f-e4ec-49c0-a52f-549698ea3c81" providerId="ADAL" clId="{F36B1CCA-6ECB-455C-8F88-F7D1FDADB3DB}" dt="2023-11-21T08:59:55.502" v="6906" actId="47"/>
        <pc:sldMkLst>
          <pc:docMk/>
          <pc:sldMk cId="3053350748" sldId="357"/>
        </pc:sldMkLst>
      </pc:sldChg>
      <pc:sldChg chg="modSp add mod ord">
        <pc:chgData name="Said Achmad" userId="5d71821f-e4ec-49c0-a52f-549698ea3c81" providerId="ADAL" clId="{F36B1CCA-6ECB-455C-8F88-F7D1FDADB3DB}" dt="2023-11-21T09:21:42.216" v="7177"/>
        <pc:sldMkLst>
          <pc:docMk/>
          <pc:sldMk cId="657757739" sldId="358"/>
        </pc:sldMkLst>
      </pc:sldChg>
      <pc:sldChg chg="addSp modSp add mod ord">
        <pc:chgData name="Said Achmad" userId="5d71821f-e4ec-49c0-a52f-549698ea3c81" providerId="ADAL" clId="{F36B1CCA-6ECB-455C-8F88-F7D1FDADB3DB}" dt="2023-11-21T09:21:42.216" v="7177"/>
        <pc:sldMkLst>
          <pc:docMk/>
          <pc:sldMk cId="2262753512" sldId="359"/>
        </pc:sldMkLst>
      </pc:sldChg>
      <pc:sldChg chg="modSp add mod">
        <pc:chgData name="Said Achmad" userId="5d71821f-e4ec-49c0-a52f-549698ea3c81" providerId="ADAL" clId="{F36B1CCA-6ECB-455C-8F88-F7D1FDADB3DB}" dt="2023-11-21T09:49:52.135" v="7482" actId="14100"/>
        <pc:sldMkLst>
          <pc:docMk/>
          <pc:sldMk cId="1596846066" sldId="360"/>
        </pc:sldMkLst>
      </pc:sldChg>
    </pc:docChg>
  </pc:docChgLst>
  <pc:docChgLst>
    <pc:chgData name="Said Achmad" userId="5d71821f-e4ec-49c0-a52f-549698ea3c81" providerId="ADAL" clId="{27DBDEE5-8CF2-4A77-B2C5-09AFB6541672}"/>
    <pc:docChg chg="undo redo custSel addSld delSld modSld sldOrd">
      <pc:chgData name="Said Achmad" userId="5d71821f-e4ec-49c0-a52f-549698ea3c81" providerId="ADAL" clId="{27DBDEE5-8CF2-4A77-B2C5-09AFB6541672}" dt="2023-12-08T08:49:11.820" v="2316"/>
      <pc:docMkLst>
        <pc:docMk/>
      </pc:docMkLst>
      <pc:sldChg chg="modSp mod">
        <pc:chgData name="Said Achmad" userId="5d71821f-e4ec-49c0-a52f-549698ea3c81" providerId="ADAL" clId="{27DBDEE5-8CF2-4A77-B2C5-09AFB6541672}" dt="2023-12-08T08:31:22.135" v="2315"/>
        <pc:sldMkLst>
          <pc:docMk/>
          <pc:sldMk cId="3807564589" sldId="256"/>
        </pc:sldMkLst>
      </pc:sldChg>
      <pc:sldChg chg="modSp mod">
        <pc:chgData name="Said Achmad" userId="5d71821f-e4ec-49c0-a52f-549698ea3c81" providerId="ADAL" clId="{27DBDEE5-8CF2-4A77-B2C5-09AFB6541672}" dt="2023-12-08T08:49:11.820" v="2316"/>
        <pc:sldMkLst>
          <pc:docMk/>
          <pc:sldMk cId="3239424758" sldId="259"/>
        </pc:sldMkLst>
      </pc:sldChg>
      <pc:sldChg chg="modSp mod">
        <pc:chgData name="Said Achmad" userId="5d71821f-e4ec-49c0-a52f-549698ea3c81" providerId="ADAL" clId="{27DBDEE5-8CF2-4A77-B2C5-09AFB6541672}" dt="2023-11-24T10:45:48.240" v="2313" actId="20577"/>
        <pc:sldMkLst>
          <pc:docMk/>
          <pc:sldMk cId="3724825567" sldId="260"/>
        </pc:sldMkLst>
      </pc:sldChg>
      <pc:sldChg chg="modSp mod">
        <pc:chgData name="Said Achmad" userId="5d71821f-e4ec-49c0-a52f-549698ea3c81" providerId="ADAL" clId="{27DBDEE5-8CF2-4A77-B2C5-09AFB6541672}" dt="2023-11-24T06:21:27.522" v="511" actId="20577"/>
        <pc:sldMkLst>
          <pc:docMk/>
          <pc:sldMk cId="363028880" sldId="262"/>
        </pc:sldMkLst>
      </pc:sldChg>
      <pc:sldChg chg="modSp mod">
        <pc:chgData name="Said Achmad" userId="5d71821f-e4ec-49c0-a52f-549698ea3c81" providerId="ADAL" clId="{27DBDEE5-8CF2-4A77-B2C5-09AFB6541672}" dt="2023-11-24T10:44:52.854" v="2309" actId="20577"/>
        <pc:sldMkLst>
          <pc:docMk/>
          <pc:sldMk cId="3500018930" sldId="278"/>
        </pc:sldMkLst>
      </pc:sldChg>
      <pc:sldChg chg="modSp mod">
        <pc:chgData name="Said Achmad" userId="5d71821f-e4ec-49c0-a52f-549698ea3c81" providerId="ADAL" clId="{27DBDEE5-8CF2-4A77-B2C5-09AFB6541672}" dt="2023-11-24T10:42:52.742" v="2289" actId="20577"/>
        <pc:sldMkLst>
          <pc:docMk/>
          <pc:sldMk cId="1702753199" sldId="283"/>
        </pc:sldMkLst>
      </pc:sldChg>
      <pc:sldChg chg="modSp mod">
        <pc:chgData name="Said Achmad" userId="5d71821f-e4ec-49c0-a52f-549698ea3c81" providerId="ADAL" clId="{27DBDEE5-8CF2-4A77-B2C5-09AFB6541672}" dt="2023-11-24T10:18:01.759" v="2050"/>
        <pc:sldMkLst>
          <pc:docMk/>
          <pc:sldMk cId="2775010017" sldId="300"/>
        </pc:sldMkLst>
      </pc:sldChg>
      <pc:sldChg chg="del ord">
        <pc:chgData name="Said Achmad" userId="5d71821f-e4ec-49c0-a52f-549698ea3c81" providerId="ADAL" clId="{27DBDEE5-8CF2-4A77-B2C5-09AFB6541672}" dt="2023-11-24T06:23:14.455" v="521" actId="47"/>
        <pc:sldMkLst>
          <pc:docMk/>
          <pc:sldMk cId="2653283716" sldId="316"/>
        </pc:sldMkLst>
      </pc:sldChg>
      <pc:sldChg chg="modSp mod">
        <pc:chgData name="Said Achmad" userId="5d71821f-e4ec-49c0-a52f-549698ea3c81" providerId="ADAL" clId="{27DBDEE5-8CF2-4A77-B2C5-09AFB6541672}" dt="2023-11-24T03:44:53.332" v="49" actId="20577"/>
        <pc:sldMkLst>
          <pc:docMk/>
          <pc:sldMk cId="1915762959" sldId="328"/>
        </pc:sldMkLst>
      </pc:sldChg>
      <pc:sldChg chg="modSp mod">
        <pc:chgData name="Said Achmad" userId="5d71821f-e4ec-49c0-a52f-549698ea3c81" providerId="ADAL" clId="{27DBDEE5-8CF2-4A77-B2C5-09AFB6541672}" dt="2023-11-24T07:33:43.474" v="1543" actId="14100"/>
        <pc:sldMkLst>
          <pc:docMk/>
          <pc:sldMk cId="4290244695" sldId="330"/>
        </pc:sldMkLst>
      </pc:sldChg>
      <pc:sldChg chg="addSp delSp modSp mod modNotesTx">
        <pc:chgData name="Said Achmad" userId="5d71821f-e4ec-49c0-a52f-549698ea3c81" providerId="ADAL" clId="{27DBDEE5-8CF2-4A77-B2C5-09AFB6541672}" dt="2023-11-24T06:58:01.666" v="1111" actId="6549"/>
        <pc:sldMkLst>
          <pc:docMk/>
          <pc:sldMk cId="1207625032" sldId="331"/>
        </pc:sldMkLst>
      </pc:sldChg>
      <pc:sldChg chg="del">
        <pc:chgData name="Said Achmad" userId="5d71821f-e4ec-49c0-a52f-549698ea3c81" providerId="ADAL" clId="{27DBDEE5-8CF2-4A77-B2C5-09AFB6541672}" dt="2023-11-24T07:20:41.040" v="1308" actId="47"/>
        <pc:sldMkLst>
          <pc:docMk/>
          <pc:sldMk cId="1180352207" sldId="332"/>
        </pc:sldMkLst>
      </pc:sldChg>
      <pc:sldChg chg="del">
        <pc:chgData name="Said Achmad" userId="5d71821f-e4ec-49c0-a52f-549698ea3c81" providerId="ADAL" clId="{27DBDEE5-8CF2-4A77-B2C5-09AFB6541672}" dt="2023-11-24T07:20:41.040" v="1308" actId="47"/>
        <pc:sldMkLst>
          <pc:docMk/>
          <pc:sldMk cId="1833598263" sldId="334"/>
        </pc:sldMkLst>
      </pc:sldChg>
      <pc:sldChg chg="del">
        <pc:chgData name="Said Achmad" userId="5d71821f-e4ec-49c0-a52f-549698ea3c81" providerId="ADAL" clId="{27DBDEE5-8CF2-4A77-B2C5-09AFB6541672}" dt="2023-11-24T07:35:39.935" v="1544" actId="47"/>
        <pc:sldMkLst>
          <pc:docMk/>
          <pc:sldMk cId="1543195854" sldId="346"/>
        </pc:sldMkLst>
      </pc:sldChg>
      <pc:sldChg chg="addSp delSp del mod">
        <pc:chgData name="Said Achmad" userId="5d71821f-e4ec-49c0-a52f-549698ea3c81" providerId="ADAL" clId="{27DBDEE5-8CF2-4A77-B2C5-09AFB6541672}" dt="2023-11-24T07:35:39.935" v="1544" actId="47"/>
        <pc:sldMkLst>
          <pc:docMk/>
          <pc:sldMk cId="3755900176" sldId="349"/>
        </pc:sldMkLst>
      </pc:sldChg>
      <pc:sldChg chg="del">
        <pc:chgData name="Said Achmad" userId="5d71821f-e4ec-49c0-a52f-549698ea3c81" providerId="ADAL" clId="{27DBDEE5-8CF2-4A77-B2C5-09AFB6541672}" dt="2023-11-24T07:35:39.935" v="1544" actId="47"/>
        <pc:sldMkLst>
          <pc:docMk/>
          <pc:sldMk cId="217369932" sldId="350"/>
        </pc:sldMkLst>
      </pc:sldChg>
      <pc:sldChg chg="del">
        <pc:chgData name="Said Achmad" userId="5d71821f-e4ec-49c0-a52f-549698ea3c81" providerId="ADAL" clId="{27DBDEE5-8CF2-4A77-B2C5-09AFB6541672}" dt="2023-11-24T07:20:41.040" v="1308" actId="47"/>
        <pc:sldMkLst>
          <pc:docMk/>
          <pc:sldMk cId="4197721224" sldId="361"/>
        </pc:sldMkLst>
      </pc:sldChg>
      <pc:sldChg chg="modSp del mod">
        <pc:chgData name="Said Achmad" userId="5d71821f-e4ec-49c0-a52f-549698ea3c81" providerId="ADAL" clId="{27DBDEE5-8CF2-4A77-B2C5-09AFB6541672}" dt="2023-11-24T07:20:41.040" v="1308" actId="47"/>
        <pc:sldMkLst>
          <pc:docMk/>
          <pc:sldMk cId="3827795672" sldId="362"/>
        </pc:sldMkLst>
      </pc:sldChg>
      <pc:sldChg chg="del">
        <pc:chgData name="Said Achmad" userId="5d71821f-e4ec-49c0-a52f-549698ea3c81" providerId="ADAL" clId="{27DBDEE5-8CF2-4A77-B2C5-09AFB6541672}" dt="2023-11-24T07:20:41.040" v="1308" actId="47"/>
        <pc:sldMkLst>
          <pc:docMk/>
          <pc:sldMk cId="2054260488" sldId="363"/>
        </pc:sldMkLst>
      </pc:sldChg>
      <pc:sldChg chg="del">
        <pc:chgData name="Said Achmad" userId="5d71821f-e4ec-49c0-a52f-549698ea3c81" providerId="ADAL" clId="{27DBDEE5-8CF2-4A77-B2C5-09AFB6541672}" dt="2023-11-24T07:20:41.040" v="1308" actId="47"/>
        <pc:sldMkLst>
          <pc:docMk/>
          <pc:sldMk cId="4201169138" sldId="364"/>
        </pc:sldMkLst>
      </pc:sldChg>
      <pc:sldChg chg="del">
        <pc:chgData name="Said Achmad" userId="5d71821f-e4ec-49c0-a52f-549698ea3c81" providerId="ADAL" clId="{27DBDEE5-8CF2-4A77-B2C5-09AFB6541672}" dt="2023-11-24T07:20:41.040" v="1308" actId="47"/>
        <pc:sldMkLst>
          <pc:docMk/>
          <pc:sldMk cId="4076380990" sldId="365"/>
        </pc:sldMkLst>
      </pc:sldChg>
      <pc:sldChg chg="del">
        <pc:chgData name="Said Achmad" userId="5d71821f-e4ec-49c0-a52f-549698ea3c81" providerId="ADAL" clId="{27DBDEE5-8CF2-4A77-B2C5-09AFB6541672}" dt="2023-11-24T07:20:41.040" v="1308" actId="47"/>
        <pc:sldMkLst>
          <pc:docMk/>
          <pc:sldMk cId="1137824534" sldId="366"/>
        </pc:sldMkLst>
      </pc:sldChg>
      <pc:sldChg chg="del">
        <pc:chgData name="Said Achmad" userId="5d71821f-e4ec-49c0-a52f-549698ea3c81" providerId="ADAL" clId="{27DBDEE5-8CF2-4A77-B2C5-09AFB6541672}" dt="2023-11-24T07:35:39.935" v="1544" actId="47"/>
        <pc:sldMkLst>
          <pc:docMk/>
          <pc:sldMk cId="499944814" sldId="367"/>
        </pc:sldMkLst>
      </pc:sldChg>
      <pc:sldChg chg="del">
        <pc:chgData name="Said Achmad" userId="5d71821f-e4ec-49c0-a52f-549698ea3c81" providerId="ADAL" clId="{27DBDEE5-8CF2-4A77-B2C5-09AFB6541672}" dt="2023-11-24T07:35:39.935" v="1544" actId="47"/>
        <pc:sldMkLst>
          <pc:docMk/>
          <pc:sldMk cId="1457451149" sldId="368"/>
        </pc:sldMkLst>
      </pc:sldChg>
      <pc:sldChg chg="del">
        <pc:chgData name="Said Achmad" userId="5d71821f-e4ec-49c0-a52f-549698ea3c81" providerId="ADAL" clId="{27DBDEE5-8CF2-4A77-B2C5-09AFB6541672}" dt="2023-11-24T07:35:39.935" v="1544" actId="47"/>
        <pc:sldMkLst>
          <pc:docMk/>
          <pc:sldMk cId="444908579" sldId="369"/>
        </pc:sldMkLst>
      </pc:sldChg>
      <pc:sldChg chg="del">
        <pc:chgData name="Said Achmad" userId="5d71821f-e4ec-49c0-a52f-549698ea3c81" providerId="ADAL" clId="{27DBDEE5-8CF2-4A77-B2C5-09AFB6541672}" dt="2023-11-24T07:35:39.935" v="1544" actId="47"/>
        <pc:sldMkLst>
          <pc:docMk/>
          <pc:sldMk cId="41444787" sldId="370"/>
        </pc:sldMkLst>
      </pc:sldChg>
      <pc:sldChg chg="del">
        <pc:chgData name="Said Achmad" userId="5d71821f-e4ec-49c0-a52f-549698ea3c81" providerId="ADAL" clId="{27DBDEE5-8CF2-4A77-B2C5-09AFB6541672}" dt="2023-11-24T07:35:39.935" v="1544" actId="47"/>
        <pc:sldMkLst>
          <pc:docMk/>
          <pc:sldMk cId="1910098967" sldId="371"/>
        </pc:sldMkLst>
      </pc:sldChg>
      <pc:sldChg chg="addSp delSp modSp add mod">
        <pc:chgData name="Said Achmad" userId="5d71821f-e4ec-49c0-a52f-549698ea3c81" providerId="ADAL" clId="{27DBDEE5-8CF2-4A77-B2C5-09AFB6541672}" dt="2023-11-24T04:02:19.911" v="158" actId="1076"/>
        <pc:sldMkLst>
          <pc:docMk/>
          <pc:sldMk cId="3421159831" sldId="372"/>
        </pc:sldMkLst>
      </pc:sldChg>
      <pc:sldChg chg="addSp delSp modSp add mod">
        <pc:chgData name="Said Achmad" userId="5d71821f-e4ec-49c0-a52f-549698ea3c81" providerId="ADAL" clId="{27DBDEE5-8CF2-4A77-B2C5-09AFB6541672}" dt="2023-11-24T04:07:46.861" v="220" actId="20577"/>
        <pc:sldMkLst>
          <pc:docMk/>
          <pc:sldMk cId="1066974940" sldId="373"/>
        </pc:sldMkLst>
      </pc:sldChg>
      <pc:sldChg chg="modSp add mod ord">
        <pc:chgData name="Said Achmad" userId="5d71821f-e4ec-49c0-a52f-549698ea3c81" providerId="ADAL" clId="{27DBDEE5-8CF2-4A77-B2C5-09AFB6541672}" dt="2023-11-24T04:13:53.749" v="274" actId="20577"/>
        <pc:sldMkLst>
          <pc:docMk/>
          <pc:sldMk cId="559514547" sldId="374"/>
        </pc:sldMkLst>
      </pc:sldChg>
      <pc:sldChg chg="addSp delSp modSp add mod">
        <pc:chgData name="Said Achmad" userId="5d71821f-e4ec-49c0-a52f-549698ea3c81" providerId="ADAL" clId="{27DBDEE5-8CF2-4A77-B2C5-09AFB6541672}" dt="2023-11-24T04:25:06.958" v="419" actId="20577"/>
        <pc:sldMkLst>
          <pc:docMk/>
          <pc:sldMk cId="971364835" sldId="375"/>
        </pc:sldMkLst>
      </pc:sldChg>
      <pc:sldChg chg="modSp add mod">
        <pc:chgData name="Said Achmad" userId="5d71821f-e4ec-49c0-a52f-549698ea3c81" providerId="ADAL" clId="{27DBDEE5-8CF2-4A77-B2C5-09AFB6541672}" dt="2023-11-24T04:26:24.602" v="433" actId="20577"/>
        <pc:sldMkLst>
          <pc:docMk/>
          <pc:sldMk cId="2337170577" sldId="376"/>
        </pc:sldMkLst>
      </pc:sldChg>
      <pc:sldChg chg="modSp add mod">
        <pc:chgData name="Said Achmad" userId="5d71821f-e4ec-49c0-a52f-549698ea3c81" providerId="ADAL" clId="{27DBDEE5-8CF2-4A77-B2C5-09AFB6541672}" dt="2023-11-24T04:31:35.720" v="467" actId="20577"/>
        <pc:sldMkLst>
          <pc:docMk/>
          <pc:sldMk cId="1585010774" sldId="377"/>
        </pc:sldMkLst>
      </pc:sldChg>
      <pc:sldChg chg="modSp add mod">
        <pc:chgData name="Said Achmad" userId="5d71821f-e4ec-49c0-a52f-549698ea3c81" providerId="ADAL" clId="{27DBDEE5-8CF2-4A77-B2C5-09AFB6541672}" dt="2023-11-24T06:18:48.494" v="505" actId="404"/>
        <pc:sldMkLst>
          <pc:docMk/>
          <pc:sldMk cId="3461000398" sldId="378"/>
        </pc:sldMkLst>
      </pc:sldChg>
      <pc:sldChg chg="addSp modSp add mod ord">
        <pc:chgData name="Said Achmad" userId="5d71821f-e4ec-49c0-a52f-549698ea3c81" providerId="ADAL" clId="{27DBDEE5-8CF2-4A77-B2C5-09AFB6541672}" dt="2023-11-24T07:21:42.900" v="1311" actId="1076"/>
        <pc:sldMkLst>
          <pc:docMk/>
          <pc:sldMk cId="2455152618" sldId="379"/>
        </pc:sldMkLst>
      </pc:sldChg>
      <pc:sldChg chg="delSp modSp add mod">
        <pc:chgData name="Said Achmad" userId="5d71821f-e4ec-49c0-a52f-549698ea3c81" providerId="ADAL" clId="{27DBDEE5-8CF2-4A77-B2C5-09AFB6541672}" dt="2023-11-24T07:18:30.809" v="1307" actId="14100"/>
        <pc:sldMkLst>
          <pc:docMk/>
          <pc:sldMk cId="3904763641" sldId="380"/>
        </pc:sldMkLst>
      </pc:sldChg>
      <pc:sldChg chg="addSp modSp add mod">
        <pc:chgData name="Said Achmad" userId="5d71821f-e4ec-49c0-a52f-549698ea3c81" providerId="ADAL" clId="{27DBDEE5-8CF2-4A77-B2C5-09AFB6541672}" dt="2023-11-24T07:27:57.473" v="1446" actId="1076"/>
        <pc:sldMkLst>
          <pc:docMk/>
          <pc:sldMk cId="1797604658" sldId="381"/>
        </pc:sldMkLst>
      </pc:sldChg>
      <pc:sldChg chg="modSp add del mod ord">
        <pc:chgData name="Said Achmad" userId="5d71821f-e4ec-49c0-a52f-549698ea3c81" providerId="ADAL" clId="{27DBDEE5-8CF2-4A77-B2C5-09AFB6541672}" dt="2023-11-24T10:46:10.621" v="2314" actId="47"/>
        <pc:sldMkLst>
          <pc:docMk/>
          <pc:sldMk cId="193981811" sldId="382"/>
        </pc:sldMkLst>
      </pc:sldChg>
      <pc:sldChg chg="add del">
        <pc:chgData name="Said Achmad" userId="5d71821f-e4ec-49c0-a52f-549698ea3c81" providerId="ADAL" clId="{27DBDEE5-8CF2-4A77-B2C5-09AFB6541672}" dt="2023-11-24T07:39:19.608" v="1546" actId="2890"/>
        <pc:sldMkLst>
          <pc:docMk/>
          <pc:sldMk cId="2243298438" sldId="382"/>
        </pc:sldMkLst>
      </pc:sldChg>
      <pc:sldChg chg="addSp delSp modSp add mod ord">
        <pc:chgData name="Said Achmad" userId="5d71821f-e4ec-49c0-a52f-549698ea3c81" providerId="ADAL" clId="{27DBDEE5-8CF2-4A77-B2C5-09AFB6541672}" dt="2023-11-24T09:47:06.514" v="1779"/>
        <pc:sldMkLst>
          <pc:docMk/>
          <pc:sldMk cId="1799079626" sldId="383"/>
        </pc:sldMkLst>
      </pc:sldChg>
      <pc:sldChg chg="addSp delSp modSp add mod">
        <pc:chgData name="Said Achmad" userId="5d71821f-e4ec-49c0-a52f-549698ea3c81" providerId="ADAL" clId="{27DBDEE5-8CF2-4A77-B2C5-09AFB6541672}" dt="2023-11-24T09:59:45.884" v="1927" actId="20577"/>
        <pc:sldMkLst>
          <pc:docMk/>
          <pc:sldMk cId="2402896251" sldId="384"/>
        </pc:sldMkLst>
      </pc:sldChg>
      <pc:sldChg chg="modSp add mod ord">
        <pc:chgData name="Said Achmad" userId="5d71821f-e4ec-49c0-a52f-549698ea3c81" providerId="ADAL" clId="{27DBDEE5-8CF2-4A77-B2C5-09AFB6541672}" dt="2023-11-24T10:16:55.726" v="2041"/>
        <pc:sldMkLst>
          <pc:docMk/>
          <pc:sldMk cId="2203387608" sldId="385"/>
        </pc:sldMkLst>
      </pc:sldChg>
      <pc:sldChg chg="add del">
        <pc:chgData name="Said Achmad" userId="5d71821f-e4ec-49c0-a52f-549698ea3c81" providerId="ADAL" clId="{27DBDEE5-8CF2-4A77-B2C5-09AFB6541672}" dt="2023-11-24T10:17:52.167" v="2049" actId="47"/>
        <pc:sldMkLst>
          <pc:docMk/>
          <pc:sldMk cId="698630198" sldId="386"/>
        </pc:sldMkLst>
      </pc:sldChg>
      <pc:sldChg chg="modSp add mod ord">
        <pc:chgData name="Said Achmad" userId="5d71821f-e4ec-49c0-a52f-549698ea3c81" providerId="ADAL" clId="{27DBDEE5-8CF2-4A77-B2C5-09AFB6541672}" dt="2023-11-24T10:17:49.919" v="2048"/>
        <pc:sldMkLst>
          <pc:docMk/>
          <pc:sldMk cId="3553207723" sldId="387"/>
        </pc:sldMkLst>
      </pc:sldChg>
      <pc:sldChg chg="modSp add mod ord">
        <pc:chgData name="Said Achmad" userId="5d71821f-e4ec-49c0-a52f-549698ea3c81" providerId="ADAL" clId="{27DBDEE5-8CF2-4A77-B2C5-09AFB6541672}" dt="2023-11-24T10:24:33.122" v="2094" actId="21"/>
        <pc:sldMkLst>
          <pc:docMk/>
          <pc:sldMk cId="3181591738" sldId="388"/>
        </pc:sldMkLst>
      </pc:sldChg>
      <pc:sldChg chg="modSp add del mod">
        <pc:chgData name="Said Achmad" userId="5d71821f-e4ec-49c0-a52f-549698ea3c81" providerId="ADAL" clId="{27DBDEE5-8CF2-4A77-B2C5-09AFB6541672}" dt="2023-11-24T10:24:40.976" v="2096" actId="47"/>
        <pc:sldMkLst>
          <pc:docMk/>
          <pc:sldMk cId="84514500" sldId="389"/>
        </pc:sldMkLst>
      </pc:sldChg>
      <pc:sldChg chg="modSp add mod">
        <pc:chgData name="Said Achmad" userId="5d71821f-e4ec-49c0-a52f-549698ea3c81" providerId="ADAL" clId="{27DBDEE5-8CF2-4A77-B2C5-09AFB6541672}" dt="2023-11-24T10:34:54.153" v="2266" actId="1076"/>
        <pc:sldMkLst>
          <pc:docMk/>
          <pc:sldMk cId="844613518" sldId="390"/>
        </pc:sldMkLst>
      </pc:sldChg>
      <pc:sldChg chg="add">
        <pc:chgData name="Said Achmad" userId="5d71821f-e4ec-49c0-a52f-549698ea3c81" providerId="ADAL" clId="{27DBDEE5-8CF2-4A77-B2C5-09AFB6541672}" dt="2023-11-24T10:25:57.907" v="2110" actId="2890"/>
        <pc:sldMkLst>
          <pc:docMk/>
          <pc:sldMk cId="2453705322" sldId="391"/>
        </pc:sldMkLst>
      </pc:sldChg>
      <pc:sldChg chg="add">
        <pc:chgData name="Said Achmad" userId="5d71821f-e4ec-49c0-a52f-549698ea3c81" providerId="ADAL" clId="{27DBDEE5-8CF2-4A77-B2C5-09AFB6541672}" dt="2023-11-24T10:29:15.913" v="2169" actId="2890"/>
        <pc:sldMkLst>
          <pc:docMk/>
          <pc:sldMk cId="717374847" sldId="392"/>
        </pc:sldMkLst>
      </pc:sldChg>
      <pc:sldChg chg="add">
        <pc:chgData name="Said Achmad" userId="5d71821f-e4ec-49c0-a52f-549698ea3c81" providerId="ADAL" clId="{27DBDEE5-8CF2-4A77-B2C5-09AFB6541672}" dt="2023-11-24T10:32:09.455" v="2233" actId="2890"/>
        <pc:sldMkLst>
          <pc:docMk/>
          <pc:sldMk cId="3485319871" sldId="393"/>
        </pc:sldMkLst>
      </pc:sldChg>
    </pc:docChg>
  </pc:docChgLst>
  <pc:docChgLst>
    <pc:chgData name="Said Achmad" userId="5d71821f-e4ec-49c0-a52f-549698ea3c81" providerId="ADAL" clId="{CF650702-EC09-4DE5-BC17-9C839DCD83F3}"/>
    <pc:docChg chg="undo redo custSel addSld delSld modSld">
      <pc:chgData name="Said Achmad" userId="5d71821f-e4ec-49c0-a52f-549698ea3c81" providerId="ADAL" clId="{CF650702-EC09-4DE5-BC17-9C839DCD83F3}" dt="2023-11-23T09:06:41.356" v="780" actId="20577"/>
      <pc:docMkLst>
        <pc:docMk/>
      </pc:docMkLst>
      <pc:sldChg chg="modSp mod">
        <pc:chgData name="Said Achmad" userId="5d71821f-e4ec-49c0-a52f-549698ea3c81" providerId="ADAL" clId="{CF650702-EC09-4DE5-BC17-9C839DCD83F3}" dt="2023-11-21T10:01:47.328" v="9" actId="20577"/>
        <pc:sldMkLst>
          <pc:docMk/>
          <pc:sldMk cId="3807564589" sldId="256"/>
        </pc:sldMkLst>
      </pc:sldChg>
      <pc:sldChg chg="modSp mod">
        <pc:chgData name="Said Achmad" userId="5d71821f-e4ec-49c0-a52f-549698ea3c81" providerId="ADAL" clId="{CF650702-EC09-4DE5-BC17-9C839DCD83F3}" dt="2023-11-23T09:05:58.176" v="770"/>
        <pc:sldMkLst>
          <pc:docMk/>
          <pc:sldMk cId="3724825567" sldId="260"/>
        </pc:sldMkLst>
      </pc:sldChg>
      <pc:sldChg chg="del">
        <pc:chgData name="Said Achmad" userId="5d71821f-e4ec-49c0-a52f-549698ea3c81" providerId="ADAL" clId="{CF650702-EC09-4DE5-BC17-9C839DCD83F3}" dt="2023-11-21T10:02:01.356" v="34" actId="47"/>
        <pc:sldMkLst>
          <pc:docMk/>
          <pc:sldMk cId="3041036902" sldId="261"/>
        </pc:sldMkLst>
      </pc:sldChg>
      <pc:sldChg chg="modSp mod">
        <pc:chgData name="Said Achmad" userId="5d71821f-e4ec-49c0-a52f-549698ea3c81" providerId="ADAL" clId="{CF650702-EC09-4DE5-BC17-9C839DCD83F3}" dt="2023-11-21T10:02:06.367" v="42" actId="20577"/>
        <pc:sldMkLst>
          <pc:docMk/>
          <pc:sldMk cId="363028880" sldId="262"/>
        </pc:sldMkLst>
      </pc:sldChg>
      <pc:sldChg chg="modSp mod">
        <pc:chgData name="Said Achmad" userId="5d71821f-e4ec-49c0-a52f-549698ea3c81" providerId="ADAL" clId="{CF650702-EC09-4DE5-BC17-9C839DCD83F3}" dt="2023-11-23T09:05:35.445" v="769"/>
        <pc:sldMkLst>
          <pc:docMk/>
          <pc:sldMk cId="3500018930" sldId="278"/>
        </pc:sldMkLst>
      </pc:sldChg>
      <pc:sldChg chg="addSp delSp modSp mod">
        <pc:chgData name="Said Achmad" userId="5d71821f-e4ec-49c0-a52f-549698ea3c81" providerId="ADAL" clId="{CF650702-EC09-4DE5-BC17-9C839DCD83F3}" dt="2023-11-23T09:03:27.247" v="755" actId="20577"/>
        <pc:sldMkLst>
          <pc:docMk/>
          <pc:sldMk cId="1702753199" sldId="283"/>
        </pc:sldMkLst>
      </pc:sldChg>
      <pc:sldChg chg="modSp mod">
        <pc:chgData name="Said Achmad" userId="5d71821f-e4ec-49c0-a52f-549698ea3c81" providerId="ADAL" clId="{CF650702-EC09-4DE5-BC17-9C839DCD83F3}" dt="2023-11-23T07:24:18.813" v="78" actId="20577"/>
        <pc:sldMkLst>
          <pc:docMk/>
          <pc:sldMk cId="2775010017" sldId="300"/>
        </pc:sldMkLst>
      </pc:sldChg>
      <pc:sldChg chg="modSp mod">
        <pc:chgData name="Said Achmad" userId="5d71821f-e4ec-49c0-a52f-549698ea3c81" providerId="ADAL" clId="{CF650702-EC09-4DE5-BC17-9C839DCD83F3}" dt="2023-11-23T07:14:56.888" v="71" actId="948"/>
        <pc:sldMkLst>
          <pc:docMk/>
          <pc:sldMk cId="1915762959" sldId="328"/>
        </pc:sldMkLst>
      </pc:sldChg>
      <pc:sldChg chg="modSp mod">
        <pc:chgData name="Said Achmad" userId="5d71821f-e4ec-49c0-a52f-549698ea3c81" providerId="ADAL" clId="{CF650702-EC09-4DE5-BC17-9C839DCD83F3}" dt="2023-11-23T07:45:39.502" v="262" actId="20577"/>
        <pc:sldMkLst>
          <pc:docMk/>
          <pc:sldMk cId="4290244695" sldId="330"/>
        </pc:sldMkLst>
      </pc:sldChg>
      <pc:sldChg chg="addSp delSp modSp mod">
        <pc:chgData name="Said Achmad" userId="5d71821f-e4ec-49c0-a52f-549698ea3c81" providerId="ADAL" clId="{CF650702-EC09-4DE5-BC17-9C839DCD83F3}" dt="2023-11-23T07:49:41.599" v="293" actId="948"/>
        <pc:sldMkLst>
          <pc:docMk/>
          <pc:sldMk cId="1207625032" sldId="331"/>
        </pc:sldMkLst>
      </pc:sldChg>
      <pc:sldChg chg="modSp mod">
        <pc:chgData name="Said Achmad" userId="5d71821f-e4ec-49c0-a52f-549698ea3c81" providerId="ADAL" clId="{CF650702-EC09-4DE5-BC17-9C839DCD83F3}" dt="2023-11-23T08:01:11.738" v="335" actId="20577"/>
        <pc:sldMkLst>
          <pc:docMk/>
          <pc:sldMk cId="1180352207" sldId="332"/>
        </pc:sldMkLst>
      </pc:sldChg>
      <pc:sldChg chg="addSp delSp modSp mod">
        <pc:chgData name="Said Achmad" userId="5d71821f-e4ec-49c0-a52f-549698ea3c81" providerId="ADAL" clId="{CF650702-EC09-4DE5-BC17-9C839DCD83F3}" dt="2023-11-23T08:19:59.213" v="474" actId="12"/>
        <pc:sldMkLst>
          <pc:docMk/>
          <pc:sldMk cId="1833598263" sldId="334"/>
        </pc:sldMkLst>
      </pc:sldChg>
      <pc:sldChg chg="del">
        <pc:chgData name="Said Achmad" userId="5d71821f-e4ec-49c0-a52f-549698ea3c81" providerId="ADAL" clId="{CF650702-EC09-4DE5-BC17-9C839DCD83F3}" dt="2023-11-23T08:43:12.062" v="569" actId="2696"/>
        <pc:sldMkLst>
          <pc:docMk/>
          <pc:sldMk cId="3681279657" sldId="335"/>
        </pc:sldMkLst>
      </pc:sldChg>
      <pc:sldChg chg="del">
        <pc:chgData name="Said Achmad" userId="5d71821f-e4ec-49c0-a52f-549698ea3c81" providerId="ADAL" clId="{CF650702-EC09-4DE5-BC17-9C839DCD83F3}" dt="2023-11-23T08:43:12.062" v="569" actId="2696"/>
        <pc:sldMkLst>
          <pc:docMk/>
          <pc:sldMk cId="1760058455" sldId="336"/>
        </pc:sldMkLst>
      </pc:sldChg>
      <pc:sldChg chg="del">
        <pc:chgData name="Said Achmad" userId="5d71821f-e4ec-49c0-a52f-549698ea3c81" providerId="ADAL" clId="{CF650702-EC09-4DE5-BC17-9C839DCD83F3}" dt="2023-11-23T08:43:12.062" v="569" actId="2696"/>
        <pc:sldMkLst>
          <pc:docMk/>
          <pc:sldMk cId="3478284968" sldId="337"/>
        </pc:sldMkLst>
      </pc:sldChg>
      <pc:sldChg chg="del">
        <pc:chgData name="Said Achmad" userId="5d71821f-e4ec-49c0-a52f-549698ea3c81" providerId="ADAL" clId="{CF650702-EC09-4DE5-BC17-9C839DCD83F3}" dt="2023-11-23T08:43:12.062" v="569" actId="2696"/>
        <pc:sldMkLst>
          <pc:docMk/>
          <pc:sldMk cId="3607374767" sldId="339"/>
        </pc:sldMkLst>
      </pc:sldChg>
      <pc:sldChg chg="del">
        <pc:chgData name="Said Achmad" userId="5d71821f-e4ec-49c0-a52f-549698ea3c81" providerId="ADAL" clId="{CF650702-EC09-4DE5-BC17-9C839DCD83F3}" dt="2023-11-23T08:59:31.200" v="722" actId="47"/>
        <pc:sldMkLst>
          <pc:docMk/>
          <pc:sldMk cId="1205953113" sldId="340"/>
        </pc:sldMkLst>
      </pc:sldChg>
      <pc:sldChg chg="del">
        <pc:chgData name="Said Achmad" userId="5d71821f-e4ec-49c0-a52f-549698ea3c81" providerId="ADAL" clId="{CF650702-EC09-4DE5-BC17-9C839DCD83F3}" dt="2023-11-23T08:59:31.200" v="722" actId="47"/>
        <pc:sldMkLst>
          <pc:docMk/>
          <pc:sldMk cId="1677166980" sldId="341"/>
        </pc:sldMkLst>
      </pc:sldChg>
      <pc:sldChg chg="del">
        <pc:chgData name="Said Achmad" userId="5d71821f-e4ec-49c0-a52f-549698ea3c81" providerId="ADAL" clId="{CF650702-EC09-4DE5-BC17-9C839DCD83F3}" dt="2023-11-23T08:59:31.200" v="722" actId="47"/>
        <pc:sldMkLst>
          <pc:docMk/>
          <pc:sldMk cId="3778608817" sldId="342"/>
        </pc:sldMkLst>
      </pc:sldChg>
      <pc:sldChg chg="del">
        <pc:chgData name="Said Achmad" userId="5d71821f-e4ec-49c0-a52f-549698ea3c81" providerId="ADAL" clId="{CF650702-EC09-4DE5-BC17-9C839DCD83F3}" dt="2023-11-23T08:59:31.200" v="722" actId="47"/>
        <pc:sldMkLst>
          <pc:docMk/>
          <pc:sldMk cId="37580747" sldId="343"/>
        </pc:sldMkLst>
      </pc:sldChg>
      <pc:sldChg chg="del">
        <pc:chgData name="Said Achmad" userId="5d71821f-e4ec-49c0-a52f-549698ea3c81" providerId="ADAL" clId="{CF650702-EC09-4DE5-BC17-9C839DCD83F3}" dt="2023-11-23T08:59:31.200" v="722" actId="47"/>
        <pc:sldMkLst>
          <pc:docMk/>
          <pc:sldMk cId="4191712453" sldId="344"/>
        </pc:sldMkLst>
      </pc:sldChg>
      <pc:sldChg chg="del">
        <pc:chgData name="Said Achmad" userId="5d71821f-e4ec-49c0-a52f-549698ea3c81" providerId="ADAL" clId="{CF650702-EC09-4DE5-BC17-9C839DCD83F3}" dt="2023-11-23T08:59:31.200" v="722" actId="47"/>
        <pc:sldMkLst>
          <pc:docMk/>
          <pc:sldMk cId="280175106" sldId="345"/>
        </pc:sldMkLst>
      </pc:sldChg>
      <pc:sldChg chg="modSp mod">
        <pc:chgData name="Said Achmad" userId="5d71821f-e4ec-49c0-a52f-549698ea3c81" providerId="ADAL" clId="{CF650702-EC09-4DE5-BC17-9C839DCD83F3}" dt="2023-11-23T08:43:30.325" v="570"/>
        <pc:sldMkLst>
          <pc:docMk/>
          <pc:sldMk cId="1543195854" sldId="346"/>
        </pc:sldMkLst>
      </pc:sldChg>
      <pc:sldChg chg="del">
        <pc:chgData name="Said Achmad" userId="5d71821f-e4ec-49c0-a52f-549698ea3c81" providerId="ADAL" clId="{CF650702-EC09-4DE5-BC17-9C839DCD83F3}" dt="2023-11-23T08:59:31.200" v="722" actId="47"/>
        <pc:sldMkLst>
          <pc:docMk/>
          <pc:sldMk cId="3760394193" sldId="348"/>
        </pc:sldMkLst>
      </pc:sldChg>
      <pc:sldChg chg="modSp mod">
        <pc:chgData name="Said Achmad" userId="5d71821f-e4ec-49c0-a52f-549698ea3c81" providerId="ADAL" clId="{CF650702-EC09-4DE5-BC17-9C839DCD83F3}" dt="2023-11-23T08:47:34.187" v="610" actId="6549"/>
        <pc:sldMkLst>
          <pc:docMk/>
          <pc:sldMk cId="217369932" sldId="350"/>
        </pc:sldMkLst>
      </pc:sldChg>
      <pc:sldChg chg="del">
        <pc:chgData name="Said Achmad" userId="5d71821f-e4ec-49c0-a52f-549698ea3c81" providerId="ADAL" clId="{CF650702-EC09-4DE5-BC17-9C839DCD83F3}" dt="2023-11-23T08:47:36.494" v="611" actId="47"/>
        <pc:sldMkLst>
          <pc:docMk/>
          <pc:sldMk cId="1770608999" sldId="351"/>
        </pc:sldMkLst>
      </pc:sldChg>
      <pc:sldChg chg="del">
        <pc:chgData name="Said Achmad" userId="5d71821f-e4ec-49c0-a52f-549698ea3c81" providerId="ADAL" clId="{CF650702-EC09-4DE5-BC17-9C839DCD83F3}" dt="2023-11-23T08:47:40.584" v="612" actId="47"/>
        <pc:sldMkLst>
          <pc:docMk/>
          <pc:sldMk cId="2936184470" sldId="352"/>
        </pc:sldMkLst>
      </pc:sldChg>
      <pc:sldChg chg="del">
        <pc:chgData name="Said Achmad" userId="5d71821f-e4ec-49c0-a52f-549698ea3c81" providerId="ADAL" clId="{CF650702-EC09-4DE5-BC17-9C839DCD83F3}" dt="2023-11-23T08:47:40.584" v="612" actId="47"/>
        <pc:sldMkLst>
          <pc:docMk/>
          <pc:sldMk cId="668783331" sldId="353"/>
        </pc:sldMkLst>
      </pc:sldChg>
      <pc:sldChg chg="del">
        <pc:chgData name="Said Achmad" userId="5d71821f-e4ec-49c0-a52f-549698ea3c81" providerId="ADAL" clId="{CF650702-EC09-4DE5-BC17-9C839DCD83F3}" dt="2023-11-23T08:47:40.584" v="612" actId="47"/>
        <pc:sldMkLst>
          <pc:docMk/>
          <pc:sldMk cId="3370634154" sldId="354"/>
        </pc:sldMkLst>
      </pc:sldChg>
      <pc:sldChg chg="del">
        <pc:chgData name="Said Achmad" userId="5d71821f-e4ec-49c0-a52f-549698ea3c81" providerId="ADAL" clId="{CF650702-EC09-4DE5-BC17-9C839DCD83F3}" dt="2023-11-23T08:47:40.584" v="612" actId="47"/>
        <pc:sldMkLst>
          <pc:docMk/>
          <pc:sldMk cId="3842731939" sldId="355"/>
        </pc:sldMkLst>
      </pc:sldChg>
      <pc:sldChg chg="del">
        <pc:chgData name="Said Achmad" userId="5d71821f-e4ec-49c0-a52f-549698ea3c81" providerId="ADAL" clId="{CF650702-EC09-4DE5-BC17-9C839DCD83F3}" dt="2023-11-23T08:47:40.584" v="612" actId="47"/>
        <pc:sldMkLst>
          <pc:docMk/>
          <pc:sldMk cId="3792014566" sldId="356"/>
        </pc:sldMkLst>
      </pc:sldChg>
      <pc:sldChg chg="del">
        <pc:chgData name="Said Achmad" userId="5d71821f-e4ec-49c0-a52f-549698ea3c81" providerId="ADAL" clId="{CF650702-EC09-4DE5-BC17-9C839DCD83F3}" dt="2023-11-23T08:47:40.584" v="612" actId="47"/>
        <pc:sldMkLst>
          <pc:docMk/>
          <pc:sldMk cId="657757739" sldId="358"/>
        </pc:sldMkLst>
      </pc:sldChg>
      <pc:sldChg chg="del">
        <pc:chgData name="Said Achmad" userId="5d71821f-e4ec-49c0-a52f-549698ea3c81" providerId="ADAL" clId="{CF650702-EC09-4DE5-BC17-9C839DCD83F3}" dt="2023-11-23T08:47:40.584" v="612" actId="47"/>
        <pc:sldMkLst>
          <pc:docMk/>
          <pc:sldMk cId="2262753512" sldId="359"/>
        </pc:sldMkLst>
      </pc:sldChg>
      <pc:sldChg chg="del">
        <pc:chgData name="Said Achmad" userId="5d71821f-e4ec-49c0-a52f-549698ea3c81" providerId="ADAL" clId="{CF650702-EC09-4DE5-BC17-9C839DCD83F3}" dt="2023-11-23T09:03:39.328" v="756" actId="2696"/>
        <pc:sldMkLst>
          <pc:docMk/>
          <pc:sldMk cId="1596846066" sldId="360"/>
        </pc:sldMkLst>
      </pc:sldChg>
      <pc:sldChg chg="addSp delSp modSp add mod">
        <pc:chgData name="Said Achmad" userId="5d71821f-e4ec-49c0-a52f-549698ea3c81" providerId="ADAL" clId="{CF650702-EC09-4DE5-BC17-9C839DCD83F3}" dt="2023-11-23T07:49:12.965" v="289" actId="14100"/>
        <pc:sldMkLst>
          <pc:docMk/>
          <pc:sldMk cId="4197721224" sldId="361"/>
        </pc:sldMkLst>
      </pc:sldChg>
      <pc:sldChg chg="modSp add mod">
        <pc:chgData name="Said Achmad" userId="5d71821f-e4ec-49c0-a52f-549698ea3c81" providerId="ADAL" clId="{CF650702-EC09-4DE5-BC17-9C839DCD83F3}" dt="2023-11-23T08:39:49.540" v="568"/>
        <pc:sldMkLst>
          <pc:docMk/>
          <pc:sldMk cId="3827795672" sldId="362"/>
        </pc:sldMkLst>
      </pc:sldChg>
      <pc:sldChg chg="modSp add mod">
        <pc:chgData name="Said Achmad" userId="5d71821f-e4ec-49c0-a52f-549698ea3c81" providerId="ADAL" clId="{CF650702-EC09-4DE5-BC17-9C839DCD83F3}" dt="2023-11-23T08:25:38.149" v="518" actId="6549"/>
        <pc:sldMkLst>
          <pc:docMk/>
          <pc:sldMk cId="2054260488" sldId="363"/>
        </pc:sldMkLst>
      </pc:sldChg>
      <pc:sldChg chg="modSp add mod">
        <pc:chgData name="Said Achmad" userId="5d71821f-e4ec-49c0-a52f-549698ea3c81" providerId="ADAL" clId="{CF650702-EC09-4DE5-BC17-9C839DCD83F3}" dt="2023-11-23T08:29:42.946" v="566" actId="20577"/>
        <pc:sldMkLst>
          <pc:docMk/>
          <pc:sldMk cId="4201169138" sldId="364"/>
        </pc:sldMkLst>
      </pc:sldChg>
      <pc:sldChg chg="modSp add mod">
        <pc:chgData name="Said Achmad" userId="5d71821f-e4ec-49c0-a52f-549698ea3c81" providerId="ADAL" clId="{CF650702-EC09-4DE5-BC17-9C839DCD83F3}" dt="2023-11-23T08:29:10.258" v="558" actId="20577"/>
        <pc:sldMkLst>
          <pc:docMk/>
          <pc:sldMk cId="4076380990" sldId="365"/>
        </pc:sldMkLst>
      </pc:sldChg>
      <pc:sldChg chg="modSp add mod">
        <pc:chgData name="Said Achmad" userId="5d71821f-e4ec-49c0-a52f-549698ea3c81" providerId="ADAL" clId="{CF650702-EC09-4DE5-BC17-9C839DCD83F3}" dt="2023-11-23T08:29:18.262" v="560" actId="14100"/>
        <pc:sldMkLst>
          <pc:docMk/>
          <pc:sldMk cId="1137824534" sldId="366"/>
        </pc:sldMkLst>
      </pc:sldChg>
      <pc:sldChg chg="modSp add mod">
        <pc:chgData name="Said Achmad" userId="5d71821f-e4ec-49c0-a52f-549698ea3c81" providerId="ADAL" clId="{CF650702-EC09-4DE5-BC17-9C839DCD83F3}" dt="2023-11-23T08:54:05.293" v="657" actId="20577"/>
        <pc:sldMkLst>
          <pc:docMk/>
          <pc:sldMk cId="499944814" sldId="367"/>
        </pc:sldMkLst>
      </pc:sldChg>
      <pc:sldChg chg="modSp add mod">
        <pc:chgData name="Said Achmad" userId="5d71821f-e4ec-49c0-a52f-549698ea3c81" providerId="ADAL" clId="{CF650702-EC09-4DE5-BC17-9C839DCD83F3}" dt="2023-11-23T08:55:14.001" v="668" actId="20577"/>
        <pc:sldMkLst>
          <pc:docMk/>
          <pc:sldMk cId="1457451149" sldId="368"/>
        </pc:sldMkLst>
      </pc:sldChg>
      <pc:sldChg chg="modSp add mod">
        <pc:chgData name="Said Achmad" userId="5d71821f-e4ec-49c0-a52f-549698ea3c81" providerId="ADAL" clId="{CF650702-EC09-4DE5-BC17-9C839DCD83F3}" dt="2023-11-23T09:06:29.495" v="772" actId="20577"/>
        <pc:sldMkLst>
          <pc:docMk/>
          <pc:sldMk cId="444908579" sldId="369"/>
        </pc:sldMkLst>
      </pc:sldChg>
      <pc:sldChg chg="modSp add mod">
        <pc:chgData name="Said Achmad" userId="5d71821f-e4ec-49c0-a52f-549698ea3c81" providerId="ADAL" clId="{CF650702-EC09-4DE5-BC17-9C839DCD83F3}" dt="2023-11-23T09:06:37.543" v="778" actId="20577"/>
        <pc:sldMkLst>
          <pc:docMk/>
          <pc:sldMk cId="41444787" sldId="370"/>
        </pc:sldMkLst>
      </pc:sldChg>
      <pc:sldChg chg="modSp add mod">
        <pc:chgData name="Said Achmad" userId="5d71821f-e4ec-49c0-a52f-549698ea3c81" providerId="ADAL" clId="{CF650702-EC09-4DE5-BC17-9C839DCD83F3}" dt="2023-11-23T09:06:41.356" v="780" actId="20577"/>
        <pc:sldMkLst>
          <pc:docMk/>
          <pc:sldMk cId="1910098967" sldId="371"/>
        </pc:sldMkLst>
      </pc:sldChg>
    </pc:docChg>
  </pc:docChgLst>
  <pc:docChgLst>
    <pc:chgData name="Said Achmad" userId="5d71821f-e4ec-49c0-a52f-549698ea3c81" providerId="ADAL" clId="{45F86D06-057A-4301-8112-5C6214A57861}"/>
    <pc:docChg chg="modSld">
      <pc:chgData name="Said Achmad" userId="5d71821f-e4ec-49c0-a52f-549698ea3c81" providerId="ADAL" clId="{45F86D06-057A-4301-8112-5C6214A57861}" dt="2025-06-01T14:56:26.259" v="5"/>
      <pc:docMkLst>
        <pc:docMk/>
      </pc:docMkLst>
      <pc:sldChg chg="modSp mod">
        <pc:chgData name="Said Achmad" userId="5d71821f-e4ec-49c0-a52f-549698ea3c81" providerId="ADAL" clId="{45F86D06-057A-4301-8112-5C6214A57861}" dt="2025-06-01T14:56:26.259" v="5"/>
        <pc:sldMkLst>
          <pc:docMk/>
          <pc:sldMk cId="3500018930" sldId="278"/>
        </pc:sldMkLst>
        <pc:spChg chg="mod">
          <ac:chgData name="Said Achmad" userId="5d71821f-e4ec-49c0-a52f-549698ea3c81" providerId="ADAL" clId="{45F86D06-057A-4301-8112-5C6214A57861}" dt="2025-06-01T14:56:26.259" v="5"/>
          <ac:spMkLst>
            <pc:docMk/>
            <pc:sldMk cId="3500018930" sldId="278"/>
            <ac:spMk id="3" creationId="{2AB723E0-CB99-EADA-4C23-254BEFF7F6E4}"/>
          </ac:spMkLst>
        </pc:spChg>
      </pc:sldChg>
    </pc:docChg>
  </pc:docChgLst>
  <pc:docChgLst>
    <pc:chgData name="Said Achmad" userId="5d71821f-e4ec-49c0-a52f-549698ea3c81" providerId="ADAL" clId="{30F45AD0-50A2-4671-8A40-B921FCF7DBE8}"/>
    <pc:docChg chg="addSld delSld modSld">
      <pc:chgData name="Said Achmad" userId="5d71821f-e4ec-49c0-a52f-549698ea3c81" providerId="ADAL" clId="{30F45AD0-50A2-4671-8A40-B921FCF7DBE8}" dt="2024-05-23T08:46:50.254" v="3" actId="47"/>
      <pc:docMkLst>
        <pc:docMk/>
      </pc:docMkLst>
      <pc:sldChg chg="del">
        <pc:chgData name="Said Achmad" userId="5d71821f-e4ec-49c0-a52f-549698ea3c81" providerId="ADAL" clId="{30F45AD0-50A2-4671-8A40-B921FCF7DBE8}" dt="2024-05-23T08:46:24.521" v="1" actId="47"/>
        <pc:sldMkLst>
          <pc:docMk/>
          <pc:sldMk cId="3239424758" sldId="259"/>
        </pc:sldMkLst>
      </pc:sldChg>
      <pc:sldChg chg="del">
        <pc:chgData name="Said Achmad" userId="5d71821f-e4ec-49c0-a52f-549698ea3c81" providerId="ADAL" clId="{30F45AD0-50A2-4671-8A40-B921FCF7DBE8}" dt="2024-05-23T08:46:50.254" v="3" actId="47"/>
        <pc:sldMkLst>
          <pc:docMk/>
          <pc:sldMk cId="3962618298" sldId="282"/>
        </pc:sldMkLst>
      </pc:sldChg>
      <pc:sldChg chg="add">
        <pc:chgData name="Said Achmad" userId="5d71821f-e4ec-49c0-a52f-549698ea3c81" providerId="ADAL" clId="{30F45AD0-50A2-4671-8A40-B921FCF7DBE8}" dt="2024-05-23T08:46:23.172" v="0"/>
        <pc:sldMkLst>
          <pc:docMk/>
          <pc:sldMk cId="1248566547" sldId="400"/>
        </pc:sldMkLst>
      </pc:sldChg>
      <pc:sldChg chg="add">
        <pc:chgData name="Said Achmad" userId="5d71821f-e4ec-49c0-a52f-549698ea3c81" providerId="ADAL" clId="{30F45AD0-50A2-4671-8A40-B921FCF7DBE8}" dt="2024-05-23T08:46:48.210" v="2"/>
        <pc:sldMkLst>
          <pc:docMk/>
          <pc:sldMk cId="17467567" sldId="401"/>
        </pc:sldMkLst>
      </pc:sldChg>
    </pc:docChg>
  </pc:docChgLst>
  <pc:docChgLst>
    <pc:chgData name="Said Achmad" userId="5d71821f-e4ec-49c0-a52f-549698ea3c81" providerId="ADAL" clId="{ACCB8F31-DC50-4B80-9522-D3FFCEBB1139}"/>
    <pc:docChg chg="undo redo custSel addSld delSld modSld sldOrd">
      <pc:chgData name="Said Achmad" userId="5d71821f-e4ec-49c0-a52f-549698ea3c81" providerId="ADAL" clId="{ACCB8F31-DC50-4B80-9522-D3FFCEBB1139}" dt="2023-10-27T04:14:05.510" v="3486" actId="20577"/>
      <pc:docMkLst>
        <pc:docMk/>
      </pc:docMkLst>
      <pc:sldChg chg="modSp mod">
        <pc:chgData name="Said Achmad" userId="5d71821f-e4ec-49c0-a52f-549698ea3c81" providerId="ADAL" clId="{ACCB8F31-DC50-4B80-9522-D3FFCEBB1139}" dt="2023-10-26T06:55:05.969" v="32"/>
        <pc:sldMkLst>
          <pc:docMk/>
          <pc:sldMk cId="3807564589" sldId="256"/>
        </pc:sldMkLst>
      </pc:sldChg>
      <pc:sldChg chg="new del">
        <pc:chgData name="Said Achmad" userId="5d71821f-e4ec-49c0-a52f-549698ea3c81" providerId="ADAL" clId="{ACCB8F31-DC50-4B80-9522-D3FFCEBB1139}" dt="2023-10-26T06:55:40.586" v="34" actId="47"/>
        <pc:sldMkLst>
          <pc:docMk/>
          <pc:sldMk cId="3286231647" sldId="257"/>
        </pc:sldMkLst>
      </pc:sldChg>
      <pc:sldChg chg="delSp modSp new del mod">
        <pc:chgData name="Said Achmad" userId="5d71821f-e4ec-49c0-a52f-549698ea3c81" providerId="ADAL" clId="{ACCB8F31-DC50-4B80-9522-D3FFCEBB1139}" dt="2023-10-26T07:16:01.856" v="223" actId="47"/>
        <pc:sldMkLst>
          <pc:docMk/>
          <pc:sldMk cId="4133371411" sldId="257"/>
        </pc:sldMkLst>
      </pc:sldChg>
      <pc:sldChg chg="modSp new del mod">
        <pc:chgData name="Said Achmad" userId="5d71821f-e4ec-49c0-a52f-549698ea3c81" providerId="ADAL" clId="{ACCB8F31-DC50-4B80-9522-D3FFCEBB1139}" dt="2023-10-26T07:16:01.856" v="223" actId="47"/>
        <pc:sldMkLst>
          <pc:docMk/>
          <pc:sldMk cId="1191048756" sldId="258"/>
        </pc:sldMkLst>
      </pc:sldChg>
      <pc:sldChg chg="delSp modSp new mod ord">
        <pc:chgData name="Said Achmad" userId="5d71821f-e4ec-49c0-a52f-549698ea3c81" providerId="ADAL" clId="{ACCB8F31-DC50-4B80-9522-D3FFCEBB1139}" dt="2023-10-26T07:02:32.419" v="158" actId="403"/>
        <pc:sldMkLst>
          <pc:docMk/>
          <pc:sldMk cId="3239424758" sldId="259"/>
        </pc:sldMkLst>
      </pc:sldChg>
      <pc:sldChg chg="modSp add mod">
        <pc:chgData name="Said Achmad" userId="5d71821f-e4ec-49c0-a52f-549698ea3c81" providerId="ADAL" clId="{ACCB8F31-DC50-4B80-9522-D3FFCEBB1139}" dt="2023-10-26T10:45:54.128" v="1999" actId="20577"/>
        <pc:sldMkLst>
          <pc:docMk/>
          <pc:sldMk cId="3724825567" sldId="260"/>
        </pc:sldMkLst>
      </pc:sldChg>
      <pc:sldChg chg="addSp delSp modSp new add del mod">
        <pc:chgData name="Said Achmad" userId="5d71821f-e4ec-49c0-a52f-549698ea3c81" providerId="ADAL" clId="{ACCB8F31-DC50-4B80-9522-D3FFCEBB1139}" dt="2023-10-26T09:06:03.246" v="1194" actId="20577"/>
        <pc:sldMkLst>
          <pc:docMk/>
          <pc:sldMk cId="3041036902" sldId="261"/>
        </pc:sldMkLst>
      </pc:sldChg>
      <pc:sldChg chg="modSp new mod chgLayout">
        <pc:chgData name="Said Achmad" userId="5d71821f-e4ec-49c0-a52f-549698ea3c81" providerId="ADAL" clId="{ACCB8F31-DC50-4B80-9522-D3FFCEBB1139}" dt="2023-10-26T07:56:26.485" v="597" actId="207"/>
        <pc:sldMkLst>
          <pc:docMk/>
          <pc:sldMk cId="363028880" sldId="262"/>
        </pc:sldMkLst>
      </pc:sldChg>
      <pc:sldChg chg="new del">
        <pc:chgData name="Said Achmad" userId="5d71821f-e4ec-49c0-a52f-549698ea3c81" providerId="ADAL" clId="{ACCB8F31-DC50-4B80-9522-D3FFCEBB1139}" dt="2023-10-26T07:03:17.588" v="164" actId="47"/>
        <pc:sldMkLst>
          <pc:docMk/>
          <pc:sldMk cId="2426101246" sldId="262"/>
        </pc:sldMkLst>
      </pc:sldChg>
      <pc:sldChg chg="modSp add del mod">
        <pc:chgData name="Said Achmad" userId="5d71821f-e4ec-49c0-a52f-549698ea3c81" providerId="ADAL" clId="{ACCB8F31-DC50-4B80-9522-D3FFCEBB1139}" dt="2023-10-26T09:09:29.954" v="1195" actId="47"/>
        <pc:sldMkLst>
          <pc:docMk/>
          <pc:sldMk cId="4107200152" sldId="263"/>
        </pc:sldMkLst>
      </pc:sldChg>
      <pc:sldChg chg="modSp add del mod ord">
        <pc:chgData name="Said Achmad" userId="5d71821f-e4ec-49c0-a52f-549698ea3c81" providerId="ADAL" clId="{ACCB8F31-DC50-4B80-9522-D3FFCEBB1139}" dt="2023-10-26T08:18:28.503" v="1171" actId="115"/>
        <pc:sldMkLst>
          <pc:docMk/>
          <pc:sldMk cId="3663985620" sldId="264"/>
        </pc:sldMkLst>
      </pc:sldChg>
      <pc:sldChg chg="modSp add del mod">
        <pc:chgData name="Said Achmad" userId="5d71821f-e4ec-49c0-a52f-549698ea3c81" providerId="ADAL" clId="{ACCB8F31-DC50-4B80-9522-D3FFCEBB1139}" dt="2023-10-26T08:16:45.782" v="1152" actId="12"/>
        <pc:sldMkLst>
          <pc:docMk/>
          <pc:sldMk cId="117569319" sldId="265"/>
        </pc:sldMkLst>
      </pc:sldChg>
      <pc:sldChg chg="new del">
        <pc:chgData name="Said Achmad" userId="5d71821f-e4ec-49c0-a52f-549698ea3c81" providerId="ADAL" clId="{ACCB8F31-DC50-4B80-9522-D3FFCEBB1139}" dt="2023-10-26T07:17:55.622" v="244" actId="680"/>
        <pc:sldMkLst>
          <pc:docMk/>
          <pc:sldMk cId="544979971" sldId="266"/>
        </pc:sldMkLst>
      </pc:sldChg>
      <pc:sldChg chg="addSp delSp modSp add mod modNotesTx">
        <pc:chgData name="Said Achmad" userId="5d71821f-e4ec-49c0-a52f-549698ea3c81" providerId="ADAL" clId="{ACCB8F31-DC50-4B80-9522-D3FFCEBB1139}" dt="2023-10-26T08:17:17.099" v="1155" actId="1582"/>
        <pc:sldMkLst>
          <pc:docMk/>
          <pc:sldMk cId="926499602" sldId="266"/>
        </pc:sldMkLst>
      </pc:sldChg>
      <pc:sldChg chg="new del">
        <pc:chgData name="Said Achmad" userId="5d71821f-e4ec-49c0-a52f-549698ea3c81" providerId="ADAL" clId="{ACCB8F31-DC50-4B80-9522-D3FFCEBB1139}" dt="2023-10-26T07:18:30.676" v="247" actId="47"/>
        <pc:sldMkLst>
          <pc:docMk/>
          <pc:sldMk cId="3348473186" sldId="266"/>
        </pc:sldMkLst>
      </pc:sldChg>
      <pc:sldChg chg="addSp delSp modSp add mod ord modNotesTx">
        <pc:chgData name="Said Achmad" userId="5d71821f-e4ec-49c0-a52f-549698ea3c81" providerId="ADAL" clId="{ACCB8F31-DC50-4B80-9522-D3FFCEBB1139}" dt="2023-10-26T07:31:23.881" v="455" actId="1076"/>
        <pc:sldMkLst>
          <pc:docMk/>
          <pc:sldMk cId="1284774635" sldId="267"/>
        </pc:sldMkLst>
      </pc:sldChg>
      <pc:sldChg chg="addSp delSp modSp add mod">
        <pc:chgData name="Said Achmad" userId="5d71821f-e4ec-49c0-a52f-549698ea3c81" providerId="ADAL" clId="{ACCB8F31-DC50-4B80-9522-D3FFCEBB1139}" dt="2023-10-26T07:31:57.476" v="467"/>
        <pc:sldMkLst>
          <pc:docMk/>
          <pc:sldMk cId="34122191" sldId="268"/>
        </pc:sldMkLst>
      </pc:sldChg>
      <pc:sldChg chg="addSp delSp modSp add mod">
        <pc:chgData name="Said Achmad" userId="5d71821f-e4ec-49c0-a52f-549698ea3c81" providerId="ADAL" clId="{ACCB8F31-DC50-4B80-9522-D3FFCEBB1139}" dt="2023-10-26T07:33:19.493" v="495" actId="12385"/>
        <pc:sldMkLst>
          <pc:docMk/>
          <pc:sldMk cId="1855902636" sldId="269"/>
        </pc:sldMkLst>
      </pc:sldChg>
      <pc:sldChg chg="addSp delSp modSp add mod ord modNotesTx">
        <pc:chgData name="Said Achmad" userId="5d71821f-e4ec-49c0-a52f-549698ea3c81" providerId="ADAL" clId="{ACCB8F31-DC50-4B80-9522-D3FFCEBB1139}" dt="2023-10-26T08:18:44.343" v="1173" actId="115"/>
        <pc:sldMkLst>
          <pc:docMk/>
          <pc:sldMk cId="3522040008" sldId="270"/>
        </pc:sldMkLst>
      </pc:sldChg>
      <pc:sldChg chg="modSp add mod modNotesTx">
        <pc:chgData name="Said Achmad" userId="5d71821f-e4ec-49c0-a52f-549698ea3c81" providerId="ADAL" clId="{ACCB8F31-DC50-4B80-9522-D3FFCEBB1139}" dt="2023-10-26T08:19:07.618" v="1175" actId="20577"/>
        <pc:sldMkLst>
          <pc:docMk/>
          <pc:sldMk cId="938585390" sldId="271"/>
        </pc:sldMkLst>
      </pc:sldChg>
      <pc:sldChg chg="modSp add del mod">
        <pc:chgData name="Said Achmad" userId="5d71821f-e4ec-49c0-a52f-549698ea3c81" providerId="ADAL" clId="{ACCB8F31-DC50-4B80-9522-D3FFCEBB1139}" dt="2023-10-26T08:12:48.814" v="1107" actId="47"/>
        <pc:sldMkLst>
          <pc:docMk/>
          <pc:sldMk cId="240193300" sldId="272"/>
        </pc:sldMkLst>
      </pc:sldChg>
      <pc:sldChg chg="modSp new mod">
        <pc:chgData name="Said Achmad" userId="5d71821f-e4ec-49c0-a52f-549698ea3c81" providerId="ADAL" clId="{ACCB8F31-DC50-4B80-9522-D3FFCEBB1139}" dt="2023-10-26T10:25:36.108" v="1838" actId="20577"/>
        <pc:sldMkLst>
          <pc:docMk/>
          <pc:sldMk cId="629326906" sldId="272"/>
        </pc:sldMkLst>
      </pc:sldChg>
      <pc:sldChg chg="new del">
        <pc:chgData name="Said Achmad" userId="5d71821f-e4ec-49c0-a52f-549698ea3c81" providerId="ADAL" clId="{ACCB8F31-DC50-4B80-9522-D3FFCEBB1139}" dt="2023-10-26T10:45:28.544" v="1993" actId="47"/>
        <pc:sldMkLst>
          <pc:docMk/>
          <pc:sldMk cId="614863878" sldId="273"/>
        </pc:sldMkLst>
      </pc:sldChg>
      <pc:sldChg chg="addSp delSp modSp new mod">
        <pc:chgData name="Said Achmad" userId="5d71821f-e4ec-49c0-a52f-549698ea3c81" providerId="ADAL" clId="{ACCB8F31-DC50-4B80-9522-D3FFCEBB1139}" dt="2023-10-26T10:25:42.384" v="1854" actId="20577"/>
        <pc:sldMkLst>
          <pc:docMk/>
          <pc:sldMk cId="2906983293" sldId="274"/>
        </pc:sldMkLst>
      </pc:sldChg>
      <pc:sldChg chg="addSp delSp modSp add mod">
        <pc:chgData name="Said Achmad" userId="5d71821f-e4ec-49c0-a52f-549698ea3c81" providerId="ADAL" clId="{ACCB8F31-DC50-4B80-9522-D3FFCEBB1139}" dt="2023-10-26T10:19:56.696" v="1817" actId="1076"/>
        <pc:sldMkLst>
          <pc:docMk/>
          <pc:sldMk cId="351085493" sldId="275"/>
        </pc:sldMkLst>
      </pc:sldChg>
      <pc:sldChg chg="addSp delSp modSp add mod">
        <pc:chgData name="Said Achmad" userId="5d71821f-e4ec-49c0-a52f-549698ea3c81" providerId="ADAL" clId="{ACCB8F31-DC50-4B80-9522-D3FFCEBB1139}" dt="2023-10-26T10:45:10.163" v="1989" actId="948"/>
        <pc:sldMkLst>
          <pc:docMk/>
          <pc:sldMk cId="4225043614" sldId="276"/>
        </pc:sldMkLst>
      </pc:sldChg>
      <pc:sldChg chg="modSp add mod ord">
        <pc:chgData name="Said Achmad" userId="5d71821f-e4ec-49c0-a52f-549698ea3c81" providerId="ADAL" clId="{ACCB8F31-DC50-4B80-9522-D3FFCEBB1139}" dt="2023-10-27T02:31:39.166" v="2039"/>
        <pc:sldMkLst>
          <pc:docMk/>
          <pc:sldMk cId="3840490389" sldId="277"/>
        </pc:sldMkLst>
      </pc:sldChg>
      <pc:sldChg chg="addSp modSp new mod ord">
        <pc:chgData name="Said Achmad" userId="5d71821f-e4ec-49c0-a52f-549698ea3c81" providerId="ADAL" clId="{ACCB8F31-DC50-4B80-9522-D3FFCEBB1139}" dt="2023-10-27T04:14:05.510" v="3486" actId="20577"/>
        <pc:sldMkLst>
          <pc:docMk/>
          <pc:sldMk cId="3500018930" sldId="278"/>
        </pc:sldMkLst>
      </pc:sldChg>
      <pc:sldChg chg="modSp add del mod ord">
        <pc:chgData name="Said Achmad" userId="5d71821f-e4ec-49c0-a52f-549698ea3c81" providerId="ADAL" clId="{ACCB8F31-DC50-4B80-9522-D3FFCEBB1139}" dt="2023-10-27T03:57:22.143" v="3226" actId="47"/>
        <pc:sldMkLst>
          <pc:docMk/>
          <pc:sldMk cId="2115211603" sldId="279"/>
        </pc:sldMkLst>
      </pc:sldChg>
      <pc:sldChg chg="modSp add del mod">
        <pc:chgData name="Said Achmad" userId="5d71821f-e4ec-49c0-a52f-549698ea3c81" providerId="ADAL" clId="{ACCB8F31-DC50-4B80-9522-D3FFCEBB1139}" dt="2023-10-27T02:58:57.884" v="2511" actId="47"/>
        <pc:sldMkLst>
          <pc:docMk/>
          <pc:sldMk cId="44351928" sldId="280"/>
        </pc:sldMkLst>
      </pc:sldChg>
      <pc:sldChg chg="modSp add mod ord">
        <pc:chgData name="Said Achmad" userId="5d71821f-e4ec-49c0-a52f-549698ea3c81" providerId="ADAL" clId="{ACCB8F31-DC50-4B80-9522-D3FFCEBB1139}" dt="2023-10-27T03:02:52.472" v="2578" actId="20577"/>
        <pc:sldMkLst>
          <pc:docMk/>
          <pc:sldMk cId="864549538" sldId="280"/>
        </pc:sldMkLst>
      </pc:sldChg>
      <pc:sldChg chg="modSp add mod ord">
        <pc:chgData name="Said Achmad" userId="5d71821f-e4ec-49c0-a52f-549698ea3c81" providerId="ADAL" clId="{ACCB8F31-DC50-4B80-9522-D3FFCEBB1139}" dt="2023-10-27T03:23:00.879" v="2860" actId="20577"/>
        <pc:sldMkLst>
          <pc:docMk/>
          <pc:sldMk cId="3062500002" sldId="281"/>
        </pc:sldMkLst>
      </pc:sldChg>
      <pc:sldChg chg="addSp delSp modSp new mod">
        <pc:chgData name="Said Achmad" userId="5d71821f-e4ec-49c0-a52f-549698ea3c81" providerId="ADAL" clId="{ACCB8F31-DC50-4B80-9522-D3FFCEBB1139}" dt="2023-10-27T03:24:11.408" v="2866"/>
        <pc:sldMkLst>
          <pc:docMk/>
          <pc:sldMk cId="3962618298" sldId="282"/>
        </pc:sldMkLst>
      </pc:sldChg>
      <pc:sldChg chg="addSp delSp modSp new mod">
        <pc:chgData name="Said Achmad" userId="5d71821f-e4ec-49c0-a52f-549698ea3c81" providerId="ADAL" clId="{ACCB8F31-DC50-4B80-9522-D3FFCEBB1139}" dt="2023-10-27T04:05:02.848" v="3319" actId="20577"/>
        <pc:sldMkLst>
          <pc:docMk/>
          <pc:sldMk cId="1702753199" sldId="283"/>
        </pc:sldMkLst>
      </pc:sldChg>
      <pc:sldChg chg="modSp add mod modNotesTx">
        <pc:chgData name="Said Achmad" userId="5d71821f-e4ec-49c0-a52f-549698ea3c81" providerId="ADAL" clId="{ACCB8F31-DC50-4B80-9522-D3FFCEBB1139}" dt="2023-10-27T03:34:54.955" v="3011"/>
        <pc:sldMkLst>
          <pc:docMk/>
          <pc:sldMk cId="16901110" sldId="284"/>
        </pc:sldMkLst>
      </pc:sldChg>
      <pc:sldChg chg="modSp add mod modNotesTx">
        <pc:chgData name="Said Achmad" userId="5d71821f-e4ec-49c0-a52f-549698ea3c81" providerId="ADAL" clId="{ACCB8F31-DC50-4B80-9522-D3FFCEBB1139}" dt="2023-10-27T03:43:00.119" v="3066" actId="20577"/>
        <pc:sldMkLst>
          <pc:docMk/>
          <pc:sldMk cId="3781791020" sldId="285"/>
        </pc:sldMkLst>
      </pc:sldChg>
      <pc:sldChg chg="add del">
        <pc:chgData name="Said Achmad" userId="5d71821f-e4ec-49c0-a52f-549698ea3c81" providerId="ADAL" clId="{ACCB8F31-DC50-4B80-9522-D3FFCEBB1139}" dt="2023-10-27T03:48:59.922" v="3068" actId="2890"/>
        <pc:sldMkLst>
          <pc:docMk/>
          <pc:sldMk cId="272851864" sldId="286"/>
        </pc:sldMkLst>
      </pc:sldChg>
      <pc:sldChg chg="add ord">
        <pc:chgData name="Said Achmad" userId="5d71821f-e4ec-49c0-a52f-549698ea3c81" providerId="ADAL" clId="{ACCB8F31-DC50-4B80-9522-D3FFCEBB1139}" dt="2023-10-27T03:56:40.424" v="3215" actId="20578"/>
        <pc:sldMkLst>
          <pc:docMk/>
          <pc:sldMk cId="1657355698" sldId="286"/>
        </pc:sldMkLst>
      </pc:sldChg>
      <pc:sldChg chg="addSp delSp modSp add mod">
        <pc:chgData name="Said Achmad" userId="5d71821f-e4ec-49c0-a52f-549698ea3c81" providerId="ADAL" clId="{ACCB8F31-DC50-4B80-9522-D3FFCEBB1139}" dt="2023-10-27T03:57:17.102" v="3225"/>
        <pc:sldMkLst>
          <pc:docMk/>
          <pc:sldMk cId="1451122948" sldId="287"/>
        </pc:sldMkLst>
      </pc:sldChg>
      <pc:sldChg chg="modSp del mod">
        <pc:chgData name="Said Achmad" userId="5d71821f-e4ec-49c0-a52f-549698ea3c81" providerId="ADAL" clId="{ACCB8F31-DC50-4B80-9522-D3FFCEBB1139}" dt="2023-10-26T07:24:33.439" v="332"/>
        <pc:sldMkLst>
          <pc:docMk/>
          <pc:sldMk cId="3248421886" sldId="325"/>
        </pc:sldMkLst>
      </pc:sldChg>
      <pc:sldChg chg="modSp del mod">
        <pc:chgData name="Said Achmad" userId="5d71821f-e4ec-49c0-a52f-549698ea3c81" providerId="ADAL" clId="{ACCB8F31-DC50-4B80-9522-D3FFCEBB1139}" dt="2023-10-26T07:24:33.439" v="332"/>
        <pc:sldMkLst>
          <pc:docMk/>
          <pc:sldMk cId="738495559" sldId="326"/>
        </pc:sldMkLst>
      </pc:sldChg>
      <pc:sldChg chg="modSp del mod">
        <pc:chgData name="Said Achmad" userId="5d71821f-e4ec-49c0-a52f-549698ea3c81" providerId="ADAL" clId="{ACCB8F31-DC50-4B80-9522-D3FFCEBB1139}" dt="2023-10-26T07:24:33.439" v="332"/>
        <pc:sldMkLst>
          <pc:docMk/>
          <pc:sldMk cId="4061453550" sldId="327"/>
        </pc:sldMkLst>
      </pc:sldChg>
    </pc:docChg>
  </pc:docChgLst>
  <pc:docChgLst>
    <pc:chgData name="Said Achmad" userId="5d71821f-e4ec-49c0-a52f-549698ea3c81" providerId="ADAL" clId="{5A6F5F28-5ED2-43E1-A2CB-36A1657676AD}"/>
    <pc:docChg chg="undo redo custSel addSld delSld modSld sldOrd">
      <pc:chgData name="Said Achmad" userId="5d71821f-e4ec-49c0-a52f-549698ea3c81" providerId="ADAL" clId="{5A6F5F28-5ED2-43E1-A2CB-36A1657676AD}" dt="2023-11-16T05:31:00.615" v="3239"/>
      <pc:docMkLst>
        <pc:docMk/>
      </pc:docMkLst>
      <pc:sldChg chg="modSp mod">
        <pc:chgData name="Said Achmad" userId="5d71821f-e4ec-49c0-a52f-549698ea3c81" providerId="ADAL" clId="{5A6F5F28-5ED2-43E1-A2CB-36A1657676AD}" dt="2023-10-27T08:08:13.626" v="24" actId="20577"/>
        <pc:sldMkLst>
          <pc:docMk/>
          <pc:sldMk cId="3807564589" sldId="256"/>
        </pc:sldMkLst>
      </pc:sldChg>
      <pc:sldChg chg="modSp mod">
        <pc:chgData name="Said Achmad" userId="5d71821f-e4ec-49c0-a52f-549698ea3c81" providerId="ADAL" clId="{5A6F5F28-5ED2-43E1-A2CB-36A1657676AD}" dt="2023-11-16T05:31:00.615" v="3239"/>
        <pc:sldMkLst>
          <pc:docMk/>
          <pc:sldMk cId="3724825567" sldId="260"/>
        </pc:sldMkLst>
      </pc:sldChg>
      <pc:sldChg chg="modSp mod">
        <pc:chgData name="Said Achmad" userId="5d71821f-e4ec-49c0-a52f-549698ea3c81" providerId="ADAL" clId="{5A6F5F28-5ED2-43E1-A2CB-36A1657676AD}" dt="2023-10-27T08:49:01.928" v="769" actId="20577"/>
        <pc:sldMkLst>
          <pc:docMk/>
          <pc:sldMk cId="3041036902" sldId="261"/>
        </pc:sldMkLst>
      </pc:sldChg>
      <pc:sldChg chg="modSp mod">
        <pc:chgData name="Said Achmad" userId="5d71821f-e4ec-49c0-a52f-549698ea3c81" providerId="ADAL" clId="{5A6F5F28-5ED2-43E1-A2CB-36A1657676AD}" dt="2023-10-27T08:19:05.670" v="67" actId="20577"/>
        <pc:sldMkLst>
          <pc:docMk/>
          <pc:sldMk cId="363028880" sldId="262"/>
        </pc:sldMkLst>
      </pc:sldChg>
      <pc:sldChg chg="modSp mod">
        <pc:chgData name="Said Achmad" userId="5d71821f-e4ec-49c0-a52f-549698ea3c81" providerId="ADAL" clId="{5A6F5F28-5ED2-43E1-A2CB-36A1657676AD}" dt="2023-10-27T10:09:24.377" v="852" actId="20577"/>
        <pc:sldMkLst>
          <pc:docMk/>
          <pc:sldMk cId="3663985620" sldId="264"/>
        </pc:sldMkLst>
      </pc:sldChg>
      <pc:sldChg chg="del">
        <pc:chgData name="Said Achmad" userId="5d71821f-e4ec-49c0-a52f-549698ea3c81" providerId="ADAL" clId="{5A6F5F28-5ED2-43E1-A2CB-36A1657676AD}" dt="2023-11-15T08:18:04.668" v="2271" actId="47"/>
        <pc:sldMkLst>
          <pc:docMk/>
          <pc:sldMk cId="629326906" sldId="272"/>
        </pc:sldMkLst>
      </pc:sldChg>
      <pc:sldChg chg="del">
        <pc:chgData name="Said Achmad" userId="5d71821f-e4ec-49c0-a52f-549698ea3c81" providerId="ADAL" clId="{5A6F5F28-5ED2-43E1-A2CB-36A1657676AD}" dt="2023-11-15T08:18:04.668" v="2271" actId="47"/>
        <pc:sldMkLst>
          <pc:docMk/>
          <pc:sldMk cId="2906983293" sldId="274"/>
        </pc:sldMkLst>
      </pc:sldChg>
      <pc:sldChg chg="del">
        <pc:chgData name="Said Achmad" userId="5d71821f-e4ec-49c0-a52f-549698ea3c81" providerId="ADAL" clId="{5A6F5F28-5ED2-43E1-A2CB-36A1657676AD}" dt="2023-11-15T08:18:04.668" v="2271" actId="47"/>
        <pc:sldMkLst>
          <pc:docMk/>
          <pc:sldMk cId="351085493" sldId="275"/>
        </pc:sldMkLst>
      </pc:sldChg>
      <pc:sldChg chg="del">
        <pc:chgData name="Said Achmad" userId="5d71821f-e4ec-49c0-a52f-549698ea3c81" providerId="ADAL" clId="{5A6F5F28-5ED2-43E1-A2CB-36A1657676AD}" dt="2023-11-15T08:18:04.668" v="2271" actId="47"/>
        <pc:sldMkLst>
          <pc:docMk/>
          <pc:sldMk cId="4225043614" sldId="276"/>
        </pc:sldMkLst>
      </pc:sldChg>
      <pc:sldChg chg="del">
        <pc:chgData name="Said Achmad" userId="5d71821f-e4ec-49c0-a52f-549698ea3c81" providerId="ADAL" clId="{5A6F5F28-5ED2-43E1-A2CB-36A1657676AD}" dt="2023-11-15T08:18:04.668" v="2271" actId="47"/>
        <pc:sldMkLst>
          <pc:docMk/>
          <pc:sldMk cId="3840490389" sldId="277"/>
        </pc:sldMkLst>
      </pc:sldChg>
      <pc:sldChg chg="modSp mod">
        <pc:chgData name="Said Achmad" userId="5d71821f-e4ec-49c0-a52f-549698ea3c81" providerId="ADAL" clId="{5A6F5F28-5ED2-43E1-A2CB-36A1657676AD}" dt="2023-11-16T05:15:54.436" v="3093" actId="20577"/>
        <pc:sldMkLst>
          <pc:docMk/>
          <pc:sldMk cId="3500018930" sldId="278"/>
        </pc:sldMkLst>
      </pc:sldChg>
      <pc:sldChg chg="del">
        <pc:chgData name="Said Achmad" userId="5d71821f-e4ec-49c0-a52f-549698ea3c81" providerId="ADAL" clId="{5A6F5F28-5ED2-43E1-A2CB-36A1657676AD}" dt="2023-11-15T08:18:04.668" v="2271" actId="47"/>
        <pc:sldMkLst>
          <pc:docMk/>
          <pc:sldMk cId="864549538" sldId="280"/>
        </pc:sldMkLst>
      </pc:sldChg>
      <pc:sldChg chg="del">
        <pc:chgData name="Said Achmad" userId="5d71821f-e4ec-49c0-a52f-549698ea3c81" providerId="ADAL" clId="{5A6F5F28-5ED2-43E1-A2CB-36A1657676AD}" dt="2023-11-15T08:18:04.668" v="2271" actId="47"/>
        <pc:sldMkLst>
          <pc:docMk/>
          <pc:sldMk cId="3062500002" sldId="281"/>
        </pc:sldMkLst>
      </pc:sldChg>
      <pc:sldChg chg="modSp mod">
        <pc:chgData name="Said Achmad" userId="5d71821f-e4ec-49c0-a52f-549698ea3c81" providerId="ADAL" clId="{5A6F5F28-5ED2-43E1-A2CB-36A1657676AD}" dt="2023-11-16T05:23:25.377" v="3230" actId="20577"/>
        <pc:sldMkLst>
          <pc:docMk/>
          <pc:sldMk cId="1702753199" sldId="283"/>
        </pc:sldMkLst>
      </pc:sldChg>
      <pc:sldChg chg="del">
        <pc:chgData name="Said Achmad" userId="5d71821f-e4ec-49c0-a52f-549698ea3c81" providerId="ADAL" clId="{5A6F5F28-5ED2-43E1-A2CB-36A1657676AD}" dt="2023-11-15T08:18:04.668" v="2271" actId="47"/>
        <pc:sldMkLst>
          <pc:docMk/>
          <pc:sldMk cId="16901110" sldId="284"/>
        </pc:sldMkLst>
      </pc:sldChg>
      <pc:sldChg chg="del">
        <pc:chgData name="Said Achmad" userId="5d71821f-e4ec-49c0-a52f-549698ea3c81" providerId="ADAL" clId="{5A6F5F28-5ED2-43E1-A2CB-36A1657676AD}" dt="2023-11-15T08:18:04.668" v="2271" actId="47"/>
        <pc:sldMkLst>
          <pc:docMk/>
          <pc:sldMk cId="3781791020" sldId="285"/>
        </pc:sldMkLst>
      </pc:sldChg>
      <pc:sldChg chg="del">
        <pc:chgData name="Said Achmad" userId="5d71821f-e4ec-49c0-a52f-549698ea3c81" providerId="ADAL" clId="{5A6F5F28-5ED2-43E1-A2CB-36A1657676AD}" dt="2023-11-15T08:18:04.668" v="2271" actId="47"/>
        <pc:sldMkLst>
          <pc:docMk/>
          <pc:sldMk cId="1657355698" sldId="286"/>
        </pc:sldMkLst>
      </pc:sldChg>
      <pc:sldChg chg="del">
        <pc:chgData name="Said Achmad" userId="5d71821f-e4ec-49c0-a52f-549698ea3c81" providerId="ADAL" clId="{5A6F5F28-5ED2-43E1-A2CB-36A1657676AD}" dt="2023-11-15T08:18:04.668" v="2271" actId="47"/>
        <pc:sldMkLst>
          <pc:docMk/>
          <pc:sldMk cId="1451122948" sldId="287"/>
        </pc:sldMkLst>
      </pc:sldChg>
      <pc:sldChg chg="addSp delSp modSp add mod">
        <pc:chgData name="Said Achmad" userId="5d71821f-e4ec-49c0-a52f-549698ea3c81" providerId="ADAL" clId="{5A6F5F28-5ED2-43E1-A2CB-36A1657676AD}" dt="2023-10-27T08:45:58.391" v="624" actId="115"/>
        <pc:sldMkLst>
          <pc:docMk/>
          <pc:sldMk cId="1561272596" sldId="288"/>
        </pc:sldMkLst>
      </pc:sldChg>
      <pc:sldChg chg="add del">
        <pc:chgData name="Said Achmad" userId="5d71821f-e4ec-49c0-a52f-549698ea3c81" providerId="ADAL" clId="{5A6F5F28-5ED2-43E1-A2CB-36A1657676AD}" dt="2023-10-27T10:09:18.147" v="828" actId="2890"/>
        <pc:sldMkLst>
          <pc:docMk/>
          <pc:sldMk cId="1118690115" sldId="289"/>
        </pc:sldMkLst>
      </pc:sldChg>
      <pc:sldChg chg="del">
        <pc:chgData name="Said Achmad" userId="5d71821f-e4ec-49c0-a52f-549698ea3c81" providerId="ADAL" clId="{5A6F5F28-5ED2-43E1-A2CB-36A1657676AD}" dt="2023-11-15T08:18:04.668" v="2271" actId="47"/>
        <pc:sldMkLst>
          <pc:docMk/>
          <pc:sldMk cId="1614660766" sldId="289"/>
        </pc:sldMkLst>
      </pc:sldChg>
      <pc:sldChg chg="del">
        <pc:chgData name="Said Achmad" userId="5d71821f-e4ec-49c0-a52f-549698ea3c81" providerId="ADAL" clId="{5A6F5F28-5ED2-43E1-A2CB-36A1657676AD}" dt="2023-11-15T03:38:04.756" v="853" actId="47"/>
        <pc:sldMkLst>
          <pc:docMk/>
          <pc:sldMk cId="3956761653" sldId="290"/>
        </pc:sldMkLst>
      </pc:sldChg>
      <pc:sldChg chg="addSp delSp modSp mod modClrScheme chgLayout">
        <pc:chgData name="Said Achmad" userId="5d71821f-e4ec-49c0-a52f-549698ea3c81" providerId="ADAL" clId="{5A6F5F28-5ED2-43E1-A2CB-36A1657676AD}" dt="2023-11-15T08:16:04.060" v="2250" actId="478"/>
        <pc:sldMkLst>
          <pc:docMk/>
          <pc:sldMk cId="2852185070" sldId="291"/>
        </pc:sldMkLst>
      </pc:sldChg>
      <pc:sldChg chg="addSp delSp modSp mod modClrScheme chgLayout">
        <pc:chgData name="Said Achmad" userId="5d71821f-e4ec-49c0-a52f-549698ea3c81" providerId="ADAL" clId="{5A6F5F28-5ED2-43E1-A2CB-36A1657676AD}" dt="2023-11-15T08:16:18.031" v="2253" actId="478"/>
        <pc:sldMkLst>
          <pc:docMk/>
          <pc:sldMk cId="1805675844" sldId="292"/>
        </pc:sldMkLst>
      </pc:sldChg>
      <pc:sldChg chg="addSp delSp modSp mod ord modClrScheme chgLayout">
        <pc:chgData name="Said Achmad" userId="5d71821f-e4ec-49c0-a52f-549698ea3c81" providerId="ADAL" clId="{5A6F5F28-5ED2-43E1-A2CB-36A1657676AD}" dt="2023-11-15T08:17:00.340" v="2257" actId="478"/>
        <pc:sldMkLst>
          <pc:docMk/>
          <pc:sldMk cId="949010790" sldId="293"/>
        </pc:sldMkLst>
      </pc:sldChg>
      <pc:sldChg chg="addSp delSp modSp mod modClrScheme chgLayout">
        <pc:chgData name="Said Achmad" userId="5d71821f-e4ec-49c0-a52f-549698ea3c81" providerId="ADAL" clId="{5A6F5F28-5ED2-43E1-A2CB-36A1657676AD}" dt="2023-11-15T08:15:40.688" v="2247" actId="478"/>
        <pc:sldMkLst>
          <pc:docMk/>
          <pc:sldMk cId="3955090986" sldId="294"/>
        </pc:sldMkLst>
      </pc:sldChg>
      <pc:sldChg chg="addSp delSp modSp add mod ord modClrScheme chgLayout">
        <pc:chgData name="Said Achmad" userId="5d71821f-e4ec-49c0-a52f-549698ea3c81" providerId="ADAL" clId="{5A6F5F28-5ED2-43E1-A2CB-36A1657676AD}" dt="2023-11-15T08:17:50.453" v="2270"/>
        <pc:sldMkLst>
          <pc:docMk/>
          <pc:sldMk cId="3819417382" sldId="295"/>
        </pc:sldMkLst>
      </pc:sldChg>
      <pc:sldChg chg="addSp delSp modSp add mod ord modClrScheme chgLayout">
        <pc:chgData name="Said Achmad" userId="5d71821f-e4ec-49c0-a52f-549698ea3c81" providerId="ADAL" clId="{5A6F5F28-5ED2-43E1-A2CB-36A1657676AD}" dt="2023-11-15T08:14:28.796" v="2239" actId="478"/>
        <pc:sldMkLst>
          <pc:docMk/>
          <pc:sldMk cId="2756292616" sldId="296"/>
        </pc:sldMkLst>
      </pc:sldChg>
      <pc:sldChg chg="add del">
        <pc:chgData name="Said Achmad" userId="5d71821f-e4ec-49c0-a52f-549698ea3c81" providerId="ADAL" clId="{5A6F5F28-5ED2-43E1-A2CB-36A1657676AD}" dt="2023-11-15T07:45:14.479" v="1804" actId="47"/>
        <pc:sldMkLst>
          <pc:docMk/>
          <pc:sldMk cId="1118551909" sldId="297"/>
        </pc:sldMkLst>
      </pc:sldChg>
      <pc:sldChg chg="modSp add del mod">
        <pc:chgData name="Said Achmad" userId="5d71821f-e4ec-49c0-a52f-549698ea3c81" providerId="ADAL" clId="{5A6F5F28-5ED2-43E1-A2CB-36A1657676AD}" dt="2023-11-15T07:44:29.768" v="1782" actId="47"/>
        <pc:sldMkLst>
          <pc:docMk/>
          <pc:sldMk cId="3301250164" sldId="298"/>
        </pc:sldMkLst>
      </pc:sldChg>
      <pc:sldChg chg="addSp delSp modSp add mod ord modClrScheme chgLayout">
        <pc:chgData name="Said Achmad" userId="5d71821f-e4ec-49c0-a52f-549698ea3c81" providerId="ADAL" clId="{5A6F5F28-5ED2-43E1-A2CB-36A1657676AD}" dt="2023-11-15T08:14:47.888" v="2242" actId="478"/>
        <pc:sldMkLst>
          <pc:docMk/>
          <pc:sldMk cId="1462856539" sldId="299"/>
        </pc:sldMkLst>
      </pc:sldChg>
      <pc:sldChg chg="modSp add mod ord modClrScheme chgLayout">
        <pc:chgData name="Said Achmad" userId="5d71821f-e4ec-49c0-a52f-549698ea3c81" providerId="ADAL" clId="{5A6F5F28-5ED2-43E1-A2CB-36A1657676AD}" dt="2023-11-15T08:13:25.315" v="2233" actId="700"/>
        <pc:sldMkLst>
          <pc:docMk/>
          <pc:sldMk cId="2775010017" sldId="300"/>
        </pc:sldMkLst>
      </pc:sldChg>
      <pc:sldChg chg="modSp add mod ord">
        <pc:chgData name="Said Achmad" userId="5d71821f-e4ec-49c0-a52f-549698ea3c81" providerId="ADAL" clId="{5A6F5F28-5ED2-43E1-A2CB-36A1657676AD}" dt="2023-11-16T02:25:20.622" v="2276" actId="20577"/>
        <pc:sldMkLst>
          <pc:docMk/>
          <pc:sldMk cId="715285486" sldId="301"/>
        </pc:sldMkLst>
      </pc:sldChg>
      <pc:sldChg chg="modSp add del mod">
        <pc:chgData name="Said Achmad" userId="5d71821f-e4ec-49c0-a52f-549698ea3c81" providerId="ADAL" clId="{5A6F5F28-5ED2-43E1-A2CB-36A1657676AD}" dt="2023-11-16T02:31:07.863" v="2311" actId="47"/>
        <pc:sldMkLst>
          <pc:docMk/>
          <pc:sldMk cId="2066656938" sldId="302"/>
        </pc:sldMkLst>
      </pc:sldChg>
      <pc:sldChg chg="modSp add mod">
        <pc:chgData name="Said Achmad" userId="5d71821f-e4ec-49c0-a52f-549698ea3c81" providerId="ADAL" clId="{5A6F5F28-5ED2-43E1-A2CB-36A1657676AD}" dt="2023-11-16T02:36:40.887" v="2389" actId="20577"/>
        <pc:sldMkLst>
          <pc:docMk/>
          <pc:sldMk cId="1491587317" sldId="303"/>
        </pc:sldMkLst>
      </pc:sldChg>
      <pc:sldChg chg="modSp add mod ord">
        <pc:chgData name="Said Achmad" userId="5d71821f-e4ec-49c0-a52f-549698ea3c81" providerId="ADAL" clId="{5A6F5F28-5ED2-43E1-A2CB-36A1657676AD}" dt="2023-11-16T03:57:36.601" v="2393"/>
        <pc:sldMkLst>
          <pc:docMk/>
          <pc:sldMk cId="2410182092" sldId="304"/>
        </pc:sldMkLst>
      </pc:sldChg>
      <pc:sldChg chg="modSp add del mod">
        <pc:chgData name="Said Achmad" userId="5d71821f-e4ec-49c0-a52f-549698ea3c81" providerId="ADAL" clId="{5A6F5F28-5ED2-43E1-A2CB-36A1657676AD}" dt="2023-11-16T02:35:35.021" v="2382" actId="47"/>
        <pc:sldMkLst>
          <pc:docMk/>
          <pc:sldMk cId="3426220842" sldId="304"/>
        </pc:sldMkLst>
      </pc:sldChg>
      <pc:sldChg chg="modSp add del mod">
        <pc:chgData name="Said Achmad" userId="5d71821f-e4ec-49c0-a52f-549698ea3c81" providerId="ADAL" clId="{5A6F5F28-5ED2-43E1-A2CB-36A1657676AD}" dt="2023-11-16T02:35:30.671" v="2381" actId="47"/>
        <pc:sldMkLst>
          <pc:docMk/>
          <pc:sldMk cId="838552825" sldId="305"/>
        </pc:sldMkLst>
      </pc:sldChg>
      <pc:sldChg chg="modSp add mod">
        <pc:chgData name="Said Achmad" userId="5d71821f-e4ec-49c0-a52f-549698ea3c81" providerId="ADAL" clId="{5A6F5F28-5ED2-43E1-A2CB-36A1657676AD}" dt="2023-11-16T05:24:06.223" v="3238" actId="113"/>
        <pc:sldMkLst>
          <pc:docMk/>
          <pc:sldMk cId="1042903480" sldId="305"/>
        </pc:sldMkLst>
      </pc:sldChg>
      <pc:sldChg chg="modSp add mod">
        <pc:chgData name="Said Achmad" userId="5d71821f-e4ec-49c0-a52f-549698ea3c81" providerId="ADAL" clId="{5A6F5F28-5ED2-43E1-A2CB-36A1657676AD}" dt="2023-11-16T04:57:59.580" v="3009" actId="20577"/>
        <pc:sldMkLst>
          <pc:docMk/>
          <pc:sldMk cId="2361189392" sldId="306"/>
        </pc:sldMkLst>
      </pc:sldChg>
      <pc:sldChg chg="modSp add mod">
        <pc:chgData name="Said Achmad" userId="5d71821f-e4ec-49c0-a52f-549698ea3c81" providerId="ADAL" clId="{5A6F5F28-5ED2-43E1-A2CB-36A1657676AD}" dt="2023-11-16T04:49:29.902" v="2916" actId="20577"/>
        <pc:sldMkLst>
          <pc:docMk/>
          <pc:sldMk cId="1190454364" sldId="307"/>
        </pc:sldMkLst>
      </pc:sldChg>
      <pc:sldChg chg="modSp add mod">
        <pc:chgData name="Said Achmad" userId="5d71821f-e4ec-49c0-a52f-549698ea3c81" providerId="ADAL" clId="{5A6F5F28-5ED2-43E1-A2CB-36A1657676AD}" dt="2023-11-16T04:56:33.601" v="2968" actId="20577"/>
        <pc:sldMkLst>
          <pc:docMk/>
          <pc:sldMk cId="3106424430" sldId="308"/>
        </pc:sldMkLst>
      </pc:sldChg>
    </pc:docChg>
  </pc:docChgLst>
  <pc:docChgLst>
    <pc:chgData name="Said Achmad" userId="5d71821f-e4ec-49c0-a52f-549698ea3c81" providerId="ADAL" clId="{3CD86D5D-A422-4E79-9A3D-DBA92C37426F}"/>
    <pc:docChg chg="undo custSel addSld delSld modSld sldOrd">
      <pc:chgData name="Said Achmad" userId="5d71821f-e4ec-49c0-a52f-549698ea3c81" providerId="ADAL" clId="{3CD86D5D-A422-4E79-9A3D-DBA92C37426F}" dt="2024-05-23T07:03:34.059" v="285"/>
      <pc:docMkLst>
        <pc:docMk/>
      </pc:docMkLst>
      <pc:sldChg chg="modSp mod">
        <pc:chgData name="Said Achmad" userId="5d71821f-e4ec-49c0-a52f-549698ea3c81" providerId="ADAL" clId="{3CD86D5D-A422-4E79-9A3D-DBA92C37426F}" dt="2024-05-23T06:40:42.301" v="3" actId="20577"/>
        <pc:sldMkLst>
          <pc:docMk/>
          <pc:sldMk cId="3807564589" sldId="256"/>
        </pc:sldMkLst>
      </pc:sldChg>
      <pc:sldChg chg="modSp mod">
        <pc:chgData name="Said Achmad" userId="5d71821f-e4ec-49c0-a52f-549698ea3c81" providerId="ADAL" clId="{3CD86D5D-A422-4E79-9A3D-DBA92C37426F}" dt="2024-05-23T06:41:08.783" v="4"/>
        <pc:sldMkLst>
          <pc:docMk/>
          <pc:sldMk cId="3239424758" sldId="259"/>
        </pc:sldMkLst>
      </pc:sldChg>
      <pc:sldChg chg="modSp mod">
        <pc:chgData name="Said Achmad" userId="5d71821f-e4ec-49c0-a52f-549698ea3c81" providerId="ADAL" clId="{3CD86D5D-A422-4E79-9A3D-DBA92C37426F}" dt="2024-05-23T06:41:16.450" v="5"/>
        <pc:sldMkLst>
          <pc:docMk/>
          <pc:sldMk cId="3724825567" sldId="260"/>
        </pc:sldMkLst>
      </pc:sldChg>
      <pc:sldChg chg="modSp mod">
        <pc:chgData name="Said Achmad" userId="5d71821f-e4ec-49c0-a52f-549698ea3c81" providerId="ADAL" clId="{3CD86D5D-A422-4E79-9A3D-DBA92C37426F}" dt="2024-05-23T06:41:24.299" v="6"/>
        <pc:sldMkLst>
          <pc:docMk/>
          <pc:sldMk cId="363028880" sldId="262"/>
        </pc:sldMkLst>
      </pc:sldChg>
      <pc:sldChg chg="modSp mod">
        <pc:chgData name="Said Achmad" userId="5d71821f-e4ec-49c0-a52f-549698ea3c81" providerId="ADAL" clId="{3CD86D5D-A422-4E79-9A3D-DBA92C37426F}" dt="2024-05-23T07:03:22.103" v="283"/>
        <pc:sldMkLst>
          <pc:docMk/>
          <pc:sldMk cId="3500018930" sldId="278"/>
        </pc:sldMkLst>
      </pc:sldChg>
      <pc:sldChg chg="modSp mod">
        <pc:chgData name="Said Achmad" userId="5d71821f-e4ec-49c0-a52f-549698ea3c81" providerId="ADAL" clId="{3CD86D5D-A422-4E79-9A3D-DBA92C37426F}" dt="2024-05-23T07:03:34.059" v="285"/>
        <pc:sldMkLst>
          <pc:docMk/>
          <pc:sldMk cId="3962618298" sldId="282"/>
        </pc:sldMkLst>
      </pc:sldChg>
      <pc:sldChg chg="modSp mod">
        <pc:chgData name="Said Achmad" userId="5d71821f-e4ec-49c0-a52f-549698ea3c81" providerId="ADAL" clId="{3CD86D5D-A422-4E79-9A3D-DBA92C37426F}" dt="2024-05-23T07:03:13.250" v="282" actId="1035"/>
        <pc:sldMkLst>
          <pc:docMk/>
          <pc:sldMk cId="1702753199" sldId="283"/>
        </pc:sldMkLst>
      </pc:sldChg>
      <pc:sldChg chg="modSp mod ord">
        <pc:chgData name="Said Achmad" userId="5d71821f-e4ec-49c0-a52f-549698ea3c81" providerId="ADAL" clId="{3CD86D5D-A422-4E79-9A3D-DBA92C37426F}" dt="2024-05-23T06:53:10.869" v="195"/>
        <pc:sldMkLst>
          <pc:docMk/>
          <pc:sldMk cId="2775010017" sldId="300"/>
        </pc:sldMkLst>
      </pc:sldChg>
      <pc:sldChg chg="modSp mod">
        <pc:chgData name="Said Achmad" userId="5d71821f-e4ec-49c0-a52f-549698ea3c81" providerId="ADAL" clId="{3CD86D5D-A422-4E79-9A3D-DBA92C37426F}" dt="2024-05-23T06:41:54.251" v="12" actId="207"/>
        <pc:sldMkLst>
          <pc:docMk/>
          <pc:sldMk cId="1915762959" sldId="328"/>
        </pc:sldMkLst>
      </pc:sldChg>
      <pc:sldChg chg="del">
        <pc:chgData name="Said Achmad" userId="5d71821f-e4ec-49c0-a52f-549698ea3c81" providerId="ADAL" clId="{3CD86D5D-A422-4E79-9A3D-DBA92C37426F}" dt="2024-05-23T07:02:39.147" v="271" actId="47"/>
        <pc:sldMkLst>
          <pc:docMk/>
          <pc:sldMk cId="4290244695" sldId="330"/>
        </pc:sldMkLst>
      </pc:sldChg>
      <pc:sldChg chg="del">
        <pc:chgData name="Said Achmad" userId="5d71821f-e4ec-49c0-a52f-549698ea3c81" providerId="ADAL" clId="{3CD86D5D-A422-4E79-9A3D-DBA92C37426F}" dt="2024-05-23T07:02:39.147" v="271" actId="47"/>
        <pc:sldMkLst>
          <pc:docMk/>
          <pc:sldMk cId="1207625032" sldId="331"/>
        </pc:sldMkLst>
      </pc:sldChg>
      <pc:sldChg chg="del">
        <pc:chgData name="Said Achmad" userId="5d71821f-e4ec-49c0-a52f-549698ea3c81" providerId="ADAL" clId="{3CD86D5D-A422-4E79-9A3D-DBA92C37426F}" dt="2024-05-23T06:42:14.867" v="13" actId="2696"/>
        <pc:sldMkLst>
          <pc:docMk/>
          <pc:sldMk cId="3421159831" sldId="372"/>
        </pc:sldMkLst>
      </pc:sldChg>
      <pc:sldChg chg="del">
        <pc:chgData name="Said Achmad" userId="5d71821f-e4ec-49c0-a52f-549698ea3c81" providerId="ADAL" clId="{3CD86D5D-A422-4E79-9A3D-DBA92C37426F}" dt="2024-05-23T06:42:17.084" v="14" actId="2696"/>
        <pc:sldMkLst>
          <pc:docMk/>
          <pc:sldMk cId="1066974940" sldId="373"/>
        </pc:sldMkLst>
      </pc:sldChg>
      <pc:sldChg chg="modSp mod">
        <pc:chgData name="Said Achmad" userId="5d71821f-e4ec-49c0-a52f-549698ea3c81" providerId="ADAL" clId="{3CD86D5D-A422-4E79-9A3D-DBA92C37426F}" dt="2024-05-23T06:43:17.617" v="23" actId="404"/>
        <pc:sldMkLst>
          <pc:docMk/>
          <pc:sldMk cId="559514547" sldId="374"/>
        </pc:sldMkLst>
      </pc:sldChg>
      <pc:sldChg chg="modSp mod">
        <pc:chgData name="Said Achmad" userId="5d71821f-e4ec-49c0-a52f-549698ea3c81" providerId="ADAL" clId="{3CD86D5D-A422-4E79-9A3D-DBA92C37426F}" dt="2024-05-23T06:44:06.640" v="30" actId="115"/>
        <pc:sldMkLst>
          <pc:docMk/>
          <pc:sldMk cId="971364835" sldId="375"/>
        </pc:sldMkLst>
      </pc:sldChg>
      <pc:sldChg chg="addSp modSp mod">
        <pc:chgData name="Said Achmad" userId="5d71821f-e4ec-49c0-a52f-549698ea3c81" providerId="ADAL" clId="{3CD86D5D-A422-4E79-9A3D-DBA92C37426F}" dt="2024-05-23T06:48:00.417" v="70" actId="14100"/>
        <pc:sldMkLst>
          <pc:docMk/>
          <pc:sldMk cId="2337170577" sldId="376"/>
        </pc:sldMkLst>
      </pc:sldChg>
      <pc:sldChg chg="modSp mod">
        <pc:chgData name="Said Achmad" userId="5d71821f-e4ec-49c0-a52f-549698ea3c81" providerId="ADAL" clId="{3CD86D5D-A422-4E79-9A3D-DBA92C37426F}" dt="2024-05-23T06:54:44.385" v="211" actId="5793"/>
        <pc:sldMkLst>
          <pc:docMk/>
          <pc:sldMk cId="1585010774" sldId="377"/>
        </pc:sldMkLst>
      </pc:sldChg>
      <pc:sldChg chg="modSp mod">
        <pc:chgData name="Said Achmad" userId="5d71821f-e4ec-49c0-a52f-549698ea3c81" providerId="ADAL" clId="{3CD86D5D-A422-4E79-9A3D-DBA92C37426F}" dt="2024-05-23T06:58:49.773" v="247" actId="948"/>
        <pc:sldMkLst>
          <pc:docMk/>
          <pc:sldMk cId="3461000398" sldId="378"/>
        </pc:sldMkLst>
      </pc:sldChg>
      <pc:sldChg chg="del">
        <pc:chgData name="Said Achmad" userId="5d71821f-e4ec-49c0-a52f-549698ea3c81" providerId="ADAL" clId="{3CD86D5D-A422-4E79-9A3D-DBA92C37426F}" dt="2024-05-23T07:02:39.147" v="271" actId="47"/>
        <pc:sldMkLst>
          <pc:docMk/>
          <pc:sldMk cId="2455152618" sldId="379"/>
        </pc:sldMkLst>
      </pc:sldChg>
      <pc:sldChg chg="del">
        <pc:chgData name="Said Achmad" userId="5d71821f-e4ec-49c0-a52f-549698ea3c81" providerId="ADAL" clId="{3CD86D5D-A422-4E79-9A3D-DBA92C37426F}" dt="2024-05-23T07:02:39.147" v="271" actId="47"/>
        <pc:sldMkLst>
          <pc:docMk/>
          <pc:sldMk cId="3904763641" sldId="380"/>
        </pc:sldMkLst>
      </pc:sldChg>
      <pc:sldChg chg="del">
        <pc:chgData name="Said Achmad" userId="5d71821f-e4ec-49c0-a52f-549698ea3c81" providerId="ADAL" clId="{3CD86D5D-A422-4E79-9A3D-DBA92C37426F}" dt="2024-05-23T07:02:39.147" v="271" actId="47"/>
        <pc:sldMkLst>
          <pc:docMk/>
          <pc:sldMk cId="1797604658" sldId="381"/>
        </pc:sldMkLst>
      </pc:sldChg>
      <pc:sldChg chg="del">
        <pc:chgData name="Said Achmad" userId="5d71821f-e4ec-49c0-a52f-549698ea3c81" providerId="ADAL" clId="{3CD86D5D-A422-4E79-9A3D-DBA92C37426F}" dt="2024-05-23T07:02:39.147" v="271" actId="47"/>
        <pc:sldMkLst>
          <pc:docMk/>
          <pc:sldMk cId="1799079626" sldId="383"/>
        </pc:sldMkLst>
      </pc:sldChg>
      <pc:sldChg chg="del">
        <pc:chgData name="Said Achmad" userId="5d71821f-e4ec-49c0-a52f-549698ea3c81" providerId="ADAL" clId="{3CD86D5D-A422-4E79-9A3D-DBA92C37426F}" dt="2024-05-23T07:02:39.147" v="271" actId="47"/>
        <pc:sldMkLst>
          <pc:docMk/>
          <pc:sldMk cId="2402896251" sldId="384"/>
        </pc:sldMkLst>
      </pc:sldChg>
      <pc:sldChg chg="modSp mod">
        <pc:chgData name="Said Achmad" userId="5d71821f-e4ec-49c0-a52f-549698ea3c81" providerId="ADAL" clId="{3CD86D5D-A422-4E79-9A3D-DBA92C37426F}" dt="2024-05-23T07:00:11.196" v="251" actId="114"/>
        <pc:sldMkLst>
          <pc:docMk/>
          <pc:sldMk cId="2203387608" sldId="385"/>
        </pc:sldMkLst>
      </pc:sldChg>
      <pc:sldChg chg="modSp mod ord">
        <pc:chgData name="Said Achmad" userId="5d71821f-e4ec-49c0-a52f-549698ea3c81" providerId="ADAL" clId="{3CD86D5D-A422-4E79-9A3D-DBA92C37426F}" dt="2024-05-23T06:53:28.978" v="198"/>
        <pc:sldMkLst>
          <pc:docMk/>
          <pc:sldMk cId="3553207723" sldId="387"/>
        </pc:sldMkLst>
      </pc:sldChg>
      <pc:sldChg chg="modSp mod">
        <pc:chgData name="Said Achmad" userId="5d71821f-e4ec-49c0-a52f-549698ea3c81" providerId="ADAL" clId="{3CD86D5D-A422-4E79-9A3D-DBA92C37426F}" dt="2024-05-23T07:01:00.152" v="257" actId="12"/>
        <pc:sldMkLst>
          <pc:docMk/>
          <pc:sldMk cId="3181591738" sldId="388"/>
        </pc:sldMkLst>
      </pc:sldChg>
      <pc:sldChg chg="modSp mod">
        <pc:chgData name="Said Achmad" userId="5d71821f-e4ec-49c0-a52f-549698ea3c81" providerId="ADAL" clId="{3CD86D5D-A422-4E79-9A3D-DBA92C37426F}" dt="2024-05-23T07:02:27.671" v="270" actId="115"/>
        <pc:sldMkLst>
          <pc:docMk/>
          <pc:sldMk cId="844613518" sldId="390"/>
        </pc:sldMkLst>
      </pc:sldChg>
      <pc:sldChg chg="del">
        <pc:chgData name="Said Achmad" userId="5d71821f-e4ec-49c0-a52f-549698ea3c81" providerId="ADAL" clId="{3CD86D5D-A422-4E79-9A3D-DBA92C37426F}" dt="2024-05-23T07:02:39.147" v="271" actId="47"/>
        <pc:sldMkLst>
          <pc:docMk/>
          <pc:sldMk cId="2453705322" sldId="391"/>
        </pc:sldMkLst>
      </pc:sldChg>
      <pc:sldChg chg="del">
        <pc:chgData name="Said Achmad" userId="5d71821f-e4ec-49c0-a52f-549698ea3c81" providerId="ADAL" clId="{3CD86D5D-A422-4E79-9A3D-DBA92C37426F}" dt="2024-05-23T07:02:39.147" v="271" actId="47"/>
        <pc:sldMkLst>
          <pc:docMk/>
          <pc:sldMk cId="717374847" sldId="392"/>
        </pc:sldMkLst>
      </pc:sldChg>
      <pc:sldChg chg="del">
        <pc:chgData name="Said Achmad" userId="5d71821f-e4ec-49c0-a52f-549698ea3c81" providerId="ADAL" clId="{3CD86D5D-A422-4E79-9A3D-DBA92C37426F}" dt="2024-05-23T07:02:39.147" v="271" actId="47"/>
        <pc:sldMkLst>
          <pc:docMk/>
          <pc:sldMk cId="3485319871" sldId="393"/>
        </pc:sldMkLst>
      </pc:sldChg>
      <pc:sldChg chg="addSp modSp add mod">
        <pc:chgData name="Said Achmad" userId="5d71821f-e4ec-49c0-a52f-549698ea3c81" providerId="ADAL" clId="{3CD86D5D-A422-4E79-9A3D-DBA92C37426F}" dt="2024-05-23T06:52:21.184" v="192" actId="1035"/>
        <pc:sldMkLst>
          <pc:docMk/>
          <pc:sldMk cId="1972505058" sldId="394"/>
        </pc:sldMkLst>
      </pc:sldChg>
      <pc:sldChg chg="modSp add mod ord">
        <pc:chgData name="Said Achmad" userId="5d71821f-e4ec-49c0-a52f-549698ea3c81" providerId="ADAL" clId="{3CD86D5D-A422-4E79-9A3D-DBA92C37426F}" dt="2024-05-23T06:54:08.689" v="204"/>
        <pc:sldMkLst>
          <pc:docMk/>
          <pc:sldMk cId="1967471850" sldId="395"/>
        </pc:sldMkLst>
      </pc:sldChg>
      <pc:sldChg chg="delSp modSp add mod">
        <pc:chgData name="Said Achmad" userId="5d71821f-e4ec-49c0-a52f-549698ea3c81" providerId="ADAL" clId="{3CD86D5D-A422-4E79-9A3D-DBA92C37426F}" dt="2024-05-23T06:56:19.270" v="226" actId="207"/>
        <pc:sldMkLst>
          <pc:docMk/>
          <pc:sldMk cId="125873138" sldId="396"/>
        </pc:sldMkLst>
      </pc:sldChg>
      <pc:sldChg chg="delSp modSp add mod">
        <pc:chgData name="Said Achmad" userId="5d71821f-e4ec-49c0-a52f-549698ea3c81" providerId="ADAL" clId="{3CD86D5D-A422-4E79-9A3D-DBA92C37426F}" dt="2024-05-23T06:56:57.156" v="234" actId="478"/>
        <pc:sldMkLst>
          <pc:docMk/>
          <pc:sldMk cId="2217421049" sldId="397"/>
        </pc:sldMkLst>
      </pc:sldChg>
      <pc:sldChg chg="modSp add mod ord">
        <pc:chgData name="Said Achmad" userId="5d71821f-e4ec-49c0-a52f-549698ea3c81" providerId="ADAL" clId="{3CD86D5D-A422-4E79-9A3D-DBA92C37426F}" dt="2024-05-23T06:57:34.367" v="238"/>
        <pc:sldMkLst>
          <pc:docMk/>
          <pc:sldMk cId="1756574390" sldId="398"/>
        </pc:sldMkLst>
      </pc:sldChg>
      <pc:sldChg chg="modSp add mod ord">
        <pc:chgData name="Said Achmad" userId="5d71821f-e4ec-49c0-a52f-549698ea3c81" providerId="ADAL" clId="{3CD86D5D-A422-4E79-9A3D-DBA92C37426F}" dt="2024-05-23T07:01:27.108" v="261"/>
        <pc:sldMkLst>
          <pc:docMk/>
          <pc:sldMk cId="1534764030" sldId="39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10" Type="http://schemas.openxmlformats.org/officeDocument/2006/relationships/image" Target="../media/image3.png"/><Relationship Id="rId4" Type="http://schemas.openxmlformats.org/officeDocument/2006/relationships/image" Target="../media/image6.png"/><Relationship Id="rId9" Type="http://schemas.openxmlformats.org/officeDocument/2006/relationships/image" Target="../media/image11.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17.svg"/><Relationship Id="rId4" Type="http://schemas.openxmlformats.org/officeDocument/2006/relationships/image" Target="../media/image16.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4094124863"/>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stStyle>
          <a:p>
            <a:pPr lvl="0"/>
            <a:r>
              <a:rPr lang="id-ID"/>
              <a:t>Click to edit Master text styles</a:t>
            </a:r>
          </a:p>
          <a:p>
            <a:pPr lvl="1"/>
            <a:r>
              <a:rPr lang="id-ID"/>
              <a:t>Second level</a:t>
            </a:r>
          </a:p>
          <a:p>
            <a:pPr lvl="2"/>
            <a:r>
              <a:rPr lang="id-ID"/>
              <a:t>Third level</a:t>
            </a:r>
          </a:p>
          <a:p>
            <a:pPr lvl="3"/>
            <a:r>
              <a:rPr lang="id-ID"/>
              <a:t>Fourth level</a:t>
            </a:r>
          </a:p>
          <a:p>
            <a:pPr lvl="4"/>
            <a:r>
              <a:rPr lang="id-ID"/>
              <a:t>Fifth level</a:t>
            </a:r>
            <a:endParaRPr lang="en-US" dirty="0"/>
          </a:p>
        </p:txBody>
      </p:sp>
      <p:pic>
        <p:nvPicPr>
          <p:cNvPr id="5" name="Picture 4">
            <a:extLst>
              <a:ext uri="{FF2B5EF4-FFF2-40B4-BE49-F238E27FC236}">
                <a16:creationId xmlns:a16="http://schemas.microsoft.com/office/drawing/2014/main" id="{2CB39841-01E8-3B46-1169-9D75B18B74D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09024523"/>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50031857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8262084"/>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2" name="Picture 1">
            <a:extLst>
              <a:ext uri="{FF2B5EF4-FFF2-40B4-BE49-F238E27FC236}">
                <a16:creationId xmlns:a16="http://schemas.microsoft.com/office/drawing/2014/main" id="{79C614F1-89F8-B808-9DD9-229AAF4CE53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1821208626"/>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4029905156"/>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488882905"/>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4F98E9C-690F-D5B2-6A0E-CA43C8C26AB9}"/>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1207302220"/>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EEBA59A-5DC7-987B-985C-E7F05D80D33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512683092"/>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40722D20-F203-A321-C13A-3A85A24C3C3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3579463584"/>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id-ID"/>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id-ID"/>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id-ID"/>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2" name="Picture 1">
            <a:extLst>
              <a:ext uri="{FF2B5EF4-FFF2-40B4-BE49-F238E27FC236}">
                <a16:creationId xmlns:a16="http://schemas.microsoft.com/office/drawing/2014/main" id="{A7BDDA7B-8679-2A96-DA58-9B50735EAFF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998102712"/>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04" name="Content Placeholder 7">
            <a:extLst>
              <a:ext uri="{FF2B5EF4-FFF2-40B4-BE49-F238E27FC236}">
                <a16:creationId xmlns:a16="http://schemas.microsoft.com/office/drawing/2014/main" id="{A238D5AC-1068-5240-9AFA-91BA1250D945}"/>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stStyle>
          <a:p>
            <a:pPr lvl="0"/>
            <a:r>
              <a:rPr lang="id-ID"/>
              <a:t>Click to edit Master text styles</a:t>
            </a:r>
          </a:p>
          <a:p>
            <a:pPr lvl="1"/>
            <a:r>
              <a:rPr lang="id-ID"/>
              <a:t>Second level</a:t>
            </a:r>
          </a:p>
          <a:p>
            <a:pPr lvl="2"/>
            <a:r>
              <a:rPr lang="id-ID"/>
              <a:t>Third level</a:t>
            </a:r>
          </a:p>
          <a:p>
            <a:pPr lvl="3"/>
            <a:r>
              <a:rPr lang="id-ID"/>
              <a:t>Fourth level</a:t>
            </a:r>
          </a:p>
          <a:p>
            <a:pPr lvl="4"/>
            <a:r>
              <a:rPr lang="id-ID"/>
              <a:t>Fifth level</a:t>
            </a:r>
            <a:endParaRPr lang="en-US"/>
          </a:p>
        </p:txBody>
      </p:sp>
      <p:pic>
        <p:nvPicPr>
          <p:cNvPr id="2" name="Picture 1">
            <a:extLst>
              <a:ext uri="{FF2B5EF4-FFF2-40B4-BE49-F238E27FC236}">
                <a16:creationId xmlns:a16="http://schemas.microsoft.com/office/drawing/2014/main" id="{F2C79DE9-4AFD-C17C-6D01-10CB5913C73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4134051035"/>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id-ID"/>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id-ID"/>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id-ID"/>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id-ID"/>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id-ID"/>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id-ID"/>
              <a:t>Click icon to add picture</a:t>
            </a:r>
            <a:endParaRPr lang="en-US" dirty="0"/>
          </a:p>
        </p:txBody>
      </p:sp>
      <p:pic>
        <p:nvPicPr>
          <p:cNvPr id="2" name="Picture 1">
            <a:extLst>
              <a:ext uri="{FF2B5EF4-FFF2-40B4-BE49-F238E27FC236}">
                <a16:creationId xmlns:a16="http://schemas.microsoft.com/office/drawing/2014/main" id="{07CBA874-2A87-342A-D528-C2660A034B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50518920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id-ID"/>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id-ID"/>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id-ID"/>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id-ID"/>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6" name="Picture 5">
            <a:extLst>
              <a:ext uri="{FF2B5EF4-FFF2-40B4-BE49-F238E27FC236}">
                <a16:creationId xmlns:a16="http://schemas.microsoft.com/office/drawing/2014/main" id="{9A703794-B39A-7A69-54AC-AFD888C8CB4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809284995"/>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id-ID"/>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id-ID"/>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4" name="Picture 3">
            <a:extLst>
              <a:ext uri="{FF2B5EF4-FFF2-40B4-BE49-F238E27FC236}">
                <a16:creationId xmlns:a16="http://schemas.microsoft.com/office/drawing/2014/main" id="{64D25C93-1B77-566C-CD32-E4AC841F19C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2085329813"/>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2837038" y="9711819"/>
            <a:ext cx="1700105" cy="1700105"/>
          </a:xfrm>
          <a:prstGeom prst="rect">
            <a:avLst/>
          </a:prstGeom>
        </p:spPr>
      </p:pic>
      <p:pic>
        <p:nvPicPr>
          <p:cNvPr id="7" name="Picture 6">
            <a:extLst>
              <a:ext uri="{FF2B5EF4-FFF2-40B4-BE49-F238E27FC236}">
                <a16:creationId xmlns:a16="http://schemas.microsoft.com/office/drawing/2014/main" id="{08A923CA-0AF7-7160-B581-2CACED786620}"/>
              </a:ext>
              <a:ext uri="{C183D7F6-B498-43B3-948B-1728B52AA6E4}">
                <adec:decorative xmlns:adec="http://schemas.microsoft.com/office/drawing/2017/decorative" val="1"/>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070102926"/>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240000" y="4320116"/>
            <a:ext cx="3535680" cy="3535680"/>
          </a:xfrm>
          <a:prstGeom prst="rect">
            <a:avLst/>
          </a:prstGeom>
        </p:spPr>
      </p:pic>
      <p:pic>
        <p:nvPicPr>
          <p:cNvPr id="4" name="Picture 3">
            <a:extLst>
              <a:ext uri="{FF2B5EF4-FFF2-40B4-BE49-F238E27FC236}">
                <a16:creationId xmlns:a16="http://schemas.microsoft.com/office/drawing/2014/main" id="{CE62FAA5-6C99-7043-5D20-4F0B7F8633F3}"/>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2227040866"/>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id-ID"/>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id-ID"/>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id-ID"/>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id-ID"/>
              <a:t>Click icon to add picture</a:t>
            </a:r>
            <a:endParaRPr lang="en-US" dirty="0"/>
          </a:p>
        </p:txBody>
      </p:sp>
      <p:pic>
        <p:nvPicPr>
          <p:cNvPr id="2" name="Picture 1">
            <a:extLst>
              <a:ext uri="{FF2B5EF4-FFF2-40B4-BE49-F238E27FC236}">
                <a16:creationId xmlns:a16="http://schemas.microsoft.com/office/drawing/2014/main" id="{7BD28E23-B05B-27F7-5B39-9129277EE12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779245570"/>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id-ID"/>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id-ID"/>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87110" y="8648744"/>
            <a:ext cx="1403521" cy="1403521"/>
          </a:xfrm>
          <a:prstGeom prst="rect">
            <a:avLst/>
          </a:prstGeom>
        </p:spPr>
      </p:pic>
      <p:pic>
        <p:nvPicPr>
          <p:cNvPr id="5" name="Picture 4">
            <a:extLst>
              <a:ext uri="{FF2B5EF4-FFF2-40B4-BE49-F238E27FC236}">
                <a16:creationId xmlns:a16="http://schemas.microsoft.com/office/drawing/2014/main" id="{39A795C1-A678-59F7-F2CE-A32633731DCB}"/>
              </a:ext>
              <a:ext uri="{C183D7F6-B498-43B3-948B-1728B52AA6E4}">
                <adec:decorative xmlns:adec="http://schemas.microsoft.com/office/drawing/2017/decorative" val="1"/>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811012248"/>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7" name="Image" descr="Image">
            <a:extLst>
              <a:ext uri="{FF2B5EF4-FFF2-40B4-BE49-F238E27FC236}">
                <a16:creationId xmlns:a16="http://schemas.microsoft.com/office/drawing/2014/main" id="{13156DDE-55E0-C14A-879A-962B00D82A08}"/>
              </a:ext>
            </a:extLst>
          </p:cNvPr>
          <p:cNvPicPr>
            <a:picLocks noChangeAspect="1"/>
          </p:cNvPicPr>
          <p:nvPr userDrawn="1"/>
        </p:nvPicPr>
        <p:blipFill>
          <a:blip r:embed="rId2"/>
          <a:stretch>
            <a:fillRect/>
          </a:stretch>
        </p:blipFill>
        <p:spPr>
          <a:xfrm>
            <a:off x="21016357" y="354127"/>
            <a:ext cx="2563550" cy="1083872"/>
          </a:xfrm>
          <a:prstGeom prst="rect">
            <a:avLst/>
          </a:prstGeom>
          <a:ln w="12700">
            <a:miter lim="400000"/>
          </a:ln>
        </p:spPr>
      </p:pic>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id-ID"/>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id-ID"/>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4" name="Picture 3">
            <a:extLst>
              <a:ext uri="{FF2B5EF4-FFF2-40B4-BE49-F238E27FC236}">
                <a16:creationId xmlns:a16="http://schemas.microsoft.com/office/drawing/2014/main" id="{3F4008AF-17B2-1560-3039-4C723BA0CB2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134045232"/>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id-ID"/>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7"/>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id-ID"/>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6"/>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id-ID"/>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2"/>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id-ID"/>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8"/>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id-ID"/>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4"/>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id-ID"/>
              <a:t>Click to edit Master text styles</a:t>
            </a:r>
          </a:p>
        </p:txBody>
      </p:sp>
      <p:pic>
        <p:nvPicPr>
          <p:cNvPr id="5" name="Picture 4">
            <a:extLst>
              <a:ext uri="{FF2B5EF4-FFF2-40B4-BE49-F238E27FC236}">
                <a16:creationId xmlns:a16="http://schemas.microsoft.com/office/drawing/2014/main" id="{A5BF6EF1-CFA9-A58C-D0E2-EFC77F0A6544}"/>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151361529"/>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2" name="Picture 1">
            <a:extLst>
              <a:ext uri="{FF2B5EF4-FFF2-40B4-BE49-F238E27FC236}">
                <a16:creationId xmlns:a16="http://schemas.microsoft.com/office/drawing/2014/main" id="{C4995F2D-6472-91D6-94D4-E6E20D96968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273209878"/>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2" name="Picture 1">
            <a:extLst>
              <a:ext uri="{FF2B5EF4-FFF2-40B4-BE49-F238E27FC236}">
                <a16:creationId xmlns:a16="http://schemas.microsoft.com/office/drawing/2014/main" id="{453551FA-97E6-2245-9BD6-C384100F7F4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109941728"/>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F9371B-F92F-AED8-457A-F4BAE6779B8C}"/>
              </a:ext>
            </a:extLst>
          </p:cNvPr>
          <p:cNvSpPr>
            <a:spLocks noGrp="1"/>
          </p:cNvSpPr>
          <p:nvPr>
            <p:ph type="body" sz="quarter" idx="1"/>
          </p:nvPr>
        </p:nvSpPr>
        <p:spPr/>
        <p:txBody>
          <a:bodyPr/>
          <a:lstStyle/>
          <a:p>
            <a:r>
              <a:rPr lang="en-US" dirty="0"/>
              <a:t>Session 11</a:t>
            </a:r>
          </a:p>
          <a:p>
            <a:r>
              <a:rPr lang="en-US" dirty="0"/>
              <a:t>COMP6799001 – Database Technology</a:t>
            </a:r>
          </a:p>
        </p:txBody>
      </p:sp>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p:txBody>
          <a:bodyPr/>
          <a:lstStyle/>
          <a:p>
            <a:r>
              <a:rPr lang="en-US" dirty="0"/>
              <a:t>Overview of Transaction Management</a:t>
            </a:r>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p:txBody>
          <a:bodyPr/>
          <a:lstStyle/>
          <a:p>
            <a:r>
              <a:rPr lang="en-US"/>
              <a:t>D6667-Said Achmad</a:t>
            </a:r>
            <a:endParaRPr lang="en-US" dirty="0"/>
          </a:p>
        </p:txBody>
      </p:sp>
    </p:spTree>
    <p:extLst>
      <p:ext uri="{BB962C8B-B14F-4D97-AF65-F5344CB8AC3E}">
        <p14:creationId xmlns:p14="http://schemas.microsoft.com/office/powerpoint/2010/main" val="380756458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9DDA0-7967-D64A-2EC9-C06A58A04C19}"/>
              </a:ext>
            </a:extLst>
          </p:cNvPr>
          <p:cNvSpPr>
            <a:spLocks noGrp="1"/>
          </p:cNvSpPr>
          <p:nvPr>
            <p:ph type="title"/>
          </p:nvPr>
        </p:nvSpPr>
        <p:spPr/>
        <p:txBody>
          <a:bodyPr>
            <a:noAutofit/>
          </a:bodyPr>
          <a:lstStyle/>
          <a:p>
            <a:r>
              <a:rPr lang="en-US" sz="4000" dirty="0"/>
              <a:t>Learning Objective</a:t>
            </a:r>
            <a:endParaRPr lang="en-ID" sz="4000" dirty="0"/>
          </a:p>
        </p:txBody>
      </p:sp>
      <p:sp>
        <p:nvSpPr>
          <p:cNvPr id="4" name="Content Placeholder 3">
            <a:extLst>
              <a:ext uri="{FF2B5EF4-FFF2-40B4-BE49-F238E27FC236}">
                <a16:creationId xmlns:a16="http://schemas.microsoft.com/office/drawing/2014/main" id="{F6398ECD-4701-560A-68A4-064817E603CF}"/>
              </a:ext>
            </a:extLst>
          </p:cNvPr>
          <p:cNvSpPr>
            <a:spLocks noGrp="1"/>
          </p:cNvSpPr>
          <p:nvPr>
            <p:ph sz="quarter" idx="11"/>
          </p:nvPr>
        </p:nvSpPr>
        <p:spPr>
          <a:xfrm>
            <a:off x="2467283" y="3073300"/>
            <a:ext cx="20413981" cy="4522264"/>
          </a:xfrm>
        </p:spPr>
        <p:txBody>
          <a:bodyPr>
            <a:normAutofit/>
          </a:bodyPr>
          <a:lstStyle/>
          <a:p>
            <a:pPr marL="1530350" indent="-1530350">
              <a:buNone/>
            </a:pPr>
            <a:r>
              <a:rPr lang="en-US" sz="5400" dirty="0">
                <a:effectLst/>
                <a:latin typeface="Cambria" panose="02040503050406030204" pitchFamily="18" charset="0"/>
                <a:ea typeface="Cambria" panose="02040503050406030204" pitchFamily="18" charset="0"/>
              </a:rPr>
              <a:t>LO 2: Explain the concepts of relational algebra, data manipulation language, and transaction management on database</a:t>
            </a:r>
          </a:p>
          <a:p>
            <a:pPr marL="1530350" indent="-1530350">
              <a:buNone/>
            </a:pPr>
            <a:r>
              <a:rPr lang="en-US" sz="5400" dirty="0">
                <a:effectLst/>
                <a:latin typeface="Cambria" panose="02040503050406030204" pitchFamily="18" charset="0"/>
                <a:ea typeface="Cambria" panose="02040503050406030204" pitchFamily="18" charset="0"/>
              </a:rPr>
              <a:t>LO 3: Apply to make database and manipulate data in databases</a:t>
            </a:r>
          </a:p>
          <a:p>
            <a:pPr marL="1530350" indent="-1530350">
              <a:buNone/>
            </a:pPr>
            <a:endParaRPr lang="en-US" sz="5400" dirty="0">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248566547"/>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9DDA0-7967-D64A-2EC9-C06A58A04C19}"/>
              </a:ext>
            </a:extLst>
          </p:cNvPr>
          <p:cNvSpPr>
            <a:spLocks noGrp="1"/>
          </p:cNvSpPr>
          <p:nvPr>
            <p:ph type="title"/>
          </p:nvPr>
        </p:nvSpPr>
        <p:spPr/>
        <p:txBody>
          <a:bodyPr>
            <a:noAutofit/>
          </a:bodyPr>
          <a:lstStyle/>
          <a:p>
            <a:r>
              <a:rPr lang="en-US" sz="4000" dirty="0"/>
              <a:t>Outline</a:t>
            </a:r>
            <a:endParaRPr lang="en-ID" sz="4000" dirty="0"/>
          </a:p>
        </p:txBody>
      </p:sp>
      <p:sp>
        <p:nvSpPr>
          <p:cNvPr id="4" name="Content Placeholder 3">
            <a:extLst>
              <a:ext uri="{FF2B5EF4-FFF2-40B4-BE49-F238E27FC236}">
                <a16:creationId xmlns:a16="http://schemas.microsoft.com/office/drawing/2014/main" id="{F6398ECD-4701-560A-68A4-064817E603CF}"/>
              </a:ext>
            </a:extLst>
          </p:cNvPr>
          <p:cNvSpPr>
            <a:spLocks noGrp="1"/>
          </p:cNvSpPr>
          <p:nvPr>
            <p:ph sz="quarter" idx="11"/>
          </p:nvPr>
        </p:nvSpPr>
        <p:spPr>
          <a:xfrm>
            <a:off x="2467283" y="3073300"/>
            <a:ext cx="20413981" cy="2870300"/>
          </a:xfrm>
        </p:spPr>
        <p:txBody>
          <a:bodyPr>
            <a:noAutofit/>
          </a:bodyPr>
          <a:lstStyle/>
          <a:p>
            <a:pPr lvl="0">
              <a:spcBef>
                <a:spcPts val="2400"/>
              </a:spcBef>
            </a:pPr>
            <a:r>
              <a:rPr lang="en-US" sz="4800" dirty="0">
                <a:latin typeface="Cambria" pitchFamily="18" charset="0"/>
                <a:ea typeface="Cambria" pitchFamily="18" charset="0"/>
              </a:rPr>
              <a:t>Transactions</a:t>
            </a:r>
          </a:p>
          <a:p>
            <a:pPr lvl="0">
              <a:spcBef>
                <a:spcPts val="2400"/>
              </a:spcBef>
            </a:pPr>
            <a:r>
              <a:rPr lang="en-US" sz="4800" dirty="0">
                <a:latin typeface="Cambria" pitchFamily="18" charset="0"/>
                <a:ea typeface="Cambria" pitchFamily="18" charset="0"/>
              </a:rPr>
              <a:t>Concurrency in a DBMS</a:t>
            </a:r>
          </a:p>
          <a:p>
            <a:pPr lvl="0">
              <a:spcBef>
                <a:spcPts val="2400"/>
              </a:spcBef>
            </a:pPr>
            <a:r>
              <a:rPr lang="en-US" sz="4800" dirty="0">
                <a:latin typeface="Cambria" pitchFamily="18" charset="0"/>
                <a:ea typeface="Cambria" pitchFamily="18" charset="0"/>
              </a:rPr>
              <a:t>Atomicity of Transactions</a:t>
            </a:r>
          </a:p>
          <a:p>
            <a:pPr lvl="0">
              <a:spcBef>
                <a:spcPts val="2400"/>
              </a:spcBef>
            </a:pPr>
            <a:r>
              <a:rPr lang="en-US" sz="4800" dirty="0">
                <a:latin typeface="Cambria" pitchFamily="18" charset="0"/>
                <a:ea typeface="Cambria" pitchFamily="18" charset="0"/>
              </a:rPr>
              <a:t>Scheduling Transactions</a:t>
            </a:r>
          </a:p>
          <a:p>
            <a:pPr lvl="0">
              <a:spcBef>
                <a:spcPts val="2400"/>
              </a:spcBef>
            </a:pPr>
            <a:r>
              <a:rPr lang="en-US" sz="4800" dirty="0">
                <a:latin typeface="Cambria" pitchFamily="18" charset="0"/>
                <a:ea typeface="Cambria" pitchFamily="18" charset="0"/>
              </a:rPr>
              <a:t>Lock-Based Concurrency Control</a:t>
            </a:r>
          </a:p>
          <a:p>
            <a:pPr lvl="0">
              <a:spcBef>
                <a:spcPts val="2400"/>
              </a:spcBef>
            </a:pPr>
            <a:r>
              <a:rPr lang="en-US" sz="4800" dirty="0">
                <a:latin typeface="Cambria" pitchFamily="18" charset="0"/>
                <a:ea typeface="Cambria" pitchFamily="18" charset="0"/>
              </a:rPr>
              <a:t>Recovering From a Crash</a:t>
            </a:r>
          </a:p>
        </p:txBody>
      </p:sp>
    </p:spTree>
    <p:extLst>
      <p:ext uri="{BB962C8B-B14F-4D97-AF65-F5344CB8AC3E}">
        <p14:creationId xmlns:p14="http://schemas.microsoft.com/office/powerpoint/2010/main" val="3724825567"/>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580FD-C213-BE4E-B0D4-01511112AF0D}"/>
              </a:ext>
            </a:extLst>
          </p:cNvPr>
          <p:cNvSpPr>
            <a:spLocks noGrp="1"/>
          </p:cNvSpPr>
          <p:nvPr>
            <p:ph type="title"/>
          </p:nvPr>
        </p:nvSpPr>
        <p:spPr/>
        <p:txBody>
          <a:bodyPr/>
          <a:lstStyle/>
          <a:p>
            <a:r>
              <a:rPr lang="en-US" dirty="0"/>
              <a:t>Transactions</a:t>
            </a:r>
          </a:p>
        </p:txBody>
      </p:sp>
    </p:spTree>
    <p:extLst>
      <p:ext uri="{BB962C8B-B14F-4D97-AF65-F5344CB8AC3E}">
        <p14:creationId xmlns:p14="http://schemas.microsoft.com/office/powerpoint/2010/main" val="363028880"/>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3">
            <a:extLst>
              <a:ext uri="{FF2B5EF4-FFF2-40B4-BE49-F238E27FC236}">
                <a16:creationId xmlns:a16="http://schemas.microsoft.com/office/drawing/2014/main" id="{D3B8AA65-724A-942C-B003-7552F1BDCAB1}"/>
              </a:ext>
            </a:extLst>
          </p:cNvPr>
          <p:cNvSpPr txBox="1">
            <a:spLocks/>
          </p:cNvSpPr>
          <p:nvPr/>
        </p:nvSpPr>
        <p:spPr>
          <a:xfrm>
            <a:off x="2167377" y="2670048"/>
            <a:ext cx="20413981" cy="1104595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Autofit/>
          </a:bodyPr>
          <a:lstStyle>
            <a:lvl1pPr marL="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chemeClr val="bg1"/>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685800" lvl="0" indent="-685800">
              <a:buFont typeface="Arial" panose="020B0604020202020204" pitchFamily="34" charset="0"/>
              <a:buChar char="•"/>
            </a:pPr>
            <a:r>
              <a:rPr lang="en-US" sz="5400" dirty="0">
                <a:solidFill>
                  <a:schemeClr val="tx1">
                    <a:lumMod val="50000"/>
                  </a:schemeClr>
                </a:solidFill>
                <a:latin typeface="Cambria" pitchFamily="18" charset="0"/>
                <a:ea typeface="Cambria" pitchFamily="18" charset="0"/>
              </a:rPr>
              <a:t>Concurrent execution of user programs is essential for good DBMS performance.</a:t>
            </a:r>
          </a:p>
          <a:p>
            <a:pPr marL="1905000" lvl="1" indent="-685800">
              <a:buFont typeface="Wingdings" panose="05000000000000000000" pitchFamily="2" charset="2"/>
              <a:buChar char="§"/>
            </a:pPr>
            <a:r>
              <a:rPr lang="en-US" sz="5400" dirty="0">
                <a:solidFill>
                  <a:schemeClr val="tx1">
                    <a:lumMod val="50000"/>
                  </a:schemeClr>
                </a:solidFill>
                <a:latin typeface="Cambria" pitchFamily="18" charset="0"/>
                <a:ea typeface="Cambria" pitchFamily="18" charset="0"/>
              </a:rPr>
              <a:t>Because disk accesses are frequent, and relatively slow, it is important to keep the </a:t>
            </a:r>
            <a:r>
              <a:rPr lang="en-US" sz="5400" dirty="0" err="1">
                <a:solidFill>
                  <a:schemeClr val="tx1">
                    <a:lumMod val="50000"/>
                  </a:schemeClr>
                </a:solidFill>
                <a:latin typeface="Cambria" pitchFamily="18" charset="0"/>
                <a:ea typeface="Cambria" pitchFamily="18" charset="0"/>
              </a:rPr>
              <a:t>cpu</a:t>
            </a:r>
            <a:r>
              <a:rPr lang="en-US" sz="5400" dirty="0">
                <a:solidFill>
                  <a:schemeClr val="tx1">
                    <a:lumMod val="50000"/>
                  </a:schemeClr>
                </a:solidFill>
                <a:latin typeface="Cambria" pitchFamily="18" charset="0"/>
                <a:ea typeface="Cambria" pitchFamily="18" charset="0"/>
              </a:rPr>
              <a:t> humming by working on several user programs concurrently.</a:t>
            </a:r>
          </a:p>
          <a:p>
            <a:pPr marL="685800" lvl="0" indent="-685800">
              <a:buFont typeface="Arial" panose="020B0604020202020204" pitchFamily="34" charset="0"/>
              <a:buChar char="•"/>
            </a:pPr>
            <a:r>
              <a:rPr lang="en-US" sz="5400" dirty="0">
                <a:solidFill>
                  <a:schemeClr val="tx1">
                    <a:lumMod val="50000"/>
                  </a:schemeClr>
                </a:solidFill>
                <a:latin typeface="Cambria" pitchFamily="18" charset="0"/>
                <a:ea typeface="Cambria" pitchFamily="18" charset="0"/>
              </a:rPr>
              <a:t>A user’s program may carry out many operations on the data retrieved from the database, but the DBMS is only concerned about what data is read/written from/to the database.</a:t>
            </a:r>
          </a:p>
          <a:p>
            <a:pPr marL="685800" lvl="0" indent="-685800">
              <a:buFont typeface="Arial" panose="020B0604020202020204" pitchFamily="34" charset="0"/>
              <a:buChar char="•"/>
            </a:pPr>
            <a:r>
              <a:rPr lang="en-US" sz="5400" dirty="0">
                <a:solidFill>
                  <a:schemeClr val="tx1">
                    <a:lumMod val="50000"/>
                  </a:schemeClr>
                </a:solidFill>
                <a:latin typeface="Cambria" pitchFamily="18" charset="0"/>
                <a:ea typeface="Cambria" pitchFamily="18" charset="0"/>
              </a:rPr>
              <a:t>A </a:t>
            </a:r>
            <a:r>
              <a:rPr lang="en-US" sz="5400" u="sng" dirty="0">
                <a:solidFill>
                  <a:srgbClr val="FF0000"/>
                </a:solidFill>
                <a:latin typeface="Cambria" pitchFamily="18" charset="0"/>
                <a:ea typeface="Cambria" pitchFamily="18" charset="0"/>
              </a:rPr>
              <a:t>transaction</a:t>
            </a:r>
            <a:r>
              <a:rPr lang="en-US" sz="5400" dirty="0">
                <a:solidFill>
                  <a:schemeClr val="tx1">
                    <a:lumMod val="50000"/>
                  </a:schemeClr>
                </a:solidFill>
                <a:latin typeface="Cambria" pitchFamily="18" charset="0"/>
                <a:ea typeface="Cambria" pitchFamily="18" charset="0"/>
              </a:rPr>
              <a:t> is the DBMS’s abstract view of a user program:  a sequence of reads and writes.</a:t>
            </a:r>
          </a:p>
        </p:txBody>
      </p:sp>
      <p:sp>
        <p:nvSpPr>
          <p:cNvPr id="2" name="Title 1">
            <a:extLst>
              <a:ext uri="{FF2B5EF4-FFF2-40B4-BE49-F238E27FC236}">
                <a16:creationId xmlns:a16="http://schemas.microsoft.com/office/drawing/2014/main" id="{3E9583F9-47FA-5E5D-D9AB-61AA297D570E}"/>
              </a:ext>
            </a:extLst>
          </p:cNvPr>
          <p:cNvSpPr>
            <a:spLocks noGrp="1"/>
          </p:cNvSpPr>
          <p:nvPr>
            <p:ph type="title"/>
          </p:nvPr>
        </p:nvSpPr>
        <p:spPr/>
        <p:txBody>
          <a:bodyPr>
            <a:noAutofit/>
          </a:bodyPr>
          <a:lstStyle/>
          <a:p>
            <a:r>
              <a:rPr lang="en-ID" sz="4000" dirty="0"/>
              <a:t>Transactions</a:t>
            </a:r>
          </a:p>
        </p:txBody>
      </p:sp>
    </p:spTree>
    <p:extLst>
      <p:ext uri="{BB962C8B-B14F-4D97-AF65-F5344CB8AC3E}">
        <p14:creationId xmlns:p14="http://schemas.microsoft.com/office/powerpoint/2010/main" val="1915762959"/>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580FD-C213-BE4E-B0D4-01511112AF0D}"/>
              </a:ext>
            </a:extLst>
          </p:cNvPr>
          <p:cNvSpPr>
            <a:spLocks noGrp="1"/>
          </p:cNvSpPr>
          <p:nvPr>
            <p:ph type="title"/>
          </p:nvPr>
        </p:nvSpPr>
        <p:spPr/>
        <p:txBody>
          <a:bodyPr/>
          <a:lstStyle/>
          <a:p>
            <a:r>
              <a:rPr lang="en-US" dirty="0"/>
              <a:t>Concurrency in a DBMS</a:t>
            </a:r>
          </a:p>
        </p:txBody>
      </p:sp>
    </p:spTree>
    <p:extLst>
      <p:ext uri="{BB962C8B-B14F-4D97-AF65-F5344CB8AC3E}">
        <p14:creationId xmlns:p14="http://schemas.microsoft.com/office/powerpoint/2010/main" val="2775010017"/>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3">
            <a:extLst>
              <a:ext uri="{FF2B5EF4-FFF2-40B4-BE49-F238E27FC236}">
                <a16:creationId xmlns:a16="http://schemas.microsoft.com/office/drawing/2014/main" id="{D3B8AA65-724A-942C-B003-7552F1BDCAB1}"/>
              </a:ext>
            </a:extLst>
          </p:cNvPr>
          <p:cNvSpPr txBox="1">
            <a:spLocks/>
          </p:cNvSpPr>
          <p:nvPr/>
        </p:nvSpPr>
        <p:spPr>
          <a:xfrm>
            <a:off x="2167377" y="2670048"/>
            <a:ext cx="20413981" cy="1104595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Autofit/>
          </a:bodyPr>
          <a:lstStyle>
            <a:lvl1pPr marL="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chemeClr val="bg1"/>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685800" lvl="0" indent="-685800">
              <a:buFont typeface="Arial" panose="020B0604020202020204" pitchFamily="34" charset="0"/>
              <a:buChar char="•"/>
            </a:pPr>
            <a:r>
              <a:rPr lang="en-US" dirty="0">
                <a:solidFill>
                  <a:schemeClr val="tx1">
                    <a:lumMod val="50000"/>
                  </a:schemeClr>
                </a:solidFill>
                <a:latin typeface="Cambria" pitchFamily="18" charset="0"/>
                <a:ea typeface="Cambria" pitchFamily="18" charset="0"/>
              </a:rPr>
              <a:t>Users submit transactions, and can think of each transaction as executing by itself.</a:t>
            </a:r>
          </a:p>
          <a:p>
            <a:pPr marL="1905000" lvl="1" indent="-685800">
              <a:buFont typeface="Wingdings" panose="05000000000000000000" pitchFamily="2" charset="2"/>
              <a:buChar char="§"/>
            </a:pPr>
            <a:r>
              <a:rPr lang="en-US" dirty="0">
                <a:solidFill>
                  <a:schemeClr val="tx1">
                    <a:lumMod val="50000"/>
                  </a:schemeClr>
                </a:solidFill>
                <a:latin typeface="Cambria" pitchFamily="18" charset="0"/>
                <a:ea typeface="Cambria" pitchFamily="18" charset="0"/>
              </a:rPr>
              <a:t>Concurrency is achieved by the DBMS, which interleaves actions (reads/writes of DB objects) of various transactions.</a:t>
            </a:r>
          </a:p>
          <a:p>
            <a:pPr marL="1905000" lvl="1" indent="-685800">
              <a:buFont typeface="Wingdings" panose="05000000000000000000" pitchFamily="2" charset="2"/>
              <a:buChar char="§"/>
            </a:pPr>
            <a:r>
              <a:rPr lang="en-US" dirty="0">
                <a:solidFill>
                  <a:schemeClr val="tx1">
                    <a:lumMod val="50000"/>
                  </a:schemeClr>
                </a:solidFill>
                <a:latin typeface="Cambria" pitchFamily="18" charset="0"/>
                <a:ea typeface="Cambria" pitchFamily="18" charset="0"/>
              </a:rPr>
              <a:t>Each transaction must leave the database in a consistent state if the DB is consistent when the transaction begins.</a:t>
            </a:r>
          </a:p>
          <a:p>
            <a:pPr marL="2514600" lvl="2" indent="-685800">
              <a:buFont typeface="Courier New" panose="02070309020205020404" pitchFamily="49" charset="0"/>
              <a:buChar char="o"/>
            </a:pPr>
            <a:r>
              <a:rPr lang="en-US" dirty="0">
                <a:solidFill>
                  <a:schemeClr val="tx1">
                    <a:lumMod val="50000"/>
                  </a:schemeClr>
                </a:solidFill>
                <a:latin typeface="Cambria" pitchFamily="18" charset="0"/>
                <a:ea typeface="Cambria" pitchFamily="18" charset="0"/>
              </a:rPr>
              <a:t>DBMS will enforce some ICs, depending on the ICs declared in CREATE TABLE statements.</a:t>
            </a:r>
          </a:p>
          <a:p>
            <a:pPr marL="2514600" lvl="2" indent="-685800">
              <a:buFont typeface="Courier New" panose="02070309020205020404" pitchFamily="49" charset="0"/>
              <a:buChar char="o"/>
            </a:pPr>
            <a:r>
              <a:rPr lang="en-US" dirty="0">
                <a:solidFill>
                  <a:schemeClr val="tx1">
                    <a:lumMod val="50000"/>
                  </a:schemeClr>
                </a:solidFill>
                <a:latin typeface="Cambria" pitchFamily="18" charset="0"/>
                <a:ea typeface="Cambria" pitchFamily="18" charset="0"/>
              </a:rPr>
              <a:t>Beyond this, the DBMS does not really understand the semantics of the data.  (e.g., it does not understand how the interest on a bank account is computed).</a:t>
            </a:r>
          </a:p>
          <a:p>
            <a:pPr marL="685800" lvl="0" indent="-685800">
              <a:buFont typeface="Arial" panose="020B0604020202020204" pitchFamily="34" charset="0"/>
              <a:buChar char="•"/>
            </a:pPr>
            <a:r>
              <a:rPr lang="en-US" i="1" dirty="0">
                <a:solidFill>
                  <a:srgbClr val="FF0000"/>
                </a:solidFill>
                <a:latin typeface="Cambria" pitchFamily="18" charset="0"/>
                <a:ea typeface="Cambria" pitchFamily="18" charset="0"/>
              </a:rPr>
              <a:t>Issues:</a:t>
            </a:r>
            <a:r>
              <a:rPr lang="en-US" dirty="0">
                <a:solidFill>
                  <a:schemeClr val="tx1">
                    <a:lumMod val="50000"/>
                  </a:schemeClr>
                </a:solidFill>
                <a:latin typeface="Cambria" pitchFamily="18" charset="0"/>
                <a:ea typeface="Cambria" pitchFamily="18" charset="0"/>
              </a:rPr>
              <a:t>  Effect of </a:t>
            </a:r>
            <a:r>
              <a:rPr lang="en-US" i="1" dirty="0">
                <a:solidFill>
                  <a:srgbClr val="FF0000"/>
                </a:solidFill>
                <a:latin typeface="Cambria" pitchFamily="18" charset="0"/>
                <a:ea typeface="Cambria" pitchFamily="18" charset="0"/>
              </a:rPr>
              <a:t>interleaving</a:t>
            </a:r>
            <a:r>
              <a:rPr lang="en-US" dirty="0">
                <a:solidFill>
                  <a:schemeClr val="tx1">
                    <a:lumMod val="50000"/>
                  </a:schemeClr>
                </a:solidFill>
                <a:latin typeface="Cambria" pitchFamily="18" charset="0"/>
                <a:ea typeface="Cambria" pitchFamily="18" charset="0"/>
              </a:rPr>
              <a:t> transactions, and </a:t>
            </a:r>
            <a:r>
              <a:rPr lang="en-US" i="1" dirty="0">
                <a:solidFill>
                  <a:srgbClr val="FF0000"/>
                </a:solidFill>
                <a:latin typeface="Cambria" pitchFamily="18" charset="0"/>
                <a:ea typeface="Cambria" pitchFamily="18" charset="0"/>
              </a:rPr>
              <a:t>crashes.</a:t>
            </a:r>
          </a:p>
        </p:txBody>
      </p:sp>
      <p:sp>
        <p:nvSpPr>
          <p:cNvPr id="2" name="Title 1">
            <a:extLst>
              <a:ext uri="{FF2B5EF4-FFF2-40B4-BE49-F238E27FC236}">
                <a16:creationId xmlns:a16="http://schemas.microsoft.com/office/drawing/2014/main" id="{3E9583F9-47FA-5E5D-D9AB-61AA297D570E}"/>
              </a:ext>
            </a:extLst>
          </p:cNvPr>
          <p:cNvSpPr>
            <a:spLocks noGrp="1"/>
          </p:cNvSpPr>
          <p:nvPr>
            <p:ph type="title"/>
          </p:nvPr>
        </p:nvSpPr>
        <p:spPr/>
        <p:txBody>
          <a:bodyPr>
            <a:noAutofit/>
          </a:bodyPr>
          <a:lstStyle/>
          <a:p>
            <a:r>
              <a:rPr lang="en-ID" sz="4000" dirty="0"/>
              <a:t>Concurrency in a DBMS</a:t>
            </a:r>
          </a:p>
        </p:txBody>
      </p:sp>
    </p:spTree>
    <p:extLst>
      <p:ext uri="{BB962C8B-B14F-4D97-AF65-F5344CB8AC3E}">
        <p14:creationId xmlns:p14="http://schemas.microsoft.com/office/powerpoint/2010/main" val="559514547"/>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580FD-C213-BE4E-B0D4-01511112AF0D}"/>
              </a:ext>
            </a:extLst>
          </p:cNvPr>
          <p:cNvSpPr>
            <a:spLocks noGrp="1"/>
          </p:cNvSpPr>
          <p:nvPr>
            <p:ph type="title"/>
          </p:nvPr>
        </p:nvSpPr>
        <p:spPr/>
        <p:txBody>
          <a:bodyPr/>
          <a:lstStyle/>
          <a:p>
            <a:r>
              <a:rPr lang="en-US" dirty="0"/>
              <a:t>Atomicity of Transactions</a:t>
            </a:r>
          </a:p>
        </p:txBody>
      </p:sp>
    </p:spTree>
    <p:extLst>
      <p:ext uri="{BB962C8B-B14F-4D97-AF65-F5344CB8AC3E}">
        <p14:creationId xmlns:p14="http://schemas.microsoft.com/office/powerpoint/2010/main" val="3553207723"/>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3">
            <a:extLst>
              <a:ext uri="{FF2B5EF4-FFF2-40B4-BE49-F238E27FC236}">
                <a16:creationId xmlns:a16="http://schemas.microsoft.com/office/drawing/2014/main" id="{D3B8AA65-724A-942C-B003-7552F1BDCAB1}"/>
              </a:ext>
            </a:extLst>
          </p:cNvPr>
          <p:cNvSpPr txBox="1">
            <a:spLocks/>
          </p:cNvSpPr>
          <p:nvPr/>
        </p:nvSpPr>
        <p:spPr>
          <a:xfrm>
            <a:off x="1927655" y="2670048"/>
            <a:ext cx="20653704" cy="1018097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Autofit/>
          </a:bodyPr>
          <a:lstStyle>
            <a:lvl1pPr marL="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chemeClr val="bg1"/>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685800" lvl="0" indent="-685800">
              <a:buFont typeface="Arial" panose="020B0604020202020204" pitchFamily="34" charset="0"/>
              <a:buChar char="•"/>
            </a:pPr>
            <a:r>
              <a:rPr lang="en-US" sz="5400" dirty="0">
                <a:solidFill>
                  <a:schemeClr val="tx1">
                    <a:lumMod val="50000"/>
                  </a:schemeClr>
                </a:solidFill>
                <a:latin typeface="Cambria" pitchFamily="18" charset="0"/>
                <a:ea typeface="Cambria" pitchFamily="18" charset="0"/>
              </a:rPr>
              <a:t>A transaction might </a:t>
            </a:r>
            <a:r>
              <a:rPr lang="en-US" sz="5400" i="1" dirty="0">
                <a:solidFill>
                  <a:srgbClr val="FF0000"/>
                </a:solidFill>
                <a:latin typeface="Cambria" pitchFamily="18" charset="0"/>
                <a:ea typeface="Cambria" pitchFamily="18" charset="0"/>
              </a:rPr>
              <a:t>commit</a:t>
            </a:r>
            <a:r>
              <a:rPr lang="en-US" sz="5400" dirty="0">
                <a:solidFill>
                  <a:schemeClr val="tx1">
                    <a:lumMod val="50000"/>
                  </a:schemeClr>
                </a:solidFill>
                <a:latin typeface="Cambria" pitchFamily="18" charset="0"/>
                <a:ea typeface="Cambria" pitchFamily="18" charset="0"/>
              </a:rPr>
              <a:t> after completing all its actions, or it could </a:t>
            </a:r>
            <a:r>
              <a:rPr lang="en-US" sz="5400" i="1" dirty="0">
                <a:solidFill>
                  <a:srgbClr val="FF0000"/>
                </a:solidFill>
                <a:latin typeface="Cambria" pitchFamily="18" charset="0"/>
                <a:ea typeface="Cambria" pitchFamily="18" charset="0"/>
              </a:rPr>
              <a:t>abort</a:t>
            </a:r>
            <a:r>
              <a:rPr lang="en-US" sz="5400" dirty="0">
                <a:solidFill>
                  <a:schemeClr val="tx1">
                    <a:lumMod val="50000"/>
                  </a:schemeClr>
                </a:solidFill>
                <a:latin typeface="Cambria" pitchFamily="18" charset="0"/>
                <a:ea typeface="Cambria" pitchFamily="18" charset="0"/>
              </a:rPr>
              <a:t> (or be aborted by the DBMS) after executing some actions.</a:t>
            </a:r>
          </a:p>
          <a:p>
            <a:pPr marL="685800" lvl="0" indent="-685800">
              <a:buFont typeface="Arial" panose="020B0604020202020204" pitchFamily="34" charset="0"/>
              <a:buChar char="•"/>
            </a:pPr>
            <a:r>
              <a:rPr lang="en-US" sz="5400" dirty="0">
                <a:solidFill>
                  <a:schemeClr val="tx1">
                    <a:lumMod val="50000"/>
                  </a:schemeClr>
                </a:solidFill>
                <a:latin typeface="Cambria" pitchFamily="18" charset="0"/>
                <a:ea typeface="Cambria" pitchFamily="18" charset="0"/>
              </a:rPr>
              <a:t>A very important property guaranteed by the DBMS for all transactions is that they are </a:t>
            </a:r>
            <a:r>
              <a:rPr lang="en-US" sz="5400" i="1" u="sng" dirty="0">
                <a:solidFill>
                  <a:srgbClr val="FF0000"/>
                </a:solidFill>
                <a:latin typeface="Cambria" pitchFamily="18" charset="0"/>
                <a:ea typeface="Cambria" pitchFamily="18" charset="0"/>
              </a:rPr>
              <a:t>atomic</a:t>
            </a:r>
            <a:r>
              <a:rPr lang="en-US" sz="5400" dirty="0">
                <a:solidFill>
                  <a:schemeClr val="tx1">
                    <a:lumMod val="50000"/>
                  </a:schemeClr>
                </a:solidFill>
                <a:latin typeface="Cambria" pitchFamily="18" charset="0"/>
                <a:ea typeface="Cambria" pitchFamily="18" charset="0"/>
              </a:rPr>
              <a:t>.  That is, a user can think of a Xact as always executing all its actions in one step, or not executing any actions at all.</a:t>
            </a:r>
          </a:p>
          <a:p>
            <a:pPr marL="1905000" lvl="1" indent="-685800">
              <a:buFont typeface="Wingdings" panose="05000000000000000000" pitchFamily="2" charset="2"/>
              <a:buChar char="§"/>
            </a:pPr>
            <a:r>
              <a:rPr lang="en-US" sz="5400" dirty="0">
                <a:solidFill>
                  <a:schemeClr val="tx1">
                    <a:lumMod val="50000"/>
                  </a:schemeClr>
                </a:solidFill>
                <a:latin typeface="Cambria" pitchFamily="18" charset="0"/>
                <a:ea typeface="Cambria" pitchFamily="18" charset="0"/>
              </a:rPr>
              <a:t>DBMS </a:t>
            </a:r>
            <a:r>
              <a:rPr lang="en-US" sz="5400" i="1" dirty="0">
                <a:solidFill>
                  <a:srgbClr val="FF0000"/>
                </a:solidFill>
                <a:latin typeface="Cambria" pitchFamily="18" charset="0"/>
                <a:ea typeface="Cambria" pitchFamily="18" charset="0"/>
              </a:rPr>
              <a:t>logs</a:t>
            </a:r>
            <a:r>
              <a:rPr lang="en-US" sz="5400" dirty="0">
                <a:solidFill>
                  <a:schemeClr val="tx1">
                    <a:lumMod val="50000"/>
                  </a:schemeClr>
                </a:solidFill>
                <a:latin typeface="Cambria" pitchFamily="18" charset="0"/>
                <a:ea typeface="Cambria" pitchFamily="18" charset="0"/>
              </a:rPr>
              <a:t> all actions so that it can </a:t>
            </a:r>
            <a:r>
              <a:rPr lang="en-US" sz="5400" i="1" dirty="0">
                <a:solidFill>
                  <a:srgbClr val="FF0000"/>
                </a:solidFill>
                <a:latin typeface="Cambria" pitchFamily="18" charset="0"/>
                <a:ea typeface="Cambria" pitchFamily="18" charset="0"/>
              </a:rPr>
              <a:t>undo</a:t>
            </a:r>
            <a:r>
              <a:rPr lang="en-US" sz="5400" dirty="0">
                <a:solidFill>
                  <a:schemeClr val="tx1">
                    <a:lumMod val="50000"/>
                  </a:schemeClr>
                </a:solidFill>
                <a:latin typeface="Cambria" pitchFamily="18" charset="0"/>
                <a:ea typeface="Cambria" pitchFamily="18" charset="0"/>
              </a:rPr>
              <a:t> the actions of aborted transactions.</a:t>
            </a:r>
          </a:p>
        </p:txBody>
      </p:sp>
      <p:sp>
        <p:nvSpPr>
          <p:cNvPr id="2" name="Title 1">
            <a:extLst>
              <a:ext uri="{FF2B5EF4-FFF2-40B4-BE49-F238E27FC236}">
                <a16:creationId xmlns:a16="http://schemas.microsoft.com/office/drawing/2014/main" id="{3E9583F9-47FA-5E5D-D9AB-61AA297D570E}"/>
              </a:ext>
            </a:extLst>
          </p:cNvPr>
          <p:cNvSpPr>
            <a:spLocks noGrp="1"/>
          </p:cNvSpPr>
          <p:nvPr>
            <p:ph type="title"/>
          </p:nvPr>
        </p:nvSpPr>
        <p:spPr/>
        <p:txBody>
          <a:bodyPr>
            <a:noAutofit/>
          </a:bodyPr>
          <a:lstStyle/>
          <a:p>
            <a:r>
              <a:rPr lang="en-ID" sz="4000" dirty="0"/>
              <a:t>Atomicity of Transactions</a:t>
            </a:r>
          </a:p>
        </p:txBody>
      </p:sp>
    </p:spTree>
    <p:extLst>
      <p:ext uri="{BB962C8B-B14F-4D97-AF65-F5344CB8AC3E}">
        <p14:creationId xmlns:p14="http://schemas.microsoft.com/office/powerpoint/2010/main" val="971364835"/>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3">
            <a:extLst>
              <a:ext uri="{FF2B5EF4-FFF2-40B4-BE49-F238E27FC236}">
                <a16:creationId xmlns:a16="http://schemas.microsoft.com/office/drawing/2014/main" id="{D3B8AA65-724A-942C-B003-7552F1BDCAB1}"/>
              </a:ext>
            </a:extLst>
          </p:cNvPr>
          <p:cNvSpPr txBox="1">
            <a:spLocks/>
          </p:cNvSpPr>
          <p:nvPr/>
        </p:nvSpPr>
        <p:spPr>
          <a:xfrm>
            <a:off x="1927655" y="2670049"/>
            <a:ext cx="20653704" cy="13533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Autofit/>
          </a:bodyPr>
          <a:lstStyle>
            <a:lvl1pPr marL="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chemeClr val="bg1"/>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685800" lvl="0" indent="-685800">
              <a:buFont typeface="Arial" panose="020B0604020202020204" pitchFamily="34" charset="0"/>
              <a:buChar char="•"/>
            </a:pPr>
            <a:r>
              <a:rPr lang="en-US" sz="5400" dirty="0">
                <a:solidFill>
                  <a:schemeClr val="tx1">
                    <a:lumMod val="50000"/>
                  </a:schemeClr>
                </a:solidFill>
                <a:latin typeface="Cambria" pitchFamily="18" charset="0"/>
                <a:ea typeface="Cambria" pitchFamily="18" charset="0"/>
              </a:rPr>
              <a:t>Consider two transactions (</a:t>
            </a:r>
            <a:r>
              <a:rPr lang="en-US" sz="5400" dirty="0" err="1">
                <a:solidFill>
                  <a:schemeClr val="tx1">
                    <a:lumMod val="50000"/>
                  </a:schemeClr>
                </a:solidFill>
                <a:latin typeface="Cambria" pitchFamily="18" charset="0"/>
                <a:ea typeface="Cambria" pitchFamily="18" charset="0"/>
              </a:rPr>
              <a:t>Xacts</a:t>
            </a:r>
            <a:r>
              <a:rPr lang="en-US" sz="5400" dirty="0">
                <a:solidFill>
                  <a:schemeClr val="tx1">
                    <a:lumMod val="50000"/>
                  </a:schemeClr>
                </a:solidFill>
                <a:latin typeface="Cambria" pitchFamily="18" charset="0"/>
                <a:ea typeface="Cambria" pitchFamily="18" charset="0"/>
              </a:rPr>
              <a:t>):</a:t>
            </a:r>
          </a:p>
        </p:txBody>
      </p:sp>
      <p:sp>
        <p:nvSpPr>
          <p:cNvPr id="2" name="Title 1">
            <a:extLst>
              <a:ext uri="{FF2B5EF4-FFF2-40B4-BE49-F238E27FC236}">
                <a16:creationId xmlns:a16="http://schemas.microsoft.com/office/drawing/2014/main" id="{3E9583F9-47FA-5E5D-D9AB-61AA297D570E}"/>
              </a:ext>
            </a:extLst>
          </p:cNvPr>
          <p:cNvSpPr>
            <a:spLocks noGrp="1"/>
          </p:cNvSpPr>
          <p:nvPr>
            <p:ph type="title"/>
          </p:nvPr>
        </p:nvSpPr>
        <p:spPr/>
        <p:txBody>
          <a:bodyPr>
            <a:noAutofit/>
          </a:bodyPr>
          <a:lstStyle/>
          <a:p>
            <a:r>
              <a:rPr lang="en-ID" sz="4000" dirty="0"/>
              <a:t>Example</a:t>
            </a:r>
          </a:p>
        </p:txBody>
      </p:sp>
      <p:sp>
        <p:nvSpPr>
          <p:cNvPr id="3" name="Content Placeholder 3">
            <a:extLst>
              <a:ext uri="{FF2B5EF4-FFF2-40B4-BE49-F238E27FC236}">
                <a16:creationId xmlns:a16="http://schemas.microsoft.com/office/drawing/2014/main" id="{70C118E9-1359-9C41-31E3-0CFE0A4BCFD0}"/>
              </a:ext>
            </a:extLst>
          </p:cNvPr>
          <p:cNvSpPr txBox="1">
            <a:spLocks/>
          </p:cNvSpPr>
          <p:nvPr/>
        </p:nvSpPr>
        <p:spPr>
          <a:xfrm>
            <a:off x="1865148" y="4102610"/>
            <a:ext cx="10326852" cy="1353312"/>
          </a:xfrm>
          <a:prstGeom prst="rect">
            <a:avLst/>
          </a:prstGeom>
          <a:noFill/>
          <a:ln w="12700">
            <a:solidFill>
              <a:srgbClr val="000000"/>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Autofit/>
          </a:bodyPr>
          <a:lstStyle>
            <a:lvl1pPr marL="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chemeClr val="bg1"/>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algn="ctr" eaLnBrk="1" hangingPunct="1">
              <a:spcBef>
                <a:spcPts val="0"/>
              </a:spcBef>
              <a:buFontTx/>
              <a:buNone/>
            </a:pPr>
            <a:r>
              <a:rPr lang="en-US" altLang="en-US" sz="3600" dirty="0">
                <a:solidFill>
                  <a:srgbClr val="000000"/>
                </a:solidFill>
                <a:latin typeface="Book Antiqua" panose="02040602050305030304" pitchFamily="18" charset="0"/>
              </a:rPr>
              <a:t>T1:	BEGIN   A=A+100,   B=B-100   END</a:t>
            </a:r>
          </a:p>
          <a:p>
            <a:pPr algn="ctr" eaLnBrk="1" hangingPunct="1">
              <a:spcBef>
                <a:spcPts val="0"/>
              </a:spcBef>
              <a:buFontTx/>
              <a:buNone/>
            </a:pPr>
            <a:r>
              <a:rPr lang="en-US" altLang="en-US" sz="3600" dirty="0">
                <a:solidFill>
                  <a:srgbClr val="000000"/>
                </a:solidFill>
                <a:latin typeface="Book Antiqua" panose="02040602050305030304" pitchFamily="18" charset="0"/>
              </a:rPr>
              <a:t>T2:	BEGIN   A=1.06*A,   B=1.06*B   END</a:t>
            </a:r>
          </a:p>
        </p:txBody>
      </p:sp>
      <p:sp>
        <p:nvSpPr>
          <p:cNvPr id="4" name="Content Placeholder 3">
            <a:extLst>
              <a:ext uri="{FF2B5EF4-FFF2-40B4-BE49-F238E27FC236}">
                <a16:creationId xmlns:a16="http://schemas.microsoft.com/office/drawing/2014/main" id="{F553F2DA-D828-6286-6498-476013130BDF}"/>
              </a:ext>
            </a:extLst>
          </p:cNvPr>
          <p:cNvSpPr txBox="1">
            <a:spLocks/>
          </p:cNvSpPr>
          <p:nvPr/>
        </p:nvSpPr>
        <p:spPr>
          <a:xfrm>
            <a:off x="1927654" y="6150277"/>
            <a:ext cx="21334681" cy="56936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Autofit/>
          </a:bodyPr>
          <a:lstStyle>
            <a:lvl1pPr marL="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chemeClr val="bg1"/>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685800" lvl="0" indent="-685800">
              <a:buFont typeface="Wingdings" panose="05000000000000000000" pitchFamily="2" charset="2"/>
              <a:buChar char="v"/>
            </a:pPr>
            <a:r>
              <a:rPr lang="en-US" sz="5400" dirty="0">
                <a:solidFill>
                  <a:schemeClr val="tx1">
                    <a:lumMod val="50000"/>
                  </a:schemeClr>
                </a:solidFill>
                <a:latin typeface="Cambria" pitchFamily="18" charset="0"/>
                <a:ea typeface="Cambria" pitchFamily="18" charset="0"/>
              </a:rPr>
              <a:t>Intuitively, the first transaction is transferring $100 from B’s account to A’s account.  The second is crediting both accounts with a 6% interest payment.</a:t>
            </a:r>
          </a:p>
          <a:p>
            <a:pPr marL="685800" lvl="0" indent="-685800">
              <a:buFont typeface="Wingdings" panose="05000000000000000000" pitchFamily="2" charset="2"/>
              <a:buChar char="v"/>
            </a:pPr>
            <a:r>
              <a:rPr lang="en-US" sz="5400" dirty="0">
                <a:solidFill>
                  <a:schemeClr val="tx1">
                    <a:lumMod val="50000"/>
                  </a:schemeClr>
                </a:solidFill>
                <a:latin typeface="Cambria" pitchFamily="18" charset="0"/>
                <a:ea typeface="Cambria" pitchFamily="18" charset="0"/>
              </a:rPr>
              <a:t>There is no guarantee that T1 will execute before T2 or vice-versa, if both are submitted together.  However, the net effect must be equivalent to these two transactions running serially in some order.</a:t>
            </a:r>
          </a:p>
        </p:txBody>
      </p:sp>
    </p:spTree>
    <p:extLst>
      <p:ext uri="{BB962C8B-B14F-4D97-AF65-F5344CB8AC3E}">
        <p14:creationId xmlns:p14="http://schemas.microsoft.com/office/powerpoint/2010/main" val="2337170577"/>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3">
            <a:extLst>
              <a:ext uri="{FF2B5EF4-FFF2-40B4-BE49-F238E27FC236}">
                <a16:creationId xmlns:a16="http://schemas.microsoft.com/office/drawing/2014/main" id="{D3B8AA65-724A-942C-B003-7552F1BDCAB1}"/>
              </a:ext>
            </a:extLst>
          </p:cNvPr>
          <p:cNvSpPr txBox="1">
            <a:spLocks/>
          </p:cNvSpPr>
          <p:nvPr/>
        </p:nvSpPr>
        <p:spPr>
          <a:xfrm>
            <a:off x="1927655" y="2670049"/>
            <a:ext cx="20653704" cy="13533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Autofit/>
          </a:bodyPr>
          <a:lstStyle>
            <a:lvl1pPr marL="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chemeClr val="bg1"/>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685800" lvl="0" indent="-685800">
              <a:buFont typeface="Arial" panose="020B0604020202020204" pitchFamily="34" charset="0"/>
              <a:buChar char="•"/>
            </a:pPr>
            <a:r>
              <a:rPr lang="en-US" sz="5400" dirty="0">
                <a:solidFill>
                  <a:schemeClr val="tx1">
                    <a:lumMod val="50000"/>
                  </a:schemeClr>
                </a:solidFill>
                <a:latin typeface="Cambria" pitchFamily="18" charset="0"/>
                <a:ea typeface="Cambria" pitchFamily="18" charset="0"/>
              </a:rPr>
              <a:t>Consider a possible interleaving </a:t>
            </a:r>
            <a:r>
              <a:rPr lang="en-US" sz="5400" i="1" u="sng" dirty="0">
                <a:solidFill>
                  <a:srgbClr val="FF0000"/>
                </a:solidFill>
                <a:latin typeface="Cambria" pitchFamily="18" charset="0"/>
                <a:ea typeface="Cambria" pitchFamily="18" charset="0"/>
              </a:rPr>
              <a:t>(schedule):</a:t>
            </a:r>
          </a:p>
        </p:txBody>
      </p:sp>
      <p:sp>
        <p:nvSpPr>
          <p:cNvPr id="2" name="Title 1">
            <a:extLst>
              <a:ext uri="{FF2B5EF4-FFF2-40B4-BE49-F238E27FC236}">
                <a16:creationId xmlns:a16="http://schemas.microsoft.com/office/drawing/2014/main" id="{3E9583F9-47FA-5E5D-D9AB-61AA297D570E}"/>
              </a:ext>
            </a:extLst>
          </p:cNvPr>
          <p:cNvSpPr>
            <a:spLocks noGrp="1"/>
          </p:cNvSpPr>
          <p:nvPr>
            <p:ph type="title"/>
          </p:nvPr>
        </p:nvSpPr>
        <p:spPr/>
        <p:txBody>
          <a:bodyPr>
            <a:noAutofit/>
          </a:bodyPr>
          <a:lstStyle/>
          <a:p>
            <a:r>
              <a:rPr lang="en-US" altLang="en-US" sz="3200" dirty="0">
                <a:latin typeface="Open Sans" panose="020B0606030504020204" pitchFamily="34" charset="0"/>
              </a:rPr>
              <a:t>Example (Contd.)</a:t>
            </a:r>
            <a:endParaRPr lang="en-ID" sz="4000" dirty="0"/>
          </a:p>
        </p:txBody>
      </p:sp>
      <p:sp>
        <p:nvSpPr>
          <p:cNvPr id="3" name="Content Placeholder 3">
            <a:extLst>
              <a:ext uri="{FF2B5EF4-FFF2-40B4-BE49-F238E27FC236}">
                <a16:creationId xmlns:a16="http://schemas.microsoft.com/office/drawing/2014/main" id="{70C118E9-1359-9C41-31E3-0CFE0A4BCFD0}"/>
              </a:ext>
            </a:extLst>
          </p:cNvPr>
          <p:cNvSpPr txBox="1">
            <a:spLocks/>
          </p:cNvSpPr>
          <p:nvPr/>
        </p:nvSpPr>
        <p:spPr>
          <a:xfrm>
            <a:off x="1865148" y="4102610"/>
            <a:ext cx="15398724" cy="1353312"/>
          </a:xfrm>
          <a:prstGeom prst="rect">
            <a:avLst/>
          </a:prstGeom>
          <a:noFill/>
          <a:ln w="127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Autofit/>
          </a:bodyPr>
          <a:lstStyle>
            <a:lvl1pPr marL="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chemeClr val="bg1"/>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eaLnBrk="1" hangingPunct="1">
              <a:spcBef>
                <a:spcPct val="0"/>
              </a:spcBef>
              <a:buFontTx/>
              <a:buNone/>
            </a:pPr>
            <a:r>
              <a:rPr lang="en-US" altLang="en-US" sz="3600" dirty="0">
                <a:solidFill>
                  <a:srgbClr val="000000"/>
                </a:solidFill>
                <a:latin typeface="Book Antiqua" panose="02040602050305030304" pitchFamily="18" charset="0"/>
              </a:rPr>
              <a:t>T1:	 A=A+100,   		     B=B-100   </a:t>
            </a:r>
          </a:p>
          <a:p>
            <a:pPr eaLnBrk="1" hangingPunct="1">
              <a:spcBef>
                <a:spcPct val="0"/>
              </a:spcBef>
              <a:buFontTx/>
              <a:buNone/>
            </a:pPr>
            <a:r>
              <a:rPr lang="en-US" altLang="en-US" sz="3600" dirty="0">
                <a:solidFill>
                  <a:srgbClr val="000000"/>
                </a:solidFill>
                <a:latin typeface="Book Antiqua" panose="02040602050305030304" pitchFamily="18" charset="0"/>
              </a:rPr>
              <a:t>T2:	   	         A=1.06*A,  		 B=1.06*B</a:t>
            </a:r>
          </a:p>
        </p:txBody>
      </p:sp>
      <p:sp>
        <p:nvSpPr>
          <p:cNvPr id="4" name="Content Placeholder 3">
            <a:extLst>
              <a:ext uri="{FF2B5EF4-FFF2-40B4-BE49-F238E27FC236}">
                <a16:creationId xmlns:a16="http://schemas.microsoft.com/office/drawing/2014/main" id="{F553F2DA-D828-6286-6498-476013130BDF}"/>
              </a:ext>
            </a:extLst>
          </p:cNvPr>
          <p:cNvSpPr txBox="1">
            <a:spLocks/>
          </p:cNvSpPr>
          <p:nvPr/>
        </p:nvSpPr>
        <p:spPr>
          <a:xfrm>
            <a:off x="1927654" y="6150277"/>
            <a:ext cx="21334681" cy="101861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Autofit/>
          </a:bodyPr>
          <a:lstStyle>
            <a:lvl1pPr marL="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chemeClr val="bg1"/>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685800" lvl="0" indent="-685800">
              <a:buFont typeface="Wingdings" panose="05000000000000000000" pitchFamily="2" charset="2"/>
              <a:buChar char="v"/>
            </a:pPr>
            <a:r>
              <a:rPr lang="en-US" sz="5400" dirty="0">
                <a:solidFill>
                  <a:schemeClr val="tx1">
                    <a:lumMod val="50000"/>
                  </a:schemeClr>
                </a:solidFill>
                <a:latin typeface="Cambria" pitchFamily="18" charset="0"/>
                <a:ea typeface="Cambria" pitchFamily="18" charset="0"/>
              </a:rPr>
              <a:t>This is OK.  But what about:</a:t>
            </a:r>
          </a:p>
        </p:txBody>
      </p:sp>
      <p:sp>
        <p:nvSpPr>
          <p:cNvPr id="5" name="Content Placeholder 3">
            <a:extLst>
              <a:ext uri="{FF2B5EF4-FFF2-40B4-BE49-F238E27FC236}">
                <a16:creationId xmlns:a16="http://schemas.microsoft.com/office/drawing/2014/main" id="{F6324F76-AFDE-8AEB-9CB8-E6CF691DDACC}"/>
              </a:ext>
            </a:extLst>
          </p:cNvPr>
          <p:cNvSpPr txBox="1">
            <a:spLocks/>
          </p:cNvSpPr>
          <p:nvPr/>
        </p:nvSpPr>
        <p:spPr>
          <a:xfrm>
            <a:off x="2017548" y="7211570"/>
            <a:ext cx="15398724" cy="1353312"/>
          </a:xfrm>
          <a:prstGeom prst="rect">
            <a:avLst/>
          </a:prstGeom>
          <a:noFill/>
          <a:ln w="127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Autofit/>
          </a:bodyPr>
          <a:lstStyle>
            <a:lvl1pPr marL="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chemeClr val="bg1"/>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eaLnBrk="1" hangingPunct="1">
              <a:spcBef>
                <a:spcPct val="0"/>
              </a:spcBef>
              <a:buFontTx/>
              <a:buNone/>
            </a:pPr>
            <a:r>
              <a:rPr lang="en-US" altLang="en-US" sz="3600" dirty="0">
                <a:solidFill>
                  <a:srgbClr val="000000"/>
                </a:solidFill>
                <a:latin typeface="Book Antiqua" panose="02040602050305030304" pitchFamily="18" charset="0"/>
              </a:rPr>
              <a:t>T1:	 A=A+100,   		     	B=B-100   </a:t>
            </a:r>
          </a:p>
          <a:p>
            <a:pPr eaLnBrk="1" hangingPunct="1">
              <a:spcBef>
                <a:spcPct val="0"/>
              </a:spcBef>
              <a:buFontTx/>
              <a:buNone/>
            </a:pPr>
            <a:r>
              <a:rPr lang="en-US" altLang="en-US" sz="3600" dirty="0">
                <a:solidFill>
                  <a:srgbClr val="000000"/>
                </a:solidFill>
                <a:latin typeface="Book Antiqua" panose="02040602050305030304" pitchFamily="18" charset="0"/>
              </a:rPr>
              <a:t>T2:	   	         A=1.06*A, B=1.06*B</a:t>
            </a:r>
          </a:p>
        </p:txBody>
      </p:sp>
      <p:sp>
        <p:nvSpPr>
          <p:cNvPr id="6" name="Content Placeholder 3">
            <a:extLst>
              <a:ext uri="{FF2B5EF4-FFF2-40B4-BE49-F238E27FC236}">
                <a16:creationId xmlns:a16="http://schemas.microsoft.com/office/drawing/2014/main" id="{70BE9841-B7F3-C315-8D5C-AF5A50BF86E7}"/>
              </a:ext>
            </a:extLst>
          </p:cNvPr>
          <p:cNvSpPr txBox="1">
            <a:spLocks/>
          </p:cNvSpPr>
          <p:nvPr/>
        </p:nvSpPr>
        <p:spPr>
          <a:xfrm>
            <a:off x="2017548" y="10789919"/>
            <a:ext cx="15398724" cy="1353312"/>
          </a:xfrm>
          <a:prstGeom prst="rect">
            <a:avLst/>
          </a:prstGeom>
          <a:noFill/>
          <a:ln w="127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Autofit/>
          </a:bodyPr>
          <a:lstStyle>
            <a:lvl1pPr marL="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chemeClr val="bg1"/>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eaLnBrk="1" hangingPunct="1">
              <a:spcBef>
                <a:spcPct val="0"/>
              </a:spcBef>
              <a:buFontTx/>
              <a:buNone/>
            </a:pPr>
            <a:r>
              <a:rPr lang="en-US" altLang="en-US" sz="3600" dirty="0">
                <a:solidFill>
                  <a:srgbClr val="000000"/>
                </a:solidFill>
                <a:latin typeface="Book Antiqua" panose="02040602050305030304" pitchFamily="18" charset="0"/>
              </a:rPr>
              <a:t>T1:	 R(A), W(A),   		     	       R(B), W(B)</a:t>
            </a:r>
          </a:p>
          <a:p>
            <a:pPr eaLnBrk="1" hangingPunct="1">
              <a:spcBef>
                <a:spcPct val="0"/>
              </a:spcBef>
              <a:buFontTx/>
              <a:buNone/>
            </a:pPr>
            <a:r>
              <a:rPr lang="en-US" altLang="en-US" sz="3600" dirty="0">
                <a:solidFill>
                  <a:srgbClr val="000000"/>
                </a:solidFill>
                <a:latin typeface="Book Antiqua" panose="02040602050305030304" pitchFamily="18" charset="0"/>
              </a:rPr>
              <a:t>T2:	   		R(A), W(A), R(B), W(B)</a:t>
            </a:r>
          </a:p>
        </p:txBody>
      </p:sp>
      <p:sp>
        <p:nvSpPr>
          <p:cNvPr id="7" name="Content Placeholder 3">
            <a:extLst>
              <a:ext uri="{FF2B5EF4-FFF2-40B4-BE49-F238E27FC236}">
                <a16:creationId xmlns:a16="http://schemas.microsoft.com/office/drawing/2014/main" id="{A898A687-1A13-EBBE-6B8F-B19294BB732F}"/>
              </a:ext>
            </a:extLst>
          </p:cNvPr>
          <p:cNvSpPr txBox="1">
            <a:spLocks/>
          </p:cNvSpPr>
          <p:nvPr/>
        </p:nvSpPr>
        <p:spPr>
          <a:xfrm>
            <a:off x="1865148" y="9619487"/>
            <a:ext cx="21334681" cy="101861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Autofit/>
          </a:bodyPr>
          <a:lstStyle>
            <a:lvl1pPr marL="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chemeClr val="bg1"/>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685800" lvl="0" indent="-685800">
              <a:buFont typeface="Wingdings" panose="05000000000000000000" pitchFamily="2" charset="2"/>
              <a:buChar char="v"/>
            </a:pPr>
            <a:r>
              <a:rPr lang="en-US" sz="5400" dirty="0">
                <a:solidFill>
                  <a:schemeClr val="tx1">
                    <a:lumMod val="50000"/>
                  </a:schemeClr>
                </a:solidFill>
                <a:latin typeface="Cambria" pitchFamily="18" charset="0"/>
                <a:ea typeface="Cambria" pitchFamily="18" charset="0"/>
              </a:rPr>
              <a:t>The DBMS’s view of the second schedule:</a:t>
            </a:r>
          </a:p>
        </p:txBody>
      </p:sp>
    </p:spTree>
    <p:extLst>
      <p:ext uri="{BB962C8B-B14F-4D97-AF65-F5344CB8AC3E}">
        <p14:creationId xmlns:p14="http://schemas.microsoft.com/office/powerpoint/2010/main" val="1972505058"/>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580FD-C213-BE4E-B0D4-01511112AF0D}"/>
              </a:ext>
            </a:extLst>
          </p:cNvPr>
          <p:cNvSpPr>
            <a:spLocks noGrp="1"/>
          </p:cNvSpPr>
          <p:nvPr>
            <p:ph type="title"/>
          </p:nvPr>
        </p:nvSpPr>
        <p:spPr/>
        <p:txBody>
          <a:bodyPr/>
          <a:lstStyle/>
          <a:p>
            <a:r>
              <a:rPr lang="en-US" dirty="0"/>
              <a:t>Scheduling Transactions</a:t>
            </a:r>
          </a:p>
        </p:txBody>
      </p:sp>
    </p:spTree>
    <p:extLst>
      <p:ext uri="{BB962C8B-B14F-4D97-AF65-F5344CB8AC3E}">
        <p14:creationId xmlns:p14="http://schemas.microsoft.com/office/powerpoint/2010/main" val="1967471850"/>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3">
            <a:extLst>
              <a:ext uri="{FF2B5EF4-FFF2-40B4-BE49-F238E27FC236}">
                <a16:creationId xmlns:a16="http://schemas.microsoft.com/office/drawing/2014/main" id="{D3B8AA65-724A-942C-B003-7552F1BDCAB1}"/>
              </a:ext>
            </a:extLst>
          </p:cNvPr>
          <p:cNvSpPr txBox="1">
            <a:spLocks/>
          </p:cNvSpPr>
          <p:nvPr/>
        </p:nvSpPr>
        <p:spPr>
          <a:xfrm>
            <a:off x="1927655" y="2670048"/>
            <a:ext cx="20653704" cy="1018097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Autofit/>
          </a:bodyPr>
          <a:lstStyle>
            <a:lvl1pPr marL="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chemeClr val="bg1"/>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685800" lvl="0" indent="-685800">
              <a:buFont typeface="Arial" panose="020B0604020202020204" pitchFamily="34" charset="0"/>
              <a:buChar char="•"/>
            </a:pPr>
            <a:r>
              <a:rPr lang="en-US" sz="5400" i="1" u="sng" dirty="0">
                <a:solidFill>
                  <a:srgbClr val="FF0000"/>
                </a:solidFill>
                <a:latin typeface="Cambria" pitchFamily="18" charset="0"/>
                <a:ea typeface="Cambria" pitchFamily="18" charset="0"/>
              </a:rPr>
              <a:t>Serial schedule</a:t>
            </a:r>
            <a:r>
              <a:rPr lang="en-US" sz="5400" dirty="0">
                <a:solidFill>
                  <a:schemeClr val="tx1">
                    <a:lumMod val="50000"/>
                  </a:schemeClr>
                </a:solidFill>
                <a:latin typeface="Cambria" pitchFamily="18" charset="0"/>
                <a:ea typeface="Cambria" pitchFamily="18" charset="0"/>
              </a:rPr>
              <a:t>: Schedule that does not interleave the actions of different transactions.</a:t>
            </a:r>
          </a:p>
          <a:p>
            <a:pPr marL="685800" lvl="0" indent="-685800">
              <a:buFont typeface="Arial" panose="020B0604020202020204" pitchFamily="34" charset="0"/>
              <a:buChar char="•"/>
            </a:pPr>
            <a:r>
              <a:rPr lang="en-US" sz="5400" i="1" u="sng" dirty="0">
                <a:solidFill>
                  <a:srgbClr val="FF0000"/>
                </a:solidFill>
                <a:latin typeface="Cambria" pitchFamily="18" charset="0"/>
                <a:ea typeface="Cambria" pitchFamily="18" charset="0"/>
              </a:rPr>
              <a:t>Equivalent schedules</a:t>
            </a:r>
            <a:r>
              <a:rPr lang="en-US" sz="5400" dirty="0">
                <a:solidFill>
                  <a:schemeClr val="tx1">
                    <a:lumMod val="50000"/>
                  </a:schemeClr>
                </a:solidFill>
                <a:latin typeface="Cambria" pitchFamily="18" charset="0"/>
                <a:ea typeface="Cambria" pitchFamily="18" charset="0"/>
              </a:rPr>
              <a:t>:  For any database state, the effect (on the set of objects in the database) of executing the first schedule is identical to the effect of executing the second schedule.</a:t>
            </a:r>
          </a:p>
          <a:p>
            <a:pPr marL="685800" lvl="0" indent="-685800">
              <a:buFont typeface="Arial" panose="020B0604020202020204" pitchFamily="34" charset="0"/>
              <a:buChar char="•"/>
            </a:pPr>
            <a:r>
              <a:rPr lang="en-US" sz="5400" i="1" u="sng" dirty="0">
                <a:solidFill>
                  <a:srgbClr val="FF0000"/>
                </a:solidFill>
                <a:latin typeface="Cambria" pitchFamily="18" charset="0"/>
                <a:ea typeface="Cambria" pitchFamily="18" charset="0"/>
              </a:rPr>
              <a:t>Serializable schedule</a:t>
            </a:r>
            <a:r>
              <a:rPr lang="en-US" sz="5400" dirty="0">
                <a:solidFill>
                  <a:schemeClr val="tx1">
                    <a:lumMod val="50000"/>
                  </a:schemeClr>
                </a:solidFill>
                <a:latin typeface="Cambria" pitchFamily="18" charset="0"/>
                <a:ea typeface="Cambria" pitchFamily="18" charset="0"/>
              </a:rPr>
              <a:t>:  A schedule that is equivalent to some serial execution of the transactions.</a:t>
            </a:r>
          </a:p>
          <a:p>
            <a:pPr lvl="0"/>
            <a:r>
              <a:rPr lang="en-US" sz="5400" dirty="0">
                <a:solidFill>
                  <a:schemeClr val="tx1">
                    <a:lumMod val="50000"/>
                  </a:schemeClr>
                </a:solidFill>
                <a:latin typeface="Cambria" pitchFamily="18" charset="0"/>
                <a:ea typeface="Cambria" pitchFamily="18" charset="0"/>
              </a:rPr>
              <a:t>(Note: If each transaction preserves consistency, every serializable schedule preserves consistency. )</a:t>
            </a:r>
          </a:p>
          <a:p>
            <a:pPr marL="685800" lvl="0" indent="-685800">
              <a:buFont typeface="Arial" panose="020B0604020202020204" pitchFamily="34" charset="0"/>
              <a:buChar char="•"/>
            </a:pPr>
            <a:endParaRPr lang="en-US" sz="5400" dirty="0">
              <a:solidFill>
                <a:schemeClr val="tx1">
                  <a:lumMod val="50000"/>
                </a:schemeClr>
              </a:solidFill>
              <a:latin typeface="Cambria" pitchFamily="18" charset="0"/>
              <a:ea typeface="Cambria" pitchFamily="18" charset="0"/>
            </a:endParaRPr>
          </a:p>
        </p:txBody>
      </p:sp>
      <p:sp>
        <p:nvSpPr>
          <p:cNvPr id="2" name="Title 1">
            <a:extLst>
              <a:ext uri="{FF2B5EF4-FFF2-40B4-BE49-F238E27FC236}">
                <a16:creationId xmlns:a16="http://schemas.microsoft.com/office/drawing/2014/main" id="{3E9583F9-47FA-5E5D-D9AB-61AA297D570E}"/>
              </a:ext>
            </a:extLst>
          </p:cNvPr>
          <p:cNvSpPr>
            <a:spLocks noGrp="1"/>
          </p:cNvSpPr>
          <p:nvPr>
            <p:ph type="title"/>
          </p:nvPr>
        </p:nvSpPr>
        <p:spPr/>
        <p:txBody>
          <a:bodyPr>
            <a:noAutofit/>
          </a:bodyPr>
          <a:lstStyle/>
          <a:p>
            <a:r>
              <a:rPr lang="en-ID" sz="4000" dirty="0"/>
              <a:t>Scheduling Transactions</a:t>
            </a:r>
          </a:p>
        </p:txBody>
      </p:sp>
    </p:spTree>
    <p:extLst>
      <p:ext uri="{BB962C8B-B14F-4D97-AF65-F5344CB8AC3E}">
        <p14:creationId xmlns:p14="http://schemas.microsoft.com/office/powerpoint/2010/main" val="1585010774"/>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3">
            <a:extLst>
              <a:ext uri="{FF2B5EF4-FFF2-40B4-BE49-F238E27FC236}">
                <a16:creationId xmlns:a16="http://schemas.microsoft.com/office/drawing/2014/main" id="{D3B8AA65-724A-942C-B003-7552F1BDCAB1}"/>
              </a:ext>
            </a:extLst>
          </p:cNvPr>
          <p:cNvSpPr txBox="1">
            <a:spLocks/>
          </p:cNvSpPr>
          <p:nvPr/>
        </p:nvSpPr>
        <p:spPr>
          <a:xfrm>
            <a:off x="1927655" y="2670049"/>
            <a:ext cx="20653704" cy="13533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Autofit/>
          </a:bodyPr>
          <a:lstStyle>
            <a:lvl1pPr marL="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chemeClr val="bg1"/>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685800" lvl="0" indent="-685800">
              <a:buFont typeface="Arial" panose="020B0604020202020204" pitchFamily="34" charset="0"/>
              <a:buChar char="•"/>
            </a:pPr>
            <a:r>
              <a:rPr lang="en-US" sz="5400" dirty="0">
                <a:solidFill>
                  <a:schemeClr val="tx1">
                    <a:lumMod val="50000"/>
                  </a:schemeClr>
                </a:solidFill>
                <a:latin typeface="Cambria" pitchFamily="18" charset="0"/>
                <a:ea typeface="Cambria" pitchFamily="18" charset="0"/>
              </a:rPr>
              <a:t>Reading Uncommitted Data (WR Conflicts, “dirty reads”):</a:t>
            </a:r>
            <a:endParaRPr lang="en-US" sz="5400" i="1" u="sng" dirty="0">
              <a:solidFill>
                <a:srgbClr val="FF0000"/>
              </a:solidFill>
              <a:latin typeface="Cambria" pitchFamily="18" charset="0"/>
              <a:ea typeface="Cambria" pitchFamily="18" charset="0"/>
            </a:endParaRPr>
          </a:p>
        </p:txBody>
      </p:sp>
      <p:sp>
        <p:nvSpPr>
          <p:cNvPr id="2" name="Title 1">
            <a:extLst>
              <a:ext uri="{FF2B5EF4-FFF2-40B4-BE49-F238E27FC236}">
                <a16:creationId xmlns:a16="http://schemas.microsoft.com/office/drawing/2014/main" id="{3E9583F9-47FA-5E5D-D9AB-61AA297D570E}"/>
              </a:ext>
            </a:extLst>
          </p:cNvPr>
          <p:cNvSpPr>
            <a:spLocks noGrp="1"/>
          </p:cNvSpPr>
          <p:nvPr>
            <p:ph type="title"/>
          </p:nvPr>
        </p:nvSpPr>
        <p:spPr/>
        <p:txBody>
          <a:bodyPr>
            <a:noAutofit/>
          </a:bodyPr>
          <a:lstStyle/>
          <a:p>
            <a:r>
              <a:rPr lang="en-US" altLang="en-US" sz="3200" dirty="0">
                <a:latin typeface="Open Sans" panose="020B0606030504020204" pitchFamily="34" charset="0"/>
              </a:rPr>
              <a:t>Anomalies with Interleaved Execution</a:t>
            </a:r>
            <a:endParaRPr lang="en-ID" sz="4000" dirty="0"/>
          </a:p>
        </p:txBody>
      </p:sp>
      <p:sp>
        <p:nvSpPr>
          <p:cNvPr id="3" name="Content Placeholder 3">
            <a:extLst>
              <a:ext uri="{FF2B5EF4-FFF2-40B4-BE49-F238E27FC236}">
                <a16:creationId xmlns:a16="http://schemas.microsoft.com/office/drawing/2014/main" id="{70C118E9-1359-9C41-31E3-0CFE0A4BCFD0}"/>
              </a:ext>
            </a:extLst>
          </p:cNvPr>
          <p:cNvSpPr txBox="1">
            <a:spLocks/>
          </p:cNvSpPr>
          <p:nvPr/>
        </p:nvSpPr>
        <p:spPr>
          <a:xfrm>
            <a:off x="1865148" y="4102610"/>
            <a:ext cx="15398724" cy="1353312"/>
          </a:xfrm>
          <a:prstGeom prst="rect">
            <a:avLst/>
          </a:prstGeom>
          <a:noFill/>
          <a:ln w="127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Autofit/>
          </a:bodyPr>
          <a:lstStyle>
            <a:lvl1pPr marL="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chemeClr val="bg1"/>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eaLnBrk="1" hangingPunct="1">
              <a:spcBef>
                <a:spcPct val="0"/>
              </a:spcBef>
              <a:buFontTx/>
              <a:buNone/>
            </a:pPr>
            <a:r>
              <a:rPr lang="en-US" altLang="en-US" sz="3600" dirty="0">
                <a:solidFill>
                  <a:srgbClr val="000000"/>
                </a:solidFill>
                <a:latin typeface="Book Antiqua" panose="02040602050305030304" pitchFamily="18" charset="0"/>
              </a:rPr>
              <a:t>T1: 	R(A), W(A),   	               R(B), W(B), Abort</a:t>
            </a:r>
          </a:p>
          <a:p>
            <a:pPr eaLnBrk="1" hangingPunct="1">
              <a:spcBef>
                <a:spcPct val="0"/>
              </a:spcBef>
              <a:buFontTx/>
              <a:buNone/>
            </a:pPr>
            <a:r>
              <a:rPr lang="en-US" altLang="en-US" sz="3600" dirty="0">
                <a:solidFill>
                  <a:srgbClr val="000000"/>
                </a:solidFill>
                <a:latin typeface="Book Antiqua" panose="02040602050305030304" pitchFamily="18" charset="0"/>
              </a:rPr>
              <a:t>T2:			R(A), W(A), C</a:t>
            </a:r>
          </a:p>
        </p:txBody>
      </p:sp>
      <p:sp>
        <p:nvSpPr>
          <p:cNvPr id="4" name="Content Placeholder 3">
            <a:extLst>
              <a:ext uri="{FF2B5EF4-FFF2-40B4-BE49-F238E27FC236}">
                <a16:creationId xmlns:a16="http://schemas.microsoft.com/office/drawing/2014/main" id="{F553F2DA-D828-6286-6498-476013130BDF}"/>
              </a:ext>
            </a:extLst>
          </p:cNvPr>
          <p:cNvSpPr txBox="1">
            <a:spLocks/>
          </p:cNvSpPr>
          <p:nvPr/>
        </p:nvSpPr>
        <p:spPr>
          <a:xfrm>
            <a:off x="1927654" y="6150277"/>
            <a:ext cx="21334681" cy="101861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Autofit/>
          </a:bodyPr>
          <a:lstStyle>
            <a:lvl1pPr marL="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chemeClr val="bg1"/>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685800" lvl="0" indent="-685800">
              <a:buFont typeface="Arial" panose="020B0604020202020204" pitchFamily="34" charset="0"/>
              <a:buChar char="•"/>
            </a:pPr>
            <a:r>
              <a:rPr lang="en-US" sz="5400" dirty="0">
                <a:solidFill>
                  <a:schemeClr val="tx1">
                    <a:lumMod val="50000"/>
                  </a:schemeClr>
                </a:solidFill>
                <a:latin typeface="Cambria" pitchFamily="18" charset="0"/>
                <a:ea typeface="Cambria" pitchFamily="18" charset="0"/>
              </a:rPr>
              <a:t>Unrepeatable Reads (RW Conflicts):</a:t>
            </a:r>
          </a:p>
        </p:txBody>
      </p:sp>
      <p:sp>
        <p:nvSpPr>
          <p:cNvPr id="5" name="Content Placeholder 3">
            <a:extLst>
              <a:ext uri="{FF2B5EF4-FFF2-40B4-BE49-F238E27FC236}">
                <a16:creationId xmlns:a16="http://schemas.microsoft.com/office/drawing/2014/main" id="{F6324F76-AFDE-8AEB-9CB8-E6CF691DDACC}"/>
              </a:ext>
            </a:extLst>
          </p:cNvPr>
          <p:cNvSpPr txBox="1">
            <a:spLocks/>
          </p:cNvSpPr>
          <p:nvPr/>
        </p:nvSpPr>
        <p:spPr>
          <a:xfrm>
            <a:off x="2017548" y="7211570"/>
            <a:ext cx="15398724" cy="1353312"/>
          </a:xfrm>
          <a:prstGeom prst="rect">
            <a:avLst/>
          </a:prstGeom>
          <a:noFill/>
          <a:ln w="127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Autofit/>
          </a:bodyPr>
          <a:lstStyle>
            <a:lvl1pPr marL="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chemeClr val="bg1"/>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eaLnBrk="1" hangingPunct="1">
              <a:spcBef>
                <a:spcPct val="0"/>
              </a:spcBef>
              <a:buFontTx/>
              <a:buNone/>
            </a:pPr>
            <a:r>
              <a:rPr lang="en-US" altLang="en-US" sz="3600" dirty="0">
                <a:solidFill>
                  <a:srgbClr val="000000"/>
                </a:solidFill>
                <a:latin typeface="Book Antiqua" panose="02040602050305030304" pitchFamily="18" charset="0"/>
              </a:rPr>
              <a:t>T1:	R(A),  		     	   R(A), W(A), C</a:t>
            </a:r>
          </a:p>
          <a:p>
            <a:pPr eaLnBrk="1" hangingPunct="1">
              <a:spcBef>
                <a:spcPct val="0"/>
              </a:spcBef>
              <a:buFontTx/>
              <a:buNone/>
            </a:pPr>
            <a:r>
              <a:rPr lang="en-US" altLang="en-US" sz="3600" dirty="0">
                <a:solidFill>
                  <a:srgbClr val="000000"/>
                </a:solidFill>
                <a:latin typeface="Book Antiqua" panose="02040602050305030304" pitchFamily="18" charset="0"/>
              </a:rPr>
              <a:t>T2:		R(A), W(A), C</a:t>
            </a:r>
          </a:p>
        </p:txBody>
      </p:sp>
    </p:spTree>
    <p:extLst>
      <p:ext uri="{BB962C8B-B14F-4D97-AF65-F5344CB8AC3E}">
        <p14:creationId xmlns:p14="http://schemas.microsoft.com/office/powerpoint/2010/main" val="125873138"/>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3">
            <a:extLst>
              <a:ext uri="{FF2B5EF4-FFF2-40B4-BE49-F238E27FC236}">
                <a16:creationId xmlns:a16="http://schemas.microsoft.com/office/drawing/2014/main" id="{D3B8AA65-724A-942C-B003-7552F1BDCAB1}"/>
              </a:ext>
            </a:extLst>
          </p:cNvPr>
          <p:cNvSpPr txBox="1">
            <a:spLocks/>
          </p:cNvSpPr>
          <p:nvPr/>
        </p:nvSpPr>
        <p:spPr>
          <a:xfrm>
            <a:off x="1927655" y="2670049"/>
            <a:ext cx="20653704" cy="13533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Autofit/>
          </a:bodyPr>
          <a:lstStyle>
            <a:lvl1pPr marL="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chemeClr val="bg1"/>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685800" lvl="0" indent="-685800">
              <a:buFont typeface="Arial" panose="020B0604020202020204" pitchFamily="34" charset="0"/>
              <a:buChar char="•"/>
            </a:pPr>
            <a:r>
              <a:rPr lang="en-US" sz="5400" dirty="0">
                <a:solidFill>
                  <a:schemeClr val="tx1">
                    <a:lumMod val="50000"/>
                  </a:schemeClr>
                </a:solidFill>
                <a:latin typeface="Cambria" pitchFamily="18" charset="0"/>
                <a:ea typeface="Cambria" pitchFamily="18" charset="0"/>
              </a:rPr>
              <a:t>Overwriting Uncommitted Data (WW Conflicts):</a:t>
            </a:r>
          </a:p>
        </p:txBody>
      </p:sp>
      <p:sp>
        <p:nvSpPr>
          <p:cNvPr id="2" name="Title 1">
            <a:extLst>
              <a:ext uri="{FF2B5EF4-FFF2-40B4-BE49-F238E27FC236}">
                <a16:creationId xmlns:a16="http://schemas.microsoft.com/office/drawing/2014/main" id="{3E9583F9-47FA-5E5D-D9AB-61AA297D570E}"/>
              </a:ext>
            </a:extLst>
          </p:cNvPr>
          <p:cNvSpPr>
            <a:spLocks noGrp="1"/>
          </p:cNvSpPr>
          <p:nvPr>
            <p:ph type="title"/>
          </p:nvPr>
        </p:nvSpPr>
        <p:spPr/>
        <p:txBody>
          <a:bodyPr>
            <a:noAutofit/>
          </a:bodyPr>
          <a:lstStyle/>
          <a:p>
            <a:r>
              <a:rPr lang="en-US" altLang="en-US" sz="3200" dirty="0">
                <a:latin typeface="Open Sans" panose="020B0606030504020204" pitchFamily="34" charset="0"/>
              </a:rPr>
              <a:t>Anomalies (Continued)</a:t>
            </a:r>
            <a:endParaRPr lang="en-ID" sz="4000" dirty="0"/>
          </a:p>
        </p:txBody>
      </p:sp>
      <p:sp>
        <p:nvSpPr>
          <p:cNvPr id="3" name="Content Placeholder 3">
            <a:extLst>
              <a:ext uri="{FF2B5EF4-FFF2-40B4-BE49-F238E27FC236}">
                <a16:creationId xmlns:a16="http://schemas.microsoft.com/office/drawing/2014/main" id="{70C118E9-1359-9C41-31E3-0CFE0A4BCFD0}"/>
              </a:ext>
            </a:extLst>
          </p:cNvPr>
          <p:cNvSpPr txBox="1">
            <a:spLocks/>
          </p:cNvSpPr>
          <p:nvPr/>
        </p:nvSpPr>
        <p:spPr>
          <a:xfrm>
            <a:off x="1865148" y="4102610"/>
            <a:ext cx="15398724" cy="1353312"/>
          </a:xfrm>
          <a:prstGeom prst="rect">
            <a:avLst/>
          </a:prstGeom>
          <a:noFill/>
          <a:ln w="12700">
            <a:solidFill>
              <a:srgbClr val="000000"/>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Autofit/>
          </a:bodyPr>
          <a:lstStyle>
            <a:lvl1pPr marL="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chemeClr val="bg1"/>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eaLnBrk="1" hangingPunct="1">
              <a:spcBef>
                <a:spcPct val="0"/>
              </a:spcBef>
              <a:buFontTx/>
              <a:buNone/>
            </a:pPr>
            <a:r>
              <a:rPr lang="en-US" altLang="en-US" sz="3600" dirty="0">
                <a:solidFill>
                  <a:srgbClr val="000000"/>
                </a:solidFill>
                <a:latin typeface="Book Antiqua" panose="02040602050305030304" pitchFamily="18" charset="0"/>
              </a:rPr>
              <a:t>T1:	W(A),  		    W(B), C</a:t>
            </a:r>
          </a:p>
          <a:p>
            <a:pPr eaLnBrk="1" hangingPunct="1">
              <a:spcBef>
                <a:spcPct val="0"/>
              </a:spcBef>
              <a:buFontTx/>
              <a:buNone/>
            </a:pPr>
            <a:r>
              <a:rPr lang="en-US" altLang="en-US" sz="3600" dirty="0">
                <a:solidFill>
                  <a:srgbClr val="000000"/>
                </a:solidFill>
                <a:latin typeface="Book Antiqua" panose="02040602050305030304" pitchFamily="18" charset="0"/>
              </a:rPr>
              <a:t>T2:		W(A), W(B), C</a:t>
            </a:r>
          </a:p>
        </p:txBody>
      </p:sp>
    </p:spTree>
    <p:extLst>
      <p:ext uri="{BB962C8B-B14F-4D97-AF65-F5344CB8AC3E}">
        <p14:creationId xmlns:p14="http://schemas.microsoft.com/office/powerpoint/2010/main" val="2217421049"/>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580FD-C213-BE4E-B0D4-01511112AF0D}"/>
              </a:ext>
            </a:extLst>
          </p:cNvPr>
          <p:cNvSpPr>
            <a:spLocks noGrp="1"/>
          </p:cNvSpPr>
          <p:nvPr>
            <p:ph type="title"/>
          </p:nvPr>
        </p:nvSpPr>
        <p:spPr/>
        <p:txBody>
          <a:bodyPr/>
          <a:lstStyle/>
          <a:p>
            <a:pPr lvl="0">
              <a:spcBef>
                <a:spcPts val="2400"/>
              </a:spcBef>
            </a:pPr>
            <a:r>
              <a:rPr lang="en-US" sz="9600" dirty="0">
                <a:latin typeface="Cambria" pitchFamily="18" charset="0"/>
                <a:ea typeface="Cambria" pitchFamily="18" charset="0"/>
              </a:rPr>
              <a:t>Lock-Based Concurrency Control</a:t>
            </a:r>
          </a:p>
        </p:txBody>
      </p:sp>
    </p:spTree>
    <p:extLst>
      <p:ext uri="{BB962C8B-B14F-4D97-AF65-F5344CB8AC3E}">
        <p14:creationId xmlns:p14="http://schemas.microsoft.com/office/powerpoint/2010/main" val="1756574390"/>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3">
            <a:extLst>
              <a:ext uri="{FF2B5EF4-FFF2-40B4-BE49-F238E27FC236}">
                <a16:creationId xmlns:a16="http://schemas.microsoft.com/office/drawing/2014/main" id="{D3B8AA65-724A-942C-B003-7552F1BDCAB1}"/>
              </a:ext>
            </a:extLst>
          </p:cNvPr>
          <p:cNvSpPr txBox="1">
            <a:spLocks/>
          </p:cNvSpPr>
          <p:nvPr/>
        </p:nvSpPr>
        <p:spPr>
          <a:xfrm>
            <a:off x="1927655" y="2670048"/>
            <a:ext cx="20653704" cy="1146608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Autofit/>
          </a:bodyPr>
          <a:lstStyle>
            <a:lvl1pPr marL="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chemeClr val="bg1"/>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685800" lvl="0" indent="-685800">
              <a:spcBef>
                <a:spcPts val="3000"/>
              </a:spcBef>
              <a:buFont typeface="Arial" panose="020B0604020202020204" pitchFamily="34" charset="0"/>
              <a:buChar char="•"/>
            </a:pPr>
            <a:r>
              <a:rPr lang="en-US" dirty="0">
                <a:solidFill>
                  <a:srgbClr val="FF0000"/>
                </a:solidFill>
                <a:latin typeface="Cambria" pitchFamily="18" charset="0"/>
                <a:ea typeface="Cambria" pitchFamily="18" charset="0"/>
              </a:rPr>
              <a:t>Strict Two-phase Locking (Strict 2PL) Protocol:</a:t>
            </a:r>
          </a:p>
          <a:p>
            <a:pPr marL="1905000" lvl="1" indent="-685800">
              <a:spcBef>
                <a:spcPts val="3000"/>
              </a:spcBef>
              <a:buFont typeface="Wingdings" panose="05000000000000000000" pitchFamily="2" charset="2"/>
              <a:buChar char="§"/>
            </a:pPr>
            <a:r>
              <a:rPr lang="en-US" dirty="0">
                <a:solidFill>
                  <a:schemeClr val="tx1">
                    <a:lumMod val="50000"/>
                  </a:schemeClr>
                </a:solidFill>
                <a:latin typeface="Cambria" pitchFamily="18" charset="0"/>
                <a:ea typeface="Cambria" pitchFamily="18" charset="0"/>
              </a:rPr>
              <a:t>Each Xact must obtain a </a:t>
            </a:r>
            <a:r>
              <a:rPr lang="en-US" dirty="0">
                <a:solidFill>
                  <a:srgbClr val="FF0000"/>
                </a:solidFill>
                <a:latin typeface="Cambria" pitchFamily="18" charset="0"/>
                <a:ea typeface="Cambria" pitchFamily="18" charset="0"/>
              </a:rPr>
              <a:t>S (shared) lock </a:t>
            </a:r>
            <a:r>
              <a:rPr lang="en-US" dirty="0">
                <a:solidFill>
                  <a:schemeClr val="tx1">
                    <a:lumMod val="50000"/>
                  </a:schemeClr>
                </a:solidFill>
                <a:latin typeface="Cambria" pitchFamily="18" charset="0"/>
                <a:ea typeface="Cambria" pitchFamily="18" charset="0"/>
              </a:rPr>
              <a:t>on object before reading, and an </a:t>
            </a:r>
            <a:r>
              <a:rPr lang="en-US" dirty="0">
                <a:solidFill>
                  <a:srgbClr val="FF0000"/>
                </a:solidFill>
                <a:latin typeface="Cambria" pitchFamily="18" charset="0"/>
                <a:ea typeface="Cambria" pitchFamily="18" charset="0"/>
              </a:rPr>
              <a:t>X (exclusive) lock </a:t>
            </a:r>
            <a:r>
              <a:rPr lang="en-US" dirty="0">
                <a:solidFill>
                  <a:schemeClr val="tx1">
                    <a:lumMod val="50000"/>
                  </a:schemeClr>
                </a:solidFill>
                <a:latin typeface="Cambria" pitchFamily="18" charset="0"/>
                <a:ea typeface="Cambria" pitchFamily="18" charset="0"/>
              </a:rPr>
              <a:t>on object before writing.</a:t>
            </a:r>
          </a:p>
          <a:p>
            <a:pPr marL="1905000" lvl="1" indent="-685800">
              <a:spcBef>
                <a:spcPts val="3000"/>
              </a:spcBef>
              <a:buFont typeface="Wingdings" panose="05000000000000000000" pitchFamily="2" charset="2"/>
              <a:buChar char="§"/>
            </a:pPr>
            <a:r>
              <a:rPr lang="en-US" dirty="0">
                <a:solidFill>
                  <a:schemeClr val="tx1">
                    <a:lumMod val="50000"/>
                  </a:schemeClr>
                </a:solidFill>
                <a:latin typeface="Cambria" pitchFamily="18" charset="0"/>
                <a:ea typeface="Cambria" pitchFamily="18" charset="0"/>
              </a:rPr>
              <a:t>All locks held by a transaction are released when the transaction completes</a:t>
            </a:r>
          </a:p>
          <a:p>
            <a:pPr marL="2514600" lvl="2" indent="-685800">
              <a:spcBef>
                <a:spcPts val="3000"/>
              </a:spcBef>
              <a:buFont typeface="Courier New" panose="02070309020205020404" pitchFamily="49" charset="0"/>
              <a:buChar char="o"/>
            </a:pPr>
            <a:r>
              <a:rPr lang="en-US" dirty="0">
                <a:solidFill>
                  <a:srgbClr val="FF0000"/>
                </a:solidFill>
                <a:latin typeface="Cambria" pitchFamily="18" charset="0"/>
                <a:ea typeface="Cambria" pitchFamily="18" charset="0"/>
              </a:rPr>
              <a:t>(Non-strict) 2PL Variant</a:t>
            </a:r>
            <a:r>
              <a:rPr lang="en-US" dirty="0">
                <a:solidFill>
                  <a:schemeClr val="tx1">
                    <a:lumMod val="50000"/>
                  </a:schemeClr>
                </a:solidFill>
                <a:latin typeface="Cambria" pitchFamily="18" charset="0"/>
                <a:ea typeface="Cambria" pitchFamily="18" charset="0"/>
              </a:rPr>
              <a:t>: Release locks anytime, but cannot acquire locks after releasing any lock.</a:t>
            </a:r>
          </a:p>
          <a:p>
            <a:pPr marL="1905000" lvl="1" indent="-685800">
              <a:spcBef>
                <a:spcPts val="3000"/>
              </a:spcBef>
              <a:buFont typeface="Wingdings" panose="05000000000000000000" pitchFamily="2" charset="2"/>
              <a:buChar char="§"/>
            </a:pPr>
            <a:r>
              <a:rPr lang="en-US" dirty="0">
                <a:solidFill>
                  <a:schemeClr val="tx1">
                    <a:lumMod val="50000"/>
                  </a:schemeClr>
                </a:solidFill>
                <a:latin typeface="Cambria" pitchFamily="18" charset="0"/>
                <a:ea typeface="Cambria" pitchFamily="18" charset="0"/>
              </a:rPr>
              <a:t> If an Xact holds an X lock on an object, no other Xact can get a lock (S or X) on that object.</a:t>
            </a:r>
          </a:p>
          <a:p>
            <a:pPr marL="685800" lvl="0" indent="-685800">
              <a:spcBef>
                <a:spcPts val="3000"/>
              </a:spcBef>
              <a:buFont typeface="Arial" panose="020B0604020202020204" pitchFamily="34" charset="0"/>
              <a:buChar char="•"/>
            </a:pPr>
            <a:r>
              <a:rPr lang="en-US" dirty="0">
                <a:solidFill>
                  <a:schemeClr val="tx1">
                    <a:lumMod val="50000"/>
                  </a:schemeClr>
                </a:solidFill>
                <a:latin typeface="Cambria" pitchFamily="18" charset="0"/>
                <a:ea typeface="Cambria" pitchFamily="18" charset="0"/>
              </a:rPr>
              <a:t>Strict 2PL allows only serializable schedules.</a:t>
            </a:r>
          </a:p>
          <a:p>
            <a:pPr marL="1905000" lvl="1" indent="-685800">
              <a:spcBef>
                <a:spcPts val="3000"/>
              </a:spcBef>
              <a:buFont typeface="Wingdings" panose="05000000000000000000" pitchFamily="2" charset="2"/>
              <a:buChar char="§"/>
            </a:pPr>
            <a:r>
              <a:rPr lang="en-US" dirty="0">
                <a:solidFill>
                  <a:schemeClr val="tx1">
                    <a:lumMod val="50000"/>
                  </a:schemeClr>
                </a:solidFill>
                <a:latin typeface="Cambria" pitchFamily="18" charset="0"/>
                <a:ea typeface="Cambria" pitchFamily="18" charset="0"/>
              </a:rPr>
              <a:t>Additionally, it simplifies transaction aborts</a:t>
            </a:r>
          </a:p>
          <a:p>
            <a:pPr marL="1905000" lvl="1" indent="-685800">
              <a:spcBef>
                <a:spcPts val="3000"/>
              </a:spcBef>
              <a:buFont typeface="Wingdings" panose="05000000000000000000" pitchFamily="2" charset="2"/>
              <a:buChar char="§"/>
            </a:pPr>
            <a:r>
              <a:rPr lang="en-US" dirty="0">
                <a:solidFill>
                  <a:srgbClr val="FF0000"/>
                </a:solidFill>
                <a:latin typeface="Cambria" pitchFamily="18" charset="0"/>
                <a:ea typeface="Cambria" pitchFamily="18" charset="0"/>
              </a:rPr>
              <a:t>(Non-strict) 2PL </a:t>
            </a:r>
            <a:r>
              <a:rPr lang="en-US" dirty="0">
                <a:solidFill>
                  <a:schemeClr val="tx1">
                    <a:lumMod val="50000"/>
                  </a:schemeClr>
                </a:solidFill>
                <a:latin typeface="Cambria" pitchFamily="18" charset="0"/>
                <a:ea typeface="Cambria" pitchFamily="18" charset="0"/>
              </a:rPr>
              <a:t>also allows only serializable schedules, but involves more complex abort processing</a:t>
            </a:r>
          </a:p>
        </p:txBody>
      </p:sp>
      <p:sp>
        <p:nvSpPr>
          <p:cNvPr id="2" name="Title 1">
            <a:extLst>
              <a:ext uri="{FF2B5EF4-FFF2-40B4-BE49-F238E27FC236}">
                <a16:creationId xmlns:a16="http://schemas.microsoft.com/office/drawing/2014/main" id="{3E9583F9-47FA-5E5D-D9AB-61AA297D570E}"/>
              </a:ext>
            </a:extLst>
          </p:cNvPr>
          <p:cNvSpPr>
            <a:spLocks noGrp="1"/>
          </p:cNvSpPr>
          <p:nvPr>
            <p:ph type="title"/>
          </p:nvPr>
        </p:nvSpPr>
        <p:spPr/>
        <p:txBody>
          <a:bodyPr>
            <a:noAutofit/>
          </a:bodyPr>
          <a:lstStyle/>
          <a:p>
            <a:r>
              <a:rPr lang="en-US" sz="4000" dirty="0"/>
              <a:t>Lock-Based Concurrency Control</a:t>
            </a:r>
            <a:endParaRPr lang="en-ID" sz="4000" dirty="0"/>
          </a:p>
        </p:txBody>
      </p:sp>
    </p:spTree>
    <p:extLst>
      <p:ext uri="{BB962C8B-B14F-4D97-AF65-F5344CB8AC3E}">
        <p14:creationId xmlns:p14="http://schemas.microsoft.com/office/powerpoint/2010/main" val="3461000398"/>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3">
            <a:extLst>
              <a:ext uri="{FF2B5EF4-FFF2-40B4-BE49-F238E27FC236}">
                <a16:creationId xmlns:a16="http://schemas.microsoft.com/office/drawing/2014/main" id="{D3B8AA65-724A-942C-B003-7552F1BDCAB1}"/>
              </a:ext>
            </a:extLst>
          </p:cNvPr>
          <p:cNvSpPr txBox="1">
            <a:spLocks/>
          </p:cNvSpPr>
          <p:nvPr/>
        </p:nvSpPr>
        <p:spPr>
          <a:xfrm>
            <a:off x="1927655" y="2670048"/>
            <a:ext cx="20653704" cy="947318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Autofit/>
          </a:bodyPr>
          <a:lstStyle>
            <a:lvl1pPr marL="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chemeClr val="bg1"/>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685800" lvl="0" indent="-685800">
              <a:buFont typeface="Arial" panose="020B0604020202020204" pitchFamily="34" charset="0"/>
              <a:buChar char="•"/>
            </a:pPr>
            <a:r>
              <a:rPr lang="en-US" sz="5400" dirty="0">
                <a:solidFill>
                  <a:schemeClr val="tx1">
                    <a:lumMod val="50000"/>
                  </a:schemeClr>
                </a:solidFill>
                <a:latin typeface="Cambria" pitchFamily="18" charset="0"/>
                <a:ea typeface="Cambria" pitchFamily="18" charset="0"/>
              </a:rPr>
              <a:t>If a transaction </a:t>
            </a:r>
            <a:r>
              <a:rPr lang="en-US" sz="5400" i="1" dirty="0">
                <a:solidFill>
                  <a:schemeClr val="tx1">
                    <a:lumMod val="50000"/>
                  </a:schemeClr>
                </a:solidFill>
                <a:latin typeface="Cambria" pitchFamily="18" charset="0"/>
                <a:ea typeface="Cambria" pitchFamily="18" charset="0"/>
              </a:rPr>
              <a:t>Ti</a:t>
            </a:r>
            <a:r>
              <a:rPr lang="en-US" sz="5400" dirty="0">
                <a:solidFill>
                  <a:schemeClr val="tx1">
                    <a:lumMod val="50000"/>
                  </a:schemeClr>
                </a:solidFill>
                <a:latin typeface="Cambria" pitchFamily="18" charset="0"/>
                <a:ea typeface="Cambria" pitchFamily="18" charset="0"/>
              </a:rPr>
              <a:t> is aborted, all its actions have to be undone.  Not only that, if </a:t>
            </a:r>
            <a:r>
              <a:rPr lang="en-US" sz="5400" i="1" dirty="0" err="1">
                <a:solidFill>
                  <a:schemeClr val="tx1">
                    <a:lumMod val="50000"/>
                  </a:schemeClr>
                </a:solidFill>
                <a:latin typeface="Cambria" pitchFamily="18" charset="0"/>
                <a:ea typeface="Cambria" pitchFamily="18" charset="0"/>
              </a:rPr>
              <a:t>Tj</a:t>
            </a:r>
            <a:r>
              <a:rPr lang="en-US" sz="5400" i="1" dirty="0">
                <a:solidFill>
                  <a:schemeClr val="tx1">
                    <a:lumMod val="50000"/>
                  </a:schemeClr>
                </a:solidFill>
                <a:latin typeface="Cambria" pitchFamily="18" charset="0"/>
                <a:ea typeface="Cambria" pitchFamily="18" charset="0"/>
              </a:rPr>
              <a:t> </a:t>
            </a:r>
            <a:r>
              <a:rPr lang="en-US" sz="5400" dirty="0">
                <a:solidFill>
                  <a:schemeClr val="tx1">
                    <a:lumMod val="50000"/>
                  </a:schemeClr>
                </a:solidFill>
                <a:latin typeface="Cambria" pitchFamily="18" charset="0"/>
                <a:ea typeface="Cambria" pitchFamily="18" charset="0"/>
              </a:rPr>
              <a:t>reads an object last written by </a:t>
            </a:r>
            <a:r>
              <a:rPr lang="en-US" sz="5400" i="1" dirty="0">
                <a:solidFill>
                  <a:schemeClr val="tx1">
                    <a:lumMod val="50000"/>
                  </a:schemeClr>
                </a:solidFill>
                <a:latin typeface="Cambria" pitchFamily="18" charset="0"/>
                <a:ea typeface="Cambria" pitchFamily="18" charset="0"/>
              </a:rPr>
              <a:t>Ti</a:t>
            </a:r>
            <a:r>
              <a:rPr lang="en-US" sz="5400" dirty="0">
                <a:solidFill>
                  <a:schemeClr val="tx1">
                    <a:lumMod val="50000"/>
                  </a:schemeClr>
                </a:solidFill>
                <a:latin typeface="Cambria" pitchFamily="18" charset="0"/>
                <a:ea typeface="Cambria" pitchFamily="18" charset="0"/>
              </a:rPr>
              <a:t>,  </a:t>
            </a:r>
            <a:r>
              <a:rPr lang="en-US" sz="5400" i="1" dirty="0" err="1">
                <a:solidFill>
                  <a:schemeClr val="tx1">
                    <a:lumMod val="50000"/>
                  </a:schemeClr>
                </a:solidFill>
                <a:latin typeface="Cambria" pitchFamily="18" charset="0"/>
                <a:ea typeface="Cambria" pitchFamily="18" charset="0"/>
              </a:rPr>
              <a:t>Tj</a:t>
            </a:r>
            <a:r>
              <a:rPr lang="en-US" sz="5400" dirty="0">
                <a:solidFill>
                  <a:schemeClr val="tx1">
                    <a:lumMod val="50000"/>
                  </a:schemeClr>
                </a:solidFill>
                <a:latin typeface="Cambria" pitchFamily="18" charset="0"/>
                <a:ea typeface="Cambria" pitchFamily="18" charset="0"/>
              </a:rPr>
              <a:t> must be aborted as well!</a:t>
            </a:r>
          </a:p>
          <a:p>
            <a:pPr marL="685800" lvl="0" indent="-685800">
              <a:buFont typeface="Arial" panose="020B0604020202020204" pitchFamily="34" charset="0"/>
              <a:buChar char="•"/>
            </a:pPr>
            <a:r>
              <a:rPr lang="en-US" sz="5400" dirty="0">
                <a:solidFill>
                  <a:schemeClr val="tx1">
                    <a:lumMod val="50000"/>
                  </a:schemeClr>
                </a:solidFill>
                <a:latin typeface="Cambria" pitchFamily="18" charset="0"/>
                <a:ea typeface="Cambria" pitchFamily="18" charset="0"/>
              </a:rPr>
              <a:t>Most systems avoid such </a:t>
            </a:r>
            <a:r>
              <a:rPr lang="en-US" sz="5400" i="1" dirty="0">
                <a:solidFill>
                  <a:schemeClr val="tx1">
                    <a:lumMod val="50000"/>
                  </a:schemeClr>
                </a:solidFill>
                <a:latin typeface="Cambria" pitchFamily="18" charset="0"/>
                <a:ea typeface="Cambria" pitchFamily="18" charset="0"/>
              </a:rPr>
              <a:t>cascading aborts </a:t>
            </a:r>
            <a:r>
              <a:rPr lang="en-US" sz="5400" dirty="0">
                <a:solidFill>
                  <a:schemeClr val="tx1">
                    <a:lumMod val="50000"/>
                  </a:schemeClr>
                </a:solidFill>
                <a:latin typeface="Cambria" pitchFamily="18" charset="0"/>
                <a:ea typeface="Cambria" pitchFamily="18" charset="0"/>
              </a:rPr>
              <a:t>by releasing a transaction’s locks only at commit time.</a:t>
            </a:r>
          </a:p>
          <a:p>
            <a:pPr marL="685800" lvl="0" indent="-685800">
              <a:buFont typeface="Arial" panose="020B0604020202020204" pitchFamily="34" charset="0"/>
              <a:buChar char="•"/>
            </a:pPr>
            <a:r>
              <a:rPr lang="en-US" sz="5400" dirty="0">
                <a:solidFill>
                  <a:schemeClr val="tx1">
                    <a:lumMod val="50000"/>
                  </a:schemeClr>
                </a:solidFill>
                <a:latin typeface="Cambria" pitchFamily="18" charset="0"/>
                <a:ea typeface="Cambria" pitchFamily="18" charset="0"/>
              </a:rPr>
              <a:t>If</a:t>
            </a:r>
            <a:r>
              <a:rPr lang="en-US" sz="5400" i="1" dirty="0">
                <a:solidFill>
                  <a:schemeClr val="tx1">
                    <a:lumMod val="50000"/>
                  </a:schemeClr>
                </a:solidFill>
                <a:latin typeface="Cambria" pitchFamily="18" charset="0"/>
                <a:ea typeface="Cambria" pitchFamily="18" charset="0"/>
              </a:rPr>
              <a:t> Ti</a:t>
            </a:r>
            <a:r>
              <a:rPr lang="en-US" sz="5400" dirty="0">
                <a:solidFill>
                  <a:schemeClr val="tx1">
                    <a:lumMod val="50000"/>
                  </a:schemeClr>
                </a:solidFill>
                <a:latin typeface="Cambria" pitchFamily="18" charset="0"/>
                <a:ea typeface="Cambria" pitchFamily="18" charset="0"/>
              </a:rPr>
              <a:t> writes an object, </a:t>
            </a:r>
            <a:r>
              <a:rPr lang="en-US" sz="5400" i="1" dirty="0" err="1">
                <a:solidFill>
                  <a:schemeClr val="tx1">
                    <a:lumMod val="50000"/>
                  </a:schemeClr>
                </a:solidFill>
                <a:latin typeface="Cambria" pitchFamily="18" charset="0"/>
                <a:ea typeface="Cambria" pitchFamily="18" charset="0"/>
              </a:rPr>
              <a:t>Tj</a:t>
            </a:r>
            <a:r>
              <a:rPr lang="en-US" sz="5400" dirty="0">
                <a:solidFill>
                  <a:schemeClr val="tx1">
                    <a:lumMod val="50000"/>
                  </a:schemeClr>
                </a:solidFill>
                <a:latin typeface="Cambria" pitchFamily="18" charset="0"/>
                <a:ea typeface="Cambria" pitchFamily="18" charset="0"/>
              </a:rPr>
              <a:t> can read this only after </a:t>
            </a:r>
            <a:r>
              <a:rPr lang="en-US" sz="5400" i="1" dirty="0">
                <a:solidFill>
                  <a:schemeClr val="tx1">
                    <a:lumMod val="50000"/>
                  </a:schemeClr>
                </a:solidFill>
                <a:latin typeface="Cambria" pitchFamily="18" charset="0"/>
                <a:ea typeface="Cambria" pitchFamily="18" charset="0"/>
              </a:rPr>
              <a:t>Ti</a:t>
            </a:r>
            <a:r>
              <a:rPr lang="en-US" sz="5400" dirty="0">
                <a:solidFill>
                  <a:schemeClr val="tx1">
                    <a:lumMod val="50000"/>
                  </a:schemeClr>
                </a:solidFill>
                <a:latin typeface="Cambria" pitchFamily="18" charset="0"/>
                <a:ea typeface="Cambria" pitchFamily="18" charset="0"/>
              </a:rPr>
              <a:t> commits.</a:t>
            </a:r>
          </a:p>
          <a:p>
            <a:pPr marL="685800" lvl="0" indent="-685800">
              <a:buFont typeface="Arial" panose="020B0604020202020204" pitchFamily="34" charset="0"/>
              <a:buChar char="•"/>
            </a:pPr>
            <a:r>
              <a:rPr lang="en-US" sz="5400" dirty="0">
                <a:solidFill>
                  <a:schemeClr val="tx1">
                    <a:lumMod val="50000"/>
                  </a:schemeClr>
                </a:solidFill>
                <a:latin typeface="Cambria" pitchFamily="18" charset="0"/>
                <a:ea typeface="Cambria" pitchFamily="18" charset="0"/>
              </a:rPr>
              <a:t>In order to undo the actions of an aborted transaction, the DBMS maintains a log in which every write is recorded.  This mechanism is also used to recover from system crashes:  all active </a:t>
            </a:r>
            <a:r>
              <a:rPr lang="en-US" sz="5400" dirty="0" err="1">
                <a:solidFill>
                  <a:schemeClr val="tx1">
                    <a:lumMod val="50000"/>
                  </a:schemeClr>
                </a:solidFill>
                <a:latin typeface="Cambria" pitchFamily="18" charset="0"/>
                <a:ea typeface="Cambria" pitchFamily="18" charset="0"/>
              </a:rPr>
              <a:t>Xacts</a:t>
            </a:r>
            <a:r>
              <a:rPr lang="en-US" sz="5400" dirty="0">
                <a:solidFill>
                  <a:schemeClr val="tx1">
                    <a:lumMod val="50000"/>
                  </a:schemeClr>
                </a:solidFill>
                <a:latin typeface="Cambria" pitchFamily="18" charset="0"/>
                <a:ea typeface="Cambria" pitchFamily="18" charset="0"/>
              </a:rPr>
              <a:t> at the time of the crash are aborted when the system comes back up.</a:t>
            </a:r>
          </a:p>
        </p:txBody>
      </p:sp>
      <p:sp>
        <p:nvSpPr>
          <p:cNvPr id="2" name="Title 1">
            <a:extLst>
              <a:ext uri="{FF2B5EF4-FFF2-40B4-BE49-F238E27FC236}">
                <a16:creationId xmlns:a16="http://schemas.microsoft.com/office/drawing/2014/main" id="{3E9583F9-47FA-5E5D-D9AB-61AA297D570E}"/>
              </a:ext>
            </a:extLst>
          </p:cNvPr>
          <p:cNvSpPr>
            <a:spLocks noGrp="1"/>
          </p:cNvSpPr>
          <p:nvPr>
            <p:ph type="title"/>
          </p:nvPr>
        </p:nvSpPr>
        <p:spPr/>
        <p:txBody>
          <a:bodyPr>
            <a:noAutofit/>
          </a:bodyPr>
          <a:lstStyle/>
          <a:p>
            <a:r>
              <a:rPr lang="en-US" sz="4000" dirty="0"/>
              <a:t>Aborting a Transaction</a:t>
            </a:r>
            <a:endParaRPr lang="en-ID" sz="4000" dirty="0"/>
          </a:p>
        </p:txBody>
      </p:sp>
    </p:spTree>
    <p:extLst>
      <p:ext uri="{BB962C8B-B14F-4D97-AF65-F5344CB8AC3E}">
        <p14:creationId xmlns:p14="http://schemas.microsoft.com/office/powerpoint/2010/main" val="2203387608"/>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3">
            <a:extLst>
              <a:ext uri="{FF2B5EF4-FFF2-40B4-BE49-F238E27FC236}">
                <a16:creationId xmlns:a16="http://schemas.microsoft.com/office/drawing/2014/main" id="{D3B8AA65-724A-942C-B003-7552F1BDCAB1}"/>
              </a:ext>
            </a:extLst>
          </p:cNvPr>
          <p:cNvSpPr txBox="1">
            <a:spLocks/>
          </p:cNvSpPr>
          <p:nvPr/>
        </p:nvSpPr>
        <p:spPr>
          <a:xfrm>
            <a:off x="1927655" y="2670048"/>
            <a:ext cx="20653704" cy="1104595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Autofit/>
          </a:bodyPr>
          <a:lstStyle>
            <a:lvl1pPr marL="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chemeClr val="bg1"/>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685800" lvl="0" indent="-685800">
              <a:buFont typeface="Arial" panose="020B0604020202020204" pitchFamily="34" charset="0"/>
              <a:buChar char="•"/>
            </a:pPr>
            <a:r>
              <a:rPr lang="en-US" sz="5400" dirty="0">
                <a:solidFill>
                  <a:schemeClr val="tx1">
                    <a:lumMod val="50000"/>
                  </a:schemeClr>
                </a:solidFill>
                <a:latin typeface="Cambria" pitchFamily="18" charset="0"/>
                <a:ea typeface="Cambria" pitchFamily="18" charset="0"/>
              </a:rPr>
              <a:t>The following actions are recorded in the log:</a:t>
            </a:r>
          </a:p>
          <a:p>
            <a:pPr marL="1905000" lvl="1" indent="-685800">
              <a:buFont typeface="Wingdings" panose="05000000000000000000" pitchFamily="2" charset="2"/>
              <a:buChar char="§"/>
            </a:pPr>
            <a:r>
              <a:rPr lang="en-US" sz="5400" dirty="0">
                <a:solidFill>
                  <a:schemeClr val="tx1">
                    <a:lumMod val="50000"/>
                  </a:schemeClr>
                </a:solidFill>
                <a:latin typeface="Cambria" pitchFamily="18" charset="0"/>
                <a:ea typeface="Cambria" pitchFamily="18" charset="0"/>
              </a:rPr>
              <a:t>Ti writes an object:  the old value and the new value.</a:t>
            </a:r>
          </a:p>
          <a:p>
            <a:pPr marL="2514600" lvl="2" indent="-685800">
              <a:buFont typeface="Courier New" panose="02070309020205020404" pitchFamily="49" charset="0"/>
              <a:buChar char="o"/>
            </a:pPr>
            <a:r>
              <a:rPr lang="en-US" sz="5400" dirty="0">
                <a:solidFill>
                  <a:schemeClr val="tx1">
                    <a:lumMod val="50000"/>
                  </a:schemeClr>
                </a:solidFill>
                <a:latin typeface="Cambria" pitchFamily="18" charset="0"/>
                <a:ea typeface="Cambria" pitchFamily="18" charset="0"/>
              </a:rPr>
              <a:t>Log record must go to disk before the changed page!</a:t>
            </a:r>
          </a:p>
          <a:p>
            <a:pPr marL="1905000" lvl="1" indent="-685800">
              <a:buFont typeface="Wingdings" panose="05000000000000000000" pitchFamily="2" charset="2"/>
              <a:buChar char="§"/>
            </a:pPr>
            <a:r>
              <a:rPr lang="en-US" sz="5400" dirty="0">
                <a:solidFill>
                  <a:schemeClr val="tx1">
                    <a:lumMod val="50000"/>
                  </a:schemeClr>
                </a:solidFill>
                <a:latin typeface="Cambria" pitchFamily="18" charset="0"/>
                <a:ea typeface="Cambria" pitchFamily="18" charset="0"/>
              </a:rPr>
              <a:t>Ti commits/aborts:  a log record indicating this action.</a:t>
            </a:r>
          </a:p>
          <a:p>
            <a:pPr marL="685800" lvl="0" indent="-685800">
              <a:buFont typeface="Arial" panose="020B0604020202020204" pitchFamily="34" charset="0"/>
              <a:buChar char="•"/>
            </a:pPr>
            <a:r>
              <a:rPr lang="en-US" sz="5400" dirty="0">
                <a:solidFill>
                  <a:schemeClr val="tx1">
                    <a:lumMod val="50000"/>
                  </a:schemeClr>
                </a:solidFill>
                <a:latin typeface="Cambria" pitchFamily="18" charset="0"/>
                <a:ea typeface="Cambria" pitchFamily="18" charset="0"/>
              </a:rPr>
              <a:t>Log records are chained together by Xact id, so it’s easy to undo a specific Xact.</a:t>
            </a:r>
          </a:p>
          <a:p>
            <a:pPr marL="685800" lvl="0" indent="-685800">
              <a:buFont typeface="Arial" panose="020B0604020202020204" pitchFamily="34" charset="0"/>
              <a:buChar char="•"/>
            </a:pPr>
            <a:r>
              <a:rPr lang="en-US" sz="5400" dirty="0">
                <a:solidFill>
                  <a:schemeClr val="tx1">
                    <a:lumMod val="50000"/>
                  </a:schemeClr>
                </a:solidFill>
                <a:latin typeface="Cambria" pitchFamily="18" charset="0"/>
                <a:ea typeface="Cambria" pitchFamily="18" charset="0"/>
              </a:rPr>
              <a:t>Log is often duplexed and archived on stable storage.</a:t>
            </a:r>
          </a:p>
          <a:p>
            <a:pPr marL="685800" lvl="0" indent="-685800">
              <a:buFont typeface="Arial" panose="020B0604020202020204" pitchFamily="34" charset="0"/>
              <a:buChar char="•"/>
            </a:pPr>
            <a:r>
              <a:rPr lang="en-US" sz="5400" dirty="0">
                <a:solidFill>
                  <a:schemeClr val="tx1">
                    <a:lumMod val="50000"/>
                  </a:schemeClr>
                </a:solidFill>
                <a:latin typeface="Cambria" pitchFamily="18" charset="0"/>
                <a:ea typeface="Cambria" pitchFamily="18" charset="0"/>
              </a:rPr>
              <a:t>All log related activities (and in fact, all CC related activities such as lock/unlock, dealing with deadlocks etc.) are handled transparently by the DBMS.</a:t>
            </a:r>
          </a:p>
        </p:txBody>
      </p:sp>
      <p:sp>
        <p:nvSpPr>
          <p:cNvPr id="2" name="Title 1">
            <a:extLst>
              <a:ext uri="{FF2B5EF4-FFF2-40B4-BE49-F238E27FC236}">
                <a16:creationId xmlns:a16="http://schemas.microsoft.com/office/drawing/2014/main" id="{3E9583F9-47FA-5E5D-D9AB-61AA297D570E}"/>
              </a:ext>
            </a:extLst>
          </p:cNvPr>
          <p:cNvSpPr>
            <a:spLocks noGrp="1"/>
          </p:cNvSpPr>
          <p:nvPr>
            <p:ph type="title"/>
          </p:nvPr>
        </p:nvSpPr>
        <p:spPr/>
        <p:txBody>
          <a:bodyPr>
            <a:noAutofit/>
          </a:bodyPr>
          <a:lstStyle/>
          <a:p>
            <a:r>
              <a:rPr lang="en-US" sz="4000" dirty="0"/>
              <a:t>The Log</a:t>
            </a:r>
            <a:endParaRPr lang="en-ID" sz="4000" dirty="0"/>
          </a:p>
        </p:txBody>
      </p:sp>
    </p:spTree>
    <p:extLst>
      <p:ext uri="{BB962C8B-B14F-4D97-AF65-F5344CB8AC3E}">
        <p14:creationId xmlns:p14="http://schemas.microsoft.com/office/powerpoint/2010/main" val="3181591738"/>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580FD-C213-BE4E-B0D4-01511112AF0D}"/>
              </a:ext>
            </a:extLst>
          </p:cNvPr>
          <p:cNvSpPr>
            <a:spLocks noGrp="1"/>
          </p:cNvSpPr>
          <p:nvPr>
            <p:ph type="title"/>
          </p:nvPr>
        </p:nvSpPr>
        <p:spPr/>
        <p:txBody>
          <a:bodyPr/>
          <a:lstStyle/>
          <a:p>
            <a:r>
              <a:rPr lang="en-US" dirty="0"/>
              <a:t>Recovering From a Crash</a:t>
            </a:r>
          </a:p>
        </p:txBody>
      </p:sp>
    </p:spTree>
    <p:extLst>
      <p:ext uri="{BB962C8B-B14F-4D97-AF65-F5344CB8AC3E}">
        <p14:creationId xmlns:p14="http://schemas.microsoft.com/office/powerpoint/2010/main" val="1534764030"/>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3">
            <a:extLst>
              <a:ext uri="{FF2B5EF4-FFF2-40B4-BE49-F238E27FC236}">
                <a16:creationId xmlns:a16="http://schemas.microsoft.com/office/drawing/2014/main" id="{D3B8AA65-724A-942C-B003-7552F1BDCAB1}"/>
              </a:ext>
            </a:extLst>
          </p:cNvPr>
          <p:cNvSpPr txBox="1">
            <a:spLocks/>
          </p:cNvSpPr>
          <p:nvPr/>
        </p:nvSpPr>
        <p:spPr>
          <a:xfrm>
            <a:off x="1927655" y="2670048"/>
            <a:ext cx="21193602" cy="1071676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Autofit/>
          </a:bodyPr>
          <a:lstStyle>
            <a:lvl1pPr marL="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chemeClr val="bg1"/>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685800" lvl="0" indent="-685800">
              <a:buFont typeface="Arial" panose="020B0604020202020204" pitchFamily="34" charset="0"/>
              <a:buChar char="•"/>
            </a:pPr>
            <a:r>
              <a:rPr lang="en-US" sz="5400" dirty="0">
                <a:solidFill>
                  <a:schemeClr val="tx1">
                    <a:lumMod val="50000"/>
                  </a:schemeClr>
                </a:solidFill>
                <a:latin typeface="Cambria" pitchFamily="18" charset="0"/>
                <a:ea typeface="Cambria" pitchFamily="18" charset="0"/>
              </a:rPr>
              <a:t>There are 3 phases in the Aries recovery algorithm:</a:t>
            </a:r>
          </a:p>
          <a:p>
            <a:pPr marL="1905000" lvl="1" indent="-685800">
              <a:buFont typeface="Wingdings" panose="05000000000000000000" pitchFamily="2" charset="2"/>
              <a:buChar char="§"/>
            </a:pPr>
            <a:r>
              <a:rPr lang="en-US" sz="5400" i="1" u="sng" dirty="0">
                <a:solidFill>
                  <a:srgbClr val="FF0000"/>
                </a:solidFill>
                <a:latin typeface="Cambria" pitchFamily="18" charset="0"/>
                <a:ea typeface="Cambria" pitchFamily="18" charset="0"/>
              </a:rPr>
              <a:t>Analysis:</a:t>
            </a:r>
            <a:r>
              <a:rPr lang="en-US" sz="5400" dirty="0">
                <a:solidFill>
                  <a:schemeClr val="tx1">
                    <a:lumMod val="50000"/>
                  </a:schemeClr>
                </a:solidFill>
                <a:latin typeface="Cambria" pitchFamily="18" charset="0"/>
                <a:ea typeface="Cambria" pitchFamily="18" charset="0"/>
              </a:rPr>
              <a:t>  Scan the log forward (from the most recent </a:t>
            </a:r>
            <a:r>
              <a:rPr lang="en-US" sz="5400" i="1" dirty="0">
                <a:solidFill>
                  <a:srgbClr val="FF0000"/>
                </a:solidFill>
                <a:latin typeface="Cambria" pitchFamily="18" charset="0"/>
                <a:ea typeface="Cambria" pitchFamily="18" charset="0"/>
              </a:rPr>
              <a:t>checkpoint</a:t>
            </a:r>
            <a:r>
              <a:rPr lang="en-US" sz="5400" dirty="0">
                <a:solidFill>
                  <a:schemeClr val="tx1">
                    <a:lumMod val="50000"/>
                  </a:schemeClr>
                </a:solidFill>
                <a:latin typeface="Cambria" pitchFamily="18" charset="0"/>
                <a:ea typeface="Cambria" pitchFamily="18" charset="0"/>
              </a:rPr>
              <a:t>) to identify all </a:t>
            </a:r>
            <a:r>
              <a:rPr lang="en-US" sz="5400" dirty="0" err="1">
                <a:solidFill>
                  <a:schemeClr val="tx1">
                    <a:lumMod val="50000"/>
                  </a:schemeClr>
                </a:solidFill>
                <a:latin typeface="Cambria" pitchFamily="18" charset="0"/>
                <a:ea typeface="Cambria" pitchFamily="18" charset="0"/>
              </a:rPr>
              <a:t>Xacts</a:t>
            </a:r>
            <a:r>
              <a:rPr lang="en-US" sz="5400" dirty="0">
                <a:solidFill>
                  <a:schemeClr val="tx1">
                    <a:lumMod val="50000"/>
                  </a:schemeClr>
                </a:solidFill>
                <a:latin typeface="Cambria" pitchFamily="18" charset="0"/>
                <a:ea typeface="Cambria" pitchFamily="18" charset="0"/>
              </a:rPr>
              <a:t> that were active, and all dirty pages in the buffer pool at the time of the crash.</a:t>
            </a:r>
          </a:p>
          <a:p>
            <a:pPr marL="1905000" lvl="1" indent="-685800">
              <a:buFont typeface="Wingdings" panose="05000000000000000000" pitchFamily="2" charset="2"/>
              <a:buChar char="§"/>
            </a:pPr>
            <a:r>
              <a:rPr lang="en-US" sz="5400" i="1" u="sng" dirty="0">
                <a:solidFill>
                  <a:srgbClr val="FF0000"/>
                </a:solidFill>
                <a:latin typeface="Cambria" pitchFamily="18" charset="0"/>
                <a:ea typeface="Cambria" pitchFamily="18" charset="0"/>
              </a:rPr>
              <a:t>Redo</a:t>
            </a:r>
            <a:r>
              <a:rPr lang="en-US" sz="5400" dirty="0">
                <a:solidFill>
                  <a:schemeClr val="tx1">
                    <a:lumMod val="50000"/>
                  </a:schemeClr>
                </a:solidFill>
                <a:latin typeface="Cambria" pitchFamily="18" charset="0"/>
                <a:ea typeface="Cambria" pitchFamily="18" charset="0"/>
              </a:rPr>
              <a:t>:  Redoes all updates to dirty pages in the buffer pool, as needed, to ensure that all logged updates are in fact carried out and written to disk.</a:t>
            </a:r>
          </a:p>
          <a:p>
            <a:pPr marL="1905000" lvl="1" indent="-685800">
              <a:buFont typeface="Wingdings" panose="05000000000000000000" pitchFamily="2" charset="2"/>
              <a:buChar char="§"/>
            </a:pPr>
            <a:r>
              <a:rPr lang="en-US" sz="5400" i="1" u="sng" dirty="0">
                <a:solidFill>
                  <a:srgbClr val="FF0000"/>
                </a:solidFill>
                <a:latin typeface="Cambria" pitchFamily="18" charset="0"/>
                <a:ea typeface="Cambria" pitchFamily="18" charset="0"/>
              </a:rPr>
              <a:t>Undo</a:t>
            </a:r>
            <a:r>
              <a:rPr lang="en-US" sz="5400" dirty="0">
                <a:solidFill>
                  <a:schemeClr val="tx1">
                    <a:lumMod val="50000"/>
                  </a:schemeClr>
                </a:solidFill>
                <a:latin typeface="Cambria" pitchFamily="18" charset="0"/>
                <a:ea typeface="Cambria" pitchFamily="18" charset="0"/>
              </a:rPr>
              <a:t>:  The  writes of all </a:t>
            </a:r>
            <a:r>
              <a:rPr lang="en-US" sz="5400" dirty="0" err="1">
                <a:solidFill>
                  <a:schemeClr val="tx1">
                    <a:lumMod val="50000"/>
                  </a:schemeClr>
                </a:solidFill>
                <a:latin typeface="Cambria" pitchFamily="18" charset="0"/>
                <a:ea typeface="Cambria" pitchFamily="18" charset="0"/>
              </a:rPr>
              <a:t>Xacts</a:t>
            </a:r>
            <a:r>
              <a:rPr lang="en-US" sz="5400" dirty="0">
                <a:solidFill>
                  <a:schemeClr val="tx1">
                    <a:lumMod val="50000"/>
                  </a:schemeClr>
                </a:solidFill>
                <a:latin typeface="Cambria" pitchFamily="18" charset="0"/>
                <a:ea typeface="Cambria" pitchFamily="18" charset="0"/>
              </a:rPr>
              <a:t> that were active at the crash are undone (by restoring the before value of the update, which is in the log record for the update), working backwards in the log.  (Some care must be taken to handle the case of a crash occurring during the recovery process!)</a:t>
            </a:r>
          </a:p>
        </p:txBody>
      </p:sp>
      <p:sp>
        <p:nvSpPr>
          <p:cNvPr id="2" name="Title 1">
            <a:extLst>
              <a:ext uri="{FF2B5EF4-FFF2-40B4-BE49-F238E27FC236}">
                <a16:creationId xmlns:a16="http://schemas.microsoft.com/office/drawing/2014/main" id="{3E9583F9-47FA-5E5D-D9AB-61AA297D570E}"/>
              </a:ext>
            </a:extLst>
          </p:cNvPr>
          <p:cNvSpPr>
            <a:spLocks noGrp="1"/>
          </p:cNvSpPr>
          <p:nvPr>
            <p:ph type="title"/>
          </p:nvPr>
        </p:nvSpPr>
        <p:spPr/>
        <p:txBody>
          <a:bodyPr>
            <a:noAutofit/>
          </a:bodyPr>
          <a:lstStyle/>
          <a:p>
            <a:r>
              <a:rPr lang="en-US" sz="4000" dirty="0"/>
              <a:t>Recovering From a Crash</a:t>
            </a:r>
            <a:endParaRPr lang="en-ID" sz="4000" dirty="0"/>
          </a:p>
        </p:txBody>
      </p:sp>
    </p:spTree>
    <p:extLst>
      <p:ext uri="{BB962C8B-B14F-4D97-AF65-F5344CB8AC3E}">
        <p14:creationId xmlns:p14="http://schemas.microsoft.com/office/powerpoint/2010/main" val="844613518"/>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F3C2A69-6E3C-0E01-0D0A-C72966157E9E}"/>
              </a:ext>
            </a:extLst>
          </p:cNvPr>
          <p:cNvSpPr txBox="1">
            <a:spLocks/>
          </p:cNvSpPr>
          <p:nvPr/>
        </p:nvSpPr>
        <p:spPr>
          <a:xfrm>
            <a:off x="1206496" y="800100"/>
            <a:ext cx="21971004" cy="17907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normAutofit/>
          </a:bodyPr>
          <a:lstStyle>
            <a:lvl1pPr marL="0" marR="0" indent="0" algn="ctr" defTabSz="2438338" rtl="0" eaLnBrk="1" latinLnBrk="0" hangingPunct="1">
              <a:lnSpc>
                <a:spcPct val="80000"/>
              </a:lnSpc>
              <a:spcBef>
                <a:spcPts val="0"/>
              </a:spcBef>
              <a:spcAft>
                <a:spcPts val="0"/>
              </a:spcAft>
              <a:buClrTx/>
              <a:buSzTx/>
              <a:buFontTx/>
              <a:buNone/>
              <a:tabLst/>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a:lstStyle>
          <a:p>
            <a:r>
              <a:rPr lang="en-US" dirty="0"/>
              <a:t>Summary</a:t>
            </a:r>
            <a:endParaRPr lang="en-ID" dirty="0"/>
          </a:p>
        </p:txBody>
      </p:sp>
      <p:sp>
        <p:nvSpPr>
          <p:cNvPr id="5" name="TextBox 4">
            <a:extLst>
              <a:ext uri="{FF2B5EF4-FFF2-40B4-BE49-F238E27FC236}">
                <a16:creationId xmlns:a16="http://schemas.microsoft.com/office/drawing/2014/main" id="{7278F3B7-E7E6-E44E-25EA-F7E2C52AB843}"/>
              </a:ext>
            </a:extLst>
          </p:cNvPr>
          <p:cNvSpPr txBox="1"/>
          <p:nvPr/>
        </p:nvSpPr>
        <p:spPr>
          <a:xfrm>
            <a:off x="1206496" y="2334768"/>
            <a:ext cx="22301200" cy="113877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342900" indent="-342900" algn="l">
              <a:spcBef>
                <a:spcPts val="4200"/>
              </a:spcBef>
              <a:buFont typeface="Arial" panose="020B0604020202020204" pitchFamily="34" charset="0"/>
              <a:buChar char="•"/>
            </a:pPr>
            <a:r>
              <a:rPr lang="en-US" sz="5400" dirty="0">
                <a:solidFill>
                  <a:schemeClr val="bg1"/>
                </a:solidFill>
              </a:rPr>
              <a:t>Concurrency control and recovery are among the most important functions provided by a DBMS.</a:t>
            </a:r>
          </a:p>
          <a:p>
            <a:pPr marL="1169988" lvl="1" indent="-342900" algn="l">
              <a:spcBef>
                <a:spcPts val="4200"/>
              </a:spcBef>
              <a:buFont typeface="Arial" panose="020B0604020202020204" pitchFamily="34" charset="0"/>
              <a:buChar char="•"/>
            </a:pPr>
            <a:r>
              <a:rPr lang="en-US" sz="5400" dirty="0">
                <a:solidFill>
                  <a:schemeClr val="bg1"/>
                </a:solidFill>
              </a:rPr>
              <a:t>Users need not worry about concurrency.</a:t>
            </a:r>
          </a:p>
          <a:p>
            <a:pPr marL="342900" indent="-342900" algn="l">
              <a:spcBef>
                <a:spcPts val="4200"/>
              </a:spcBef>
              <a:buFont typeface="Arial" panose="020B0604020202020204" pitchFamily="34" charset="0"/>
              <a:buChar char="•"/>
            </a:pPr>
            <a:r>
              <a:rPr lang="en-US" sz="5400" dirty="0">
                <a:solidFill>
                  <a:schemeClr val="bg1"/>
                </a:solidFill>
              </a:rPr>
              <a:t>System automatically inserts lock/unlock requests and schedules actions of different </a:t>
            </a:r>
            <a:r>
              <a:rPr lang="en-US" sz="5400" dirty="0" err="1">
                <a:solidFill>
                  <a:schemeClr val="bg1"/>
                </a:solidFill>
              </a:rPr>
              <a:t>Xacts</a:t>
            </a:r>
            <a:r>
              <a:rPr lang="en-US" sz="5400" dirty="0">
                <a:solidFill>
                  <a:schemeClr val="bg1"/>
                </a:solidFill>
              </a:rPr>
              <a:t> in such a way as to ensure that the resulting execution is equivalent to executing the </a:t>
            </a:r>
            <a:r>
              <a:rPr lang="en-US" sz="5400" dirty="0" err="1">
                <a:solidFill>
                  <a:schemeClr val="bg1"/>
                </a:solidFill>
              </a:rPr>
              <a:t>Xacts</a:t>
            </a:r>
            <a:r>
              <a:rPr lang="en-US" sz="5400" dirty="0">
                <a:solidFill>
                  <a:schemeClr val="bg1"/>
                </a:solidFill>
              </a:rPr>
              <a:t> one after the other in some order.</a:t>
            </a:r>
          </a:p>
          <a:p>
            <a:pPr marL="342900" indent="-342900" algn="l">
              <a:spcBef>
                <a:spcPts val="4200"/>
              </a:spcBef>
              <a:buFont typeface="Arial" panose="020B0604020202020204" pitchFamily="34" charset="0"/>
              <a:buChar char="•"/>
            </a:pPr>
            <a:r>
              <a:rPr lang="en-US" sz="5400" dirty="0">
                <a:solidFill>
                  <a:schemeClr val="bg1"/>
                </a:solidFill>
              </a:rPr>
              <a:t>Write-ahead logging (WAL) is used to undo the actions of aborted transactions and to restore the system to a consistent state after a crash.</a:t>
            </a:r>
          </a:p>
          <a:p>
            <a:pPr marL="1169988" lvl="1" indent="-342900" algn="l">
              <a:spcBef>
                <a:spcPts val="4200"/>
              </a:spcBef>
              <a:buFont typeface="Arial" panose="020B0604020202020204" pitchFamily="34" charset="0"/>
              <a:buChar char="•"/>
            </a:pPr>
            <a:r>
              <a:rPr lang="en-US" sz="5400" dirty="0">
                <a:solidFill>
                  <a:schemeClr val="bg1"/>
                </a:solidFill>
              </a:rPr>
              <a:t>Consistent state:  Only the effects of </a:t>
            </a:r>
            <a:r>
              <a:rPr lang="en-US" sz="5400" dirty="0" err="1">
                <a:solidFill>
                  <a:schemeClr val="bg1"/>
                </a:solidFill>
              </a:rPr>
              <a:t>commited</a:t>
            </a:r>
            <a:r>
              <a:rPr lang="en-US" sz="5400" dirty="0">
                <a:solidFill>
                  <a:schemeClr val="bg1"/>
                </a:solidFill>
              </a:rPr>
              <a:t> </a:t>
            </a:r>
            <a:r>
              <a:rPr lang="en-US" sz="5400" dirty="0" err="1">
                <a:solidFill>
                  <a:schemeClr val="bg1"/>
                </a:solidFill>
              </a:rPr>
              <a:t>Xacts</a:t>
            </a:r>
            <a:r>
              <a:rPr lang="en-US" sz="5400" dirty="0">
                <a:solidFill>
                  <a:schemeClr val="bg1"/>
                </a:solidFill>
              </a:rPr>
              <a:t> seen.</a:t>
            </a:r>
          </a:p>
        </p:txBody>
      </p:sp>
    </p:spTree>
    <p:extLst>
      <p:ext uri="{BB962C8B-B14F-4D97-AF65-F5344CB8AC3E}">
        <p14:creationId xmlns:p14="http://schemas.microsoft.com/office/powerpoint/2010/main" val="1702753199"/>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FD34E-2DC4-3ACB-2967-B6A7722D3A27}"/>
              </a:ext>
            </a:extLst>
          </p:cNvPr>
          <p:cNvSpPr>
            <a:spLocks noGrp="1"/>
          </p:cNvSpPr>
          <p:nvPr>
            <p:ph type="title"/>
          </p:nvPr>
        </p:nvSpPr>
        <p:spPr>
          <a:xfrm>
            <a:off x="1206496" y="800100"/>
            <a:ext cx="21971004" cy="1790700"/>
          </a:xfrm>
        </p:spPr>
        <p:txBody>
          <a:bodyPr/>
          <a:lstStyle/>
          <a:p>
            <a:r>
              <a:rPr lang="en-US" dirty="0"/>
              <a:t>Exercise</a:t>
            </a:r>
            <a:endParaRPr lang="en-ID" dirty="0"/>
          </a:p>
        </p:txBody>
      </p:sp>
      <p:sp>
        <p:nvSpPr>
          <p:cNvPr id="3" name="TextBox 2">
            <a:extLst>
              <a:ext uri="{FF2B5EF4-FFF2-40B4-BE49-F238E27FC236}">
                <a16:creationId xmlns:a16="http://schemas.microsoft.com/office/drawing/2014/main" id="{2AB723E0-CB99-EADA-4C23-254BEFF7F6E4}"/>
              </a:ext>
            </a:extLst>
          </p:cNvPr>
          <p:cNvSpPr txBox="1"/>
          <p:nvPr/>
        </p:nvSpPr>
        <p:spPr>
          <a:xfrm>
            <a:off x="787400" y="2870201"/>
            <a:ext cx="22174200" cy="81253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1244600" lvl="0" indent="-1143000" algn="l">
              <a:spcAft>
                <a:spcPts val="5400"/>
              </a:spcAft>
              <a:buFont typeface="+mj-lt"/>
              <a:buAutoNum type="arabicPeriod"/>
            </a:pPr>
            <a:r>
              <a:rPr lang="en-US" sz="5400" dirty="0">
                <a:solidFill>
                  <a:schemeClr val="bg1"/>
                </a:solidFill>
                <a:latin typeface="Cambria" pitchFamily="18" charset="0"/>
                <a:ea typeface="Cambria" pitchFamily="18" charset="0"/>
              </a:rPr>
              <a:t>Explain the concept of Atomicity in the context of database transactions. Why is atomicity essential in maintaining data integrity?</a:t>
            </a:r>
          </a:p>
          <a:p>
            <a:pPr marL="1244600" lvl="0" indent="-1143000" algn="l">
              <a:spcAft>
                <a:spcPts val="5400"/>
              </a:spcAft>
              <a:buFont typeface="+mj-lt"/>
              <a:buAutoNum type="arabicPeriod"/>
            </a:pPr>
            <a:r>
              <a:rPr lang="en-US" sz="5400" dirty="0">
                <a:solidFill>
                  <a:schemeClr val="bg1"/>
                </a:solidFill>
                <a:latin typeface="Cambria" pitchFamily="18" charset="0"/>
                <a:ea typeface="Cambria" pitchFamily="18" charset="0"/>
              </a:rPr>
              <a:t>What is the difference between COMMIT and ROLLBACK? </a:t>
            </a:r>
            <a:r>
              <a:rPr lang="en-US" sz="5400">
                <a:solidFill>
                  <a:schemeClr val="bg1"/>
                </a:solidFill>
                <a:latin typeface="Cambria" pitchFamily="18" charset="0"/>
                <a:ea typeface="Cambria" pitchFamily="18" charset="0"/>
              </a:rPr>
              <a:t>Provide an example of when you would use each one.</a:t>
            </a:r>
          </a:p>
          <a:p>
            <a:pPr marL="1244600" lvl="0" indent="-1143000" algn="l">
              <a:spcAft>
                <a:spcPts val="5400"/>
              </a:spcAft>
              <a:buFont typeface="+mj-lt"/>
              <a:buAutoNum type="arabicPeriod"/>
            </a:pPr>
            <a:r>
              <a:rPr lang="en-US" sz="5400" dirty="0">
                <a:solidFill>
                  <a:schemeClr val="bg1"/>
                </a:solidFill>
                <a:latin typeface="Cambria" pitchFamily="18" charset="0"/>
                <a:ea typeface="Cambria" pitchFamily="18" charset="0"/>
              </a:rPr>
              <a:t>Consider an online payment system where a user transfers money from one account to another. What could go wrong if the transaction is not atomic? How does SQL ensure both accounts are updated correctly?</a:t>
            </a:r>
          </a:p>
        </p:txBody>
      </p:sp>
    </p:spTree>
    <p:extLst>
      <p:ext uri="{BB962C8B-B14F-4D97-AF65-F5344CB8AC3E}">
        <p14:creationId xmlns:p14="http://schemas.microsoft.com/office/powerpoint/2010/main" val="3500018930"/>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512DA8F-6E95-D5EB-00B0-BF8C363C0033}"/>
              </a:ext>
            </a:extLst>
          </p:cNvPr>
          <p:cNvSpPr txBox="1">
            <a:spLocks/>
          </p:cNvSpPr>
          <p:nvPr/>
        </p:nvSpPr>
        <p:spPr>
          <a:xfrm>
            <a:off x="1206496" y="800100"/>
            <a:ext cx="21971004" cy="17907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normAutofit/>
          </a:bodyPr>
          <a:lstStyle>
            <a:lvl1pPr marL="0" marR="0" indent="0" algn="ctr" defTabSz="2438338" rtl="0" eaLnBrk="1" latinLnBrk="0" hangingPunct="1">
              <a:lnSpc>
                <a:spcPct val="80000"/>
              </a:lnSpc>
              <a:spcBef>
                <a:spcPts val="0"/>
              </a:spcBef>
              <a:spcAft>
                <a:spcPts val="0"/>
              </a:spcAft>
              <a:buClrTx/>
              <a:buSzTx/>
              <a:buFontTx/>
              <a:buNone/>
              <a:tabLst/>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a:lstStyle>
          <a:p>
            <a:r>
              <a:rPr lang="en-US"/>
              <a:t>References</a:t>
            </a:r>
            <a:endParaRPr lang="en-ID" dirty="0"/>
          </a:p>
        </p:txBody>
      </p:sp>
      <p:sp>
        <p:nvSpPr>
          <p:cNvPr id="4" name="TextBox 3">
            <a:extLst>
              <a:ext uri="{FF2B5EF4-FFF2-40B4-BE49-F238E27FC236}">
                <a16:creationId xmlns:a16="http://schemas.microsoft.com/office/drawing/2014/main" id="{54EECC02-83BB-9260-5A52-F39ED0A6902F}"/>
              </a:ext>
            </a:extLst>
          </p:cNvPr>
          <p:cNvSpPr txBox="1"/>
          <p:nvPr/>
        </p:nvSpPr>
        <p:spPr>
          <a:xfrm>
            <a:off x="1371600" y="3556001"/>
            <a:ext cx="22174200" cy="60170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1244600" lvl="0" indent="-1143000" algn="l">
              <a:spcAft>
                <a:spcPts val="3000"/>
              </a:spcAft>
              <a:buFont typeface="+mj-lt"/>
              <a:buAutoNum type="arabicPeriod"/>
            </a:pPr>
            <a:r>
              <a:rPr lang="en-US" sz="7200" dirty="0" err="1">
                <a:solidFill>
                  <a:schemeClr val="bg1"/>
                </a:solidFill>
                <a:latin typeface="Cambria" pitchFamily="18" charset="0"/>
                <a:ea typeface="Cambria" pitchFamily="18" charset="0"/>
              </a:rPr>
              <a:t>Ramez</a:t>
            </a:r>
            <a:r>
              <a:rPr lang="en-US" sz="7200" dirty="0">
                <a:solidFill>
                  <a:schemeClr val="bg1"/>
                </a:solidFill>
                <a:latin typeface="Cambria" pitchFamily="18" charset="0"/>
                <a:ea typeface="Cambria" pitchFamily="18" charset="0"/>
              </a:rPr>
              <a:t> </a:t>
            </a:r>
            <a:r>
              <a:rPr lang="en-US" sz="7200" dirty="0" err="1">
                <a:solidFill>
                  <a:schemeClr val="bg1"/>
                </a:solidFill>
                <a:latin typeface="Cambria" pitchFamily="18" charset="0"/>
                <a:ea typeface="Cambria" pitchFamily="18" charset="0"/>
              </a:rPr>
              <a:t>Elmasri</a:t>
            </a:r>
            <a:r>
              <a:rPr lang="en-US" sz="7200" dirty="0">
                <a:solidFill>
                  <a:schemeClr val="bg1"/>
                </a:solidFill>
                <a:latin typeface="Cambria" pitchFamily="18" charset="0"/>
                <a:ea typeface="Cambria" pitchFamily="18" charset="0"/>
              </a:rPr>
              <a:t> , Shamkant Navathe. Fundamentals of Database Systems 7th Edition. Pearson. New York. </a:t>
            </a:r>
          </a:p>
          <a:p>
            <a:pPr marL="1244600" lvl="0" indent="-1143000" algn="l">
              <a:spcAft>
                <a:spcPts val="3000"/>
              </a:spcAft>
              <a:buFont typeface="+mj-lt"/>
              <a:buAutoNum type="arabicPeriod"/>
            </a:pPr>
            <a:r>
              <a:rPr lang="en-US" sz="7200" dirty="0">
                <a:solidFill>
                  <a:schemeClr val="bg1"/>
                </a:solidFill>
                <a:latin typeface="Cambria" pitchFamily="18" charset="0"/>
                <a:ea typeface="Cambria" pitchFamily="18" charset="0"/>
              </a:rPr>
              <a:t>Ramakrishnan, Raghu, </a:t>
            </a:r>
            <a:r>
              <a:rPr lang="en-US" sz="7200" dirty="0" err="1">
                <a:solidFill>
                  <a:schemeClr val="bg1"/>
                </a:solidFill>
                <a:latin typeface="Cambria" pitchFamily="18" charset="0"/>
                <a:ea typeface="Cambria" pitchFamily="18" charset="0"/>
              </a:rPr>
              <a:t>Gehrke</a:t>
            </a:r>
            <a:r>
              <a:rPr lang="en-US" sz="7200" dirty="0">
                <a:solidFill>
                  <a:schemeClr val="bg1"/>
                </a:solidFill>
                <a:latin typeface="Cambria" pitchFamily="18" charset="0"/>
                <a:ea typeface="Cambria" pitchFamily="18" charset="0"/>
              </a:rPr>
              <a:t>, Johannes. Database Management Systems, Third Edition. New York: The McGraw-Hill Companies, Inc</a:t>
            </a:r>
          </a:p>
        </p:txBody>
      </p:sp>
    </p:spTree>
    <p:extLst>
      <p:ext uri="{BB962C8B-B14F-4D97-AF65-F5344CB8AC3E}">
        <p14:creationId xmlns:p14="http://schemas.microsoft.com/office/powerpoint/2010/main" val="17467567"/>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Presentation1" id="{FEBCA056-F2A5-496F-A830-7BAED988D208}" vid="{3C0D7A97-88A3-424B-BF48-73EB1D05E1BE}"/>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Metadata/LabelInfo.xml><?xml version="1.0" encoding="utf-8"?>
<clbl:labelList xmlns:clbl="http://schemas.microsoft.com/office/2020/mipLabelMetadata">
  <clbl:label id="{3485b963-82ba-4a6f-810f-b5cc226ff898}" enabled="0" method="" siteId="{3485b963-82ba-4a6f-810f-b5cc226ff898}" removed="1"/>
</clbl:labelList>
</file>

<file path=docProps/app.xml><?xml version="1.0" encoding="utf-8"?>
<Properties xmlns="http://schemas.openxmlformats.org/officeDocument/2006/extended-properties" xmlns:vt="http://schemas.openxmlformats.org/officeDocument/2006/docPropsVTypes">
  <Template>BINUS Learning Object Slide Template BU 2023</Template>
  <TotalTime>2181</TotalTime>
  <Words>1562</Words>
  <Application>Microsoft Office PowerPoint</Application>
  <PresentationFormat>Custom</PresentationFormat>
  <Paragraphs>108</Paragraphs>
  <Slides>24</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24</vt:i4>
      </vt:variant>
    </vt:vector>
  </HeadingPairs>
  <TitlesOfParts>
    <vt:vector size="35" baseType="lpstr">
      <vt:lpstr>Courier New</vt:lpstr>
      <vt:lpstr>Cambria</vt:lpstr>
      <vt:lpstr>Open Sans Semibold</vt:lpstr>
      <vt:lpstr>Wingdings</vt:lpstr>
      <vt:lpstr>Open Sans Light</vt:lpstr>
      <vt:lpstr>OCRB</vt:lpstr>
      <vt:lpstr>Arial</vt:lpstr>
      <vt:lpstr>Open Sans</vt:lpstr>
      <vt:lpstr>Open Sans ExtraBold</vt:lpstr>
      <vt:lpstr>Book Antiqua</vt:lpstr>
      <vt:lpstr>21_BasicWhite</vt:lpstr>
      <vt:lpstr>Overview of Transaction Management</vt:lpstr>
      <vt:lpstr>Learning Objective</vt:lpstr>
      <vt:lpstr>Outline</vt:lpstr>
      <vt:lpstr>Transactions</vt:lpstr>
      <vt:lpstr>Transactions</vt:lpstr>
      <vt:lpstr>Concurrency in a DBMS</vt:lpstr>
      <vt:lpstr>Concurrency in a DBMS</vt:lpstr>
      <vt:lpstr>Atomicity of Transactions</vt:lpstr>
      <vt:lpstr>Atomicity of Transactions</vt:lpstr>
      <vt:lpstr>Example</vt:lpstr>
      <vt:lpstr>Example (Contd.)</vt:lpstr>
      <vt:lpstr>Scheduling Transactions</vt:lpstr>
      <vt:lpstr>Scheduling Transactions</vt:lpstr>
      <vt:lpstr>Anomalies with Interleaved Execution</vt:lpstr>
      <vt:lpstr>Anomalies (Continued)</vt:lpstr>
      <vt:lpstr>Lock-Based Concurrency Control</vt:lpstr>
      <vt:lpstr>Lock-Based Concurrency Control</vt:lpstr>
      <vt:lpstr>Aborting a Transaction</vt:lpstr>
      <vt:lpstr>The Log</vt:lpstr>
      <vt:lpstr>Recovering From a Crash</vt:lpstr>
      <vt:lpstr>Recovering From a Crash</vt:lpstr>
      <vt:lpstr>PowerPoint Presentation</vt:lpstr>
      <vt:lpstr>Exercise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Said Achmad</dc:creator>
  <cp:lastModifiedBy>Said Achmad</cp:lastModifiedBy>
  <cp:revision>21</cp:revision>
  <dcterms:created xsi:type="dcterms:W3CDTF">2023-10-26T06:53:09Z</dcterms:created>
  <dcterms:modified xsi:type="dcterms:W3CDTF">2025-06-01T14:56:27Z</dcterms:modified>
</cp:coreProperties>
</file>