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6"/>
  </p:notesMasterIdLst>
  <p:sldIdLst>
    <p:sldId id="256" r:id="rId2"/>
    <p:sldId id="421" r:id="rId3"/>
    <p:sldId id="260" r:id="rId4"/>
    <p:sldId id="262" r:id="rId5"/>
    <p:sldId id="328" r:id="rId6"/>
    <p:sldId id="401" r:id="rId7"/>
    <p:sldId id="300" r:id="rId8"/>
    <p:sldId id="374" r:id="rId9"/>
    <p:sldId id="375" r:id="rId10"/>
    <p:sldId id="376" r:id="rId11"/>
    <p:sldId id="377" r:id="rId12"/>
    <p:sldId id="396" r:id="rId13"/>
    <p:sldId id="397" r:id="rId14"/>
    <p:sldId id="378" r:id="rId15"/>
    <p:sldId id="385" r:id="rId16"/>
    <p:sldId id="388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283" r:id="rId33"/>
    <p:sldId id="278" r:id="rId34"/>
    <p:sldId id="420" r:id="rId35"/>
  </p:sldIdLst>
  <p:sldSz cx="24384000" cy="13716000"/>
  <p:notesSz cx="6858000" cy="9144000"/>
  <p:embeddedFontLst>
    <p:embeddedFont>
      <p:font typeface="Book Antiqua" panose="02040602050305030304" pitchFamily="18" charset="0"/>
      <p:regular r:id="rId37"/>
      <p:bold r:id="rId38"/>
      <p:italic r:id="rId39"/>
      <p:boldItalic r:id="rId40"/>
    </p:embeddedFont>
    <p:embeddedFont>
      <p:font typeface="Cambria" panose="02040503050406030204" pitchFamily="18" charset="0"/>
      <p:regular r:id="rId41"/>
      <p:bold r:id="rId42"/>
      <p:italic r:id="rId43"/>
      <p:boldItalic r:id="rId44"/>
    </p:embeddedFont>
    <p:embeddedFont>
      <p:font typeface="OCRB" panose="020B0609020202020204" pitchFamily="49" charset="0"/>
      <p:regular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pen Sans ExtraBold" panose="020B0906030804020204" pitchFamily="34" charset="0"/>
      <p:bold r:id="rId50"/>
      <p:italic r:id="rId51"/>
      <p:boldItalic r:id="rId52"/>
    </p:embeddedFont>
    <p:embeddedFont>
      <p:font typeface="Open Sans Light" panose="020B0306030504020204" pitchFamily="34" charset="0"/>
      <p:regular r:id="rId53"/>
      <p:italic r:id="rId54"/>
    </p:embeddedFont>
    <p:embeddedFont>
      <p:font typeface="Open Sans Semibold" panose="020B0706030804020204" pitchFamily="34" charset="0"/>
      <p:regular r:id="rId55"/>
      <p:bold r:id="rId56"/>
      <p:italic r:id="rId57"/>
      <p:boldItalic r:id="rId5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7ABF"/>
    <a:srgbClr val="72F2E3"/>
    <a:srgbClr val="56C1FF"/>
    <a:srgbClr val="34F3F8"/>
    <a:srgbClr val="F5AF36"/>
    <a:srgbClr val="27FEF9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87822" autoAdjust="0"/>
  </p:normalViewPr>
  <p:slideViewPr>
    <p:cSldViewPr snapToGrid="0" snapToObjects="1">
      <p:cViewPr varScale="1">
        <p:scale>
          <a:sx n="23" d="100"/>
          <a:sy n="23" d="100"/>
        </p:scale>
        <p:origin x="86" y="56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Achmad" userId="5d71821f-e4ec-49c0-a52f-549698ea3c81" providerId="ADAL" clId="{2DD4E18B-A8CE-45F9-B500-6725EC7DC8A7}"/>
    <pc:docChg chg="delSld modSld">
      <pc:chgData name="Said Achmad" userId="5d71821f-e4ec-49c0-a52f-549698ea3c81" providerId="ADAL" clId="{2DD4E18B-A8CE-45F9-B500-6725EC7DC8A7}" dt="2025-06-01T15:00:39.351" v="3"/>
      <pc:docMkLst>
        <pc:docMk/>
      </pc:docMkLst>
      <pc:sldChg chg="modSp mod">
        <pc:chgData name="Said Achmad" userId="5d71821f-e4ec-49c0-a52f-549698ea3c81" providerId="ADAL" clId="{2DD4E18B-A8CE-45F9-B500-6725EC7DC8A7}" dt="2025-06-01T15:00:39.351" v="3"/>
        <pc:sldMkLst>
          <pc:docMk/>
          <pc:sldMk cId="3500018930" sldId="278"/>
        </pc:sldMkLst>
        <pc:spChg chg="mod">
          <ac:chgData name="Said Achmad" userId="5d71821f-e4ec-49c0-a52f-549698ea3c81" providerId="ADAL" clId="{2DD4E18B-A8CE-45F9-B500-6725EC7DC8A7}" dt="2025-06-01T15:00:39.351" v="3"/>
          <ac:spMkLst>
            <pc:docMk/>
            <pc:sldMk cId="3500018930" sldId="278"/>
            <ac:spMk id="3" creationId="{2AB723E0-CB99-EADA-4C23-254BEFF7F6E4}"/>
          </ac:spMkLst>
        </pc:spChg>
      </pc:sldChg>
      <pc:sldChg chg="del">
        <pc:chgData name="Said Achmad" userId="5d71821f-e4ec-49c0-a52f-549698ea3c81" providerId="ADAL" clId="{2DD4E18B-A8CE-45F9-B500-6725EC7DC8A7}" dt="2025-06-01T14:57:59.991" v="0" actId="47"/>
        <pc:sldMkLst>
          <pc:docMk/>
          <pc:sldMk cId="844613518" sldId="390"/>
        </pc:sldMkLst>
      </pc:sldChg>
    </pc:docChg>
  </pc:docChgLst>
  <pc:docChgLst>
    <pc:chgData name="Said Achmad" userId="5d71821f-e4ec-49c0-a52f-549698ea3c81" providerId="ADAL" clId="{9144AA38-5BC3-4154-A95D-0B2797148544}"/>
    <pc:docChg chg="undo custSel addSld delSld modSld sldOrd">
      <pc:chgData name="Said Achmad" userId="5d71821f-e4ec-49c0-a52f-549698ea3c81" providerId="ADAL" clId="{9144AA38-5BC3-4154-A95D-0B2797148544}" dt="2024-05-23T08:17:00.970" v="1082" actId="12"/>
      <pc:docMkLst>
        <pc:docMk/>
      </pc:docMkLst>
      <pc:sldChg chg="modSp mod">
        <pc:chgData name="Said Achmad" userId="5d71821f-e4ec-49c0-a52f-549698ea3c81" providerId="ADAL" clId="{9144AA38-5BC3-4154-A95D-0B2797148544}" dt="2024-05-23T07:04:59.069" v="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9144AA38-5BC3-4154-A95D-0B2797148544}" dt="2024-05-23T07:05:12.593" v="3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9144AA38-5BC3-4154-A95D-0B2797148544}" dt="2024-05-23T07:05:23.576" v="4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9144AA38-5BC3-4154-A95D-0B2797148544}" dt="2024-05-23T08:17:00.970" v="1082" actId="12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9144AA38-5BC3-4154-A95D-0B2797148544}" dt="2024-05-23T08:16:27.744" v="10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9144AA38-5BC3-4154-A95D-0B2797148544}" dt="2024-05-23T07:09:58.107" v="79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9144AA38-5BC3-4154-A95D-0B2797148544}" dt="2024-05-23T07:06:09.694" v="9" actId="207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9144AA38-5BC3-4154-A95D-0B2797148544}" dt="2024-05-23T07:10:28.099" v="88" actId="404"/>
        <pc:sldMkLst>
          <pc:docMk/>
          <pc:sldMk cId="559514547" sldId="374"/>
        </pc:sldMkLst>
      </pc:sldChg>
      <pc:sldChg chg="addSp modSp mod">
        <pc:chgData name="Said Achmad" userId="5d71821f-e4ec-49c0-a52f-549698ea3c81" providerId="ADAL" clId="{9144AA38-5BC3-4154-A95D-0B2797148544}" dt="2024-05-23T07:13:28.254" v="142" actId="20577"/>
        <pc:sldMkLst>
          <pc:docMk/>
          <pc:sldMk cId="971364835" sldId="375"/>
        </pc:sldMkLst>
      </pc:sldChg>
      <pc:sldChg chg="addSp delSp modSp mod">
        <pc:chgData name="Said Achmad" userId="5d71821f-e4ec-49c0-a52f-549698ea3c81" providerId="ADAL" clId="{9144AA38-5BC3-4154-A95D-0B2797148544}" dt="2024-05-23T07:15:16.946" v="167" actId="207"/>
        <pc:sldMkLst>
          <pc:docMk/>
          <pc:sldMk cId="2337170577" sldId="376"/>
        </pc:sldMkLst>
      </pc:sldChg>
      <pc:sldChg chg="addSp delSp modSp mod">
        <pc:chgData name="Said Achmad" userId="5d71821f-e4ec-49c0-a52f-549698ea3c81" providerId="ADAL" clId="{9144AA38-5BC3-4154-A95D-0B2797148544}" dt="2024-05-23T07:19:25.452" v="241" actId="1035"/>
        <pc:sldMkLst>
          <pc:docMk/>
          <pc:sldMk cId="1585010774" sldId="377"/>
        </pc:sldMkLst>
      </pc:sldChg>
      <pc:sldChg chg="addSp delSp modSp mod">
        <pc:chgData name="Said Achmad" userId="5d71821f-e4ec-49c0-a52f-549698ea3c81" providerId="ADAL" clId="{9144AA38-5BC3-4154-A95D-0B2797148544}" dt="2024-05-23T07:24:56.733" v="286" actId="403"/>
        <pc:sldMkLst>
          <pc:docMk/>
          <pc:sldMk cId="3461000398" sldId="378"/>
        </pc:sldMkLst>
      </pc:sldChg>
      <pc:sldChg chg="modSp mod">
        <pc:chgData name="Said Achmad" userId="5d71821f-e4ec-49c0-a52f-549698ea3c81" providerId="ADAL" clId="{9144AA38-5BC3-4154-A95D-0B2797148544}" dt="2024-05-23T07:25:54.475" v="294" actId="207"/>
        <pc:sldMkLst>
          <pc:docMk/>
          <pc:sldMk cId="2203387608" sldId="385"/>
        </pc:sldMkLst>
      </pc:sldChg>
      <pc:sldChg chg="del">
        <pc:chgData name="Said Achmad" userId="5d71821f-e4ec-49c0-a52f-549698ea3c81" providerId="ADAL" clId="{9144AA38-5BC3-4154-A95D-0B2797148544}" dt="2024-05-23T07:10:45.708" v="89" actId="47"/>
        <pc:sldMkLst>
          <pc:docMk/>
          <pc:sldMk cId="3553207723" sldId="387"/>
        </pc:sldMkLst>
      </pc:sldChg>
      <pc:sldChg chg="modSp mod">
        <pc:chgData name="Said Achmad" userId="5d71821f-e4ec-49c0-a52f-549698ea3c81" providerId="ADAL" clId="{9144AA38-5BC3-4154-A95D-0B2797148544}" dt="2024-05-23T07:27:29.382" v="308" actId="114"/>
        <pc:sldMkLst>
          <pc:docMk/>
          <pc:sldMk cId="3181591738" sldId="388"/>
        </pc:sldMkLst>
      </pc:sldChg>
      <pc:sldChg chg="modSp mod">
        <pc:chgData name="Said Achmad" userId="5d71821f-e4ec-49c0-a52f-549698ea3c81" providerId="ADAL" clId="{9144AA38-5BC3-4154-A95D-0B2797148544}" dt="2024-05-23T07:28:30.131" v="316" actId="12"/>
        <pc:sldMkLst>
          <pc:docMk/>
          <pc:sldMk cId="844613518" sldId="390"/>
        </pc:sldMkLst>
      </pc:sldChg>
      <pc:sldChg chg="modSp del mod ord">
        <pc:chgData name="Said Achmad" userId="5d71821f-e4ec-49c0-a52f-549698ea3c81" providerId="ADAL" clId="{9144AA38-5BC3-4154-A95D-0B2797148544}" dt="2024-05-23T07:28:44.579" v="318" actId="47"/>
        <pc:sldMkLst>
          <pc:docMk/>
          <pc:sldMk cId="1972505058" sldId="394"/>
        </pc:sldMkLst>
      </pc:sldChg>
      <pc:sldChg chg="del">
        <pc:chgData name="Said Achmad" userId="5d71821f-e4ec-49c0-a52f-549698ea3c81" providerId="ADAL" clId="{9144AA38-5BC3-4154-A95D-0B2797148544}" dt="2024-05-23T07:15:34.751" v="168" actId="47"/>
        <pc:sldMkLst>
          <pc:docMk/>
          <pc:sldMk cId="1967471850" sldId="395"/>
        </pc:sldMkLst>
      </pc:sldChg>
      <pc:sldChg chg="delSp modSp mod">
        <pc:chgData name="Said Achmad" userId="5d71821f-e4ec-49c0-a52f-549698ea3c81" providerId="ADAL" clId="{9144AA38-5BC3-4154-A95D-0B2797148544}" dt="2024-05-23T07:20:15.831" v="247" actId="14100"/>
        <pc:sldMkLst>
          <pc:docMk/>
          <pc:sldMk cId="125873138" sldId="396"/>
        </pc:sldMkLst>
      </pc:sldChg>
      <pc:sldChg chg="delSp modSp mod">
        <pc:chgData name="Said Achmad" userId="5d71821f-e4ec-49c0-a52f-549698ea3c81" providerId="ADAL" clId="{9144AA38-5BC3-4154-A95D-0B2797148544}" dt="2024-05-23T07:21:36.532" v="261" actId="948"/>
        <pc:sldMkLst>
          <pc:docMk/>
          <pc:sldMk cId="2217421049" sldId="397"/>
        </pc:sldMkLst>
      </pc:sldChg>
      <pc:sldChg chg="del">
        <pc:chgData name="Said Achmad" userId="5d71821f-e4ec-49c0-a52f-549698ea3c81" providerId="ADAL" clId="{9144AA38-5BC3-4154-A95D-0B2797148544}" dt="2024-05-23T07:20:25.265" v="248" actId="47"/>
        <pc:sldMkLst>
          <pc:docMk/>
          <pc:sldMk cId="1756574390" sldId="398"/>
        </pc:sldMkLst>
      </pc:sldChg>
      <pc:sldChg chg="del">
        <pc:chgData name="Said Achmad" userId="5d71821f-e4ec-49c0-a52f-549698ea3c81" providerId="ADAL" clId="{9144AA38-5BC3-4154-A95D-0B2797148544}" dt="2024-05-23T07:27:49.665" v="309" actId="47"/>
        <pc:sldMkLst>
          <pc:docMk/>
          <pc:sldMk cId="1534764030" sldId="399"/>
        </pc:sldMkLst>
      </pc:sldChg>
      <pc:sldChg chg="modSp add del mod">
        <pc:chgData name="Said Achmad" userId="5d71821f-e4ec-49c0-a52f-549698ea3c81" providerId="ADAL" clId="{9144AA38-5BC3-4154-A95D-0B2797148544}" dt="2024-05-23T07:06:45.227" v="17" actId="47"/>
        <pc:sldMkLst>
          <pc:docMk/>
          <pc:sldMk cId="3172626598" sldId="400"/>
        </pc:sldMkLst>
      </pc:sldChg>
      <pc:sldChg chg="addSp delSp modSp add mod ord">
        <pc:chgData name="Said Achmad" userId="5d71821f-e4ec-49c0-a52f-549698ea3c81" providerId="ADAL" clId="{9144AA38-5BC3-4154-A95D-0B2797148544}" dt="2024-05-23T07:09:41.596" v="78" actId="208"/>
        <pc:sldMkLst>
          <pc:docMk/>
          <pc:sldMk cId="1297318241" sldId="401"/>
        </pc:sldMkLst>
      </pc:sldChg>
      <pc:sldChg chg="add">
        <pc:chgData name="Said Achmad" userId="5d71821f-e4ec-49c0-a52f-549698ea3c81" providerId="ADAL" clId="{9144AA38-5BC3-4154-A95D-0B2797148544}" dt="2024-05-23T07:28:41.590" v="317" actId="2890"/>
        <pc:sldMkLst>
          <pc:docMk/>
          <pc:sldMk cId="1996134273" sldId="402"/>
        </pc:sldMkLst>
      </pc:sldChg>
      <pc:sldChg chg="modSp add mod">
        <pc:chgData name="Said Achmad" userId="5d71821f-e4ec-49c0-a52f-549698ea3c81" providerId="ADAL" clId="{9144AA38-5BC3-4154-A95D-0B2797148544}" dt="2024-05-23T07:30:02.591" v="325" actId="207"/>
        <pc:sldMkLst>
          <pc:docMk/>
          <pc:sldMk cId="1152638166" sldId="403"/>
        </pc:sldMkLst>
      </pc:sldChg>
      <pc:sldChg chg="modSp add mod">
        <pc:chgData name="Said Achmad" userId="5d71821f-e4ec-49c0-a52f-549698ea3c81" providerId="ADAL" clId="{9144AA38-5BC3-4154-A95D-0B2797148544}" dt="2024-05-23T07:30:42.238" v="331" actId="207"/>
        <pc:sldMkLst>
          <pc:docMk/>
          <pc:sldMk cId="3566380375" sldId="404"/>
        </pc:sldMkLst>
      </pc:sldChg>
      <pc:sldChg chg="addSp delSp modSp add mod">
        <pc:chgData name="Said Achmad" userId="5d71821f-e4ec-49c0-a52f-549698ea3c81" providerId="ADAL" clId="{9144AA38-5BC3-4154-A95D-0B2797148544}" dt="2024-05-23T07:39:12.096" v="458" actId="1076"/>
        <pc:sldMkLst>
          <pc:docMk/>
          <pc:sldMk cId="3041530873" sldId="405"/>
        </pc:sldMkLst>
      </pc:sldChg>
      <pc:sldChg chg="modSp add mod ord">
        <pc:chgData name="Said Achmad" userId="5d71821f-e4ec-49c0-a52f-549698ea3c81" providerId="ADAL" clId="{9144AA38-5BC3-4154-A95D-0B2797148544}" dt="2024-05-23T07:39:51.559" v="467" actId="12"/>
        <pc:sldMkLst>
          <pc:docMk/>
          <pc:sldMk cId="1772348134" sldId="406"/>
        </pc:sldMkLst>
      </pc:sldChg>
      <pc:sldChg chg="addSp modSp add mod">
        <pc:chgData name="Said Achmad" userId="5d71821f-e4ec-49c0-a52f-549698ea3c81" providerId="ADAL" clId="{9144AA38-5BC3-4154-A95D-0B2797148544}" dt="2024-05-23T07:41:33.617" v="514" actId="1582"/>
        <pc:sldMkLst>
          <pc:docMk/>
          <pc:sldMk cId="1654115300" sldId="407"/>
        </pc:sldMkLst>
      </pc:sldChg>
      <pc:sldChg chg="addSp delSp modSp add mod">
        <pc:chgData name="Said Achmad" userId="5d71821f-e4ec-49c0-a52f-549698ea3c81" providerId="ADAL" clId="{9144AA38-5BC3-4154-A95D-0B2797148544}" dt="2024-05-23T07:42:48.311" v="542" actId="403"/>
        <pc:sldMkLst>
          <pc:docMk/>
          <pc:sldMk cId="1253843418" sldId="408"/>
        </pc:sldMkLst>
      </pc:sldChg>
      <pc:sldChg chg="addSp delSp modSp add mod">
        <pc:chgData name="Said Achmad" userId="5d71821f-e4ec-49c0-a52f-549698ea3c81" providerId="ADAL" clId="{9144AA38-5BC3-4154-A95D-0B2797148544}" dt="2024-05-23T07:43:55.549" v="571" actId="120"/>
        <pc:sldMkLst>
          <pc:docMk/>
          <pc:sldMk cId="230242377" sldId="409"/>
        </pc:sldMkLst>
      </pc:sldChg>
      <pc:sldChg chg="addSp delSp modSp add mod">
        <pc:chgData name="Said Achmad" userId="5d71821f-e4ec-49c0-a52f-549698ea3c81" providerId="ADAL" clId="{9144AA38-5BC3-4154-A95D-0B2797148544}" dt="2024-05-23T07:46:03.193" v="613" actId="1035"/>
        <pc:sldMkLst>
          <pc:docMk/>
          <pc:sldMk cId="662272058" sldId="410"/>
        </pc:sldMkLst>
      </pc:sldChg>
      <pc:sldChg chg="delSp modSp add mod">
        <pc:chgData name="Said Achmad" userId="5d71821f-e4ec-49c0-a52f-549698ea3c81" providerId="ADAL" clId="{9144AA38-5BC3-4154-A95D-0B2797148544}" dt="2024-05-23T07:46:57.749" v="623" actId="14100"/>
        <pc:sldMkLst>
          <pc:docMk/>
          <pc:sldMk cId="381909428" sldId="411"/>
        </pc:sldMkLst>
      </pc:sldChg>
      <pc:sldChg chg="modSp add mod">
        <pc:chgData name="Said Achmad" userId="5d71821f-e4ec-49c0-a52f-549698ea3c81" providerId="ADAL" clId="{9144AA38-5BC3-4154-A95D-0B2797148544}" dt="2024-05-23T07:48:03.232" v="631" actId="947"/>
        <pc:sldMkLst>
          <pc:docMk/>
          <pc:sldMk cId="4218789592" sldId="412"/>
        </pc:sldMkLst>
      </pc:sldChg>
      <pc:sldChg chg="modSp add mod">
        <pc:chgData name="Said Achmad" userId="5d71821f-e4ec-49c0-a52f-549698ea3c81" providerId="ADAL" clId="{9144AA38-5BC3-4154-A95D-0B2797148544}" dt="2024-05-23T07:49:28.977" v="641" actId="403"/>
        <pc:sldMkLst>
          <pc:docMk/>
          <pc:sldMk cId="4212339722" sldId="413"/>
        </pc:sldMkLst>
      </pc:sldChg>
      <pc:sldChg chg="addSp delSp modSp add mod">
        <pc:chgData name="Said Achmad" userId="5d71821f-e4ec-49c0-a52f-549698ea3c81" providerId="ADAL" clId="{9144AA38-5BC3-4154-A95D-0B2797148544}" dt="2024-05-23T08:10:39.799" v="1029" actId="1036"/>
        <pc:sldMkLst>
          <pc:docMk/>
          <pc:sldMk cId="4276505539" sldId="414"/>
        </pc:sldMkLst>
      </pc:sldChg>
      <pc:sldChg chg="delSp modSp add mod">
        <pc:chgData name="Said Achmad" userId="5d71821f-e4ec-49c0-a52f-549698ea3c81" providerId="ADAL" clId="{9144AA38-5BC3-4154-A95D-0B2797148544}" dt="2024-05-23T08:01:26.424" v="885" actId="948"/>
        <pc:sldMkLst>
          <pc:docMk/>
          <pc:sldMk cId="3033321793" sldId="415"/>
        </pc:sldMkLst>
      </pc:sldChg>
      <pc:sldChg chg="addSp delSp modSp add mod ord">
        <pc:chgData name="Said Achmad" userId="5d71821f-e4ec-49c0-a52f-549698ea3c81" providerId="ADAL" clId="{9144AA38-5BC3-4154-A95D-0B2797148544}" dt="2024-05-23T08:14:45.067" v="1064"/>
        <pc:sldMkLst>
          <pc:docMk/>
          <pc:sldMk cId="2514739002" sldId="416"/>
        </pc:sldMkLst>
      </pc:sldChg>
      <pc:sldChg chg="modSp add mod">
        <pc:chgData name="Said Achmad" userId="5d71821f-e4ec-49c0-a52f-549698ea3c81" providerId="ADAL" clId="{9144AA38-5BC3-4154-A95D-0B2797148544}" dt="2024-05-23T08:13:26.347" v="1058" actId="12"/>
        <pc:sldMkLst>
          <pc:docMk/>
          <pc:sldMk cId="2610652470" sldId="417"/>
        </pc:sldMkLst>
      </pc:sldChg>
      <pc:sldChg chg="modSp add mod">
        <pc:chgData name="Said Achmad" userId="5d71821f-e4ec-49c0-a52f-549698ea3c81" providerId="ADAL" clId="{9144AA38-5BC3-4154-A95D-0B2797148544}" dt="2024-05-23T08:13:47.156" v="1061" actId="12"/>
        <pc:sldMkLst>
          <pc:docMk/>
          <pc:sldMk cId="1905069172" sldId="418"/>
        </pc:sldMkLst>
      </pc:sldChg>
      <pc:sldChg chg="modSp add mod">
        <pc:chgData name="Said Achmad" userId="5d71821f-e4ec-49c0-a52f-549698ea3c81" providerId="ADAL" clId="{9144AA38-5BC3-4154-A95D-0B2797148544}" dt="2024-05-23T08:16:12.494" v="1076" actId="948"/>
        <pc:sldMkLst>
          <pc:docMk/>
          <pc:sldMk cId="2003504179" sldId="419"/>
        </pc:sldMkLst>
      </pc:sldChg>
    </pc:docChg>
  </pc:docChgLst>
  <pc:docChgLst>
    <pc:chgData name="Said Achmad" userId="5d71821f-e4ec-49c0-a52f-549698ea3c81" providerId="ADAL" clId="{EA758716-3389-4F7B-B4FD-78836D7020EC}"/>
    <pc:docChg chg="addSld delSld modSld">
      <pc:chgData name="Said Achmad" userId="5d71821f-e4ec-49c0-a52f-549698ea3c81" providerId="ADAL" clId="{EA758716-3389-4F7B-B4FD-78836D7020EC}" dt="2024-05-23T08:49:41.502" v="6" actId="47"/>
      <pc:docMkLst>
        <pc:docMk/>
      </pc:docMkLst>
      <pc:sldChg chg="del">
        <pc:chgData name="Said Achmad" userId="5d71821f-e4ec-49c0-a52f-549698ea3c81" providerId="ADAL" clId="{EA758716-3389-4F7B-B4FD-78836D7020EC}" dt="2024-05-23T08:48:21.551" v="3" actId="47"/>
        <pc:sldMkLst>
          <pc:docMk/>
          <pc:sldMk cId="3239424758" sldId="259"/>
        </pc:sldMkLst>
      </pc:sldChg>
      <pc:sldChg chg="del">
        <pc:chgData name="Said Achmad" userId="5d71821f-e4ec-49c0-a52f-549698ea3c81" providerId="ADAL" clId="{EA758716-3389-4F7B-B4FD-78836D7020EC}" dt="2024-05-23T08:48:11.561" v="1" actId="47"/>
        <pc:sldMkLst>
          <pc:docMk/>
          <pc:sldMk cId="3962618298" sldId="282"/>
        </pc:sldMkLst>
      </pc:sldChg>
      <pc:sldChg chg="del">
        <pc:chgData name="Said Achmad" userId="5d71821f-e4ec-49c0-a52f-549698ea3c81" providerId="ADAL" clId="{EA758716-3389-4F7B-B4FD-78836D7020EC}" dt="2024-05-23T08:49:39.931" v="4" actId="47"/>
        <pc:sldMkLst>
          <pc:docMk/>
          <pc:sldMk cId="2610652470" sldId="417"/>
        </pc:sldMkLst>
      </pc:sldChg>
      <pc:sldChg chg="del">
        <pc:chgData name="Said Achmad" userId="5d71821f-e4ec-49c0-a52f-549698ea3c81" providerId="ADAL" clId="{EA758716-3389-4F7B-B4FD-78836D7020EC}" dt="2024-05-23T08:49:40.715" v="5" actId="47"/>
        <pc:sldMkLst>
          <pc:docMk/>
          <pc:sldMk cId="1905069172" sldId="418"/>
        </pc:sldMkLst>
      </pc:sldChg>
      <pc:sldChg chg="del">
        <pc:chgData name="Said Achmad" userId="5d71821f-e4ec-49c0-a52f-549698ea3c81" providerId="ADAL" clId="{EA758716-3389-4F7B-B4FD-78836D7020EC}" dt="2024-05-23T08:49:41.502" v="6" actId="47"/>
        <pc:sldMkLst>
          <pc:docMk/>
          <pc:sldMk cId="2003504179" sldId="419"/>
        </pc:sldMkLst>
      </pc:sldChg>
      <pc:sldChg chg="add">
        <pc:chgData name="Said Achmad" userId="5d71821f-e4ec-49c0-a52f-549698ea3c81" providerId="ADAL" clId="{EA758716-3389-4F7B-B4FD-78836D7020EC}" dt="2024-05-23T08:48:09.647" v="0"/>
        <pc:sldMkLst>
          <pc:docMk/>
          <pc:sldMk cId="3658865059" sldId="420"/>
        </pc:sldMkLst>
      </pc:sldChg>
      <pc:sldChg chg="add">
        <pc:chgData name="Said Achmad" userId="5d71821f-e4ec-49c0-a52f-549698ea3c81" providerId="ADAL" clId="{EA758716-3389-4F7B-B4FD-78836D7020EC}" dt="2024-05-23T08:48:20.256" v="2"/>
        <pc:sldMkLst>
          <pc:docMk/>
          <pc:sldMk cId="3733516083" sldId="421"/>
        </pc:sldMkLst>
      </pc:sldChg>
    </pc:docChg>
  </pc:docChgLst>
  <pc:docChgLst>
    <pc:chgData name="Said Achmad" userId="5d71821f-e4ec-49c0-a52f-549698ea3c81" providerId="ADAL" clId="{CF650702-EC09-4DE5-BC17-9C839DCD83F3}"/>
    <pc:docChg chg="undo redo custSel addSld delSld modSld">
      <pc:chgData name="Said Achmad" userId="5d71821f-e4ec-49c0-a52f-549698ea3c81" providerId="ADAL" clId="{CF650702-EC09-4DE5-BC17-9C839DCD83F3}" dt="2023-11-23T09:06:41.356" v="780" actId="20577"/>
      <pc:docMkLst>
        <pc:docMk/>
      </pc:docMkLst>
      <pc:sldChg chg="modSp mod">
        <pc:chgData name="Said Achmad" userId="5d71821f-e4ec-49c0-a52f-549698ea3c81" providerId="ADAL" clId="{CF650702-EC09-4DE5-BC17-9C839DCD83F3}" dt="2023-11-21T10:01:47.328" v="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CF650702-EC09-4DE5-BC17-9C839DCD83F3}" dt="2023-11-23T09:05:58.176" v="770"/>
        <pc:sldMkLst>
          <pc:docMk/>
          <pc:sldMk cId="3724825567" sldId="260"/>
        </pc:sldMkLst>
      </pc:sldChg>
      <pc:sldChg chg="del">
        <pc:chgData name="Said Achmad" userId="5d71821f-e4ec-49c0-a52f-549698ea3c81" providerId="ADAL" clId="{CF650702-EC09-4DE5-BC17-9C839DCD83F3}" dt="2023-11-21T10:02:01.356" v="34" actId="4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CF650702-EC09-4DE5-BC17-9C839DCD83F3}" dt="2023-11-21T10:02:06.367" v="42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CF650702-EC09-4DE5-BC17-9C839DCD83F3}" dt="2023-11-23T09:05:35.445" v="769"/>
        <pc:sldMkLst>
          <pc:docMk/>
          <pc:sldMk cId="3500018930" sldId="278"/>
        </pc:sldMkLst>
      </pc:sldChg>
      <pc:sldChg chg="addSp delSp modSp mod">
        <pc:chgData name="Said Achmad" userId="5d71821f-e4ec-49c0-a52f-549698ea3c81" providerId="ADAL" clId="{CF650702-EC09-4DE5-BC17-9C839DCD83F3}" dt="2023-11-23T09:03:27.247" v="755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CF650702-EC09-4DE5-BC17-9C839DCD83F3}" dt="2023-11-23T07:24:18.813" v="78" actId="205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CF650702-EC09-4DE5-BC17-9C839DCD83F3}" dt="2023-11-23T07:14:56.888" v="71" actId="948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CF650702-EC09-4DE5-BC17-9C839DCD83F3}" dt="2023-11-23T07:45:39.502" v="262" actId="20577"/>
        <pc:sldMkLst>
          <pc:docMk/>
          <pc:sldMk cId="4290244695" sldId="330"/>
        </pc:sldMkLst>
      </pc:sldChg>
      <pc:sldChg chg="addSp delSp modSp mod">
        <pc:chgData name="Said Achmad" userId="5d71821f-e4ec-49c0-a52f-549698ea3c81" providerId="ADAL" clId="{CF650702-EC09-4DE5-BC17-9C839DCD83F3}" dt="2023-11-23T07:49:41.599" v="293" actId="948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CF650702-EC09-4DE5-BC17-9C839DCD83F3}" dt="2023-11-23T08:01:11.738" v="335" actId="20577"/>
        <pc:sldMkLst>
          <pc:docMk/>
          <pc:sldMk cId="1180352207" sldId="332"/>
        </pc:sldMkLst>
      </pc:sldChg>
      <pc:sldChg chg="addSp delSp modSp mod">
        <pc:chgData name="Said Achmad" userId="5d71821f-e4ec-49c0-a52f-549698ea3c81" providerId="ADAL" clId="{CF650702-EC09-4DE5-BC17-9C839DCD83F3}" dt="2023-11-23T08:19:59.213" v="474" actId="12"/>
        <pc:sldMkLst>
          <pc:docMk/>
          <pc:sldMk cId="1833598263" sldId="334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81279657" sldId="335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1760058455" sldId="336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478284968" sldId="337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07374767" sldId="339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205953113" sldId="340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677166980" sldId="341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78608817" sldId="342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580747" sldId="343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4191712453" sldId="344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280175106" sldId="345"/>
        </pc:sldMkLst>
      </pc:sldChg>
      <pc:sldChg chg="modSp mod">
        <pc:chgData name="Said Achmad" userId="5d71821f-e4ec-49c0-a52f-549698ea3c81" providerId="ADAL" clId="{CF650702-EC09-4DE5-BC17-9C839DCD83F3}" dt="2023-11-23T08:43:30.325" v="570"/>
        <pc:sldMkLst>
          <pc:docMk/>
          <pc:sldMk cId="1543195854" sldId="346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60394193" sldId="348"/>
        </pc:sldMkLst>
      </pc:sldChg>
      <pc:sldChg chg="modSp mod">
        <pc:chgData name="Said Achmad" userId="5d71821f-e4ec-49c0-a52f-549698ea3c81" providerId="ADAL" clId="{CF650702-EC09-4DE5-BC17-9C839DCD83F3}" dt="2023-11-23T08:47:34.187" v="610" actId="6549"/>
        <pc:sldMkLst>
          <pc:docMk/>
          <pc:sldMk cId="217369932" sldId="350"/>
        </pc:sldMkLst>
      </pc:sldChg>
      <pc:sldChg chg="del">
        <pc:chgData name="Said Achmad" userId="5d71821f-e4ec-49c0-a52f-549698ea3c81" providerId="ADAL" clId="{CF650702-EC09-4DE5-BC17-9C839DCD83F3}" dt="2023-11-23T08:47:36.494" v="611" actId="47"/>
        <pc:sldMkLst>
          <pc:docMk/>
          <pc:sldMk cId="1770608999" sldId="351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936184470" sldId="352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68783331" sldId="353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370634154" sldId="354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842731939" sldId="355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792014566" sldId="356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57757739" sldId="358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262753512" sldId="359"/>
        </pc:sldMkLst>
      </pc:sldChg>
      <pc:sldChg chg="del">
        <pc:chgData name="Said Achmad" userId="5d71821f-e4ec-49c0-a52f-549698ea3c81" providerId="ADAL" clId="{CF650702-EC09-4DE5-BC17-9C839DCD83F3}" dt="2023-11-23T09:03:39.328" v="756" actId="2696"/>
        <pc:sldMkLst>
          <pc:docMk/>
          <pc:sldMk cId="1596846066" sldId="360"/>
        </pc:sldMkLst>
      </pc:sldChg>
      <pc:sldChg chg="addSp delSp modSp add mod">
        <pc:chgData name="Said Achmad" userId="5d71821f-e4ec-49c0-a52f-549698ea3c81" providerId="ADAL" clId="{CF650702-EC09-4DE5-BC17-9C839DCD83F3}" dt="2023-11-23T07:49:12.965" v="289" actId="14100"/>
        <pc:sldMkLst>
          <pc:docMk/>
          <pc:sldMk cId="4197721224" sldId="361"/>
        </pc:sldMkLst>
      </pc:sldChg>
      <pc:sldChg chg="modSp add mod">
        <pc:chgData name="Said Achmad" userId="5d71821f-e4ec-49c0-a52f-549698ea3c81" providerId="ADAL" clId="{CF650702-EC09-4DE5-BC17-9C839DCD83F3}" dt="2023-11-23T08:39:49.540" v="568"/>
        <pc:sldMkLst>
          <pc:docMk/>
          <pc:sldMk cId="3827795672" sldId="362"/>
        </pc:sldMkLst>
      </pc:sldChg>
      <pc:sldChg chg="modSp add mod">
        <pc:chgData name="Said Achmad" userId="5d71821f-e4ec-49c0-a52f-549698ea3c81" providerId="ADAL" clId="{CF650702-EC09-4DE5-BC17-9C839DCD83F3}" dt="2023-11-23T08:25:38.149" v="518" actId="6549"/>
        <pc:sldMkLst>
          <pc:docMk/>
          <pc:sldMk cId="2054260488" sldId="363"/>
        </pc:sldMkLst>
      </pc:sldChg>
      <pc:sldChg chg="modSp add mod">
        <pc:chgData name="Said Achmad" userId="5d71821f-e4ec-49c0-a52f-549698ea3c81" providerId="ADAL" clId="{CF650702-EC09-4DE5-BC17-9C839DCD83F3}" dt="2023-11-23T08:29:42.946" v="566" actId="20577"/>
        <pc:sldMkLst>
          <pc:docMk/>
          <pc:sldMk cId="4201169138" sldId="364"/>
        </pc:sldMkLst>
      </pc:sldChg>
      <pc:sldChg chg="modSp add mod">
        <pc:chgData name="Said Achmad" userId="5d71821f-e4ec-49c0-a52f-549698ea3c81" providerId="ADAL" clId="{CF650702-EC09-4DE5-BC17-9C839DCD83F3}" dt="2023-11-23T08:29:10.258" v="558" actId="20577"/>
        <pc:sldMkLst>
          <pc:docMk/>
          <pc:sldMk cId="4076380990" sldId="365"/>
        </pc:sldMkLst>
      </pc:sldChg>
      <pc:sldChg chg="modSp add mod">
        <pc:chgData name="Said Achmad" userId="5d71821f-e4ec-49c0-a52f-549698ea3c81" providerId="ADAL" clId="{CF650702-EC09-4DE5-BC17-9C839DCD83F3}" dt="2023-11-23T08:29:18.262" v="560" actId="14100"/>
        <pc:sldMkLst>
          <pc:docMk/>
          <pc:sldMk cId="1137824534" sldId="366"/>
        </pc:sldMkLst>
      </pc:sldChg>
      <pc:sldChg chg="modSp add mod">
        <pc:chgData name="Said Achmad" userId="5d71821f-e4ec-49c0-a52f-549698ea3c81" providerId="ADAL" clId="{CF650702-EC09-4DE5-BC17-9C839DCD83F3}" dt="2023-11-23T08:54:05.293" v="657" actId="20577"/>
        <pc:sldMkLst>
          <pc:docMk/>
          <pc:sldMk cId="499944814" sldId="367"/>
        </pc:sldMkLst>
      </pc:sldChg>
      <pc:sldChg chg="modSp add mod">
        <pc:chgData name="Said Achmad" userId="5d71821f-e4ec-49c0-a52f-549698ea3c81" providerId="ADAL" clId="{CF650702-EC09-4DE5-BC17-9C839DCD83F3}" dt="2023-11-23T08:55:14.001" v="668" actId="20577"/>
        <pc:sldMkLst>
          <pc:docMk/>
          <pc:sldMk cId="1457451149" sldId="368"/>
        </pc:sldMkLst>
      </pc:sldChg>
      <pc:sldChg chg="modSp add mod">
        <pc:chgData name="Said Achmad" userId="5d71821f-e4ec-49c0-a52f-549698ea3c81" providerId="ADAL" clId="{CF650702-EC09-4DE5-BC17-9C839DCD83F3}" dt="2023-11-23T09:06:29.495" v="772" actId="20577"/>
        <pc:sldMkLst>
          <pc:docMk/>
          <pc:sldMk cId="444908579" sldId="369"/>
        </pc:sldMkLst>
      </pc:sldChg>
      <pc:sldChg chg="modSp add mod">
        <pc:chgData name="Said Achmad" userId="5d71821f-e4ec-49c0-a52f-549698ea3c81" providerId="ADAL" clId="{CF650702-EC09-4DE5-BC17-9C839DCD83F3}" dt="2023-11-23T09:06:37.543" v="778" actId="20577"/>
        <pc:sldMkLst>
          <pc:docMk/>
          <pc:sldMk cId="41444787" sldId="370"/>
        </pc:sldMkLst>
      </pc:sldChg>
      <pc:sldChg chg="modSp add mod">
        <pc:chgData name="Said Achmad" userId="5d71821f-e4ec-49c0-a52f-549698ea3c81" providerId="ADAL" clId="{CF650702-EC09-4DE5-BC17-9C839DCD83F3}" dt="2023-11-23T09:06:41.356" v="780" actId="20577"/>
        <pc:sldMkLst>
          <pc:docMk/>
          <pc:sldMk cId="1910098967" sldId="371"/>
        </pc:sldMkLst>
      </pc:sldChg>
    </pc:docChg>
  </pc:docChgLst>
  <pc:docChgLst>
    <pc:chgData name="Said Achmad" userId="5d71821f-e4ec-49c0-a52f-549698ea3c81" providerId="ADAL" clId="{3CD86D5D-A422-4E79-9A3D-DBA92C37426F}"/>
    <pc:docChg chg="undo custSel addSld delSld modSld sldOrd">
      <pc:chgData name="Said Achmad" userId="5d71821f-e4ec-49c0-a52f-549698ea3c81" providerId="ADAL" clId="{3CD86D5D-A422-4E79-9A3D-DBA92C37426F}" dt="2024-05-23T07:03:34.059" v="285"/>
      <pc:docMkLst>
        <pc:docMk/>
      </pc:docMkLst>
      <pc:sldChg chg="modSp mod">
        <pc:chgData name="Said Achmad" userId="5d71821f-e4ec-49c0-a52f-549698ea3c81" providerId="ADAL" clId="{3CD86D5D-A422-4E79-9A3D-DBA92C37426F}" dt="2024-05-23T06:40:42.301" v="3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3CD86D5D-A422-4E79-9A3D-DBA92C37426F}" dt="2024-05-23T06:41:08.783" v="4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3CD86D5D-A422-4E79-9A3D-DBA92C37426F}" dt="2024-05-23T06:41:16.450" v="5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3CD86D5D-A422-4E79-9A3D-DBA92C37426F}" dt="2024-05-23T06:41:24.299" v="6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3CD86D5D-A422-4E79-9A3D-DBA92C37426F}" dt="2024-05-23T07:03:22.103" v="283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3CD86D5D-A422-4E79-9A3D-DBA92C37426F}" dt="2024-05-23T07:03:34.059" v="285"/>
        <pc:sldMkLst>
          <pc:docMk/>
          <pc:sldMk cId="3962618298" sldId="282"/>
        </pc:sldMkLst>
      </pc:sldChg>
      <pc:sldChg chg="modSp mod">
        <pc:chgData name="Said Achmad" userId="5d71821f-e4ec-49c0-a52f-549698ea3c81" providerId="ADAL" clId="{3CD86D5D-A422-4E79-9A3D-DBA92C37426F}" dt="2024-05-23T07:03:13.250" v="282" actId="1035"/>
        <pc:sldMkLst>
          <pc:docMk/>
          <pc:sldMk cId="1702753199" sldId="283"/>
        </pc:sldMkLst>
      </pc:sldChg>
      <pc:sldChg chg="modSp mod ord">
        <pc:chgData name="Said Achmad" userId="5d71821f-e4ec-49c0-a52f-549698ea3c81" providerId="ADAL" clId="{3CD86D5D-A422-4E79-9A3D-DBA92C37426F}" dt="2024-05-23T06:53:10.869" v="195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3CD86D5D-A422-4E79-9A3D-DBA92C37426F}" dt="2024-05-23T06:41:54.251" v="12" actId="207"/>
        <pc:sldMkLst>
          <pc:docMk/>
          <pc:sldMk cId="1915762959" sldId="328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4290244695" sldId="330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1207625032" sldId="331"/>
        </pc:sldMkLst>
      </pc:sldChg>
      <pc:sldChg chg="del">
        <pc:chgData name="Said Achmad" userId="5d71821f-e4ec-49c0-a52f-549698ea3c81" providerId="ADAL" clId="{3CD86D5D-A422-4E79-9A3D-DBA92C37426F}" dt="2024-05-23T06:42:14.867" v="13" actId="2696"/>
        <pc:sldMkLst>
          <pc:docMk/>
          <pc:sldMk cId="3421159831" sldId="372"/>
        </pc:sldMkLst>
      </pc:sldChg>
      <pc:sldChg chg="del">
        <pc:chgData name="Said Achmad" userId="5d71821f-e4ec-49c0-a52f-549698ea3c81" providerId="ADAL" clId="{3CD86D5D-A422-4E79-9A3D-DBA92C37426F}" dt="2024-05-23T06:42:17.084" v="14" actId="2696"/>
        <pc:sldMkLst>
          <pc:docMk/>
          <pc:sldMk cId="1066974940" sldId="373"/>
        </pc:sldMkLst>
      </pc:sldChg>
      <pc:sldChg chg="modSp mod">
        <pc:chgData name="Said Achmad" userId="5d71821f-e4ec-49c0-a52f-549698ea3c81" providerId="ADAL" clId="{3CD86D5D-A422-4E79-9A3D-DBA92C37426F}" dt="2024-05-23T06:43:17.617" v="23" actId="404"/>
        <pc:sldMkLst>
          <pc:docMk/>
          <pc:sldMk cId="559514547" sldId="374"/>
        </pc:sldMkLst>
      </pc:sldChg>
      <pc:sldChg chg="modSp mod">
        <pc:chgData name="Said Achmad" userId="5d71821f-e4ec-49c0-a52f-549698ea3c81" providerId="ADAL" clId="{3CD86D5D-A422-4E79-9A3D-DBA92C37426F}" dt="2024-05-23T06:44:06.640" v="30" actId="115"/>
        <pc:sldMkLst>
          <pc:docMk/>
          <pc:sldMk cId="971364835" sldId="375"/>
        </pc:sldMkLst>
      </pc:sldChg>
      <pc:sldChg chg="addSp modSp mod">
        <pc:chgData name="Said Achmad" userId="5d71821f-e4ec-49c0-a52f-549698ea3c81" providerId="ADAL" clId="{3CD86D5D-A422-4E79-9A3D-DBA92C37426F}" dt="2024-05-23T06:48:00.417" v="70" actId="14100"/>
        <pc:sldMkLst>
          <pc:docMk/>
          <pc:sldMk cId="2337170577" sldId="376"/>
        </pc:sldMkLst>
      </pc:sldChg>
      <pc:sldChg chg="modSp mod">
        <pc:chgData name="Said Achmad" userId="5d71821f-e4ec-49c0-a52f-549698ea3c81" providerId="ADAL" clId="{3CD86D5D-A422-4E79-9A3D-DBA92C37426F}" dt="2024-05-23T06:54:44.385" v="211" actId="5793"/>
        <pc:sldMkLst>
          <pc:docMk/>
          <pc:sldMk cId="1585010774" sldId="377"/>
        </pc:sldMkLst>
      </pc:sldChg>
      <pc:sldChg chg="modSp mod">
        <pc:chgData name="Said Achmad" userId="5d71821f-e4ec-49c0-a52f-549698ea3c81" providerId="ADAL" clId="{3CD86D5D-A422-4E79-9A3D-DBA92C37426F}" dt="2024-05-23T06:58:49.773" v="247" actId="948"/>
        <pc:sldMkLst>
          <pc:docMk/>
          <pc:sldMk cId="3461000398" sldId="378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2455152618" sldId="379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3904763641" sldId="380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1797604658" sldId="381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1799079626" sldId="383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2402896251" sldId="384"/>
        </pc:sldMkLst>
      </pc:sldChg>
      <pc:sldChg chg="modSp mod">
        <pc:chgData name="Said Achmad" userId="5d71821f-e4ec-49c0-a52f-549698ea3c81" providerId="ADAL" clId="{3CD86D5D-A422-4E79-9A3D-DBA92C37426F}" dt="2024-05-23T07:00:11.196" v="251" actId="114"/>
        <pc:sldMkLst>
          <pc:docMk/>
          <pc:sldMk cId="2203387608" sldId="385"/>
        </pc:sldMkLst>
      </pc:sldChg>
      <pc:sldChg chg="modSp mod ord">
        <pc:chgData name="Said Achmad" userId="5d71821f-e4ec-49c0-a52f-549698ea3c81" providerId="ADAL" clId="{3CD86D5D-A422-4E79-9A3D-DBA92C37426F}" dt="2024-05-23T06:53:28.978" v="198"/>
        <pc:sldMkLst>
          <pc:docMk/>
          <pc:sldMk cId="3553207723" sldId="387"/>
        </pc:sldMkLst>
      </pc:sldChg>
      <pc:sldChg chg="modSp mod">
        <pc:chgData name="Said Achmad" userId="5d71821f-e4ec-49c0-a52f-549698ea3c81" providerId="ADAL" clId="{3CD86D5D-A422-4E79-9A3D-DBA92C37426F}" dt="2024-05-23T07:01:00.152" v="257" actId="12"/>
        <pc:sldMkLst>
          <pc:docMk/>
          <pc:sldMk cId="3181591738" sldId="388"/>
        </pc:sldMkLst>
      </pc:sldChg>
      <pc:sldChg chg="modSp mod">
        <pc:chgData name="Said Achmad" userId="5d71821f-e4ec-49c0-a52f-549698ea3c81" providerId="ADAL" clId="{3CD86D5D-A422-4E79-9A3D-DBA92C37426F}" dt="2024-05-23T07:02:27.671" v="270" actId="115"/>
        <pc:sldMkLst>
          <pc:docMk/>
          <pc:sldMk cId="844613518" sldId="390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2453705322" sldId="391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717374847" sldId="392"/>
        </pc:sldMkLst>
      </pc:sldChg>
      <pc:sldChg chg="del">
        <pc:chgData name="Said Achmad" userId="5d71821f-e4ec-49c0-a52f-549698ea3c81" providerId="ADAL" clId="{3CD86D5D-A422-4E79-9A3D-DBA92C37426F}" dt="2024-05-23T07:02:39.147" v="271" actId="47"/>
        <pc:sldMkLst>
          <pc:docMk/>
          <pc:sldMk cId="3485319871" sldId="393"/>
        </pc:sldMkLst>
      </pc:sldChg>
      <pc:sldChg chg="addSp modSp add mod">
        <pc:chgData name="Said Achmad" userId="5d71821f-e4ec-49c0-a52f-549698ea3c81" providerId="ADAL" clId="{3CD86D5D-A422-4E79-9A3D-DBA92C37426F}" dt="2024-05-23T06:52:21.184" v="192" actId="1035"/>
        <pc:sldMkLst>
          <pc:docMk/>
          <pc:sldMk cId="1972505058" sldId="394"/>
        </pc:sldMkLst>
      </pc:sldChg>
      <pc:sldChg chg="modSp add mod ord">
        <pc:chgData name="Said Achmad" userId="5d71821f-e4ec-49c0-a52f-549698ea3c81" providerId="ADAL" clId="{3CD86D5D-A422-4E79-9A3D-DBA92C37426F}" dt="2024-05-23T06:54:08.689" v="204"/>
        <pc:sldMkLst>
          <pc:docMk/>
          <pc:sldMk cId="1967471850" sldId="395"/>
        </pc:sldMkLst>
      </pc:sldChg>
      <pc:sldChg chg="delSp modSp add mod">
        <pc:chgData name="Said Achmad" userId="5d71821f-e4ec-49c0-a52f-549698ea3c81" providerId="ADAL" clId="{3CD86D5D-A422-4E79-9A3D-DBA92C37426F}" dt="2024-05-23T06:56:19.270" v="226" actId="207"/>
        <pc:sldMkLst>
          <pc:docMk/>
          <pc:sldMk cId="125873138" sldId="396"/>
        </pc:sldMkLst>
      </pc:sldChg>
      <pc:sldChg chg="delSp modSp add mod">
        <pc:chgData name="Said Achmad" userId="5d71821f-e4ec-49c0-a52f-549698ea3c81" providerId="ADAL" clId="{3CD86D5D-A422-4E79-9A3D-DBA92C37426F}" dt="2024-05-23T06:56:57.156" v="234" actId="478"/>
        <pc:sldMkLst>
          <pc:docMk/>
          <pc:sldMk cId="2217421049" sldId="397"/>
        </pc:sldMkLst>
      </pc:sldChg>
      <pc:sldChg chg="modSp add mod ord">
        <pc:chgData name="Said Achmad" userId="5d71821f-e4ec-49c0-a52f-549698ea3c81" providerId="ADAL" clId="{3CD86D5D-A422-4E79-9A3D-DBA92C37426F}" dt="2024-05-23T06:57:34.367" v="238"/>
        <pc:sldMkLst>
          <pc:docMk/>
          <pc:sldMk cId="1756574390" sldId="398"/>
        </pc:sldMkLst>
      </pc:sldChg>
      <pc:sldChg chg="modSp add mod ord">
        <pc:chgData name="Said Achmad" userId="5d71821f-e4ec-49c0-a52f-549698ea3c81" providerId="ADAL" clId="{3CD86D5D-A422-4E79-9A3D-DBA92C37426F}" dt="2024-05-23T07:01:27.108" v="261"/>
        <pc:sldMkLst>
          <pc:docMk/>
          <pc:sldMk cId="1534764030" sldId="399"/>
        </pc:sldMkLst>
      </pc:sldChg>
    </pc:docChg>
  </pc:docChgLst>
  <pc:docChgLst>
    <pc:chgData name="Said Achmad" userId="5d71821f-e4ec-49c0-a52f-549698ea3c81" providerId="ADAL" clId="{5A6F5F28-5ED2-43E1-A2CB-36A1657676AD}"/>
    <pc:docChg chg="undo redo custSel addSld delSld modSld sldOrd">
      <pc:chgData name="Said Achmad" userId="5d71821f-e4ec-49c0-a52f-549698ea3c81" providerId="ADAL" clId="{5A6F5F28-5ED2-43E1-A2CB-36A1657676AD}" dt="2023-11-16T05:31:00.615" v="3239"/>
      <pc:docMkLst>
        <pc:docMk/>
      </pc:docMkLst>
      <pc:sldChg chg="modSp mod">
        <pc:chgData name="Said Achmad" userId="5d71821f-e4ec-49c0-a52f-549698ea3c81" providerId="ADAL" clId="{5A6F5F28-5ED2-43E1-A2CB-36A1657676AD}" dt="2023-10-27T08:08:13.626" v="24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5A6F5F28-5ED2-43E1-A2CB-36A1657676AD}" dt="2023-11-16T05:31:00.615" v="3239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5A6F5F28-5ED2-43E1-A2CB-36A1657676AD}" dt="2023-10-27T08:49:01.928" v="769" actId="2057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5A6F5F28-5ED2-43E1-A2CB-36A1657676AD}" dt="2023-10-27T08:19:05.670" v="67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5A6F5F28-5ED2-43E1-A2CB-36A1657676AD}" dt="2023-10-27T10:09:24.377" v="852" actId="20577"/>
        <pc:sldMkLst>
          <pc:docMk/>
          <pc:sldMk cId="3663985620" sldId="26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629326906" sldId="272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2906983293" sldId="27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51085493" sldId="27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4225043614" sldId="27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840490389" sldId="277"/>
        </pc:sldMkLst>
      </pc:sldChg>
      <pc:sldChg chg="modSp mod">
        <pc:chgData name="Said Achmad" userId="5d71821f-e4ec-49c0-a52f-549698ea3c81" providerId="ADAL" clId="{5A6F5F28-5ED2-43E1-A2CB-36A1657676AD}" dt="2023-11-16T05:15:54.436" v="3093" actId="2057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864549538" sldId="280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062500002" sldId="281"/>
        </pc:sldMkLst>
      </pc:sldChg>
      <pc:sldChg chg="modSp mod">
        <pc:chgData name="Said Achmad" userId="5d71821f-e4ec-49c0-a52f-549698ea3c81" providerId="ADAL" clId="{5A6F5F28-5ED2-43E1-A2CB-36A1657676AD}" dt="2023-11-16T05:23:25.377" v="3230" actId="2057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901110" sldId="28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781791020" sldId="28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57355698" sldId="28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451122948" sldId="287"/>
        </pc:sldMkLst>
      </pc:sldChg>
      <pc:sldChg chg="addSp delSp modSp add mod">
        <pc:chgData name="Said Achmad" userId="5d71821f-e4ec-49c0-a52f-549698ea3c81" providerId="ADAL" clId="{5A6F5F28-5ED2-43E1-A2CB-36A1657676AD}" dt="2023-10-27T08:45:58.391" v="624" actId="115"/>
        <pc:sldMkLst>
          <pc:docMk/>
          <pc:sldMk cId="1561272596" sldId="288"/>
        </pc:sldMkLst>
      </pc:sldChg>
      <pc:sldChg chg="add del">
        <pc:chgData name="Said Achmad" userId="5d71821f-e4ec-49c0-a52f-549698ea3c81" providerId="ADAL" clId="{5A6F5F28-5ED2-43E1-A2CB-36A1657676AD}" dt="2023-10-27T10:09:18.147" v="828" actId="2890"/>
        <pc:sldMkLst>
          <pc:docMk/>
          <pc:sldMk cId="1118690115" sldId="289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14660766" sldId="289"/>
        </pc:sldMkLst>
      </pc:sldChg>
      <pc:sldChg chg="del">
        <pc:chgData name="Said Achmad" userId="5d71821f-e4ec-49c0-a52f-549698ea3c81" providerId="ADAL" clId="{5A6F5F28-5ED2-43E1-A2CB-36A1657676AD}" dt="2023-11-15T03:38:04.756" v="853" actId="47"/>
        <pc:sldMkLst>
          <pc:docMk/>
          <pc:sldMk cId="3956761653" sldId="290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04.060" v="2250" actId="478"/>
        <pc:sldMkLst>
          <pc:docMk/>
          <pc:sldMk cId="2852185070" sldId="291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18.031" v="2253" actId="478"/>
        <pc:sldMkLst>
          <pc:docMk/>
          <pc:sldMk cId="1805675844" sldId="292"/>
        </pc:sldMkLst>
      </pc:sldChg>
      <pc:sldChg chg="addSp delSp modSp mod ord modClrScheme chgLayout">
        <pc:chgData name="Said Achmad" userId="5d71821f-e4ec-49c0-a52f-549698ea3c81" providerId="ADAL" clId="{5A6F5F28-5ED2-43E1-A2CB-36A1657676AD}" dt="2023-11-15T08:17:00.340" v="2257" actId="478"/>
        <pc:sldMkLst>
          <pc:docMk/>
          <pc:sldMk cId="949010790" sldId="293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5:40.688" v="2247" actId="478"/>
        <pc:sldMkLst>
          <pc:docMk/>
          <pc:sldMk cId="3955090986" sldId="294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7:50.453" v="2270"/>
        <pc:sldMkLst>
          <pc:docMk/>
          <pc:sldMk cId="3819417382" sldId="295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28.796" v="2239" actId="478"/>
        <pc:sldMkLst>
          <pc:docMk/>
          <pc:sldMk cId="2756292616" sldId="296"/>
        </pc:sldMkLst>
      </pc:sldChg>
      <pc:sldChg chg="add del">
        <pc:chgData name="Said Achmad" userId="5d71821f-e4ec-49c0-a52f-549698ea3c81" providerId="ADAL" clId="{5A6F5F28-5ED2-43E1-A2CB-36A1657676AD}" dt="2023-11-15T07:45:14.479" v="1804" actId="47"/>
        <pc:sldMkLst>
          <pc:docMk/>
          <pc:sldMk cId="1118551909" sldId="297"/>
        </pc:sldMkLst>
      </pc:sldChg>
      <pc:sldChg chg="modSp add del mod">
        <pc:chgData name="Said Achmad" userId="5d71821f-e4ec-49c0-a52f-549698ea3c81" providerId="ADAL" clId="{5A6F5F28-5ED2-43E1-A2CB-36A1657676AD}" dt="2023-11-15T07:44:29.768" v="1782" actId="47"/>
        <pc:sldMkLst>
          <pc:docMk/>
          <pc:sldMk cId="3301250164" sldId="298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47.888" v="2242" actId="478"/>
        <pc:sldMkLst>
          <pc:docMk/>
          <pc:sldMk cId="1462856539" sldId="299"/>
        </pc:sldMkLst>
      </pc:sldChg>
      <pc:sldChg chg="modSp add mod ord modClrScheme chgLayout">
        <pc:chgData name="Said Achmad" userId="5d71821f-e4ec-49c0-a52f-549698ea3c81" providerId="ADAL" clId="{5A6F5F28-5ED2-43E1-A2CB-36A1657676AD}" dt="2023-11-15T08:13:25.315" v="2233" actId="700"/>
        <pc:sldMkLst>
          <pc:docMk/>
          <pc:sldMk cId="2775010017" sldId="300"/>
        </pc:sldMkLst>
      </pc:sldChg>
      <pc:sldChg chg="modSp add mod ord">
        <pc:chgData name="Said Achmad" userId="5d71821f-e4ec-49c0-a52f-549698ea3c81" providerId="ADAL" clId="{5A6F5F28-5ED2-43E1-A2CB-36A1657676AD}" dt="2023-11-16T02:25:20.622" v="2276" actId="20577"/>
        <pc:sldMkLst>
          <pc:docMk/>
          <pc:sldMk cId="715285486" sldId="301"/>
        </pc:sldMkLst>
      </pc:sldChg>
      <pc:sldChg chg="modSp add del mod">
        <pc:chgData name="Said Achmad" userId="5d71821f-e4ec-49c0-a52f-549698ea3c81" providerId="ADAL" clId="{5A6F5F28-5ED2-43E1-A2CB-36A1657676AD}" dt="2023-11-16T02:31:07.863" v="2311" actId="47"/>
        <pc:sldMkLst>
          <pc:docMk/>
          <pc:sldMk cId="2066656938" sldId="302"/>
        </pc:sldMkLst>
      </pc:sldChg>
      <pc:sldChg chg="modSp add mod">
        <pc:chgData name="Said Achmad" userId="5d71821f-e4ec-49c0-a52f-549698ea3c81" providerId="ADAL" clId="{5A6F5F28-5ED2-43E1-A2CB-36A1657676AD}" dt="2023-11-16T02:36:40.887" v="2389" actId="20577"/>
        <pc:sldMkLst>
          <pc:docMk/>
          <pc:sldMk cId="1491587317" sldId="303"/>
        </pc:sldMkLst>
      </pc:sldChg>
      <pc:sldChg chg="modSp add mod ord">
        <pc:chgData name="Said Achmad" userId="5d71821f-e4ec-49c0-a52f-549698ea3c81" providerId="ADAL" clId="{5A6F5F28-5ED2-43E1-A2CB-36A1657676AD}" dt="2023-11-16T03:57:36.601" v="2393"/>
        <pc:sldMkLst>
          <pc:docMk/>
          <pc:sldMk cId="2410182092" sldId="304"/>
        </pc:sldMkLst>
      </pc:sldChg>
      <pc:sldChg chg="modSp add del mod">
        <pc:chgData name="Said Achmad" userId="5d71821f-e4ec-49c0-a52f-549698ea3c81" providerId="ADAL" clId="{5A6F5F28-5ED2-43E1-A2CB-36A1657676AD}" dt="2023-11-16T02:35:35.021" v="2382" actId="47"/>
        <pc:sldMkLst>
          <pc:docMk/>
          <pc:sldMk cId="3426220842" sldId="304"/>
        </pc:sldMkLst>
      </pc:sldChg>
      <pc:sldChg chg="modSp add del mod">
        <pc:chgData name="Said Achmad" userId="5d71821f-e4ec-49c0-a52f-549698ea3c81" providerId="ADAL" clId="{5A6F5F28-5ED2-43E1-A2CB-36A1657676AD}" dt="2023-11-16T02:35:30.671" v="2381" actId="47"/>
        <pc:sldMkLst>
          <pc:docMk/>
          <pc:sldMk cId="838552825" sldId="305"/>
        </pc:sldMkLst>
      </pc:sldChg>
      <pc:sldChg chg="modSp add mod">
        <pc:chgData name="Said Achmad" userId="5d71821f-e4ec-49c0-a52f-549698ea3c81" providerId="ADAL" clId="{5A6F5F28-5ED2-43E1-A2CB-36A1657676AD}" dt="2023-11-16T05:24:06.223" v="3238" actId="113"/>
        <pc:sldMkLst>
          <pc:docMk/>
          <pc:sldMk cId="1042903480" sldId="305"/>
        </pc:sldMkLst>
      </pc:sldChg>
      <pc:sldChg chg="modSp add mod">
        <pc:chgData name="Said Achmad" userId="5d71821f-e4ec-49c0-a52f-549698ea3c81" providerId="ADAL" clId="{5A6F5F28-5ED2-43E1-A2CB-36A1657676AD}" dt="2023-11-16T04:57:59.580" v="3009" actId="20577"/>
        <pc:sldMkLst>
          <pc:docMk/>
          <pc:sldMk cId="2361189392" sldId="306"/>
        </pc:sldMkLst>
      </pc:sldChg>
      <pc:sldChg chg="modSp add mod">
        <pc:chgData name="Said Achmad" userId="5d71821f-e4ec-49c0-a52f-549698ea3c81" providerId="ADAL" clId="{5A6F5F28-5ED2-43E1-A2CB-36A1657676AD}" dt="2023-11-16T04:49:29.902" v="2916" actId="20577"/>
        <pc:sldMkLst>
          <pc:docMk/>
          <pc:sldMk cId="1190454364" sldId="307"/>
        </pc:sldMkLst>
      </pc:sldChg>
      <pc:sldChg chg="modSp add mod">
        <pc:chgData name="Said Achmad" userId="5d71821f-e4ec-49c0-a52f-549698ea3c81" providerId="ADAL" clId="{5A6F5F28-5ED2-43E1-A2CB-36A1657676AD}" dt="2023-11-16T04:56:33.601" v="2968" actId="20577"/>
        <pc:sldMkLst>
          <pc:docMk/>
          <pc:sldMk cId="3106424430" sldId="308"/>
        </pc:sldMkLst>
      </pc:sldChg>
    </pc:docChg>
  </pc:docChgLst>
  <pc:docChgLst>
    <pc:chgData name="Said Achmad" userId="5d71821f-e4ec-49c0-a52f-549698ea3c81" providerId="ADAL" clId="{27DBDEE5-8CF2-4A77-B2C5-09AFB6541672}"/>
    <pc:docChg chg="undo redo custSel addSld delSld modSld sldOrd">
      <pc:chgData name="Said Achmad" userId="5d71821f-e4ec-49c0-a52f-549698ea3c81" providerId="ADAL" clId="{27DBDEE5-8CF2-4A77-B2C5-09AFB6541672}" dt="2023-12-08T08:49:11.820" v="2316"/>
      <pc:docMkLst>
        <pc:docMk/>
      </pc:docMkLst>
      <pc:sldChg chg="modSp mod">
        <pc:chgData name="Said Achmad" userId="5d71821f-e4ec-49c0-a52f-549698ea3c81" providerId="ADAL" clId="{27DBDEE5-8CF2-4A77-B2C5-09AFB6541672}" dt="2023-12-08T08:31:22.135" v="2315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7DBDEE5-8CF2-4A77-B2C5-09AFB6541672}" dt="2023-12-08T08:49:11.820" v="2316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27DBDEE5-8CF2-4A77-B2C5-09AFB6541672}" dt="2023-11-24T10:45:48.240" v="2313" actId="20577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27DBDEE5-8CF2-4A77-B2C5-09AFB6541672}" dt="2023-11-24T06:21:27.522" v="511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27DBDEE5-8CF2-4A77-B2C5-09AFB6541672}" dt="2023-11-24T10:44:52.854" v="2309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27DBDEE5-8CF2-4A77-B2C5-09AFB6541672}" dt="2023-11-24T10:42:52.742" v="2289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27DBDEE5-8CF2-4A77-B2C5-09AFB6541672}" dt="2023-11-24T10:18:01.759" v="2050"/>
        <pc:sldMkLst>
          <pc:docMk/>
          <pc:sldMk cId="2775010017" sldId="300"/>
        </pc:sldMkLst>
      </pc:sldChg>
      <pc:sldChg chg="del ord">
        <pc:chgData name="Said Achmad" userId="5d71821f-e4ec-49c0-a52f-549698ea3c81" providerId="ADAL" clId="{27DBDEE5-8CF2-4A77-B2C5-09AFB6541672}" dt="2023-11-24T06:23:14.455" v="521" actId="47"/>
        <pc:sldMkLst>
          <pc:docMk/>
          <pc:sldMk cId="2653283716" sldId="316"/>
        </pc:sldMkLst>
      </pc:sldChg>
      <pc:sldChg chg="modSp mod">
        <pc:chgData name="Said Achmad" userId="5d71821f-e4ec-49c0-a52f-549698ea3c81" providerId="ADAL" clId="{27DBDEE5-8CF2-4A77-B2C5-09AFB6541672}" dt="2023-11-24T03:44:53.332" v="49" actId="20577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27DBDEE5-8CF2-4A77-B2C5-09AFB6541672}" dt="2023-11-24T07:33:43.474" v="1543" actId="14100"/>
        <pc:sldMkLst>
          <pc:docMk/>
          <pc:sldMk cId="4290244695" sldId="330"/>
        </pc:sldMkLst>
      </pc:sldChg>
      <pc:sldChg chg="addSp delSp modSp mod modNotesTx">
        <pc:chgData name="Said Achmad" userId="5d71821f-e4ec-49c0-a52f-549698ea3c81" providerId="ADAL" clId="{27DBDEE5-8CF2-4A77-B2C5-09AFB6541672}" dt="2023-11-24T06:58:01.666" v="1111" actId="6549"/>
        <pc:sldMkLst>
          <pc:docMk/>
          <pc:sldMk cId="1207625032" sldId="331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80352207" sldId="33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833598263" sldId="334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543195854" sldId="346"/>
        </pc:sldMkLst>
      </pc:sldChg>
      <pc:sldChg chg="addSp delSp del mod">
        <pc:chgData name="Said Achmad" userId="5d71821f-e4ec-49c0-a52f-549698ea3c81" providerId="ADAL" clId="{27DBDEE5-8CF2-4A77-B2C5-09AFB6541672}" dt="2023-11-24T07:35:39.935" v="1544" actId="47"/>
        <pc:sldMkLst>
          <pc:docMk/>
          <pc:sldMk cId="3755900176" sldId="34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217369932" sldId="350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197721224" sldId="361"/>
        </pc:sldMkLst>
      </pc:sldChg>
      <pc:sldChg chg="modSp del mod">
        <pc:chgData name="Said Achmad" userId="5d71821f-e4ec-49c0-a52f-549698ea3c81" providerId="ADAL" clId="{27DBDEE5-8CF2-4A77-B2C5-09AFB6541672}" dt="2023-11-24T07:20:41.040" v="1308" actId="47"/>
        <pc:sldMkLst>
          <pc:docMk/>
          <pc:sldMk cId="3827795672" sldId="36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2054260488" sldId="363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201169138" sldId="364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076380990" sldId="365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37824534" sldId="366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99944814" sldId="367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457451149" sldId="368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44908579" sldId="36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1444787" sldId="370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910098967" sldId="371"/>
        </pc:sldMkLst>
      </pc:sldChg>
      <pc:sldChg chg="addSp delSp modSp add mod">
        <pc:chgData name="Said Achmad" userId="5d71821f-e4ec-49c0-a52f-549698ea3c81" providerId="ADAL" clId="{27DBDEE5-8CF2-4A77-B2C5-09AFB6541672}" dt="2023-11-24T04:02:19.911" v="158" actId="1076"/>
        <pc:sldMkLst>
          <pc:docMk/>
          <pc:sldMk cId="3421159831" sldId="372"/>
        </pc:sldMkLst>
      </pc:sldChg>
      <pc:sldChg chg="addSp delSp modSp add mod">
        <pc:chgData name="Said Achmad" userId="5d71821f-e4ec-49c0-a52f-549698ea3c81" providerId="ADAL" clId="{27DBDEE5-8CF2-4A77-B2C5-09AFB6541672}" dt="2023-11-24T04:07:46.861" v="220" actId="20577"/>
        <pc:sldMkLst>
          <pc:docMk/>
          <pc:sldMk cId="1066974940" sldId="373"/>
        </pc:sldMkLst>
      </pc:sldChg>
      <pc:sldChg chg="modSp add mod ord">
        <pc:chgData name="Said Achmad" userId="5d71821f-e4ec-49c0-a52f-549698ea3c81" providerId="ADAL" clId="{27DBDEE5-8CF2-4A77-B2C5-09AFB6541672}" dt="2023-11-24T04:13:53.749" v="274" actId="20577"/>
        <pc:sldMkLst>
          <pc:docMk/>
          <pc:sldMk cId="559514547" sldId="374"/>
        </pc:sldMkLst>
      </pc:sldChg>
      <pc:sldChg chg="addSp delSp modSp add mod">
        <pc:chgData name="Said Achmad" userId="5d71821f-e4ec-49c0-a52f-549698ea3c81" providerId="ADAL" clId="{27DBDEE5-8CF2-4A77-B2C5-09AFB6541672}" dt="2023-11-24T04:25:06.958" v="419" actId="20577"/>
        <pc:sldMkLst>
          <pc:docMk/>
          <pc:sldMk cId="971364835" sldId="375"/>
        </pc:sldMkLst>
      </pc:sldChg>
      <pc:sldChg chg="modSp add mod">
        <pc:chgData name="Said Achmad" userId="5d71821f-e4ec-49c0-a52f-549698ea3c81" providerId="ADAL" clId="{27DBDEE5-8CF2-4A77-B2C5-09AFB6541672}" dt="2023-11-24T04:26:24.602" v="433" actId="20577"/>
        <pc:sldMkLst>
          <pc:docMk/>
          <pc:sldMk cId="2337170577" sldId="376"/>
        </pc:sldMkLst>
      </pc:sldChg>
      <pc:sldChg chg="modSp add mod">
        <pc:chgData name="Said Achmad" userId="5d71821f-e4ec-49c0-a52f-549698ea3c81" providerId="ADAL" clId="{27DBDEE5-8CF2-4A77-B2C5-09AFB6541672}" dt="2023-11-24T04:31:35.720" v="467" actId="20577"/>
        <pc:sldMkLst>
          <pc:docMk/>
          <pc:sldMk cId="1585010774" sldId="377"/>
        </pc:sldMkLst>
      </pc:sldChg>
      <pc:sldChg chg="modSp add mod">
        <pc:chgData name="Said Achmad" userId="5d71821f-e4ec-49c0-a52f-549698ea3c81" providerId="ADAL" clId="{27DBDEE5-8CF2-4A77-B2C5-09AFB6541672}" dt="2023-11-24T06:18:48.494" v="505" actId="404"/>
        <pc:sldMkLst>
          <pc:docMk/>
          <pc:sldMk cId="3461000398" sldId="378"/>
        </pc:sldMkLst>
      </pc:sldChg>
      <pc:sldChg chg="addSp modSp add mod ord">
        <pc:chgData name="Said Achmad" userId="5d71821f-e4ec-49c0-a52f-549698ea3c81" providerId="ADAL" clId="{27DBDEE5-8CF2-4A77-B2C5-09AFB6541672}" dt="2023-11-24T07:21:42.900" v="1311" actId="1076"/>
        <pc:sldMkLst>
          <pc:docMk/>
          <pc:sldMk cId="2455152618" sldId="379"/>
        </pc:sldMkLst>
      </pc:sldChg>
      <pc:sldChg chg="delSp modSp add mod">
        <pc:chgData name="Said Achmad" userId="5d71821f-e4ec-49c0-a52f-549698ea3c81" providerId="ADAL" clId="{27DBDEE5-8CF2-4A77-B2C5-09AFB6541672}" dt="2023-11-24T07:18:30.809" v="1307" actId="14100"/>
        <pc:sldMkLst>
          <pc:docMk/>
          <pc:sldMk cId="3904763641" sldId="380"/>
        </pc:sldMkLst>
      </pc:sldChg>
      <pc:sldChg chg="addSp modSp add mod">
        <pc:chgData name="Said Achmad" userId="5d71821f-e4ec-49c0-a52f-549698ea3c81" providerId="ADAL" clId="{27DBDEE5-8CF2-4A77-B2C5-09AFB6541672}" dt="2023-11-24T07:27:57.473" v="1446" actId="1076"/>
        <pc:sldMkLst>
          <pc:docMk/>
          <pc:sldMk cId="1797604658" sldId="381"/>
        </pc:sldMkLst>
      </pc:sldChg>
      <pc:sldChg chg="modSp add del mod ord">
        <pc:chgData name="Said Achmad" userId="5d71821f-e4ec-49c0-a52f-549698ea3c81" providerId="ADAL" clId="{27DBDEE5-8CF2-4A77-B2C5-09AFB6541672}" dt="2023-11-24T10:46:10.621" v="2314" actId="47"/>
        <pc:sldMkLst>
          <pc:docMk/>
          <pc:sldMk cId="193981811" sldId="382"/>
        </pc:sldMkLst>
      </pc:sldChg>
      <pc:sldChg chg="add del">
        <pc:chgData name="Said Achmad" userId="5d71821f-e4ec-49c0-a52f-549698ea3c81" providerId="ADAL" clId="{27DBDEE5-8CF2-4A77-B2C5-09AFB6541672}" dt="2023-11-24T07:39:19.608" v="1546" actId="2890"/>
        <pc:sldMkLst>
          <pc:docMk/>
          <pc:sldMk cId="2243298438" sldId="382"/>
        </pc:sldMkLst>
      </pc:sldChg>
      <pc:sldChg chg="addSp delSp modSp add mod ord">
        <pc:chgData name="Said Achmad" userId="5d71821f-e4ec-49c0-a52f-549698ea3c81" providerId="ADAL" clId="{27DBDEE5-8CF2-4A77-B2C5-09AFB6541672}" dt="2023-11-24T09:47:06.514" v="1779"/>
        <pc:sldMkLst>
          <pc:docMk/>
          <pc:sldMk cId="1799079626" sldId="383"/>
        </pc:sldMkLst>
      </pc:sldChg>
      <pc:sldChg chg="addSp delSp modSp add mod">
        <pc:chgData name="Said Achmad" userId="5d71821f-e4ec-49c0-a52f-549698ea3c81" providerId="ADAL" clId="{27DBDEE5-8CF2-4A77-B2C5-09AFB6541672}" dt="2023-11-24T09:59:45.884" v="1927" actId="20577"/>
        <pc:sldMkLst>
          <pc:docMk/>
          <pc:sldMk cId="2402896251" sldId="384"/>
        </pc:sldMkLst>
      </pc:sldChg>
      <pc:sldChg chg="modSp add mod ord">
        <pc:chgData name="Said Achmad" userId="5d71821f-e4ec-49c0-a52f-549698ea3c81" providerId="ADAL" clId="{27DBDEE5-8CF2-4A77-B2C5-09AFB6541672}" dt="2023-11-24T10:16:55.726" v="2041"/>
        <pc:sldMkLst>
          <pc:docMk/>
          <pc:sldMk cId="2203387608" sldId="385"/>
        </pc:sldMkLst>
      </pc:sldChg>
      <pc:sldChg chg="add del">
        <pc:chgData name="Said Achmad" userId="5d71821f-e4ec-49c0-a52f-549698ea3c81" providerId="ADAL" clId="{27DBDEE5-8CF2-4A77-B2C5-09AFB6541672}" dt="2023-11-24T10:17:52.167" v="2049" actId="47"/>
        <pc:sldMkLst>
          <pc:docMk/>
          <pc:sldMk cId="698630198" sldId="386"/>
        </pc:sldMkLst>
      </pc:sldChg>
      <pc:sldChg chg="modSp add mod ord">
        <pc:chgData name="Said Achmad" userId="5d71821f-e4ec-49c0-a52f-549698ea3c81" providerId="ADAL" clId="{27DBDEE5-8CF2-4A77-B2C5-09AFB6541672}" dt="2023-11-24T10:17:49.919" v="2048"/>
        <pc:sldMkLst>
          <pc:docMk/>
          <pc:sldMk cId="3553207723" sldId="387"/>
        </pc:sldMkLst>
      </pc:sldChg>
      <pc:sldChg chg="modSp add mod ord">
        <pc:chgData name="Said Achmad" userId="5d71821f-e4ec-49c0-a52f-549698ea3c81" providerId="ADAL" clId="{27DBDEE5-8CF2-4A77-B2C5-09AFB6541672}" dt="2023-11-24T10:24:33.122" v="2094" actId="21"/>
        <pc:sldMkLst>
          <pc:docMk/>
          <pc:sldMk cId="3181591738" sldId="388"/>
        </pc:sldMkLst>
      </pc:sldChg>
      <pc:sldChg chg="modSp add del mod">
        <pc:chgData name="Said Achmad" userId="5d71821f-e4ec-49c0-a52f-549698ea3c81" providerId="ADAL" clId="{27DBDEE5-8CF2-4A77-B2C5-09AFB6541672}" dt="2023-11-24T10:24:40.976" v="2096" actId="47"/>
        <pc:sldMkLst>
          <pc:docMk/>
          <pc:sldMk cId="84514500" sldId="389"/>
        </pc:sldMkLst>
      </pc:sldChg>
      <pc:sldChg chg="modSp add mod">
        <pc:chgData name="Said Achmad" userId="5d71821f-e4ec-49c0-a52f-549698ea3c81" providerId="ADAL" clId="{27DBDEE5-8CF2-4A77-B2C5-09AFB6541672}" dt="2023-11-24T10:34:54.153" v="2266" actId="1076"/>
        <pc:sldMkLst>
          <pc:docMk/>
          <pc:sldMk cId="844613518" sldId="390"/>
        </pc:sldMkLst>
      </pc:sldChg>
      <pc:sldChg chg="add">
        <pc:chgData name="Said Achmad" userId="5d71821f-e4ec-49c0-a52f-549698ea3c81" providerId="ADAL" clId="{27DBDEE5-8CF2-4A77-B2C5-09AFB6541672}" dt="2023-11-24T10:25:57.907" v="2110" actId="2890"/>
        <pc:sldMkLst>
          <pc:docMk/>
          <pc:sldMk cId="2453705322" sldId="391"/>
        </pc:sldMkLst>
      </pc:sldChg>
      <pc:sldChg chg="add">
        <pc:chgData name="Said Achmad" userId="5d71821f-e4ec-49c0-a52f-549698ea3c81" providerId="ADAL" clId="{27DBDEE5-8CF2-4A77-B2C5-09AFB6541672}" dt="2023-11-24T10:29:15.913" v="2169" actId="2890"/>
        <pc:sldMkLst>
          <pc:docMk/>
          <pc:sldMk cId="717374847" sldId="392"/>
        </pc:sldMkLst>
      </pc:sldChg>
      <pc:sldChg chg="add">
        <pc:chgData name="Said Achmad" userId="5d71821f-e4ec-49c0-a52f-549698ea3c81" providerId="ADAL" clId="{27DBDEE5-8CF2-4A77-B2C5-09AFB6541672}" dt="2023-11-24T10:32:09.455" v="2233" actId="2890"/>
        <pc:sldMkLst>
          <pc:docMk/>
          <pc:sldMk cId="3485319871" sldId="393"/>
        </pc:sldMkLst>
      </pc:sldChg>
    </pc:docChg>
  </pc:docChgLst>
  <pc:docChgLst>
    <pc:chgData name="Said Achmad" userId="5d71821f-e4ec-49c0-a52f-549698ea3c81" providerId="ADAL" clId="{ACCB8F31-DC50-4B80-9522-D3FFCEBB1139}"/>
    <pc:docChg chg="undo redo custSel addSld delSld modSld sldOrd">
      <pc:chgData name="Said Achmad" userId="5d71821f-e4ec-49c0-a52f-549698ea3c81" providerId="ADAL" clId="{ACCB8F31-DC50-4B80-9522-D3FFCEBB1139}" dt="2023-10-27T04:14:05.510" v="3486" actId="20577"/>
      <pc:docMkLst>
        <pc:docMk/>
      </pc:docMkLst>
      <pc:sldChg chg="modSp mod">
        <pc:chgData name="Said Achmad" userId="5d71821f-e4ec-49c0-a52f-549698ea3c81" providerId="ADAL" clId="{ACCB8F31-DC50-4B80-9522-D3FFCEBB1139}" dt="2023-10-26T06:55:05.969" v="32"/>
        <pc:sldMkLst>
          <pc:docMk/>
          <pc:sldMk cId="3807564589" sldId="256"/>
        </pc:sldMkLst>
      </pc:sldChg>
      <pc:sldChg chg="new del">
        <pc:chgData name="Said Achmad" userId="5d71821f-e4ec-49c0-a52f-549698ea3c81" providerId="ADAL" clId="{ACCB8F31-DC50-4B80-9522-D3FFCEBB1139}" dt="2023-10-26T06:55:40.586" v="34" actId="47"/>
        <pc:sldMkLst>
          <pc:docMk/>
          <pc:sldMk cId="3286231647" sldId="257"/>
        </pc:sldMkLst>
      </pc:sldChg>
      <pc:sldChg chg="delSp 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4133371411" sldId="257"/>
        </pc:sldMkLst>
      </pc:sldChg>
      <pc:sldChg chg="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1191048756" sldId="258"/>
        </pc:sldMkLst>
      </pc:sldChg>
      <pc:sldChg chg="delSp modSp new mod ord">
        <pc:chgData name="Said Achmad" userId="5d71821f-e4ec-49c0-a52f-549698ea3c81" providerId="ADAL" clId="{ACCB8F31-DC50-4B80-9522-D3FFCEBB1139}" dt="2023-10-26T07:02:32.419" v="158" actId="403"/>
        <pc:sldMkLst>
          <pc:docMk/>
          <pc:sldMk cId="3239424758" sldId="259"/>
        </pc:sldMkLst>
      </pc:sldChg>
      <pc:sldChg chg="modSp add mod">
        <pc:chgData name="Said Achmad" userId="5d71821f-e4ec-49c0-a52f-549698ea3c81" providerId="ADAL" clId="{ACCB8F31-DC50-4B80-9522-D3FFCEBB1139}" dt="2023-10-26T10:45:54.128" v="1999" actId="20577"/>
        <pc:sldMkLst>
          <pc:docMk/>
          <pc:sldMk cId="3724825567" sldId="260"/>
        </pc:sldMkLst>
      </pc:sldChg>
      <pc:sldChg chg="addSp delSp modSp new add del mod">
        <pc:chgData name="Said Achmad" userId="5d71821f-e4ec-49c0-a52f-549698ea3c81" providerId="ADAL" clId="{ACCB8F31-DC50-4B80-9522-D3FFCEBB1139}" dt="2023-10-26T09:06:03.246" v="1194" actId="20577"/>
        <pc:sldMkLst>
          <pc:docMk/>
          <pc:sldMk cId="3041036902" sldId="261"/>
        </pc:sldMkLst>
      </pc:sldChg>
      <pc:sldChg chg="modSp new mod chgLayout">
        <pc:chgData name="Said Achmad" userId="5d71821f-e4ec-49c0-a52f-549698ea3c81" providerId="ADAL" clId="{ACCB8F31-DC50-4B80-9522-D3FFCEBB1139}" dt="2023-10-26T07:56:26.485" v="597" actId="207"/>
        <pc:sldMkLst>
          <pc:docMk/>
          <pc:sldMk cId="363028880" sldId="262"/>
        </pc:sldMkLst>
      </pc:sldChg>
      <pc:sldChg chg="new del">
        <pc:chgData name="Said Achmad" userId="5d71821f-e4ec-49c0-a52f-549698ea3c81" providerId="ADAL" clId="{ACCB8F31-DC50-4B80-9522-D3FFCEBB1139}" dt="2023-10-26T07:03:17.588" v="164" actId="47"/>
        <pc:sldMkLst>
          <pc:docMk/>
          <pc:sldMk cId="2426101246" sldId="262"/>
        </pc:sldMkLst>
      </pc:sldChg>
      <pc:sldChg chg="modSp add del mod">
        <pc:chgData name="Said Achmad" userId="5d71821f-e4ec-49c0-a52f-549698ea3c81" providerId="ADAL" clId="{ACCB8F31-DC50-4B80-9522-D3FFCEBB1139}" dt="2023-10-26T09:09:29.954" v="1195" actId="47"/>
        <pc:sldMkLst>
          <pc:docMk/>
          <pc:sldMk cId="4107200152" sldId="263"/>
        </pc:sldMkLst>
      </pc:sldChg>
      <pc:sldChg chg="modSp add del mod ord">
        <pc:chgData name="Said Achmad" userId="5d71821f-e4ec-49c0-a52f-549698ea3c81" providerId="ADAL" clId="{ACCB8F31-DC50-4B80-9522-D3FFCEBB1139}" dt="2023-10-26T08:18:28.503" v="1171" actId="115"/>
        <pc:sldMkLst>
          <pc:docMk/>
          <pc:sldMk cId="3663985620" sldId="264"/>
        </pc:sldMkLst>
      </pc:sldChg>
      <pc:sldChg chg="modSp add del mod">
        <pc:chgData name="Said Achmad" userId="5d71821f-e4ec-49c0-a52f-549698ea3c81" providerId="ADAL" clId="{ACCB8F31-DC50-4B80-9522-D3FFCEBB1139}" dt="2023-10-26T08:16:45.782" v="1152" actId="12"/>
        <pc:sldMkLst>
          <pc:docMk/>
          <pc:sldMk cId="117569319" sldId="265"/>
        </pc:sldMkLst>
      </pc:sldChg>
      <pc:sldChg chg="new del">
        <pc:chgData name="Said Achmad" userId="5d71821f-e4ec-49c0-a52f-549698ea3c81" providerId="ADAL" clId="{ACCB8F31-DC50-4B80-9522-D3FFCEBB1139}" dt="2023-10-26T07:17:55.622" v="244" actId="680"/>
        <pc:sldMkLst>
          <pc:docMk/>
          <pc:sldMk cId="544979971" sldId="266"/>
        </pc:sldMkLst>
      </pc:sldChg>
      <pc:sldChg chg="addSp delSp modSp add mod modNotesTx">
        <pc:chgData name="Said Achmad" userId="5d71821f-e4ec-49c0-a52f-549698ea3c81" providerId="ADAL" clId="{ACCB8F31-DC50-4B80-9522-D3FFCEBB1139}" dt="2023-10-26T08:17:17.099" v="1155" actId="1582"/>
        <pc:sldMkLst>
          <pc:docMk/>
          <pc:sldMk cId="926499602" sldId="266"/>
        </pc:sldMkLst>
      </pc:sldChg>
      <pc:sldChg chg="new del">
        <pc:chgData name="Said Achmad" userId="5d71821f-e4ec-49c0-a52f-549698ea3c81" providerId="ADAL" clId="{ACCB8F31-DC50-4B80-9522-D3FFCEBB1139}" dt="2023-10-26T07:18:30.676" v="247" actId="47"/>
        <pc:sldMkLst>
          <pc:docMk/>
          <pc:sldMk cId="3348473186" sldId="266"/>
        </pc:sldMkLst>
      </pc:sldChg>
      <pc:sldChg chg="addSp delSp modSp add mod ord modNotesTx">
        <pc:chgData name="Said Achmad" userId="5d71821f-e4ec-49c0-a52f-549698ea3c81" providerId="ADAL" clId="{ACCB8F31-DC50-4B80-9522-D3FFCEBB1139}" dt="2023-10-26T07:31:23.881" v="455" actId="1076"/>
        <pc:sldMkLst>
          <pc:docMk/>
          <pc:sldMk cId="1284774635" sldId="267"/>
        </pc:sldMkLst>
      </pc:sldChg>
      <pc:sldChg chg="addSp delSp modSp add mod">
        <pc:chgData name="Said Achmad" userId="5d71821f-e4ec-49c0-a52f-549698ea3c81" providerId="ADAL" clId="{ACCB8F31-DC50-4B80-9522-D3FFCEBB1139}" dt="2023-10-26T07:31:57.476" v="467"/>
        <pc:sldMkLst>
          <pc:docMk/>
          <pc:sldMk cId="34122191" sldId="268"/>
        </pc:sldMkLst>
      </pc:sldChg>
      <pc:sldChg chg="addSp delSp modSp add mod">
        <pc:chgData name="Said Achmad" userId="5d71821f-e4ec-49c0-a52f-549698ea3c81" providerId="ADAL" clId="{ACCB8F31-DC50-4B80-9522-D3FFCEBB1139}" dt="2023-10-26T07:33:19.493" v="495" actId="12385"/>
        <pc:sldMkLst>
          <pc:docMk/>
          <pc:sldMk cId="1855902636" sldId="269"/>
        </pc:sldMkLst>
      </pc:sldChg>
      <pc:sldChg chg="addSp delSp modSp add mod ord modNotesTx">
        <pc:chgData name="Said Achmad" userId="5d71821f-e4ec-49c0-a52f-549698ea3c81" providerId="ADAL" clId="{ACCB8F31-DC50-4B80-9522-D3FFCEBB1139}" dt="2023-10-26T08:18:44.343" v="1173" actId="115"/>
        <pc:sldMkLst>
          <pc:docMk/>
          <pc:sldMk cId="3522040008" sldId="270"/>
        </pc:sldMkLst>
      </pc:sldChg>
      <pc:sldChg chg="modSp add mod modNotesTx">
        <pc:chgData name="Said Achmad" userId="5d71821f-e4ec-49c0-a52f-549698ea3c81" providerId="ADAL" clId="{ACCB8F31-DC50-4B80-9522-D3FFCEBB1139}" dt="2023-10-26T08:19:07.618" v="1175" actId="20577"/>
        <pc:sldMkLst>
          <pc:docMk/>
          <pc:sldMk cId="938585390" sldId="271"/>
        </pc:sldMkLst>
      </pc:sldChg>
      <pc:sldChg chg="modSp add del mod">
        <pc:chgData name="Said Achmad" userId="5d71821f-e4ec-49c0-a52f-549698ea3c81" providerId="ADAL" clId="{ACCB8F31-DC50-4B80-9522-D3FFCEBB1139}" dt="2023-10-26T08:12:48.814" v="1107" actId="47"/>
        <pc:sldMkLst>
          <pc:docMk/>
          <pc:sldMk cId="240193300" sldId="272"/>
        </pc:sldMkLst>
      </pc:sldChg>
      <pc:sldChg chg="modSp new mod">
        <pc:chgData name="Said Achmad" userId="5d71821f-e4ec-49c0-a52f-549698ea3c81" providerId="ADAL" clId="{ACCB8F31-DC50-4B80-9522-D3FFCEBB1139}" dt="2023-10-26T10:25:36.108" v="1838" actId="20577"/>
        <pc:sldMkLst>
          <pc:docMk/>
          <pc:sldMk cId="629326906" sldId="272"/>
        </pc:sldMkLst>
      </pc:sldChg>
      <pc:sldChg chg="new del">
        <pc:chgData name="Said Achmad" userId="5d71821f-e4ec-49c0-a52f-549698ea3c81" providerId="ADAL" clId="{ACCB8F31-DC50-4B80-9522-D3FFCEBB1139}" dt="2023-10-26T10:45:28.544" v="1993" actId="47"/>
        <pc:sldMkLst>
          <pc:docMk/>
          <pc:sldMk cId="614863878" sldId="273"/>
        </pc:sldMkLst>
      </pc:sldChg>
      <pc:sldChg chg="addSp delSp modSp new mod">
        <pc:chgData name="Said Achmad" userId="5d71821f-e4ec-49c0-a52f-549698ea3c81" providerId="ADAL" clId="{ACCB8F31-DC50-4B80-9522-D3FFCEBB1139}" dt="2023-10-26T10:25:42.384" v="1854" actId="20577"/>
        <pc:sldMkLst>
          <pc:docMk/>
          <pc:sldMk cId="2906983293" sldId="274"/>
        </pc:sldMkLst>
      </pc:sldChg>
      <pc:sldChg chg="addSp delSp modSp add mod">
        <pc:chgData name="Said Achmad" userId="5d71821f-e4ec-49c0-a52f-549698ea3c81" providerId="ADAL" clId="{ACCB8F31-DC50-4B80-9522-D3FFCEBB1139}" dt="2023-10-26T10:19:56.696" v="1817" actId="1076"/>
        <pc:sldMkLst>
          <pc:docMk/>
          <pc:sldMk cId="351085493" sldId="275"/>
        </pc:sldMkLst>
      </pc:sldChg>
      <pc:sldChg chg="addSp delSp modSp add mod">
        <pc:chgData name="Said Achmad" userId="5d71821f-e4ec-49c0-a52f-549698ea3c81" providerId="ADAL" clId="{ACCB8F31-DC50-4B80-9522-D3FFCEBB1139}" dt="2023-10-26T10:45:10.163" v="1989" actId="948"/>
        <pc:sldMkLst>
          <pc:docMk/>
          <pc:sldMk cId="4225043614" sldId="276"/>
        </pc:sldMkLst>
      </pc:sldChg>
      <pc:sldChg chg="modSp add mod ord">
        <pc:chgData name="Said Achmad" userId="5d71821f-e4ec-49c0-a52f-549698ea3c81" providerId="ADAL" clId="{ACCB8F31-DC50-4B80-9522-D3FFCEBB1139}" dt="2023-10-27T02:31:39.166" v="2039"/>
        <pc:sldMkLst>
          <pc:docMk/>
          <pc:sldMk cId="3840490389" sldId="277"/>
        </pc:sldMkLst>
      </pc:sldChg>
      <pc:sldChg chg="addSp modSp new mod ord">
        <pc:chgData name="Said Achmad" userId="5d71821f-e4ec-49c0-a52f-549698ea3c81" providerId="ADAL" clId="{ACCB8F31-DC50-4B80-9522-D3FFCEBB1139}" dt="2023-10-27T04:14:05.510" v="3486" actId="20577"/>
        <pc:sldMkLst>
          <pc:docMk/>
          <pc:sldMk cId="3500018930" sldId="278"/>
        </pc:sldMkLst>
      </pc:sldChg>
      <pc:sldChg chg="modSp add del mod ord">
        <pc:chgData name="Said Achmad" userId="5d71821f-e4ec-49c0-a52f-549698ea3c81" providerId="ADAL" clId="{ACCB8F31-DC50-4B80-9522-D3FFCEBB1139}" dt="2023-10-27T03:57:22.143" v="3226" actId="47"/>
        <pc:sldMkLst>
          <pc:docMk/>
          <pc:sldMk cId="2115211603" sldId="279"/>
        </pc:sldMkLst>
      </pc:sldChg>
      <pc:sldChg chg="modSp add del mod">
        <pc:chgData name="Said Achmad" userId="5d71821f-e4ec-49c0-a52f-549698ea3c81" providerId="ADAL" clId="{ACCB8F31-DC50-4B80-9522-D3FFCEBB1139}" dt="2023-10-27T02:58:57.884" v="2511" actId="47"/>
        <pc:sldMkLst>
          <pc:docMk/>
          <pc:sldMk cId="44351928" sldId="280"/>
        </pc:sldMkLst>
      </pc:sldChg>
      <pc:sldChg chg="modSp add mod ord">
        <pc:chgData name="Said Achmad" userId="5d71821f-e4ec-49c0-a52f-549698ea3c81" providerId="ADAL" clId="{ACCB8F31-DC50-4B80-9522-D3FFCEBB1139}" dt="2023-10-27T03:02:52.472" v="2578" actId="20577"/>
        <pc:sldMkLst>
          <pc:docMk/>
          <pc:sldMk cId="864549538" sldId="280"/>
        </pc:sldMkLst>
      </pc:sldChg>
      <pc:sldChg chg="modSp add mod ord">
        <pc:chgData name="Said Achmad" userId="5d71821f-e4ec-49c0-a52f-549698ea3c81" providerId="ADAL" clId="{ACCB8F31-DC50-4B80-9522-D3FFCEBB1139}" dt="2023-10-27T03:23:00.879" v="2860" actId="20577"/>
        <pc:sldMkLst>
          <pc:docMk/>
          <pc:sldMk cId="3062500002" sldId="281"/>
        </pc:sldMkLst>
      </pc:sldChg>
      <pc:sldChg chg="addSp delSp modSp new mod">
        <pc:chgData name="Said Achmad" userId="5d71821f-e4ec-49c0-a52f-549698ea3c81" providerId="ADAL" clId="{ACCB8F31-DC50-4B80-9522-D3FFCEBB1139}" dt="2023-10-27T03:24:11.408" v="2866"/>
        <pc:sldMkLst>
          <pc:docMk/>
          <pc:sldMk cId="3962618298" sldId="282"/>
        </pc:sldMkLst>
      </pc:sldChg>
      <pc:sldChg chg="addSp delSp modSp new mod">
        <pc:chgData name="Said Achmad" userId="5d71821f-e4ec-49c0-a52f-549698ea3c81" providerId="ADAL" clId="{ACCB8F31-DC50-4B80-9522-D3FFCEBB1139}" dt="2023-10-27T04:05:02.848" v="3319" actId="20577"/>
        <pc:sldMkLst>
          <pc:docMk/>
          <pc:sldMk cId="1702753199" sldId="283"/>
        </pc:sldMkLst>
      </pc:sldChg>
      <pc:sldChg chg="modSp add mod modNotesTx">
        <pc:chgData name="Said Achmad" userId="5d71821f-e4ec-49c0-a52f-549698ea3c81" providerId="ADAL" clId="{ACCB8F31-DC50-4B80-9522-D3FFCEBB1139}" dt="2023-10-27T03:34:54.955" v="3011"/>
        <pc:sldMkLst>
          <pc:docMk/>
          <pc:sldMk cId="16901110" sldId="284"/>
        </pc:sldMkLst>
      </pc:sldChg>
      <pc:sldChg chg="modSp add mod modNotesTx">
        <pc:chgData name="Said Achmad" userId="5d71821f-e4ec-49c0-a52f-549698ea3c81" providerId="ADAL" clId="{ACCB8F31-DC50-4B80-9522-D3FFCEBB1139}" dt="2023-10-27T03:43:00.119" v="3066" actId="20577"/>
        <pc:sldMkLst>
          <pc:docMk/>
          <pc:sldMk cId="3781791020" sldId="285"/>
        </pc:sldMkLst>
      </pc:sldChg>
      <pc:sldChg chg="add del">
        <pc:chgData name="Said Achmad" userId="5d71821f-e4ec-49c0-a52f-549698ea3c81" providerId="ADAL" clId="{ACCB8F31-DC50-4B80-9522-D3FFCEBB1139}" dt="2023-10-27T03:48:59.922" v="3068" actId="2890"/>
        <pc:sldMkLst>
          <pc:docMk/>
          <pc:sldMk cId="272851864" sldId="286"/>
        </pc:sldMkLst>
      </pc:sldChg>
      <pc:sldChg chg="add ord">
        <pc:chgData name="Said Achmad" userId="5d71821f-e4ec-49c0-a52f-549698ea3c81" providerId="ADAL" clId="{ACCB8F31-DC50-4B80-9522-D3FFCEBB1139}" dt="2023-10-27T03:56:40.424" v="3215" actId="20578"/>
        <pc:sldMkLst>
          <pc:docMk/>
          <pc:sldMk cId="1657355698" sldId="286"/>
        </pc:sldMkLst>
      </pc:sldChg>
      <pc:sldChg chg="addSp delSp modSp add mod">
        <pc:chgData name="Said Achmad" userId="5d71821f-e4ec-49c0-a52f-549698ea3c81" providerId="ADAL" clId="{ACCB8F31-DC50-4B80-9522-D3FFCEBB1139}" dt="2023-10-27T03:57:17.102" v="3225"/>
        <pc:sldMkLst>
          <pc:docMk/>
          <pc:sldMk cId="1451122948" sldId="287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3248421886" sldId="325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738495559" sldId="326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4061453550" sldId="327"/>
        </pc:sldMkLst>
      </pc:sldChg>
    </pc:docChg>
  </pc:docChgLst>
  <pc:docChgLst>
    <pc:chgData name="Said Achmad" userId="5d71821f-e4ec-49c0-a52f-549698ea3c81" providerId="ADAL" clId="{F36B1CCA-6ECB-455C-8F88-F7D1FDADB3DB}"/>
    <pc:docChg chg="undo redo custSel addSld delSld modSld sldOrd">
      <pc:chgData name="Said Achmad" userId="5d71821f-e4ec-49c0-a52f-549698ea3c81" providerId="ADAL" clId="{F36B1CCA-6ECB-455C-8F88-F7D1FDADB3DB}" dt="2023-11-21T10:00:46.930" v="7562" actId="20577"/>
      <pc:docMkLst>
        <pc:docMk/>
      </pc:docMkLst>
      <pc:sldChg chg="modSp mod">
        <pc:chgData name="Said Achmad" userId="5d71821f-e4ec-49c0-a52f-549698ea3c81" providerId="ADAL" clId="{F36B1CCA-6ECB-455C-8F88-F7D1FDADB3DB}" dt="2023-11-21T10:00:46.930" v="756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F36B1CCA-6ECB-455C-8F88-F7D1FDADB3DB}" dt="2023-11-17T07:12:09.243" v="4439" actId="2057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36B1CCA-6ECB-455C-8F88-F7D1FDADB3DB}" dt="2023-11-21T09:24:29.421" v="7220" actId="20577"/>
        <pc:sldMkLst>
          <pc:docMk/>
          <pc:sldMk cId="3724825567" sldId="260"/>
        </pc:sldMkLst>
      </pc:sldChg>
      <pc:sldChg chg="addSp delSp modSp mod modClrScheme chgLayout">
        <pc:chgData name="Said Achmad" userId="5d71821f-e4ec-49c0-a52f-549698ea3c81" providerId="ADAL" clId="{F36B1CCA-6ECB-455C-8F88-F7D1FDADB3DB}" dt="2023-11-21T09:22:49.638" v="7199" actId="6549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F36B1CCA-6ECB-455C-8F88-F7D1FDADB3DB}" dt="2023-11-21T09:23:01.436" v="7200" actId="2057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36B1CCA-6ECB-455C-8F88-F7D1FDADB3DB}" dt="2023-11-16T06:40:35.012" v="155" actId="47"/>
        <pc:sldMkLst>
          <pc:docMk/>
          <pc:sldMk cId="3663985620" sldId="264"/>
        </pc:sldMkLst>
      </pc:sldChg>
      <pc:sldChg chg="modSp mod">
        <pc:chgData name="Said Achmad" userId="5d71821f-e4ec-49c0-a52f-549698ea3c81" providerId="ADAL" clId="{F36B1CCA-6ECB-455C-8F88-F7D1FDADB3DB}" dt="2023-11-21T10:00:27.537" v="7561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F36B1CCA-6ECB-455C-8F88-F7D1FDADB3DB}" dt="2023-11-21T09:24:45.144" v="7221" actId="2057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F36B1CCA-6ECB-455C-8F88-F7D1FDADB3DB}" dt="2023-11-21T09:50:07.991" v="7489" actId="6549"/>
        <pc:sldMkLst>
          <pc:docMk/>
          <pc:sldMk cId="1702753199" sldId="283"/>
        </pc:sldMkLst>
      </pc:sldChg>
      <pc:sldChg chg="add del">
        <pc:chgData name="Said Achmad" userId="5d71821f-e4ec-49c0-a52f-549698ea3c81" providerId="ADAL" clId="{F36B1CCA-6ECB-455C-8F88-F7D1FDADB3DB}" dt="2023-11-16T06:40:33.880" v="154" actId="47"/>
        <pc:sldMkLst>
          <pc:docMk/>
          <pc:sldMk cId="1561272596" sldId="288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852185070" sldId="29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805675844" sldId="292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949010790" sldId="29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955090986" sldId="29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819417382" sldId="29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756292616" sldId="29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62856539" sldId="299"/>
        </pc:sldMkLst>
      </pc:sldChg>
      <pc:sldChg chg="modSp mod">
        <pc:chgData name="Said Achmad" userId="5d71821f-e4ec-49c0-a52f-549698ea3c81" providerId="ADAL" clId="{F36B1CCA-6ECB-455C-8F88-F7D1FDADB3DB}" dt="2023-11-21T08:40:04.847" v="6611" actId="2057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715285486" sldId="30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91587317" sldId="30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410182092" sldId="30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042903480" sldId="30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361189392" sldId="30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190454364" sldId="307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106424430" sldId="308"/>
        </pc:sldMkLst>
      </pc:sldChg>
      <pc:sldChg chg="addSp delSp modSp add del mod modClrScheme chgLayout">
        <pc:chgData name="Said Achmad" userId="5d71821f-e4ec-49c0-a52f-549698ea3c81" providerId="ADAL" clId="{F36B1CCA-6ECB-455C-8F88-F7D1FDADB3DB}" dt="2023-11-17T07:55:28.995" v="4647" actId="47"/>
        <pc:sldMkLst>
          <pc:docMk/>
          <pc:sldMk cId="772050117" sldId="309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689802598" sldId="310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53479280" sldId="311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37853771" sldId="312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2531489688" sldId="313"/>
        </pc:sldMkLst>
      </pc:sldChg>
      <pc:sldChg chg="add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3715361491" sldId="314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005400869" sldId="315"/>
        </pc:sldMkLst>
      </pc:sldChg>
      <pc:sldChg chg="addSp delSp modSp add mod ord">
        <pc:chgData name="Said Achmad" userId="5d71821f-e4ec-49c0-a52f-549698ea3c81" providerId="ADAL" clId="{F36B1CCA-6ECB-455C-8F88-F7D1FDADB3DB}" dt="2023-11-17T08:20:10.485" v="5301" actId="1076"/>
        <pc:sldMkLst>
          <pc:docMk/>
          <pc:sldMk cId="2653283716" sldId="316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521682526" sldId="317"/>
        </pc:sldMkLst>
      </pc:sldChg>
      <pc:sldChg chg="add del">
        <pc:chgData name="Said Achmad" userId="5d71821f-e4ec-49c0-a52f-549698ea3c81" providerId="ADAL" clId="{F36B1CCA-6ECB-455C-8F88-F7D1FDADB3DB}" dt="2023-11-16T08:50:36.257" v="1978" actId="2890"/>
        <pc:sldMkLst>
          <pc:docMk/>
          <pc:sldMk cId="469649093" sldId="318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3942660098" sldId="318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4117088690" sldId="319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3727408180" sldId="320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1488901449" sldId="321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2004687532" sldId="322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511167040" sldId="323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77821965" sldId="324"/>
        </pc:sldMkLst>
      </pc:sldChg>
      <pc:sldChg chg="add del">
        <pc:chgData name="Said Achmad" userId="5d71821f-e4ec-49c0-a52f-549698ea3c81" providerId="ADAL" clId="{F36B1CCA-6ECB-455C-8F88-F7D1FDADB3DB}" dt="2023-11-17T03:12:02.518" v="3328" actId="47"/>
        <pc:sldMkLst>
          <pc:docMk/>
          <pc:sldMk cId="2259465992" sldId="324"/>
        </pc:sldMkLst>
      </pc:sldChg>
      <pc:sldChg chg="addSp 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236158929" sldId="325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104457645" sldId="326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508023205" sldId="327"/>
        </pc:sldMkLst>
      </pc:sldChg>
      <pc:sldChg chg="add del">
        <pc:chgData name="Said Achmad" userId="5d71821f-e4ec-49c0-a52f-549698ea3c81" providerId="ADAL" clId="{F36B1CCA-6ECB-455C-8F88-F7D1FDADB3DB}" dt="2023-11-17T04:05:00.768" v="3960" actId="47"/>
        <pc:sldMkLst>
          <pc:docMk/>
          <pc:sldMk cId="2136488691" sldId="327"/>
        </pc:sldMkLst>
      </pc:sldChg>
      <pc:sldChg chg="modSp add mod">
        <pc:chgData name="Said Achmad" userId="5d71821f-e4ec-49c0-a52f-549698ea3c81" providerId="ADAL" clId="{F36B1CCA-6ECB-455C-8F88-F7D1FDADB3DB}" dt="2023-11-17T07:54:05.360" v="4646" actId="12"/>
        <pc:sldMkLst>
          <pc:docMk/>
          <pc:sldMk cId="1915762959" sldId="328"/>
        </pc:sldMkLst>
      </pc:sldChg>
      <pc:sldChg chg="add del">
        <pc:chgData name="Said Achmad" userId="5d71821f-e4ec-49c0-a52f-549698ea3c81" providerId="ADAL" clId="{F36B1CCA-6ECB-455C-8F88-F7D1FDADB3DB}" dt="2023-11-17T09:41:27.466" v="6040" actId="47"/>
        <pc:sldMkLst>
          <pc:docMk/>
          <pc:sldMk cId="1171075629" sldId="329"/>
        </pc:sldMkLst>
      </pc:sldChg>
      <pc:sldChg chg="addSp delSp modSp add mod ord">
        <pc:chgData name="Said Achmad" userId="5d71821f-e4ec-49c0-a52f-549698ea3c81" providerId="ADAL" clId="{F36B1CCA-6ECB-455C-8F88-F7D1FDADB3DB}" dt="2023-11-17T08:43:33.360" v="5505" actId="948"/>
        <pc:sldMkLst>
          <pc:docMk/>
          <pc:sldMk cId="4290244695" sldId="330"/>
        </pc:sldMkLst>
      </pc:sldChg>
      <pc:sldChg chg="addSp modSp add mod">
        <pc:chgData name="Said Achmad" userId="5d71821f-e4ec-49c0-a52f-549698ea3c81" providerId="ADAL" clId="{F36B1CCA-6ECB-455C-8F88-F7D1FDADB3DB}" dt="2023-11-17T08:47:58.907" v="5557" actId="122"/>
        <pc:sldMkLst>
          <pc:docMk/>
          <pc:sldMk cId="1207625032" sldId="331"/>
        </pc:sldMkLst>
      </pc:sldChg>
      <pc:sldChg chg="delSp modSp add mod">
        <pc:chgData name="Said Achmad" userId="5d71821f-e4ec-49c0-a52f-549698ea3c81" providerId="ADAL" clId="{F36B1CCA-6ECB-455C-8F88-F7D1FDADB3DB}" dt="2023-11-17T08:54:14.441" v="5570" actId="14100"/>
        <pc:sldMkLst>
          <pc:docMk/>
          <pc:sldMk cId="1180352207" sldId="332"/>
        </pc:sldMkLst>
      </pc:sldChg>
      <pc:sldChg chg="modSp add del mod">
        <pc:chgData name="Said Achmad" userId="5d71821f-e4ec-49c0-a52f-549698ea3c81" providerId="ADAL" clId="{F36B1CCA-6ECB-455C-8F88-F7D1FDADB3DB}" dt="2023-11-17T08:59:45.286" v="5586" actId="47"/>
        <pc:sldMkLst>
          <pc:docMk/>
          <pc:sldMk cId="3582647421" sldId="333"/>
        </pc:sldMkLst>
      </pc:sldChg>
      <pc:sldChg chg="modSp add mod ord">
        <pc:chgData name="Said Achmad" userId="5d71821f-e4ec-49c0-a52f-549698ea3c81" providerId="ADAL" clId="{F36B1CCA-6ECB-455C-8F88-F7D1FDADB3DB}" dt="2023-11-17T09:06:45.390" v="5668" actId="115"/>
        <pc:sldMkLst>
          <pc:docMk/>
          <pc:sldMk cId="1833598263" sldId="334"/>
        </pc:sldMkLst>
      </pc:sldChg>
      <pc:sldChg chg="modSp add mod ord">
        <pc:chgData name="Said Achmad" userId="5d71821f-e4ec-49c0-a52f-549698ea3c81" providerId="ADAL" clId="{F36B1CCA-6ECB-455C-8F88-F7D1FDADB3DB}" dt="2023-11-17T09:12:26.675" v="5738" actId="20577"/>
        <pc:sldMkLst>
          <pc:docMk/>
          <pc:sldMk cId="3681279657" sldId="335"/>
        </pc:sldMkLst>
      </pc:sldChg>
      <pc:sldChg chg="addSp delSp modSp add mod ord">
        <pc:chgData name="Said Achmad" userId="5d71821f-e4ec-49c0-a52f-549698ea3c81" providerId="ADAL" clId="{F36B1CCA-6ECB-455C-8F88-F7D1FDADB3DB}" dt="2023-11-17T09:42:32.503" v="6046" actId="1076"/>
        <pc:sldMkLst>
          <pc:docMk/>
          <pc:sldMk cId="1760058455" sldId="336"/>
        </pc:sldMkLst>
      </pc:sldChg>
      <pc:sldChg chg="addSp delSp modSp add mod ord">
        <pc:chgData name="Said Achmad" userId="5d71821f-e4ec-49c0-a52f-549698ea3c81" providerId="ADAL" clId="{F36B1CCA-6ECB-455C-8F88-F7D1FDADB3DB}" dt="2023-11-17T09:32:03.843" v="5903" actId="1076"/>
        <pc:sldMkLst>
          <pc:docMk/>
          <pc:sldMk cId="3478284968" sldId="337"/>
        </pc:sldMkLst>
      </pc:sldChg>
      <pc:sldChg chg="delSp modSp add del mod">
        <pc:chgData name="Said Achmad" userId="5d71821f-e4ec-49c0-a52f-549698ea3c81" providerId="ADAL" clId="{F36B1CCA-6ECB-455C-8F88-F7D1FDADB3DB}" dt="2023-11-17T09:41:24.122" v="6039" actId="47"/>
        <pc:sldMkLst>
          <pc:docMk/>
          <pc:sldMk cId="2792350168" sldId="338"/>
        </pc:sldMkLst>
      </pc:sldChg>
      <pc:sldChg chg="delSp modSp add mod">
        <pc:chgData name="Said Achmad" userId="5d71821f-e4ec-49c0-a52f-549698ea3c81" providerId="ADAL" clId="{F36B1CCA-6ECB-455C-8F88-F7D1FDADB3DB}" dt="2023-11-17T09:41:05.197" v="6038" actId="14100"/>
        <pc:sldMkLst>
          <pc:docMk/>
          <pc:sldMk cId="3607374767" sldId="339"/>
        </pc:sldMkLst>
      </pc:sldChg>
      <pc:sldChg chg="modSp mod modClrScheme chgLayout">
        <pc:chgData name="Said Achmad" userId="5d71821f-e4ec-49c0-a52f-549698ea3c81" providerId="ADAL" clId="{F36B1CCA-6ECB-455C-8F88-F7D1FDADB3DB}" dt="2023-11-21T09:21:50.888" v="7178" actId="700"/>
        <pc:sldMkLst>
          <pc:docMk/>
          <pc:sldMk cId="1205953113" sldId="340"/>
        </pc:sldMkLst>
      </pc:sldChg>
      <pc:sldChg chg="modSp mod ord modClrScheme chgLayout">
        <pc:chgData name="Said Achmad" userId="5d71821f-e4ec-49c0-a52f-549698ea3c81" providerId="ADAL" clId="{F36B1CCA-6ECB-455C-8F88-F7D1FDADB3DB}" dt="2023-11-21T09:21:56.968" v="7179" actId="700"/>
        <pc:sldMkLst>
          <pc:docMk/>
          <pc:sldMk cId="1543195854" sldId="346"/>
        </pc:sldMkLst>
      </pc:sldChg>
      <pc:sldChg chg="ord">
        <pc:chgData name="Said Achmad" userId="5d71821f-e4ec-49c0-a52f-549698ea3c81" providerId="ADAL" clId="{F36B1CCA-6ECB-455C-8F88-F7D1FDADB3DB}" dt="2023-11-21T09:21:42.216" v="7177"/>
        <pc:sldMkLst>
          <pc:docMk/>
          <pc:sldMk cId="3755900176" sldId="349"/>
        </pc:sldMkLst>
      </pc:sldChg>
      <pc:sldChg chg="modSp mod ord">
        <pc:chgData name="Said Achmad" userId="5d71821f-e4ec-49c0-a52f-549698ea3c81" providerId="ADAL" clId="{F36B1CCA-6ECB-455C-8F88-F7D1FDADB3DB}" dt="2023-11-21T09:21:42.216" v="7177"/>
        <pc:sldMkLst>
          <pc:docMk/>
          <pc:sldMk cId="217369932" sldId="350"/>
        </pc:sldMkLst>
      </pc:sldChg>
      <pc:sldChg chg="del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1770608999" sldId="351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2936184470" sldId="352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668783331" sldId="353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370634154" sldId="354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842731939" sldId="355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792014566" sldId="356"/>
        </pc:sldMkLst>
      </pc:sldChg>
      <pc:sldChg chg="add del ord">
        <pc:chgData name="Said Achmad" userId="5d71821f-e4ec-49c0-a52f-549698ea3c81" providerId="ADAL" clId="{F36B1CCA-6ECB-455C-8F88-F7D1FDADB3DB}" dt="2023-11-21T08:59:55.502" v="6906" actId="47"/>
        <pc:sldMkLst>
          <pc:docMk/>
          <pc:sldMk cId="3053350748" sldId="357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657757739" sldId="358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2262753512" sldId="359"/>
        </pc:sldMkLst>
      </pc:sldChg>
      <pc:sldChg chg="modSp add mod">
        <pc:chgData name="Said Achmad" userId="5d71821f-e4ec-49c0-a52f-549698ea3c81" providerId="ADAL" clId="{F36B1CCA-6ECB-455C-8F88-F7D1FDADB3DB}" dt="2023-11-21T09:49:52.135" v="7482" actId="14100"/>
        <pc:sldMkLst>
          <pc:docMk/>
          <pc:sldMk cId="1596846066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6066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48514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83020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6601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068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1350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0855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47111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12</a:t>
            </a:r>
          </a:p>
          <a:p>
            <a:r>
              <a:rPr lang="en-US" dirty="0"/>
              <a:t>COMP6799001 – Database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Concurency</a:t>
            </a:r>
            <a:r>
              <a:rPr lang="en-US" dirty="0"/>
              <a:t> Control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D6667-Said Achmad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Learning Objective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4522264"/>
          </a:xfrm>
        </p:spPr>
        <p:txBody>
          <a:bodyPr>
            <a:normAutofit/>
          </a:bodyPr>
          <a:lstStyle/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2: Explain the concepts of relational algebra, data manipulation language, and transaction management on database</a:t>
            </a:r>
          </a:p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3: Apply to make database and manipulate data in databases</a:t>
            </a:r>
          </a:p>
          <a:p>
            <a:pPr marL="1530350" indent="-1530350">
              <a:buNone/>
            </a:pPr>
            <a:endParaRPr lang="en-US" sz="5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5160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Outline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2870300"/>
          </a:xfrm>
        </p:spPr>
        <p:txBody>
          <a:bodyPr>
            <a:noAutofit/>
          </a:bodyPr>
          <a:lstStyle/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Conflict Serializable Schedules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37248255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Serializable Schedules</a:t>
            </a:r>
          </a:p>
        </p:txBody>
      </p:sp>
    </p:spTree>
    <p:extLst>
      <p:ext uri="{BB962C8B-B14F-4D97-AF65-F5344CB8AC3E}">
        <p14:creationId xmlns:p14="http://schemas.microsoft.com/office/powerpoint/2010/main" val="36302888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Two schedules are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conflict equivalent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Involve the same actions of the same transactions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Every pair of conflicting actions is ordered the same way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Schedule S is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conflict serializable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S is conflict equivalent to some serial schedule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Conflict Serializable Schedules</a:t>
            </a:r>
          </a:p>
        </p:txBody>
      </p:sp>
    </p:spTree>
    <p:extLst>
      <p:ext uri="{BB962C8B-B14F-4D97-AF65-F5344CB8AC3E}">
        <p14:creationId xmlns:p14="http://schemas.microsoft.com/office/powerpoint/2010/main" val="19157629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9"/>
            <a:ext cx="20653704" cy="1353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 schedule that is not conflict serializable: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200" dirty="0">
                <a:latin typeface="Open Sans" panose="020B0606030504020204" pitchFamily="34" charset="0"/>
              </a:rPr>
              <a:t>Example </a:t>
            </a:r>
            <a:endParaRPr lang="en-ID" sz="40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0C118E9-1359-9C41-31E3-0CFE0A4BCFD0}"/>
              </a:ext>
            </a:extLst>
          </p:cNvPr>
          <p:cNvSpPr txBox="1">
            <a:spLocks/>
          </p:cNvSpPr>
          <p:nvPr/>
        </p:nvSpPr>
        <p:spPr>
          <a:xfrm>
            <a:off x="1865148" y="4102610"/>
            <a:ext cx="15398724" cy="1353312"/>
          </a:xfrm>
          <a:prstGeom prst="rect">
            <a:avLst/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Book Antiqua" panose="02040602050305030304" pitchFamily="18" charset="0"/>
              </a:rPr>
              <a:t>T1:	 R(A), W(A),   		     	       R(B), W(B)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Book Antiqua" panose="02040602050305030304" pitchFamily="18" charset="0"/>
              </a:rPr>
              <a:t>T2:	   		R(A), W(A), R(B), W(B)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898A687-1A13-EBBE-6B8F-B19294BB732F}"/>
              </a:ext>
            </a:extLst>
          </p:cNvPr>
          <p:cNvSpPr txBox="1">
            <a:spLocks/>
          </p:cNvSpPr>
          <p:nvPr/>
        </p:nvSpPr>
        <p:spPr>
          <a:xfrm>
            <a:off x="1927655" y="10417954"/>
            <a:ext cx="21334681" cy="1850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cycle in the graph reveals the problem. The output of T1 depends on T2, and vice-versa.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DB00E3-2C60-ED3F-2699-12BB43790CA1}"/>
              </a:ext>
            </a:extLst>
          </p:cNvPr>
          <p:cNvGrpSpPr/>
          <p:nvPr/>
        </p:nvGrpSpPr>
        <p:grpSpPr>
          <a:xfrm>
            <a:off x="2497138" y="6255707"/>
            <a:ext cx="10231310" cy="3549595"/>
            <a:chOff x="1544638" y="3733800"/>
            <a:chExt cx="3568700" cy="1192780"/>
          </a:xfrm>
        </p:grpSpPr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955AAD2E-9D52-BF9F-4FA3-2B39C7466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88" y="4510088"/>
              <a:ext cx="2362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 sz="8000">
                <a:solidFill>
                  <a:srgbClr val="000000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75D557B-F51B-6CF7-4A41-A0D4BFFC4066}"/>
                </a:ext>
              </a:extLst>
            </p:cNvPr>
            <p:cNvGrpSpPr/>
            <p:nvPr/>
          </p:nvGrpSpPr>
          <p:grpSpPr>
            <a:xfrm>
              <a:off x="1544638" y="3733800"/>
              <a:ext cx="3568700" cy="1192780"/>
              <a:chOff x="1544638" y="3733800"/>
              <a:chExt cx="3568700" cy="1192780"/>
            </a:xfrm>
          </p:grpSpPr>
          <p:sp>
            <p:nvSpPr>
              <p:cNvPr id="24" name="Oval 5">
                <a:extLst>
                  <a:ext uri="{FF2B5EF4-FFF2-40B4-BE49-F238E27FC236}">
                    <a16:creationId xmlns:a16="http://schemas.microsoft.com/office/drawing/2014/main" id="{38389C19-6F57-7083-06AF-662A3F446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4638" y="3983038"/>
                <a:ext cx="673100" cy="673100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Oval 6">
                <a:extLst>
                  <a:ext uri="{FF2B5EF4-FFF2-40B4-BE49-F238E27FC236}">
                    <a16:creationId xmlns:a16="http://schemas.microsoft.com/office/drawing/2014/main" id="{998010B8-60E8-B422-8262-6DA970CE9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0238" y="3983038"/>
                <a:ext cx="673100" cy="673100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1D5B5B89-08FF-3B06-64CE-E8066351C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158" y="4114800"/>
                <a:ext cx="314791" cy="278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T1</a:t>
                </a:r>
              </a:p>
            </p:txBody>
          </p:sp>
          <p:sp>
            <p:nvSpPr>
              <p:cNvPr id="27" name="Rectangle 8">
                <a:extLst>
                  <a:ext uri="{FF2B5EF4-FFF2-40B4-BE49-F238E27FC236}">
                    <a16:creationId xmlns:a16="http://schemas.microsoft.com/office/drawing/2014/main" id="{A9FCAC9E-2D08-9A9A-6D12-C3288BE36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8755" y="4114800"/>
                <a:ext cx="314791" cy="278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T2</a:t>
                </a:r>
              </a:p>
            </p:txBody>
          </p:sp>
          <p:sp>
            <p:nvSpPr>
              <p:cNvPr id="28" name="Line 10">
                <a:extLst>
                  <a:ext uri="{FF2B5EF4-FFF2-40B4-BE49-F238E27FC236}">
                    <a16:creationId xmlns:a16="http://schemas.microsoft.com/office/drawing/2014/main" id="{2EED300A-6275-2366-5AED-F19C271BC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7888" y="4129088"/>
                <a:ext cx="23622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 sz="8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Line 11">
                <a:extLst>
                  <a:ext uri="{FF2B5EF4-FFF2-40B4-BE49-F238E27FC236}">
                    <a16:creationId xmlns:a16="http://schemas.microsoft.com/office/drawing/2014/main" id="{E29D75A0-7FD7-2A75-3303-B4E5DAA88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1488" y="4052888"/>
                <a:ext cx="228600" cy="76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 sz="800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Line 12">
                <a:extLst>
                  <a:ext uri="{FF2B5EF4-FFF2-40B4-BE49-F238E27FC236}">
                    <a16:creationId xmlns:a16="http://schemas.microsoft.com/office/drawing/2014/main" id="{263A189D-10E4-44F6-6494-E1085147D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1488" y="4129088"/>
                <a:ext cx="228600" cy="76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 sz="800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Line 13">
                <a:extLst>
                  <a:ext uri="{FF2B5EF4-FFF2-40B4-BE49-F238E27FC236}">
                    <a16:creationId xmlns:a16="http://schemas.microsoft.com/office/drawing/2014/main" id="{763A1570-55E9-8EA1-7761-0B852D495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7888" y="4510088"/>
                <a:ext cx="228600" cy="76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 sz="800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Line 14">
                <a:extLst>
                  <a:ext uri="{FF2B5EF4-FFF2-40B4-BE49-F238E27FC236}">
                    <a16:creationId xmlns:a16="http://schemas.microsoft.com/office/drawing/2014/main" id="{C76A5D5E-D54F-6B91-1E55-0D10A4F66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7888" y="4433888"/>
                <a:ext cx="228600" cy="76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 sz="800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Rectangle 15">
                <a:extLst>
                  <a:ext uri="{FF2B5EF4-FFF2-40B4-BE49-F238E27FC236}">
                    <a16:creationId xmlns:a16="http://schemas.microsoft.com/office/drawing/2014/main" id="{84279791-6587-BFB5-0377-BAA8C4C7E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9518" y="3733800"/>
                <a:ext cx="206879" cy="278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34" name="Rectangle 16">
                <a:extLst>
                  <a:ext uri="{FF2B5EF4-FFF2-40B4-BE49-F238E27FC236}">
                    <a16:creationId xmlns:a16="http://schemas.microsoft.com/office/drawing/2014/main" id="{644B7CBA-211B-54EE-CD38-C8BA1C1B0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4119" y="4648200"/>
                <a:ext cx="206879" cy="278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4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B</a:t>
                </a:r>
              </a:p>
            </p:txBody>
          </p:sp>
        </p:grpSp>
      </p:grpSp>
      <p:sp>
        <p:nvSpPr>
          <p:cNvPr id="35" name="Rectangle 17">
            <a:extLst>
              <a:ext uri="{FF2B5EF4-FFF2-40B4-BE49-F238E27FC236}">
                <a16:creationId xmlns:a16="http://schemas.microsoft.com/office/drawing/2014/main" id="{97DED466-3D0C-4D78-CB72-A9C84EBB0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3577" y="7547849"/>
            <a:ext cx="4954884" cy="766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i="1" dirty="0">
                <a:solidFill>
                  <a:srgbClr val="FF0000"/>
                </a:solidFill>
                <a:latin typeface="Arial" panose="020B0604020202020204" pitchFamily="34" charset="0"/>
              </a:rPr>
              <a:t>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129731824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27750100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i="1" u="sng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Dependency graph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 One node per Xact; edge from Ti to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if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reads/writes an object last written by Ti.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u="sng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Theorem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Schedule is conflict serializable if and only if its dependency graph is acyclic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5595145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865148" y="2670048"/>
            <a:ext cx="16080884" cy="10180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Concurrency control usually done via locking.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info maintained by a “lock manager”: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Stores (XID, RID, Mode) triples. </a:t>
            </a:r>
          </a:p>
          <a:p>
            <a:pPr marL="2514600" lvl="2" indent="-685800"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This is a simplistic view; suffices for now.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Mode Î {S,X}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compatibility table:</a:t>
            </a:r>
          </a:p>
          <a:p>
            <a:pPr marL="68580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a Xact can’t get a lock, it is suspended on a wait queue.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Locking: A Technique for C. C.</a:t>
            </a:r>
            <a:endParaRPr lang="en-ID" sz="4000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E1CBF559-68BE-B010-A941-1D4B58CBF769}"/>
              </a:ext>
            </a:extLst>
          </p:cNvPr>
          <p:cNvGrpSpPr>
            <a:grpSpLocks/>
          </p:cNvGrpSpPr>
          <p:nvPr/>
        </p:nvGrpSpPr>
        <p:grpSpPr bwMode="auto">
          <a:xfrm>
            <a:off x="17623104" y="7463361"/>
            <a:ext cx="5992114" cy="5527964"/>
            <a:chOff x="3892" y="2438"/>
            <a:chExt cx="1336" cy="1350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41E8303F-D8B5-7ED0-3BB7-BA4ABFF7E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2" y="2452"/>
              <a:ext cx="1336" cy="1336"/>
              <a:chOff x="3892" y="2452"/>
              <a:chExt cx="1336" cy="1336"/>
            </a:xfrm>
          </p:grpSpPr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29B6EE05-4FD2-0A85-D89F-7ECEF10B3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452"/>
                <a:ext cx="1336" cy="1336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B5F4EAF6-6E16-4273-478E-9715C265A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452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E6B4768D-E4E6-A984-1C35-ED8675AC1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788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Rectangle 9">
                <a:extLst>
                  <a:ext uri="{FF2B5EF4-FFF2-40B4-BE49-F238E27FC236}">
                    <a16:creationId xmlns:a16="http://schemas.microsoft.com/office/drawing/2014/main" id="{0335855C-E6E4-F1E1-987C-C9804BBBB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3124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2DB66E4D-2ACA-41FA-D11B-E0B250EAF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3460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6CF9BE51-B87F-3168-77BB-F5B350A3A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2452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4C1943FF-1A77-AAC1-FCE4-B27B23E78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2788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65FD351D-8285-3C92-F130-0D504F637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3124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CBB13200-59CB-768E-EA7B-65DA68281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3460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15">
                <a:extLst>
                  <a:ext uri="{FF2B5EF4-FFF2-40B4-BE49-F238E27FC236}">
                    <a16:creationId xmlns:a16="http://schemas.microsoft.com/office/drawing/2014/main" id="{EE3B22E8-9505-E1B6-2C18-CEDA02297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" y="2452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16">
                <a:extLst>
                  <a:ext uri="{FF2B5EF4-FFF2-40B4-BE49-F238E27FC236}">
                    <a16:creationId xmlns:a16="http://schemas.microsoft.com/office/drawing/2014/main" id="{D8858A19-6738-A12C-8CB8-39EE4E831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" y="2788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17">
                <a:extLst>
                  <a:ext uri="{FF2B5EF4-FFF2-40B4-BE49-F238E27FC236}">
                    <a16:creationId xmlns:a16="http://schemas.microsoft.com/office/drawing/2014/main" id="{89271BEA-39ED-6294-8D5F-B393A9986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" y="3124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Rectangle 18">
                <a:extLst>
                  <a:ext uri="{FF2B5EF4-FFF2-40B4-BE49-F238E27FC236}">
                    <a16:creationId xmlns:a16="http://schemas.microsoft.com/office/drawing/2014/main" id="{A6CEF59C-6CD4-F67B-83DD-AB9C43011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" y="3460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1" name="Rectangle 19">
                <a:extLst>
                  <a:ext uri="{FF2B5EF4-FFF2-40B4-BE49-F238E27FC236}">
                    <a16:creationId xmlns:a16="http://schemas.microsoft.com/office/drawing/2014/main" id="{4CF76253-2C87-30BF-743D-104AB2A34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0" y="2452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Rectangle 20">
                <a:extLst>
                  <a:ext uri="{FF2B5EF4-FFF2-40B4-BE49-F238E27FC236}">
                    <a16:creationId xmlns:a16="http://schemas.microsoft.com/office/drawing/2014/main" id="{544A776C-3CF4-2130-AC25-74A7522DE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0" y="2788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Rectangle 21">
                <a:extLst>
                  <a:ext uri="{FF2B5EF4-FFF2-40B4-BE49-F238E27FC236}">
                    <a16:creationId xmlns:a16="http://schemas.microsoft.com/office/drawing/2014/main" id="{FBB321AD-8D00-C7D5-4B29-C9F874DA5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0" y="3124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Rectangle 22">
                <a:extLst>
                  <a:ext uri="{FF2B5EF4-FFF2-40B4-BE49-F238E27FC236}">
                    <a16:creationId xmlns:a16="http://schemas.microsoft.com/office/drawing/2014/main" id="{E2934ACD-24AC-41CE-D0F7-A7F96D206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0" y="3460"/>
                <a:ext cx="328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33DCB224-BA9F-3FA8-DC1F-F8667772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439"/>
              <a:ext cx="14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latin typeface="Book Antiqua" panose="02040602050305030304" pitchFamily="18" charset="0"/>
                </a:rPr>
                <a:t>--</a:t>
              </a:r>
            </a:p>
          </p:txBody>
        </p:sp>
        <p:sp>
          <p:nvSpPr>
            <p:cNvPr id="6" name="Rectangle 24">
              <a:extLst>
                <a:ext uri="{FF2B5EF4-FFF2-40B4-BE49-F238E27FC236}">
                  <a16:creationId xmlns:a16="http://schemas.microsoft.com/office/drawing/2014/main" id="{4DFDC7EA-C18B-B6C7-D21C-5FEC96376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" y="2438"/>
              <a:ext cx="12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E7A8A8B0-43F1-C87E-9062-44B7601A9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438"/>
              <a:ext cx="14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latin typeface="Book Antiqua" panose="02040602050305030304" pitchFamily="18" charset="0"/>
                </a:rPr>
                <a:t>X</a:t>
              </a:r>
            </a:p>
          </p:txBody>
        </p:sp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1B744FCA-D3E7-AD37-B7B7-10D026C38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" y="2823"/>
              <a:ext cx="14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latin typeface="Book Antiqua" panose="02040602050305030304" pitchFamily="18" charset="0"/>
                </a:rPr>
                <a:t>--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03790971-B772-D318-87AD-ED9DA6299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2" y="3158"/>
              <a:ext cx="12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88B1FBDD-CB42-6CAF-E1EE-F8F0B5918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" y="3494"/>
              <a:ext cx="14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latin typeface="Book Antiqua" panose="02040602050305030304" pitchFamily="18" charset="0"/>
                </a:rPr>
                <a:t>X</a:t>
              </a:r>
            </a:p>
          </p:txBody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34FC1A16-29BD-8FC9-2CFD-8CADE6803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822"/>
              <a:ext cx="126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AA1B19B1-379F-6255-A672-5B0AE6800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3158"/>
              <a:ext cx="126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9691030A-E694-627F-8DDB-0F9F6B813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3494"/>
              <a:ext cx="126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15" name="Rectangle 32">
              <a:extLst>
                <a:ext uri="{FF2B5EF4-FFF2-40B4-BE49-F238E27FC236}">
                  <a16:creationId xmlns:a16="http://schemas.microsoft.com/office/drawing/2014/main" id="{3F192E6F-DB18-8479-49AD-912EE6FFF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822"/>
              <a:ext cx="126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16" name="Rectangle 33">
              <a:extLst>
                <a:ext uri="{FF2B5EF4-FFF2-40B4-BE49-F238E27FC236}">
                  <a16:creationId xmlns:a16="http://schemas.microsoft.com/office/drawing/2014/main" id="{D6E01241-C416-BFB0-5B07-54FB5F296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2" y="2822"/>
              <a:ext cx="126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17" name="Rectangle 34">
              <a:extLst>
                <a:ext uri="{FF2B5EF4-FFF2-40B4-BE49-F238E27FC236}">
                  <a16:creationId xmlns:a16="http://schemas.microsoft.com/office/drawing/2014/main" id="{2996FCC2-87BD-35AA-EB74-11D9C5C4F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3158"/>
              <a:ext cx="126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13648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9"/>
            <a:ext cx="20653704" cy="1353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u="sng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2PL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T wants to read an object, first obtains an S lock.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T wants to modify an object, first obtains X lock.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T releases any lock, it can acquire no new locks!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Locks are automatically obtained by DBMS.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Guarantees serializability!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Why?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Two-Phase Locking (2PL)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FDBB61-6704-B720-4D27-C70B41C8122B}"/>
              </a:ext>
            </a:extLst>
          </p:cNvPr>
          <p:cNvGrpSpPr/>
          <p:nvPr/>
        </p:nvGrpSpPr>
        <p:grpSpPr>
          <a:xfrm>
            <a:off x="10429178" y="8101585"/>
            <a:ext cx="13245737" cy="5141544"/>
            <a:chOff x="2916241" y="3886200"/>
            <a:chExt cx="4879979" cy="2070108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8225084-AD99-84C4-EDBB-1860644690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1323" y="4579944"/>
              <a:ext cx="1757366" cy="1376364"/>
              <a:chOff x="3324" y="3331"/>
              <a:chExt cx="1107" cy="867"/>
            </a:xfrm>
          </p:grpSpPr>
          <p:sp>
            <p:nvSpPr>
              <p:cNvPr id="20" name="Rectangle 7">
                <a:extLst>
                  <a:ext uri="{FF2B5EF4-FFF2-40B4-BE49-F238E27FC236}">
                    <a16:creationId xmlns:a16="http://schemas.microsoft.com/office/drawing/2014/main" id="{C15AD823-235A-82BC-5558-3070A90C6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1" y="4003"/>
                <a:ext cx="340" cy="1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Time</a:t>
                </a:r>
              </a:p>
            </p:txBody>
          </p:sp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01684FF7-2015-23C0-91F3-FDADCE6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4" y="3331"/>
                <a:ext cx="339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# of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locks</a:t>
                </a:r>
              </a:p>
            </p:txBody>
          </p:sp>
        </p:grp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D08C49BD-9976-808B-151D-F247D8E68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4400" y="3886200"/>
              <a:ext cx="2363788" cy="1830388"/>
              <a:chOff x="3744" y="2832"/>
              <a:chExt cx="1489" cy="1153"/>
            </a:xfrm>
          </p:grpSpPr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7F488952-9E13-EE06-79D5-54626A8F3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024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AA27C2C4-312B-3DFF-9463-CACDD7950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984"/>
                <a:ext cx="148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C4EA58A3-D594-4B6C-73CE-FAC9D0F43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3024"/>
                <a:ext cx="1489" cy="961"/>
              </a:xfrm>
              <a:custGeom>
                <a:avLst/>
                <a:gdLst>
                  <a:gd name="T0" fmla="*/ 0 w 1489"/>
                  <a:gd name="T1" fmla="*/ 960 h 961"/>
                  <a:gd name="T2" fmla="*/ 165 w 1489"/>
                  <a:gd name="T3" fmla="*/ 640 h 961"/>
                  <a:gd name="T4" fmla="*/ 413 w 1489"/>
                  <a:gd name="T5" fmla="*/ 400 h 961"/>
                  <a:gd name="T6" fmla="*/ 578 w 1489"/>
                  <a:gd name="T7" fmla="*/ 80 h 961"/>
                  <a:gd name="T8" fmla="*/ 826 w 1489"/>
                  <a:gd name="T9" fmla="*/ 0 h 961"/>
                  <a:gd name="T10" fmla="*/ 909 w 1489"/>
                  <a:gd name="T11" fmla="*/ 80 h 961"/>
                  <a:gd name="T12" fmla="*/ 1074 w 1489"/>
                  <a:gd name="T13" fmla="*/ 400 h 961"/>
                  <a:gd name="T14" fmla="*/ 1157 w 1489"/>
                  <a:gd name="T15" fmla="*/ 720 h 961"/>
                  <a:gd name="T16" fmla="*/ 1179 w 1489"/>
                  <a:gd name="T17" fmla="*/ 720 h 961"/>
                  <a:gd name="T18" fmla="*/ 1198 w 1489"/>
                  <a:gd name="T19" fmla="*/ 720 h 961"/>
                  <a:gd name="T20" fmla="*/ 1405 w 1489"/>
                  <a:gd name="T21" fmla="*/ 880 h 961"/>
                  <a:gd name="T22" fmla="*/ 1488 w 1489"/>
                  <a:gd name="T23" fmla="*/ 960 h 96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89" h="961">
                    <a:moveTo>
                      <a:pt x="0" y="960"/>
                    </a:moveTo>
                    <a:lnTo>
                      <a:pt x="165" y="640"/>
                    </a:lnTo>
                    <a:lnTo>
                      <a:pt x="413" y="400"/>
                    </a:lnTo>
                    <a:lnTo>
                      <a:pt x="578" y="80"/>
                    </a:lnTo>
                    <a:lnTo>
                      <a:pt x="826" y="0"/>
                    </a:lnTo>
                    <a:lnTo>
                      <a:pt x="909" y="80"/>
                    </a:lnTo>
                    <a:lnTo>
                      <a:pt x="1074" y="400"/>
                    </a:lnTo>
                    <a:lnTo>
                      <a:pt x="1157" y="720"/>
                    </a:lnTo>
                    <a:lnTo>
                      <a:pt x="1179" y="720"/>
                    </a:lnTo>
                    <a:lnTo>
                      <a:pt x="1198" y="720"/>
                    </a:lnTo>
                    <a:lnTo>
                      <a:pt x="1405" y="880"/>
                    </a:lnTo>
                    <a:lnTo>
                      <a:pt x="1488" y="960"/>
                    </a:lnTo>
                  </a:path>
                </a:pathLst>
              </a:custGeom>
              <a:noFill/>
              <a:ln w="12700" cap="rnd" cmpd="sng">
                <a:solidFill>
                  <a:schemeClr val="folHlink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  <p:sp>
            <p:nvSpPr>
              <p:cNvPr id="19" name="Line 13">
                <a:extLst>
                  <a:ext uri="{FF2B5EF4-FFF2-40B4-BE49-F238E27FC236}">
                    <a16:creationId xmlns:a16="http://schemas.microsoft.com/office/drawing/2014/main" id="{BF959CD8-B008-DE76-63E2-594B3FDC8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5" y="2832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FD3E3D1D-84BA-44E2-3BA8-C00957A9F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6241" y="3992566"/>
              <a:ext cx="4879979" cy="1922464"/>
              <a:chOff x="2605" y="2899"/>
              <a:chExt cx="3074" cy="1211"/>
            </a:xfrm>
          </p:grpSpPr>
          <p:sp>
            <p:nvSpPr>
              <p:cNvPr id="9" name="Freeform 15">
                <a:extLst>
                  <a:ext uri="{FF2B5EF4-FFF2-40B4-BE49-F238E27FC236}">
                    <a16:creationId xmlns:a16="http://schemas.microsoft.com/office/drawing/2014/main" id="{DF11AE8B-700D-7277-192C-6EF71B6EB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0" y="3099"/>
                <a:ext cx="324" cy="429"/>
              </a:xfrm>
              <a:custGeom>
                <a:avLst/>
                <a:gdLst>
                  <a:gd name="T0" fmla="*/ 323 w 324"/>
                  <a:gd name="T1" fmla="*/ 0 h 429"/>
                  <a:gd name="T2" fmla="*/ 78 w 324"/>
                  <a:gd name="T3" fmla="*/ 219 h 429"/>
                  <a:gd name="T4" fmla="*/ 104 w 324"/>
                  <a:gd name="T5" fmla="*/ 219 h 429"/>
                  <a:gd name="T6" fmla="*/ 125 w 324"/>
                  <a:gd name="T7" fmla="*/ 219 h 429"/>
                  <a:gd name="T8" fmla="*/ 141 w 324"/>
                  <a:gd name="T9" fmla="*/ 219 h 429"/>
                  <a:gd name="T10" fmla="*/ 203 w 324"/>
                  <a:gd name="T11" fmla="*/ 245 h 429"/>
                  <a:gd name="T12" fmla="*/ 193 w 324"/>
                  <a:gd name="T13" fmla="*/ 256 h 429"/>
                  <a:gd name="T14" fmla="*/ 0 w 324"/>
                  <a:gd name="T15" fmla="*/ 428 h 4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24" h="429">
                    <a:moveTo>
                      <a:pt x="323" y="0"/>
                    </a:moveTo>
                    <a:lnTo>
                      <a:pt x="78" y="219"/>
                    </a:lnTo>
                    <a:lnTo>
                      <a:pt x="104" y="219"/>
                    </a:lnTo>
                    <a:lnTo>
                      <a:pt x="125" y="219"/>
                    </a:lnTo>
                    <a:lnTo>
                      <a:pt x="141" y="219"/>
                    </a:lnTo>
                    <a:lnTo>
                      <a:pt x="203" y="245"/>
                    </a:lnTo>
                    <a:lnTo>
                      <a:pt x="193" y="256"/>
                    </a:lnTo>
                    <a:lnTo>
                      <a:pt x="0" y="428"/>
                    </a:lnTo>
                  </a:path>
                </a:pathLst>
              </a:custGeom>
              <a:noFill/>
              <a:ln w="12700" cap="rnd" cmpd="sng">
                <a:solidFill>
                  <a:srgbClr val="3333FF"/>
                </a:solidFill>
                <a:prstDash val="solid"/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  <p:sp>
            <p:nvSpPr>
              <p:cNvPr id="11" name="Rectangle 16">
                <a:extLst>
                  <a:ext uri="{FF2B5EF4-FFF2-40B4-BE49-F238E27FC236}">
                    <a16:creationId xmlns:a16="http://schemas.microsoft.com/office/drawing/2014/main" id="{5E1D0AE1-8F37-BC10-ACFC-3D2B78CC6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2899"/>
                <a:ext cx="595" cy="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 b="1" dirty="0">
                    <a:solidFill>
                      <a:srgbClr val="FF0000"/>
                    </a:solidFill>
                    <a:latin typeface="Book Antiqua" panose="02040602050305030304" pitchFamily="18" charset="0"/>
                  </a:rPr>
                  <a:t>lock point</a:t>
                </a:r>
              </a:p>
            </p:txBody>
          </p:sp>
          <p:sp>
            <p:nvSpPr>
              <p:cNvPr id="12" name="Freeform 17">
                <a:extLst>
                  <a:ext uri="{FF2B5EF4-FFF2-40B4-BE49-F238E27FC236}">
                    <a16:creationId xmlns:a16="http://schemas.microsoft.com/office/drawing/2014/main" id="{70355801-AA08-6076-2167-F4795B207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7" y="3605"/>
                <a:ext cx="648" cy="345"/>
              </a:xfrm>
              <a:custGeom>
                <a:avLst/>
                <a:gdLst>
                  <a:gd name="T0" fmla="*/ 0 w 648"/>
                  <a:gd name="T1" fmla="*/ 344 h 345"/>
                  <a:gd name="T2" fmla="*/ 346 w 648"/>
                  <a:gd name="T3" fmla="*/ 157 h 345"/>
                  <a:gd name="T4" fmla="*/ 291 w 648"/>
                  <a:gd name="T5" fmla="*/ 311 h 345"/>
                  <a:gd name="T6" fmla="*/ 301 w 648"/>
                  <a:gd name="T7" fmla="*/ 306 h 345"/>
                  <a:gd name="T8" fmla="*/ 314 w 648"/>
                  <a:gd name="T9" fmla="*/ 283 h 345"/>
                  <a:gd name="T10" fmla="*/ 647 w 648"/>
                  <a:gd name="T11" fmla="*/ 0 h 3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8" h="345">
                    <a:moveTo>
                      <a:pt x="0" y="344"/>
                    </a:moveTo>
                    <a:lnTo>
                      <a:pt x="346" y="157"/>
                    </a:lnTo>
                    <a:lnTo>
                      <a:pt x="291" y="311"/>
                    </a:lnTo>
                    <a:lnTo>
                      <a:pt x="301" y="306"/>
                    </a:lnTo>
                    <a:lnTo>
                      <a:pt x="314" y="283"/>
                    </a:lnTo>
                    <a:lnTo>
                      <a:pt x="647" y="0"/>
                    </a:lnTo>
                  </a:path>
                </a:pathLst>
              </a:custGeom>
              <a:noFill/>
              <a:ln w="12700" cap="rnd" cmpd="sng">
                <a:solidFill>
                  <a:srgbClr val="3333FF"/>
                </a:solidFill>
                <a:prstDash val="solid"/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  <p:sp>
            <p:nvSpPr>
              <p:cNvPr id="13" name="Rectangle 18">
                <a:extLst>
                  <a:ext uri="{FF2B5EF4-FFF2-40B4-BE49-F238E27FC236}">
                    <a16:creationId xmlns:a16="http://schemas.microsoft.com/office/drawing/2014/main" id="{FCEC67C4-84BF-F8A8-C1E1-B4C040A3A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5" y="3930"/>
                <a:ext cx="828" cy="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growing phase</a:t>
                </a:r>
              </a:p>
            </p:txBody>
          </p:sp>
          <p:sp>
            <p:nvSpPr>
              <p:cNvPr id="14" name="Rectangle 19">
                <a:extLst>
                  <a:ext uri="{FF2B5EF4-FFF2-40B4-BE49-F238E27FC236}">
                    <a16:creationId xmlns:a16="http://schemas.microsoft.com/office/drawing/2014/main" id="{92E9347B-E9C2-7A68-5727-D9F87E4C1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3585"/>
                <a:ext cx="559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shrinking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       phase</a:t>
                </a:r>
              </a:p>
            </p:txBody>
          </p:sp>
          <p:sp>
            <p:nvSpPr>
              <p:cNvPr id="15" name="Freeform 20">
                <a:extLst>
                  <a:ext uri="{FF2B5EF4-FFF2-40B4-BE49-F238E27FC236}">
                    <a16:creationId xmlns:a16="http://schemas.microsoft.com/office/drawing/2014/main" id="{A2071A95-5CA6-FCC8-5E45-EF83195A9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4" y="3538"/>
                <a:ext cx="299" cy="178"/>
              </a:xfrm>
              <a:custGeom>
                <a:avLst/>
                <a:gdLst>
                  <a:gd name="T0" fmla="*/ 298 w 299"/>
                  <a:gd name="T1" fmla="*/ 67 h 178"/>
                  <a:gd name="T2" fmla="*/ 240 w 299"/>
                  <a:gd name="T3" fmla="*/ 0 h 178"/>
                  <a:gd name="T4" fmla="*/ 126 w 299"/>
                  <a:gd name="T5" fmla="*/ 10 h 178"/>
                  <a:gd name="T6" fmla="*/ 6 w 299"/>
                  <a:gd name="T7" fmla="*/ 52 h 178"/>
                  <a:gd name="T8" fmla="*/ 110 w 299"/>
                  <a:gd name="T9" fmla="*/ 78 h 178"/>
                  <a:gd name="T10" fmla="*/ 0 w 299"/>
                  <a:gd name="T11" fmla="*/ 177 h 1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99" h="178">
                    <a:moveTo>
                      <a:pt x="298" y="67"/>
                    </a:moveTo>
                    <a:lnTo>
                      <a:pt x="240" y="0"/>
                    </a:lnTo>
                    <a:lnTo>
                      <a:pt x="126" y="10"/>
                    </a:lnTo>
                    <a:lnTo>
                      <a:pt x="6" y="52"/>
                    </a:lnTo>
                    <a:lnTo>
                      <a:pt x="110" y="78"/>
                    </a:lnTo>
                    <a:lnTo>
                      <a:pt x="0" y="177"/>
                    </a:lnTo>
                  </a:path>
                </a:pathLst>
              </a:custGeom>
              <a:noFill/>
              <a:ln w="12700" cap="rnd" cmpd="sng">
                <a:solidFill>
                  <a:srgbClr val="3333FF"/>
                </a:solidFill>
                <a:prstDash val="solid"/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717057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14715569" cy="10180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u="sng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Strict 2PL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If T wants to read an object, first obtains an S lock.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If T wants to modify an object, first obtains X lock.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Hold all locks until end of transaction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Guarantees serializability, and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recoverable schedule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, too!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also avoids WW problems!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Strict 2PL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015917-92FB-E6F0-9DB1-EA77AF5ED77C}"/>
              </a:ext>
            </a:extLst>
          </p:cNvPr>
          <p:cNvGrpSpPr/>
          <p:nvPr/>
        </p:nvGrpSpPr>
        <p:grpSpPr>
          <a:xfrm>
            <a:off x="15249139" y="6803139"/>
            <a:ext cx="8452107" cy="6818545"/>
            <a:chOff x="3892557" y="3738563"/>
            <a:chExt cx="2965443" cy="2074869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F09D0FD9-77A0-AF60-862F-0DE76A8D4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4043363"/>
              <a:ext cx="0" cy="15240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440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B2B78F6-499E-FAE5-D46B-1207B9C9BA97}"/>
                </a:ext>
              </a:extLst>
            </p:cNvPr>
            <p:cNvGrpSpPr/>
            <p:nvPr/>
          </p:nvGrpSpPr>
          <p:grpSpPr>
            <a:xfrm>
              <a:off x="3892557" y="3738563"/>
              <a:ext cx="2965443" cy="2074869"/>
              <a:chOff x="3892557" y="3738563"/>
              <a:chExt cx="2965443" cy="2074869"/>
            </a:xfrm>
          </p:grpSpPr>
          <p:sp>
            <p:nvSpPr>
              <p:cNvPr id="14" name="Line 7">
                <a:extLst>
                  <a:ext uri="{FF2B5EF4-FFF2-40B4-BE49-F238E27FC236}">
                    <a16:creationId xmlns:a16="http://schemas.microsoft.com/office/drawing/2014/main" id="{22D5340F-F76E-27BE-5015-5DFC2CD19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5567363"/>
                <a:ext cx="2362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400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EDFE6D40-FF10-9B28-B3F6-D5D715B73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800" y="4038600"/>
                <a:ext cx="1314450" cy="1530350"/>
              </a:xfrm>
              <a:custGeom>
                <a:avLst/>
                <a:gdLst>
                  <a:gd name="T0" fmla="*/ 0 w 828"/>
                  <a:gd name="T1" fmla="*/ 2147483646 h 964"/>
                  <a:gd name="T2" fmla="*/ 2147483646 w 828"/>
                  <a:gd name="T3" fmla="*/ 2147483646 h 964"/>
                  <a:gd name="T4" fmla="*/ 2147483646 w 828"/>
                  <a:gd name="T5" fmla="*/ 2147483646 h 964"/>
                  <a:gd name="T6" fmla="*/ 2147483646 w 828"/>
                  <a:gd name="T7" fmla="*/ 2147483646 h 964"/>
                  <a:gd name="T8" fmla="*/ 2147483646 w 828"/>
                  <a:gd name="T9" fmla="*/ 0 h 964"/>
                  <a:gd name="T10" fmla="*/ 2147483646 w 828"/>
                  <a:gd name="T11" fmla="*/ 2147483646 h 964"/>
                  <a:gd name="T12" fmla="*/ 2147483646 w 828"/>
                  <a:gd name="T13" fmla="*/ 2147483646 h 964"/>
                  <a:gd name="T14" fmla="*/ 2147483646 w 828"/>
                  <a:gd name="T15" fmla="*/ 2147483646 h 964"/>
                  <a:gd name="T16" fmla="*/ 2147483646 w 828"/>
                  <a:gd name="T17" fmla="*/ 2147483646 h 964"/>
                  <a:gd name="T18" fmla="*/ 2147483646 w 828"/>
                  <a:gd name="T19" fmla="*/ 2147483646 h 964"/>
                  <a:gd name="T20" fmla="*/ 2147483646 w 828"/>
                  <a:gd name="T21" fmla="*/ 2147483646 h 964"/>
                  <a:gd name="T22" fmla="*/ 2147483646 w 828"/>
                  <a:gd name="T23" fmla="*/ 2147483646 h 96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28" h="964">
                    <a:moveTo>
                      <a:pt x="0" y="963"/>
                    </a:moveTo>
                    <a:lnTo>
                      <a:pt x="165" y="643"/>
                    </a:lnTo>
                    <a:lnTo>
                      <a:pt x="413" y="403"/>
                    </a:lnTo>
                    <a:lnTo>
                      <a:pt x="578" y="83"/>
                    </a:lnTo>
                    <a:lnTo>
                      <a:pt x="821" y="0"/>
                    </a:lnTo>
                    <a:lnTo>
                      <a:pt x="821" y="136"/>
                    </a:lnTo>
                    <a:lnTo>
                      <a:pt x="816" y="381"/>
                    </a:lnTo>
                    <a:lnTo>
                      <a:pt x="816" y="741"/>
                    </a:lnTo>
                    <a:lnTo>
                      <a:pt x="821" y="783"/>
                    </a:lnTo>
                    <a:lnTo>
                      <a:pt x="821" y="861"/>
                    </a:lnTo>
                    <a:lnTo>
                      <a:pt x="821" y="918"/>
                    </a:lnTo>
                    <a:lnTo>
                      <a:pt x="827" y="959"/>
                    </a:lnTo>
                  </a:path>
                </a:pathLst>
              </a:custGeom>
              <a:noFill/>
              <a:ln w="12700" cap="rnd" cmpd="sng">
                <a:solidFill>
                  <a:schemeClr val="folHlink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400"/>
              </a:p>
            </p:txBody>
          </p:sp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27AF89C3-B3E1-8EAB-B72E-79C30849F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91200" y="3738563"/>
                <a:ext cx="0" cy="182880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4400"/>
              </a:p>
            </p:txBody>
          </p:sp>
          <p:grpSp>
            <p:nvGrpSpPr>
              <p:cNvPr id="17" name="Group 10">
                <a:extLst>
                  <a:ext uri="{FF2B5EF4-FFF2-40B4-BE49-F238E27FC236}">
                    <a16:creationId xmlns:a16="http://schemas.microsoft.com/office/drawing/2014/main" id="{E523C343-F78F-7B1A-6718-46E9ABA2FF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92557" y="4816481"/>
                <a:ext cx="1660527" cy="996951"/>
                <a:chOff x="3364" y="3511"/>
                <a:chExt cx="1046" cy="628"/>
              </a:xfrm>
            </p:grpSpPr>
            <p:sp>
              <p:nvSpPr>
                <p:cNvPr id="18" name="Rectangle 11">
                  <a:extLst>
                    <a:ext uri="{FF2B5EF4-FFF2-40B4-BE49-F238E27FC236}">
                      <a16:creationId xmlns:a16="http://schemas.microsoft.com/office/drawing/2014/main" id="{B812848E-AFB5-FC53-6334-57D84C2F59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12" y="4003"/>
                  <a:ext cx="298" cy="1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4000">
                      <a:solidFill>
                        <a:schemeClr val="tx2"/>
                      </a:solidFill>
                      <a:latin typeface="Book Antiqua" panose="02040602050305030304" pitchFamily="18" charset="0"/>
                    </a:rPr>
                    <a:t>Time</a:t>
                  </a:r>
                </a:p>
              </p:txBody>
            </p:sp>
            <p:sp>
              <p:nvSpPr>
                <p:cNvPr id="19" name="Rectangle 12">
                  <a:extLst>
                    <a:ext uri="{FF2B5EF4-FFF2-40B4-BE49-F238E27FC236}">
                      <a16:creationId xmlns:a16="http://schemas.microsoft.com/office/drawing/2014/main" id="{A79AECAC-EE76-9722-4725-C24348D9A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4" y="3511"/>
                  <a:ext cx="298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Open Sans" panose="020B0606030504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4000" dirty="0">
                      <a:solidFill>
                        <a:schemeClr val="tx2"/>
                      </a:solidFill>
                      <a:latin typeface="Book Antiqua" panose="02040602050305030304" pitchFamily="18" charset="0"/>
                    </a:rPr>
                    <a:t># of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4000" dirty="0">
                      <a:solidFill>
                        <a:schemeClr val="tx2"/>
                      </a:solidFill>
                      <a:latin typeface="Book Antiqua" panose="02040602050305030304" pitchFamily="18" charset="0"/>
                    </a:rPr>
                    <a:t>locks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850107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9985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and unlock requests are handled by the lock manager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table entry: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Number of transactions currently holding a lock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Type of lock held (shared or exclusive)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Pointer to queue of lock requests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Locking and unlocking have to be atomic operations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upgrade: transaction that holds a shared lock can be upgraded to hold an exclusive lock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200" dirty="0">
                <a:latin typeface="Open Sans" panose="020B0606030504020204" pitchFamily="34" charset="0"/>
              </a:rPr>
              <a:t>Lock Management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2587313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1068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Question 1:  What are we locking?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Tuples, pages, or tables?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Finer granularity increases concurrency, but also increases locking overhead.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Question 2: How do you “lock” something??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Table:  A hash table of Lock Entries.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Lock Entry: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OID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Mode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List: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holding lock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List: Wait Queue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200" dirty="0">
                <a:latin typeface="Open Sans" panose="020B0606030504020204" pitchFamily="34" charset="0"/>
              </a:rPr>
              <a:t>Lock Manager Implementation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21742104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Handling a Lock Request</a:t>
            </a:r>
            <a:endParaRPr lang="en-ID" sz="4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8FCC12-FCE9-BB0C-F16F-CF7E08D642A6}"/>
              </a:ext>
            </a:extLst>
          </p:cNvPr>
          <p:cNvGrpSpPr/>
          <p:nvPr/>
        </p:nvGrpSpPr>
        <p:grpSpPr>
          <a:xfrm>
            <a:off x="3568063" y="2983952"/>
            <a:ext cx="17838554" cy="9292571"/>
            <a:chOff x="893879" y="1757068"/>
            <a:chExt cx="7655185" cy="4233064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F15DBB44-44E4-C331-D979-4FD4A3245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290" y="1757068"/>
              <a:ext cx="3188454" cy="32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Book Antiqua" panose="02040602050305030304" pitchFamily="18" charset="0"/>
                </a:rPr>
                <a:t>Lock Request (XID, OID, Mode)</a:t>
              </a: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FE51427-9D5C-71C8-2D0D-5C1FCE875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879" y="2951163"/>
              <a:ext cx="1900002" cy="32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>
                  <a:latin typeface="Book Antiqua" panose="02040602050305030304" pitchFamily="18" charset="0"/>
                </a:rPr>
                <a:t>Currently Locked?</a:t>
              </a: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5758C3E8-D72A-66CE-D65E-41EF04173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934" y="5667375"/>
              <a:ext cx="1173571" cy="32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>
                  <a:latin typeface="Book Antiqua" panose="02040602050305030304" pitchFamily="18" charset="0"/>
                </a:rPr>
                <a:t>Grant Lock</a:t>
              </a: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61222906-49BD-648D-C321-6CB8A8290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8410" y="2959100"/>
              <a:ext cx="2057533" cy="32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>
                  <a:latin typeface="Book Antiqua" panose="02040602050305030304" pitchFamily="18" charset="0"/>
                </a:rPr>
                <a:t>Empty Wait Queue?</a:t>
              </a: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79E5D474-68E8-CFB4-A8D5-B56C08DA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9098" y="4098068"/>
              <a:ext cx="2049966" cy="32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Book Antiqua" panose="02040602050305030304" pitchFamily="18" charset="0"/>
                </a:rPr>
                <a:t>Currently X-locked?</a:t>
              </a: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ECD07DB0-1536-3414-05F0-C5A06CDCE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2366963"/>
              <a:ext cx="1814513" cy="5715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783D62D-1319-E680-3735-B3CB06544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759" y="2373313"/>
              <a:ext cx="1406084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 dirty="0">
                  <a:solidFill>
                    <a:srgbClr val="FF0000"/>
                  </a:solidFill>
                  <a:latin typeface="Book Antiqua" panose="02040602050305030304" pitchFamily="18" charset="0"/>
                </a:rPr>
                <a:t>Mode==X</a:t>
              </a: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E65EAB5-D38B-D328-1F67-B59904732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013" y="2368550"/>
              <a:ext cx="1814512" cy="5715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0F0AA5DF-6DD5-164F-358D-1C95FBA9B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529" y="2359025"/>
              <a:ext cx="1364122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 dirty="0">
                  <a:solidFill>
                    <a:srgbClr val="FF0000"/>
                  </a:solidFill>
                  <a:latin typeface="Book Antiqua" panose="02040602050305030304" pitchFamily="18" charset="0"/>
                </a:rPr>
                <a:t>Mode==S</a:t>
              </a: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773D6743-1CBA-957A-8C64-EA75A8074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013" y="3389313"/>
              <a:ext cx="1701800" cy="238283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AD383DEB-C8C0-D45B-30E9-424CD8916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700" y="4630738"/>
              <a:ext cx="489103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chemeClr val="tx2"/>
                  </a:solidFill>
                  <a:latin typeface="Book Antiqua" panose="02040602050305030304" pitchFamily="18" charset="0"/>
                </a:rPr>
                <a:t>No</a:t>
              </a: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07354656-92B9-AF2F-BA5E-942E38887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913" y="3390900"/>
              <a:ext cx="1727200" cy="16351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01A3BE17-E129-E426-C6E2-DF8F1FFC3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725" y="3798888"/>
              <a:ext cx="546199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chemeClr val="tx2"/>
                  </a:solidFill>
                  <a:latin typeface="Book Antiqua" panose="02040602050305030304" pitchFamily="18" charset="0"/>
                </a:rPr>
                <a:t>Yes</a:t>
              </a: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9436C8ED-9F5C-34D6-DB7A-13FAE2B89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27550" y="3381375"/>
              <a:ext cx="1908175" cy="164465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E55DFE96-58E6-A874-BB82-93027E622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5350" y="3594100"/>
              <a:ext cx="489103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chemeClr val="tx2"/>
                  </a:solidFill>
                  <a:latin typeface="Book Antiqua" panose="02040602050305030304" pitchFamily="18" charset="0"/>
                </a:rPr>
                <a:t>No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9C7245F3-DD94-46C8-09D5-8B900DB2C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1625" y="3382963"/>
              <a:ext cx="968375" cy="57943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AF0F7C29-A843-DE4F-477E-22AE33B7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3363" y="3397702"/>
              <a:ext cx="546199" cy="4208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chemeClr val="tx2"/>
                  </a:solidFill>
                  <a:latin typeface="Book Antiqua" panose="02040602050305030304" pitchFamily="18" charset="0"/>
                </a:rPr>
                <a:t>Yes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66EC2F9A-1C54-9884-9784-B66F6CD5D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140" y="4991100"/>
              <a:ext cx="1424658" cy="32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>
                  <a:latin typeface="Book Antiqua" panose="02040602050305030304" pitchFamily="18" charset="0"/>
                </a:rPr>
                <a:t>Put on Queue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2A8C25E2-AECD-9F0E-64E9-4F640614D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4441825"/>
              <a:ext cx="2606675" cy="59213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DE66B83E-F028-0AAB-78E1-891FDAA79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8016" y="4314267"/>
              <a:ext cx="546199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>
                  <a:solidFill>
                    <a:schemeClr val="tx2"/>
                  </a:solidFill>
                  <a:latin typeface="Book Antiqua" panose="02040602050305030304" pitchFamily="18" charset="0"/>
                </a:rPr>
                <a:t>Yes</a:t>
              </a: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85B682A9-0D5D-5450-86AD-A8FE7104DD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3938" y="4443413"/>
              <a:ext cx="2724150" cy="135255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45F86F9E-5AD9-1048-C2EE-FA89615F3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5337" y="4999038"/>
              <a:ext cx="489103" cy="420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5400" dirty="0">
                  <a:solidFill>
                    <a:schemeClr val="tx2"/>
                  </a:solidFill>
                  <a:latin typeface="Book Antiqua" panose="02040602050305030304" pitchFamily="18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00039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9473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On lock release (OID, XID):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Update list of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holding lock.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Examine head of wait queue.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Xact there can run, add it to list of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holding lock (change mode as needed).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Repeat until head of wait queue cannot be run.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Note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 Lock request handled atomically!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via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latches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(i.e. semaphores/mutex; OS stuff).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More Lock Manager Logic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20338760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0653704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Think about this scenario: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T1 locks A in S mode, T2 requests X lock on A, T3 requests S lock on A.  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What should we do? 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In contrast: 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T1 locks A in S mode, T2 requests X lock on A, T1 requests X lock on A.  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What should we do? 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Allow such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upgrades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to supersede lock requests.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Consider this scenario:</a:t>
            </a:r>
          </a:p>
          <a:p>
            <a:pPr marL="2514600" lvl="2" indent="-685800">
              <a:spcBef>
                <a:spcPts val="2400"/>
              </a:spcBef>
              <a:buFont typeface="Courier New" panose="02070309020205020404" pitchFamily="49" charset="0"/>
              <a:buChar char="o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S1(A), X2(A), X1(A):	</a:t>
            </a:r>
            <a:r>
              <a:rPr lang="en-US" sz="5400" i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DEADLOCK!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</a:p>
          <a:p>
            <a:pPr marL="685800" lvl="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BTW: Deadlock can occur even w/o upgrades:</a:t>
            </a:r>
          </a:p>
          <a:p>
            <a:pPr marL="1905000" lvl="1" indent="-6858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X1(A), X2(B), S1(B), S2(A)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Lock Upgrades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1815917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1193602" cy="1071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Deadlock: Cycle of transactions waiting for locks to be released by each other.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Two ways of dealing with deadlocks: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Deadlock prevention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Deadlock detection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Deadlocks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99613427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1193602" cy="1071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Assign a timestamp to each Xact as it enters the system.  “Older”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have priority.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Assume Ti requests a lock, but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holds a conflicting lock.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Wait-Die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If Ti has higher priority, it waits; else Ti aborts. (non-preemptive)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Wound-Wait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If Ti has higher priority, abort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; else Ti waits. (preemptive)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Note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After abort, restart with original timestamp!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Both guarantee deadlock-free behavior!  Pros and cons of each?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Deadlock Prevention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15263816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1193602" cy="1071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Create a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waits-for graph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Nodes are transactions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There is an edge from Ti to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if Ti is waiting for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to release a lock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Periodically check for cycles in the waits-for graph.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“Shoot” some Xact to break the cycle.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Simpler hack: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time-outs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T1 made no progress for a while?  Shoot it.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Deadlock Detection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56638037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843630" y="2670048"/>
            <a:ext cx="21193602" cy="5413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pt-BR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Example:</a:t>
            </a:r>
          </a:p>
          <a:p>
            <a:pPr lvl="0">
              <a:spcBef>
                <a:spcPts val="3000"/>
              </a:spcBef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T1:  S(A), R(A),	         S(B)</a:t>
            </a:r>
          </a:p>
          <a:p>
            <a:pPr lvl="0">
              <a:spcBef>
                <a:spcPts val="3000"/>
              </a:spcBef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T2:	   	   X(B),W(B)		          X(C)</a:t>
            </a:r>
          </a:p>
          <a:p>
            <a:pPr lvl="0">
              <a:spcBef>
                <a:spcPts val="3000"/>
              </a:spcBef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T3:				    S(C), R(C)		    </a:t>
            </a:r>
            <a:r>
              <a:rPr lang="pt-BR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X(A)</a:t>
            </a:r>
          </a:p>
          <a:p>
            <a:pPr lvl="0">
              <a:spcBef>
                <a:spcPts val="3000"/>
              </a:spcBef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T4:						       X(B)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pt-BR" sz="4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pt-BR" sz="4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Deadlock Detection (Continued)</a:t>
            </a:r>
            <a:endParaRPr lang="en-ID" sz="40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A8827C-A3A1-5154-437A-A91A337F8496}"/>
              </a:ext>
            </a:extLst>
          </p:cNvPr>
          <p:cNvGrpSpPr/>
          <p:nvPr/>
        </p:nvGrpSpPr>
        <p:grpSpPr>
          <a:xfrm>
            <a:off x="2404189" y="8439257"/>
            <a:ext cx="7305630" cy="4734463"/>
            <a:chOff x="1308100" y="3689350"/>
            <a:chExt cx="2806700" cy="2044700"/>
          </a:xfrm>
        </p:grpSpPr>
        <p:sp>
          <p:nvSpPr>
            <p:cNvPr id="29" name="Oval 4">
              <a:extLst>
                <a:ext uri="{FF2B5EF4-FFF2-40B4-BE49-F238E27FC236}">
                  <a16:creationId xmlns:a16="http://schemas.microsoft.com/office/drawing/2014/main" id="{6ED69EDD-F7E0-F915-B1D2-E3920B677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100" y="3689350"/>
              <a:ext cx="673100" cy="673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400">
                <a:latin typeface="Arial" panose="020B06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3CC8271-A768-044F-E73C-2E93D9F9960D}"/>
                </a:ext>
              </a:extLst>
            </p:cNvPr>
            <p:cNvGrpSpPr/>
            <p:nvPr/>
          </p:nvGrpSpPr>
          <p:grpSpPr>
            <a:xfrm>
              <a:off x="1308100" y="3689350"/>
              <a:ext cx="2806700" cy="2044700"/>
              <a:chOff x="1308100" y="3689350"/>
              <a:chExt cx="2806700" cy="2044700"/>
            </a:xfrm>
          </p:grpSpPr>
          <p:sp>
            <p:nvSpPr>
              <p:cNvPr id="31" name="Oval 5">
                <a:extLst>
                  <a:ext uri="{FF2B5EF4-FFF2-40B4-BE49-F238E27FC236}">
                    <a16:creationId xmlns:a16="http://schemas.microsoft.com/office/drawing/2014/main" id="{F04A3B62-98EC-6F29-5F8A-A1B401BC5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700" y="36893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29AB5DCB-1608-CFB9-C2CD-BC0BCBB8A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100" y="50609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Oval 7">
                <a:extLst>
                  <a:ext uri="{FF2B5EF4-FFF2-40B4-BE49-F238E27FC236}">
                    <a16:creationId xmlns:a16="http://schemas.microsoft.com/office/drawing/2014/main" id="{E159FB2F-50AC-40A1-0968-F9E0934BD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5500" y="50609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4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Rectangle 8">
                <a:extLst>
                  <a:ext uri="{FF2B5EF4-FFF2-40B4-BE49-F238E27FC236}">
                    <a16:creationId xmlns:a16="http://schemas.microsoft.com/office/drawing/2014/main" id="{B0B66363-F879-2A10-F9DD-CF6C1B0D4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7465" y="3841750"/>
                <a:ext cx="334370" cy="347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5400">
                    <a:latin typeface="Book Antiqua" panose="02040602050305030304" pitchFamily="18" charset="0"/>
                  </a:rPr>
                  <a:t>T1</a:t>
                </a:r>
              </a:p>
            </p:txBody>
          </p:sp>
          <p:sp>
            <p:nvSpPr>
              <p:cNvPr id="35" name="Rectangle 9">
                <a:extLst>
                  <a:ext uri="{FF2B5EF4-FFF2-40B4-BE49-F238E27FC236}">
                    <a16:creationId xmlns:a16="http://schemas.microsoft.com/office/drawing/2014/main" id="{901CBD84-9AC9-AB35-194A-F01FE3494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065" y="3841750"/>
                <a:ext cx="334370" cy="347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5400">
                    <a:latin typeface="Book Antiqua" panose="02040602050305030304" pitchFamily="18" charset="0"/>
                  </a:rPr>
                  <a:t>T2</a:t>
                </a:r>
              </a:p>
            </p:txBody>
          </p:sp>
          <p:sp>
            <p:nvSpPr>
              <p:cNvPr id="36" name="Rectangle 10">
                <a:extLst>
                  <a:ext uri="{FF2B5EF4-FFF2-40B4-BE49-F238E27FC236}">
                    <a16:creationId xmlns:a16="http://schemas.microsoft.com/office/drawing/2014/main" id="{13263E3F-9747-57DF-B4B3-686BF5599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7465" y="5213350"/>
                <a:ext cx="334370" cy="347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5400">
                    <a:latin typeface="Book Antiqua" panose="02040602050305030304" pitchFamily="18" charset="0"/>
                  </a:rPr>
                  <a:t>T4</a:t>
                </a:r>
              </a:p>
            </p:txBody>
          </p:sp>
          <p:sp>
            <p:nvSpPr>
              <p:cNvPr id="37" name="Rectangle 11">
                <a:extLst>
                  <a:ext uri="{FF2B5EF4-FFF2-40B4-BE49-F238E27FC236}">
                    <a16:creationId xmlns:a16="http://schemas.microsoft.com/office/drawing/2014/main" id="{0FA4BDCE-BE9C-88BF-5EF5-B378FD8E3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4866" y="5213350"/>
                <a:ext cx="334370" cy="347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5400">
                    <a:latin typeface="Book Antiqua" panose="02040602050305030304" pitchFamily="18" charset="0"/>
                  </a:rPr>
                  <a:t>T3</a:t>
                </a:r>
              </a:p>
            </p:txBody>
          </p:sp>
          <p:sp>
            <p:nvSpPr>
              <p:cNvPr id="38" name="Line 12">
                <a:extLst>
                  <a:ext uri="{FF2B5EF4-FFF2-40B4-BE49-F238E27FC236}">
                    <a16:creationId xmlns:a16="http://schemas.microsoft.com/office/drawing/2014/main" id="{2F3B1E4B-0C52-765A-D9FC-AB2A7A88E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3900" y="3994150"/>
                <a:ext cx="14478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8800"/>
              </a:p>
            </p:txBody>
          </p:sp>
          <p:sp>
            <p:nvSpPr>
              <p:cNvPr id="39" name="Line 13">
                <a:extLst>
                  <a:ext uri="{FF2B5EF4-FFF2-40B4-BE49-F238E27FC236}">
                    <a16:creationId xmlns:a16="http://schemas.microsoft.com/office/drawing/2014/main" id="{20C840D3-FC3D-17EE-1B0B-AA337763E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6500" y="4375150"/>
                <a:ext cx="0" cy="6858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8800"/>
              </a:p>
            </p:txBody>
          </p:sp>
          <p:sp>
            <p:nvSpPr>
              <p:cNvPr id="40" name="Line 14">
                <a:extLst>
                  <a:ext uri="{FF2B5EF4-FFF2-40B4-BE49-F238E27FC236}">
                    <a16:creationId xmlns:a16="http://schemas.microsoft.com/office/drawing/2014/main" id="{43B5E329-9C14-2C5F-A49F-1C7AEAF44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7700" y="4216400"/>
                <a:ext cx="1600200" cy="9906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880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88C87F2-EDA4-B816-8032-6E4B914669A0}"/>
              </a:ext>
            </a:extLst>
          </p:cNvPr>
          <p:cNvGrpSpPr/>
          <p:nvPr/>
        </p:nvGrpSpPr>
        <p:grpSpPr>
          <a:xfrm>
            <a:off x="12420678" y="8426375"/>
            <a:ext cx="7774046" cy="4747345"/>
            <a:chOff x="13315759" y="8999185"/>
            <a:chExt cx="2912110" cy="2044700"/>
          </a:xfrm>
        </p:grpSpPr>
        <p:sp>
          <p:nvSpPr>
            <p:cNvPr id="48" name="Rectangle 21">
              <a:extLst>
                <a:ext uri="{FF2B5EF4-FFF2-40B4-BE49-F238E27FC236}">
                  <a16:creationId xmlns:a16="http://schemas.microsoft.com/office/drawing/2014/main" id="{CFC84A4C-5D7B-BB3E-5A66-36B565039E1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13315759" y="10526443"/>
              <a:ext cx="883920" cy="330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400" dirty="0">
                  <a:latin typeface="Book Antiqua" panose="02040602050305030304" pitchFamily="18" charset="0"/>
                </a:rPr>
                <a:t>T3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713F876-35D8-9E16-0300-7ACF4AF280DD}"/>
                </a:ext>
              </a:extLst>
            </p:cNvPr>
            <p:cNvGrpSpPr/>
            <p:nvPr/>
          </p:nvGrpSpPr>
          <p:grpSpPr>
            <a:xfrm>
              <a:off x="13421169" y="8999185"/>
              <a:ext cx="2806700" cy="2044700"/>
              <a:chOff x="5651500" y="3765550"/>
              <a:chExt cx="2806700" cy="2044700"/>
            </a:xfrm>
          </p:grpSpPr>
          <p:sp>
            <p:nvSpPr>
              <p:cNvPr id="42" name="Oval 15">
                <a:extLst>
                  <a:ext uri="{FF2B5EF4-FFF2-40B4-BE49-F238E27FC236}">
                    <a16:creationId xmlns:a16="http://schemas.microsoft.com/office/drawing/2014/main" id="{78A85810-A7C9-E8FD-FA70-44249F400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1500" y="37655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40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Oval 16">
                <a:extLst>
                  <a:ext uri="{FF2B5EF4-FFF2-40B4-BE49-F238E27FC236}">
                    <a16:creationId xmlns:a16="http://schemas.microsoft.com/office/drawing/2014/main" id="{F637A692-B1C4-3B38-5355-8EF15A870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85100" y="37655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400">
                  <a:latin typeface="Arial" panose="020B0604020202020204" pitchFamily="34" charset="0"/>
                </a:endParaRPr>
              </a:p>
            </p:txBody>
          </p:sp>
          <p:sp>
            <p:nvSpPr>
              <p:cNvPr id="44" name="Oval 17">
                <a:extLst>
                  <a:ext uri="{FF2B5EF4-FFF2-40B4-BE49-F238E27FC236}">
                    <a16:creationId xmlns:a16="http://schemas.microsoft.com/office/drawing/2014/main" id="{B74D995F-9410-F228-26BA-45E0A3C41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1500" y="51371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40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Oval 18">
                <a:extLst>
                  <a:ext uri="{FF2B5EF4-FFF2-40B4-BE49-F238E27FC236}">
                    <a16:creationId xmlns:a16="http://schemas.microsoft.com/office/drawing/2014/main" id="{61760AB4-244E-7249-A9CF-FD3DAE145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8900" y="5137150"/>
                <a:ext cx="673100" cy="673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Rectangle 19">
                <a:extLst>
                  <a:ext uri="{FF2B5EF4-FFF2-40B4-BE49-F238E27FC236}">
                    <a16:creationId xmlns:a16="http://schemas.microsoft.com/office/drawing/2014/main" id="{DDEBE854-D7DD-C027-EA15-1B4BAC38E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6130" y="3917950"/>
                <a:ext cx="303841" cy="330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Book Antiqua" panose="02040602050305030304" pitchFamily="18" charset="0"/>
                  </a:rPr>
                  <a:t>T1</a:t>
                </a:r>
              </a:p>
            </p:txBody>
          </p:sp>
          <p:sp>
            <p:nvSpPr>
              <p:cNvPr id="47" name="Rectangle 20">
                <a:extLst>
                  <a:ext uri="{FF2B5EF4-FFF2-40B4-BE49-F238E27FC236}">
                    <a16:creationId xmlns:a16="http://schemas.microsoft.com/office/drawing/2014/main" id="{29C424E5-BA2A-63E2-192D-2953B6309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9732" y="3917950"/>
                <a:ext cx="303841" cy="330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Book Antiqua" panose="02040602050305030304" pitchFamily="18" charset="0"/>
                  </a:rPr>
                  <a:t>T2</a:t>
                </a:r>
              </a:p>
            </p:txBody>
          </p:sp>
          <p:sp>
            <p:nvSpPr>
              <p:cNvPr id="49" name="Rectangle 22">
                <a:extLst>
                  <a:ext uri="{FF2B5EF4-FFF2-40B4-BE49-F238E27FC236}">
                    <a16:creationId xmlns:a16="http://schemas.microsoft.com/office/drawing/2014/main" id="{6334A371-8EAC-0710-E8A7-4A35F5B29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93531" y="5289550"/>
                <a:ext cx="303841" cy="330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400">
                    <a:latin typeface="Book Antiqua" panose="02040602050305030304" pitchFamily="18" charset="0"/>
                  </a:rPr>
                  <a:t>T3</a:t>
                </a:r>
              </a:p>
            </p:txBody>
          </p:sp>
          <p:sp>
            <p:nvSpPr>
              <p:cNvPr id="50" name="Line 23">
                <a:extLst>
                  <a:ext uri="{FF2B5EF4-FFF2-40B4-BE49-F238E27FC236}">
                    <a16:creationId xmlns:a16="http://schemas.microsoft.com/office/drawing/2014/main" id="{7BE8BFC8-B797-889A-4022-634D0ACCC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300" y="4070350"/>
                <a:ext cx="14478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7200"/>
              </a:p>
            </p:txBody>
          </p:sp>
          <p:sp>
            <p:nvSpPr>
              <p:cNvPr id="51" name="Line 24">
                <a:extLst>
                  <a:ext uri="{FF2B5EF4-FFF2-40B4-BE49-F238E27FC236}">
                    <a16:creationId xmlns:a16="http://schemas.microsoft.com/office/drawing/2014/main" id="{C0DA344E-53D5-DF82-328A-B0602E32F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89900" y="4451350"/>
                <a:ext cx="0" cy="6858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7200"/>
              </a:p>
            </p:txBody>
          </p:sp>
          <p:sp>
            <p:nvSpPr>
              <p:cNvPr id="52" name="Line 25">
                <a:extLst>
                  <a:ext uri="{FF2B5EF4-FFF2-40B4-BE49-F238E27FC236}">
                    <a16:creationId xmlns:a16="http://schemas.microsoft.com/office/drawing/2014/main" id="{D81FA083-A701-2384-DF56-53850245B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57494" y="4337840"/>
                <a:ext cx="1524000" cy="914400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7200"/>
              </a:p>
            </p:txBody>
          </p:sp>
          <p:sp>
            <p:nvSpPr>
              <p:cNvPr id="53" name="Line 26">
                <a:extLst>
                  <a:ext uri="{FF2B5EF4-FFF2-40B4-BE49-F238E27FC236}">
                    <a16:creationId xmlns:a16="http://schemas.microsoft.com/office/drawing/2014/main" id="{2A2CF220-BDC6-C59C-3ED8-053C86AE1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50283" y="4269934"/>
                <a:ext cx="1587413" cy="95999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7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153087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1193602" cy="1071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Prevention might abort too many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Detection might allow deadlocks to tie up resources for a while.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Can detect more often, but it’s time-consuming.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usual answer: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Detection is the winner.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Deadlocks are pretty rare.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you get a lot of deadlocks, reconsider your schema/workload!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Prevention vs. Detection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77234813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21193602" cy="1071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Hard to decide what granularity to lock (tuples vs. pages vs. tables).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Shouldn’t have to decide!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Data “containers” are nested: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Multiple-Granularity Locks</a:t>
            </a:r>
            <a:endParaRPr lang="en-ID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CCFE0A-DFBD-A69E-9425-B7EBDF36EF23}"/>
              </a:ext>
            </a:extLst>
          </p:cNvPr>
          <p:cNvGrpSpPr/>
          <p:nvPr/>
        </p:nvGrpSpPr>
        <p:grpSpPr>
          <a:xfrm>
            <a:off x="4987405" y="6394082"/>
            <a:ext cx="5976182" cy="6992734"/>
            <a:chOff x="2140894" y="3627444"/>
            <a:chExt cx="2962904" cy="2266953"/>
          </a:xfrm>
        </p:grpSpPr>
        <p:grpSp>
          <p:nvGrpSpPr>
            <p:cNvPr id="3" name="Group 6">
              <a:extLst>
                <a:ext uri="{FF2B5EF4-FFF2-40B4-BE49-F238E27FC236}">
                  <a16:creationId xmlns:a16="http://schemas.microsoft.com/office/drawing/2014/main" id="{CD31F14C-4404-F223-BC47-83900CAFA1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9851" y="3627444"/>
              <a:ext cx="1123947" cy="2266953"/>
              <a:chOff x="2676" y="2519"/>
              <a:chExt cx="708" cy="1428"/>
            </a:xfrm>
          </p:grpSpPr>
          <p:sp>
            <p:nvSpPr>
              <p:cNvPr id="4" name="Rectangle 7">
                <a:extLst>
                  <a:ext uri="{FF2B5EF4-FFF2-40B4-BE49-F238E27FC236}">
                    <a16:creationId xmlns:a16="http://schemas.microsoft.com/office/drawing/2014/main" id="{942288F1-1833-9F5F-7716-44F397AF1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" y="3779"/>
                <a:ext cx="540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>
                    <a:latin typeface="Book Antiqua" panose="02040602050305030304" pitchFamily="18" charset="0"/>
                  </a:rPr>
                  <a:t>Tuples</a:t>
                </a:r>
              </a:p>
            </p:txBody>
          </p:sp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6A132DBC-D71D-094B-AEFF-827E6646D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2" y="2951"/>
                <a:ext cx="516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>
                    <a:latin typeface="Book Antiqua" panose="02040602050305030304" pitchFamily="18" charset="0"/>
                  </a:rPr>
                  <a:t>Tables</a:t>
                </a:r>
              </a:p>
            </p:txBody>
          </p:sp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45980000-BAE8-2300-7520-E03667911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7" y="3311"/>
                <a:ext cx="469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>
                    <a:latin typeface="Book Antiqua" panose="02040602050305030304" pitchFamily="18" charset="0"/>
                  </a:rPr>
                  <a:t>Pages</a:t>
                </a: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B2111839-B37A-70F2-41AD-07E48619C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1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6600"/>
              </a:p>
            </p:txBody>
          </p:sp>
          <p:sp>
            <p:nvSpPr>
              <p:cNvPr id="8" name="Line 11">
                <a:extLst>
                  <a:ext uri="{FF2B5EF4-FFF2-40B4-BE49-F238E27FC236}">
                    <a16:creationId xmlns:a16="http://schemas.microsoft.com/office/drawing/2014/main" id="{1C059102-DC8E-DE98-0635-9BD1036E6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523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6600"/>
              </a:p>
            </p:txBody>
          </p:sp>
          <p:sp>
            <p:nvSpPr>
              <p:cNvPr id="9" name="Rectangle 12">
                <a:extLst>
                  <a:ext uri="{FF2B5EF4-FFF2-40B4-BE49-F238E27FC236}">
                    <a16:creationId xmlns:a16="http://schemas.microsoft.com/office/drawing/2014/main" id="{712BD145-8164-D389-37A4-DFC6735EC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6" y="2519"/>
                <a:ext cx="708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Open Sans" panose="020B0606030504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4000">
                    <a:latin typeface="Book Antiqua" panose="02040602050305030304" pitchFamily="18" charset="0"/>
                  </a:rPr>
                  <a:t>Database</a:t>
                </a:r>
              </a:p>
            </p:txBody>
          </p:sp>
          <p:sp>
            <p:nvSpPr>
              <p:cNvPr id="11" name="Line 13">
                <a:extLst>
                  <a:ext uri="{FF2B5EF4-FFF2-40B4-BE49-F238E27FC236}">
                    <a16:creationId xmlns:a16="http://schemas.microsoft.com/office/drawing/2014/main" id="{AE3656AC-F20B-7F41-C764-13F487A04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2687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 sz="6600"/>
              </a:p>
            </p:txBody>
          </p:sp>
        </p:grp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F552DF67-FCE9-78AB-20FE-C99629E4E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238" y="4160838"/>
              <a:ext cx="0" cy="15240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6600"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6AC9B5C9-86AC-8B97-7A7D-8E6168E1A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894" y="4618038"/>
              <a:ext cx="1031580" cy="229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solidFill>
                    <a:srgbClr val="FF0000"/>
                  </a:solidFill>
                  <a:latin typeface="Book Antiqua" panose="02040602050305030304" pitchFamily="18" charset="0"/>
                </a:rPr>
                <a:t>contains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41153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5" y="2670048"/>
            <a:ext cx="11715193" cy="1071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Allow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Xacts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to lock at each level, but with a special protocol using new </a:t>
            </a: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“intention” locks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Before locking an item, Xact must set “intention locks” on all its ancestors.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unlock, go from specific to general (i.e., bottom-up).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SIX mode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Like S &amp; IX at the same time.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Solution: New Lock Modes, Protocol</a:t>
            </a:r>
            <a:endParaRPr lang="en-ID" sz="4000" dirty="0"/>
          </a:p>
        </p:txBody>
      </p:sp>
      <p:grpSp>
        <p:nvGrpSpPr>
          <p:cNvPr id="15" name="Group 7">
            <a:extLst>
              <a:ext uri="{FF2B5EF4-FFF2-40B4-BE49-F238E27FC236}">
                <a16:creationId xmlns:a16="http://schemas.microsoft.com/office/drawing/2014/main" id="{2578C0BF-63F7-A6A7-3E33-8829250CFC2E}"/>
              </a:ext>
            </a:extLst>
          </p:cNvPr>
          <p:cNvGrpSpPr>
            <a:grpSpLocks/>
          </p:cNvGrpSpPr>
          <p:nvPr/>
        </p:nvGrpSpPr>
        <p:grpSpPr bwMode="auto">
          <a:xfrm>
            <a:off x="14171866" y="3424366"/>
            <a:ext cx="9053893" cy="8487829"/>
            <a:chOff x="3651" y="1871"/>
            <a:chExt cx="2008" cy="2022"/>
          </a:xfrm>
        </p:grpSpPr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4F7C7298-B970-A086-9F7E-D30805801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885"/>
              <a:ext cx="1336" cy="133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C5263552-802C-83E8-0F01-9DCF67E0F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88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731A86CB-2FFC-9CE7-75FD-2EF2A1AD5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221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C2456C54-4D79-2515-6738-921F4C351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557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ACBAC3A4-7950-929E-BC49-53FE04C85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893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37877103-65C6-00DD-50C4-23CF81EDD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88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4C687496-D979-05E7-83B5-C1429DAC2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2221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1646F404-3A1C-CAAC-471A-5D32DB6B8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2557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3C381531-CBF6-5571-90F8-157AD74D3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2893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45833E09-F517-F11D-2C97-5B2354923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188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6" name="Rectangle 18">
              <a:extLst>
                <a:ext uri="{FF2B5EF4-FFF2-40B4-BE49-F238E27FC236}">
                  <a16:creationId xmlns:a16="http://schemas.microsoft.com/office/drawing/2014/main" id="{717C8EF2-232B-D5BB-2D40-1E47519E5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221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F8614D3D-B344-35E2-FBDF-AB682F27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557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F107304A-6F9E-ED64-4879-59413D094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893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F1CB3B97-E910-0519-0389-56399CCE9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188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E1D75B33-BFB5-0488-1878-B7554DB59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221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58FE0A21-B307-E273-281E-1ABB267EC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557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32" name="Rectangle 24">
              <a:extLst>
                <a:ext uri="{FF2B5EF4-FFF2-40B4-BE49-F238E27FC236}">
                  <a16:creationId xmlns:a16="http://schemas.microsoft.com/office/drawing/2014/main" id="{B8D02FB7-CC1B-7402-AE8E-BA8045462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893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0BF038DD-6323-74A4-5DD3-49AAA4A91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1872"/>
              <a:ext cx="15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--</a:t>
              </a:r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5AE8F4B9-9BA2-F663-22A8-20043E89A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871"/>
              <a:ext cx="188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IS</a:t>
              </a:r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6D1CB06E-AD48-F01B-E41A-387BB1F6A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1871"/>
              <a:ext cx="213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IX</a:t>
              </a:r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E9E2ED3C-7D0E-3053-A71D-103021507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2256"/>
              <a:ext cx="15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--</a:t>
              </a:r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94BC0306-47C6-CF9F-2DDA-674338372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" y="2591"/>
              <a:ext cx="188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IS</a:t>
              </a:r>
            </a:p>
          </p:txBody>
        </p:sp>
        <p:sp>
          <p:nvSpPr>
            <p:cNvPr id="38" name="Rectangle 30">
              <a:extLst>
                <a:ext uri="{FF2B5EF4-FFF2-40B4-BE49-F238E27FC236}">
                  <a16:creationId xmlns:a16="http://schemas.microsoft.com/office/drawing/2014/main" id="{B5DACBC7-314B-869C-2F82-243D0F4DC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927"/>
              <a:ext cx="213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IX</a:t>
              </a:r>
            </a:p>
          </p:txBody>
        </p:sp>
        <p:sp>
          <p:nvSpPr>
            <p:cNvPr id="39" name="Rectangle 31">
              <a:extLst>
                <a:ext uri="{FF2B5EF4-FFF2-40B4-BE49-F238E27FC236}">
                  <a16:creationId xmlns:a16="http://schemas.microsoft.com/office/drawing/2014/main" id="{085ACAEF-B5BB-5D84-38DB-0E5028DE6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255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40" name="Rectangle 32">
              <a:extLst>
                <a:ext uri="{FF2B5EF4-FFF2-40B4-BE49-F238E27FC236}">
                  <a16:creationId xmlns:a16="http://schemas.microsoft.com/office/drawing/2014/main" id="{93F06AD2-F77A-073D-A07E-453EC49DA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591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59A89194-BB98-D2AF-90B3-0E79BAD93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927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5EB6CFDE-0C45-A8EF-A74D-38157AD06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255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55380B9E-EA1B-1810-A91F-534AA5055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" y="2255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44" name="Rectangle 36">
              <a:extLst>
                <a:ext uri="{FF2B5EF4-FFF2-40B4-BE49-F238E27FC236}">
                  <a16:creationId xmlns:a16="http://schemas.microsoft.com/office/drawing/2014/main" id="{7BFA3B9C-0744-BEA5-D93F-6C68ADBF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591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45" name="Rectangle 37">
              <a:extLst>
                <a:ext uri="{FF2B5EF4-FFF2-40B4-BE49-F238E27FC236}">
                  <a16:creationId xmlns:a16="http://schemas.microsoft.com/office/drawing/2014/main" id="{18A30205-96B5-C4F7-A206-C67526465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" y="188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46" name="Rectangle 38">
              <a:extLst>
                <a:ext uri="{FF2B5EF4-FFF2-40B4-BE49-F238E27FC236}">
                  <a16:creationId xmlns:a16="http://schemas.microsoft.com/office/drawing/2014/main" id="{909E8B03-9A33-1BB2-B681-8E4629710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" y="2221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47" name="Rectangle 39">
              <a:extLst>
                <a:ext uri="{FF2B5EF4-FFF2-40B4-BE49-F238E27FC236}">
                  <a16:creationId xmlns:a16="http://schemas.microsoft.com/office/drawing/2014/main" id="{4F8794DF-025D-ECBA-3640-BE4524B31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" y="2557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48" name="Rectangle 40">
              <a:extLst>
                <a:ext uri="{FF2B5EF4-FFF2-40B4-BE49-F238E27FC236}">
                  <a16:creationId xmlns:a16="http://schemas.microsoft.com/office/drawing/2014/main" id="{30DB385F-A42E-AAAF-AF80-C9ACF7B0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" y="2893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CDCA7A9E-7CA5-A5B5-5965-FF3C94746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3229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0" name="Rectangle 42">
              <a:extLst>
                <a:ext uri="{FF2B5EF4-FFF2-40B4-BE49-F238E27FC236}">
                  <a16:creationId xmlns:a16="http://schemas.microsoft.com/office/drawing/2014/main" id="{4E677B93-CF38-92AE-F928-369483575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3229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1" name="Rectangle 43">
              <a:extLst>
                <a:ext uri="{FF2B5EF4-FFF2-40B4-BE49-F238E27FC236}">
                  <a16:creationId xmlns:a16="http://schemas.microsoft.com/office/drawing/2014/main" id="{2DA044D0-F24C-DA99-BE64-0D3F148CE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3229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2" name="Rectangle 44">
              <a:extLst>
                <a:ext uri="{FF2B5EF4-FFF2-40B4-BE49-F238E27FC236}">
                  <a16:creationId xmlns:a16="http://schemas.microsoft.com/office/drawing/2014/main" id="{2A2B6460-DD50-2432-46A3-41888FF13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3229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CE7AE196-B5DD-9E89-C7C2-66F035CA0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" y="3229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4" name="Rectangle 46">
              <a:extLst>
                <a:ext uri="{FF2B5EF4-FFF2-40B4-BE49-F238E27FC236}">
                  <a16:creationId xmlns:a16="http://schemas.microsoft.com/office/drawing/2014/main" id="{6EB28586-1C0C-8E13-4319-B7DD8E841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88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5" name="Rectangle 47">
              <a:extLst>
                <a:ext uri="{FF2B5EF4-FFF2-40B4-BE49-F238E27FC236}">
                  <a16:creationId xmlns:a16="http://schemas.microsoft.com/office/drawing/2014/main" id="{2EA7170C-8F49-EA12-085B-E9624D469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221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6" name="Rectangle 48">
              <a:extLst>
                <a:ext uri="{FF2B5EF4-FFF2-40B4-BE49-F238E27FC236}">
                  <a16:creationId xmlns:a16="http://schemas.microsoft.com/office/drawing/2014/main" id="{73691572-B3D6-5C30-8905-B99AD09DC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557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7" name="Rectangle 49">
              <a:extLst>
                <a:ext uri="{FF2B5EF4-FFF2-40B4-BE49-F238E27FC236}">
                  <a16:creationId xmlns:a16="http://schemas.microsoft.com/office/drawing/2014/main" id="{1C225C02-7816-04EC-4818-FBA98F290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893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8" name="Rectangle 50">
              <a:extLst>
                <a:ext uri="{FF2B5EF4-FFF2-40B4-BE49-F238E27FC236}">
                  <a16:creationId xmlns:a16="http://schemas.microsoft.com/office/drawing/2014/main" id="{9CC55CE4-D6A5-8897-4F40-3FC094CC4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3229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59" name="Rectangle 51">
              <a:extLst>
                <a:ext uri="{FF2B5EF4-FFF2-40B4-BE49-F238E27FC236}">
                  <a16:creationId xmlns:a16="http://schemas.microsoft.com/office/drawing/2014/main" id="{91BAEDD6-9DE4-68C1-85BD-3F3886926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" y="1871"/>
              <a:ext cx="131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60" name="Rectangle 52">
              <a:extLst>
                <a:ext uri="{FF2B5EF4-FFF2-40B4-BE49-F238E27FC236}">
                  <a16:creationId xmlns:a16="http://schemas.microsoft.com/office/drawing/2014/main" id="{9ECBBCE1-7CD8-8764-C55A-081EB8551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" y="1871"/>
              <a:ext cx="15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X</a:t>
              </a:r>
            </a:p>
          </p:txBody>
        </p:sp>
        <p:sp>
          <p:nvSpPr>
            <p:cNvPr id="61" name="Rectangle 53">
              <a:extLst>
                <a:ext uri="{FF2B5EF4-FFF2-40B4-BE49-F238E27FC236}">
                  <a16:creationId xmlns:a16="http://schemas.microsoft.com/office/drawing/2014/main" id="{E0CFF48B-7636-822A-F225-C32B4E427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356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62" name="Rectangle 54">
              <a:extLst>
                <a:ext uri="{FF2B5EF4-FFF2-40B4-BE49-F238E27FC236}">
                  <a16:creationId xmlns:a16="http://schemas.microsoft.com/office/drawing/2014/main" id="{95965E23-7E60-11B1-1EA1-572F774DF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356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63" name="Rectangle 55">
              <a:extLst>
                <a:ext uri="{FF2B5EF4-FFF2-40B4-BE49-F238E27FC236}">
                  <a16:creationId xmlns:a16="http://schemas.microsoft.com/office/drawing/2014/main" id="{8961A28A-7512-6F7F-158D-A5BD2A44C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356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64" name="Rectangle 56">
              <a:extLst>
                <a:ext uri="{FF2B5EF4-FFF2-40B4-BE49-F238E27FC236}">
                  <a16:creationId xmlns:a16="http://schemas.microsoft.com/office/drawing/2014/main" id="{E0D383B4-354C-C869-89F8-E0C70E24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356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65" name="Rectangle 57">
              <a:extLst>
                <a:ext uri="{FF2B5EF4-FFF2-40B4-BE49-F238E27FC236}">
                  <a16:creationId xmlns:a16="http://schemas.microsoft.com/office/drawing/2014/main" id="{D8D3A06F-F1A7-F972-814C-795EFB504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" y="356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66" name="Rectangle 58">
              <a:extLst>
                <a:ext uri="{FF2B5EF4-FFF2-40B4-BE49-F238E27FC236}">
                  <a16:creationId xmlns:a16="http://schemas.microsoft.com/office/drawing/2014/main" id="{79BC74D4-F5EE-D42A-0485-A1912691E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3565"/>
              <a:ext cx="328" cy="32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6000">
                <a:latin typeface="Arial" panose="020B0604020202020204" pitchFamily="34" charset="0"/>
              </a:endParaRPr>
            </a:p>
          </p:txBody>
        </p:sp>
        <p:sp>
          <p:nvSpPr>
            <p:cNvPr id="67" name="Rectangle 59">
              <a:extLst>
                <a:ext uri="{FF2B5EF4-FFF2-40B4-BE49-F238E27FC236}">
                  <a16:creationId xmlns:a16="http://schemas.microsoft.com/office/drawing/2014/main" id="{4B8F77A4-477F-D8F1-A8F3-3656906C1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3263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8" name="Rectangle 60">
              <a:extLst>
                <a:ext uri="{FF2B5EF4-FFF2-40B4-BE49-F238E27FC236}">
                  <a16:creationId xmlns:a16="http://schemas.microsoft.com/office/drawing/2014/main" id="{9CC42766-F5E9-B2F1-D215-455FA7787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3551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9" name="Rectangle 61">
              <a:extLst>
                <a:ext uri="{FF2B5EF4-FFF2-40B4-BE49-F238E27FC236}">
                  <a16:creationId xmlns:a16="http://schemas.microsoft.com/office/drawing/2014/main" id="{F98AE274-BFE2-CAE4-6539-09D89BEA4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3263"/>
              <a:ext cx="131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70" name="Rectangle 62">
              <a:extLst>
                <a:ext uri="{FF2B5EF4-FFF2-40B4-BE49-F238E27FC236}">
                  <a16:creationId xmlns:a16="http://schemas.microsoft.com/office/drawing/2014/main" id="{F6481FF2-8A61-05A2-6276-FCDBC1346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3599"/>
              <a:ext cx="15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latin typeface="Book Antiqua" panose="02040602050305030304" pitchFamily="18" charset="0"/>
                </a:rPr>
                <a:t>X</a:t>
              </a:r>
            </a:p>
          </p:txBody>
        </p:sp>
        <p:sp>
          <p:nvSpPr>
            <p:cNvPr id="71" name="Rectangle 63">
              <a:extLst>
                <a:ext uri="{FF2B5EF4-FFF2-40B4-BE49-F238E27FC236}">
                  <a16:creationId xmlns:a16="http://schemas.microsoft.com/office/drawing/2014/main" id="{429368A6-BE9C-042E-AA73-4E48E408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8" y="2255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2" name="Rectangle 64">
              <a:extLst>
                <a:ext uri="{FF2B5EF4-FFF2-40B4-BE49-F238E27FC236}">
                  <a16:creationId xmlns:a16="http://schemas.microsoft.com/office/drawing/2014/main" id="{8D7D4C9F-7266-B74C-2F49-E7DF904B3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" y="2255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3" name="Rectangle 65">
              <a:extLst>
                <a:ext uri="{FF2B5EF4-FFF2-40B4-BE49-F238E27FC236}">
                  <a16:creationId xmlns:a16="http://schemas.microsoft.com/office/drawing/2014/main" id="{67BCF18E-13FE-334D-31A4-BCEE01757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8" y="2591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4" name="Rectangle 66">
              <a:extLst>
                <a:ext uri="{FF2B5EF4-FFF2-40B4-BE49-F238E27FC236}">
                  <a16:creationId xmlns:a16="http://schemas.microsoft.com/office/drawing/2014/main" id="{4CD35B5E-E6CE-6E58-B68F-3EAFAA862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3263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5" name="Rectangle 67">
              <a:extLst>
                <a:ext uri="{FF2B5EF4-FFF2-40B4-BE49-F238E27FC236}">
                  <a16:creationId xmlns:a16="http://schemas.microsoft.com/office/drawing/2014/main" id="{B8F684A1-49CB-63B0-C051-9BC341A94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" y="2591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6" name="Rectangle 68">
              <a:extLst>
                <a:ext uri="{FF2B5EF4-FFF2-40B4-BE49-F238E27FC236}">
                  <a16:creationId xmlns:a16="http://schemas.microsoft.com/office/drawing/2014/main" id="{DA4943C0-FFD6-16F5-4478-C27809B19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927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7" name="Rectangle 69">
              <a:extLst>
                <a:ext uri="{FF2B5EF4-FFF2-40B4-BE49-F238E27FC236}">
                  <a16:creationId xmlns:a16="http://schemas.microsoft.com/office/drawing/2014/main" id="{BF2DD6B8-4274-41F4-A01E-8E1D35E92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" y="2927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78" name="Rectangle 70">
              <a:extLst>
                <a:ext uri="{FF2B5EF4-FFF2-40B4-BE49-F238E27FC236}">
                  <a16:creationId xmlns:a16="http://schemas.microsoft.com/office/drawing/2014/main" id="{5087DE07-785E-5B25-D991-022C2D78C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8" y="3263"/>
              <a:ext cx="135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384341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670048"/>
            <a:ext cx="20528690" cy="7095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Each Xact starts from the root of the hierarchy.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get S or IS lock on a node, must hold IS or IX on parent node.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What if Xact holds SIX on parent? S on parent?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get X or IX or SIX on a node, must hold IX or SIX on parent node.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Must release locks in bottom-up order.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Multiple Granularity Lock Protocol</a:t>
            </a:r>
            <a:endParaRPr lang="en-ID" sz="4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2C46ADC-96ED-0F05-91EE-F857A17B6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655" y="9604311"/>
            <a:ext cx="19871641" cy="144719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Book Antiqua" panose="02040602050305030304" pitchFamily="18" charset="0"/>
              </a:rPr>
              <a:t>Protocol is correct in that it is equivalent to directly setting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Book Antiqua" panose="02040602050305030304" pitchFamily="18" charset="0"/>
              </a:rPr>
              <a:t>locks at the leaf levels of the hierarchy.</a:t>
            </a:r>
          </a:p>
        </p:txBody>
      </p:sp>
    </p:spTree>
    <p:extLst>
      <p:ext uri="{BB962C8B-B14F-4D97-AF65-F5344CB8AC3E}">
        <p14:creationId xmlns:p14="http://schemas.microsoft.com/office/powerpoint/2010/main" val="23024237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6"/>
            <a:ext cx="20528690" cy="666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T1 scans R, and updates a few tuples: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T1 gets an SIX lock on R, then repeatedly gets an S lock on tuples of R, and occasionally upgrades to X on the tuples.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T2 uses an index to read only part of R: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T2 gets an IS lock on R, and repeatedly  gets an S lock on tuples of R.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T3 reads all of R: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T3 gets an S lock on R. 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OR, T3 could behave like T2; can use</a:t>
            </a:r>
            <a:b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</a:b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lock escalation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decide which.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Examples</a:t>
            </a:r>
            <a:endParaRPr lang="en-ID" sz="4000" dirty="0"/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0F3F84E8-081D-096E-B948-A1320A92D9F2}"/>
              </a:ext>
            </a:extLst>
          </p:cNvPr>
          <p:cNvGrpSpPr>
            <a:grpSpLocks/>
          </p:cNvGrpSpPr>
          <p:nvPr/>
        </p:nvGrpSpPr>
        <p:grpSpPr bwMode="auto">
          <a:xfrm>
            <a:off x="15169896" y="8050125"/>
            <a:ext cx="6629399" cy="5629299"/>
            <a:chOff x="4132" y="2507"/>
            <a:chExt cx="1477" cy="1567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3D7C5D04-AAC9-CFC1-6E82-3DCED5F9B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2507"/>
              <a:ext cx="982" cy="98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C6301229-BC37-F217-4ED6-D36442D94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2507"/>
              <a:ext cx="240" cy="24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376CC926-CEB9-E1C9-8581-099E7E460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2755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6813917D-E0CA-8F41-0059-FAC01520A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3004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252B05BE-4B89-BE7C-190E-2CA1ECD83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3253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5CAD59B5-513E-B528-3E57-547937912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2507"/>
              <a:ext cx="239" cy="24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E83BA852-1603-01EE-8C7F-443F23469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2755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3828D16A-40C8-3D34-8B90-F5609CD1F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3004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1A2B1E61-8ED4-60B1-042C-E5D8DB0BE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3253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7B979AE6-AE71-B352-D876-DDBFC6213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2507"/>
              <a:ext cx="240" cy="24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A34C1498-E40F-9E3F-0B9B-450ADBFE9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2755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AF294EFF-5C51-8748-E9E9-8D9901D5A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3004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96C35D0C-13C6-55DC-2AA4-4545FB7AE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3253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FB779EC8-3412-C947-E6F0-4312491EE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2507"/>
              <a:ext cx="239" cy="24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20" name="Rectangle 21">
              <a:extLst>
                <a:ext uri="{FF2B5EF4-FFF2-40B4-BE49-F238E27FC236}">
                  <a16:creationId xmlns:a16="http://schemas.microsoft.com/office/drawing/2014/main" id="{CC962D1D-D259-B94E-4A13-8ADA9F70A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2755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21" name="Rectangle 22">
              <a:extLst>
                <a:ext uri="{FF2B5EF4-FFF2-40B4-BE49-F238E27FC236}">
                  <a16:creationId xmlns:a16="http://schemas.microsoft.com/office/drawing/2014/main" id="{5C5C28DF-B4F1-2B52-0E99-E47D95C87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3004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F34DD116-7B04-AAFF-B42B-BBBC2EBB9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3253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23" name="Rectangle 24">
              <a:extLst>
                <a:ext uri="{FF2B5EF4-FFF2-40B4-BE49-F238E27FC236}">
                  <a16:creationId xmlns:a16="http://schemas.microsoft.com/office/drawing/2014/main" id="{86166F15-1364-43F1-CB61-CE82B30C0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2546"/>
              <a:ext cx="1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--</a:t>
              </a: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90F13C73-A068-F6BD-9A59-E0E2AE1B9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2545"/>
              <a:ext cx="1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IS</a:t>
              </a: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0F6F6333-7AD5-EAFD-3261-CCDD59449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2545"/>
              <a:ext cx="1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IX</a:t>
              </a:r>
            </a:p>
          </p:txBody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4DC0E38A-3452-9FD1-0612-A8438A3CC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2830"/>
              <a:ext cx="1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--</a:t>
              </a:r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9B55556E-5FB0-09BD-D094-80E24AA2B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" y="3078"/>
              <a:ext cx="1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 dirty="0">
                  <a:latin typeface="Book Antiqua" panose="02040602050305030304" pitchFamily="18" charset="0"/>
                </a:rPr>
                <a:t>IS</a:t>
              </a:r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40453E23-6023-DE51-466B-70C865905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3327"/>
              <a:ext cx="1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IX</a:t>
              </a:r>
            </a:p>
          </p:txBody>
        </p:sp>
        <p:sp>
          <p:nvSpPr>
            <p:cNvPr id="29" name="Rectangle 30">
              <a:extLst>
                <a:ext uri="{FF2B5EF4-FFF2-40B4-BE49-F238E27FC236}">
                  <a16:creationId xmlns:a16="http://schemas.microsoft.com/office/drawing/2014/main" id="{197968C3-B600-399C-BA94-CB06EA64B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2829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E3023449-2313-328F-E33C-C9E2CB2A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3078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C7A5C5A7-2249-2610-5122-3E079E9AE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3327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F2858AAB-C4CA-A189-D773-8F0066F6D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2829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7C12AE19-627A-6C72-9A1F-604C56B46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2829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895B1A4A-6C31-E9F8-9FF6-14814D1C9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3078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4176F67B-1602-12B6-E68F-D8323E801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2507"/>
              <a:ext cx="239" cy="24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B8A270DC-37FE-840C-DFD6-74F222189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2755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37" name="Rectangle 38">
              <a:extLst>
                <a:ext uri="{FF2B5EF4-FFF2-40B4-BE49-F238E27FC236}">
                  <a16:creationId xmlns:a16="http://schemas.microsoft.com/office/drawing/2014/main" id="{86DEE415-437F-46CC-CAE1-52E69B384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3004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B7D5D672-9076-1703-516B-7AA85B328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3253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1B62C549-84FC-50F1-59CC-57C980E65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3502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4B3E827D-D33B-7575-4B81-9246E554B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3502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CE01307F-B08A-7F05-F985-96D845C40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3502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84E8E9DB-116E-E936-C2A7-19E72842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3502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3" name="Rectangle 44">
              <a:extLst>
                <a:ext uri="{FF2B5EF4-FFF2-40B4-BE49-F238E27FC236}">
                  <a16:creationId xmlns:a16="http://schemas.microsoft.com/office/drawing/2014/main" id="{67CF1D04-5919-E813-AEA7-5BB08AEBF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3502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4" name="Rectangle 45">
              <a:extLst>
                <a:ext uri="{FF2B5EF4-FFF2-40B4-BE49-F238E27FC236}">
                  <a16:creationId xmlns:a16="http://schemas.microsoft.com/office/drawing/2014/main" id="{A8BB1704-02C5-2E69-94BF-347B0602B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2507"/>
              <a:ext cx="240" cy="24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5" name="Rectangle 46">
              <a:extLst>
                <a:ext uri="{FF2B5EF4-FFF2-40B4-BE49-F238E27FC236}">
                  <a16:creationId xmlns:a16="http://schemas.microsoft.com/office/drawing/2014/main" id="{A54D2761-D274-A5D6-9DE8-2177D93BD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2755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E41A4BE6-551B-B79F-8667-AA6D91C4A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3004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7" name="Rectangle 48">
              <a:extLst>
                <a:ext uri="{FF2B5EF4-FFF2-40B4-BE49-F238E27FC236}">
                  <a16:creationId xmlns:a16="http://schemas.microsoft.com/office/drawing/2014/main" id="{8AD44A61-450C-BD8E-CB44-75477552E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3253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8" name="Rectangle 49">
              <a:extLst>
                <a:ext uri="{FF2B5EF4-FFF2-40B4-BE49-F238E27FC236}">
                  <a16:creationId xmlns:a16="http://schemas.microsoft.com/office/drawing/2014/main" id="{FBF392AF-74C9-C6AA-9520-B28E57F4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3502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DB0CE5D5-F866-5432-CCED-66B69BB56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" y="2545"/>
              <a:ext cx="12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467B61DE-B3ED-44FB-8A9A-0A4CC5D15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" y="2545"/>
              <a:ext cx="1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X</a:t>
              </a:r>
            </a:p>
          </p:txBody>
        </p:sp>
        <p:sp>
          <p:nvSpPr>
            <p:cNvPr id="51" name="Rectangle 52">
              <a:extLst>
                <a:ext uri="{FF2B5EF4-FFF2-40B4-BE49-F238E27FC236}">
                  <a16:creationId xmlns:a16="http://schemas.microsoft.com/office/drawing/2014/main" id="{C155E94E-F4A1-F37B-0130-5D4E1AB8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3751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52" name="Rectangle 53">
              <a:extLst>
                <a:ext uri="{FF2B5EF4-FFF2-40B4-BE49-F238E27FC236}">
                  <a16:creationId xmlns:a16="http://schemas.microsoft.com/office/drawing/2014/main" id="{E4013AF2-7579-E0C4-0A60-F7D276530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3751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53" name="Rectangle 54">
              <a:extLst>
                <a:ext uri="{FF2B5EF4-FFF2-40B4-BE49-F238E27FC236}">
                  <a16:creationId xmlns:a16="http://schemas.microsoft.com/office/drawing/2014/main" id="{0CF5B9D1-F2C4-09BA-6C7B-9455ED8E4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3751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CC21BDE4-3357-E789-F72D-18360415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3751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55" name="Rectangle 56">
              <a:extLst>
                <a:ext uri="{FF2B5EF4-FFF2-40B4-BE49-F238E27FC236}">
                  <a16:creationId xmlns:a16="http://schemas.microsoft.com/office/drawing/2014/main" id="{FF953EF7-2908-0CBA-51ED-9A9F1A9E9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" y="3751"/>
              <a:ext cx="239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56" name="Rectangle 57">
              <a:extLst>
                <a:ext uri="{FF2B5EF4-FFF2-40B4-BE49-F238E27FC236}">
                  <a16:creationId xmlns:a16="http://schemas.microsoft.com/office/drawing/2014/main" id="{F912F370-0F9E-4486-A7EB-161696FEC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3751"/>
              <a:ext cx="240" cy="241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latin typeface="Arial" panose="020B0604020202020204" pitchFamily="34" charset="0"/>
              </a:endParaRPr>
            </a:p>
          </p:txBody>
        </p:sp>
        <p:sp>
          <p:nvSpPr>
            <p:cNvPr id="57" name="Rectangle 58">
              <a:extLst>
                <a:ext uri="{FF2B5EF4-FFF2-40B4-BE49-F238E27FC236}">
                  <a16:creationId xmlns:a16="http://schemas.microsoft.com/office/drawing/2014/main" id="{A74D090C-3E53-DA8F-52EB-E7A9F1F3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3576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 dirty="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58" name="Rectangle 59">
              <a:extLst>
                <a:ext uri="{FF2B5EF4-FFF2-40B4-BE49-F238E27FC236}">
                  <a16:creationId xmlns:a16="http://schemas.microsoft.com/office/drawing/2014/main" id="{C87EBC20-E526-DE74-70C0-52D4704DE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3789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59" name="Rectangle 60">
              <a:extLst>
                <a:ext uri="{FF2B5EF4-FFF2-40B4-BE49-F238E27FC236}">
                  <a16:creationId xmlns:a16="http://schemas.microsoft.com/office/drawing/2014/main" id="{689A830B-09B4-B973-4427-CA3292E55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" y="3576"/>
              <a:ext cx="12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60" name="Rectangle 61">
              <a:extLst>
                <a:ext uri="{FF2B5EF4-FFF2-40B4-BE49-F238E27FC236}">
                  <a16:creationId xmlns:a16="http://schemas.microsoft.com/office/drawing/2014/main" id="{5B406657-FAE4-810E-FA6B-06456F3AD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3825"/>
              <a:ext cx="1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latin typeface="Book Antiqua" panose="02040602050305030304" pitchFamily="18" charset="0"/>
                </a:rPr>
                <a:t>X</a:t>
              </a:r>
            </a:p>
          </p:txBody>
        </p:sp>
        <p:sp>
          <p:nvSpPr>
            <p:cNvPr id="61" name="Rectangle 62">
              <a:extLst>
                <a:ext uri="{FF2B5EF4-FFF2-40B4-BE49-F238E27FC236}">
                  <a16:creationId xmlns:a16="http://schemas.microsoft.com/office/drawing/2014/main" id="{208B8ED5-8D98-4F6B-EEAE-365F6BD0B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" y="2829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2" name="Rectangle 63">
              <a:extLst>
                <a:ext uri="{FF2B5EF4-FFF2-40B4-BE49-F238E27FC236}">
                  <a16:creationId xmlns:a16="http://schemas.microsoft.com/office/drawing/2014/main" id="{63A7A1DC-AB34-5F64-559E-4FEEF396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829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3" name="Rectangle 64">
              <a:extLst>
                <a:ext uri="{FF2B5EF4-FFF2-40B4-BE49-F238E27FC236}">
                  <a16:creationId xmlns:a16="http://schemas.microsoft.com/office/drawing/2014/main" id="{70E3FBC8-E88A-CCC3-36C6-A9CCCC0A7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" y="3078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4" name="Rectangle 65">
              <a:extLst>
                <a:ext uri="{FF2B5EF4-FFF2-40B4-BE49-F238E27FC236}">
                  <a16:creationId xmlns:a16="http://schemas.microsoft.com/office/drawing/2014/main" id="{7BD6F7D7-8801-6369-5045-09D666630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3576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5" name="Rectangle 66">
              <a:extLst>
                <a:ext uri="{FF2B5EF4-FFF2-40B4-BE49-F238E27FC236}">
                  <a16:creationId xmlns:a16="http://schemas.microsoft.com/office/drawing/2014/main" id="{AFC80F6D-E7A2-9BD7-CB85-495FD383A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3078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6" name="Rectangle 67">
              <a:extLst>
                <a:ext uri="{FF2B5EF4-FFF2-40B4-BE49-F238E27FC236}">
                  <a16:creationId xmlns:a16="http://schemas.microsoft.com/office/drawing/2014/main" id="{E4BE1D96-5A14-0CDA-152D-B0A78CF77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3327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7" name="Rectangle 68">
              <a:extLst>
                <a:ext uri="{FF2B5EF4-FFF2-40B4-BE49-F238E27FC236}">
                  <a16:creationId xmlns:a16="http://schemas.microsoft.com/office/drawing/2014/main" id="{85247C63-9327-8142-8A34-9E5C8F3F5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3327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  <p:sp>
          <p:nvSpPr>
            <p:cNvPr id="68" name="Rectangle 69">
              <a:extLst>
                <a:ext uri="{FF2B5EF4-FFF2-40B4-BE49-F238E27FC236}">
                  <a16:creationId xmlns:a16="http://schemas.microsoft.com/office/drawing/2014/main" id="{B8F55A5B-C98C-496D-06D9-F3A7F410B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" y="3567"/>
              <a:ext cx="12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800">
                  <a:solidFill>
                    <a:srgbClr val="CF0E30"/>
                  </a:solidFill>
                  <a:latin typeface="Symbol" panose="05050102010706020507" pitchFamily="18" charset="2"/>
                </a:rPr>
                <a:t>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227205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6"/>
            <a:ext cx="19249848" cy="666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Idea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:  Give each object a read-timestamp (RTS) and a write-timestamp (WTS), give each Xact a timestamp (TS) when it begins: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action ai of Xact Ti conflicts with action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of Xact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and TS(Ti) &lt; TS(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), then ai must occur before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 Otherwise, restart violating Xact.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Timestamp CC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8190942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5"/>
            <a:ext cx="19249848" cy="9498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Timestamp order equals to serialization order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Ensure conflict serializability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TS(T</a:t>
            </a:r>
            <a:r>
              <a:rPr lang="en-US" sz="5400" baseline="-250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i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) &lt; TS(</a:t>
            </a:r>
            <a:r>
              <a:rPr lang="en-US" sz="5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en-US" sz="5400" baseline="-250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j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) implies T</a:t>
            </a:r>
            <a:r>
              <a:rPr lang="en-US" sz="5400" baseline="-250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i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runs before </a:t>
            </a:r>
            <a:r>
              <a:rPr lang="en-US" sz="5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en-US" sz="5400" baseline="-250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j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in a serial schedule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Each data item Q have two timestamps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WTS(Q): the largest timestamp of any transaction that successfully executed write(Q)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RTS(Q): the largest timestamp of any transaction successfully executed read(Q)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Timestamp-Ordering Protocol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421878959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5"/>
            <a:ext cx="21444408" cy="10643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If TS(T) &lt; WTS(O)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, this violates timestamp order of T </a:t>
            </a:r>
            <a:r>
              <a:rPr lang="en-US" sz="5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w.r.t.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writer of O.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So, abort T and restart it with a new, larger TS.  (If restarted with the same TS, T will fail again!  Contrast use of timestamps in 2PL for talk prevention.)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If TS(T) &gt; WTS(O):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Allow T to read O.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60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Reset RTS(O) to max(RTS(O), TS(T))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Change to RTS(O) on reads must be written to disk!  This and restarts represent overheads.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When Xact T wants to read Object O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421233972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5"/>
            <a:ext cx="14715569" cy="10643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If TS(T) &lt; RTS(O)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, this violates timestamp order of T </a:t>
            </a:r>
            <a:r>
              <a:rPr lang="en-US" sz="5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w.r.t.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writer of O; abort and restart T.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If TS(T) &lt; WTS(O)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, violates timestamp order of T </a:t>
            </a:r>
            <a:r>
              <a:rPr lang="en-US" sz="5400" dirty="0" err="1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w.r.t.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writer of O.</a:t>
            </a:r>
          </a:p>
          <a:p>
            <a:pPr marL="1905000" lvl="1" indent="-685800">
              <a:buFont typeface="Wingdings" panose="05000000000000000000" pitchFamily="2" charset="2"/>
              <a:buChar char="§"/>
            </a:pPr>
            <a:r>
              <a:rPr lang="en-US" sz="54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Thomas Write Rule</a:t>
            </a:r>
            <a:r>
              <a:rPr lang="en-US" sz="5400" b="1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:  We can safely ignore such outdated writes; need not restart T!  (T’s write is effectively followed by another write, with no intervening reads.) Allows some serializable but non conflict serializable schedules: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Else,</a:t>
            </a:r>
            <a:r>
              <a:rPr lang="en-US" sz="5400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5400" dirty="0">
                <a:solidFill>
                  <a:srgbClr val="007ABF"/>
                </a:solidFill>
                <a:latin typeface="Cambria" pitchFamily="18" charset="0"/>
                <a:ea typeface="Cambria" pitchFamily="18" charset="0"/>
              </a:rPr>
              <a:t>allow T to write 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When Xact T wants to Write Object O</a:t>
            </a:r>
            <a:endParaRPr lang="en-ID" sz="40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3A742CD-132B-A1B6-B209-68A50730A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2946" y="6228647"/>
            <a:ext cx="209234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T1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R(A)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C87BDE8-C1CF-7CB5-24CC-BA4D66DD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4055" y="7536498"/>
            <a:ext cx="232731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W(A)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Commit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142BBB2-2FE3-AD87-D480-402D1021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6270" y="9074567"/>
            <a:ext cx="209234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W(A)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Commit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4972B1A2-F1F2-4AB3-F83E-A3E951488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4009" y="6430437"/>
            <a:ext cx="2092342" cy="6469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T2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694C1C1-447A-8945-D20A-B4B9AC713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65330"/>
              </p:ext>
            </p:extLst>
          </p:nvPr>
        </p:nvGraphicFramePr>
        <p:xfrm>
          <a:off x="17042038" y="6280020"/>
          <a:ext cx="6984872" cy="6960492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492436">
                  <a:extLst>
                    <a:ext uri="{9D8B030D-6E8A-4147-A177-3AD203B41FA5}">
                      <a16:colId xmlns:a16="http://schemas.microsoft.com/office/drawing/2014/main" val="2873715721"/>
                    </a:ext>
                  </a:extLst>
                </a:gridCol>
                <a:gridCol w="3492436">
                  <a:extLst>
                    <a:ext uri="{9D8B030D-6E8A-4147-A177-3AD203B41FA5}">
                      <a16:colId xmlns:a16="http://schemas.microsoft.com/office/drawing/2014/main" val="3922963664"/>
                    </a:ext>
                  </a:extLst>
                </a:gridCol>
              </a:tblGrid>
              <a:tr h="1309203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638365"/>
                  </a:ext>
                </a:extLst>
              </a:tr>
              <a:tr h="565128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50553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5"/>
            <a:ext cx="20273976" cy="10643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Consider the following history: r1[x], r2[x], w2[x], r1[y], r2[y]</a:t>
            </a:r>
            <a:b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Let TS(T1) and TS(T2) be 1 and 2 respectively. Show that the above history can be accepted by the timestamp-ordering protocol</a:t>
            </a:r>
          </a:p>
          <a:p>
            <a:pPr marL="685800" lvl="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Ans: Assume the initial timestamp of x and y = 0, consider each of the cases:</a:t>
            </a:r>
          </a:p>
          <a:p>
            <a:pPr marL="1905000" lvl="1" indent="-685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r1[x]: Since TS(T1)≥W-timestamp(x), read is executed and </a:t>
            </a:r>
            <a:b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R-timestamp(x)=1</a:t>
            </a:r>
          </a:p>
          <a:p>
            <a:pPr marL="1905000" lvl="1" indent="-685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r2[x]: Since TS(T2)≥W-timestamp(x), read is executed and </a:t>
            </a:r>
            <a:b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R-timestamp(x)=2</a:t>
            </a:r>
          </a:p>
          <a:p>
            <a:pPr marL="1905000" lvl="1" indent="-685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w2[x]: Since TS(T2)≥W-timestamp(x) and TS(T2)≥R-timestamp(x), write is executed and W-timestamp(x)=2</a:t>
            </a:r>
          </a:p>
          <a:p>
            <a:pPr marL="1905000" lvl="1" indent="-685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r1[y]: Since TS(T1)≥W-timestamp(y), read is executed and </a:t>
            </a:r>
            <a:b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R-timestamp(y)=1</a:t>
            </a:r>
          </a:p>
          <a:p>
            <a:pPr marL="1905000" lvl="1" indent="-685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r2[y]: Since TS(T2)≥W-timestamp(y), read is executed and </a:t>
            </a:r>
            <a:b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R-timestamp(y)=2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Timestamp-Ordering Protocol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03332179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1927656" y="2414015"/>
            <a:ext cx="13141656" cy="10643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Unfortunately, unrecoverable schedules are allowed:</a:t>
            </a:r>
          </a:p>
          <a:p>
            <a:pPr marL="685800" lvl="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Timestamp CC can be modified                               to allow only recoverable schedules:</a:t>
            </a:r>
          </a:p>
          <a:p>
            <a:pPr marL="1905000" lvl="1" indent="-685800">
              <a:spcBef>
                <a:spcPts val="4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Buffer all writes </a:t>
            </a: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until writer commits (but update WTS(O) when the write is </a:t>
            </a:r>
            <a:r>
              <a:rPr lang="en-US" dirty="0">
                <a:solidFill>
                  <a:srgbClr val="007ABF"/>
                </a:solidFill>
                <a:latin typeface="Cambria" pitchFamily="18" charset="0"/>
                <a:ea typeface="Cambria" pitchFamily="18" charset="0"/>
              </a:rPr>
              <a:t>allowed</a:t>
            </a: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.)</a:t>
            </a:r>
          </a:p>
          <a:p>
            <a:pPr marL="1905000" lvl="1" indent="-685800">
              <a:spcBef>
                <a:spcPts val="4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Block readers </a:t>
            </a: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T (where TS(T) &gt; WTS(O)) until writer of O commits.</a:t>
            </a:r>
          </a:p>
          <a:p>
            <a:pPr marL="685800" lvl="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mbria" pitchFamily="18" charset="0"/>
                <a:ea typeface="Cambria" pitchFamily="18" charset="0"/>
              </a:rPr>
              <a:t>Similar to writers holding X locks until commit, but still not quite 2PL.</a:t>
            </a:r>
          </a:p>
          <a:p>
            <a:pPr marL="685800" lvl="0" indent="-685800">
              <a:spcBef>
                <a:spcPts val="42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03805"/>
            <a:ext cx="14715569" cy="510281"/>
          </a:xfrm>
        </p:spPr>
        <p:txBody>
          <a:bodyPr>
            <a:noAutofit/>
          </a:bodyPr>
          <a:lstStyle/>
          <a:p>
            <a:r>
              <a:rPr lang="en-US" sz="4000" dirty="0"/>
              <a:t>Timestamp CC and Recoverability</a:t>
            </a:r>
            <a:endParaRPr lang="en-ID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1025F4-81C0-BEE6-1B39-E702CEF80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63643"/>
              </p:ext>
            </p:extLst>
          </p:nvPr>
        </p:nvGraphicFramePr>
        <p:xfrm>
          <a:off x="16135294" y="4255577"/>
          <a:ext cx="6984872" cy="6960492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492436">
                  <a:extLst>
                    <a:ext uri="{9D8B030D-6E8A-4147-A177-3AD203B41FA5}">
                      <a16:colId xmlns:a16="http://schemas.microsoft.com/office/drawing/2014/main" val="2873715721"/>
                    </a:ext>
                  </a:extLst>
                </a:gridCol>
                <a:gridCol w="3492436">
                  <a:extLst>
                    <a:ext uri="{9D8B030D-6E8A-4147-A177-3AD203B41FA5}">
                      <a16:colId xmlns:a16="http://schemas.microsoft.com/office/drawing/2014/main" val="3922963664"/>
                    </a:ext>
                  </a:extLst>
                </a:gridCol>
              </a:tblGrid>
              <a:tr h="1309203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638365"/>
                  </a:ext>
                </a:extLst>
              </a:tr>
              <a:tr h="565128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465"/>
                  </a:ext>
                </a:extLst>
              </a:tr>
            </a:tbl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7DE48F7D-6961-8BE3-6680-85F237A2B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0891" y="13716000"/>
            <a:ext cx="209234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T1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R(A)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C875F-048B-59E9-2497-F92C31D52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2000" y="15023851"/>
            <a:ext cx="232731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W(A)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Commit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BBD4435-E28B-060F-6CF7-0A08C3A16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4215" y="16561920"/>
            <a:ext cx="209234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W(A)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Commit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369CBC-D5FC-7B99-09D7-662EEED96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1954" y="13917790"/>
            <a:ext cx="2092342" cy="6469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Book Antiqua" panose="02040602050305030304" pitchFamily="18" charset="0"/>
                <a:ea typeface="新細明體" panose="020B0604030504040204" pitchFamily="18" charset="-120"/>
              </a:rPr>
              <a:t>T2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0F055CC-AC7E-7EFC-63BC-E00A46F9D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0099" y="4302880"/>
            <a:ext cx="2092342" cy="12009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Book Antiqua" panose="02040602050305030304" pitchFamily="18" charset="0"/>
                <a:ea typeface="新細明體" panose="020B0604030504040204" pitchFamily="18" charset="-120"/>
              </a:rPr>
              <a:t>T1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Book Antiqua" panose="02040602050305030304" pitchFamily="18" charset="0"/>
                <a:ea typeface="新細明體" panose="020B0604030504040204" pitchFamily="18" charset="-120"/>
              </a:rPr>
              <a:t>W(A)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7B1E53E-99E1-127D-53F9-B71F5F4F1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8612" y="5657029"/>
            <a:ext cx="2327312" cy="17549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Book Antiqua" panose="02040602050305030304" pitchFamily="18" charset="0"/>
                <a:ea typeface="新細明體" panose="020B0604030504040204" pitchFamily="18" charset="-120"/>
              </a:rPr>
              <a:t>R(A)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Book Antiqua" panose="02040602050305030304" pitchFamily="18" charset="0"/>
                <a:ea typeface="新細明體" panose="020B0604030504040204" pitchFamily="18" charset="-120"/>
              </a:rPr>
              <a:t>W(B)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Book Antiqua" panose="02040602050305030304" pitchFamily="18" charset="0"/>
                <a:ea typeface="新細明體" panose="020B0604030504040204" pitchFamily="18" charset="-120"/>
              </a:rPr>
              <a:t>Commit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568758F-2540-E066-A1B8-831FE54A0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6411" y="4212062"/>
            <a:ext cx="2092342" cy="6469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Book Antiqua" panose="02040602050305030304" pitchFamily="18" charset="0"/>
                <a:ea typeface="新細明體" panose="020B0604030504040204" pitchFamily="18" charset="-120"/>
              </a:rPr>
              <a:t>T2</a:t>
            </a:r>
          </a:p>
        </p:txBody>
      </p:sp>
    </p:spTree>
    <p:extLst>
      <p:ext uri="{BB962C8B-B14F-4D97-AF65-F5344CB8AC3E}">
        <p14:creationId xmlns:p14="http://schemas.microsoft.com/office/powerpoint/2010/main" val="251473900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3C2A69-6E3C-0E01-0D0A-C72966157E9E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8F3B7-E7E6-E44E-25EA-F7E2C52AB843}"/>
              </a:ext>
            </a:extLst>
          </p:cNvPr>
          <p:cNvSpPr txBox="1"/>
          <p:nvPr/>
        </p:nvSpPr>
        <p:spPr>
          <a:xfrm>
            <a:off x="1206496" y="2334768"/>
            <a:ext cx="22301200" cy="61555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There are several lock-based concurrency control schemes (Strict 2PL, 2PL). Conflicts between transactions can be detected in the dependency graph</a:t>
            </a:r>
          </a:p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 lock manager keeps track of the locks issued. Deadlocks can either be prevented or detected.</a:t>
            </a:r>
          </a:p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Naïve locking strategies may have the phantom problem </a:t>
            </a:r>
          </a:p>
        </p:txBody>
      </p:sp>
    </p:spTree>
    <p:extLst>
      <p:ext uri="{BB962C8B-B14F-4D97-AF65-F5344CB8AC3E}">
        <p14:creationId xmlns:p14="http://schemas.microsoft.com/office/powerpoint/2010/main" val="170275319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D34E-2DC4-3ACB-2967-B6A7722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800100"/>
            <a:ext cx="21971004" cy="1790700"/>
          </a:xfrm>
        </p:spPr>
        <p:txBody>
          <a:bodyPr/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723E0-CB99-EADA-4C23-254BEFF7F6E4}"/>
              </a:ext>
            </a:extLst>
          </p:cNvPr>
          <p:cNvSpPr txBox="1"/>
          <p:nvPr/>
        </p:nvSpPr>
        <p:spPr>
          <a:xfrm>
            <a:off x="787400" y="2870201"/>
            <a:ext cx="22174200" cy="4939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016000" lvl="0" indent="-914400" algn="l">
              <a:spcAft>
                <a:spcPts val="54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Why is concurrency control important in a multi-user database environment? Give an example of a potential problem that can occur if it is not properly managed.</a:t>
            </a:r>
          </a:p>
          <a:p>
            <a:pPr marL="1016000" lvl="0" indent="-914400" algn="l">
              <a:spcAft>
                <a:spcPts val="54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What is a conflict serializable schedule? How do we determine whether a schedule is conflict serializable?</a:t>
            </a:r>
          </a:p>
        </p:txBody>
      </p:sp>
    </p:spTree>
    <p:extLst>
      <p:ext uri="{BB962C8B-B14F-4D97-AF65-F5344CB8AC3E}">
        <p14:creationId xmlns:p14="http://schemas.microsoft.com/office/powerpoint/2010/main" val="350001893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12DA8F-6E95-D5EB-00B0-BF8C363C0033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ECC02-83BB-9260-5A52-F39ED0A6902F}"/>
              </a:ext>
            </a:extLst>
          </p:cNvPr>
          <p:cNvSpPr txBox="1"/>
          <p:nvPr/>
        </p:nvSpPr>
        <p:spPr>
          <a:xfrm>
            <a:off x="1371600" y="3556001"/>
            <a:ext cx="22174200" cy="6017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Ramez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Elmasri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, Shamkant Navathe. Fundamentals of Database Systems 7th Edition. Pearson. New York. </a:t>
            </a:r>
          </a:p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Ramakrishnan, Raghu,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Gehrke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, Johannes. Database Management Systems, Third Edition. New York: The McGraw-Hill Companies, Inc</a:t>
            </a:r>
          </a:p>
        </p:txBody>
      </p:sp>
    </p:spTree>
    <p:extLst>
      <p:ext uri="{BB962C8B-B14F-4D97-AF65-F5344CB8AC3E}">
        <p14:creationId xmlns:p14="http://schemas.microsoft.com/office/powerpoint/2010/main" val="365886505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2256</TotalTime>
  <Words>2307</Words>
  <Application>Microsoft Office PowerPoint</Application>
  <PresentationFormat>Custom</PresentationFormat>
  <Paragraphs>317</Paragraphs>
  <Slides>34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Courier New</vt:lpstr>
      <vt:lpstr>Cambria</vt:lpstr>
      <vt:lpstr>Wingdings</vt:lpstr>
      <vt:lpstr>Open Sans</vt:lpstr>
      <vt:lpstr>Symbol</vt:lpstr>
      <vt:lpstr>Open Sans Semibold</vt:lpstr>
      <vt:lpstr>Arial</vt:lpstr>
      <vt:lpstr>OCRB</vt:lpstr>
      <vt:lpstr>Open Sans Light</vt:lpstr>
      <vt:lpstr>Book Antiqua</vt:lpstr>
      <vt:lpstr>Open Sans ExtraBold</vt:lpstr>
      <vt:lpstr>21_BasicWhite</vt:lpstr>
      <vt:lpstr>Concurency Control</vt:lpstr>
      <vt:lpstr>Learning Objective</vt:lpstr>
      <vt:lpstr>Outline</vt:lpstr>
      <vt:lpstr>Conflict Serializable Schedules</vt:lpstr>
      <vt:lpstr>Conflict Serializable Schedules</vt:lpstr>
      <vt:lpstr>Example </vt:lpstr>
      <vt:lpstr>Dependency Graph</vt:lpstr>
      <vt:lpstr>Dependency Graph</vt:lpstr>
      <vt:lpstr>Locking: A Technique for C. C.</vt:lpstr>
      <vt:lpstr>Two-Phase Locking (2PL)</vt:lpstr>
      <vt:lpstr>Strict 2PL</vt:lpstr>
      <vt:lpstr>Lock Management</vt:lpstr>
      <vt:lpstr>Lock Manager Implementation</vt:lpstr>
      <vt:lpstr>Handling a Lock Request</vt:lpstr>
      <vt:lpstr>More Lock Manager Logic</vt:lpstr>
      <vt:lpstr>Lock Upgrades</vt:lpstr>
      <vt:lpstr>Deadlocks</vt:lpstr>
      <vt:lpstr>Deadlock Prevention</vt:lpstr>
      <vt:lpstr>Deadlock Detection</vt:lpstr>
      <vt:lpstr>Deadlock Detection (Continued)</vt:lpstr>
      <vt:lpstr>Prevention vs. Detection</vt:lpstr>
      <vt:lpstr>Multiple-Granularity Locks</vt:lpstr>
      <vt:lpstr>Solution: New Lock Modes, Protocol</vt:lpstr>
      <vt:lpstr>Multiple Granularity Lock Protocol</vt:lpstr>
      <vt:lpstr>Examples</vt:lpstr>
      <vt:lpstr>Timestamp CC</vt:lpstr>
      <vt:lpstr>Timestamp-Ordering Protocol</vt:lpstr>
      <vt:lpstr>When Xact T wants to read Object O</vt:lpstr>
      <vt:lpstr>When Xact T wants to Write Object O</vt:lpstr>
      <vt:lpstr>Timestamp-Ordering Protocol</vt:lpstr>
      <vt:lpstr>Timestamp CC and Recoverability</vt:lpstr>
      <vt:lpstr>PowerPoint Presentation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Achmad</dc:creator>
  <cp:lastModifiedBy>Said Achmad</cp:lastModifiedBy>
  <cp:revision>21</cp:revision>
  <dcterms:created xsi:type="dcterms:W3CDTF">2023-10-26T06:53:09Z</dcterms:created>
  <dcterms:modified xsi:type="dcterms:W3CDTF">2025-06-01T15:00:40Z</dcterms:modified>
</cp:coreProperties>
</file>