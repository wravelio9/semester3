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9"/>
  </p:notesMasterIdLst>
  <p:sldIdLst>
    <p:sldId id="290" r:id="rId2"/>
    <p:sldId id="257" r:id="rId3"/>
    <p:sldId id="258" r:id="rId4"/>
    <p:sldId id="353" r:id="rId5"/>
    <p:sldId id="459" r:id="rId6"/>
    <p:sldId id="461" r:id="rId7"/>
    <p:sldId id="462" r:id="rId8"/>
    <p:sldId id="463" r:id="rId9"/>
    <p:sldId id="464" r:id="rId10"/>
    <p:sldId id="465" r:id="rId11"/>
    <p:sldId id="467" r:id="rId12"/>
    <p:sldId id="466" r:id="rId13"/>
    <p:sldId id="468" r:id="rId14"/>
    <p:sldId id="469" r:id="rId15"/>
    <p:sldId id="470" r:id="rId16"/>
    <p:sldId id="471" r:id="rId17"/>
    <p:sldId id="472" r:id="rId18"/>
    <p:sldId id="473" r:id="rId19"/>
    <p:sldId id="474" r:id="rId20"/>
    <p:sldId id="475" r:id="rId21"/>
    <p:sldId id="476" r:id="rId22"/>
    <p:sldId id="487" r:id="rId23"/>
    <p:sldId id="488" r:id="rId24"/>
    <p:sldId id="477" r:id="rId25"/>
    <p:sldId id="479" r:id="rId26"/>
    <p:sldId id="478" r:id="rId27"/>
    <p:sldId id="480" r:id="rId28"/>
    <p:sldId id="481" r:id="rId29"/>
    <p:sldId id="482" r:id="rId30"/>
    <p:sldId id="483" r:id="rId31"/>
    <p:sldId id="484" r:id="rId32"/>
    <p:sldId id="485" r:id="rId33"/>
    <p:sldId id="486" r:id="rId34"/>
    <p:sldId id="431" r:id="rId35"/>
    <p:sldId id="424" r:id="rId36"/>
    <p:sldId id="458" r:id="rId37"/>
    <p:sldId id="278" r:id="rId38"/>
  </p:sldIdLst>
  <p:sldSz cx="24384000" cy="13716000"/>
  <p:notesSz cx="6858000" cy="9144000"/>
  <p:embeddedFontLst>
    <p:embeddedFont>
      <p:font typeface="Cambria Math" panose="02040503050406030204" pitchFamily="18" charset="0"/>
      <p:regular r:id="rId40"/>
    </p:embeddedFont>
    <p:embeddedFont>
      <p:font typeface="OCRB" panose="020B0609020202020204" pitchFamily="49" charset="0"/>
      <p:regular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FA7CA-302E-8BBC-097A-192E3B8A3708}" v="2" dt="2026-04-09T07:16:44.49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641" autoAdjust="0"/>
  </p:normalViewPr>
  <p:slideViewPr>
    <p:cSldViewPr snapToGrid="0" snapToObjects="1">
      <p:cViewPr varScale="1">
        <p:scale>
          <a:sx n="26" d="100"/>
          <a:sy n="26" d="100"/>
        </p:scale>
        <p:origin x="268" y="48"/>
      </p:cViewPr>
      <p:guideLst>
        <p:guide orient="horz" pos="4320"/>
        <p:guide pos="76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o Halim" userId="e67b7075-521d-4436-9593-c3b020a99b57" providerId="ADAL" clId="{51BE432B-4882-44AA-B011-DD88D23C88BA}"/>
    <pc:docChg chg="undo redo custSel addSld delSld modSld sldOrd">
      <pc:chgData name="Rico Halim" userId="e67b7075-521d-4436-9593-c3b020a99b57" providerId="ADAL" clId="{51BE432B-4882-44AA-B011-DD88D23C88BA}" dt="2026-03-20T16:38:20.752" v="5208" actId="16959"/>
      <pc:docMkLst>
        <pc:docMk/>
      </pc:docMkLst>
      <pc:sldChg chg="modSp mod modNotesTx">
        <pc:chgData name="Rico Halim" userId="e67b7075-521d-4436-9593-c3b020a99b57" providerId="ADAL" clId="{51BE432B-4882-44AA-B011-DD88D23C88BA}" dt="2026-03-20T11:47:04.855" v="3024" actId="113"/>
        <pc:sldMkLst>
          <pc:docMk/>
          <pc:sldMk cId="2766454393" sldId="257"/>
        </pc:sldMkLst>
        <pc:spChg chg="mod">
          <ac:chgData name="Rico Halim" userId="e67b7075-521d-4436-9593-c3b020a99b57" providerId="ADAL" clId="{51BE432B-4882-44AA-B011-DD88D23C88BA}" dt="2026-03-20T11:46:37.823" v="3022" actId="20577"/>
          <ac:spMkLst>
            <pc:docMk/>
            <pc:sldMk cId="2766454393" sldId="257"/>
            <ac:spMk id="3" creationId="{0002D373-5BC5-C51D-92C2-C090C3857861}"/>
          </ac:spMkLst>
        </pc:spChg>
        <pc:spChg chg="mod">
          <ac:chgData name="Rico Halim" userId="e67b7075-521d-4436-9593-c3b020a99b57" providerId="ADAL" clId="{51BE432B-4882-44AA-B011-DD88D23C88BA}" dt="2026-03-20T11:47:04.855" v="3024" actId="113"/>
          <ac:spMkLst>
            <pc:docMk/>
            <pc:sldMk cId="2766454393" sldId="257"/>
            <ac:spMk id="4" creationId="{72B426B6-A02E-F758-7A2B-554FFF354A1A}"/>
          </ac:spMkLst>
        </pc:spChg>
      </pc:sldChg>
      <pc:sldChg chg="addSp delSp modSp mod">
        <pc:chgData name="Rico Halim" userId="e67b7075-521d-4436-9593-c3b020a99b57" providerId="ADAL" clId="{51BE432B-4882-44AA-B011-DD88D23C88BA}" dt="2026-03-20T11:48:04.685" v="3034" actId="20577"/>
        <pc:sldMkLst>
          <pc:docMk/>
          <pc:sldMk cId="1889462471" sldId="258"/>
        </pc:sldMkLst>
        <pc:spChg chg="mod">
          <ac:chgData name="Rico Halim" userId="e67b7075-521d-4436-9593-c3b020a99b57" providerId="ADAL" clId="{51BE432B-4882-44AA-B011-DD88D23C88BA}" dt="2026-03-20T11:47:12.653" v="3026" actId="20577"/>
          <ac:spMkLst>
            <pc:docMk/>
            <pc:sldMk cId="1889462471" sldId="258"/>
            <ac:spMk id="3" creationId="{0002D373-5BC5-C51D-92C2-C090C3857861}"/>
          </ac:spMkLst>
        </pc:spChg>
        <pc:spChg chg="add del mod">
          <ac:chgData name="Rico Halim" userId="e67b7075-521d-4436-9593-c3b020a99b57" providerId="ADAL" clId="{51BE432B-4882-44AA-B011-DD88D23C88BA}" dt="2026-03-20T11:48:04.685" v="3034" actId="20577"/>
          <ac:spMkLst>
            <pc:docMk/>
            <pc:sldMk cId="1889462471" sldId="258"/>
            <ac:spMk id="4" creationId="{72B426B6-A02E-F758-7A2B-554FFF354A1A}"/>
          </ac:spMkLst>
        </pc:spChg>
      </pc:sldChg>
      <pc:sldChg chg="addSp delSp modSp mod modShow">
        <pc:chgData name="Rico Halim" userId="e67b7075-521d-4436-9593-c3b020a99b57" providerId="ADAL" clId="{51BE432B-4882-44AA-B011-DD88D23C88BA}" dt="2026-03-20T16:29:57.261" v="5138"/>
        <pc:sldMkLst>
          <pc:docMk/>
          <pc:sldMk cId="3774771954" sldId="278"/>
        </pc:sldMkLst>
        <pc:spChg chg="mod">
          <ac:chgData name="Rico Halim" userId="e67b7075-521d-4436-9593-c3b020a99b57" providerId="ADAL" clId="{51BE432B-4882-44AA-B011-DD88D23C88BA}" dt="2026-03-20T11:47:36.363" v="3029" actId="20577"/>
          <ac:spMkLst>
            <pc:docMk/>
            <pc:sldMk cId="3774771954" sldId="278"/>
            <ac:spMk id="3" creationId="{C9FD4B36-DB29-EC9E-2767-9ED5EA04575E}"/>
          </ac:spMkLst>
        </pc:spChg>
        <pc:spChg chg="add del mod">
          <ac:chgData name="Rico Halim" userId="e67b7075-521d-4436-9593-c3b020a99b57" providerId="ADAL" clId="{51BE432B-4882-44AA-B011-DD88D23C88BA}" dt="2026-03-20T16:29:57.261" v="5138"/>
          <ac:spMkLst>
            <pc:docMk/>
            <pc:sldMk cId="3774771954" sldId="278"/>
            <ac:spMk id="6" creationId="{CFC03F54-B3BC-80AB-98AC-C3ABDC8D86EE}"/>
          </ac:spMkLst>
        </pc:spChg>
      </pc:sldChg>
      <pc:sldChg chg="modSp mod">
        <pc:chgData name="Rico Halim" userId="e67b7075-521d-4436-9593-c3b020a99b57" providerId="ADAL" clId="{51BE432B-4882-44AA-B011-DD88D23C88BA}" dt="2026-03-20T11:45:57.133" v="3019" actId="20577"/>
        <pc:sldMkLst>
          <pc:docMk/>
          <pc:sldMk cId="4205779256" sldId="290"/>
        </pc:sldMkLst>
        <pc:spChg chg="mod">
          <ac:chgData name="Rico Halim" userId="e67b7075-521d-4436-9593-c3b020a99b57" providerId="ADAL" clId="{51BE432B-4882-44AA-B011-DD88D23C88BA}" dt="2026-03-20T11:45:52.369" v="3017" actId="20577"/>
          <ac:spMkLst>
            <pc:docMk/>
            <pc:sldMk cId="4205779256" sldId="290"/>
            <ac:spMk id="2" creationId="{50F9371B-F92F-AED8-457A-F4BAE6779B8C}"/>
          </ac:spMkLst>
        </pc:spChg>
        <pc:spChg chg="mod">
          <ac:chgData name="Rico Halim" userId="e67b7075-521d-4436-9593-c3b020a99b57" providerId="ADAL" clId="{51BE432B-4882-44AA-B011-DD88D23C88BA}" dt="2026-03-20T11:45:57.133" v="3019" actId="20577"/>
          <ac:spMkLst>
            <pc:docMk/>
            <pc:sldMk cId="4205779256" sldId="290"/>
            <ac:spMk id="3" creationId="{05C0E2BF-BBBC-BF27-4255-C5149D193112}"/>
          </ac:spMkLst>
        </pc:spChg>
      </pc:sldChg>
      <pc:sldChg chg="addSp delSp modSp mod">
        <pc:chgData name="Rico Halim" userId="e67b7075-521d-4436-9593-c3b020a99b57" providerId="ADAL" clId="{51BE432B-4882-44AA-B011-DD88D23C88BA}" dt="2026-03-20T16:35:53.233" v="5143" actId="20577"/>
        <pc:sldMkLst>
          <pc:docMk/>
          <pc:sldMk cId="60833931" sldId="353"/>
        </pc:sldMkLst>
        <pc:spChg chg="mod">
          <ac:chgData name="Rico Halim" userId="e67b7075-521d-4436-9593-c3b020a99b57" providerId="ADAL" clId="{51BE432B-4882-44AA-B011-DD88D23C88BA}" dt="2026-03-20T16:35:53.233" v="5143" actId="20577"/>
          <ac:spMkLst>
            <pc:docMk/>
            <pc:sldMk cId="60833931" sldId="353"/>
            <ac:spMk id="4" creationId="{E25F03C2-AB0D-6794-B60F-46FAB7775C86}"/>
          </ac:spMkLst>
        </pc:spChg>
        <pc:spChg chg="mod">
          <ac:chgData name="Rico Halim" userId="e67b7075-521d-4436-9593-c3b020a99b57" providerId="ADAL" clId="{51BE432B-4882-44AA-B011-DD88D23C88BA}" dt="2026-03-20T11:50:09.454" v="3035"/>
          <ac:spMkLst>
            <pc:docMk/>
            <pc:sldMk cId="60833931" sldId="353"/>
            <ac:spMk id="6" creationId="{45267CAF-4E6D-359B-2142-2B42E0F585BC}"/>
          </ac:spMkLst>
        </pc:spChg>
        <pc:spChg chg="mod">
          <ac:chgData name="Rico Halim" userId="e67b7075-521d-4436-9593-c3b020a99b57" providerId="ADAL" clId="{51BE432B-4882-44AA-B011-DD88D23C88BA}" dt="2026-03-20T11:50:11.467" v="3036" actId="20577"/>
          <ac:spMkLst>
            <pc:docMk/>
            <pc:sldMk cId="60833931" sldId="353"/>
            <ac:spMk id="8" creationId="{FBB7E9DD-F947-A1FF-98E2-678F0FB367E0}"/>
          </ac:spMkLst>
        </pc:spChg>
        <pc:picChg chg="add mod ord modCrop">
          <ac:chgData name="Rico Halim" userId="e67b7075-521d-4436-9593-c3b020a99b57" providerId="ADAL" clId="{51BE432B-4882-44AA-B011-DD88D23C88BA}" dt="2026-03-20T11:55:57.576" v="3064" actId="1036"/>
          <ac:picMkLst>
            <pc:docMk/>
            <pc:sldMk cId="60833931" sldId="353"/>
            <ac:picMk id="7" creationId="{B3DACAD8-B75B-A037-6B91-CC83A9848424}"/>
          </ac:picMkLst>
        </pc:picChg>
      </pc:sldChg>
      <pc:sldChg chg="addSp delSp modSp mod modShow modNotesTx">
        <pc:chgData name="Rico Halim" userId="e67b7075-521d-4436-9593-c3b020a99b57" providerId="ADAL" clId="{51BE432B-4882-44AA-B011-DD88D23C88BA}" dt="2026-03-20T16:11:39.215" v="5108" actId="729"/>
        <pc:sldMkLst>
          <pc:docMk/>
          <pc:sldMk cId="2666212466" sldId="424"/>
        </pc:sldMkLst>
        <pc:picChg chg="add mod ord modCrop">
          <ac:chgData name="Rico Halim" userId="e67b7075-521d-4436-9593-c3b020a99b57" providerId="ADAL" clId="{51BE432B-4882-44AA-B011-DD88D23C88BA}" dt="2026-03-20T16:11:36.111" v="5107" actId="1076"/>
          <ac:picMkLst>
            <pc:docMk/>
            <pc:sldMk cId="2666212466" sldId="424"/>
            <ac:picMk id="6" creationId="{4869A999-EEB7-DE43-725A-FA9AA7C838B8}"/>
          </ac:picMkLst>
        </pc:picChg>
      </pc:sldChg>
      <pc:sldChg chg="addSp modSp add del mod modShow modNotesTx">
        <pc:chgData name="Rico Halim" userId="e67b7075-521d-4436-9593-c3b020a99b57" providerId="ADAL" clId="{51BE432B-4882-44AA-B011-DD88D23C88BA}" dt="2026-03-20T16:06:26.947" v="5100" actId="729"/>
        <pc:sldMkLst>
          <pc:docMk/>
          <pc:sldMk cId="2743595152" sldId="431"/>
        </pc:sldMkLst>
        <pc:spChg chg="mod">
          <ac:chgData name="Rico Halim" userId="e67b7075-521d-4436-9593-c3b020a99b57" providerId="ADAL" clId="{51BE432B-4882-44AA-B011-DD88D23C88BA}" dt="2026-03-20T16:06:17.577" v="5099" actId="20577"/>
          <ac:spMkLst>
            <pc:docMk/>
            <pc:sldMk cId="2743595152" sldId="431"/>
            <ac:spMk id="5" creationId="{16D70CE6-8905-FA20-4424-B5730B8F2F20}"/>
          </ac:spMkLst>
        </pc:spChg>
      </pc:sldChg>
      <pc:sldChg chg="addSp modSp add mod modShow">
        <pc:chgData name="Rico Halim" userId="e67b7075-521d-4436-9593-c3b020a99b57" providerId="ADAL" clId="{51BE432B-4882-44AA-B011-DD88D23C88BA}" dt="2026-03-20T16:13:06.920" v="5129" actId="729"/>
        <pc:sldMkLst>
          <pc:docMk/>
          <pc:sldMk cId="1618933723" sldId="458"/>
        </pc:sldMkLst>
        <pc:spChg chg="mod">
          <ac:chgData name="Rico Halim" userId="e67b7075-521d-4436-9593-c3b020a99b57" providerId="ADAL" clId="{51BE432B-4882-44AA-B011-DD88D23C88BA}" dt="2026-03-20T16:12:38.987" v="5128"/>
          <ac:spMkLst>
            <pc:docMk/>
            <pc:sldMk cId="1618933723" sldId="458"/>
            <ac:spMk id="17" creationId="{49F5AF5E-A6CC-E36F-83FC-63355D1D5C1C}"/>
          </ac:spMkLst>
        </pc:spChg>
      </pc:sldChg>
      <pc:sldChg chg="addSp delSp modSp add mod">
        <pc:chgData name="Rico Halim" userId="e67b7075-521d-4436-9593-c3b020a99b57" providerId="ADAL" clId="{51BE432B-4882-44AA-B011-DD88D23C88BA}" dt="2026-03-20T11:59:24.549" v="3074" actId="1076"/>
        <pc:sldMkLst>
          <pc:docMk/>
          <pc:sldMk cId="3327982932" sldId="459"/>
        </pc:sldMkLst>
        <pc:spChg chg="add mod">
          <ac:chgData name="Rico Halim" userId="e67b7075-521d-4436-9593-c3b020a99b57" providerId="ADAL" clId="{51BE432B-4882-44AA-B011-DD88D23C88BA}" dt="2026-03-20T11:58:36.181" v="3069"/>
          <ac:spMkLst>
            <pc:docMk/>
            <pc:sldMk cId="3327982932" sldId="459"/>
            <ac:spMk id="2" creationId="{0579D678-06D0-369C-D7A6-3A6CEDAA06E7}"/>
          </ac:spMkLst>
        </pc:spChg>
        <pc:spChg chg="mod">
          <ac:chgData name="Rico Halim" userId="e67b7075-521d-4436-9593-c3b020a99b57" providerId="ADAL" clId="{51BE432B-4882-44AA-B011-DD88D23C88BA}" dt="2026-03-20T11:58:50.698" v="3071" actId="20577"/>
          <ac:spMkLst>
            <pc:docMk/>
            <pc:sldMk cId="3327982932" sldId="459"/>
            <ac:spMk id="4" creationId="{9D1B7FF9-44CE-0A62-EE01-54DC48AF1314}"/>
          </ac:spMkLst>
        </pc:spChg>
        <pc:spChg chg="mod">
          <ac:chgData name="Rico Halim" userId="e67b7075-521d-4436-9593-c3b020a99b57" providerId="ADAL" clId="{51BE432B-4882-44AA-B011-DD88D23C88BA}" dt="2026-03-20T11:56:36.071" v="3066"/>
          <ac:spMkLst>
            <pc:docMk/>
            <pc:sldMk cId="3327982932" sldId="459"/>
            <ac:spMk id="8" creationId="{C870F95F-6D3B-F099-52F1-10960317EB96}"/>
          </ac:spMkLst>
        </pc:spChg>
        <pc:picChg chg="add mod">
          <ac:chgData name="Rico Halim" userId="e67b7075-521d-4436-9593-c3b020a99b57" providerId="ADAL" clId="{51BE432B-4882-44AA-B011-DD88D23C88BA}" dt="2026-03-20T11:59:24.549" v="3074" actId="1076"/>
          <ac:picMkLst>
            <pc:docMk/>
            <pc:sldMk cId="3327982932" sldId="459"/>
            <ac:picMk id="5" creationId="{BD2081F4-3F8D-EE21-1794-AF1725BF9305}"/>
          </ac:picMkLst>
        </pc:picChg>
      </pc:sldChg>
      <pc:sldChg chg="addSp delSp modSp add mod">
        <pc:chgData name="Rico Halim" userId="e67b7075-521d-4436-9593-c3b020a99b57" providerId="ADAL" clId="{51BE432B-4882-44AA-B011-DD88D23C88BA}" dt="2026-03-20T12:07:31.105" v="3093" actId="1035"/>
        <pc:sldMkLst>
          <pc:docMk/>
          <pc:sldMk cId="3996441638" sldId="461"/>
        </pc:sldMkLst>
        <pc:spChg chg="mod">
          <ac:chgData name="Rico Halim" userId="e67b7075-521d-4436-9593-c3b020a99b57" providerId="ADAL" clId="{51BE432B-4882-44AA-B011-DD88D23C88BA}" dt="2026-03-20T12:03:49.863" v="3077" actId="20577"/>
          <ac:spMkLst>
            <pc:docMk/>
            <pc:sldMk cId="3996441638" sldId="461"/>
            <ac:spMk id="6" creationId="{B978B8E2-E6EC-3D2A-0898-2F3EE5ADCC03}"/>
          </ac:spMkLst>
        </pc:spChg>
        <pc:spChg chg="mod">
          <ac:chgData name="Rico Halim" userId="e67b7075-521d-4436-9593-c3b020a99b57" providerId="ADAL" clId="{51BE432B-4882-44AA-B011-DD88D23C88BA}" dt="2026-03-20T12:03:52.193" v="3078"/>
          <ac:spMkLst>
            <pc:docMk/>
            <pc:sldMk cId="3996441638" sldId="461"/>
            <ac:spMk id="8" creationId="{DB7DF974-9E10-DE8B-D9E6-877D88ADB561}"/>
          </ac:spMkLst>
        </pc:spChg>
        <pc:picChg chg="add mod ord modCrop">
          <ac:chgData name="Rico Halim" userId="e67b7075-521d-4436-9593-c3b020a99b57" providerId="ADAL" clId="{51BE432B-4882-44AA-B011-DD88D23C88BA}" dt="2026-03-20T12:07:14.503" v="3087" actId="732"/>
          <ac:picMkLst>
            <pc:docMk/>
            <pc:sldMk cId="3996441638" sldId="461"/>
            <ac:picMk id="7" creationId="{3F1922F0-2CDA-34BE-13C5-B1720DA4DD4F}"/>
          </ac:picMkLst>
        </pc:picChg>
        <pc:picChg chg="add mod modCrop">
          <ac:chgData name="Rico Halim" userId="e67b7075-521d-4436-9593-c3b020a99b57" providerId="ADAL" clId="{51BE432B-4882-44AA-B011-DD88D23C88BA}" dt="2026-03-20T12:07:31.105" v="3093" actId="1035"/>
          <ac:picMkLst>
            <pc:docMk/>
            <pc:sldMk cId="3996441638" sldId="461"/>
            <ac:picMk id="9" creationId="{A06D0DD4-26DD-591A-B231-57212F23A613}"/>
          </ac:picMkLst>
        </pc:picChg>
      </pc:sldChg>
      <pc:sldChg chg="addSp delSp modSp add mod">
        <pc:chgData name="Rico Halim" userId="e67b7075-521d-4436-9593-c3b020a99b57" providerId="ADAL" clId="{51BE432B-4882-44AA-B011-DD88D23C88BA}" dt="2026-03-20T12:19:21.888" v="3419" actId="20577"/>
        <pc:sldMkLst>
          <pc:docMk/>
          <pc:sldMk cId="1718761655" sldId="462"/>
        </pc:sldMkLst>
        <pc:spChg chg="add del mod">
          <ac:chgData name="Rico Halim" userId="e67b7075-521d-4436-9593-c3b020a99b57" providerId="ADAL" clId="{51BE432B-4882-44AA-B011-DD88D23C88BA}" dt="2026-03-20T12:19:21.888" v="3419" actId="20577"/>
          <ac:spMkLst>
            <pc:docMk/>
            <pc:sldMk cId="1718761655" sldId="462"/>
            <ac:spMk id="4" creationId="{4954514B-189A-0BB4-8903-19B958DD7D39}"/>
          </ac:spMkLst>
        </pc:spChg>
        <pc:spChg chg="mod">
          <ac:chgData name="Rico Halim" userId="e67b7075-521d-4436-9593-c3b020a99b57" providerId="ADAL" clId="{51BE432B-4882-44AA-B011-DD88D23C88BA}" dt="2026-03-20T12:08:18.717" v="3095"/>
          <ac:spMkLst>
            <pc:docMk/>
            <pc:sldMk cId="1718761655" sldId="462"/>
            <ac:spMk id="6" creationId="{0DE1A8AD-D7DC-681B-29DA-ACB944667422}"/>
          </ac:spMkLst>
        </pc:spChg>
        <pc:spChg chg="mod">
          <ac:chgData name="Rico Halim" userId="e67b7075-521d-4436-9593-c3b020a99b57" providerId="ADAL" clId="{51BE432B-4882-44AA-B011-DD88D23C88BA}" dt="2026-03-20T12:09:03.415" v="3109" actId="16959"/>
          <ac:spMkLst>
            <pc:docMk/>
            <pc:sldMk cId="1718761655" sldId="462"/>
            <ac:spMk id="8" creationId="{A4305737-0EB0-E0CC-9A65-B844C3FF10B5}"/>
          </ac:spMkLst>
        </pc:spChg>
      </pc:sldChg>
      <pc:sldChg chg="addSp modSp add mod">
        <pc:chgData name="Rico Halim" userId="e67b7075-521d-4436-9593-c3b020a99b57" providerId="ADAL" clId="{51BE432B-4882-44AA-B011-DD88D23C88BA}" dt="2026-03-20T12:28:45.547" v="3667" actId="20577"/>
        <pc:sldMkLst>
          <pc:docMk/>
          <pc:sldMk cId="321938986" sldId="463"/>
        </pc:sldMkLst>
        <pc:spChg chg="mod">
          <ac:chgData name="Rico Halim" userId="e67b7075-521d-4436-9593-c3b020a99b57" providerId="ADAL" clId="{51BE432B-4882-44AA-B011-DD88D23C88BA}" dt="2026-03-20T12:28:45.547" v="3667" actId="20577"/>
          <ac:spMkLst>
            <pc:docMk/>
            <pc:sldMk cId="321938986" sldId="463"/>
            <ac:spMk id="4" creationId="{00D5FBBE-DB74-0C77-C470-07181C81688A}"/>
          </ac:spMkLst>
        </pc:spChg>
        <pc:picChg chg="add mod">
          <ac:chgData name="Rico Halim" userId="e67b7075-521d-4436-9593-c3b020a99b57" providerId="ADAL" clId="{51BE432B-4882-44AA-B011-DD88D23C88BA}" dt="2026-03-20T12:24:32.738" v="3535" actId="14100"/>
          <ac:picMkLst>
            <pc:docMk/>
            <pc:sldMk cId="321938986" sldId="463"/>
            <ac:picMk id="5" creationId="{C04673D5-0773-EBE6-7DFD-39FC936C8D6C}"/>
          </ac:picMkLst>
        </pc:picChg>
      </pc:sldChg>
      <pc:sldChg chg="addSp modSp add mod ord">
        <pc:chgData name="Rico Halim" userId="e67b7075-521d-4436-9593-c3b020a99b57" providerId="ADAL" clId="{51BE432B-4882-44AA-B011-DD88D23C88BA}" dt="2026-03-20T12:29:10.555" v="3674" actId="113"/>
        <pc:sldMkLst>
          <pc:docMk/>
          <pc:sldMk cId="410042747" sldId="464"/>
        </pc:sldMkLst>
        <pc:spChg chg="mod">
          <ac:chgData name="Rico Halim" userId="e67b7075-521d-4436-9593-c3b020a99b57" providerId="ADAL" clId="{51BE432B-4882-44AA-B011-DD88D23C88BA}" dt="2026-03-20T12:29:10.555" v="3674" actId="113"/>
          <ac:spMkLst>
            <pc:docMk/>
            <pc:sldMk cId="410042747" sldId="464"/>
            <ac:spMk id="4" creationId="{B04B7722-31B5-18A2-A48C-FC7D9BA89AE9}"/>
          </ac:spMkLst>
        </pc:spChg>
        <pc:spChg chg="mod">
          <ac:chgData name="Rico Halim" userId="e67b7075-521d-4436-9593-c3b020a99b57" providerId="ADAL" clId="{51BE432B-4882-44AA-B011-DD88D23C88BA}" dt="2026-03-20T12:25:49.444" v="3547" actId="16959"/>
          <ac:spMkLst>
            <pc:docMk/>
            <pc:sldMk cId="410042747" sldId="464"/>
            <ac:spMk id="8" creationId="{91112449-14AF-8A85-2D52-9933C664980B}"/>
          </ac:spMkLst>
        </pc:spChg>
      </pc:sldChg>
      <pc:sldChg chg="addSp modSp add mod">
        <pc:chgData name="Rico Halim" userId="e67b7075-521d-4436-9593-c3b020a99b57" providerId="ADAL" clId="{51BE432B-4882-44AA-B011-DD88D23C88BA}" dt="2026-03-20T12:31:49.073" v="3758" actId="1076"/>
        <pc:sldMkLst>
          <pc:docMk/>
          <pc:sldMk cId="177198988" sldId="465"/>
        </pc:sldMkLst>
        <pc:spChg chg="mod">
          <ac:chgData name="Rico Halim" userId="e67b7075-521d-4436-9593-c3b020a99b57" providerId="ADAL" clId="{51BE432B-4882-44AA-B011-DD88D23C88BA}" dt="2026-03-20T12:31:11.128" v="3756" actId="20577"/>
          <ac:spMkLst>
            <pc:docMk/>
            <pc:sldMk cId="177198988" sldId="465"/>
            <ac:spMk id="4" creationId="{CEFE1C67-AF2D-25E9-2558-7A0E6CBAFE99}"/>
          </ac:spMkLst>
        </pc:spChg>
        <pc:picChg chg="add mod">
          <ac:chgData name="Rico Halim" userId="e67b7075-521d-4436-9593-c3b020a99b57" providerId="ADAL" clId="{51BE432B-4882-44AA-B011-DD88D23C88BA}" dt="2026-03-20T12:31:49.073" v="3758" actId="1076"/>
          <ac:picMkLst>
            <pc:docMk/>
            <pc:sldMk cId="177198988" sldId="465"/>
            <ac:picMk id="5" creationId="{D300D4D6-AEF0-4752-A656-5C2710AEE4A0}"/>
          </ac:picMkLst>
        </pc:picChg>
      </pc:sldChg>
      <pc:sldChg chg="addSp modSp add mod">
        <pc:chgData name="Rico Halim" userId="e67b7075-521d-4436-9593-c3b020a99b57" providerId="ADAL" clId="{51BE432B-4882-44AA-B011-DD88D23C88BA}" dt="2026-03-20T12:43:43.460" v="3924" actId="20577"/>
        <pc:sldMkLst>
          <pc:docMk/>
          <pc:sldMk cId="36282507" sldId="466"/>
        </pc:sldMkLst>
        <pc:spChg chg="mod">
          <ac:chgData name="Rico Halim" userId="e67b7075-521d-4436-9593-c3b020a99b57" providerId="ADAL" clId="{51BE432B-4882-44AA-B011-DD88D23C88BA}" dt="2026-03-20T12:43:43.460" v="3924" actId="20577"/>
          <ac:spMkLst>
            <pc:docMk/>
            <pc:sldMk cId="36282507" sldId="466"/>
            <ac:spMk id="4" creationId="{EE139467-0EB5-AAC6-E4E2-69C07CA178CB}"/>
          </ac:spMkLst>
        </pc:spChg>
        <pc:spChg chg="mod">
          <ac:chgData name="Rico Halim" userId="e67b7075-521d-4436-9593-c3b020a99b57" providerId="ADAL" clId="{51BE432B-4882-44AA-B011-DD88D23C88BA}" dt="2026-03-20T12:37:04.243" v="3839" actId="20577"/>
          <ac:spMkLst>
            <pc:docMk/>
            <pc:sldMk cId="36282507" sldId="466"/>
            <ac:spMk id="8" creationId="{5D5DD4EF-C67B-A079-B43E-C70D88290E65}"/>
          </ac:spMkLst>
        </pc:spChg>
      </pc:sldChg>
      <pc:sldChg chg="modSp add mod ord">
        <pc:chgData name="Rico Halim" userId="e67b7075-521d-4436-9593-c3b020a99b57" providerId="ADAL" clId="{51BE432B-4882-44AA-B011-DD88D23C88BA}" dt="2026-03-20T12:42:38.173" v="3905" actId="5793"/>
        <pc:sldMkLst>
          <pc:docMk/>
          <pc:sldMk cId="2417400045" sldId="467"/>
        </pc:sldMkLst>
        <pc:spChg chg="mod">
          <ac:chgData name="Rico Halim" userId="e67b7075-521d-4436-9593-c3b020a99b57" providerId="ADAL" clId="{51BE432B-4882-44AA-B011-DD88D23C88BA}" dt="2026-03-20T12:42:38.173" v="3905" actId="5793"/>
          <ac:spMkLst>
            <pc:docMk/>
            <pc:sldMk cId="2417400045" sldId="467"/>
            <ac:spMk id="4" creationId="{A4E34E40-9941-A1A3-3647-7B6627724722}"/>
          </ac:spMkLst>
        </pc:spChg>
        <pc:spChg chg="mod">
          <ac:chgData name="Rico Halim" userId="e67b7075-521d-4436-9593-c3b020a99b57" providerId="ADAL" clId="{51BE432B-4882-44AA-B011-DD88D23C88BA}" dt="2026-03-20T12:37:17.402" v="3842"/>
          <ac:spMkLst>
            <pc:docMk/>
            <pc:sldMk cId="2417400045" sldId="467"/>
            <ac:spMk id="8" creationId="{23C7AD47-A203-AA26-5385-B6491C5E2594}"/>
          </ac:spMkLst>
        </pc:spChg>
      </pc:sldChg>
      <pc:sldChg chg="modSp add mod">
        <pc:chgData name="Rico Halim" userId="e67b7075-521d-4436-9593-c3b020a99b57" providerId="ADAL" clId="{51BE432B-4882-44AA-B011-DD88D23C88BA}" dt="2026-03-20T12:47:26.311" v="4024"/>
        <pc:sldMkLst>
          <pc:docMk/>
          <pc:sldMk cId="1516372180" sldId="468"/>
        </pc:sldMkLst>
        <pc:spChg chg="mod">
          <ac:chgData name="Rico Halim" userId="e67b7075-521d-4436-9593-c3b020a99b57" providerId="ADAL" clId="{51BE432B-4882-44AA-B011-DD88D23C88BA}" dt="2026-03-20T12:47:26.311" v="4024"/>
          <ac:spMkLst>
            <pc:docMk/>
            <pc:sldMk cId="1516372180" sldId="468"/>
            <ac:spMk id="4" creationId="{77C13E8E-4168-D434-DB76-82CBBA586076}"/>
          </ac:spMkLst>
        </pc:spChg>
      </pc:sldChg>
      <pc:sldChg chg="modSp add mod">
        <pc:chgData name="Rico Halim" userId="e67b7075-521d-4436-9593-c3b020a99b57" providerId="ADAL" clId="{51BE432B-4882-44AA-B011-DD88D23C88BA}" dt="2026-03-20T16:37:47.922" v="5203" actId="20577"/>
        <pc:sldMkLst>
          <pc:docMk/>
          <pc:sldMk cId="2331560250" sldId="469"/>
        </pc:sldMkLst>
        <pc:spChg chg="mod">
          <ac:chgData name="Rico Halim" userId="e67b7075-521d-4436-9593-c3b020a99b57" providerId="ADAL" clId="{51BE432B-4882-44AA-B011-DD88D23C88BA}" dt="2026-03-20T16:37:47.922" v="5203" actId="20577"/>
          <ac:spMkLst>
            <pc:docMk/>
            <pc:sldMk cId="2331560250" sldId="469"/>
            <ac:spMk id="4" creationId="{10159063-2526-CE12-D1D7-C144A86F2215}"/>
          </ac:spMkLst>
        </pc:spChg>
        <pc:spChg chg="mod">
          <ac:chgData name="Rico Halim" userId="e67b7075-521d-4436-9593-c3b020a99b57" providerId="ADAL" clId="{51BE432B-4882-44AA-B011-DD88D23C88BA}" dt="2026-03-20T15:10:03.819" v="4496"/>
          <ac:spMkLst>
            <pc:docMk/>
            <pc:sldMk cId="2331560250" sldId="469"/>
            <ac:spMk id="6" creationId="{08FF09E6-F533-DF63-A636-A456CA864864}"/>
          </ac:spMkLst>
        </pc:spChg>
        <pc:spChg chg="mod">
          <ac:chgData name="Rico Halim" userId="e67b7075-521d-4436-9593-c3b020a99b57" providerId="ADAL" clId="{51BE432B-4882-44AA-B011-DD88D23C88BA}" dt="2026-03-20T14:57:13.613" v="4029" actId="16959"/>
          <ac:spMkLst>
            <pc:docMk/>
            <pc:sldMk cId="2331560250" sldId="469"/>
            <ac:spMk id="8" creationId="{FEE1C2A8-6D13-56C3-2F80-5032247A4701}"/>
          </ac:spMkLst>
        </pc:spChg>
      </pc:sldChg>
      <pc:sldChg chg="addSp modSp add mod">
        <pc:chgData name="Rico Halim" userId="e67b7075-521d-4436-9593-c3b020a99b57" providerId="ADAL" clId="{51BE432B-4882-44AA-B011-DD88D23C88BA}" dt="2026-03-20T15:10:00.924" v="4495"/>
        <pc:sldMkLst>
          <pc:docMk/>
          <pc:sldMk cId="3773372119" sldId="470"/>
        </pc:sldMkLst>
        <pc:spChg chg="mod">
          <ac:chgData name="Rico Halim" userId="e67b7075-521d-4436-9593-c3b020a99b57" providerId="ADAL" clId="{51BE432B-4882-44AA-B011-DD88D23C88BA}" dt="2026-03-20T15:04:51.780" v="4303" actId="20577"/>
          <ac:spMkLst>
            <pc:docMk/>
            <pc:sldMk cId="3773372119" sldId="470"/>
            <ac:spMk id="4" creationId="{2DA00663-8D8B-C181-CB0B-53F08E8F7450}"/>
          </ac:spMkLst>
        </pc:spChg>
        <pc:spChg chg="mod">
          <ac:chgData name="Rico Halim" userId="e67b7075-521d-4436-9593-c3b020a99b57" providerId="ADAL" clId="{51BE432B-4882-44AA-B011-DD88D23C88BA}" dt="2026-03-20T15:10:00.924" v="4495"/>
          <ac:spMkLst>
            <pc:docMk/>
            <pc:sldMk cId="3773372119" sldId="470"/>
            <ac:spMk id="6" creationId="{6020B477-8ADA-151E-7DCD-1F10A13BDE71}"/>
          </ac:spMkLst>
        </pc:spChg>
        <pc:spChg chg="mod">
          <ac:chgData name="Rico Halim" userId="e67b7075-521d-4436-9593-c3b020a99b57" providerId="ADAL" clId="{51BE432B-4882-44AA-B011-DD88D23C88BA}" dt="2026-03-20T15:02:29.131" v="4228" actId="20577"/>
          <ac:spMkLst>
            <pc:docMk/>
            <pc:sldMk cId="3773372119" sldId="470"/>
            <ac:spMk id="8" creationId="{EB7A12EA-44CA-6F63-99A1-32315CA4E145}"/>
          </ac:spMkLst>
        </pc:spChg>
      </pc:sldChg>
      <pc:sldChg chg="modSp add mod">
        <pc:chgData name="Rico Halim" userId="e67b7075-521d-4436-9593-c3b020a99b57" providerId="ADAL" clId="{51BE432B-4882-44AA-B011-DD88D23C88BA}" dt="2026-03-20T16:34:17.817" v="5139"/>
        <pc:sldMkLst>
          <pc:docMk/>
          <pc:sldMk cId="1154708960" sldId="471"/>
        </pc:sldMkLst>
        <pc:spChg chg="mod">
          <ac:chgData name="Rico Halim" userId="e67b7075-521d-4436-9593-c3b020a99b57" providerId="ADAL" clId="{51BE432B-4882-44AA-B011-DD88D23C88BA}" dt="2026-03-20T15:08:49.214" v="4485" actId="20577"/>
          <ac:spMkLst>
            <pc:docMk/>
            <pc:sldMk cId="1154708960" sldId="471"/>
            <ac:spMk id="4" creationId="{430647A1-C7EC-1C94-7188-EAFC5F03BFEE}"/>
          </ac:spMkLst>
        </pc:spChg>
        <pc:spChg chg="mod">
          <ac:chgData name="Rico Halim" userId="e67b7075-521d-4436-9593-c3b020a99b57" providerId="ADAL" clId="{51BE432B-4882-44AA-B011-DD88D23C88BA}" dt="2026-03-20T16:34:17.817" v="5139"/>
          <ac:spMkLst>
            <pc:docMk/>
            <pc:sldMk cId="1154708960" sldId="471"/>
            <ac:spMk id="6" creationId="{34B27268-3933-98D8-33D9-6676E2DAC857}"/>
          </ac:spMkLst>
        </pc:spChg>
        <pc:spChg chg="mod">
          <ac:chgData name="Rico Halim" userId="e67b7075-521d-4436-9593-c3b020a99b57" providerId="ADAL" clId="{51BE432B-4882-44AA-B011-DD88D23C88BA}" dt="2026-03-20T15:05:27.113" v="4307"/>
          <ac:spMkLst>
            <pc:docMk/>
            <pc:sldMk cId="1154708960" sldId="471"/>
            <ac:spMk id="8" creationId="{31E9CCBD-5B71-180A-8985-91860BFA8FC6}"/>
          </ac:spMkLst>
        </pc:spChg>
      </pc:sldChg>
      <pc:sldChg chg="addSp modSp add mod">
        <pc:chgData name="Rico Halim" userId="e67b7075-521d-4436-9593-c3b020a99b57" providerId="ADAL" clId="{51BE432B-4882-44AA-B011-DD88D23C88BA}" dt="2026-03-20T15:14:35.901" v="4547" actId="1076"/>
        <pc:sldMkLst>
          <pc:docMk/>
          <pc:sldMk cId="3930148099" sldId="472"/>
        </pc:sldMkLst>
        <pc:spChg chg="mod">
          <ac:chgData name="Rico Halim" userId="e67b7075-521d-4436-9593-c3b020a99b57" providerId="ADAL" clId="{51BE432B-4882-44AA-B011-DD88D23C88BA}" dt="2026-03-20T15:11:11.765" v="4540" actId="20577"/>
          <ac:spMkLst>
            <pc:docMk/>
            <pc:sldMk cId="3930148099" sldId="472"/>
            <ac:spMk id="4" creationId="{D3509F7A-7ACA-2143-A968-02AEC38726F1}"/>
          </ac:spMkLst>
        </pc:spChg>
        <pc:spChg chg="mod">
          <ac:chgData name="Rico Halim" userId="e67b7075-521d-4436-9593-c3b020a99b57" providerId="ADAL" clId="{51BE432B-4882-44AA-B011-DD88D23C88BA}" dt="2026-03-20T15:09:56.026" v="4493" actId="20577"/>
          <ac:spMkLst>
            <pc:docMk/>
            <pc:sldMk cId="3930148099" sldId="472"/>
            <ac:spMk id="6" creationId="{BBA3908F-6D6B-611F-41C2-9BE449A3B485}"/>
          </ac:spMkLst>
        </pc:spChg>
        <pc:spChg chg="mod">
          <ac:chgData name="Rico Halim" userId="e67b7075-521d-4436-9593-c3b020a99b57" providerId="ADAL" clId="{51BE432B-4882-44AA-B011-DD88D23C88BA}" dt="2026-03-20T15:09:40.069" v="4489"/>
          <ac:spMkLst>
            <pc:docMk/>
            <pc:sldMk cId="3930148099" sldId="472"/>
            <ac:spMk id="8" creationId="{9C018F9F-F054-DD2A-99D5-962159DCF233}"/>
          </ac:spMkLst>
        </pc:spChg>
        <pc:picChg chg="add mod modCrop">
          <ac:chgData name="Rico Halim" userId="e67b7075-521d-4436-9593-c3b020a99b57" providerId="ADAL" clId="{51BE432B-4882-44AA-B011-DD88D23C88BA}" dt="2026-03-20T15:14:35.901" v="4547" actId="1076"/>
          <ac:picMkLst>
            <pc:docMk/>
            <pc:sldMk cId="3930148099" sldId="472"/>
            <ac:picMk id="5" creationId="{1416138B-DDE1-144C-0491-346F077C57C9}"/>
          </ac:picMkLst>
        </pc:picChg>
      </pc:sldChg>
      <pc:sldChg chg="delSp modSp add mod">
        <pc:chgData name="Rico Halim" userId="e67b7075-521d-4436-9593-c3b020a99b57" providerId="ADAL" clId="{51BE432B-4882-44AA-B011-DD88D23C88BA}" dt="2026-03-20T15:22:18" v="4588" actId="20577"/>
        <pc:sldMkLst>
          <pc:docMk/>
          <pc:sldMk cId="2668537309" sldId="473"/>
        </pc:sldMkLst>
        <pc:spChg chg="mod">
          <ac:chgData name="Rico Halim" userId="e67b7075-521d-4436-9593-c3b020a99b57" providerId="ADAL" clId="{51BE432B-4882-44AA-B011-DD88D23C88BA}" dt="2026-03-20T15:22:18" v="4588" actId="20577"/>
          <ac:spMkLst>
            <pc:docMk/>
            <pc:sldMk cId="2668537309" sldId="473"/>
            <ac:spMk id="4" creationId="{352C8B98-DB97-F609-1833-2C747E27A86A}"/>
          </ac:spMkLst>
        </pc:spChg>
        <pc:spChg chg="mod">
          <ac:chgData name="Rico Halim" userId="e67b7075-521d-4436-9593-c3b020a99b57" providerId="ADAL" clId="{51BE432B-4882-44AA-B011-DD88D23C88BA}" dt="2026-03-20T15:21:24.002" v="4555" actId="20577"/>
          <ac:spMkLst>
            <pc:docMk/>
            <pc:sldMk cId="2668537309" sldId="473"/>
            <ac:spMk id="8" creationId="{28346435-103F-13BE-77D4-202073EB259C}"/>
          </ac:spMkLst>
        </pc:spChg>
      </pc:sldChg>
      <pc:sldChg chg="addSp modSp add mod">
        <pc:chgData name="Rico Halim" userId="e67b7075-521d-4436-9593-c3b020a99b57" providerId="ADAL" clId="{51BE432B-4882-44AA-B011-DD88D23C88BA}" dt="2026-03-20T15:24:47.450" v="4646" actId="1076"/>
        <pc:sldMkLst>
          <pc:docMk/>
          <pc:sldMk cId="453519621" sldId="474"/>
        </pc:sldMkLst>
        <pc:spChg chg="mod">
          <ac:chgData name="Rico Halim" userId="e67b7075-521d-4436-9593-c3b020a99b57" providerId="ADAL" clId="{51BE432B-4882-44AA-B011-DD88D23C88BA}" dt="2026-03-20T15:23:54.122" v="4636" actId="20577"/>
          <ac:spMkLst>
            <pc:docMk/>
            <pc:sldMk cId="453519621" sldId="474"/>
            <ac:spMk id="4" creationId="{99C6C55A-93CE-F601-F37B-571B54D7EB52}"/>
          </ac:spMkLst>
        </pc:spChg>
        <pc:picChg chg="add mod modCrop">
          <ac:chgData name="Rico Halim" userId="e67b7075-521d-4436-9593-c3b020a99b57" providerId="ADAL" clId="{51BE432B-4882-44AA-B011-DD88D23C88BA}" dt="2026-03-20T15:24:47.450" v="4646" actId="1076"/>
          <ac:picMkLst>
            <pc:docMk/>
            <pc:sldMk cId="453519621" sldId="474"/>
            <ac:picMk id="5" creationId="{035C2993-B3FA-5CBE-6425-E682DC48D763}"/>
          </ac:picMkLst>
        </pc:picChg>
      </pc:sldChg>
      <pc:sldChg chg="addSp delSp modSp add mod">
        <pc:chgData name="Rico Halim" userId="e67b7075-521d-4436-9593-c3b020a99b57" providerId="ADAL" clId="{51BE432B-4882-44AA-B011-DD88D23C88BA}" dt="2026-03-20T16:19:19.973" v="5136" actId="20577"/>
        <pc:sldMkLst>
          <pc:docMk/>
          <pc:sldMk cId="1869004154" sldId="475"/>
        </pc:sldMkLst>
        <pc:spChg chg="mod">
          <ac:chgData name="Rico Halim" userId="e67b7075-521d-4436-9593-c3b020a99b57" providerId="ADAL" clId="{51BE432B-4882-44AA-B011-DD88D23C88BA}" dt="2026-03-20T16:19:19.973" v="5136" actId="20577"/>
          <ac:spMkLst>
            <pc:docMk/>
            <pc:sldMk cId="1869004154" sldId="475"/>
            <ac:spMk id="4" creationId="{33EBD43B-5084-97C2-45FE-70FE80CD73E5}"/>
          </ac:spMkLst>
        </pc:spChg>
        <pc:spChg chg="mod">
          <ac:chgData name="Rico Halim" userId="e67b7075-521d-4436-9593-c3b020a99b57" providerId="ADAL" clId="{51BE432B-4882-44AA-B011-DD88D23C88BA}" dt="2026-03-20T15:25:28.310" v="4648"/>
          <ac:spMkLst>
            <pc:docMk/>
            <pc:sldMk cId="1869004154" sldId="475"/>
            <ac:spMk id="8" creationId="{2A36835A-C805-38BC-C2F3-3306B907990E}"/>
          </ac:spMkLst>
        </pc:spChg>
        <pc:picChg chg="add mod">
          <ac:chgData name="Rico Halim" userId="e67b7075-521d-4436-9593-c3b020a99b57" providerId="ADAL" clId="{51BE432B-4882-44AA-B011-DD88D23C88BA}" dt="2026-03-20T15:26:40.010" v="4656" actId="14100"/>
          <ac:picMkLst>
            <pc:docMk/>
            <pc:sldMk cId="1869004154" sldId="475"/>
            <ac:picMk id="7" creationId="{737E06A7-6C23-E53C-C99F-F2167E6ADCF9}"/>
          </ac:picMkLst>
        </pc:picChg>
        <pc:picChg chg="add mod">
          <ac:chgData name="Rico Halim" userId="e67b7075-521d-4436-9593-c3b020a99b57" providerId="ADAL" clId="{51BE432B-4882-44AA-B011-DD88D23C88BA}" dt="2026-03-20T15:29:57.374" v="4706" actId="1076"/>
          <ac:picMkLst>
            <pc:docMk/>
            <pc:sldMk cId="1869004154" sldId="475"/>
            <ac:picMk id="10" creationId="{0B57C47F-8EC0-F5D8-2870-3C0732F20A9F}"/>
          </ac:picMkLst>
        </pc:picChg>
      </pc:sldChg>
      <pc:sldChg chg="addSp delSp modSp add mod">
        <pc:chgData name="Rico Halim" userId="e67b7075-521d-4436-9593-c3b020a99b57" providerId="ADAL" clId="{51BE432B-4882-44AA-B011-DD88D23C88BA}" dt="2026-03-20T15:31:17.821" v="4716" actId="1076"/>
        <pc:sldMkLst>
          <pc:docMk/>
          <pc:sldMk cId="3697746795" sldId="476"/>
        </pc:sldMkLst>
        <pc:spChg chg="mod">
          <ac:chgData name="Rico Halim" userId="e67b7075-521d-4436-9593-c3b020a99b57" providerId="ADAL" clId="{51BE432B-4882-44AA-B011-DD88D23C88BA}" dt="2026-03-20T15:30:57.939" v="4713"/>
          <ac:spMkLst>
            <pc:docMk/>
            <pc:sldMk cId="3697746795" sldId="476"/>
            <ac:spMk id="4" creationId="{31A753B2-3780-DAFB-A46C-9D298E649384}"/>
          </ac:spMkLst>
        </pc:spChg>
        <pc:picChg chg="add mod">
          <ac:chgData name="Rico Halim" userId="e67b7075-521d-4436-9593-c3b020a99b57" providerId="ADAL" clId="{51BE432B-4882-44AA-B011-DD88D23C88BA}" dt="2026-03-20T15:31:17.821" v="4716" actId="1076"/>
          <ac:picMkLst>
            <pc:docMk/>
            <pc:sldMk cId="3697746795" sldId="476"/>
            <ac:picMk id="5" creationId="{F456959C-1263-B52F-F782-44C9DA6C6D77}"/>
          </ac:picMkLst>
        </pc:picChg>
      </pc:sldChg>
      <pc:sldChg chg="addSp delSp modSp add mod ord">
        <pc:chgData name="Rico Halim" userId="e67b7075-521d-4436-9593-c3b020a99b57" providerId="ADAL" clId="{51BE432B-4882-44AA-B011-DD88D23C88BA}" dt="2026-03-20T16:03:30.120" v="5085"/>
        <pc:sldMkLst>
          <pc:docMk/>
          <pc:sldMk cId="62228571" sldId="477"/>
        </pc:sldMkLst>
        <pc:spChg chg="mod">
          <ac:chgData name="Rico Halim" userId="e67b7075-521d-4436-9593-c3b020a99b57" providerId="ADAL" clId="{51BE432B-4882-44AA-B011-DD88D23C88BA}" dt="2026-03-20T15:36:45.504" v="4755" actId="20577"/>
          <ac:spMkLst>
            <pc:docMk/>
            <pc:sldMk cId="62228571" sldId="477"/>
            <ac:spMk id="4" creationId="{9BC1079D-3EF8-28E2-2430-60B965F42CD1}"/>
          </ac:spMkLst>
        </pc:spChg>
        <pc:spChg chg="mod">
          <ac:chgData name="Rico Halim" userId="e67b7075-521d-4436-9593-c3b020a99b57" providerId="ADAL" clId="{51BE432B-4882-44AA-B011-DD88D23C88BA}" dt="2026-03-20T15:35:17.840" v="4723"/>
          <ac:spMkLst>
            <pc:docMk/>
            <pc:sldMk cId="62228571" sldId="477"/>
            <ac:spMk id="6" creationId="{EE7A8A93-B859-E6F1-5B82-98C34899BB42}"/>
          </ac:spMkLst>
        </pc:spChg>
        <pc:spChg chg="mod">
          <ac:chgData name="Rico Halim" userId="e67b7075-521d-4436-9593-c3b020a99b57" providerId="ADAL" clId="{51BE432B-4882-44AA-B011-DD88D23C88BA}" dt="2026-03-20T15:35:12.662" v="4722"/>
          <ac:spMkLst>
            <pc:docMk/>
            <pc:sldMk cId="62228571" sldId="477"/>
            <ac:spMk id="8" creationId="{69A41E0D-CA8D-FC47-0623-23029E5ED793}"/>
          </ac:spMkLst>
        </pc:spChg>
        <pc:picChg chg="add mod modCrop">
          <ac:chgData name="Rico Halim" userId="e67b7075-521d-4436-9593-c3b020a99b57" providerId="ADAL" clId="{51BE432B-4882-44AA-B011-DD88D23C88BA}" dt="2026-03-20T15:37:16.459" v="4766" actId="1036"/>
          <ac:picMkLst>
            <pc:docMk/>
            <pc:sldMk cId="62228571" sldId="477"/>
            <ac:picMk id="7" creationId="{3FFE3041-91C0-1661-E0A2-4F2FAF5CE3F2}"/>
          </ac:picMkLst>
        </pc:picChg>
      </pc:sldChg>
      <pc:sldChg chg="addSp delSp modSp add mod">
        <pc:chgData name="Rico Halim" userId="e67b7075-521d-4436-9593-c3b020a99b57" providerId="ADAL" clId="{51BE432B-4882-44AA-B011-DD88D23C88BA}" dt="2026-03-20T16:38:20.752" v="5208" actId="16959"/>
        <pc:sldMkLst>
          <pc:docMk/>
          <pc:sldMk cId="4134637924" sldId="478"/>
        </pc:sldMkLst>
        <pc:spChg chg="add del mod">
          <ac:chgData name="Rico Halim" userId="e67b7075-521d-4436-9593-c3b020a99b57" providerId="ADAL" clId="{51BE432B-4882-44AA-B011-DD88D23C88BA}" dt="2026-03-20T16:38:20.752" v="5208" actId="16959"/>
          <ac:spMkLst>
            <pc:docMk/>
            <pc:sldMk cId="4134637924" sldId="478"/>
            <ac:spMk id="4" creationId="{DC60A477-86F1-F078-A71F-89BFFA4F6F7B}"/>
          </ac:spMkLst>
        </pc:spChg>
        <pc:spChg chg="mod">
          <ac:chgData name="Rico Halim" userId="e67b7075-521d-4436-9593-c3b020a99b57" providerId="ADAL" clId="{51BE432B-4882-44AA-B011-DD88D23C88BA}" dt="2026-03-20T15:37:51.327" v="4771" actId="16959"/>
          <ac:spMkLst>
            <pc:docMk/>
            <pc:sldMk cId="4134637924" sldId="478"/>
            <ac:spMk id="8" creationId="{B055EEE6-3DE9-B074-1834-E9F00ADF3932}"/>
          </ac:spMkLst>
        </pc:spChg>
      </pc:sldChg>
      <pc:sldChg chg="addSp delSp modSp add mod">
        <pc:chgData name="Rico Halim" userId="e67b7075-521d-4436-9593-c3b020a99b57" providerId="ADAL" clId="{51BE432B-4882-44AA-B011-DD88D23C88BA}" dt="2026-03-20T15:38:40.461" v="4779" actId="20577"/>
        <pc:sldMkLst>
          <pc:docMk/>
          <pc:sldMk cId="4129329856" sldId="479"/>
        </pc:sldMkLst>
        <pc:spChg chg="mod">
          <ac:chgData name="Rico Halim" userId="e67b7075-521d-4436-9593-c3b020a99b57" providerId="ADAL" clId="{51BE432B-4882-44AA-B011-DD88D23C88BA}" dt="2026-03-20T15:38:40.461" v="4779" actId="20577"/>
          <ac:spMkLst>
            <pc:docMk/>
            <pc:sldMk cId="4129329856" sldId="479"/>
            <ac:spMk id="4" creationId="{3D06AF8D-5C27-AD07-B4EB-A22C0F89F057}"/>
          </ac:spMkLst>
        </pc:spChg>
      </pc:sldChg>
      <pc:sldChg chg="addSp delSp modSp add mod">
        <pc:chgData name="Rico Halim" userId="e67b7075-521d-4436-9593-c3b020a99b57" providerId="ADAL" clId="{51BE432B-4882-44AA-B011-DD88D23C88BA}" dt="2026-03-20T15:41:45.440" v="4825" actId="1076"/>
        <pc:sldMkLst>
          <pc:docMk/>
          <pc:sldMk cId="1627230051" sldId="480"/>
        </pc:sldMkLst>
        <pc:picChg chg="add mod ord modCrop">
          <ac:chgData name="Rico Halim" userId="e67b7075-521d-4436-9593-c3b020a99b57" providerId="ADAL" clId="{51BE432B-4882-44AA-B011-DD88D23C88BA}" dt="2026-03-20T15:41:45.440" v="4825" actId="1076"/>
          <ac:picMkLst>
            <pc:docMk/>
            <pc:sldMk cId="1627230051" sldId="480"/>
            <ac:picMk id="5" creationId="{69E6025C-9DC6-2385-35DC-AE8A70D52EB3}"/>
          </ac:picMkLst>
        </pc:picChg>
      </pc:sldChg>
      <pc:sldChg chg="addSp delSp modSp add mod">
        <pc:chgData name="Rico Halim" userId="e67b7075-521d-4436-9593-c3b020a99b57" providerId="ADAL" clId="{51BE432B-4882-44AA-B011-DD88D23C88BA}" dt="2026-03-20T15:44:29.730" v="4890" actId="14100"/>
        <pc:sldMkLst>
          <pc:docMk/>
          <pc:sldMk cId="2716385421" sldId="481"/>
        </pc:sldMkLst>
        <pc:spChg chg="add mod">
          <ac:chgData name="Rico Halim" userId="e67b7075-521d-4436-9593-c3b020a99b57" providerId="ADAL" clId="{51BE432B-4882-44AA-B011-DD88D23C88BA}" dt="2026-03-20T15:44:10.654" v="4883" actId="16959"/>
          <ac:spMkLst>
            <pc:docMk/>
            <pc:sldMk cId="2716385421" sldId="481"/>
            <ac:spMk id="4" creationId="{15BF2C2B-99C7-7DBE-106D-B26E8EF3FF1D}"/>
          </ac:spMkLst>
        </pc:spChg>
        <pc:spChg chg="mod">
          <ac:chgData name="Rico Halim" userId="e67b7075-521d-4436-9593-c3b020a99b57" providerId="ADAL" clId="{51BE432B-4882-44AA-B011-DD88D23C88BA}" dt="2026-03-20T15:42:23.549" v="4827"/>
          <ac:spMkLst>
            <pc:docMk/>
            <pc:sldMk cId="2716385421" sldId="481"/>
            <ac:spMk id="8" creationId="{C3F4B4C0-1A7A-5DA1-081D-1E1464311DFE}"/>
          </ac:spMkLst>
        </pc:spChg>
        <pc:picChg chg="add mod">
          <ac:chgData name="Rico Halim" userId="e67b7075-521d-4436-9593-c3b020a99b57" providerId="ADAL" clId="{51BE432B-4882-44AA-B011-DD88D23C88BA}" dt="2026-03-20T15:43:49.581" v="4862" actId="1076"/>
          <ac:picMkLst>
            <pc:docMk/>
            <pc:sldMk cId="2716385421" sldId="481"/>
            <ac:picMk id="10" creationId="{F2D124B2-67F2-271F-5466-6161231933C0}"/>
          </ac:picMkLst>
        </pc:picChg>
        <pc:picChg chg="add mod">
          <ac:chgData name="Rico Halim" userId="e67b7075-521d-4436-9593-c3b020a99b57" providerId="ADAL" clId="{51BE432B-4882-44AA-B011-DD88D23C88BA}" dt="2026-03-20T15:44:29.730" v="4890" actId="14100"/>
          <ac:picMkLst>
            <pc:docMk/>
            <pc:sldMk cId="2716385421" sldId="481"/>
            <ac:picMk id="12" creationId="{44151D0A-C506-C4DF-737A-9F2597C973DA}"/>
          </ac:picMkLst>
        </pc:picChg>
      </pc:sldChg>
      <pc:sldChg chg="addSp delSp modSp add mod">
        <pc:chgData name="Rico Halim" userId="e67b7075-521d-4436-9593-c3b020a99b57" providerId="ADAL" clId="{51BE432B-4882-44AA-B011-DD88D23C88BA}" dt="2026-03-20T15:46:06.316" v="4908" actId="14100"/>
        <pc:sldMkLst>
          <pc:docMk/>
          <pc:sldMk cId="3438157564" sldId="482"/>
        </pc:sldMkLst>
        <pc:spChg chg="mod">
          <ac:chgData name="Rico Halim" userId="e67b7075-521d-4436-9593-c3b020a99b57" providerId="ADAL" clId="{51BE432B-4882-44AA-B011-DD88D23C88BA}" dt="2026-03-20T15:45:33.616" v="4905" actId="20577"/>
          <ac:spMkLst>
            <pc:docMk/>
            <pc:sldMk cId="3438157564" sldId="482"/>
            <ac:spMk id="4" creationId="{EA2C9B51-42A3-17DD-38EC-2C40F71A6608}"/>
          </ac:spMkLst>
        </pc:spChg>
        <pc:picChg chg="add mod">
          <ac:chgData name="Rico Halim" userId="e67b7075-521d-4436-9593-c3b020a99b57" providerId="ADAL" clId="{51BE432B-4882-44AA-B011-DD88D23C88BA}" dt="2026-03-20T15:45:20.562" v="4900" actId="1076"/>
          <ac:picMkLst>
            <pc:docMk/>
            <pc:sldMk cId="3438157564" sldId="482"/>
            <ac:picMk id="5" creationId="{C76D8C6B-AD93-31D5-4BD7-69EAAA5A0493}"/>
          </ac:picMkLst>
        </pc:picChg>
        <pc:picChg chg="add mod">
          <ac:chgData name="Rico Halim" userId="e67b7075-521d-4436-9593-c3b020a99b57" providerId="ADAL" clId="{51BE432B-4882-44AA-B011-DD88D23C88BA}" dt="2026-03-20T15:46:06.316" v="4908" actId="14100"/>
          <ac:picMkLst>
            <pc:docMk/>
            <pc:sldMk cId="3438157564" sldId="482"/>
            <ac:picMk id="9" creationId="{62812E5A-D218-87B0-636F-D312FC243F8D}"/>
          </ac:picMkLst>
        </pc:picChg>
      </pc:sldChg>
      <pc:sldChg chg="addSp delSp modSp add mod">
        <pc:chgData name="Rico Halim" userId="e67b7075-521d-4436-9593-c3b020a99b57" providerId="ADAL" clId="{51BE432B-4882-44AA-B011-DD88D23C88BA}" dt="2026-03-20T15:48:01.747" v="4992" actId="20577"/>
        <pc:sldMkLst>
          <pc:docMk/>
          <pc:sldMk cId="2614295468" sldId="483"/>
        </pc:sldMkLst>
        <pc:spChg chg="add del mod">
          <ac:chgData name="Rico Halim" userId="e67b7075-521d-4436-9593-c3b020a99b57" providerId="ADAL" clId="{51BE432B-4882-44AA-B011-DD88D23C88BA}" dt="2026-03-20T15:48:01.747" v="4992" actId="20577"/>
          <ac:spMkLst>
            <pc:docMk/>
            <pc:sldMk cId="2614295468" sldId="483"/>
            <ac:spMk id="4" creationId="{EFB618BF-5EE0-481F-414A-009E623B9F9F}"/>
          </ac:spMkLst>
        </pc:spChg>
        <pc:spChg chg="mod">
          <ac:chgData name="Rico Halim" userId="e67b7075-521d-4436-9593-c3b020a99b57" providerId="ADAL" clId="{51BE432B-4882-44AA-B011-DD88D23C88BA}" dt="2026-03-20T15:46:34.348" v="4910"/>
          <ac:spMkLst>
            <pc:docMk/>
            <pc:sldMk cId="2614295468" sldId="483"/>
            <ac:spMk id="6" creationId="{F3FB661F-63C6-D5DF-46E5-DC5032B9A06B}"/>
          </ac:spMkLst>
        </pc:spChg>
        <pc:spChg chg="mod">
          <ac:chgData name="Rico Halim" userId="e67b7075-521d-4436-9593-c3b020a99b57" providerId="ADAL" clId="{51BE432B-4882-44AA-B011-DD88D23C88BA}" dt="2026-03-20T15:46:40.791" v="4919" actId="20577"/>
          <ac:spMkLst>
            <pc:docMk/>
            <pc:sldMk cId="2614295468" sldId="483"/>
            <ac:spMk id="8" creationId="{5CDFA08C-DF1C-D1AE-3D2F-2DBAF08A66C7}"/>
          </ac:spMkLst>
        </pc:spChg>
      </pc:sldChg>
      <pc:sldChg chg="addSp delSp modSp add mod">
        <pc:chgData name="Rico Halim" userId="e67b7075-521d-4436-9593-c3b020a99b57" providerId="ADAL" clId="{51BE432B-4882-44AA-B011-DD88D23C88BA}" dt="2026-03-20T15:52:26.789" v="5011" actId="114"/>
        <pc:sldMkLst>
          <pc:docMk/>
          <pc:sldMk cId="4235206596" sldId="484"/>
        </pc:sldMkLst>
        <pc:spChg chg="add del mod">
          <ac:chgData name="Rico Halim" userId="e67b7075-521d-4436-9593-c3b020a99b57" providerId="ADAL" clId="{51BE432B-4882-44AA-B011-DD88D23C88BA}" dt="2026-03-20T15:52:26.789" v="5011" actId="114"/>
          <ac:spMkLst>
            <pc:docMk/>
            <pc:sldMk cId="4235206596" sldId="484"/>
            <ac:spMk id="4" creationId="{D269B3B9-C985-2B60-8F4D-D78BF4C84E19}"/>
          </ac:spMkLst>
        </pc:spChg>
        <pc:spChg chg="mod">
          <ac:chgData name="Rico Halim" userId="e67b7075-521d-4436-9593-c3b020a99b57" providerId="ADAL" clId="{51BE432B-4882-44AA-B011-DD88D23C88BA}" dt="2026-03-20T15:49:34.212" v="5001" actId="20577"/>
          <ac:spMkLst>
            <pc:docMk/>
            <pc:sldMk cId="4235206596" sldId="484"/>
            <ac:spMk id="8" creationId="{C3F5FD49-73A3-325F-C521-9B868F92137E}"/>
          </ac:spMkLst>
        </pc:spChg>
      </pc:sldChg>
      <pc:sldChg chg="addSp modSp add mod">
        <pc:chgData name="Rico Halim" userId="e67b7075-521d-4436-9593-c3b020a99b57" providerId="ADAL" clId="{51BE432B-4882-44AA-B011-DD88D23C88BA}" dt="2026-03-20T15:53:18.477" v="5029" actId="20577"/>
        <pc:sldMkLst>
          <pc:docMk/>
          <pc:sldMk cId="2299805678" sldId="485"/>
        </pc:sldMkLst>
        <pc:spChg chg="mod">
          <ac:chgData name="Rico Halim" userId="e67b7075-521d-4436-9593-c3b020a99b57" providerId="ADAL" clId="{51BE432B-4882-44AA-B011-DD88D23C88BA}" dt="2026-03-20T15:53:18.477" v="5029" actId="20577"/>
          <ac:spMkLst>
            <pc:docMk/>
            <pc:sldMk cId="2299805678" sldId="485"/>
            <ac:spMk id="4" creationId="{6F2A7A69-595A-EEA5-0937-2CCE6BA2C838}"/>
          </ac:spMkLst>
        </pc:spChg>
      </pc:sldChg>
      <pc:sldChg chg="addSp delSp modSp add mod">
        <pc:chgData name="Rico Halim" userId="e67b7075-521d-4436-9593-c3b020a99b57" providerId="ADAL" clId="{51BE432B-4882-44AA-B011-DD88D23C88BA}" dt="2026-03-20T15:53:45.684" v="5035" actId="14100"/>
        <pc:sldMkLst>
          <pc:docMk/>
          <pc:sldMk cId="219483711" sldId="486"/>
        </pc:sldMkLst>
        <pc:picChg chg="add mod ord">
          <ac:chgData name="Rico Halim" userId="e67b7075-521d-4436-9593-c3b020a99b57" providerId="ADAL" clId="{51BE432B-4882-44AA-B011-DD88D23C88BA}" dt="2026-03-20T15:53:45.684" v="5035" actId="14100"/>
          <ac:picMkLst>
            <pc:docMk/>
            <pc:sldMk cId="219483711" sldId="486"/>
            <ac:picMk id="5" creationId="{769901D8-1131-9955-401F-0F7F7820D0D3}"/>
          </ac:picMkLst>
        </pc:picChg>
      </pc:sldChg>
      <pc:sldChg chg="addSp delSp modSp add mod">
        <pc:chgData name="Rico Halim" userId="e67b7075-521d-4436-9593-c3b020a99b57" providerId="ADAL" clId="{51BE432B-4882-44AA-B011-DD88D23C88BA}" dt="2026-03-20T15:58:26.018" v="5067" actId="1076"/>
        <pc:sldMkLst>
          <pc:docMk/>
          <pc:sldMk cId="331082445" sldId="487"/>
        </pc:sldMkLst>
        <pc:spChg chg="mod">
          <ac:chgData name="Rico Halim" userId="e67b7075-521d-4436-9593-c3b020a99b57" providerId="ADAL" clId="{51BE432B-4882-44AA-B011-DD88D23C88BA}" dt="2026-03-20T15:57:46.142" v="5057" actId="20577"/>
          <ac:spMkLst>
            <pc:docMk/>
            <pc:sldMk cId="331082445" sldId="487"/>
            <ac:spMk id="8" creationId="{EF3AD905-33EB-830A-5E80-4CA30F6AB34F}"/>
          </ac:spMkLst>
        </pc:spChg>
        <pc:picChg chg="add mod ord modCrop">
          <ac:chgData name="Rico Halim" userId="e67b7075-521d-4436-9593-c3b020a99b57" providerId="ADAL" clId="{51BE432B-4882-44AA-B011-DD88D23C88BA}" dt="2026-03-20T15:58:26.018" v="5067" actId="1076"/>
          <ac:picMkLst>
            <pc:docMk/>
            <pc:sldMk cId="331082445" sldId="487"/>
            <ac:picMk id="7" creationId="{75B5CD6F-5046-1051-9594-75FDA636BF85}"/>
          </ac:picMkLst>
        </pc:picChg>
      </pc:sldChg>
      <pc:sldChg chg="addSp delSp modSp add mod">
        <pc:chgData name="Rico Halim" userId="e67b7075-521d-4436-9593-c3b020a99b57" providerId="ADAL" clId="{51BE432B-4882-44AA-B011-DD88D23C88BA}" dt="2026-03-20T16:03:10.136" v="5083" actId="1076"/>
        <pc:sldMkLst>
          <pc:docMk/>
          <pc:sldMk cId="1936511882" sldId="488"/>
        </pc:sldMkLst>
        <pc:picChg chg="add mod ord modCrop">
          <ac:chgData name="Rico Halim" userId="e67b7075-521d-4436-9593-c3b020a99b57" providerId="ADAL" clId="{51BE432B-4882-44AA-B011-DD88D23C88BA}" dt="2026-03-20T16:03:10.136" v="5083" actId="1076"/>
          <ac:picMkLst>
            <pc:docMk/>
            <pc:sldMk cId="1936511882" sldId="488"/>
            <ac:picMk id="12" creationId="{95DF1092-D9B3-EAF6-4DBE-F0200CDCF7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234222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045903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212590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FCA0-1EEC-1476-AE07-EDC0127F8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C2927-28B6-2DD5-8439-1998E52200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861E4B-5232-4ABB-15E8-7037B7FBB55C}"/>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962550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D6A6-F637-60FC-2AE6-7B73E5C4F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A17D1-5911-182C-23A7-9130CFE102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0B4E1B-A1E7-A3AA-6693-8294C25C6AF3}"/>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4008642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CCE9-FB14-5021-1F1F-84E8A5737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B609E-E82F-3B82-1A74-1521C1C946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BE110E-B190-9530-D089-7B400150D3BB}"/>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806748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D172E-6109-8CD2-05B1-C8852D952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FDBC5-417C-2801-96F0-A5E2198A5F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8E016C-4FCC-DA0B-F4A8-319593FBE02C}"/>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662857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395D-5F8C-D5A0-EDB7-FED057A86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B455C-3155-8878-ACD6-0C0AE1B8B7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645D94-3B94-24F8-3556-42217716A447}"/>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748504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AB928-61AE-257C-B363-12B119E96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16210-146E-A24B-9ABD-499D000E74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2ACEDB-6B1B-52C3-FF26-CF64C38BDE5C}"/>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225645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2436-BEE6-ECF6-D8E8-C0D80698D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C32C5-B052-0EA0-58AD-A70910AC28B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B0C5776-DEFE-8C1C-B094-2C4FC3BDDFB9}"/>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752243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C3535-8B20-BD82-9028-329FD607E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9420B-7988-A232-AA3E-ECC5F917CB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1A9595-9210-1CF4-DF64-2077A9BBB320}"/>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4032307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F478F-92CD-1D25-0689-C98276BA0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57442-3CDC-CB49-8A67-4371C9625B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6872635-7021-D0E9-D09D-04A699F31BED}"/>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661057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1F779-294F-1155-1288-7AD190ACC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BE2DB-C435-498D-BC3A-A7F69B90FD3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16CBE1-D004-B37C-8BED-83B33607226C}"/>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000175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01F4-94B0-96B4-3C01-42B15E7F5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CBACE-6CF1-6389-3F82-1631C86D93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2F4F2C-A14A-CFF4-FC08-99B8909250B9}"/>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237825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F20A2-02E7-9066-2F4C-786A115FF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B52E5-71D9-EBC2-B851-984E5456B5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DA3F88B-B86B-5C83-840D-F2A7BA5B3794}"/>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711385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1D11-CBA5-89D3-527D-8DB7F5273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87AB7-814C-2866-D1B3-72ED732D515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E189DEE-5006-CB9C-13F7-F155847EFBF1}"/>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641633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0920-4367-D1CA-98D7-F333B656A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84D7B-D1C5-071F-C4FD-1AF1ED5B9E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521015-E530-95F0-19AD-7953555CDFDF}"/>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808985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7D841-537B-21AA-F190-6AAA59E72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05FAA-D1C9-06F6-C28F-1A368881C1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25ABDD7-353A-83D9-666F-98443FD2B9B2}"/>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4063895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CA74-74E7-8FE6-DA4F-916EA45F6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7A11A-8B44-1F50-2AFD-138837182B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5444804-0067-8996-C3D7-5EC018EA3891}"/>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676388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99A00-9738-97BC-6F6B-72049856E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06DB7-B10F-7A5F-81F5-40C58861896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D98890-156C-3EE9-A0F3-F47AFDB06900}"/>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929845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B41DA-2E81-A412-CC49-7A6D07979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092BF-18AB-B32D-FB0C-12C5E9C9EF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C5D267-F75D-3208-D453-95EAE07AB493}"/>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929369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31ED-491A-AC5C-10BB-2F5D80ABF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9CFEB-BEE2-6776-A5C2-129EB9877B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766265-C6C2-9B53-4E08-E89C81552B4F}"/>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787019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3F9DC-098D-2C80-B299-8670BCD69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3CF3D-6F0A-56C5-E806-BB28E5C634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E70CCE-7DBE-4E51-B7BC-A8BD8AF5B3AF}"/>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3356796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0130E-0022-E0E4-F77E-5E67E49B2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22528-5582-7492-5A91-0594160E59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D7790A-D8B6-EF81-2A97-055526F082E6}"/>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873236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E1854-16BD-66FE-F003-8A3C86DCA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5BB4B-BCD5-3E8E-BDCB-B6F65EE547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BD63C7-40E1-9BD9-CDD5-4DA31716A562}"/>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001840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3CF9-9B94-B40F-68BA-8012CEDD4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6BF98-9D57-318A-0BB5-C07F39187E2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7721DDE-549A-83F8-7435-1E610A41B64E}"/>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0161577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6E1A7-BA4D-1D9D-1DD3-7B56551C4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80183-D508-2095-A065-EACD5D1D79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92FC3B-C975-51C5-9245-E837685BC5DA}"/>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0876227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2386-D007-62FA-6A45-900C9B601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9F263-11ED-5EC0-12C6-EBB1536043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29529F-DA13-776F-521E-465FA07CE2D3}"/>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3131441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8E78-13B7-0CFE-A05B-EC47B02D8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78FDA-35D3-4805-23E6-74D3FBBF19B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71CC5F-239B-42BD-EBB6-8E6D3A68DCE5}"/>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623473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A7F4-F65E-EAFB-0466-250CBA91D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010B0-4814-4627-7063-0349187CFE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019D901-8F76-B7E0-B91F-06493D88DF5A}"/>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2284877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B8AD9-802D-9934-6362-03233BEDE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1D194-A28B-1F40-C9C3-D437721E398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B6A1E73-5D32-F5C6-5561-A79A39607A9F}"/>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8494745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E4F24-27E7-B132-E092-D245A5044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2E31E-CEDB-8E7A-6D26-9C75FC27E0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3DE0B7-5DE4-AFA8-856F-A14597BAD36D}"/>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19723222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F8DD8-54D9-7EC2-BA27-AE79089B1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FDBD7-823B-EAE7-C2FE-5986E034B17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5FC68D5-B2B9-CEC9-8069-AD3AD29D4328}"/>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656223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18D5-6733-E3F6-BFF3-DFFA89F37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E3D5C-3EEF-D542-4446-4664259C3E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0E893C-4838-820B-B6D6-E0296617F987}"/>
              </a:ext>
            </a:extLst>
          </p:cNvPr>
          <p:cNvSpPr>
            <a:spLocks noGrp="1"/>
          </p:cNvSpPr>
          <p:nvPr>
            <p:ph type="body" idx="1"/>
          </p:nvPr>
        </p:nvSpPr>
        <p:spPr/>
        <p:txBody>
          <a:bodyPr/>
          <a:lstStyle/>
          <a:p>
            <a:endParaRPr lang="en-ID" b="0" dirty="0"/>
          </a:p>
        </p:txBody>
      </p:sp>
    </p:spTree>
    <p:extLst>
      <p:ext uri="{BB962C8B-B14F-4D97-AF65-F5344CB8AC3E}">
        <p14:creationId xmlns:p14="http://schemas.microsoft.com/office/powerpoint/2010/main" val="2279285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5C3B-B97C-65E1-E969-E779D3278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B51DE-2950-7AC0-1C59-C0AF0A4AF9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02A4AA3-4303-5E1B-FA91-CA2D627ADEEE}"/>
              </a:ext>
            </a:extLst>
          </p:cNvPr>
          <p:cNvSpPr>
            <a:spLocks noGrp="1"/>
          </p:cNvSpPr>
          <p:nvPr>
            <p:ph type="body" idx="1"/>
          </p:nvPr>
        </p:nvSpPr>
        <p:spPr/>
        <p:txBody>
          <a:bodyPr/>
          <a:lstStyle/>
          <a:p>
            <a:endParaRPr lang="en-ID" b="0" dirty="0"/>
          </a:p>
        </p:txBody>
      </p:sp>
    </p:spTree>
    <p:extLst>
      <p:ext uri="{BB962C8B-B14F-4D97-AF65-F5344CB8AC3E}">
        <p14:creationId xmlns:p14="http://schemas.microsoft.com/office/powerpoint/2010/main" val="11651960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endParaRPr lang="en-ID" sz="2200" b="1" i="0" dirty="0">
              <a:effectLst/>
              <a:latin typeface="Open Sans Light" pitchFamily="2" charset="0"/>
              <a:ea typeface="Open Sans Light" pitchFamily="2" charset="0"/>
              <a:cs typeface="Open Sans Light" pitchFamily="2" charset="0"/>
              <a:sym typeface="Helvetica Neue"/>
            </a:endParaRPr>
          </a:p>
        </p:txBody>
      </p:sp>
    </p:spTree>
    <p:extLst>
      <p:ext uri="{BB962C8B-B14F-4D97-AF65-F5344CB8AC3E}">
        <p14:creationId xmlns:p14="http://schemas.microsoft.com/office/powerpoint/2010/main" val="9394306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04</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b="1" dirty="0"/>
              <a:t>Relational </a:t>
            </a:r>
            <a:br>
              <a:rPr lang="en-US" b="1" dirty="0"/>
            </a:br>
            <a:r>
              <a:rPr lang="en-US" b="1" dirty="0"/>
              <a:t>Algebra</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Rico Halim,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4</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lstStyle/>
          <a:p>
            <a:pPr marL="0" indent="0">
              <a:buNone/>
            </a:pPr>
            <a:r>
              <a:rPr lang="en-ID" dirty="0"/>
              <a:t>At the end of this session, students will be able to:</a:t>
            </a:r>
          </a:p>
          <a:p>
            <a:r>
              <a:rPr lang="en-US" dirty="0"/>
              <a:t>LO 2</a:t>
            </a:r>
            <a:r>
              <a:rPr lang="en-US" b="1" dirty="0"/>
              <a:t>:</a:t>
            </a:r>
            <a:r>
              <a:rPr lang="en-US" dirty="0"/>
              <a:t> Explain the concepts of relational algebra, data manipulation language, and transaction management on database</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4</a:t>
            </a:r>
          </a:p>
          <a:p>
            <a:endParaRPr lang="en-ID" dirty="0"/>
          </a:p>
          <a:p>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Why Relational Algebra?</a:t>
            </a:r>
          </a:p>
          <a:p>
            <a:r>
              <a:rPr lang="en-ID" dirty="0"/>
              <a:t>Unary Operations (SELECT, PROJECT, RENAME)</a:t>
            </a:r>
          </a:p>
          <a:p>
            <a:r>
              <a:rPr lang="en-ID" dirty="0"/>
              <a:t>JOIN Operations (Theta Join, Equijoin, Natural Join)</a:t>
            </a:r>
          </a:p>
          <a:p>
            <a:r>
              <a:rPr lang="en-ID" dirty="0"/>
              <a:t>Set Operations (UNION, INTERSECTION, SET DIFFERENCE, CARTESIAN PRODUCT)</a:t>
            </a:r>
          </a:p>
          <a:p>
            <a:r>
              <a:rPr lang="en-ID" dirty="0"/>
              <a:t>DIVISION</a:t>
            </a:r>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DACAD8-B75B-A037-6B91-CC83A9848424}"/>
              </a:ext>
            </a:extLst>
          </p:cNvPr>
          <p:cNvPicPr>
            <a:picLocks noChangeAspect="1"/>
          </p:cNvPicPr>
          <p:nvPr/>
        </p:nvPicPr>
        <p:blipFill>
          <a:blip r:embed="rId3">
            <a:extLst>
              <a:ext uri="{28A0092B-C50C-407E-A947-70E740481C1C}">
                <a14:useLocalDpi xmlns:a14="http://schemas.microsoft.com/office/drawing/2010/main" val="0"/>
              </a:ext>
            </a:extLst>
          </a:blip>
          <a:srcRect t="13909"/>
          <a:stretch>
            <a:fillRect/>
          </a:stretch>
        </p:blipFill>
        <p:spPr>
          <a:xfrm>
            <a:off x="3432099" y="9160481"/>
            <a:ext cx="18022313" cy="3973738"/>
          </a:xfrm>
          <a:prstGeom prst="rect">
            <a:avLst/>
          </a:prstGeom>
        </p:spPr>
      </p:pic>
      <p:sp>
        <p:nvSpPr>
          <p:cNvPr id="4" name="Content Placeholder 3">
            <a:extLst>
              <a:ext uri="{FF2B5EF4-FFF2-40B4-BE49-F238E27FC236}">
                <a16:creationId xmlns:a16="http://schemas.microsoft.com/office/drawing/2014/main" id="{E25F03C2-AB0D-6794-B60F-46FAB7775C86}"/>
              </a:ext>
            </a:extLst>
          </p:cNvPr>
          <p:cNvSpPr>
            <a:spLocks noGrp="1"/>
          </p:cNvSpPr>
          <p:nvPr>
            <p:ph sz="quarter" idx="11"/>
          </p:nvPr>
        </p:nvSpPr>
        <p:spPr>
          <a:xfrm>
            <a:off x="2163189" y="3260663"/>
            <a:ext cx="21685352" cy="9253554"/>
          </a:xfrm>
        </p:spPr>
        <p:txBody>
          <a:bodyPr>
            <a:normAutofit/>
          </a:bodyPr>
          <a:lstStyle/>
          <a:p>
            <a:r>
              <a:rPr lang="en-US" dirty="0"/>
              <a:t>A formal language that defines a set of operations to manipulate relations (tables) </a:t>
            </a:r>
          </a:p>
          <a:p>
            <a:r>
              <a:rPr lang="en-US" dirty="0"/>
              <a:t>Provides the theoretical foundation for SQL — every SQL query you write is internally translated into relational algebra by the DBMS </a:t>
            </a:r>
          </a:p>
          <a:p>
            <a:r>
              <a:rPr lang="en-US" dirty="0"/>
              <a:t>Analogy: SQL is what you write, Relational Algebra is how the database "thinks" </a:t>
            </a:r>
          </a:p>
          <a:p>
            <a:r>
              <a:rPr lang="en-US" dirty="0"/>
              <a:t>The query optimizer uses relational algebra to find the most efficient way to execute your query</a:t>
            </a:r>
            <a:endParaRPr lang="en-ID" dirty="0"/>
          </a:p>
        </p:txBody>
      </p:sp>
      <p:sp>
        <p:nvSpPr>
          <p:cNvPr id="6" name="Title 5">
            <a:extLst>
              <a:ext uri="{FF2B5EF4-FFF2-40B4-BE49-F238E27FC236}">
                <a16:creationId xmlns:a16="http://schemas.microsoft.com/office/drawing/2014/main" id="{45267CAF-4E6D-359B-2142-2B42E0F585BC}"/>
              </a:ext>
            </a:extLst>
          </p:cNvPr>
          <p:cNvSpPr>
            <a:spLocks noGrp="1"/>
          </p:cNvSpPr>
          <p:nvPr>
            <p:ph type="title"/>
          </p:nvPr>
        </p:nvSpPr>
        <p:spPr/>
        <p:txBody>
          <a:bodyPr>
            <a:normAutofit fontScale="90000"/>
          </a:bodyPr>
          <a:lstStyle/>
          <a:p>
            <a:r>
              <a:rPr lang="en-ID" dirty="0"/>
              <a:t>What is Relational Algebra?</a:t>
            </a:r>
          </a:p>
        </p:txBody>
      </p:sp>
      <p:sp>
        <p:nvSpPr>
          <p:cNvPr id="8" name="Text Placeholder 7">
            <a:extLst>
              <a:ext uri="{FF2B5EF4-FFF2-40B4-BE49-F238E27FC236}">
                <a16:creationId xmlns:a16="http://schemas.microsoft.com/office/drawing/2014/main" id="{FBB7E9DD-F947-A1FF-98E2-678F0FB367E0}"/>
              </a:ext>
            </a:extLst>
          </p:cNvPr>
          <p:cNvSpPr>
            <a:spLocks noGrp="1"/>
          </p:cNvSpPr>
          <p:nvPr>
            <p:ph type="body" sz="quarter" idx="10"/>
          </p:nvPr>
        </p:nvSpPr>
        <p:spPr/>
        <p:txBody>
          <a:bodyPr/>
          <a:lstStyle/>
          <a:p>
            <a:endParaRPr lang="en-ID" dirty="0"/>
          </a:p>
        </p:txBody>
      </p:sp>
      <p:sp>
        <p:nvSpPr>
          <p:cNvPr id="19" name="AutoShape 4" descr="undefined">
            <a:extLst>
              <a:ext uri="{FF2B5EF4-FFF2-40B4-BE49-F238E27FC236}">
                <a16:creationId xmlns:a16="http://schemas.microsoft.com/office/drawing/2014/main" id="{D23C07DE-4386-328B-BEC0-B9BC28FBB705}"/>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Tree>
    <p:extLst>
      <p:ext uri="{BB962C8B-B14F-4D97-AF65-F5344CB8AC3E}">
        <p14:creationId xmlns:p14="http://schemas.microsoft.com/office/powerpoint/2010/main" val="6083393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ADA5A-B8BF-FC61-F822-F6BF4D06056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D1B7FF9-44CE-0A62-EE01-54DC48AF1314}"/>
              </a:ext>
            </a:extLst>
          </p:cNvPr>
          <p:cNvSpPr>
            <a:spLocks noGrp="1"/>
          </p:cNvSpPr>
          <p:nvPr>
            <p:ph sz="quarter" idx="11"/>
          </p:nvPr>
        </p:nvSpPr>
        <p:spPr>
          <a:xfrm>
            <a:off x="2163189" y="3260663"/>
            <a:ext cx="21685352" cy="9253554"/>
          </a:xfrm>
        </p:spPr>
        <p:txBody>
          <a:bodyPr>
            <a:normAutofit/>
          </a:bodyPr>
          <a:lstStyle/>
          <a:p>
            <a:endParaRPr lang="en-ID" dirty="0"/>
          </a:p>
        </p:txBody>
      </p:sp>
      <p:sp>
        <p:nvSpPr>
          <p:cNvPr id="6" name="Title 5">
            <a:extLst>
              <a:ext uri="{FF2B5EF4-FFF2-40B4-BE49-F238E27FC236}">
                <a16:creationId xmlns:a16="http://schemas.microsoft.com/office/drawing/2014/main" id="{EABD923C-7F96-5526-6FE5-91FA2034D9FA}"/>
              </a:ext>
            </a:extLst>
          </p:cNvPr>
          <p:cNvSpPr>
            <a:spLocks noGrp="1"/>
          </p:cNvSpPr>
          <p:nvPr>
            <p:ph type="title"/>
          </p:nvPr>
        </p:nvSpPr>
        <p:spPr/>
        <p:txBody>
          <a:bodyPr>
            <a:normAutofit fontScale="90000"/>
          </a:bodyPr>
          <a:lstStyle/>
          <a:p>
            <a:r>
              <a:rPr lang="en-ID" dirty="0"/>
              <a:t>What is Relational Algebra?</a:t>
            </a:r>
          </a:p>
        </p:txBody>
      </p:sp>
      <p:sp>
        <p:nvSpPr>
          <p:cNvPr id="8" name="Text Placeholder 7">
            <a:extLst>
              <a:ext uri="{FF2B5EF4-FFF2-40B4-BE49-F238E27FC236}">
                <a16:creationId xmlns:a16="http://schemas.microsoft.com/office/drawing/2014/main" id="{C870F95F-6D3B-F099-52F1-10960317EB96}"/>
              </a:ext>
            </a:extLst>
          </p:cNvPr>
          <p:cNvSpPr>
            <a:spLocks noGrp="1"/>
          </p:cNvSpPr>
          <p:nvPr>
            <p:ph type="body" sz="quarter" idx="10"/>
          </p:nvPr>
        </p:nvSpPr>
        <p:spPr/>
        <p:txBody>
          <a:bodyPr/>
          <a:lstStyle/>
          <a:p>
            <a:r>
              <a:rPr lang="en-ID" dirty="0"/>
              <a:t>Two Groups of Operations</a:t>
            </a:r>
          </a:p>
        </p:txBody>
      </p:sp>
      <p:sp>
        <p:nvSpPr>
          <p:cNvPr id="19" name="AutoShape 4" descr="undefined">
            <a:extLst>
              <a:ext uri="{FF2B5EF4-FFF2-40B4-BE49-F238E27FC236}">
                <a16:creationId xmlns:a16="http://schemas.microsoft.com/office/drawing/2014/main" id="{31945C46-6DC5-59E9-0CA2-497E34780D5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0579D678-06D0-369C-D7A6-3A6CEDAA06E7}"/>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5" name="Picture 4">
            <a:extLst>
              <a:ext uri="{FF2B5EF4-FFF2-40B4-BE49-F238E27FC236}">
                <a16:creationId xmlns:a16="http://schemas.microsoft.com/office/drawing/2014/main" id="{BD2081F4-3F8D-EE21-1794-AF1725BF9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3037" y="3490409"/>
            <a:ext cx="22047526" cy="8794062"/>
          </a:xfrm>
          <a:prstGeom prst="rect">
            <a:avLst/>
          </a:prstGeom>
        </p:spPr>
      </p:pic>
    </p:spTree>
    <p:extLst>
      <p:ext uri="{BB962C8B-B14F-4D97-AF65-F5344CB8AC3E}">
        <p14:creationId xmlns:p14="http://schemas.microsoft.com/office/powerpoint/2010/main" val="33279829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996F3-DE76-770D-6271-BD57F568F603}"/>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F1922F0-2CDA-34BE-13C5-B1720DA4DD4F}"/>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rcRect b="33450"/>
          <a:stretch>
            <a:fillRect/>
          </a:stretch>
        </p:blipFill>
        <p:spPr>
          <a:xfrm>
            <a:off x="3651783" y="3260663"/>
            <a:ext cx="17080433" cy="65437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6" name="Title 5">
            <a:extLst>
              <a:ext uri="{FF2B5EF4-FFF2-40B4-BE49-F238E27FC236}">
                <a16:creationId xmlns:a16="http://schemas.microsoft.com/office/drawing/2014/main" id="{B978B8E2-E6EC-3D2A-0898-2F3EE5ADCC03}"/>
              </a:ext>
            </a:extLst>
          </p:cNvPr>
          <p:cNvSpPr>
            <a:spLocks noGrp="1"/>
          </p:cNvSpPr>
          <p:nvPr>
            <p:ph type="title"/>
          </p:nvPr>
        </p:nvSpPr>
        <p:spPr/>
        <p:txBody>
          <a:bodyPr>
            <a:normAutofit fontScale="90000"/>
          </a:bodyPr>
          <a:lstStyle/>
          <a:p>
            <a:endParaRPr lang="en-ID" dirty="0"/>
          </a:p>
        </p:txBody>
      </p:sp>
      <p:sp>
        <p:nvSpPr>
          <p:cNvPr id="8" name="Text Placeholder 7">
            <a:extLst>
              <a:ext uri="{FF2B5EF4-FFF2-40B4-BE49-F238E27FC236}">
                <a16:creationId xmlns:a16="http://schemas.microsoft.com/office/drawing/2014/main" id="{DB7DF974-9E10-DE8B-D9E6-877D88ADB561}"/>
              </a:ext>
            </a:extLst>
          </p:cNvPr>
          <p:cNvSpPr>
            <a:spLocks noGrp="1"/>
          </p:cNvSpPr>
          <p:nvPr>
            <p:ph type="body" sz="quarter" idx="10"/>
          </p:nvPr>
        </p:nvSpPr>
        <p:spPr/>
        <p:txBody>
          <a:bodyPr/>
          <a:lstStyle/>
          <a:p>
            <a:r>
              <a:rPr lang="en-ID" dirty="0"/>
              <a:t>Company Database</a:t>
            </a:r>
          </a:p>
        </p:txBody>
      </p:sp>
      <p:sp>
        <p:nvSpPr>
          <p:cNvPr id="19" name="AutoShape 4" descr="undefined">
            <a:extLst>
              <a:ext uri="{FF2B5EF4-FFF2-40B4-BE49-F238E27FC236}">
                <a16:creationId xmlns:a16="http://schemas.microsoft.com/office/drawing/2014/main" id="{A2E9B3C0-CA50-7D4F-A61A-434FB9C64A17}"/>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AF3AB316-F475-87CD-10F3-3A15833FD398}"/>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9" name="Content Placeholder 6">
            <a:extLst>
              <a:ext uri="{FF2B5EF4-FFF2-40B4-BE49-F238E27FC236}">
                <a16:creationId xmlns:a16="http://schemas.microsoft.com/office/drawing/2014/main" id="{A06D0DD4-26DD-591A-B231-57212F23A613}"/>
              </a:ext>
            </a:extLst>
          </p:cNvPr>
          <p:cNvPicPr>
            <a:picLocks noChangeAspect="1"/>
          </p:cNvPicPr>
          <p:nvPr/>
        </p:nvPicPr>
        <p:blipFill>
          <a:blip r:embed="rId3">
            <a:extLst>
              <a:ext uri="{28A0092B-C50C-407E-A947-70E740481C1C}">
                <a14:useLocalDpi xmlns:a14="http://schemas.microsoft.com/office/drawing/2010/main" val="0"/>
              </a:ext>
            </a:extLst>
          </a:blip>
          <a:srcRect t="77881"/>
          <a:stretch>
            <a:fillRect/>
          </a:stretch>
        </p:blipFill>
        <p:spPr>
          <a:xfrm>
            <a:off x="3651783" y="9961531"/>
            <a:ext cx="17080433" cy="21749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399644163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7C0FE-C31A-C35C-992A-3A65C763BC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E1A8AD-D7DC-681B-29DA-ACB944667422}"/>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A4305737-0EB0-E0CC-9A65-B844C3FF10B5}"/>
                  </a:ext>
                </a:extLst>
              </p:cNvPr>
              <p:cNvSpPr>
                <a:spLocks noGrp="1"/>
              </p:cNvSpPr>
              <p:nvPr>
                <p:ph type="body" sz="quarter" idx="10"/>
              </p:nvPr>
            </p:nvSpPr>
            <p:spPr/>
            <p:txBody>
              <a:bodyPr/>
              <a:lstStyle/>
              <a:p>
                <a:r>
                  <a:rPr lang="en-ID" dirty="0"/>
                  <a:t>SELECT Operation (</a:t>
                </a:r>
                <a14:m>
                  <m:oMath xmlns:m="http://schemas.openxmlformats.org/officeDocument/2006/math">
                    <m:r>
                      <a:rPr lang="en-ID" i="1" smtClean="0">
                        <a:latin typeface="Cambria Math" panose="02040503050406030204" pitchFamily="18" charset="0"/>
                        <a:ea typeface="Cambria Math" panose="02040503050406030204" pitchFamily="18" charset="0"/>
                      </a:rPr>
                      <m:t>𝝈</m:t>
                    </m:r>
                  </m:oMath>
                </a14:m>
                <a:r>
                  <a:rPr lang="en-ID" dirty="0"/>
                  <a:t>)</a:t>
                </a:r>
                <a:endParaRPr lang="el-GR" dirty="0"/>
              </a:p>
            </p:txBody>
          </p:sp>
        </mc:Choice>
        <mc:Fallback xmlns="">
          <p:sp>
            <p:nvSpPr>
              <p:cNvPr id="8" name="Text Placeholder 7">
                <a:extLst>
                  <a:ext uri="{FF2B5EF4-FFF2-40B4-BE49-F238E27FC236}">
                    <a16:creationId xmlns:a16="http://schemas.microsoft.com/office/drawing/2014/main" id="{A4305737-0EB0-E0CC-9A65-B844C3FF10B5}"/>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523738E1-8F96-6DE1-46C0-808390708FD4}"/>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B8EBEC58-F186-B869-77C4-2DBEDEEC18A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954514B-189A-0BB4-8903-19B958DD7D39}"/>
                  </a:ext>
                </a:extLst>
              </p:cNvPr>
              <p:cNvSpPr>
                <a:spLocks noGrp="1"/>
              </p:cNvSpPr>
              <p:nvPr>
                <p:ph sz="quarter" idx="11"/>
              </p:nvPr>
            </p:nvSpPr>
            <p:spPr/>
            <p:txBody>
              <a:bodyPr>
                <a:normAutofit fontScale="85000" lnSpcReduction="10000"/>
              </a:bodyPr>
              <a:lstStyle/>
              <a:p>
                <a:r>
                  <a:rPr lang="en-US" dirty="0"/>
                  <a:t>The SELECT operation chooses a subset of tuples (rows) from a relation that satisfies a selection condition.</a:t>
                </a:r>
              </a:p>
              <a:p>
                <a:r>
                  <a:rPr lang="en-US" dirty="0"/>
                  <a:t>Important: This is NOT the same as SQL's SELECT clause. The relational algebra SELECT filters rows — it is equivalent to the SQL WHERE clause.</a:t>
                </a:r>
              </a:p>
              <a:p>
                <a:r>
                  <a:rPr lang="en-ID" dirty="0"/>
                  <a:t>Notation: </a:t>
                </a:r>
                <a14:m>
                  <m:oMath xmlns:m="http://schemas.openxmlformats.org/officeDocument/2006/math">
                    <m:sSub>
                      <m:sSubPr>
                        <m:ctrlPr>
                          <a:rPr lang="en-ID" i="1" smtClean="0">
                            <a:latin typeface="Cambria Math" panose="02040503050406030204" pitchFamily="18" charset="0"/>
                          </a:rPr>
                        </m:ctrlPr>
                      </m:sSubPr>
                      <m:e>
                        <m:r>
                          <a:rPr lang="en-ID"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&lt;</m:t>
                        </m:r>
                        <m:r>
                          <a:rPr lang="en-US" b="0" i="1" smtClean="0">
                            <a:latin typeface="Cambria Math" panose="02040503050406030204" pitchFamily="18" charset="0"/>
                          </a:rPr>
                          <m:t>𝑠𝑒𝑙𝑒𝑐𝑡𝑖𝑜𝑛</m:t>
                        </m:r>
                        <m:r>
                          <a:rPr lang="en-US" b="0" i="1" smtClean="0">
                            <a:latin typeface="Cambria Math" panose="02040503050406030204" pitchFamily="18" charset="0"/>
                          </a:rPr>
                          <m:t> </m:t>
                        </m:r>
                        <m:r>
                          <a:rPr lang="en-US" b="0" i="1" smtClean="0">
                            <a:latin typeface="Cambria Math" panose="02040503050406030204" pitchFamily="18" charset="0"/>
                          </a:rPr>
                          <m:t>𝑐𝑜𝑛𝑑𝑖𝑡𝑖𝑜𝑛</m:t>
                        </m:r>
                        <m:r>
                          <a:rPr lang="en-US" b="0" i="1" smtClean="0">
                            <a:latin typeface="Cambria Math" panose="02040503050406030204" pitchFamily="18" charset="0"/>
                          </a:rPr>
                          <m:t>&gt;</m:t>
                        </m:r>
                      </m:sub>
                    </m:sSub>
                    <m:r>
                      <a:rPr lang="en-US" b="0" i="1" smtClean="0">
                        <a:latin typeface="Cambria Math" panose="02040503050406030204" pitchFamily="18" charset="0"/>
                      </a:rPr>
                      <m:t>𝑅</m:t>
                    </m:r>
                  </m:oMath>
                </a14:m>
                <a:endParaRPr lang="en-ID" dirty="0"/>
              </a:p>
              <a:p>
                <a:pPr lvl="1"/>
                <a14:m>
                  <m:oMath xmlns:m="http://schemas.openxmlformats.org/officeDocument/2006/math">
                    <m:r>
                      <a:rPr lang="en-ID" i="1">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𝑠𝑖𝑔𝑚𝑎</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𝑆𝐸𝐿𝐸𝐶𝑇</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𝑜𝑝𝑒𝑟𝑎𝑡𝑜𝑟</m:t>
                    </m:r>
                  </m:oMath>
                </a14:m>
                <a:endParaRPr lang="en-US" dirty="0">
                  <a:ea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𝑠𝑒𝑙𝑒𝑐𝑡𝑖𝑜𝑛</m:t>
                    </m:r>
                    <m:r>
                      <a:rPr lang="en-US" b="0" i="1" smtClean="0">
                        <a:latin typeface="Cambria Math" panose="02040503050406030204" pitchFamily="18" charset="0"/>
                      </a:rPr>
                      <m:t> </m:t>
                    </m:r>
                    <m:r>
                      <a:rPr lang="en-US" b="0" i="1" smtClean="0">
                        <a:latin typeface="Cambria Math" panose="02040503050406030204" pitchFamily="18" charset="0"/>
                      </a:rPr>
                      <m:t>𝑐𝑜𝑛𝑑𝑖𝑡𝑖𝑜𝑛</m:t>
                    </m:r>
                    <m:r>
                      <a:rPr lang="en-US" b="0" i="1" smtClean="0">
                        <a:latin typeface="Cambria Math" panose="02040503050406030204" pitchFamily="18" charset="0"/>
                      </a:rPr>
                      <m:t>&gt; =</m:t>
                    </m:r>
                    <m:r>
                      <a:rPr lang="en-US" b="0" i="1" smtClean="0">
                        <a:latin typeface="Cambria Math" panose="02040503050406030204" pitchFamily="18" charset="0"/>
                      </a:rPr>
                      <m:t>𝑐𝑜𝑛𝑑𝑖𝑡𝑖𝑜𝑛</m:t>
                    </m:r>
                    <m:r>
                      <a:rPr lang="en-US" b="0" i="1" smtClean="0">
                        <a:latin typeface="Cambria Math" panose="02040503050406030204" pitchFamily="18" charset="0"/>
                      </a:rPr>
                      <m:t> </m:t>
                    </m:r>
                    <m:r>
                      <a:rPr lang="en-US" b="0" i="1" smtClean="0">
                        <a:latin typeface="Cambria Math" panose="02040503050406030204" pitchFamily="18" charset="0"/>
                      </a:rPr>
                      <m:t>𝑜𝑛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𝑎𝑡𝑡𝑟𝑖𝑏𝑢𝑡𝑒𝑠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𝑅</m:t>
                    </m:r>
                  </m:oMath>
                </a14:m>
                <a:endParaRPr lang="en-ID" dirty="0"/>
              </a:p>
              <a:p>
                <a:pPr lvl="1"/>
                <a14:m>
                  <m:oMath xmlns:m="http://schemas.openxmlformats.org/officeDocument/2006/math">
                    <m:r>
                      <a:rPr lang="en-US" i="1">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𝑟𝑒𝑙𝑎𝑡𝑖𝑜𝑛</m:t>
                    </m:r>
                    <m:r>
                      <a:rPr lang="en-US" b="0" i="1" smtClean="0">
                        <a:latin typeface="Cambria Math" panose="02040503050406030204" pitchFamily="18" charset="0"/>
                      </a:rPr>
                      <m:t> (</m:t>
                    </m:r>
                    <m:r>
                      <a:rPr lang="en-US" b="0" i="1" smtClean="0">
                        <a:latin typeface="Cambria Math" panose="02040503050406030204" pitchFamily="18" charset="0"/>
                      </a:rPr>
                      <m:t>𝑡𝑎𝑏𝑙𝑒</m:t>
                    </m:r>
                    <m:r>
                      <a:rPr lang="en-US" b="0" i="1" smtClean="0">
                        <a:latin typeface="Cambria Math" panose="02040503050406030204" pitchFamily="18" charset="0"/>
                      </a:rPr>
                      <m:t>)</m:t>
                    </m:r>
                  </m:oMath>
                </a14:m>
                <a:endParaRPr lang="en-ID" dirty="0"/>
              </a:p>
              <a:p>
                <a:r>
                  <a:rPr lang="en-US" dirty="0"/>
                  <a:t>The selection condition uses comparison operators: =, &lt;, ≤, &gt;, ≥, ≠</a:t>
                </a:r>
              </a:p>
              <a:p>
                <a:r>
                  <a:rPr lang="en-US" dirty="0"/>
                  <a:t>Conditions can be connected using AND, OR, NOT</a:t>
                </a:r>
              </a:p>
            </p:txBody>
          </p:sp>
        </mc:Choice>
        <mc:Fallback xmlns="">
          <p:sp>
            <p:nvSpPr>
              <p:cNvPr id="4" name="Content Placeholder 3">
                <a:extLst>
                  <a:ext uri="{FF2B5EF4-FFF2-40B4-BE49-F238E27FC236}">
                    <a16:creationId xmlns:a16="http://schemas.microsoft.com/office/drawing/2014/main" id="{4954514B-189A-0BB4-8903-19B958DD7D39}"/>
                  </a:ext>
                </a:extLst>
              </p:cNvPr>
              <p:cNvSpPr>
                <a:spLocks noGrp="1" noRot="1" noChangeAspect="1" noMove="1" noResize="1" noEditPoints="1" noAdjustHandles="1" noChangeArrowheads="1" noChangeShapeType="1" noTextEdit="1"/>
              </p:cNvSpPr>
              <p:nvPr>
                <p:ph sz="quarter" idx="11"/>
              </p:nvPr>
            </p:nvSpPr>
            <p:spPr>
              <a:blipFill>
                <a:blip r:embed="rId4"/>
                <a:stretch>
                  <a:fillRect l="-1064" t="-1705" r="-395" b="-1278"/>
                </a:stretch>
              </a:blipFill>
            </p:spPr>
            <p:txBody>
              <a:bodyPr/>
              <a:lstStyle/>
              <a:p>
                <a:r>
                  <a:rPr lang="en-ID">
                    <a:noFill/>
                  </a:rPr>
                  <a:t> </a:t>
                </a:r>
              </a:p>
            </p:txBody>
          </p:sp>
        </mc:Fallback>
      </mc:AlternateContent>
    </p:spTree>
    <p:extLst>
      <p:ext uri="{BB962C8B-B14F-4D97-AF65-F5344CB8AC3E}">
        <p14:creationId xmlns:p14="http://schemas.microsoft.com/office/powerpoint/2010/main" val="171876165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B909-F9EB-ACE9-4551-711059952A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885BF10-D612-1135-1742-7E80D990AFDA}"/>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C716EBAF-36D4-D3DF-0C03-CA915D781903}"/>
                  </a:ext>
                </a:extLst>
              </p:cNvPr>
              <p:cNvSpPr>
                <a:spLocks noGrp="1"/>
              </p:cNvSpPr>
              <p:nvPr>
                <p:ph type="body" sz="quarter" idx="10"/>
              </p:nvPr>
            </p:nvSpPr>
            <p:spPr/>
            <p:txBody>
              <a:bodyPr/>
              <a:lstStyle/>
              <a:p>
                <a:r>
                  <a:rPr lang="en-ID" dirty="0"/>
                  <a:t>SELECT Operation (</a:t>
                </a:r>
                <a14:m>
                  <m:oMath xmlns:m="http://schemas.openxmlformats.org/officeDocument/2006/math">
                    <m:r>
                      <a:rPr lang="en-ID" i="1" smtClean="0">
                        <a:latin typeface="Cambria Math" panose="02040503050406030204" pitchFamily="18" charset="0"/>
                        <a:ea typeface="Cambria Math" panose="02040503050406030204" pitchFamily="18" charset="0"/>
                      </a:rPr>
                      <m:t>𝝈</m:t>
                    </m:r>
                  </m:oMath>
                </a14:m>
                <a:r>
                  <a:rPr lang="en-ID" dirty="0"/>
                  <a:t>)</a:t>
                </a:r>
                <a:endParaRPr lang="el-GR" dirty="0"/>
              </a:p>
            </p:txBody>
          </p:sp>
        </mc:Choice>
        <mc:Fallback xmlns="">
          <p:sp>
            <p:nvSpPr>
              <p:cNvPr id="8" name="Text Placeholder 7">
                <a:extLst>
                  <a:ext uri="{FF2B5EF4-FFF2-40B4-BE49-F238E27FC236}">
                    <a16:creationId xmlns:a16="http://schemas.microsoft.com/office/drawing/2014/main" id="{C716EBAF-36D4-D3DF-0C03-CA915D781903}"/>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C0A1F416-1CAE-99D2-D8AC-A67D00BDCB4A}"/>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4729C9B8-B08D-BCC1-174D-FC5F80653A05}"/>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0D5FBBE-DB74-0C77-C470-07181C81688A}"/>
                  </a:ext>
                </a:extLst>
              </p:cNvPr>
              <p:cNvSpPr>
                <a:spLocks noGrp="1"/>
              </p:cNvSpPr>
              <p:nvPr>
                <p:ph sz="quarter" idx="11"/>
              </p:nvPr>
            </p:nvSpPr>
            <p:spPr>
              <a:xfrm>
                <a:off x="2163188" y="3260663"/>
                <a:ext cx="21331812" cy="8583279"/>
              </a:xfrm>
            </p:spPr>
            <p:txBody>
              <a:bodyPr>
                <a:normAutofit/>
              </a:bodyPr>
              <a:lstStyle/>
              <a:p>
                <a:pPr marL="0" indent="0">
                  <a:buNone/>
                </a:pPr>
                <a:r>
                  <a:rPr lang="en-ID" dirty="0"/>
                  <a:t>Examples</a:t>
                </a:r>
              </a:p>
              <a:p>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&lt;</m:t>
                        </m:r>
                        <m:r>
                          <a:rPr lang="en-US" b="0" i="1" smtClean="0">
                            <a:latin typeface="Cambria Math" panose="02040503050406030204" pitchFamily="18" charset="0"/>
                          </a:rPr>
                          <m:t>𝑆𝑎𝑙𝑎𝑟𝑦</m:t>
                        </m:r>
                        <m:r>
                          <a:rPr lang="en-US" b="0" i="1" smtClean="0">
                            <a:latin typeface="Cambria Math" panose="02040503050406030204" pitchFamily="18" charset="0"/>
                          </a:rPr>
                          <m:t>&gt;30000&gt;</m:t>
                        </m:r>
                      </m:sub>
                    </m:sSub>
                    <m:r>
                      <a:rPr lang="en-US" b="0" i="1" smtClean="0">
                        <a:latin typeface="Cambria Math" panose="02040503050406030204" pitchFamily="18" charset="0"/>
                      </a:rPr>
                      <m:t>(</m:t>
                    </m:r>
                    <m:r>
                      <a:rPr lang="en-US" b="0" i="1" smtClean="0">
                        <a:latin typeface="Cambria Math" panose="02040503050406030204" pitchFamily="18" charset="0"/>
                      </a:rPr>
                      <m:t>𝐸𝑀𝑃𝐿𝑂𝑌𝐸𝐸</m:t>
                    </m:r>
                    <m:r>
                      <a:rPr lang="en-US" b="0" i="1" smtClean="0">
                        <a:latin typeface="Cambria Math" panose="02040503050406030204" pitchFamily="18" charset="0"/>
                      </a:rPr>
                      <m:t>)</m:t>
                    </m:r>
                  </m:oMath>
                </a14:m>
                <a:r>
                  <a:rPr lang="en-US" dirty="0"/>
                  <a:t>:Select all employees with salary greater than 30,000</a:t>
                </a:r>
              </a:p>
              <a:p>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&lt;</m:t>
                        </m:r>
                        <m:r>
                          <a:rPr lang="en-US" b="0" i="1" smtClean="0">
                            <a:latin typeface="Cambria Math" panose="02040503050406030204" pitchFamily="18" charset="0"/>
                          </a:rPr>
                          <m:t>𝐷𝑛𝑜</m:t>
                        </m:r>
                        <m:r>
                          <a:rPr lang="en-US" b="0" i="1" smtClean="0">
                            <a:latin typeface="Cambria Math" panose="02040503050406030204" pitchFamily="18" charset="0"/>
                          </a:rPr>
                          <m:t>=4 </m:t>
                        </m:r>
                        <m:r>
                          <a:rPr lang="en-US" b="0" i="1" smtClean="0">
                            <a:latin typeface="Cambria Math" panose="02040503050406030204" pitchFamily="18" charset="0"/>
                          </a:rPr>
                          <m:t>𝐴𝑁𝐷</m:t>
                        </m:r>
                        <m:r>
                          <a:rPr lang="en-US" b="0" i="1" smtClean="0">
                            <a:latin typeface="Cambria Math" panose="02040503050406030204" pitchFamily="18" charset="0"/>
                          </a:rPr>
                          <m:t> </m:t>
                        </m:r>
                        <m:r>
                          <a:rPr lang="en-US" b="0" i="1" smtClean="0">
                            <a:latin typeface="Cambria Math" panose="02040503050406030204" pitchFamily="18" charset="0"/>
                          </a:rPr>
                          <m:t>𝑆𝑎𝑙𝑎𝑟𝑦</m:t>
                        </m:r>
                        <m:r>
                          <a:rPr lang="en-US" b="0" i="1" smtClean="0">
                            <a:latin typeface="Cambria Math" panose="02040503050406030204" pitchFamily="18" charset="0"/>
                          </a:rPr>
                          <m:t>&gt;25000&gt;</m:t>
                        </m:r>
                      </m:sub>
                    </m:sSub>
                    <m:r>
                      <a:rPr lang="en-US" i="1">
                        <a:latin typeface="Cambria Math" panose="02040503050406030204" pitchFamily="18" charset="0"/>
                      </a:rPr>
                      <m:t>(</m:t>
                    </m:r>
                    <m:r>
                      <a:rPr lang="en-US" i="1">
                        <a:latin typeface="Cambria Math" panose="02040503050406030204" pitchFamily="18" charset="0"/>
                      </a:rPr>
                      <m:t>𝑒𝑚𝑝𝑙𝑜𝑦𝑒𝑒</m:t>
                    </m:r>
                    <m:r>
                      <a:rPr lang="en-US" i="1">
                        <a:latin typeface="Cambria Math" panose="02040503050406030204" pitchFamily="18" charset="0"/>
                      </a:rPr>
                      <m:t>)</m:t>
                    </m:r>
                  </m:oMath>
                </a14:m>
                <a:r>
                  <a:rPr lang="en-US" dirty="0"/>
                  <a:t>: Select employees in department 4 earning more than 25,000</a:t>
                </a:r>
              </a:p>
              <a:p>
                <a:pPr marL="0" indent="0">
                  <a:buNone/>
                </a:pPr>
                <a:r>
                  <a:rPr lang="en-US" dirty="0"/>
                  <a:t>In SQL, the SELECT condition is typically specified in the WHERE clause of a query. For example, the following operation for case number 2:</a:t>
                </a:r>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00D5FBBE-DB74-0C77-C470-07181C81688A}"/>
                  </a:ext>
                </a:extLst>
              </p:cNvPr>
              <p:cNvSpPr>
                <a:spLocks noGrp="1" noRot="1" noChangeAspect="1" noMove="1" noResize="1" noEditPoints="1" noAdjustHandles="1" noChangeArrowheads="1" noChangeShapeType="1" noTextEdit="1"/>
              </p:cNvSpPr>
              <p:nvPr>
                <p:ph sz="quarter" idx="11"/>
              </p:nvPr>
            </p:nvSpPr>
            <p:spPr>
              <a:xfrm>
                <a:off x="2163188" y="3260663"/>
                <a:ext cx="21331812" cy="8583279"/>
              </a:xfrm>
              <a:blipFill>
                <a:blip r:embed="rId4"/>
                <a:stretch>
                  <a:fillRect l="-1343" t="-1420" r="-1315"/>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C04673D5-0773-EBE6-7DFD-39FC936C8D6C}"/>
              </a:ext>
            </a:extLst>
          </p:cNvPr>
          <p:cNvPicPr>
            <a:picLocks noChangeAspect="1"/>
          </p:cNvPicPr>
          <p:nvPr/>
        </p:nvPicPr>
        <p:blipFill>
          <a:blip r:embed="rId5"/>
          <a:stretch>
            <a:fillRect/>
          </a:stretch>
        </p:blipFill>
        <p:spPr>
          <a:xfrm>
            <a:off x="2163188" y="9369486"/>
            <a:ext cx="5939412" cy="2535929"/>
          </a:xfrm>
          <a:prstGeom prst="rect">
            <a:avLst/>
          </a:prstGeom>
        </p:spPr>
      </p:pic>
    </p:spTree>
    <p:extLst>
      <p:ext uri="{BB962C8B-B14F-4D97-AF65-F5344CB8AC3E}">
        <p14:creationId xmlns:p14="http://schemas.microsoft.com/office/powerpoint/2010/main" val="3219389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558DC-6C0F-4B70-BF19-6B2EE7A32D2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0BD5B3-ABB6-05CF-405F-22BC824D93BF}"/>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91112449-14AF-8A85-2D52-9933C664980B}"/>
                  </a:ext>
                </a:extLst>
              </p:cNvPr>
              <p:cNvSpPr>
                <a:spLocks noGrp="1"/>
              </p:cNvSpPr>
              <p:nvPr>
                <p:ph type="body" sz="quarter" idx="10"/>
              </p:nvPr>
            </p:nvSpPr>
            <p:spPr/>
            <p:txBody>
              <a:bodyPr/>
              <a:lstStyle/>
              <a:p>
                <a:r>
                  <a:rPr lang="en-ID" dirty="0"/>
                  <a:t>Project Operation (</a:t>
                </a:r>
                <a14:m>
                  <m:oMath xmlns:m="http://schemas.openxmlformats.org/officeDocument/2006/math">
                    <m:r>
                      <a:rPr lang="en-ID" i="1" smtClean="0">
                        <a:latin typeface="Cambria Math" panose="02040503050406030204" pitchFamily="18" charset="0"/>
                        <a:ea typeface="Cambria Math" panose="02040503050406030204" pitchFamily="18" charset="0"/>
                      </a:rPr>
                      <m:t>𝝅</m:t>
                    </m:r>
                  </m:oMath>
                </a14:m>
                <a:r>
                  <a:rPr lang="en-ID" dirty="0"/>
                  <a:t>)</a:t>
                </a:r>
                <a:endParaRPr lang="el-GR" dirty="0"/>
              </a:p>
            </p:txBody>
          </p:sp>
        </mc:Choice>
        <mc:Fallback xmlns="">
          <p:sp>
            <p:nvSpPr>
              <p:cNvPr id="8" name="Text Placeholder 7">
                <a:extLst>
                  <a:ext uri="{FF2B5EF4-FFF2-40B4-BE49-F238E27FC236}">
                    <a16:creationId xmlns:a16="http://schemas.microsoft.com/office/drawing/2014/main" id="{91112449-14AF-8A85-2D52-9933C664980B}"/>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0555CA1A-F59B-026C-391E-EF80767C2B64}"/>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7D3227D9-0BAE-7D07-EA99-9D2E3EFC571B}"/>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04B7722-31B5-18A2-A48C-FC7D9BA89AE9}"/>
                  </a:ext>
                </a:extLst>
              </p:cNvPr>
              <p:cNvSpPr>
                <a:spLocks noGrp="1"/>
              </p:cNvSpPr>
              <p:nvPr>
                <p:ph sz="quarter" idx="11"/>
              </p:nvPr>
            </p:nvSpPr>
            <p:spPr/>
            <p:txBody>
              <a:bodyPr>
                <a:normAutofit lnSpcReduction="10000"/>
              </a:bodyPr>
              <a:lstStyle/>
              <a:p>
                <a:r>
                  <a:rPr lang="en-US" dirty="0"/>
                  <a:t>The PROJECT operation selects certain columns from a relation and discards the others.</a:t>
                </a:r>
              </a:p>
              <a:p>
                <a:r>
                  <a:rPr lang="en-US" dirty="0"/>
                  <a:t>Unlike SELECT (which filters rows), PROJECT filters columns.</a:t>
                </a:r>
              </a:p>
              <a:p>
                <a:r>
                  <a:rPr lang="en-US" dirty="0"/>
                  <a:t>The result removes any duplicate tuples — the result is always a set of distinct tuples.</a:t>
                </a:r>
              </a:p>
              <a:p>
                <a:r>
                  <a:rPr lang="en-ID" dirty="0"/>
                  <a:t>Notation: </a:t>
                </a:r>
                <a14:m>
                  <m:oMath xmlns:m="http://schemas.openxmlformats.org/officeDocument/2006/math">
                    <m:sSub>
                      <m:sSubPr>
                        <m:ctrlPr>
                          <a:rPr lang="en-ID" i="1" smtClean="0">
                            <a:latin typeface="Cambria Math" panose="02040503050406030204" pitchFamily="18" charset="0"/>
                          </a:rPr>
                        </m:ctrlPr>
                      </m:sSubPr>
                      <m:e>
                        <m:r>
                          <a:rPr lang="en-ID"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&lt;</m:t>
                        </m:r>
                        <m:r>
                          <a:rPr lang="en-US" b="0" i="1" smtClean="0">
                            <a:latin typeface="Cambria Math" panose="02040503050406030204" pitchFamily="18" charset="0"/>
                          </a:rPr>
                          <m:t>𝑎𝑡𝑡𝑟𝑖𝑏𝑢𝑡𝑒</m:t>
                        </m:r>
                        <m:r>
                          <a:rPr lang="en-US" b="0" i="1" smtClean="0">
                            <a:latin typeface="Cambria Math" panose="02040503050406030204" pitchFamily="18" charset="0"/>
                          </a:rPr>
                          <m:t> </m:t>
                        </m:r>
                        <m:r>
                          <a:rPr lang="en-US" b="0" i="1" smtClean="0">
                            <a:latin typeface="Cambria Math" panose="02040503050406030204" pitchFamily="18" charset="0"/>
                          </a:rPr>
                          <m:t>𝑙𝑖𝑠𝑡</m:t>
                        </m:r>
                        <m:r>
                          <a:rPr lang="en-US" b="0" i="1" smtClean="0">
                            <a:latin typeface="Cambria Math" panose="02040503050406030204" pitchFamily="18" charset="0"/>
                          </a:rPr>
                          <m:t>&gt;</m:t>
                        </m:r>
                      </m:sub>
                    </m:sSub>
                    <m:r>
                      <a:rPr lang="en-US" b="0" i="1" smtClean="0">
                        <a:latin typeface="Cambria Math" panose="02040503050406030204" pitchFamily="18" charset="0"/>
                      </a:rPr>
                      <m:t>𝑅</m:t>
                    </m:r>
                  </m:oMath>
                </a14:m>
                <a:endParaRPr lang="en-ID" dirty="0"/>
              </a:p>
              <a:p>
                <a:pPr lvl="1"/>
                <a14:m>
                  <m:oMath xmlns:m="http://schemas.openxmlformats.org/officeDocument/2006/math">
                    <m:r>
                      <a:rPr lang="en-ID" b="0" i="1">
                        <a:latin typeface="Cambria Math" panose="02040503050406030204" pitchFamily="18" charset="0"/>
                        <a:ea typeface="Cambria Math" panose="02040503050406030204" pitchFamily="18" charset="0"/>
                      </a:rPr>
                      <m:t>𝜋</m:t>
                    </m:r>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𝑝𝑖</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𝑃𝑅𝑂𝐽𝐸𝐶𝑇</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𝑜𝑝𝑒𝑟𝑎𝑡𝑜𝑟</m:t>
                    </m:r>
                  </m:oMath>
                </a14:m>
                <a:endParaRPr lang="en-US" dirty="0">
                  <a:ea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𝑎𝑡𝑡𝑟𝑖𝑏𝑢𝑡𝑒</m:t>
                    </m:r>
                    <m:r>
                      <a:rPr lang="en-US" b="0" i="1" smtClean="0">
                        <a:latin typeface="Cambria Math" panose="02040503050406030204" pitchFamily="18" charset="0"/>
                      </a:rPr>
                      <m:t> </m:t>
                    </m:r>
                    <m:r>
                      <a:rPr lang="en-US" b="0" i="1" smtClean="0">
                        <a:latin typeface="Cambria Math" panose="02040503050406030204" pitchFamily="18" charset="0"/>
                      </a:rPr>
                      <m:t>𝑙𝑖𝑠𝑡</m:t>
                    </m:r>
                    <m:r>
                      <a:rPr lang="en-US" b="0" i="1" smtClean="0">
                        <a:latin typeface="Cambria Math" panose="02040503050406030204" pitchFamily="18" charset="0"/>
                      </a:rPr>
                      <m:t>&gt; =</m:t>
                    </m:r>
                    <m:r>
                      <a:rPr lang="en-US" b="0" i="1" smtClean="0">
                        <a:latin typeface="Cambria Math" panose="02040503050406030204" pitchFamily="18" charset="0"/>
                      </a:rPr>
                      <m:t>𝑑𝑒𝑠𝑖𝑟𝑒𝑑</m:t>
                    </m:r>
                    <m:r>
                      <a:rPr lang="en-US" b="0" i="1" smtClean="0">
                        <a:latin typeface="Cambria Math" panose="02040503050406030204" pitchFamily="18" charset="0"/>
                      </a:rPr>
                      <m:t> </m:t>
                    </m:r>
                    <m:r>
                      <a:rPr lang="en-US" b="0" i="1" smtClean="0">
                        <a:latin typeface="Cambria Math" panose="02040503050406030204" pitchFamily="18" charset="0"/>
                      </a:rPr>
                      <m:t>𝑙𝑖𝑠𝑡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𝑎𝑡𝑡𝑟𝑖𝑏𝑢𝑡𝑒𝑠</m:t>
                    </m:r>
                    <m:r>
                      <a:rPr lang="en-US" b="0" i="1" smtClean="0">
                        <a:latin typeface="Cambria Math" panose="02040503050406030204" pitchFamily="18" charset="0"/>
                      </a:rPr>
                      <m:t> (</m:t>
                    </m:r>
                    <m:r>
                      <a:rPr lang="en-US" b="0" i="1" smtClean="0">
                        <a:latin typeface="Cambria Math" panose="02040503050406030204" pitchFamily="18" charset="0"/>
                      </a:rPr>
                      <m:t>𝑐𝑜𝑙𝑢𝑚𝑛𝑠</m:t>
                    </m:r>
                    <m:r>
                      <a:rPr lang="en-US" b="0" i="1" smtClean="0">
                        <a:latin typeface="Cambria Math" panose="02040503050406030204" pitchFamily="18" charset="0"/>
                      </a:rPr>
                      <m:t>)</m:t>
                    </m:r>
                  </m:oMath>
                </a14:m>
                <a:endParaRPr lang="en-US" b="0"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𝑟𝑒𝑙𝑎𝑡𝑖𝑜𝑛</m:t>
                    </m:r>
                    <m:r>
                      <a:rPr lang="en-US" b="0" i="1" smtClean="0">
                        <a:latin typeface="Cambria Math" panose="02040503050406030204" pitchFamily="18" charset="0"/>
                      </a:rPr>
                      <m:t> (</m:t>
                    </m:r>
                    <m:r>
                      <a:rPr lang="en-US" b="0" i="1" smtClean="0">
                        <a:latin typeface="Cambria Math" panose="02040503050406030204" pitchFamily="18" charset="0"/>
                      </a:rPr>
                      <m:t>𝑡𝑎𝑏𝑙𝑒</m:t>
                    </m:r>
                    <m:r>
                      <a:rPr lang="en-US" b="0" i="1" smtClean="0">
                        <a:latin typeface="Cambria Math" panose="02040503050406030204" pitchFamily="18" charset="0"/>
                      </a:rPr>
                      <m:t>)</m:t>
                    </m:r>
                  </m:oMath>
                </a14:m>
                <a:endParaRPr lang="en-ID" dirty="0"/>
              </a:p>
            </p:txBody>
          </p:sp>
        </mc:Choice>
        <mc:Fallback xmlns="">
          <p:sp>
            <p:nvSpPr>
              <p:cNvPr id="4" name="Content Placeholder 3">
                <a:extLst>
                  <a:ext uri="{FF2B5EF4-FFF2-40B4-BE49-F238E27FC236}">
                    <a16:creationId xmlns:a16="http://schemas.microsoft.com/office/drawing/2014/main" id="{B04B7722-31B5-18A2-A48C-FC7D9BA89AE9}"/>
                  </a:ext>
                </a:extLst>
              </p:cNvPr>
              <p:cNvSpPr>
                <a:spLocks noGrp="1" noRot="1" noChangeAspect="1" noMove="1" noResize="1" noEditPoints="1" noAdjustHandles="1" noChangeArrowheads="1" noChangeShapeType="1" noTextEdit="1"/>
              </p:cNvSpPr>
              <p:nvPr>
                <p:ph sz="quarter" idx="11"/>
              </p:nvPr>
            </p:nvSpPr>
            <p:spPr>
              <a:blipFill>
                <a:blip r:embed="rId4"/>
                <a:stretch>
                  <a:fillRect l="-1307" t="-2202"/>
                </a:stretch>
              </a:blipFill>
            </p:spPr>
            <p:txBody>
              <a:bodyPr/>
              <a:lstStyle/>
              <a:p>
                <a:r>
                  <a:rPr lang="en-ID">
                    <a:noFill/>
                  </a:rPr>
                  <a:t> </a:t>
                </a:r>
              </a:p>
            </p:txBody>
          </p:sp>
        </mc:Fallback>
      </mc:AlternateContent>
    </p:spTree>
    <p:extLst>
      <p:ext uri="{BB962C8B-B14F-4D97-AF65-F5344CB8AC3E}">
        <p14:creationId xmlns:p14="http://schemas.microsoft.com/office/powerpoint/2010/main" val="4100427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2A646-A45C-FE66-25FB-81DE53173AC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30E1C6F-240E-DD0A-0507-C5A42FF99541}"/>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497DF227-B625-C8B5-C652-3D85A5E9AFAA}"/>
                  </a:ext>
                </a:extLst>
              </p:cNvPr>
              <p:cNvSpPr>
                <a:spLocks noGrp="1"/>
              </p:cNvSpPr>
              <p:nvPr>
                <p:ph type="body" sz="quarter" idx="10"/>
              </p:nvPr>
            </p:nvSpPr>
            <p:spPr/>
            <p:txBody>
              <a:bodyPr/>
              <a:lstStyle/>
              <a:p>
                <a:r>
                  <a:rPr lang="en-ID" dirty="0"/>
                  <a:t>Project Operation (</a:t>
                </a:r>
                <a14:m>
                  <m:oMath xmlns:m="http://schemas.openxmlformats.org/officeDocument/2006/math">
                    <m:r>
                      <a:rPr lang="en-ID" i="1" smtClean="0">
                        <a:latin typeface="Cambria Math" panose="02040503050406030204" pitchFamily="18" charset="0"/>
                        <a:ea typeface="Cambria Math" panose="02040503050406030204" pitchFamily="18" charset="0"/>
                      </a:rPr>
                      <m:t>𝝅</m:t>
                    </m:r>
                  </m:oMath>
                </a14:m>
                <a:r>
                  <a:rPr lang="en-ID" dirty="0"/>
                  <a:t>)</a:t>
                </a:r>
                <a:endParaRPr lang="el-GR" dirty="0"/>
              </a:p>
            </p:txBody>
          </p:sp>
        </mc:Choice>
        <mc:Fallback xmlns="">
          <p:sp>
            <p:nvSpPr>
              <p:cNvPr id="8" name="Text Placeholder 7">
                <a:extLst>
                  <a:ext uri="{FF2B5EF4-FFF2-40B4-BE49-F238E27FC236}">
                    <a16:creationId xmlns:a16="http://schemas.microsoft.com/office/drawing/2014/main" id="{497DF227-B625-C8B5-C652-3D85A5E9AFAA}"/>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AA838E70-7EF5-C7DA-A86E-FFC2AA7A20D2}"/>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02BC2660-45EF-2748-CFBA-D78D2C4E7592}"/>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EFE1C67-AF2D-25E9-2558-7A0E6CBAFE99}"/>
                  </a:ext>
                </a:extLst>
              </p:cNvPr>
              <p:cNvSpPr>
                <a:spLocks noGrp="1"/>
              </p:cNvSpPr>
              <p:nvPr>
                <p:ph sz="quarter" idx="11"/>
              </p:nvPr>
            </p:nvSpPr>
            <p:spPr/>
            <p:txBody>
              <a:bodyPr>
                <a:normAutofit/>
              </a:bodyPr>
              <a:lstStyle/>
              <a:p>
                <a:pPr marL="0" indent="0">
                  <a:buNone/>
                </a:pPr>
                <a:r>
                  <a:rPr lang="en-ID" dirty="0"/>
                  <a:t>Examples</a:t>
                </a:r>
                <a:endParaRPr lang="en-US" dirty="0"/>
              </a:p>
              <a:p>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rPr>
                          <m:t>&lt;</m:t>
                        </m:r>
                        <m:r>
                          <a:rPr lang="en-US" b="0" i="1" smtClean="0">
                            <a:latin typeface="Cambria Math" panose="02040503050406030204" pitchFamily="18" charset="0"/>
                          </a:rPr>
                          <m:t>𝐹𝑛𝑎𝑚𝑒</m:t>
                        </m:r>
                        <m:r>
                          <a:rPr lang="en-US" b="0" i="1" smtClean="0">
                            <a:latin typeface="Cambria Math" panose="02040503050406030204" pitchFamily="18" charset="0"/>
                          </a:rPr>
                          <m:t>, </m:t>
                        </m:r>
                        <m:r>
                          <a:rPr lang="en-US" b="0" i="1" smtClean="0">
                            <a:latin typeface="Cambria Math" panose="02040503050406030204" pitchFamily="18" charset="0"/>
                          </a:rPr>
                          <m:t>𝐿𝑛𝑎𝑚𝑒</m:t>
                        </m:r>
                        <m:r>
                          <a:rPr lang="en-US" b="0" i="1" smtClean="0">
                            <a:latin typeface="Cambria Math" panose="02040503050406030204" pitchFamily="18" charset="0"/>
                          </a:rPr>
                          <m:t>, </m:t>
                        </m:r>
                        <m:r>
                          <a:rPr lang="en-US" b="0" i="1" smtClean="0">
                            <a:latin typeface="Cambria Math" panose="02040503050406030204" pitchFamily="18" charset="0"/>
                          </a:rPr>
                          <m:t>𝑆𝑎𝑙𝑎𝑟𝑦</m:t>
                        </m:r>
                        <m:r>
                          <a:rPr lang="en-US" i="1">
                            <a:latin typeface="Cambria Math" panose="02040503050406030204" pitchFamily="18" charset="0"/>
                          </a:rPr>
                          <m:t>&gt;</m:t>
                        </m:r>
                      </m:sub>
                    </m:sSub>
                    <m:r>
                      <a:rPr lang="en-US" b="0" i="1" smtClean="0">
                        <a:latin typeface="Cambria Math" panose="02040503050406030204" pitchFamily="18" charset="0"/>
                      </a:rPr>
                      <m:t>(</m:t>
                    </m:r>
                    <m:r>
                      <a:rPr lang="en-US" b="0" i="1" smtClean="0">
                        <a:latin typeface="Cambria Math" panose="02040503050406030204" pitchFamily="18" charset="0"/>
                      </a:rPr>
                      <m:t>𝐸𝑀𝑃𝐿𝑂𝑌𝐸𝐸</m:t>
                    </m:r>
                    <m:r>
                      <a:rPr lang="en-US" b="0" i="1" smtClean="0">
                        <a:latin typeface="Cambria Math" panose="02040503050406030204" pitchFamily="18" charset="0"/>
                      </a:rPr>
                      <m:t>)</m:t>
                    </m:r>
                  </m:oMath>
                </a14:m>
                <a:r>
                  <a:rPr lang="en-ID" dirty="0"/>
                  <a:t>: </a:t>
                </a:r>
                <a:r>
                  <a:rPr lang="en-US" dirty="0"/>
                  <a:t>List each employee's first name, last name, and salary</a:t>
                </a:r>
              </a:p>
              <a:p>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rPr>
                          <m:t>&lt;</m:t>
                        </m:r>
                        <m:r>
                          <a:rPr lang="en-US" b="0" i="1" smtClean="0">
                            <a:latin typeface="Cambria Math" panose="02040503050406030204" pitchFamily="18" charset="0"/>
                          </a:rPr>
                          <m:t>𝑆𝑒𝑥</m:t>
                        </m:r>
                        <m:r>
                          <a:rPr lang="en-US" b="0" i="1" smtClean="0">
                            <a:latin typeface="Cambria Math" panose="02040503050406030204" pitchFamily="18" charset="0"/>
                          </a:rPr>
                          <m:t>, </m:t>
                        </m:r>
                        <m:r>
                          <a:rPr lang="en-US" b="0" i="1" smtClean="0">
                            <a:latin typeface="Cambria Math" panose="02040503050406030204" pitchFamily="18" charset="0"/>
                          </a:rPr>
                          <m:t>𝑆𝑎𝑙𝑎𝑟𝑦</m:t>
                        </m:r>
                        <m:r>
                          <a:rPr lang="en-US" i="1">
                            <a:latin typeface="Cambria Math" panose="02040503050406030204" pitchFamily="18" charset="0"/>
                          </a:rPr>
                          <m:t>&gt;</m:t>
                        </m:r>
                      </m:sub>
                    </m:sSub>
                    <m:r>
                      <a:rPr lang="en-US" i="1">
                        <a:latin typeface="Cambria Math" panose="02040503050406030204" pitchFamily="18" charset="0"/>
                      </a:rPr>
                      <m:t>(</m:t>
                    </m:r>
                    <m:r>
                      <a:rPr lang="en-US" i="1">
                        <a:latin typeface="Cambria Math" panose="02040503050406030204" pitchFamily="18" charset="0"/>
                      </a:rPr>
                      <m:t>𝐸𝑀𝑃𝐿𝑂𝑌𝐸𝐸</m:t>
                    </m:r>
                    <m:r>
                      <a:rPr lang="en-US" i="1">
                        <a:latin typeface="Cambria Math" panose="02040503050406030204" pitchFamily="18" charset="0"/>
                      </a:rPr>
                      <m:t>)</m:t>
                    </m:r>
                  </m:oMath>
                </a14:m>
                <a:r>
                  <a:rPr lang="en-ID" dirty="0"/>
                  <a:t>: </a:t>
                </a:r>
                <a:r>
                  <a:rPr lang="en-US" dirty="0"/>
                  <a:t>List each employee's sex and salary (duplicates removed)</a:t>
                </a:r>
              </a:p>
              <a:p>
                <a:r>
                  <a:rPr lang="en-US" dirty="0"/>
                  <a:t>In SQL, the PROJECT attribute list is specified in the SELECT clause. For example, the following operation for case number 2:</a:t>
                </a:r>
                <a:endParaRPr lang="en-ID" dirty="0"/>
              </a:p>
            </p:txBody>
          </p:sp>
        </mc:Choice>
        <mc:Fallback xmlns="">
          <p:sp>
            <p:nvSpPr>
              <p:cNvPr id="4" name="Content Placeholder 3">
                <a:extLst>
                  <a:ext uri="{FF2B5EF4-FFF2-40B4-BE49-F238E27FC236}">
                    <a16:creationId xmlns:a16="http://schemas.microsoft.com/office/drawing/2014/main" id="{CEFE1C67-AF2D-25E9-2558-7A0E6CBAFE99}"/>
                  </a:ext>
                </a:extLst>
              </p:cNvPr>
              <p:cNvSpPr>
                <a:spLocks noGrp="1" noRot="1" noChangeAspect="1" noMove="1" noResize="1" noEditPoints="1" noAdjustHandles="1" noChangeArrowheads="1" noChangeShapeType="1" noTextEdit="1"/>
              </p:cNvSpPr>
              <p:nvPr>
                <p:ph sz="quarter" idx="11"/>
              </p:nvPr>
            </p:nvSpPr>
            <p:spPr>
              <a:blipFill>
                <a:blip r:embed="rId4"/>
                <a:stretch>
                  <a:fillRect l="-1429" t="-1420" r="-851"/>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D300D4D6-AEF0-4752-A656-5C2710AEE4A0}"/>
              </a:ext>
            </a:extLst>
          </p:cNvPr>
          <p:cNvPicPr>
            <a:picLocks noChangeAspect="1"/>
          </p:cNvPicPr>
          <p:nvPr/>
        </p:nvPicPr>
        <p:blipFill>
          <a:blip r:embed="rId5"/>
          <a:stretch>
            <a:fillRect/>
          </a:stretch>
        </p:blipFill>
        <p:spPr>
          <a:xfrm>
            <a:off x="2163188" y="9661525"/>
            <a:ext cx="19507200" cy="2876550"/>
          </a:xfrm>
          <a:prstGeom prst="rect">
            <a:avLst/>
          </a:prstGeom>
        </p:spPr>
      </p:pic>
    </p:spTree>
    <p:extLst>
      <p:ext uri="{BB962C8B-B14F-4D97-AF65-F5344CB8AC3E}">
        <p14:creationId xmlns:p14="http://schemas.microsoft.com/office/powerpoint/2010/main" val="17719898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52FC-38A4-923F-4325-67A5ABF941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BC2D88-F409-B3CE-0C48-2634E372A021}"/>
              </a:ext>
            </a:extLst>
          </p:cNvPr>
          <p:cNvSpPr>
            <a:spLocks noGrp="1"/>
          </p:cNvSpPr>
          <p:nvPr>
            <p:ph type="title"/>
          </p:nvPr>
        </p:nvSpPr>
        <p:spPr/>
        <p:txBody>
          <a:bodyPr>
            <a:normAutofit fontScale="90000"/>
          </a:bodyPr>
          <a:lstStyle/>
          <a:p>
            <a:r>
              <a:rPr lang="en-ID" dirty="0"/>
              <a:t>Unary Operations</a:t>
            </a:r>
          </a:p>
        </p:txBody>
      </p:sp>
      <p:sp>
        <p:nvSpPr>
          <p:cNvPr id="8" name="Text Placeholder 7">
            <a:extLst>
              <a:ext uri="{FF2B5EF4-FFF2-40B4-BE49-F238E27FC236}">
                <a16:creationId xmlns:a16="http://schemas.microsoft.com/office/drawing/2014/main" id="{23C7AD47-A203-AA26-5385-B6491C5E2594}"/>
              </a:ext>
            </a:extLst>
          </p:cNvPr>
          <p:cNvSpPr>
            <a:spLocks noGrp="1"/>
          </p:cNvSpPr>
          <p:nvPr>
            <p:ph type="body" sz="quarter" idx="10"/>
          </p:nvPr>
        </p:nvSpPr>
        <p:spPr/>
        <p:txBody>
          <a:bodyPr>
            <a:normAutofit/>
          </a:bodyPr>
          <a:lstStyle/>
          <a:p>
            <a:r>
              <a:rPr lang="en-ID" dirty="0"/>
              <a:t>Sequence of Operations</a:t>
            </a:r>
            <a:endParaRPr lang="en-US" dirty="0"/>
          </a:p>
        </p:txBody>
      </p:sp>
      <p:sp>
        <p:nvSpPr>
          <p:cNvPr id="19" name="AutoShape 4" descr="undefined">
            <a:extLst>
              <a:ext uri="{FF2B5EF4-FFF2-40B4-BE49-F238E27FC236}">
                <a16:creationId xmlns:a16="http://schemas.microsoft.com/office/drawing/2014/main" id="{5372ED30-1743-36B1-5999-7BCF2795D0AB}"/>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71C46E73-2FDB-5C13-C397-38CCDEF7DA5C}"/>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4E34E40-9941-A1A3-3647-7B6627724722}"/>
                  </a:ext>
                </a:extLst>
              </p:cNvPr>
              <p:cNvSpPr>
                <a:spLocks noGrp="1"/>
              </p:cNvSpPr>
              <p:nvPr>
                <p:ph sz="quarter" idx="11"/>
              </p:nvPr>
            </p:nvSpPr>
            <p:spPr/>
            <p:txBody>
              <a:bodyPr>
                <a:normAutofit/>
              </a:bodyPr>
              <a:lstStyle/>
              <a:p>
                <a:pPr marL="0" indent="0">
                  <a:buNone/>
                </a:pPr>
                <a:r>
                  <a:rPr lang="en-US" dirty="0"/>
                  <a:t>We can combine SELECT and PROJECT into a single expression. To retrieve the first name, last name, and salary of employees in department 5:</a:t>
                </a:r>
              </a:p>
              <a:p>
                <a:pPr marL="0" indent="0">
                  <a:buNone/>
                </a:pPr>
                <a14:m>
                  <m:oMathPara xmlns:m="http://schemas.openxmlformats.org/officeDocument/2006/math">
                    <m:oMathParaPr>
                      <m:jc m:val="centerGroup"/>
                    </m:oMathParaPr>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rPr>
                            <m:t>&lt;</m:t>
                          </m:r>
                          <m:r>
                            <a:rPr lang="en-US" b="0" i="1" smtClean="0">
                              <a:latin typeface="Cambria Math" panose="02040503050406030204" pitchFamily="18" charset="0"/>
                            </a:rPr>
                            <m:t>𝐹𝑛𝑎𝑚𝑒</m:t>
                          </m:r>
                          <m:r>
                            <a:rPr lang="en-US" b="0" i="1" smtClean="0">
                              <a:latin typeface="Cambria Math" panose="02040503050406030204" pitchFamily="18" charset="0"/>
                            </a:rPr>
                            <m:t>,  </m:t>
                          </m:r>
                          <m:r>
                            <a:rPr lang="en-US" b="0" i="1" smtClean="0">
                              <a:latin typeface="Cambria Math" panose="02040503050406030204" pitchFamily="18" charset="0"/>
                            </a:rPr>
                            <m:t>𝐿𝑛𝑎𝑚𝑒</m:t>
                          </m:r>
                          <m:r>
                            <a:rPr lang="en-US" b="0" i="1" smtClean="0">
                              <a:latin typeface="Cambria Math" panose="02040503050406030204" pitchFamily="18" charset="0"/>
                            </a:rPr>
                            <m:t>, </m:t>
                          </m:r>
                          <m:r>
                            <a:rPr lang="en-US" b="0" i="1" smtClean="0">
                              <a:latin typeface="Cambria Math" panose="02040503050406030204" pitchFamily="18" charset="0"/>
                            </a:rPr>
                            <m:t>𝑆𝑎𝑙𝑎𝑟𝑦</m:t>
                          </m:r>
                          <m:r>
                            <a:rPr lang="en-US" i="1">
                              <a:latin typeface="Cambria Math" panose="02040503050406030204" pitchFamily="18" charset="0"/>
                            </a:rPr>
                            <m:t>&gt;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𝐷𝑛𝑜</m:t>
                          </m:r>
                          <m:r>
                            <a:rPr lang="en-US" b="0" i="1" smtClean="0">
                              <a:latin typeface="Cambria Math" panose="02040503050406030204" pitchFamily="18" charset="0"/>
                            </a:rPr>
                            <m:t>=5</m:t>
                          </m:r>
                        </m:sub>
                      </m:sSub>
                      <m:r>
                        <a:rPr lang="en-US" b="0" i="1" smtClean="0">
                          <a:latin typeface="Cambria Math" panose="02040503050406030204" pitchFamily="18" charset="0"/>
                        </a:rPr>
                        <m:t>(</m:t>
                      </m:r>
                      <m:r>
                        <a:rPr lang="en-US" b="0" i="1" smtClean="0">
                          <a:latin typeface="Cambria Math" panose="02040503050406030204" pitchFamily="18" charset="0"/>
                        </a:rPr>
                        <m:t>𝐸𝑀𝑃𝐿𝑂𝑌𝐸𝐸</m:t>
                      </m:r>
                      <m:r>
                        <a:rPr lang="en-US" b="0" i="1" smtClean="0">
                          <a:latin typeface="Cambria Math" panose="02040503050406030204" pitchFamily="18" charset="0"/>
                        </a:rPr>
                        <m:t>))</m:t>
                      </m:r>
                    </m:oMath>
                  </m:oMathPara>
                </a14:m>
                <a:endParaRPr lang="en-US" dirty="0"/>
              </a:p>
              <a:p>
                <a:pPr marL="0" indent="0">
                  <a:buNone/>
                </a:pPr>
                <a:r>
                  <a:rPr lang="en-US" dirty="0"/>
                  <a:t>This reads from inside out: first SELECT (filter rows), then PROJECT (choose columns).</a:t>
                </a:r>
              </a:p>
              <a:p>
                <a:endParaRPr lang="en-US" dirty="0"/>
              </a:p>
              <a:p>
                <a:endParaRPr lang="en-ID" dirty="0"/>
              </a:p>
            </p:txBody>
          </p:sp>
        </mc:Choice>
        <mc:Fallback xmlns="">
          <p:sp>
            <p:nvSpPr>
              <p:cNvPr id="4" name="Content Placeholder 3">
                <a:extLst>
                  <a:ext uri="{FF2B5EF4-FFF2-40B4-BE49-F238E27FC236}">
                    <a16:creationId xmlns:a16="http://schemas.microsoft.com/office/drawing/2014/main" id="{A4E34E40-9941-A1A3-3647-7B6627724722}"/>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a:stretch>
              </a:blipFill>
            </p:spPr>
            <p:txBody>
              <a:bodyPr/>
              <a:lstStyle/>
              <a:p>
                <a:r>
                  <a:rPr lang="en-ID">
                    <a:noFill/>
                  </a:rPr>
                  <a:t> </a:t>
                </a:r>
              </a:p>
            </p:txBody>
          </p:sp>
        </mc:Fallback>
      </mc:AlternateContent>
    </p:spTree>
    <p:extLst>
      <p:ext uri="{BB962C8B-B14F-4D97-AF65-F5344CB8AC3E}">
        <p14:creationId xmlns:p14="http://schemas.microsoft.com/office/powerpoint/2010/main" val="24174000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CCD0-90FB-CE9A-7D98-B560A96E91A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1DA6F6-47D9-790B-D523-7173E5A7D1A2}"/>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5D5DD4EF-C67B-A079-B43E-C70D88290E65}"/>
                  </a:ext>
                </a:extLst>
              </p:cNvPr>
              <p:cNvSpPr>
                <a:spLocks noGrp="1"/>
              </p:cNvSpPr>
              <p:nvPr>
                <p:ph type="body" sz="quarter" idx="10"/>
              </p:nvPr>
            </p:nvSpPr>
            <p:spPr/>
            <p:txBody>
              <a:bodyPr>
                <a:normAutofit/>
              </a:bodyPr>
              <a:lstStyle/>
              <a:p>
                <a:r>
                  <a:rPr lang="en-US" dirty="0"/>
                  <a:t>RENAME </a:t>
                </a:r>
                <a:r>
                  <a:rPr lang="en-ID" dirty="0"/>
                  <a:t>(</a:t>
                </a:r>
                <a14:m>
                  <m:oMath xmlns:m="http://schemas.openxmlformats.org/officeDocument/2006/math">
                    <m:r>
                      <a:rPr lang="en-ID" i="1" smtClean="0">
                        <a:latin typeface="Cambria Math" panose="02040503050406030204" pitchFamily="18" charset="0"/>
                        <a:ea typeface="Cambria Math" panose="02040503050406030204" pitchFamily="18" charset="0"/>
                      </a:rPr>
                      <m:t>𝝆</m:t>
                    </m:r>
                  </m:oMath>
                </a14:m>
                <a:r>
                  <a:rPr lang="en-ID" dirty="0"/>
                  <a:t>)</a:t>
                </a:r>
                <a:endParaRPr lang="en-US" dirty="0"/>
              </a:p>
            </p:txBody>
          </p:sp>
        </mc:Choice>
        <mc:Fallback xmlns="">
          <p:sp>
            <p:nvSpPr>
              <p:cNvPr id="8" name="Text Placeholder 7">
                <a:extLst>
                  <a:ext uri="{FF2B5EF4-FFF2-40B4-BE49-F238E27FC236}">
                    <a16:creationId xmlns:a16="http://schemas.microsoft.com/office/drawing/2014/main" id="{5D5DD4EF-C67B-A079-B43E-C70D88290E65}"/>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AF01DCB1-CBCC-5E34-BF80-FDE5D33057CE}"/>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66DC9392-F002-A42D-8D33-BADB9AA8FDEC}"/>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E139467-0EB5-AAC6-E4E2-69C07CA178CB}"/>
                  </a:ext>
                </a:extLst>
              </p:cNvPr>
              <p:cNvSpPr>
                <a:spLocks noGrp="1"/>
              </p:cNvSpPr>
              <p:nvPr>
                <p:ph sz="quarter" idx="11"/>
              </p:nvPr>
            </p:nvSpPr>
            <p:spPr/>
            <p:txBody>
              <a:bodyPr>
                <a:normAutofit/>
              </a:bodyPr>
              <a:lstStyle/>
              <a:p>
                <a:r>
                  <a:rPr lang="en-US" dirty="0"/>
                  <a:t>Used to rename a relation and/or its attributes.</a:t>
                </a:r>
              </a:p>
              <a:p>
                <a:r>
                  <a:rPr lang="en-ID" dirty="0"/>
                  <a:t>Notation: </a:t>
                </a:r>
              </a:p>
              <a:p>
                <a:pPr lvl="1"/>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𝜌</m:t>
                        </m:r>
                      </m:e>
                      <m:sub>
                        <m:r>
                          <a:rPr lang="en-US" i="1">
                            <a:latin typeface="Cambria Math" panose="02040503050406030204" pitchFamily="18" charset="0"/>
                          </a:rPr>
                          <m:t>&lt;</m:t>
                        </m:r>
                        <m:r>
                          <a:rPr lang="en-US" i="1">
                            <a:latin typeface="Cambria Math" panose="02040503050406030204" pitchFamily="18" charset="0"/>
                          </a:rPr>
                          <m:t>𝑆</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𝐵</m:t>
                            </m:r>
                          </m:e>
                          <m:sub>
                            <m:r>
                              <a:rPr lang="en-US" i="1">
                                <a:latin typeface="Cambria Math" panose="02040503050406030204" pitchFamily="18" charset="0"/>
                              </a:rPr>
                              <m:t>𝑛</m:t>
                            </m:r>
                          </m:sub>
                        </m:sSub>
                        <m:r>
                          <a:rPr lang="en-US" i="1">
                            <a:latin typeface="Cambria Math" panose="02040503050406030204" pitchFamily="18" charset="0"/>
                          </a:rPr>
                          <m:t>)&gt;</m:t>
                        </m:r>
                      </m:sub>
                    </m:sSub>
                    <m:r>
                      <a:rPr lang="en-US" i="1">
                        <a:latin typeface="Cambria Math" panose="02040503050406030204" pitchFamily="18" charset="0"/>
                      </a:rPr>
                      <m:t>𝑅</m:t>
                    </m:r>
                    <m:r>
                      <a:rPr lang="en-US" i="1">
                        <a:latin typeface="Cambria Math" panose="02040503050406030204" pitchFamily="18" charset="0"/>
                      </a:rPr>
                      <m:t>: </m:t>
                    </m:r>
                  </m:oMath>
                </a14:m>
                <a:r>
                  <a:rPr lang="en-US" dirty="0"/>
                  <a:t>Rename relation to S and attributes to B1, B2, ..., Bn</a:t>
                </a:r>
              </a:p>
              <a:p>
                <a:pPr lvl="1"/>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𝜌</m:t>
                        </m:r>
                      </m:e>
                      <m:sub>
                        <m:r>
                          <a:rPr lang="en-US" i="1">
                            <a:latin typeface="Cambria Math" panose="02040503050406030204" pitchFamily="18" charset="0"/>
                          </a:rPr>
                          <m:t>&lt;</m:t>
                        </m:r>
                        <m:r>
                          <a:rPr lang="en-US" i="1">
                            <a:latin typeface="Cambria Math" panose="02040503050406030204" pitchFamily="18" charset="0"/>
                          </a:rPr>
                          <m:t>𝑆</m:t>
                        </m:r>
                        <m:r>
                          <a:rPr lang="en-US" i="1">
                            <a:latin typeface="Cambria Math" panose="02040503050406030204" pitchFamily="18" charset="0"/>
                          </a:rPr>
                          <m:t>&gt;</m:t>
                        </m:r>
                      </m:sub>
                    </m:sSub>
                    <m:r>
                      <a:rPr lang="en-US" i="1">
                        <a:latin typeface="Cambria Math" panose="02040503050406030204" pitchFamily="18" charset="0"/>
                      </a:rPr>
                      <m:t>𝑅</m:t>
                    </m:r>
                  </m:oMath>
                </a14:m>
                <a:r>
                  <a:rPr lang="en-ID" dirty="0"/>
                  <a:t>: Rename relation only</a:t>
                </a:r>
              </a:p>
              <a:p>
                <a:pPr lvl="1"/>
                <a14:m>
                  <m:oMath xmlns:m="http://schemas.openxmlformats.org/officeDocument/2006/math">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𝜌</m:t>
                        </m:r>
                      </m:e>
                      <m: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𝐵</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𝐵</m:t>
                            </m:r>
                          </m:e>
                          <m:sub>
                            <m:r>
                              <a:rPr lang="en-US" i="1">
                                <a:latin typeface="Cambria Math" panose="02040503050406030204" pitchFamily="18" charset="0"/>
                              </a:rPr>
                              <m:t>𝑛</m:t>
                            </m:r>
                          </m:sub>
                        </m:sSub>
                        <m:r>
                          <a:rPr lang="en-US" i="1">
                            <a:latin typeface="Cambria Math" panose="02040503050406030204" pitchFamily="18" charset="0"/>
                          </a:rPr>
                          <m:t>)&gt;</m:t>
                        </m:r>
                      </m:sub>
                    </m:sSub>
                    <m:r>
                      <a:rPr lang="en-US" i="1">
                        <a:latin typeface="Cambria Math" panose="02040503050406030204" pitchFamily="18" charset="0"/>
                      </a:rPr>
                      <m:t>𝑅</m:t>
                    </m:r>
                  </m:oMath>
                </a14:m>
                <a:r>
                  <a:rPr lang="en-ID" dirty="0"/>
                  <a:t>: Rename attributes only</a:t>
                </a:r>
              </a:p>
            </p:txBody>
          </p:sp>
        </mc:Choice>
        <mc:Fallback xmlns="">
          <p:sp>
            <p:nvSpPr>
              <p:cNvPr id="4" name="Content Placeholder 3">
                <a:extLst>
                  <a:ext uri="{FF2B5EF4-FFF2-40B4-BE49-F238E27FC236}">
                    <a16:creationId xmlns:a16="http://schemas.microsoft.com/office/drawing/2014/main" id="{EE139467-0EB5-AAC6-E4E2-69C07CA178CB}"/>
                  </a:ext>
                </a:extLst>
              </p:cNvPr>
              <p:cNvSpPr>
                <a:spLocks noGrp="1" noRot="1" noChangeAspect="1" noMove="1" noResize="1" noEditPoints="1" noAdjustHandles="1" noChangeArrowheads="1" noChangeShapeType="1" noTextEdit="1"/>
              </p:cNvSpPr>
              <p:nvPr>
                <p:ph sz="quarter" idx="11"/>
              </p:nvPr>
            </p:nvSpPr>
            <p:spPr>
              <a:blipFill>
                <a:blip r:embed="rId4"/>
                <a:stretch>
                  <a:fillRect l="-1307" t="-1420"/>
                </a:stretch>
              </a:blipFill>
            </p:spPr>
            <p:txBody>
              <a:bodyPr/>
              <a:lstStyle/>
              <a:p>
                <a:r>
                  <a:rPr lang="en-ID">
                    <a:noFill/>
                  </a:rPr>
                  <a:t> </a:t>
                </a:r>
              </a:p>
            </p:txBody>
          </p:sp>
        </mc:Fallback>
      </mc:AlternateContent>
    </p:spTree>
    <p:extLst>
      <p:ext uri="{BB962C8B-B14F-4D97-AF65-F5344CB8AC3E}">
        <p14:creationId xmlns:p14="http://schemas.microsoft.com/office/powerpoint/2010/main" val="3628250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A415-3395-2D39-1FEA-20D571D70AF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57F7868-FC00-DC7F-B877-611A8DD8CE46}"/>
              </a:ext>
            </a:extLst>
          </p:cNvPr>
          <p:cNvSpPr>
            <a:spLocks noGrp="1"/>
          </p:cNvSpPr>
          <p:nvPr>
            <p:ph type="title"/>
          </p:nvPr>
        </p:nvSpPr>
        <p:spPr/>
        <p:txBody>
          <a:bodyPr>
            <a:normAutofit fontScale="90000"/>
          </a:bodyPr>
          <a:lstStyle/>
          <a:p>
            <a:r>
              <a:rPr lang="en-ID" dirty="0"/>
              <a:t>Unary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E880AF10-9430-FD91-B48C-77E463F4714E}"/>
                  </a:ext>
                </a:extLst>
              </p:cNvPr>
              <p:cNvSpPr>
                <a:spLocks noGrp="1"/>
              </p:cNvSpPr>
              <p:nvPr>
                <p:ph type="body" sz="quarter" idx="10"/>
              </p:nvPr>
            </p:nvSpPr>
            <p:spPr/>
            <p:txBody>
              <a:bodyPr>
                <a:normAutofit/>
              </a:bodyPr>
              <a:lstStyle/>
              <a:p>
                <a:r>
                  <a:rPr lang="en-US" dirty="0"/>
                  <a:t>RENAME </a:t>
                </a:r>
                <a:r>
                  <a:rPr lang="en-ID" dirty="0"/>
                  <a:t>(</a:t>
                </a:r>
                <a14:m>
                  <m:oMath xmlns:m="http://schemas.openxmlformats.org/officeDocument/2006/math">
                    <m:r>
                      <a:rPr lang="en-ID" i="1" smtClean="0">
                        <a:latin typeface="Cambria Math" panose="02040503050406030204" pitchFamily="18" charset="0"/>
                        <a:ea typeface="Cambria Math" panose="02040503050406030204" pitchFamily="18" charset="0"/>
                      </a:rPr>
                      <m:t>𝝆</m:t>
                    </m:r>
                  </m:oMath>
                </a14:m>
                <a:r>
                  <a:rPr lang="en-ID" dirty="0"/>
                  <a:t>)</a:t>
                </a:r>
                <a:endParaRPr lang="en-US" dirty="0"/>
              </a:p>
            </p:txBody>
          </p:sp>
        </mc:Choice>
        <mc:Fallback xmlns="">
          <p:sp>
            <p:nvSpPr>
              <p:cNvPr id="8" name="Text Placeholder 7">
                <a:extLst>
                  <a:ext uri="{FF2B5EF4-FFF2-40B4-BE49-F238E27FC236}">
                    <a16:creationId xmlns:a16="http://schemas.microsoft.com/office/drawing/2014/main" id="{E880AF10-9430-FD91-B48C-77E463F4714E}"/>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91612CB6-6FFE-316C-03BD-4BB00ED47AFE}"/>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4EB1BD88-F9D1-6C04-D136-AF5D1CA1F6E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7C13E8E-4168-D434-DB76-82CBBA586076}"/>
                  </a:ext>
                </a:extLst>
              </p:cNvPr>
              <p:cNvSpPr>
                <a:spLocks noGrp="1"/>
              </p:cNvSpPr>
              <p:nvPr>
                <p:ph sz="quarter" idx="11"/>
              </p:nvPr>
            </p:nvSpPr>
            <p:spPr/>
            <p:txBody>
              <a:bodyPr>
                <a:normAutofit/>
              </a:bodyPr>
              <a:lstStyle/>
              <a:p>
                <a:pPr marL="0" indent="0">
                  <a:buNone/>
                </a:pPr>
                <a:r>
                  <a:rPr lang="en-US" dirty="0"/>
                  <a:t>We can also use the assignment operator (←) to name intermediate results, making complex queries easier to read:</a:t>
                </a:r>
              </a:p>
              <a:p>
                <a14:m>
                  <m:oMath xmlns:m="http://schemas.openxmlformats.org/officeDocument/2006/math">
                    <m:r>
                      <m:rPr>
                        <m:nor/>
                      </m:rPr>
                      <a:rPr lang="en-US" i="1" dirty="0">
                        <a:solidFill>
                          <a:schemeClr val="tx1">
                            <a:lumMod val="50000"/>
                          </a:schemeClr>
                        </a:solidFill>
                        <a:latin typeface="Cambria Math" panose="02040503050406030204" pitchFamily="18" charset="0"/>
                        <a:ea typeface="Cambria" pitchFamily="18" charset="0"/>
                      </a:rPr>
                      <m:t>D</m:t>
                    </m:r>
                    <m:r>
                      <m:rPr>
                        <m:nor/>
                      </m:rPr>
                      <a:rPr lang="en-US" b="0" i="1" dirty="0" smtClean="0">
                        <a:solidFill>
                          <a:schemeClr val="tx1">
                            <a:lumMod val="50000"/>
                          </a:schemeClr>
                        </a:solidFill>
                        <a:latin typeface="Cambria Math" panose="02040503050406030204" pitchFamily="18" charset="0"/>
                        <a:ea typeface="Cambria" pitchFamily="18" charset="0"/>
                      </a:rPr>
                      <m:t>EP</m:t>
                    </m:r>
                    <m:r>
                      <m:rPr>
                        <m:nor/>
                      </m:rPr>
                      <a:rPr lang="en-US" b="0" i="1" dirty="0" smtClean="0">
                        <a:solidFill>
                          <a:schemeClr val="tx1">
                            <a:lumMod val="50000"/>
                          </a:schemeClr>
                        </a:solidFill>
                        <a:latin typeface="Cambria Math" panose="02040503050406030204" pitchFamily="18" charset="0"/>
                        <a:ea typeface="Cambria" pitchFamily="18" charset="0"/>
                      </a:rPr>
                      <m:t>5_</m:t>
                    </m:r>
                    <m:r>
                      <m:rPr>
                        <m:nor/>
                      </m:rPr>
                      <a:rPr lang="en-US" b="0" i="1" dirty="0" smtClean="0">
                        <a:solidFill>
                          <a:schemeClr val="tx1">
                            <a:lumMod val="50000"/>
                          </a:schemeClr>
                        </a:solidFill>
                        <a:latin typeface="Cambria Math" panose="02040503050406030204" pitchFamily="18" charset="0"/>
                        <a:ea typeface="Cambria" pitchFamily="18" charset="0"/>
                      </a:rPr>
                      <m:t>EMPS</m:t>
                    </m:r>
                    <m:r>
                      <m:rPr>
                        <m:nor/>
                      </m:rPr>
                      <a:rPr lang="en-US" b="0" i="1" dirty="0" smtClean="0">
                        <a:solidFill>
                          <a:schemeClr val="tx1">
                            <a:lumMod val="50000"/>
                          </a:schemeClr>
                        </a:solidFill>
                        <a:latin typeface="Cambria Math" panose="02040503050406030204" pitchFamily="18" charset="0"/>
                        <a:ea typeface="Cambria" pitchFamily="18" charset="0"/>
                      </a:rPr>
                      <m:t> </m:t>
                    </m:r>
                    <m:r>
                      <m:rPr>
                        <m:nor/>
                      </m:rPr>
                      <a:rPr lang="en-US" dirty="0"/>
                      <m:t>←</m:t>
                    </m:r>
                    <m:r>
                      <m:rPr>
                        <m:nor/>
                      </m:rPr>
                      <a:rPr lang="en-US" b="0" i="0" dirty="0" smtClean="0"/>
                      <m:t> </m:t>
                    </m:r>
                    <m:sSub>
                      <m:sSubPr>
                        <m:ctrlPr>
                          <a:rPr lang="en-ID"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&lt;</m:t>
                        </m:r>
                        <m:r>
                          <a:rPr lang="en-US" b="0" i="1" smtClean="0">
                            <a:latin typeface="Cambria Math" panose="02040503050406030204" pitchFamily="18" charset="0"/>
                          </a:rPr>
                          <m:t>𝐷𝑛𝑜</m:t>
                        </m:r>
                        <m:r>
                          <a:rPr lang="en-US" b="0" i="1" smtClean="0">
                            <a:latin typeface="Cambria Math" panose="02040503050406030204" pitchFamily="18" charset="0"/>
                          </a:rPr>
                          <m:t>=5&gt;</m:t>
                        </m:r>
                      </m:sub>
                    </m:sSub>
                    <m:d>
                      <m:dPr>
                        <m:ctrlPr>
                          <a:rPr lang="en-US" i="1">
                            <a:latin typeface="Cambria Math" panose="02040503050406030204" pitchFamily="18" charset="0"/>
                          </a:rPr>
                        </m:ctrlPr>
                      </m:dPr>
                      <m:e>
                        <m:r>
                          <a:rPr lang="en-US" i="1">
                            <a:latin typeface="Cambria Math" panose="02040503050406030204" pitchFamily="18" charset="0"/>
                          </a:rPr>
                          <m:t>𝐸𝑀𝑃𝐿𝑂𝑌𝐸𝐸</m:t>
                        </m:r>
                      </m:e>
                    </m:d>
                  </m:oMath>
                </a14:m>
                <a:endParaRPr lang="en-US" i="1" dirty="0">
                  <a:latin typeface="Cambria Math" panose="02040503050406030204" pitchFamily="18" charset="0"/>
                </a:endParaRPr>
              </a:p>
              <a:p>
                <a14:m>
                  <m:oMath xmlns:m="http://schemas.openxmlformats.org/officeDocument/2006/math">
                    <m:r>
                      <m:rPr>
                        <m:nor/>
                      </m:rPr>
                      <a:rPr lang="en-US" b="0" i="1" dirty="0" smtClean="0">
                        <a:solidFill>
                          <a:schemeClr val="tx1">
                            <a:lumMod val="50000"/>
                          </a:schemeClr>
                        </a:solidFill>
                        <a:latin typeface="Cambria Math" panose="02040503050406030204" pitchFamily="18" charset="0"/>
                        <a:ea typeface="Cambria" pitchFamily="18" charset="0"/>
                      </a:rPr>
                      <m:t>RESULT</m:t>
                    </m:r>
                    <m:r>
                      <m:rPr>
                        <m:nor/>
                      </m:rPr>
                      <a:rPr lang="en-US" i="1" dirty="0">
                        <a:solidFill>
                          <a:schemeClr val="tx1">
                            <a:lumMod val="50000"/>
                          </a:schemeClr>
                        </a:solidFill>
                        <a:latin typeface="Cambria Math" panose="02040503050406030204" pitchFamily="18" charset="0"/>
                        <a:ea typeface="Cambria" pitchFamily="18" charset="0"/>
                      </a:rPr>
                      <m:t> </m:t>
                    </m:r>
                    <m:r>
                      <m:rPr>
                        <m:nor/>
                      </m:rPr>
                      <a:rPr lang="en-US" dirty="0"/>
                      <m:t>← </m:t>
                    </m:r>
                    <m:sSub>
                      <m:sSubPr>
                        <m:ctrlPr>
                          <a:rPr lang="en-ID" i="1">
                            <a:latin typeface="Cambria Math" panose="02040503050406030204" pitchFamily="18" charset="0"/>
                          </a:rPr>
                        </m:ctrlPr>
                      </m:sSubPr>
                      <m:e>
                        <m:r>
                          <a:rPr lang="en-ID" i="1" smtClean="0">
                            <a:latin typeface="Cambria Math" panose="02040503050406030204" pitchFamily="18" charset="0"/>
                            <a:ea typeface="Cambria Math" panose="02040503050406030204" pitchFamily="18" charset="0"/>
                          </a:rPr>
                          <m:t>𝜋</m:t>
                        </m:r>
                      </m:e>
                      <m:sub>
                        <m:r>
                          <a:rPr lang="en-US" i="1">
                            <a:latin typeface="Cambria Math" panose="02040503050406030204" pitchFamily="18" charset="0"/>
                          </a:rPr>
                          <m:t>&lt;</m:t>
                        </m:r>
                        <m:r>
                          <a:rPr lang="en-US" b="0" i="1" smtClean="0">
                            <a:latin typeface="Cambria Math" panose="02040503050406030204" pitchFamily="18" charset="0"/>
                          </a:rPr>
                          <m:t>𝐹𝑛𝑎𝑚𝑒</m:t>
                        </m:r>
                        <m:r>
                          <a:rPr lang="en-US" b="0" i="1" smtClean="0">
                            <a:latin typeface="Cambria Math" panose="02040503050406030204" pitchFamily="18" charset="0"/>
                          </a:rPr>
                          <m:t>,</m:t>
                        </m:r>
                        <m:r>
                          <a:rPr lang="en-US" b="0" i="1" smtClean="0">
                            <a:latin typeface="Cambria Math" panose="02040503050406030204" pitchFamily="18" charset="0"/>
                          </a:rPr>
                          <m:t>𝐿𝑛𝑎𝑚𝑒</m:t>
                        </m:r>
                        <m:r>
                          <a:rPr lang="en-US" b="0" i="1" smtClean="0">
                            <a:latin typeface="Cambria Math" panose="02040503050406030204" pitchFamily="18" charset="0"/>
                          </a:rPr>
                          <m:t>,</m:t>
                        </m:r>
                        <m:r>
                          <a:rPr lang="en-US" b="0" i="1" smtClean="0">
                            <a:latin typeface="Cambria Math" panose="02040503050406030204" pitchFamily="18" charset="0"/>
                          </a:rPr>
                          <m:t>𝑆𝑎𝑙𝑎𝑟𝑦</m:t>
                        </m:r>
                        <m:r>
                          <a:rPr lang="en-US" i="1">
                            <a:latin typeface="Cambria Math" panose="02040503050406030204" pitchFamily="18" charset="0"/>
                          </a:rPr>
                          <m:t>&gt;</m:t>
                        </m:r>
                      </m:sub>
                    </m:sSub>
                    <m:d>
                      <m:dPr>
                        <m:ctrlPr>
                          <a:rPr lang="en-US" i="1">
                            <a:latin typeface="Cambria Math" panose="02040503050406030204" pitchFamily="18" charset="0"/>
                          </a:rPr>
                        </m:ctrlPr>
                      </m:dPr>
                      <m:e>
                        <m:r>
                          <m:rPr>
                            <m:nor/>
                          </m:rPr>
                          <a:rPr lang="en-US" i="1" dirty="0">
                            <a:solidFill>
                              <a:schemeClr val="tx1">
                                <a:lumMod val="50000"/>
                              </a:schemeClr>
                            </a:solidFill>
                            <a:latin typeface="Cambria Math" panose="02040503050406030204" pitchFamily="18" charset="0"/>
                            <a:ea typeface="Cambria" pitchFamily="18" charset="0"/>
                          </a:rPr>
                          <m:t>DEP</m:t>
                        </m:r>
                        <m:r>
                          <m:rPr>
                            <m:nor/>
                          </m:rPr>
                          <a:rPr lang="en-US" i="1" dirty="0">
                            <a:solidFill>
                              <a:schemeClr val="tx1">
                                <a:lumMod val="50000"/>
                              </a:schemeClr>
                            </a:solidFill>
                            <a:latin typeface="Cambria Math" panose="02040503050406030204" pitchFamily="18" charset="0"/>
                            <a:ea typeface="Cambria" pitchFamily="18" charset="0"/>
                          </a:rPr>
                          <m:t>5_</m:t>
                        </m:r>
                        <m:r>
                          <m:rPr>
                            <m:nor/>
                          </m:rPr>
                          <a:rPr lang="en-US" i="1" dirty="0">
                            <a:solidFill>
                              <a:schemeClr val="tx1">
                                <a:lumMod val="50000"/>
                              </a:schemeClr>
                            </a:solidFill>
                            <a:latin typeface="Cambria Math" panose="02040503050406030204" pitchFamily="18" charset="0"/>
                            <a:ea typeface="Cambria" pitchFamily="18" charset="0"/>
                          </a:rPr>
                          <m:t>EMPS</m:t>
                        </m:r>
                      </m:e>
                    </m:d>
                  </m:oMath>
                </a14:m>
                <a:endParaRPr lang="en-US" i="1" dirty="0">
                  <a:latin typeface="Cambria Math" panose="02040503050406030204" pitchFamily="18" charset="0"/>
                </a:endParaRPr>
              </a:p>
              <a:p>
                <a:pPr marL="0" indent="0">
                  <a:buNone/>
                </a:pPr>
                <a:r>
                  <a:rPr lang="en-US" dirty="0"/>
                  <a:t>Note: Assignment (←) stores results in a variable. RENAME (</a:t>
                </a:r>
                <a14:m>
                  <m:oMath xmlns:m="http://schemas.openxmlformats.org/officeDocument/2006/math">
                    <m:r>
                      <a:rPr lang="en-ID" i="1">
                        <a:latin typeface="Cambria Math" panose="02040503050406030204" pitchFamily="18" charset="0"/>
                        <a:ea typeface="Cambria Math" panose="02040503050406030204" pitchFamily="18" charset="0"/>
                      </a:rPr>
                      <m:t>𝜌</m:t>
                    </m:r>
                  </m:oMath>
                </a14:m>
                <a:r>
                  <a:rPr lang="en-US" dirty="0"/>
                  <a:t>) changes the name of a relation or its attributes. They are different operations</a:t>
                </a:r>
                <a:endParaRPr lang="en-US" i="1"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77C13E8E-4168-D434-DB76-82CBBA586076}"/>
                  </a:ext>
                </a:extLst>
              </p:cNvPr>
              <p:cNvSpPr>
                <a:spLocks noGrp="1" noRot="1" noChangeAspect="1" noMove="1" noResize="1" noEditPoints="1" noAdjustHandles="1" noChangeArrowheads="1" noChangeShapeType="1" noTextEdit="1"/>
              </p:cNvSpPr>
              <p:nvPr>
                <p:ph sz="quarter" idx="11"/>
              </p:nvPr>
            </p:nvSpPr>
            <p:spPr>
              <a:blipFill>
                <a:blip r:embed="rId4"/>
                <a:stretch>
                  <a:fillRect l="-1429" t="-1634" r="-578"/>
                </a:stretch>
              </a:blipFill>
            </p:spPr>
            <p:txBody>
              <a:bodyPr/>
              <a:lstStyle/>
              <a:p>
                <a:r>
                  <a:rPr lang="en-ID">
                    <a:noFill/>
                  </a:rPr>
                  <a:t> </a:t>
                </a:r>
              </a:p>
            </p:txBody>
          </p:sp>
        </mc:Fallback>
      </mc:AlternateContent>
    </p:spTree>
    <p:extLst>
      <p:ext uri="{BB962C8B-B14F-4D97-AF65-F5344CB8AC3E}">
        <p14:creationId xmlns:p14="http://schemas.microsoft.com/office/powerpoint/2010/main" val="151637218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7A20-77FA-B9D3-A678-E2AF5D751FF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FF09E6-F533-DF63-A636-A456CA864864}"/>
              </a:ext>
            </a:extLst>
          </p:cNvPr>
          <p:cNvSpPr>
            <a:spLocks noGrp="1"/>
          </p:cNvSpPr>
          <p:nvPr>
            <p:ph type="title"/>
          </p:nvPr>
        </p:nvSpPr>
        <p:spPr/>
        <p:txBody>
          <a:bodyPr>
            <a:normAutofit fontScale="90000"/>
          </a:bodyPr>
          <a:lstStyle/>
          <a:p>
            <a:r>
              <a:rPr lang="en-ID" dirty="0"/>
              <a:t>JOIN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FEE1C2A8-6D13-56C3-2F80-5032247A4701}"/>
                  </a:ext>
                </a:extLst>
              </p:cNvPr>
              <p:cNvSpPr>
                <a:spLocks noGrp="1"/>
              </p:cNvSpPr>
              <p:nvPr>
                <p:ph type="body" sz="quarter" idx="10"/>
              </p:nvPr>
            </p:nvSpPr>
            <p:spPr/>
            <p:txBody>
              <a:bodyPr>
                <a:normAutofit/>
              </a:bodyPr>
              <a:lstStyle/>
              <a:p>
                <a:r>
                  <a:rPr lang="en-ID" dirty="0"/>
                  <a:t>JOIN Operation (</a:t>
                </a:r>
                <a14:m>
                  <m:oMath xmlns:m="http://schemas.openxmlformats.org/officeDocument/2006/math">
                    <m:r>
                      <a:rPr lang="en-ID" i="1" smtClean="0">
                        <a:latin typeface="Cambria Math" panose="02040503050406030204" pitchFamily="18" charset="0"/>
                        <a:ea typeface="Cambria Math" panose="02040503050406030204" pitchFamily="18" charset="0"/>
                      </a:rPr>
                      <m:t>⋈</m:t>
                    </m:r>
                  </m:oMath>
                </a14:m>
                <a:r>
                  <a:rPr lang="en-ID" dirty="0"/>
                  <a:t>)</a:t>
                </a:r>
                <a:endParaRPr lang="en-US" dirty="0"/>
              </a:p>
            </p:txBody>
          </p:sp>
        </mc:Choice>
        <mc:Fallback xmlns="">
          <p:sp>
            <p:nvSpPr>
              <p:cNvPr id="8" name="Text Placeholder 7">
                <a:extLst>
                  <a:ext uri="{FF2B5EF4-FFF2-40B4-BE49-F238E27FC236}">
                    <a16:creationId xmlns:a16="http://schemas.microsoft.com/office/drawing/2014/main" id="{FEE1C2A8-6D13-56C3-2F80-5032247A4701}"/>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7BB1EC49-F38C-1644-D306-48A14B341B1B}"/>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732A0751-F9BD-7EDF-C5D4-7CBE206CA031}"/>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0159063-2526-CE12-D1D7-C144A86F2215}"/>
                  </a:ext>
                </a:extLst>
              </p:cNvPr>
              <p:cNvSpPr>
                <a:spLocks noGrp="1"/>
              </p:cNvSpPr>
              <p:nvPr>
                <p:ph sz="quarter" idx="11"/>
              </p:nvPr>
            </p:nvSpPr>
            <p:spPr/>
            <p:txBody>
              <a:bodyPr>
                <a:normAutofit/>
              </a:bodyPr>
              <a:lstStyle/>
              <a:p>
                <a:r>
                  <a:rPr lang="en-US" dirty="0"/>
                  <a:t>The JOIN operation combines related tuples from two relations into single "longer" tuples.</a:t>
                </a:r>
              </a:p>
              <a:p>
                <a:r>
                  <a:rPr lang="en-US" dirty="0"/>
                  <a:t>Only combinations of tuples satisfying the join condition appear in the result.</a:t>
                </a:r>
              </a:p>
              <a:p>
                <a:r>
                  <a:rPr lang="en-US" dirty="0">
                    <a:latin typeface="Cambria Math" panose="02040503050406030204" pitchFamily="18" charset="0"/>
                  </a:rPr>
                  <a:t>Notation: </a:t>
                </a:r>
                <a14:m>
                  <m:oMath xmlns:m="http://schemas.openxmlformats.org/officeDocument/2006/math">
                    <m:sSub>
                      <m:sSubPr>
                        <m:ctrlPr>
                          <a:rPr lang="en-ID" i="1">
                            <a:latin typeface="Cambria Math" panose="02040503050406030204" pitchFamily="18" charset="0"/>
                          </a:rPr>
                        </m:ctrlPr>
                      </m:sSubPr>
                      <m:e>
                        <m:r>
                          <a:rPr lang="en-US" i="1">
                            <a:latin typeface="Cambria Math" panose="02040503050406030204" pitchFamily="18" charset="0"/>
                          </a:rPr>
                          <m:t>𝑅</m:t>
                        </m:r>
                        <m:r>
                          <a:rPr lang="en-ID" i="1">
                            <a:latin typeface="Cambria Math" panose="02040503050406030204" pitchFamily="18" charset="0"/>
                            <a:ea typeface="Cambria Math" panose="02040503050406030204" pitchFamily="18" charset="0"/>
                          </a:rPr>
                          <m:t>⋈</m:t>
                        </m:r>
                      </m:e>
                      <m:sub>
                        <m:r>
                          <a:rPr lang="en-US" i="1">
                            <a:latin typeface="Cambria Math" panose="02040503050406030204" pitchFamily="18" charset="0"/>
                          </a:rPr>
                          <m:t>&lt;</m:t>
                        </m:r>
                        <m:r>
                          <a:rPr lang="en-US" i="1">
                            <a:latin typeface="Cambria Math" panose="02040503050406030204" pitchFamily="18" charset="0"/>
                          </a:rPr>
                          <m:t>𝑗𝑜𝑖𝑛</m:t>
                        </m:r>
                        <m:r>
                          <a:rPr lang="en-US" i="1">
                            <a:latin typeface="Cambria Math" panose="02040503050406030204" pitchFamily="18" charset="0"/>
                          </a:rPr>
                          <m:t> </m:t>
                        </m:r>
                        <m:r>
                          <a:rPr lang="en-US" i="1">
                            <a:latin typeface="Cambria Math" panose="02040503050406030204" pitchFamily="18" charset="0"/>
                          </a:rPr>
                          <m:t>𝑐𝑜𝑛𝑑𝑖𝑡𝑖𝑜𝑛</m:t>
                        </m:r>
                        <m:r>
                          <a:rPr lang="en-US" i="1">
                            <a:latin typeface="Cambria Math" panose="02040503050406030204" pitchFamily="18" charset="0"/>
                          </a:rPr>
                          <m:t>&gt;</m:t>
                        </m:r>
                      </m:sub>
                    </m:sSub>
                    <m:r>
                      <a:rPr lang="en-US" i="1">
                        <a:latin typeface="Cambria Math" panose="02040503050406030204" pitchFamily="18" charset="0"/>
                      </a:rPr>
                      <m:t>𝑆</m:t>
                    </m:r>
                  </m:oMath>
                </a14:m>
                <a:endParaRPr lang="en-US" dirty="0">
                  <a:latin typeface="Cambria Math" panose="02040503050406030204" pitchFamily="18" charset="0"/>
                </a:endParaRPr>
              </a:p>
              <a:p>
                <a:pPr lvl="1"/>
                <a14:m>
                  <m:oMath xmlns:m="http://schemas.openxmlformats.org/officeDocument/2006/math">
                    <m:r>
                      <a:rPr lang="en-ID"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𝐽𝑂𝐼𝑁</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𝑜𝑝𝑒𝑟𝑎𝑡𝑜𝑟</m:t>
                    </m:r>
                  </m:oMath>
                </a14:m>
                <a:endParaRPr lang="en-US" b="0" i="1" dirty="0">
                  <a:latin typeface="Cambria Math" panose="02040503050406030204" pitchFamily="18" charset="0"/>
                  <a:ea typeface="Cambria Math" panose="02040503050406030204" pitchFamily="18" charset="0"/>
                </a:endParaRPr>
              </a:p>
              <a:p>
                <a:pPr lvl="1"/>
                <a14:m>
                  <m:oMath xmlns:m="http://schemas.openxmlformats.org/officeDocument/2006/math">
                    <m:r>
                      <a:rPr lang="en-US" i="1">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𝑟𝑒𝑙𝑎𝑡𝑖𝑜𝑛𝑠</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𝑡𝑎𝑏𝑙𝑒𝑠</m:t>
                        </m:r>
                      </m:e>
                    </m:d>
                  </m:oMath>
                </a14:m>
                <a:endParaRPr lang="en-US" b="0"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&lt;</m:t>
                    </m:r>
                    <m:r>
                      <a:rPr lang="en-US" i="1">
                        <a:latin typeface="Cambria Math" panose="02040503050406030204" pitchFamily="18" charset="0"/>
                      </a:rPr>
                      <m:t>𝑗𝑜𝑖𝑛</m:t>
                    </m:r>
                    <m:r>
                      <a:rPr lang="en-US" i="1">
                        <a:latin typeface="Cambria Math" panose="02040503050406030204" pitchFamily="18" charset="0"/>
                      </a:rPr>
                      <m:t> </m:t>
                    </m:r>
                    <m:r>
                      <a:rPr lang="en-US" i="1">
                        <a:latin typeface="Cambria Math" panose="02040503050406030204" pitchFamily="18" charset="0"/>
                      </a:rPr>
                      <m:t>𝑐𝑜𝑛𝑑𝑖𝑡𝑖𝑜𝑛</m:t>
                    </m:r>
                    <m:r>
                      <a:rPr lang="en-US" i="1">
                        <a:latin typeface="Cambria Math" panose="02040503050406030204" pitchFamily="18" charset="0"/>
                      </a:rPr>
                      <m:t>&gt; =</m:t>
                    </m:r>
                    <m:r>
                      <a:rPr lang="en-US" b="0" i="1" smtClean="0">
                        <a:latin typeface="Cambria Math" panose="02040503050406030204" pitchFamily="18" charset="0"/>
                      </a:rPr>
                      <m:t>𝑜𝑛𝑒</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𝑚𝑜𝑟𝑒</m:t>
                    </m:r>
                    <m:r>
                      <a:rPr lang="en-US" b="0" i="1" smtClean="0">
                        <a:latin typeface="Cambria Math" panose="02040503050406030204" pitchFamily="18" charset="0"/>
                      </a:rPr>
                      <m:t> </m:t>
                    </m:r>
                    <m:r>
                      <a:rPr lang="en-US" b="0" i="1" smtClean="0">
                        <a:latin typeface="Cambria Math" panose="02040503050406030204" pitchFamily="18" charset="0"/>
                      </a:rPr>
                      <m:t>𝑐𝑜𝑛𝑑𝑖𝑡𝑖𝑜𝑛𝑠</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𝑓𝑜𝑟𝑚</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𝜃</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𝑗</m:t>
                        </m:r>
                      </m:sub>
                    </m:sSub>
                    <m:r>
                      <m:rPr>
                        <m:nor/>
                      </m:rPr>
                      <a:rPr lang="en-US" dirty="0"/>
                      <m:t>, </m:t>
                    </m:r>
                    <m:r>
                      <m:rPr>
                        <m:nor/>
                      </m:rPr>
                      <a:rPr lang="en-US" dirty="0"/>
                      <m:t>where</m:t>
                    </m:r>
                    <m:r>
                      <m:rPr>
                        <m:nor/>
                      </m:rPr>
                      <a:rPr lang="en-US" dirty="0"/>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m:rPr>
                        <m:nor/>
                      </m:rPr>
                      <a:rPr lang="en-US" dirty="0"/>
                      <m:t> </m:t>
                    </m:r>
                    <m:r>
                      <m:rPr>
                        <m:nor/>
                      </m:rPr>
                      <a:rPr lang="en-US" dirty="0"/>
                      <m:t>is</m:t>
                    </m:r>
                    <m:r>
                      <m:rPr>
                        <m:nor/>
                      </m:rPr>
                      <a:rPr lang="en-US" dirty="0"/>
                      <m:t> </m:t>
                    </m:r>
                    <m:r>
                      <m:rPr>
                        <m:nor/>
                      </m:rPr>
                      <a:rPr lang="en-US" dirty="0"/>
                      <m:t>an</m:t>
                    </m:r>
                    <m:r>
                      <m:rPr>
                        <m:nor/>
                      </m:rPr>
                      <a:rPr lang="en-US" dirty="0"/>
                      <m:t> </m:t>
                    </m:r>
                    <m:r>
                      <m:rPr>
                        <m:nor/>
                      </m:rPr>
                      <a:rPr lang="en-US" dirty="0"/>
                      <m:t>attribute</m:t>
                    </m:r>
                    <m:r>
                      <m:rPr>
                        <m:nor/>
                      </m:rPr>
                      <a:rPr lang="en-US" dirty="0"/>
                      <m:t> </m:t>
                    </m:r>
                    <m:r>
                      <m:rPr>
                        <m:nor/>
                      </m:rPr>
                      <a:rPr lang="en-US" dirty="0"/>
                      <m:t>of</m:t>
                    </m:r>
                    <m:r>
                      <m:rPr>
                        <m:nor/>
                      </m:rPr>
                      <a:rPr lang="en-US" dirty="0"/>
                      <m:t> </m:t>
                    </m:r>
                    <m:r>
                      <a:rPr lang="en-US" i="1">
                        <a:latin typeface="Cambria Math" panose="02040503050406030204" pitchFamily="18" charset="0"/>
                      </a:rPr>
                      <m:t>𝑅</m:t>
                    </m:r>
                    <m:r>
                      <m:rPr>
                        <m:nor/>
                      </m:rPr>
                      <a:rPr lang="en-US" dirty="0"/>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𝑗</m:t>
                        </m:r>
                      </m:sub>
                    </m:sSub>
                    <m:r>
                      <m:rPr>
                        <m:nor/>
                      </m:rPr>
                      <a:rPr lang="en-US" dirty="0"/>
                      <m:t> </m:t>
                    </m:r>
                    <m:r>
                      <m:rPr>
                        <m:nor/>
                      </m:rPr>
                      <a:rPr lang="en-US" dirty="0"/>
                      <m:t>is</m:t>
                    </m:r>
                    <m:r>
                      <m:rPr>
                        <m:nor/>
                      </m:rPr>
                      <a:rPr lang="en-US" dirty="0"/>
                      <m:t> </m:t>
                    </m:r>
                    <m:r>
                      <m:rPr>
                        <m:nor/>
                      </m:rPr>
                      <a:rPr lang="en-US" dirty="0"/>
                      <m:t>an</m:t>
                    </m:r>
                    <m:r>
                      <m:rPr>
                        <m:nor/>
                      </m:rPr>
                      <a:rPr lang="en-US" dirty="0"/>
                      <m:t> </m:t>
                    </m:r>
                    <m:r>
                      <m:rPr>
                        <m:nor/>
                      </m:rPr>
                      <a:rPr lang="en-US" dirty="0"/>
                      <m:t>attribute</m:t>
                    </m:r>
                    <m:r>
                      <m:rPr>
                        <m:nor/>
                      </m:rPr>
                      <a:rPr lang="en-US" dirty="0"/>
                      <m:t> </m:t>
                    </m:r>
                    <m:r>
                      <m:rPr>
                        <m:nor/>
                      </m:rPr>
                      <a:rPr lang="en-US" dirty="0"/>
                      <m:t>of</m:t>
                    </m:r>
                    <m:r>
                      <m:rPr>
                        <m:nor/>
                      </m:rPr>
                      <a:rPr lang="en-US" dirty="0"/>
                      <m:t> </m:t>
                    </m:r>
                    <m:r>
                      <a:rPr lang="en-US" i="1">
                        <a:latin typeface="Cambria Math" panose="02040503050406030204" pitchFamily="18" charset="0"/>
                      </a:rPr>
                      <m:t>𝑆</m:t>
                    </m:r>
                    <m:r>
                      <m:rPr>
                        <m:nor/>
                      </m:rPr>
                      <a:rPr lang="en-US" dirty="0"/>
                      <m:t>.</m:t>
                    </m:r>
                    <m:r>
                      <a:rPr lang="en-US" b="0" i="1" dirty="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𝑐𝑜𝑚𝑝𝑎𝑟𝑖𝑠𝑜𝑛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𝑜𝑝𝑒𝑟𝑎𝑡𝑜𝑟</m:t>
                    </m:r>
                  </m:oMath>
                </a14:m>
                <a:endParaRPr lang="en-US" i="1" dirty="0">
                  <a:latin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10159063-2526-CE12-D1D7-C144A86F2215}"/>
                  </a:ext>
                </a:extLst>
              </p:cNvPr>
              <p:cNvSpPr>
                <a:spLocks noGrp="1" noRot="1" noChangeAspect="1" noMove="1" noResize="1" noEditPoints="1" noAdjustHandles="1" noChangeArrowheads="1" noChangeShapeType="1" noTextEdit="1"/>
              </p:cNvSpPr>
              <p:nvPr>
                <p:ph sz="quarter" idx="11"/>
              </p:nvPr>
            </p:nvSpPr>
            <p:spPr>
              <a:blipFill>
                <a:blip r:embed="rId4"/>
                <a:stretch>
                  <a:fillRect l="-1307" t="-1420" r="-1884"/>
                </a:stretch>
              </a:blipFill>
            </p:spPr>
            <p:txBody>
              <a:bodyPr/>
              <a:lstStyle/>
              <a:p>
                <a:r>
                  <a:rPr lang="en-ID">
                    <a:noFill/>
                  </a:rPr>
                  <a:t> </a:t>
                </a:r>
              </a:p>
            </p:txBody>
          </p:sp>
        </mc:Fallback>
      </mc:AlternateContent>
    </p:spTree>
    <p:extLst>
      <p:ext uri="{BB962C8B-B14F-4D97-AF65-F5344CB8AC3E}">
        <p14:creationId xmlns:p14="http://schemas.microsoft.com/office/powerpoint/2010/main" val="23315602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46907-27FD-1D65-D941-2A916CD948D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020B477-8ADA-151E-7DCD-1F10A13BDE71}"/>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EB7A12EA-44CA-6F63-99A1-32315CA4E145}"/>
              </a:ext>
            </a:extLst>
          </p:cNvPr>
          <p:cNvSpPr>
            <a:spLocks noGrp="1"/>
          </p:cNvSpPr>
          <p:nvPr>
            <p:ph type="body" sz="quarter" idx="10"/>
          </p:nvPr>
        </p:nvSpPr>
        <p:spPr/>
        <p:txBody>
          <a:bodyPr>
            <a:normAutofit/>
          </a:bodyPr>
          <a:lstStyle/>
          <a:p>
            <a:r>
              <a:rPr lang="en-ID" dirty="0"/>
              <a:t>Theta join</a:t>
            </a:r>
            <a:endParaRPr lang="en-US" dirty="0"/>
          </a:p>
        </p:txBody>
      </p:sp>
      <p:sp>
        <p:nvSpPr>
          <p:cNvPr id="19" name="AutoShape 4" descr="undefined">
            <a:extLst>
              <a:ext uri="{FF2B5EF4-FFF2-40B4-BE49-F238E27FC236}">
                <a16:creationId xmlns:a16="http://schemas.microsoft.com/office/drawing/2014/main" id="{48098FE3-E21E-A75B-8B9C-3A52F7E617B0}"/>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8732B0A3-5F19-A876-C765-5FEE38A4D32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DA00663-8D8B-C181-CB0B-53F08E8F7450}"/>
                  </a:ext>
                </a:extLst>
              </p:cNvPr>
              <p:cNvSpPr>
                <a:spLocks noGrp="1"/>
              </p:cNvSpPr>
              <p:nvPr>
                <p:ph sz="quarter" idx="11"/>
              </p:nvPr>
            </p:nvSpPr>
            <p:spPr/>
            <p:txBody>
              <a:bodyPr>
                <a:normAutofit/>
              </a:bodyPr>
              <a:lstStyle/>
              <a:p>
                <a:r>
                  <a:rPr lang="en-US" dirty="0"/>
                  <a:t>The most general form of JOIN</a:t>
                </a:r>
                <a:r>
                  <a:rPr lang="en-US" i="1" dirty="0">
                    <a:latin typeface="Cambria Math" panose="02040503050406030204" pitchFamily="18" charset="0"/>
                  </a:rPr>
                  <a:t>.</a:t>
                </a:r>
              </a:p>
              <a:p>
                <a:r>
                  <a:rPr lang="en-US" dirty="0"/>
                  <a:t>The join condition can use any comparison operator: =, &lt;, ≤, &gt;, ≥, ≠</a:t>
                </a:r>
              </a:p>
              <a:p>
                <a:r>
                  <a:rPr lang="en-US" dirty="0"/>
                  <a:t>Each condition is of the form: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&gt;</m:t>
                        </m:r>
                      </m:sub>
                    </m:sSub>
                    <m:r>
                      <a:rPr lang="en-US" b="0" i="1" smtClean="0">
                        <a:latin typeface="Cambria Math" panose="02040503050406030204" pitchFamily="18" charset="0"/>
                        <a:ea typeface="Cambria Math" panose="02040503050406030204" pitchFamily="18" charset="0"/>
                      </a:rPr>
                      <m:t>𝜃</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&gt;</m:t>
                        </m:r>
                      </m:sub>
                    </m:sSub>
                  </m:oMath>
                </a14:m>
                <a:r>
                  <a:rPr lang="en-US" dirty="0"/>
                  <a:t>, 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&lt;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&gt;</m:t>
                        </m:r>
                      </m:sub>
                    </m:sSub>
                  </m:oMath>
                </a14:m>
                <a:r>
                  <a:rPr lang="en-US" dirty="0"/>
                  <a:t> is an attribute of </a:t>
                </a:r>
                <a14:m>
                  <m:oMath xmlns:m="http://schemas.openxmlformats.org/officeDocument/2006/math">
                    <m:r>
                      <a:rPr lang="en-US" b="0" i="1" smtClean="0">
                        <a:latin typeface="Cambria Math" panose="02040503050406030204" pitchFamily="18" charset="0"/>
                      </a:rPr>
                      <m:t>𝑅</m:t>
                    </m:r>
                  </m:oMath>
                </a14:m>
                <a:r>
                  <a:rPr lang="en-US"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𝐵</m:t>
                        </m:r>
                      </m:e>
                      <m:sub>
                        <m:r>
                          <a:rPr lang="en-US" i="1">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&gt;</m:t>
                        </m:r>
                      </m:sub>
                    </m:sSub>
                  </m:oMath>
                </a14:m>
                <a:r>
                  <a:rPr lang="en-US" dirty="0"/>
                  <a:t> is an attribute of </a:t>
                </a:r>
                <a14:m>
                  <m:oMath xmlns:m="http://schemas.openxmlformats.org/officeDocument/2006/math">
                    <m:r>
                      <a:rPr lang="en-US" b="0" i="1" smtClean="0">
                        <a:latin typeface="Cambria Math" panose="02040503050406030204" pitchFamily="18" charset="0"/>
                      </a:rPr>
                      <m:t>𝑆</m:t>
                    </m:r>
                  </m:oMath>
                </a14:m>
                <a:r>
                  <a:rPr lang="en-US" dirty="0"/>
                  <a:t>.</a:t>
                </a:r>
              </a:p>
            </p:txBody>
          </p:sp>
        </mc:Choice>
        <mc:Fallback xmlns="">
          <p:sp>
            <p:nvSpPr>
              <p:cNvPr id="4" name="Content Placeholder 3">
                <a:extLst>
                  <a:ext uri="{FF2B5EF4-FFF2-40B4-BE49-F238E27FC236}">
                    <a16:creationId xmlns:a16="http://schemas.microsoft.com/office/drawing/2014/main" id="{2DA00663-8D8B-C181-CB0B-53F08E8F7450}"/>
                  </a:ext>
                </a:extLst>
              </p:cNvPr>
              <p:cNvSpPr>
                <a:spLocks noGrp="1" noRot="1" noChangeAspect="1" noMove="1" noResize="1" noEditPoints="1" noAdjustHandles="1" noChangeArrowheads="1" noChangeShapeType="1" noTextEdit="1"/>
              </p:cNvSpPr>
              <p:nvPr>
                <p:ph sz="quarter" idx="11"/>
              </p:nvPr>
            </p:nvSpPr>
            <p:spPr>
              <a:blipFill>
                <a:blip r:embed="rId3"/>
                <a:stretch>
                  <a:fillRect l="-1307" t="-1563"/>
                </a:stretch>
              </a:blipFill>
            </p:spPr>
            <p:txBody>
              <a:bodyPr/>
              <a:lstStyle/>
              <a:p>
                <a:r>
                  <a:rPr lang="en-ID">
                    <a:noFill/>
                  </a:rPr>
                  <a:t> </a:t>
                </a:r>
              </a:p>
            </p:txBody>
          </p:sp>
        </mc:Fallback>
      </mc:AlternateContent>
    </p:spTree>
    <p:extLst>
      <p:ext uri="{BB962C8B-B14F-4D97-AF65-F5344CB8AC3E}">
        <p14:creationId xmlns:p14="http://schemas.microsoft.com/office/powerpoint/2010/main" val="37733721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A884-EE47-E61A-2BFC-6ABBB92987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4B27268-3933-98D8-33D9-6676E2DAC857}"/>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31E9CCBD-5B71-180A-8985-91860BFA8FC6}"/>
              </a:ext>
            </a:extLst>
          </p:cNvPr>
          <p:cNvSpPr>
            <a:spLocks noGrp="1"/>
          </p:cNvSpPr>
          <p:nvPr>
            <p:ph type="body" sz="quarter" idx="10"/>
          </p:nvPr>
        </p:nvSpPr>
        <p:spPr/>
        <p:txBody>
          <a:bodyPr>
            <a:normAutofit/>
          </a:bodyPr>
          <a:lstStyle/>
          <a:p>
            <a:r>
              <a:rPr lang="en-ID" dirty="0"/>
              <a:t>Equijoin</a:t>
            </a:r>
            <a:endParaRPr lang="en-US" dirty="0"/>
          </a:p>
        </p:txBody>
      </p:sp>
      <p:sp>
        <p:nvSpPr>
          <p:cNvPr id="19" name="AutoShape 4" descr="undefined">
            <a:extLst>
              <a:ext uri="{FF2B5EF4-FFF2-40B4-BE49-F238E27FC236}">
                <a16:creationId xmlns:a16="http://schemas.microsoft.com/office/drawing/2014/main" id="{025E9142-7B5E-C777-0914-DBA68341F2EF}"/>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C36D40A6-802C-1075-DCAB-70485D706DBE}"/>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30647A1-C7EC-1C94-7188-EAFC5F03BFEE}"/>
                  </a:ext>
                </a:extLst>
              </p:cNvPr>
              <p:cNvSpPr>
                <a:spLocks noGrp="1"/>
              </p:cNvSpPr>
              <p:nvPr>
                <p:ph sz="quarter" idx="11"/>
              </p:nvPr>
            </p:nvSpPr>
            <p:spPr/>
            <p:txBody>
              <a:bodyPr>
                <a:normAutofit/>
              </a:bodyPr>
              <a:lstStyle/>
              <a:p>
                <a:r>
                  <a:rPr lang="en-US" dirty="0"/>
                  <a:t>A special case of Theta Join where the only comparison operator used is = (equality).</a:t>
                </a:r>
              </a:p>
              <a:p>
                <a:r>
                  <a:rPr lang="en-US" dirty="0"/>
                  <a:t>The result always contains one or more pairs of attributes with identical values.</a:t>
                </a:r>
              </a:p>
              <a:p>
                <a:pPr marL="0" indent="0">
                  <a:buNone/>
                </a:pPr>
                <a:r>
                  <a:rPr lang="en-US" dirty="0"/>
                  <a:t>Example:</a:t>
                </a:r>
              </a:p>
              <a:p>
                <a:pPr marL="0" indent="0">
                  <a:buNone/>
                </a:pPr>
                <a:r>
                  <a:rPr lang="en-US" dirty="0"/>
                  <a:t>To retrieve each department with its manager's name: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𝐷𝐸𝑃𝑇</m:t>
                      </m:r>
                      <m:r>
                        <a:rPr lang="en-US" b="0" i="1" smtClean="0">
                          <a:latin typeface="Cambria Math" panose="02040503050406030204" pitchFamily="18" charset="0"/>
                        </a:rPr>
                        <m:t>_</m:t>
                      </m:r>
                      <m:r>
                        <a:rPr lang="en-US" b="0" i="1" smtClean="0">
                          <a:latin typeface="Cambria Math" panose="02040503050406030204" pitchFamily="18" charset="0"/>
                        </a:rPr>
                        <m:t>𝑀𝐺𝑅</m:t>
                      </m:r>
                      <m:r>
                        <m:rPr>
                          <m:nor/>
                        </m:rPr>
                        <a:rPr lang="en-ID"/>
                        <m:t>←</m:t>
                      </m:r>
                      <m:r>
                        <a:rPr lang="en-US" b="0" i="1" smtClean="0">
                          <a:latin typeface="Cambria Math" panose="02040503050406030204" pitchFamily="18" charset="0"/>
                        </a:rPr>
                        <m:t>𝐷𝐸𝑃𝐴𝑅𝑇𝑀𝐸𝑁𝑇</m:t>
                      </m:r>
                      <m:sSub>
                        <m:sSubPr>
                          <m:ctrlPr>
                            <a:rPr lang="en-US" b="0" i="1" smtClean="0">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rPr>
                            <m:t>&lt;</m:t>
                          </m:r>
                          <m:r>
                            <a:rPr lang="en-US" b="0" i="1" smtClean="0">
                              <a:latin typeface="Cambria Math" panose="02040503050406030204" pitchFamily="18" charset="0"/>
                            </a:rPr>
                            <m:t>𝑀𝑔𝑟</m:t>
                          </m:r>
                          <m:r>
                            <a:rPr lang="en-US" b="0" i="1" smtClean="0">
                              <a:latin typeface="Cambria Math" panose="02040503050406030204" pitchFamily="18" charset="0"/>
                            </a:rPr>
                            <m:t>_</m:t>
                          </m:r>
                          <m:r>
                            <a:rPr lang="en-US" b="0" i="1" smtClean="0">
                              <a:latin typeface="Cambria Math" panose="02040503050406030204" pitchFamily="18" charset="0"/>
                            </a:rPr>
                            <m:t>𝑠𝑠𝑛</m:t>
                          </m:r>
                          <m:r>
                            <a:rPr lang="en-US" b="0" i="1" smtClean="0">
                              <a:latin typeface="Cambria Math" panose="02040503050406030204" pitchFamily="18" charset="0"/>
                            </a:rPr>
                            <m:t>=</m:t>
                          </m:r>
                          <m:r>
                            <a:rPr lang="en-US" b="0" i="1" smtClean="0">
                              <a:latin typeface="Cambria Math" panose="02040503050406030204" pitchFamily="18" charset="0"/>
                            </a:rPr>
                            <m:t>𝑠𝑠𝑛</m:t>
                          </m:r>
                          <m:r>
                            <a:rPr lang="en-US" b="0" i="1" smtClean="0">
                              <a:latin typeface="Cambria Math" panose="02040503050406030204" pitchFamily="18" charset="0"/>
                            </a:rPr>
                            <m:t>&gt;</m:t>
                          </m:r>
                        </m:sub>
                      </m:sSub>
                      <m:r>
                        <a:rPr lang="en-US" b="0" i="1" smtClean="0">
                          <a:latin typeface="Cambria Math" panose="02040503050406030204" pitchFamily="18" charset="0"/>
                        </a:rPr>
                        <m:t>(</m:t>
                      </m:r>
                      <m:r>
                        <a:rPr lang="en-US" b="0" i="1" smtClean="0">
                          <a:latin typeface="Cambria Math" panose="02040503050406030204" pitchFamily="18" charset="0"/>
                        </a:rPr>
                        <m:t>𝐸𝑀𝑃𝐿𝑂𝑌𝐸𝐸</m:t>
                      </m:r>
                      <m:r>
                        <a:rPr lang="en-US" b="0" i="1" smtClean="0">
                          <a:latin typeface="Cambria Math" panose="02040503050406030204" pitchFamily="18" charset="0"/>
                        </a:rPr>
                        <m:t>)</m:t>
                      </m:r>
                    </m:oMath>
                  </m:oMathPara>
                </a14:m>
                <a:endParaRPr lang="en-US" dirty="0"/>
              </a:p>
              <a:p>
                <a:pPr marL="0" indent="0">
                  <a:buNone/>
                </a:pPr>
                <a:r>
                  <a:rPr lang="en-US" dirty="0"/>
                  <a:t>This is an Equijoin because it uses only the = operator.</a:t>
                </a:r>
              </a:p>
            </p:txBody>
          </p:sp>
        </mc:Choice>
        <mc:Fallback xmlns="">
          <p:sp>
            <p:nvSpPr>
              <p:cNvPr id="4" name="Content Placeholder 3">
                <a:extLst>
                  <a:ext uri="{FF2B5EF4-FFF2-40B4-BE49-F238E27FC236}">
                    <a16:creationId xmlns:a16="http://schemas.microsoft.com/office/drawing/2014/main" id="{430647A1-C7EC-1C94-7188-EAFC5F03BFEE}"/>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r="-1702"/>
                </a:stretch>
              </a:blipFill>
            </p:spPr>
            <p:txBody>
              <a:bodyPr/>
              <a:lstStyle/>
              <a:p>
                <a:r>
                  <a:rPr lang="en-ID">
                    <a:noFill/>
                  </a:rPr>
                  <a:t> </a:t>
                </a:r>
              </a:p>
            </p:txBody>
          </p:sp>
        </mc:Fallback>
      </mc:AlternateContent>
    </p:spTree>
    <p:extLst>
      <p:ext uri="{BB962C8B-B14F-4D97-AF65-F5344CB8AC3E}">
        <p14:creationId xmlns:p14="http://schemas.microsoft.com/office/powerpoint/2010/main" val="115470896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B6383-BCCC-F2EE-CF7D-4F3567A2F90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BA3908F-6D6B-611F-41C2-9BE449A3B485}"/>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9C018F9F-F054-DD2A-99D5-962159DCF233}"/>
              </a:ext>
            </a:extLst>
          </p:cNvPr>
          <p:cNvSpPr>
            <a:spLocks noGrp="1"/>
          </p:cNvSpPr>
          <p:nvPr>
            <p:ph type="body" sz="quarter" idx="10"/>
          </p:nvPr>
        </p:nvSpPr>
        <p:spPr/>
        <p:txBody>
          <a:bodyPr>
            <a:normAutofit/>
          </a:bodyPr>
          <a:lstStyle/>
          <a:p>
            <a:r>
              <a:rPr lang="en-ID" dirty="0"/>
              <a:t>Equijoin Result Example</a:t>
            </a:r>
            <a:endParaRPr lang="en-US" dirty="0"/>
          </a:p>
        </p:txBody>
      </p:sp>
      <p:sp>
        <p:nvSpPr>
          <p:cNvPr id="19" name="AutoShape 4" descr="undefined">
            <a:extLst>
              <a:ext uri="{FF2B5EF4-FFF2-40B4-BE49-F238E27FC236}">
                <a16:creationId xmlns:a16="http://schemas.microsoft.com/office/drawing/2014/main" id="{326AFAF5-657D-621B-AC77-6C43CAF17948}"/>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D16E34CA-E90A-3FB6-9A41-7B23A6B1EFD5}"/>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3509F7A-7ACA-2143-A968-02AEC38726F1}"/>
                  </a:ext>
                </a:extLst>
              </p:cNvPr>
              <p:cNvSpPr>
                <a:spLocks noGrp="1"/>
              </p:cNvSpPr>
              <p:nvPr>
                <p:ph sz="quarter" idx="1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𝐷𝐸𝑃𝑇</m:t>
                      </m:r>
                      <m:r>
                        <a:rPr lang="en-US" i="1">
                          <a:latin typeface="Cambria Math" panose="02040503050406030204" pitchFamily="18" charset="0"/>
                        </a:rPr>
                        <m:t>_</m:t>
                      </m:r>
                      <m:r>
                        <a:rPr lang="en-US" i="1">
                          <a:latin typeface="Cambria Math" panose="02040503050406030204" pitchFamily="18" charset="0"/>
                        </a:rPr>
                        <m:t>𝑀𝐺𝑅</m:t>
                      </m:r>
                      <m:r>
                        <m:rPr>
                          <m:nor/>
                        </m:rPr>
                        <a:rPr lang="en-ID"/>
                        <m:t>←</m:t>
                      </m:r>
                      <m:r>
                        <a:rPr lang="en-US" i="1">
                          <a:latin typeface="Cambria Math" panose="02040503050406030204" pitchFamily="18" charset="0"/>
                        </a:rPr>
                        <m:t>𝐷𝐸𝑃𝐴𝑅𝑇𝑀𝐸𝑁𝑇</m:t>
                      </m:r>
                      <m:sSub>
                        <m:sSubPr>
                          <m:ctrlPr>
                            <a:rPr lang="en-US"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m:t>
                          </m:r>
                        </m:e>
                        <m:sub>
                          <m:r>
                            <a:rPr lang="en-US" i="1">
                              <a:latin typeface="Cambria Math" panose="02040503050406030204" pitchFamily="18" charset="0"/>
                            </a:rPr>
                            <m:t>&lt;</m:t>
                          </m:r>
                          <m:r>
                            <a:rPr lang="en-US" i="1">
                              <a:latin typeface="Cambria Math" panose="02040503050406030204" pitchFamily="18" charset="0"/>
                            </a:rPr>
                            <m:t>𝑀𝑔𝑟</m:t>
                          </m:r>
                          <m:r>
                            <a:rPr lang="en-US" i="1">
                              <a:latin typeface="Cambria Math" panose="02040503050406030204" pitchFamily="18" charset="0"/>
                            </a:rPr>
                            <m:t>_</m:t>
                          </m:r>
                          <m:r>
                            <a:rPr lang="en-US" i="1">
                              <a:latin typeface="Cambria Math" panose="02040503050406030204" pitchFamily="18" charset="0"/>
                            </a:rPr>
                            <m:t>𝑠𝑠𝑛</m:t>
                          </m:r>
                          <m:r>
                            <a:rPr lang="en-US" i="1">
                              <a:latin typeface="Cambria Math" panose="02040503050406030204" pitchFamily="18" charset="0"/>
                            </a:rPr>
                            <m:t>=</m:t>
                          </m:r>
                          <m:r>
                            <a:rPr lang="en-US" i="1">
                              <a:latin typeface="Cambria Math" panose="02040503050406030204" pitchFamily="18" charset="0"/>
                            </a:rPr>
                            <m:t>𝑠𝑠𝑛</m:t>
                          </m:r>
                          <m:r>
                            <a:rPr lang="en-US" i="1">
                              <a:latin typeface="Cambria Math" panose="02040503050406030204" pitchFamily="18" charset="0"/>
                            </a:rPr>
                            <m:t>&gt;</m:t>
                          </m:r>
                        </m:sub>
                      </m:sSub>
                      <m:r>
                        <a:rPr lang="en-US" i="1">
                          <a:latin typeface="Cambria Math" panose="02040503050406030204" pitchFamily="18" charset="0"/>
                        </a:rPr>
                        <m:t>(</m:t>
                      </m:r>
                      <m:r>
                        <a:rPr lang="en-US" i="1">
                          <a:latin typeface="Cambria Math" panose="02040503050406030204" pitchFamily="18" charset="0"/>
                        </a:rPr>
                        <m:t>𝐸𝑀𝑃𝐿𝑂𝑌𝐸𝐸</m:t>
                      </m:r>
                      <m:r>
                        <a:rPr lang="en-US" i="1">
                          <a:latin typeface="Cambria Math" panose="02040503050406030204" pitchFamily="18" charset="0"/>
                        </a:rPr>
                        <m:t>)</m:t>
                      </m:r>
                    </m:oMath>
                  </m:oMathPara>
                </a14:m>
                <a:endParaRPr lang="en-US" dirty="0"/>
              </a:p>
              <a:p>
                <a:pPr marL="0" indent="0">
                  <a:buNone/>
                </a:pPr>
                <a:r>
                  <a:rPr lang="en-US" dirty="0"/>
                  <a:t>Result (DEPT_MGR):</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D3509F7A-7ACA-2143-A968-02AEC38726F1}"/>
                  </a:ext>
                </a:extLst>
              </p:cNvPr>
              <p:cNvSpPr>
                <a:spLocks noGrp="1" noRot="1" noChangeAspect="1" noMove="1" noResize="1" noEditPoints="1" noAdjustHandles="1" noChangeArrowheads="1" noChangeShapeType="1" noTextEdit="1"/>
              </p:cNvSpPr>
              <p:nvPr>
                <p:ph sz="quarter" idx="11"/>
              </p:nvPr>
            </p:nvSpPr>
            <p:spPr>
              <a:blipFill>
                <a:blip r:embed="rId3"/>
                <a:stretch>
                  <a:fillRect l="-1429"/>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1416138B-DDE1-144C-0491-346F077C57C9}"/>
              </a:ext>
            </a:extLst>
          </p:cNvPr>
          <p:cNvPicPr>
            <a:picLocks noChangeAspect="1"/>
          </p:cNvPicPr>
          <p:nvPr/>
        </p:nvPicPr>
        <p:blipFill>
          <a:blip r:embed="rId4">
            <a:extLst>
              <a:ext uri="{28A0092B-C50C-407E-A947-70E740481C1C}">
                <a14:useLocalDpi xmlns:a14="http://schemas.microsoft.com/office/drawing/2010/main" val="0"/>
              </a:ext>
            </a:extLst>
          </a:blip>
          <a:srcRect t="10986" r="22497"/>
          <a:stretch>
            <a:fillRect/>
          </a:stretch>
        </p:blipFill>
        <p:spPr>
          <a:xfrm>
            <a:off x="2163188" y="5302055"/>
            <a:ext cx="17107421" cy="7420211"/>
          </a:xfrm>
          <a:prstGeom prst="rect">
            <a:avLst/>
          </a:prstGeom>
        </p:spPr>
      </p:pic>
    </p:spTree>
    <p:extLst>
      <p:ext uri="{BB962C8B-B14F-4D97-AF65-F5344CB8AC3E}">
        <p14:creationId xmlns:p14="http://schemas.microsoft.com/office/powerpoint/2010/main" val="393014809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719A-F6B9-9D47-0FBF-45387EE06B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0B2AA1-F6B5-5457-4CB7-F3D57C32822A}"/>
              </a:ext>
            </a:extLst>
          </p:cNvPr>
          <p:cNvSpPr>
            <a:spLocks noGrp="1"/>
          </p:cNvSpPr>
          <p:nvPr>
            <p:ph type="title"/>
          </p:nvPr>
        </p:nvSpPr>
        <p:spPr/>
        <p:txBody>
          <a:bodyPr>
            <a:normAutofit fontScale="90000"/>
          </a:bodyPr>
          <a:lstStyle/>
          <a:p>
            <a:r>
              <a:rPr lang="en-ID" dirty="0"/>
              <a:t>JOIN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28346435-103F-13BE-77D4-202073EB259C}"/>
                  </a:ext>
                </a:extLst>
              </p:cNvPr>
              <p:cNvSpPr>
                <a:spLocks noGrp="1"/>
              </p:cNvSpPr>
              <p:nvPr>
                <p:ph type="body" sz="quarter" idx="10"/>
              </p:nvPr>
            </p:nvSpPr>
            <p:spPr/>
            <p:txBody>
              <a:bodyPr>
                <a:normAutofit/>
              </a:bodyPr>
              <a:lstStyle/>
              <a:p>
                <a:r>
                  <a:rPr lang="en-ID" dirty="0"/>
                  <a:t>Natural Join (</a:t>
                </a:r>
                <a14:m>
                  <m:oMath xmlns:m="http://schemas.openxmlformats.org/officeDocument/2006/math">
                    <m:r>
                      <a:rPr lang="en-US" b="1" i="1" smtClean="0">
                        <a:latin typeface="Cambria Math" panose="02040503050406030204" pitchFamily="18" charset="0"/>
                      </a:rPr>
                      <m:t>∗</m:t>
                    </m:r>
                  </m:oMath>
                </a14:m>
                <a:r>
                  <a:rPr lang="en-ID" dirty="0"/>
                  <a:t>)</a:t>
                </a:r>
              </a:p>
            </p:txBody>
          </p:sp>
        </mc:Choice>
        <mc:Fallback xmlns="">
          <p:sp>
            <p:nvSpPr>
              <p:cNvPr id="8" name="Text Placeholder 7">
                <a:extLst>
                  <a:ext uri="{FF2B5EF4-FFF2-40B4-BE49-F238E27FC236}">
                    <a16:creationId xmlns:a16="http://schemas.microsoft.com/office/drawing/2014/main" id="{28346435-103F-13BE-77D4-202073EB259C}"/>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F5BDD6CE-6615-C92B-C152-AF234F5DE544}"/>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C2E2CACD-EED3-1F8F-37D9-2DBD6CD676AB}"/>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52C8B98-DB97-F609-1833-2C747E27A86A}"/>
                  </a:ext>
                </a:extLst>
              </p:cNvPr>
              <p:cNvSpPr>
                <a:spLocks noGrp="1"/>
              </p:cNvSpPr>
              <p:nvPr>
                <p:ph sz="quarter" idx="11"/>
              </p:nvPr>
            </p:nvSpPr>
            <p:spPr/>
            <p:txBody>
              <a:bodyPr>
                <a:normAutofit/>
              </a:bodyPr>
              <a:lstStyle/>
              <a:p>
                <a:r>
                  <a:rPr lang="en-US" dirty="0"/>
                  <a:t>A Natural Join is an Equijoin followed by the removal of the duplicate (superfluous) attribute.</a:t>
                </a:r>
              </a:p>
              <a:p>
                <a:r>
                  <a:rPr lang="en-US" dirty="0"/>
                  <a:t>Notation: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m:t>
                        </m:r>
                      </m:sup>
                    </m:sSup>
                    <m:r>
                      <a:rPr lang="en-US" b="0" i="1" smtClean="0">
                        <a:latin typeface="Cambria Math" panose="02040503050406030204" pitchFamily="18" charset="0"/>
                      </a:rPr>
                      <m:t>𝑆</m:t>
                    </m:r>
                  </m:oMath>
                </a14:m>
                <a:endParaRPr lang="en-US" dirty="0"/>
              </a:p>
              <a:p>
                <a:r>
                  <a:rPr lang="en-US" dirty="0"/>
                  <a:t>The standard definition requires that the join attributes have the same name in both relations.</a:t>
                </a:r>
              </a:p>
              <a:p>
                <a:r>
                  <a:rPr lang="en-US" dirty="0"/>
                  <a:t>If the join attributes have different names, apply RENAME first</a:t>
                </a:r>
              </a:p>
            </p:txBody>
          </p:sp>
        </mc:Choice>
        <mc:Fallback xmlns="">
          <p:sp>
            <p:nvSpPr>
              <p:cNvPr id="4" name="Content Placeholder 3">
                <a:extLst>
                  <a:ext uri="{FF2B5EF4-FFF2-40B4-BE49-F238E27FC236}">
                    <a16:creationId xmlns:a16="http://schemas.microsoft.com/office/drawing/2014/main" id="{352C8B98-DB97-F609-1833-2C747E27A86A}"/>
                  </a:ext>
                </a:extLst>
              </p:cNvPr>
              <p:cNvSpPr>
                <a:spLocks noGrp="1" noRot="1" noChangeAspect="1" noMove="1" noResize="1" noEditPoints="1" noAdjustHandles="1" noChangeArrowheads="1" noChangeShapeType="1" noTextEdit="1"/>
              </p:cNvSpPr>
              <p:nvPr>
                <p:ph sz="quarter" idx="11"/>
              </p:nvPr>
            </p:nvSpPr>
            <p:spPr>
              <a:blipFill>
                <a:blip r:embed="rId4"/>
                <a:stretch>
                  <a:fillRect l="-1307" t="-1420"/>
                </a:stretch>
              </a:blipFill>
            </p:spPr>
            <p:txBody>
              <a:bodyPr/>
              <a:lstStyle/>
              <a:p>
                <a:r>
                  <a:rPr lang="en-ID">
                    <a:noFill/>
                  </a:rPr>
                  <a:t> </a:t>
                </a:r>
              </a:p>
            </p:txBody>
          </p:sp>
        </mc:Fallback>
      </mc:AlternateContent>
    </p:spTree>
    <p:extLst>
      <p:ext uri="{BB962C8B-B14F-4D97-AF65-F5344CB8AC3E}">
        <p14:creationId xmlns:p14="http://schemas.microsoft.com/office/powerpoint/2010/main" val="266853730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1E48-C8E1-6D93-9D20-F6E16F9CE19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8727266-FB58-A00C-9EDF-D9C378B0C915}"/>
              </a:ext>
            </a:extLst>
          </p:cNvPr>
          <p:cNvSpPr>
            <a:spLocks noGrp="1"/>
          </p:cNvSpPr>
          <p:nvPr>
            <p:ph type="title"/>
          </p:nvPr>
        </p:nvSpPr>
        <p:spPr/>
        <p:txBody>
          <a:bodyPr>
            <a:normAutofit fontScale="90000"/>
          </a:bodyPr>
          <a:lstStyle/>
          <a:p>
            <a:r>
              <a:rPr lang="en-ID" dirty="0"/>
              <a:t>JOIN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61F2D442-D83F-5E23-CC2C-8E5E6F455B7A}"/>
                  </a:ext>
                </a:extLst>
              </p:cNvPr>
              <p:cNvSpPr>
                <a:spLocks noGrp="1"/>
              </p:cNvSpPr>
              <p:nvPr>
                <p:ph type="body" sz="quarter" idx="10"/>
              </p:nvPr>
            </p:nvSpPr>
            <p:spPr/>
            <p:txBody>
              <a:bodyPr>
                <a:normAutofit/>
              </a:bodyPr>
              <a:lstStyle/>
              <a:p>
                <a:r>
                  <a:rPr lang="en-ID" dirty="0"/>
                  <a:t>Natural Join (</a:t>
                </a:r>
                <a14:m>
                  <m:oMath xmlns:m="http://schemas.openxmlformats.org/officeDocument/2006/math">
                    <m:r>
                      <a:rPr lang="en-US" b="1" i="1" smtClean="0">
                        <a:latin typeface="Cambria Math" panose="02040503050406030204" pitchFamily="18" charset="0"/>
                      </a:rPr>
                      <m:t>∗</m:t>
                    </m:r>
                  </m:oMath>
                </a14:m>
                <a:r>
                  <a:rPr lang="en-ID" dirty="0"/>
                  <a:t>)</a:t>
                </a:r>
              </a:p>
            </p:txBody>
          </p:sp>
        </mc:Choice>
        <mc:Fallback xmlns="">
          <p:sp>
            <p:nvSpPr>
              <p:cNvPr id="8" name="Text Placeholder 7">
                <a:extLst>
                  <a:ext uri="{FF2B5EF4-FFF2-40B4-BE49-F238E27FC236}">
                    <a16:creationId xmlns:a16="http://schemas.microsoft.com/office/drawing/2014/main" id="{61F2D442-D83F-5E23-CC2C-8E5E6F455B7A}"/>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090576CB-ABB4-A5D0-6D49-67219565ABD0}"/>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3D96C4FF-8807-4F30-3F09-4AA84C59D269}"/>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9C6C55A-93CE-F601-F37B-571B54D7EB52}"/>
                  </a:ext>
                </a:extLst>
              </p:cNvPr>
              <p:cNvSpPr>
                <a:spLocks noGrp="1"/>
              </p:cNvSpPr>
              <p:nvPr>
                <p:ph sz="quarter" idx="1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𝐷𝐸𝑃𝑇</m:t>
                      </m:r>
                      <m:r>
                        <a:rPr lang="en-US" b="0" i="1" smtClean="0">
                          <a:latin typeface="Cambria Math" panose="02040503050406030204" pitchFamily="18" charset="0"/>
                        </a:rPr>
                        <m:t>_</m:t>
                      </m:r>
                      <m:r>
                        <a:rPr lang="en-US" b="0" i="1" smtClean="0">
                          <a:latin typeface="Cambria Math" panose="02040503050406030204" pitchFamily="18" charset="0"/>
                        </a:rPr>
                        <m:t>𝐿𝑂𝐶𝑆</m:t>
                      </m:r>
                      <m:r>
                        <m:rPr>
                          <m:nor/>
                        </m:rPr>
                        <a:rPr lang="en-ID"/>
                        <m:t>←</m:t>
                      </m:r>
                      <m:sSup>
                        <m:sSupPr>
                          <m:ctrlPr>
                            <a:rPr lang="en-ID" i="1" smtClean="0">
                              <a:latin typeface="Cambria Math" panose="02040503050406030204" pitchFamily="18" charset="0"/>
                            </a:rPr>
                          </m:ctrlPr>
                        </m:sSupPr>
                        <m:e>
                          <m:r>
                            <a:rPr lang="en-US" i="1">
                              <a:latin typeface="Cambria Math" panose="02040503050406030204" pitchFamily="18" charset="0"/>
                            </a:rPr>
                            <m:t>𝐷𝐸𝑃𝐴𝑅𝑇𝑀𝐸𝑁𝑇</m:t>
                          </m:r>
                        </m:e>
                        <m:sup>
                          <m:r>
                            <a:rPr lang="en-US" b="0" i="1" smtClean="0">
                              <a:latin typeface="Cambria Math" panose="02040503050406030204" pitchFamily="18" charset="0"/>
                            </a:rPr>
                            <m:t>∗</m:t>
                          </m:r>
                        </m:sup>
                      </m:sSup>
                      <m:r>
                        <a:rPr lang="en-US" b="0" i="1" smtClean="0">
                          <a:latin typeface="Cambria Math" panose="02040503050406030204" pitchFamily="18" charset="0"/>
                        </a:rPr>
                        <m:t>𝐷𝐸𝑃𝑇</m:t>
                      </m:r>
                      <m:r>
                        <a:rPr lang="en-US" b="0" i="1" smtClean="0">
                          <a:latin typeface="Cambria Math" panose="02040503050406030204" pitchFamily="18" charset="0"/>
                        </a:rPr>
                        <m:t>_</m:t>
                      </m:r>
                      <m:r>
                        <a:rPr lang="en-US" b="0" i="1" smtClean="0">
                          <a:latin typeface="Cambria Math" panose="02040503050406030204" pitchFamily="18" charset="0"/>
                        </a:rPr>
                        <m:t>𝐿𝑂𝐶𝐴𝑇𝐼𝑂𝑁𝑆</m:t>
                      </m:r>
                    </m:oMath>
                  </m:oMathPara>
                </a14:m>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99C6C55A-93CE-F601-F37B-571B54D7EB52}"/>
                  </a:ext>
                </a:extLst>
              </p:cNvPr>
              <p:cNvSpPr>
                <a:spLocks noGrp="1" noRot="1" noChangeAspect="1" noMove="1" noResize="1" noEditPoints="1" noAdjustHandles="1" noChangeArrowheads="1" noChangeShapeType="1" noTextEdit="1"/>
              </p:cNvSpPr>
              <p:nvPr>
                <p:ph sz="quarter" idx="11"/>
              </p:nvPr>
            </p:nvSpPr>
            <p:spPr>
              <a:blipFill>
                <a:blip r:embed="rId4"/>
                <a:stretch>
                  <a:fillRect/>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035C2993-B3FA-5CBE-6425-E682DC48D763}"/>
              </a:ext>
            </a:extLst>
          </p:cNvPr>
          <p:cNvPicPr>
            <a:picLocks noChangeAspect="1"/>
          </p:cNvPicPr>
          <p:nvPr/>
        </p:nvPicPr>
        <p:blipFill>
          <a:blip r:embed="rId5">
            <a:extLst>
              <a:ext uri="{28A0092B-C50C-407E-A947-70E740481C1C}">
                <a14:useLocalDpi xmlns:a14="http://schemas.microsoft.com/office/drawing/2010/main" val="0"/>
              </a:ext>
            </a:extLst>
          </a:blip>
          <a:srcRect l="10168" t="10963" r="22063"/>
          <a:stretch>
            <a:fillRect/>
          </a:stretch>
        </p:blipFill>
        <p:spPr>
          <a:xfrm>
            <a:off x="2908300" y="4203198"/>
            <a:ext cx="18567399" cy="8867454"/>
          </a:xfrm>
          <a:prstGeom prst="rect">
            <a:avLst/>
          </a:prstGeom>
        </p:spPr>
      </p:pic>
    </p:spTree>
    <p:extLst>
      <p:ext uri="{BB962C8B-B14F-4D97-AF65-F5344CB8AC3E}">
        <p14:creationId xmlns:p14="http://schemas.microsoft.com/office/powerpoint/2010/main" val="45351962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164A1-52D9-D83A-895C-A0E19817A1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176B401-D587-7BFC-E9EF-CAB7F0457C42}"/>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2A36835A-C805-38BC-C2F3-3306B907990E}"/>
              </a:ext>
            </a:extLst>
          </p:cNvPr>
          <p:cNvSpPr>
            <a:spLocks noGrp="1"/>
          </p:cNvSpPr>
          <p:nvPr>
            <p:ph type="body" sz="quarter" idx="10"/>
          </p:nvPr>
        </p:nvSpPr>
        <p:spPr/>
        <p:txBody>
          <a:bodyPr>
            <a:normAutofit/>
          </a:bodyPr>
          <a:lstStyle/>
          <a:p>
            <a:r>
              <a:rPr lang="en-ID" dirty="0"/>
              <a:t>SQL Equivalent</a:t>
            </a:r>
          </a:p>
        </p:txBody>
      </p:sp>
      <p:sp>
        <p:nvSpPr>
          <p:cNvPr id="19" name="AutoShape 4" descr="undefined">
            <a:extLst>
              <a:ext uri="{FF2B5EF4-FFF2-40B4-BE49-F238E27FC236}">
                <a16:creationId xmlns:a16="http://schemas.microsoft.com/office/drawing/2014/main" id="{E671278E-4234-29F0-90AF-32223C8B9C0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995C5BF1-F920-9131-84ED-BA72324B7C0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3EBD43B-5084-97C2-45FE-70FE80CD73E5}"/>
                  </a:ext>
                </a:extLst>
              </p:cNvPr>
              <p:cNvSpPr>
                <a:spLocks noGrp="1"/>
              </p:cNvSpPr>
              <p:nvPr>
                <p:ph sz="quarter" idx="11"/>
              </p:nvPr>
            </p:nvSpPr>
            <p:spPr/>
            <p:txBody>
              <a:bodyPr>
                <a:normAutofit/>
              </a:bodyPr>
              <a:lstStyle/>
              <a:p>
                <a:pPr marL="0" indent="0">
                  <a:buNone/>
                </a:pPr>
                <a:r>
                  <a:rPr lang="en-US" dirty="0"/>
                  <a:t>In SQL, the JOIN operation is performed using the JOIN ... ON clause. For example:</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𝐷𝐸𝑃𝑇</m:t>
                      </m:r>
                      <m:r>
                        <a:rPr lang="en-US" i="1">
                          <a:latin typeface="Cambria Math" panose="02040503050406030204" pitchFamily="18" charset="0"/>
                        </a:rPr>
                        <m:t>_</m:t>
                      </m:r>
                      <m:r>
                        <a:rPr lang="en-US" i="1">
                          <a:latin typeface="Cambria Math" panose="02040503050406030204" pitchFamily="18" charset="0"/>
                        </a:rPr>
                        <m:t>𝑀𝐺𝑅</m:t>
                      </m:r>
                      <m:r>
                        <m:rPr>
                          <m:nor/>
                        </m:rPr>
                        <a:rPr lang="en-ID"/>
                        <m:t>←</m:t>
                      </m:r>
                      <m:r>
                        <a:rPr lang="en-US" i="1">
                          <a:latin typeface="Cambria Math" panose="02040503050406030204" pitchFamily="18" charset="0"/>
                        </a:rPr>
                        <m:t>𝐷𝐸𝑃𝐴𝑅𝑇𝑀𝐸𝑁𝑇</m:t>
                      </m:r>
                      <m:sSub>
                        <m:sSubPr>
                          <m:ctrlPr>
                            <a:rPr lang="en-US"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m:t>
                          </m:r>
                        </m:e>
                        <m:sub>
                          <m:r>
                            <a:rPr lang="en-US" i="1">
                              <a:latin typeface="Cambria Math" panose="02040503050406030204" pitchFamily="18" charset="0"/>
                            </a:rPr>
                            <m:t>&lt;</m:t>
                          </m:r>
                          <m:r>
                            <a:rPr lang="en-US" i="1">
                              <a:latin typeface="Cambria Math" panose="02040503050406030204" pitchFamily="18" charset="0"/>
                            </a:rPr>
                            <m:t>𝑀𝑔𝑟</m:t>
                          </m:r>
                          <m:r>
                            <a:rPr lang="en-US" i="1">
                              <a:latin typeface="Cambria Math" panose="02040503050406030204" pitchFamily="18" charset="0"/>
                            </a:rPr>
                            <m:t>_</m:t>
                          </m:r>
                          <m:r>
                            <a:rPr lang="en-US" i="1">
                              <a:latin typeface="Cambria Math" panose="02040503050406030204" pitchFamily="18" charset="0"/>
                            </a:rPr>
                            <m:t>𝑠𝑠𝑛</m:t>
                          </m:r>
                          <m:r>
                            <a:rPr lang="en-US" i="1">
                              <a:latin typeface="Cambria Math" panose="02040503050406030204" pitchFamily="18" charset="0"/>
                            </a:rPr>
                            <m:t>=</m:t>
                          </m:r>
                          <m:r>
                            <a:rPr lang="en-US" i="1">
                              <a:latin typeface="Cambria Math" panose="02040503050406030204" pitchFamily="18" charset="0"/>
                            </a:rPr>
                            <m:t>𝑠𝑠𝑛</m:t>
                          </m:r>
                          <m:r>
                            <a:rPr lang="en-US" i="1">
                              <a:latin typeface="Cambria Math" panose="02040503050406030204" pitchFamily="18" charset="0"/>
                            </a:rPr>
                            <m:t>&gt;</m:t>
                          </m:r>
                        </m:sub>
                      </m:sSub>
                      <m:r>
                        <a:rPr lang="en-US" i="1">
                          <a:latin typeface="Cambria Math" panose="02040503050406030204" pitchFamily="18" charset="0"/>
                        </a:rPr>
                        <m:t>(</m:t>
                      </m:r>
                      <m:r>
                        <a:rPr lang="en-US" i="1">
                          <a:latin typeface="Cambria Math" panose="02040503050406030204" pitchFamily="18" charset="0"/>
                        </a:rPr>
                        <m:t>𝐸𝑀𝑃𝐿𝑂𝑌𝐸𝐸</m:t>
                      </m:r>
                      <m:r>
                        <a:rPr lang="en-US" i="1">
                          <a:latin typeface="Cambria Math" panose="02040503050406030204" pitchFamily="18" charset="0"/>
                        </a:rPr>
                        <m:t>)</m:t>
                      </m:r>
                    </m:oMath>
                  </m:oMathPara>
                </a14:m>
                <a:endParaRPr lang="en-US" dirty="0"/>
              </a:p>
              <a:p>
                <a:pPr marL="0" indent="0">
                  <a:buNone/>
                </a:pPr>
                <a:br>
                  <a:rPr lang="en-US" dirty="0"/>
                </a:br>
                <a:endParaRPr lang="en-US" dirty="0"/>
              </a:p>
              <a:p>
                <a:pPr marL="0" indent="0">
                  <a:buNone/>
                </a:pPr>
                <a:endParaRPr lang="en-US" dirty="0"/>
              </a:p>
              <a:p>
                <a:pPr marL="0" indent="0">
                  <a:buNone/>
                </a:pPr>
                <a:r>
                  <a:rPr lang="en-ID" dirty="0"/>
                  <a:t>And with projection: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𝑅𝐸𝑆𝑈𝐿𝑇</m:t>
                      </m:r>
                      <m:r>
                        <m:rPr>
                          <m:nor/>
                        </m:rPr>
                        <a:rPr lang="en-ID"/>
                        <m:t>←</m:t>
                      </m:r>
                      <m:sSub>
                        <m:sSubPr>
                          <m:ctrlPr>
                            <a:rPr lang="en-ID" i="1" smtClean="0">
                              <a:latin typeface="Cambria Math" panose="02040503050406030204" pitchFamily="18" charset="0"/>
                            </a:rPr>
                          </m:ctrlPr>
                        </m:sSubPr>
                        <m:e>
                          <m:r>
                            <a:rPr lang="en-ID"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&lt;</m:t>
                          </m:r>
                          <m:r>
                            <a:rPr lang="en-US" b="0" i="1" smtClean="0">
                              <a:latin typeface="Cambria Math" panose="02040503050406030204" pitchFamily="18" charset="0"/>
                            </a:rPr>
                            <m:t>𝐷𝑛𝑎𝑚𝑒</m:t>
                          </m:r>
                          <m:r>
                            <a:rPr lang="en-US" b="0" i="1" smtClean="0">
                              <a:latin typeface="Cambria Math" panose="02040503050406030204" pitchFamily="18" charset="0"/>
                            </a:rPr>
                            <m:t>, </m:t>
                          </m:r>
                          <m:r>
                            <a:rPr lang="en-US" b="0" i="1" smtClean="0">
                              <a:latin typeface="Cambria Math" panose="02040503050406030204" pitchFamily="18" charset="0"/>
                            </a:rPr>
                            <m:t>𝐹𝑛𝑎𝑚𝑒</m:t>
                          </m:r>
                          <m:r>
                            <a:rPr lang="en-US" b="0" i="1" smtClean="0">
                              <a:latin typeface="Cambria Math" panose="02040503050406030204" pitchFamily="18" charset="0"/>
                            </a:rPr>
                            <m:t>, </m:t>
                          </m:r>
                          <m:r>
                            <a:rPr lang="en-US" b="0" i="1" smtClean="0">
                              <a:latin typeface="Cambria Math" panose="02040503050406030204" pitchFamily="18" charset="0"/>
                            </a:rPr>
                            <m:t>𝐿𝑛𝑎𝑚𝑒</m:t>
                          </m:r>
                          <m:r>
                            <a:rPr lang="en-US" b="0" i="1" smtClean="0">
                              <a:latin typeface="Cambria Math" panose="02040503050406030204" pitchFamily="18" charset="0"/>
                            </a:rPr>
                            <m:t>&gt;</m:t>
                          </m:r>
                        </m:sub>
                      </m:sSub>
                      <m:r>
                        <a:rPr lang="en-US" b="0" i="1" smtClean="0">
                          <a:latin typeface="Cambria Math" panose="02040503050406030204" pitchFamily="18" charset="0"/>
                        </a:rPr>
                        <m:t>(</m:t>
                      </m:r>
                      <m:r>
                        <a:rPr lang="en-US" i="1">
                          <a:latin typeface="Cambria Math" panose="02040503050406030204" pitchFamily="18" charset="0"/>
                        </a:rPr>
                        <m:t>𝐷𝐸𝑃𝐴𝑅𝑇𝑀𝐸𝑁𝑇</m:t>
                      </m:r>
                      <m:sSub>
                        <m:sSubPr>
                          <m:ctrlPr>
                            <a:rPr lang="en-US" i="1">
                              <a:latin typeface="Cambria Math" panose="02040503050406030204" pitchFamily="18" charset="0"/>
                            </a:rPr>
                          </m:ctrlPr>
                        </m:sSubPr>
                        <m:e>
                          <m:r>
                            <a:rPr lang="en-ID" i="1">
                              <a:latin typeface="Cambria Math" panose="02040503050406030204" pitchFamily="18" charset="0"/>
                              <a:ea typeface="Cambria Math" panose="02040503050406030204" pitchFamily="18" charset="0"/>
                            </a:rPr>
                            <m:t>⋈</m:t>
                          </m:r>
                        </m:e>
                        <m:sub>
                          <m:r>
                            <a:rPr lang="en-US" i="1">
                              <a:latin typeface="Cambria Math" panose="02040503050406030204" pitchFamily="18" charset="0"/>
                            </a:rPr>
                            <m:t>&lt;</m:t>
                          </m:r>
                          <m:r>
                            <a:rPr lang="en-US" i="1">
                              <a:latin typeface="Cambria Math" panose="02040503050406030204" pitchFamily="18" charset="0"/>
                            </a:rPr>
                            <m:t>𝑀𝑔𝑟</m:t>
                          </m:r>
                          <m:r>
                            <a:rPr lang="en-US" b="0" i="1" smtClean="0">
                              <a:latin typeface="Cambria Math" panose="02040503050406030204" pitchFamily="18" charset="0"/>
                            </a:rPr>
                            <m:t>_</m:t>
                          </m:r>
                          <m:r>
                            <a:rPr lang="en-US" b="0" i="1" smtClean="0">
                              <a:latin typeface="Cambria Math" panose="02040503050406030204" pitchFamily="18" charset="0"/>
                            </a:rPr>
                            <m:t>𝑠𝑠𝑛</m:t>
                          </m:r>
                          <m:r>
                            <a:rPr lang="en-US" i="1">
                              <a:latin typeface="Cambria Math" panose="02040503050406030204" pitchFamily="18" charset="0"/>
                            </a:rPr>
                            <m:t>=</m:t>
                          </m:r>
                          <m:r>
                            <a:rPr lang="en-US" i="1">
                              <a:latin typeface="Cambria Math" panose="02040503050406030204" pitchFamily="18" charset="0"/>
                            </a:rPr>
                            <m:t>𝑠𝑠𝑛</m:t>
                          </m:r>
                          <m:r>
                            <a:rPr lang="en-US" i="1">
                              <a:latin typeface="Cambria Math" panose="02040503050406030204" pitchFamily="18" charset="0"/>
                            </a:rPr>
                            <m:t>&gt;</m:t>
                          </m:r>
                        </m:sub>
                      </m:sSub>
                      <m:d>
                        <m:dPr>
                          <m:ctrlPr>
                            <a:rPr lang="en-US" i="1">
                              <a:latin typeface="Cambria Math" panose="02040503050406030204" pitchFamily="18" charset="0"/>
                            </a:rPr>
                          </m:ctrlPr>
                        </m:dPr>
                        <m:e>
                          <m:r>
                            <a:rPr lang="en-US" i="1">
                              <a:latin typeface="Cambria Math" panose="02040503050406030204" pitchFamily="18" charset="0"/>
                            </a:rPr>
                            <m:t>𝐸𝑀𝑃𝐿𝑂𝑌𝐸𝐸</m:t>
                          </m:r>
                        </m:e>
                      </m:d>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33EBD43B-5084-97C2-45FE-70FE80CD73E5}"/>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a:stretch>
              </a:blipFill>
            </p:spPr>
            <p:txBody>
              <a:bodyPr/>
              <a:lstStyle/>
              <a:p>
                <a:r>
                  <a:rPr lang="en-ID">
                    <a:noFill/>
                  </a:rPr>
                  <a:t> </a:t>
                </a:r>
              </a:p>
            </p:txBody>
          </p:sp>
        </mc:Fallback>
      </mc:AlternateContent>
      <p:pic>
        <p:nvPicPr>
          <p:cNvPr id="7" name="Picture 6">
            <a:extLst>
              <a:ext uri="{FF2B5EF4-FFF2-40B4-BE49-F238E27FC236}">
                <a16:creationId xmlns:a16="http://schemas.microsoft.com/office/drawing/2014/main" id="{737E06A7-6C23-E53C-C99F-F2167E6ADCF9}"/>
              </a:ext>
            </a:extLst>
          </p:cNvPr>
          <p:cNvPicPr>
            <a:picLocks noChangeAspect="1"/>
          </p:cNvPicPr>
          <p:nvPr/>
        </p:nvPicPr>
        <p:blipFill>
          <a:blip r:embed="rId4"/>
          <a:stretch>
            <a:fillRect/>
          </a:stretch>
        </p:blipFill>
        <p:spPr>
          <a:xfrm>
            <a:off x="4895850" y="5619749"/>
            <a:ext cx="7143750" cy="2653393"/>
          </a:xfrm>
          <a:prstGeom prst="rect">
            <a:avLst/>
          </a:prstGeom>
        </p:spPr>
      </p:pic>
      <p:pic>
        <p:nvPicPr>
          <p:cNvPr id="10" name="Picture 9">
            <a:extLst>
              <a:ext uri="{FF2B5EF4-FFF2-40B4-BE49-F238E27FC236}">
                <a16:creationId xmlns:a16="http://schemas.microsoft.com/office/drawing/2014/main" id="{0B57C47F-8EC0-F5D8-2870-3C0732F20A9F}"/>
              </a:ext>
            </a:extLst>
          </p:cNvPr>
          <p:cNvPicPr>
            <a:picLocks noChangeAspect="1"/>
          </p:cNvPicPr>
          <p:nvPr/>
        </p:nvPicPr>
        <p:blipFill>
          <a:blip r:embed="rId5"/>
          <a:stretch>
            <a:fillRect/>
          </a:stretch>
        </p:blipFill>
        <p:spPr>
          <a:xfrm>
            <a:off x="4895850" y="10455337"/>
            <a:ext cx="6667500" cy="2476500"/>
          </a:xfrm>
          <a:prstGeom prst="rect">
            <a:avLst/>
          </a:prstGeom>
        </p:spPr>
      </p:pic>
    </p:spTree>
    <p:extLst>
      <p:ext uri="{BB962C8B-B14F-4D97-AF65-F5344CB8AC3E}">
        <p14:creationId xmlns:p14="http://schemas.microsoft.com/office/powerpoint/2010/main" val="186900415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5B126-6AD9-A07E-0EC0-B9488A626DF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46750F-83B3-F488-DB29-A037452E29DD}"/>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00DC1E69-7453-F7DD-19B1-E3549C930A9E}"/>
              </a:ext>
            </a:extLst>
          </p:cNvPr>
          <p:cNvSpPr>
            <a:spLocks noGrp="1"/>
          </p:cNvSpPr>
          <p:nvPr>
            <p:ph type="body" sz="quarter" idx="10"/>
          </p:nvPr>
        </p:nvSpPr>
        <p:spPr/>
        <p:txBody>
          <a:bodyPr>
            <a:normAutofit/>
          </a:bodyPr>
          <a:lstStyle/>
          <a:p>
            <a:r>
              <a:rPr lang="en-ID" dirty="0"/>
              <a:t>SQL Equivalent</a:t>
            </a:r>
          </a:p>
        </p:txBody>
      </p:sp>
      <p:sp>
        <p:nvSpPr>
          <p:cNvPr id="19" name="AutoShape 4" descr="undefined">
            <a:extLst>
              <a:ext uri="{FF2B5EF4-FFF2-40B4-BE49-F238E27FC236}">
                <a16:creationId xmlns:a16="http://schemas.microsoft.com/office/drawing/2014/main" id="{526A66B6-294F-3878-3EF4-433C8A4A3DA3}"/>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B493FDDF-C119-29B8-8AED-18335F5B4E9A}"/>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1A753B2-3780-DAFB-A46C-9D298E649384}"/>
                  </a:ext>
                </a:extLst>
              </p:cNvPr>
              <p:cNvSpPr>
                <a:spLocks noGrp="1"/>
              </p:cNvSpPr>
              <p:nvPr>
                <p:ph sz="quarter" idx="11"/>
              </p:nvPr>
            </p:nvSpPr>
            <p:spPr/>
            <p:txBody>
              <a:bodyPr>
                <a:normAutofit/>
              </a:bodyPr>
              <a:lstStyle/>
              <a:p>
                <a:pPr marL="0" indent="0">
                  <a:buNone/>
                </a:pPr>
                <a:r>
                  <a:rPr lang="en-ID" dirty="0"/>
                  <a:t>Natural Join in SQL:</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𝐷𝐸𝑃𝑇</m:t>
                      </m:r>
                      <m:r>
                        <a:rPr lang="en-US" i="1">
                          <a:latin typeface="Cambria Math" panose="02040503050406030204" pitchFamily="18" charset="0"/>
                        </a:rPr>
                        <m:t>_</m:t>
                      </m:r>
                      <m:r>
                        <a:rPr lang="en-US" i="1">
                          <a:latin typeface="Cambria Math" panose="02040503050406030204" pitchFamily="18" charset="0"/>
                        </a:rPr>
                        <m:t>𝐿𝑂𝐶𝑆</m:t>
                      </m:r>
                      <m:r>
                        <m:rPr>
                          <m:nor/>
                        </m:rPr>
                        <a:rPr lang="en-ID"/>
                        <m:t>←</m:t>
                      </m:r>
                      <m:sSup>
                        <m:sSupPr>
                          <m:ctrlPr>
                            <a:rPr lang="en-ID" i="1">
                              <a:latin typeface="Cambria Math" panose="02040503050406030204" pitchFamily="18" charset="0"/>
                            </a:rPr>
                          </m:ctrlPr>
                        </m:sSupPr>
                        <m:e>
                          <m:r>
                            <a:rPr lang="en-US" i="1">
                              <a:latin typeface="Cambria Math" panose="02040503050406030204" pitchFamily="18" charset="0"/>
                            </a:rPr>
                            <m:t>𝐷𝐸𝑃𝐴𝑅𝑇𝑀𝐸𝑁𝑇</m:t>
                          </m:r>
                        </m:e>
                        <m:sup>
                          <m:r>
                            <a:rPr lang="en-US" i="1">
                              <a:latin typeface="Cambria Math" panose="02040503050406030204" pitchFamily="18" charset="0"/>
                            </a:rPr>
                            <m:t>∗</m:t>
                          </m:r>
                        </m:sup>
                      </m:sSup>
                      <m:r>
                        <a:rPr lang="en-US" i="1">
                          <a:latin typeface="Cambria Math" panose="02040503050406030204" pitchFamily="18" charset="0"/>
                        </a:rPr>
                        <m:t>𝐷𝐸𝑃𝑇</m:t>
                      </m:r>
                      <m:r>
                        <a:rPr lang="en-US" i="1">
                          <a:latin typeface="Cambria Math" panose="02040503050406030204" pitchFamily="18" charset="0"/>
                        </a:rPr>
                        <m:t>_</m:t>
                      </m:r>
                      <m:r>
                        <a:rPr lang="en-US" i="1">
                          <a:latin typeface="Cambria Math" panose="02040503050406030204" pitchFamily="18" charset="0"/>
                        </a:rPr>
                        <m:t>𝐿𝑂𝐶𝐴𝑇𝐼𝑂𝑁𝑆</m:t>
                      </m:r>
                    </m:oMath>
                  </m:oMathPara>
                </a14:m>
                <a:endParaRPr lang="en-US" dirty="0"/>
              </a:p>
              <a:p>
                <a:pPr marL="0" indent="0">
                  <a:buNone/>
                </a:pPr>
                <a:endParaRPr lang="en-ID"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31A753B2-3780-DAFB-A46C-9D298E649384}"/>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F456959C-1263-B52F-F782-44C9DA6C6D77}"/>
              </a:ext>
            </a:extLst>
          </p:cNvPr>
          <p:cNvPicPr>
            <a:picLocks noChangeAspect="1"/>
          </p:cNvPicPr>
          <p:nvPr/>
        </p:nvPicPr>
        <p:blipFill>
          <a:blip r:embed="rId4"/>
          <a:stretch>
            <a:fillRect/>
          </a:stretch>
        </p:blipFill>
        <p:spPr>
          <a:xfrm>
            <a:off x="2315589" y="5075802"/>
            <a:ext cx="5219700" cy="2476500"/>
          </a:xfrm>
          <a:prstGeom prst="rect">
            <a:avLst/>
          </a:prstGeom>
        </p:spPr>
      </p:pic>
    </p:spTree>
    <p:extLst>
      <p:ext uri="{BB962C8B-B14F-4D97-AF65-F5344CB8AC3E}">
        <p14:creationId xmlns:p14="http://schemas.microsoft.com/office/powerpoint/2010/main" val="369774679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44F5D-CCD3-3CA0-0AB3-08D1C7D6807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2415D8A-2CA0-D440-0D32-F6A4B15789F7}"/>
              </a:ext>
            </a:extLst>
          </p:cNvPr>
          <p:cNvSpPr>
            <a:spLocks noGrp="1"/>
          </p:cNvSpPr>
          <p:nvPr>
            <p:ph type="title"/>
          </p:nvPr>
        </p:nvSpPr>
        <p:spPr/>
        <p:txBody>
          <a:bodyPr>
            <a:normAutofit fontScale="90000"/>
          </a:bodyPr>
          <a:lstStyle/>
          <a:p>
            <a:r>
              <a:rPr lang="en-ID" dirty="0"/>
              <a:t>JOIN Operations</a:t>
            </a:r>
          </a:p>
        </p:txBody>
      </p:sp>
      <p:sp>
        <p:nvSpPr>
          <p:cNvPr id="8" name="Text Placeholder 7">
            <a:extLst>
              <a:ext uri="{FF2B5EF4-FFF2-40B4-BE49-F238E27FC236}">
                <a16:creationId xmlns:a16="http://schemas.microsoft.com/office/drawing/2014/main" id="{EF3AD905-33EB-830A-5E80-4CA30F6AB34F}"/>
              </a:ext>
            </a:extLst>
          </p:cNvPr>
          <p:cNvSpPr>
            <a:spLocks noGrp="1"/>
          </p:cNvSpPr>
          <p:nvPr>
            <p:ph type="body" sz="quarter" idx="10"/>
          </p:nvPr>
        </p:nvSpPr>
        <p:spPr/>
        <p:txBody>
          <a:bodyPr>
            <a:normAutofit/>
          </a:bodyPr>
          <a:lstStyle/>
          <a:p>
            <a:r>
              <a:rPr lang="en-US" dirty="0"/>
              <a:t>T</a:t>
            </a:r>
            <a:r>
              <a:rPr lang="en-ID" dirty="0"/>
              <a:t>YPES of </a:t>
            </a:r>
            <a:r>
              <a:rPr lang="en-ID" dirty="0" err="1"/>
              <a:t>JOIn</a:t>
            </a:r>
            <a:endParaRPr lang="en-ID" dirty="0"/>
          </a:p>
        </p:txBody>
      </p:sp>
      <p:sp>
        <p:nvSpPr>
          <p:cNvPr id="19" name="AutoShape 4" descr="undefined">
            <a:extLst>
              <a:ext uri="{FF2B5EF4-FFF2-40B4-BE49-F238E27FC236}">
                <a16:creationId xmlns:a16="http://schemas.microsoft.com/office/drawing/2014/main" id="{14E695D5-6A7A-60AC-F75A-07C88752BE59}"/>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D6DBF4B4-4A6B-E3C2-1024-790BC49BE7F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7" name="Content Placeholder 6">
            <a:extLst>
              <a:ext uri="{FF2B5EF4-FFF2-40B4-BE49-F238E27FC236}">
                <a16:creationId xmlns:a16="http://schemas.microsoft.com/office/drawing/2014/main" id="{75B5CD6F-5046-1051-9594-75FDA636BF85}"/>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rcRect t="4766"/>
          <a:stretch>
            <a:fillRect/>
          </a:stretch>
        </p:blipFill>
        <p:spPr>
          <a:xfrm>
            <a:off x="3598288" y="2990423"/>
            <a:ext cx="17187423" cy="98296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33108244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629AF-4768-F151-B364-3747755621E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B3C6FD6-5A75-05EC-E55F-D5D62DFDA825}"/>
              </a:ext>
            </a:extLst>
          </p:cNvPr>
          <p:cNvSpPr>
            <a:spLocks noGrp="1"/>
          </p:cNvSpPr>
          <p:nvPr>
            <p:ph type="title"/>
          </p:nvPr>
        </p:nvSpPr>
        <p:spPr/>
        <p:txBody>
          <a:bodyPr>
            <a:normAutofit fontScale="90000"/>
          </a:bodyPr>
          <a:lstStyle/>
          <a:p>
            <a:r>
              <a:rPr lang="en-ID" dirty="0"/>
              <a:t>Set Operations</a:t>
            </a:r>
          </a:p>
        </p:txBody>
      </p:sp>
      <p:sp>
        <p:nvSpPr>
          <p:cNvPr id="8" name="Text Placeholder 7">
            <a:extLst>
              <a:ext uri="{FF2B5EF4-FFF2-40B4-BE49-F238E27FC236}">
                <a16:creationId xmlns:a16="http://schemas.microsoft.com/office/drawing/2014/main" id="{718833A0-5FEC-A453-8B96-0A77BC672C7B}"/>
              </a:ext>
            </a:extLst>
          </p:cNvPr>
          <p:cNvSpPr>
            <a:spLocks noGrp="1"/>
          </p:cNvSpPr>
          <p:nvPr>
            <p:ph type="body" sz="quarter" idx="10"/>
          </p:nvPr>
        </p:nvSpPr>
        <p:spPr/>
        <p:txBody>
          <a:bodyPr>
            <a:normAutofit/>
          </a:bodyPr>
          <a:lstStyle/>
          <a:p>
            <a:r>
              <a:rPr lang="en-ID" dirty="0"/>
              <a:t>UNION, INTERSECTION &amp; SET DIFFERENCE</a:t>
            </a:r>
          </a:p>
        </p:txBody>
      </p:sp>
      <p:sp>
        <p:nvSpPr>
          <p:cNvPr id="19" name="AutoShape 4" descr="undefined">
            <a:extLst>
              <a:ext uri="{FF2B5EF4-FFF2-40B4-BE49-F238E27FC236}">
                <a16:creationId xmlns:a16="http://schemas.microsoft.com/office/drawing/2014/main" id="{D9923C66-1E26-A6CC-55DA-DF4DA2533F6A}"/>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273D6924-596B-ACA5-6BA7-E7F6435D7410}"/>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12" name="Content Placeholder 11">
            <a:extLst>
              <a:ext uri="{FF2B5EF4-FFF2-40B4-BE49-F238E27FC236}">
                <a16:creationId xmlns:a16="http://schemas.microsoft.com/office/drawing/2014/main" id="{95DF1092-D9B3-EAF6-4DBE-F0200CDCF78C}"/>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rcRect l="11968" r="11851"/>
          <a:stretch>
            <a:fillRect/>
          </a:stretch>
        </p:blipFill>
        <p:spPr>
          <a:xfrm>
            <a:off x="2543674" y="3479800"/>
            <a:ext cx="19906252" cy="7834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193651188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B9535-80E9-6960-1400-4DFAAC5A0CD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7A8A93-B859-E6F1-5B82-98C34899BB42}"/>
              </a:ext>
            </a:extLst>
          </p:cNvPr>
          <p:cNvSpPr>
            <a:spLocks noGrp="1"/>
          </p:cNvSpPr>
          <p:nvPr>
            <p:ph type="title"/>
          </p:nvPr>
        </p:nvSpPr>
        <p:spPr/>
        <p:txBody>
          <a:bodyPr>
            <a:normAutofit fontScale="90000"/>
          </a:bodyPr>
          <a:lstStyle/>
          <a:p>
            <a:r>
              <a:rPr lang="en-ID" dirty="0"/>
              <a:t>Set Operations</a:t>
            </a:r>
          </a:p>
        </p:txBody>
      </p:sp>
      <p:sp>
        <p:nvSpPr>
          <p:cNvPr id="8" name="Text Placeholder 7">
            <a:extLst>
              <a:ext uri="{FF2B5EF4-FFF2-40B4-BE49-F238E27FC236}">
                <a16:creationId xmlns:a16="http://schemas.microsoft.com/office/drawing/2014/main" id="{69A41E0D-CA8D-FC47-0623-23029E5ED793}"/>
              </a:ext>
            </a:extLst>
          </p:cNvPr>
          <p:cNvSpPr>
            <a:spLocks noGrp="1"/>
          </p:cNvSpPr>
          <p:nvPr>
            <p:ph type="body" sz="quarter" idx="10"/>
          </p:nvPr>
        </p:nvSpPr>
        <p:spPr/>
        <p:txBody>
          <a:bodyPr>
            <a:normAutofit/>
          </a:bodyPr>
          <a:lstStyle/>
          <a:p>
            <a:r>
              <a:rPr lang="en-ID" dirty="0"/>
              <a:t>UNION, INTERSECTION &amp; SET DIFFERENCE</a:t>
            </a:r>
          </a:p>
        </p:txBody>
      </p:sp>
      <p:sp>
        <p:nvSpPr>
          <p:cNvPr id="19" name="AutoShape 4" descr="undefined">
            <a:extLst>
              <a:ext uri="{FF2B5EF4-FFF2-40B4-BE49-F238E27FC236}">
                <a16:creationId xmlns:a16="http://schemas.microsoft.com/office/drawing/2014/main" id="{B0838134-7FB0-8D58-FBC6-DB5FCA746837}"/>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9F1B34DB-1549-F131-3F85-401B89B4B45D}"/>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4" name="Content Placeholder 3">
            <a:extLst>
              <a:ext uri="{FF2B5EF4-FFF2-40B4-BE49-F238E27FC236}">
                <a16:creationId xmlns:a16="http://schemas.microsoft.com/office/drawing/2014/main" id="{9BC1079D-3EF8-28E2-2430-60B965F42CD1}"/>
              </a:ext>
            </a:extLst>
          </p:cNvPr>
          <p:cNvSpPr>
            <a:spLocks noGrp="1"/>
          </p:cNvSpPr>
          <p:nvPr>
            <p:ph sz="quarter" idx="11"/>
          </p:nvPr>
        </p:nvSpPr>
        <p:spPr/>
        <p:txBody>
          <a:bodyPr>
            <a:normAutofit/>
          </a:bodyPr>
          <a:lstStyle/>
          <a:p>
            <a:endParaRPr lang="en-US" dirty="0"/>
          </a:p>
        </p:txBody>
      </p:sp>
      <p:pic>
        <p:nvPicPr>
          <p:cNvPr id="7" name="Picture 6">
            <a:extLst>
              <a:ext uri="{FF2B5EF4-FFF2-40B4-BE49-F238E27FC236}">
                <a16:creationId xmlns:a16="http://schemas.microsoft.com/office/drawing/2014/main" id="{3FFE3041-91C0-1661-E0A2-4F2FAF5CE3F2}"/>
              </a:ext>
            </a:extLst>
          </p:cNvPr>
          <p:cNvPicPr>
            <a:picLocks noChangeAspect="1"/>
          </p:cNvPicPr>
          <p:nvPr/>
        </p:nvPicPr>
        <p:blipFill>
          <a:blip r:embed="rId3">
            <a:extLst>
              <a:ext uri="{28A0092B-C50C-407E-A947-70E740481C1C}">
                <a14:useLocalDpi xmlns:a14="http://schemas.microsoft.com/office/drawing/2010/main" val="0"/>
              </a:ext>
            </a:extLst>
          </a:blip>
          <a:srcRect l="5416" t="7892" r="5312" b="5756"/>
          <a:stretch>
            <a:fillRect/>
          </a:stretch>
        </p:blipFill>
        <p:spPr>
          <a:xfrm>
            <a:off x="1151585" y="3286063"/>
            <a:ext cx="22080830" cy="8764130"/>
          </a:xfrm>
          <a:prstGeom prst="rect">
            <a:avLst/>
          </a:prstGeom>
        </p:spPr>
      </p:pic>
    </p:spTree>
    <p:extLst>
      <p:ext uri="{BB962C8B-B14F-4D97-AF65-F5344CB8AC3E}">
        <p14:creationId xmlns:p14="http://schemas.microsoft.com/office/powerpoint/2010/main" val="6222857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C269-2D8A-8249-DD34-50BA9E6410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AB60FF5-1A8A-9279-284B-CC8C8E1D2319}"/>
              </a:ext>
            </a:extLst>
          </p:cNvPr>
          <p:cNvSpPr>
            <a:spLocks noGrp="1"/>
          </p:cNvSpPr>
          <p:nvPr>
            <p:ph type="title"/>
          </p:nvPr>
        </p:nvSpPr>
        <p:spPr/>
        <p:txBody>
          <a:bodyPr>
            <a:normAutofit fontScale="90000"/>
          </a:bodyPr>
          <a:lstStyle/>
          <a:p>
            <a:r>
              <a:rPr lang="en-ID" dirty="0"/>
              <a:t>Set Operations</a:t>
            </a:r>
          </a:p>
        </p:txBody>
      </p:sp>
      <p:sp>
        <p:nvSpPr>
          <p:cNvPr id="8" name="Text Placeholder 7">
            <a:extLst>
              <a:ext uri="{FF2B5EF4-FFF2-40B4-BE49-F238E27FC236}">
                <a16:creationId xmlns:a16="http://schemas.microsoft.com/office/drawing/2014/main" id="{D3F72E1A-E2A7-617A-9BC6-292EB9E3C8C3}"/>
              </a:ext>
            </a:extLst>
          </p:cNvPr>
          <p:cNvSpPr>
            <a:spLocks noGrp="1"/>
          </p:cNvSpPr>
          <p:nvPr>
            <p:ph type="body" sz="quarter" idx="10"/>
          </p:nvPr>
        </p:nvSpPr>
        <p:spPr/>
        <p:txBody>
          <a:bodyPr>
            <a:normAutofit/>
          </a:bodyPr>
          <a:lstStyle/>
          <a:p>
            <a:r>
              <a:rPr lang="en-ID" dirty="0"/>
              <a:t>UNION, INTERSECTION &amp; SET DIFFERENCE</a:t>
            </a:r>
          </a:p>
        </p:txBody>
      </p:sp>
      <p:sp>
        <p:nvSpPr>
          <p:cNvPr id="19" name="AutoShape 4" descr="undefined">
            <a:extLst>
              <a:ext uri="{FF2B5EF4-FFF2-40B4-BE49-F238E27FC236}">
                <a16:creationId xmlns:a16="http://schemas.microsoft.com/office/drawing/2014/main" id="{94190D15-1C15-B01E-DDC5-702277F40A49}"/>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773A0CCF-6482-F04A-A8F5-E65C112AC355}"/>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4" name="Content Placeholder 3">
            <a:extLst>
              <a:ext uri="{FF2B5EF4-FFF2-40B4-BE49-F238E27FC236}">
                <a16:creationId xmlns:a16="http://schemas.microsoft.com/office/drawing/2014/main" id="{3D06AF8D-5C27-AD07-B4EB-A22C0F89F057}"/>
              </a:ext>
            </a:extLst>
          </p:cNvPr>
          <p:cNvSpPr>
            <a:spLocks noGrp="1"/>
          </p:cNvSpPr>
          <p:nvPr>
            <p:ph sz="quarter" idx="11"/>
          </p:nvPr>
        </p:nvSpPr>
        <p:spPr/>
        <p:txBody>
          <a:bodyPr>
            <a:normAutofit/>
          </a:bodyPr>
          <a:lstStyle/>
          <a:p>
            <a:r>
              <a:rPr lang="en-US" dirty="0"/>
              <a:t>UNION: 333445555 appears only once (duplicates eliminated).</a:t>
            </a:r>
          </a:p>
          <a:p>
            <a:r>
              <a:rPr lang="en-US" dirty="0"/>
              <a:t>INTERSECTION: only 333445555 exists in both.</a:t>
            </a:r>
          </a:p>
          <a:p>
            <a:r>
              <a:rPr lang="en-US" dirty="0"/>
              <a:t>SET DIFFERENCE: removes 333445555 from RESULT1 (since it's in RESULT2).</a:t>
            </a:r>
          </a:p>
        </p:txBody>
      </p:sp>
    </p:spTree>
    <p:extLst>
      <p:ext uri="{BB962C8B-B14F-4D97-AF65-F5344CB8AC3E}">
        <p14:creationId xmlns:p14="http://schemas.microsoft.com/office/powerpoint/2010/main" val="412932985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9368A-E3FC-9468-802D-95BD3FF12B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459453-EC22-98C0-9D80-6C0624335588}"/>
              </a:ext>
            </a:extLst>
          </p:cNvPr>
          <p:cNvSpPr>
            <a:spLocks noGrp="1"/>
          </p:cNvSpPr>
          <p:nvPr>
            <p:ph type="title"/>
          </p:nvPr>
        </p:nvSpPr>
        <p:spPr/>
        <p:txBody>
          <a:bodyPr>
            <a:normAutofit fontScale="90000"/>
          </a:bodyPr>
          <a:lstStyle/>
          <a:p>
            <a:r>
              <a:rPr lang="en-ID" dirty="0"/>
              <a:t>Set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B055EEE6-3DE9-B074-1834-E9F00ADF3932}"/>
                  </a:ext>
                </a:extLst>
              </p:cNvPr>
              <p:cNvSpPr>
                <a:spLocks noGrp="1"/>
              </p:cNvSpPr>
              <p:nvPr>
                <p:ph type="body" sz="quarter" idx="10"/>
              </p:nvPr>
            </p:nvSpPr>
            <p:spPr/>
            <p:txBody>
              <a:bodyPr>
                <a:normAutofit/>
              </a:bodyPr>
              <a:lstStyle/>
              <a:p>
                <a:r>
                  <a:rPr lang="en-ID" dirty="0"/>
                  <a:t>CARTESIAN PRODUCT (</a:t>
                </a:r>
                <a14:m>
                  <m:oMath xmlns:m="http://schemas.openxmlformats.org/officeDocument/2006/math">
                    <m:r>
                      <a:rPr lang="en-ID" i="1" smtClean="0">
                        <a:latin typeface="Cambria Math" panose="02040503050406030204" pitchFamily="18" charset="0"/>
                        <a:ea typeface="Cambria Math" panose="02040503050406030204" pitchFamily="18" charset="0"/>
                      </a:rPr>
                      <m:t>×</m:t>
                    </m:r>
                  </m:oMath>
                </a14:m>
                <a:r>
                  <a:rPr lang="en-ID" dirty="0"/>
                  <a:t>)</a:t>
                </a:r>
              </a:p>
            </p:txBody>
          </p:sp>
        </mc:Choice>
        <mc:Fallback xmlns="">
          <p:sp>
            <p:nvSpPr>
              <p:cNvPr id="8" name="Text Placeholder 7">
                <a:extLst>
                  <a:ext uri="{FF2B5EF4-FFF2-40B4-BE49-F238E27FC236}">
                    <a16:creationId xmlns:a16="http://schemas.microsoft.com/office/drawing/2014/main" id="{B055EEE6-3DE9-B074-1834-E9F00ADF3932}"/>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D32968F6-6430-1378-DFCD-7427DE0E957F}"/>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BB0A6FF8-8E69-9A8E-4A91-F7F2BFE32449}"/>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C60A477-86F1-F078-A71F-89BFFA4F6F7B}"/>
                  </a:ext>
                </a:extLst>
              </p:cNvPr>
              <p:cNvSpPr>
                <a:spLocks noGrp="1"/>
              </p:cNvSpPr>
              <p:nvPr>
                <p:ph sz="quarter" idx="11"/>
              </p:nvPr>
            </p:nvSpPr>
            <p:spPr/>
            <p:txBody>
              <a:bodyPr>
                <a:normAutofit/>
              </a:bodyPr>
              <a:lstStyle/>
              <a:p>
                <a:r>
                  <a:rPr lang="en-US" dirty="0"/>
                  <a:t>The CARTESIAN PRODUCT produces a new relation by combining every tuple from R with every tuple from S.</a:t>
                </a:r>
              </a:p>
              <a:p>
                <a:r>
                  <a:rPr lang="en-US" dirty="0"/>
                  <a:t>Unlike UNION/INTERSECTION/SET DIFFERENCE, R and S do NOT need to be union compatible (number of attributes can be different).</a:t>
                </a:r>
              </a:p>
              <a:p>
                <a:r>
                  <a:rPr lang="en-ID" dirty="0"/>
                  <a:t>Notation: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𝑆</m:t>
                    </m:r>
                  </m:oMath>
                </a14:m>
                <a:endParaRPr lang="en-ID" dirty="0"/>
              </a:p>
              <a:p>
                <a:r>
                  <a:rPr lang="en-US" dirty="0"/>
                  <a:t>If R has n tuples and S has m tuples, the result will have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oMath>
                </a14:m>
                <a:r>
                  <a:rPr lang="en-US" dirty="0"/>
                  <a:t>tuples.</a:t>
                </a:r>
              </a:p>
              <a:p>
                <a:r>
                  <a:rPr lang="en-US" dirty="0"/>
                  <a:t>By itself, CARTESIAN PRODUCT is rarely useful — but combined with SELECT, it can be used to perform a JOIN</a:t>
                </a:r>
              </a:p>
            </p:txBody>
          </p:sp>
        </mc:Choice>
        <mc:Fallback xmlns="">
          <p:sp>
            <p:nvSpPr>
              <p:cNvPr id="4" name="Content Placeholder 3">
                <a:extLst>
                  <a:ext uri="{FF2B5EF4-FFF2-40B4-BE49-F238E27FC236}">
                    <a16:creationId xmlns:a16="http://schemas.microsoft.com/office/drawing/2014/main" id="{DC60A477-86F1-F078-A71F-89BFFA4F6F7B}"/>
                  </a:ext>
                </a:extLst>
              </p:cNvPr>
              <p:cNvSpPr>
                <a:spLocks noGrp="1" noRot="1" noChangeAspect="1" noMove="1" noResize="1" noEditPoints="1" noAdjustHandles="1" noChangeArrowheads="1" noChangeShapeType="1" noTextEdit="1"/>
              </p:cNvSpPr>
              <p:nvPr>
                <p:ph sz="quarter" idx="11"/>
              </p:nvPr>
            </p:nvSpPr>
            <p:spPr>
              <a:blipFill>
                <a:blip r:embed="rId4"/>
                <a:stretch>
                  <a:fillRect l="-1307" t="-1420"/>
                </a:stretch>
              </a:blipFill>
            </p:spPr>
            <p:txBody>
              <a:bodyPr/>
              <a:lstStyle/>
              <a:p>
                <a:r>
                  <a:rPr lang="en-ID">
                    <a:noFill/>
                  </a:rPr>
                  <a:t> </a:t>
                </a:r>
              </a:p>
            </p:txBody>
          </p:sp>
        </mc:Fallback>
      </mc:AlternateContent>
    </p:spTree>
    <p:extLst>
      <p:ext uri="{BB962C8B-B14F-4D97-AF65-F5344CB8AC3E}">
        <p14:creationId xmlns:p14="http://schemas.microsoft.com/office/powerpoint/2010/main" val="413463792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F1578-9DD2-B975-6598-058BD47671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CC4CC8-4F2D-9781-A989-B97D44A8152E}"/>
              </a:ext>
            </a:extLst>
          </p:cNvPr>
          <p:cNvSpPr>
            <a:spLocks noGrp="1"/>
          </p:cNvSpPr>
          <p:nvPr>
            <p:ph type="title"/>
          </p:nvPr>
        </p:nvSpPr>
        <p:spPr/>
        <p:txBody>
          <a:bodyPr>
            <a:normAutofit fontScale="90000"/>
          </a:bodyPr>
          <a:lstStyle/>
          <a:p>
            <a:r>
              <a:rPr lang="en-ID" dirty="0"/>
              <a:t>Set Operations</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E872972-B3FB-388A-4EE1-BDAFF2821718}"/>
                  </a:ext>
                </a:extLst>
              </p:cNvPr>
              <p:cNvSpPr>
                <a:spLocks noGrp="1"/>
              </p:cNvSpPr>
              <p:nvPr>
                <p:ph type="body" sz="quarter" idx="10"/>
              </p:nvPr>
            </p:nvSpPr>
            <p:spPr/>
            <p:txBody>
              <a:bodyPr>
                <a:normAutofit/>
              </a:bodyPr>
              <a:lstStyle/>
              <a:p>
                <a:r>
                  <a:rPr lang="en-ID" dirty="0"/>
                  <a:t>CARTESIAN PRODUCT (</a:t>
                </a:r>
                <a14:m>
                  <m:oMath xmlns:m="http://schemas.openxmlformats.org/officeDocument/2006/math">
                    <m:r>
                      <a:rPr lang="en-ID" i="1" smtClean="0">
                        <a:latin typeface="Cambria Math" panose="02040503050406030204" pitchFamily="18" charset="0"/>
                        <a:ea typeface="Cambria Math" panose="02040503050406030204" pitchFamily="18" charset="0"/>
                      </a:rPr>
                      <m:t>×</m:t>
                    </m:r>
                  </m:oMath>
                </a14:m>
                <a:r>
                  <a:rPr lang="en-ID" dirty="0"/>
                  <a:t>)</a:t>
                </a:r>
              </a:p>
            </p:txBody>
          </p:sp>
        </mc:Choice>
        <mc:Fallback xmlns="">
          <p:sp>
            <p:nvSpPr>
              <p:cNvPr id="8" name="Text Placeholder 7">
                <a:extLst>
                  <a:ext uri="{FF2B5EF4-FFF2-40B4-BE49-F238E27FC236}">
                    <a16:creationId xmlns:a16="http://schemas.microsoft.com/office/drawing/2014/main" id="{1E872972-B3FB-388A-4EE1-BDAFF2821718}"/>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2060" t="-15152"/>
                </a:stretch>
              </a:blipFill>
            </p:spPr>
            <p:txBody>
              <a:bodyPr/>
              <a:lstStyle/>
              <a:p>
                <a:r>
                  <a:rPr lang="en-ID">
                    <a:noFill/>
                  </a:rPr>
                  <a:t> </a:t>
                </a:r>
              </a:p>
            </p:txBody>
          </p:sp>
        </mc:Fallback>
      </mc:AlternateContent>
      <p:sp>
        <p:nvSpPr>
          <p:cNvPr id="19" name="AutoShape 4" descr="undefined">
            <a:extLst>
              <a:ext uri="{FF2B5EF4-FFF2-40B4-BE49-F238E27FC236}">
                <a16:creationId xmlns:a16="http://schemas.microsoft.com/office/drawing/2014/main" id="{407827AC-A347-6846-6D4C-20C89C16B3A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AF569C3B-4255-28B0-8067-708D6E0ADA4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5" name="Content Placeholder 4">
            <a:extLst>
              <a:ext uri="{FF2B5EF4-FFF2-40B4-BE49-F238E27FC236}">
                <a16:creationId xmlns:a16="http://schemas.microsoft.com/office/drawing/2014/main" id="{69E6025C-9DC6-2385-35DC-AE8A70D52EB3}"/>
              </a:ext>
            </a:extLst>
          </p:cNvPr>
          <p:cNvPicPr>
            <a:picLocks noGrp="1" noChangeAspect="1"/>
          </p:cNvPicPr>
          <p:nvPr>
            <p:ph sz="quarter" idx="11"/>
          </p:nvPr>
        </p:nvPicPr>
        <p:blipFill>
          <a:blip r:embed="rId4">
            <a:extLst>
              <a:ext uri="{28A0092B-C50C-407E-A947-70E740481C1C}">
                <a14:useLocalDpi xmlns:a14="http://schemas.microsoft.com/office/drawing/2010/main" val="0"/>
              </a:ext>
            </a:extLst>
          </a:blip>
          <a:srcRect l="3827" r="8590" b="30676"/>
          <a:stretch>
            <a:fillRect/>
          </a:stretch>
        </p:blipFill>
        <p:spPr>
          <a:xfrm>
            <a:off x="2167377" y="3260663"/>
            <a:ext cx="20726400" cy="65437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162723005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D12C9-E0BE-5265-3D53-67E695C94B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B645FFE-82D2-4BEA-C77F-57274D59DBA3}"/>
              </a:ext>
            </a:extLst>
          </p:cNvPr>
          <p:cNvSpPr>
            <a:spLocks noGrp="1"/>
          </p:cNvSpPr>
          <p:nvPr>
            <p:ph type="title"/>
          </p:nvPr>
        </p:nvSpPr>
        <p:spPr/>
        <p:txBody>
          <a:bodyPr>
            <a:normAutofit fontScale="90000"/>
          </a:bodyPr>
          <a:lstStyle/>
          <a:p>
            <a:r>
              <a:rPr lang="en-ID" dirty="0"/>
              <a:t>Set Operations</a:t>
            </a:r>
          </a:p>
        </p:txBody>
      </p:sp>
      <p:sp>
        <p:nvSpPr>
          <p:cNvPr id="8" name="Text Placeholder 7">
            <a:extLst>
              <a:ext uri="{FF2B5EF4-FFF2-40B4-BE49-F238E27FC236}">
                <a16:creationId xmlns:a16="http://schemas.microsoft.com/office/drawing/2014/main" id="{C3F4B4C0-1A7A-5DA1-081D-1E1464311DFE}"/>
              </a:ext>
            </a:extLst>
          </p:cNvPr>
          <p:cNvSpPr>
            <a:spLocks noGrp="1"/>
          </p:cNvSpPr>
          <p:nvPr>
            <p:ph type="body" sz="quarter" idx="10"/>
          </p:nvPr>
        </p:nvSpPr>
        <p:spPr/>
        <p:txBody>
          <a:bodyPr>
            <a:normAutofit/>
          </a:bodyPr>
          <a:lstStyle/>
          <a:p>
            <a:r>
              <a:rPr lang="en-ID" dirty="0"/>
              <a:t>SQL Equivalent</a:t>
            </a:r>
          </a:p>
        </p:txBody>
      </p:sp>
      <p:sp>
        <p:nvSpPr>
          <p:cNvPr id="19" name="AutoShape 4" descr="undefined">
            <a:extLst>
              <a:ext uri="{FF2B5EF4-FFF2-40B4-BE49-F238E27FC236}">
                <a16:creationId xmlns:a16="http://schemas.microsoft.com/office/drawing/2014/main" id="{C693F746-1559-5D0D-0767-23788274055F}"/>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E052E80D-71BE-DD30-959B-3E61DEFEFD42}"/>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5BF2C2B-99C7-7DBE-106D-B26E8EF3FF1D}"/>
                  </a:ext>
                </a:extLst>
              </p:cNvPr>
              <p:cNvSpPr>
                <a:spLocks noGrp="1"/>
              </p:cNvSpPr>
              <p:nvPr>
                <p:ph sz="quarter" idx="11"/>
              </p:nvPr>
            </p:nvSpPr>
            <p:spPr/>
            <p:txBody>
              <a:bodyPr/>
              <a:lstStyle/>
              <a:p>
                <a:pPr marL="0" indent="0">
                  <a:buNone/>
                </a:pPr>
                <a:r>
                  <a:rPr lang="en-US" dirty="0"/>
                  <a:t>Each set operation in relational algebra has a direct SQL equivalent:</a:t>
                </a:r>
              </a:p>
              <a:p>
                <a:pPr marL="0" indent="0">
                  <a:buNone/>
                </a:pPr>
                <a:r>
                  <a:rPr lang="en-ID" b="1" dirty="0"/>
                  <a:t>UNION: </a:t>
                </a:r>
                <a14:m>
                  <m:oMath xmlns:m="http://schemas.openxmlformats.org/officeDocument/2006/math">
                    <m:r>
                      <a:rPr lang="en-US" b="0" i="1" smtClean="0">
                        <a:latin typeface="Cambria Math" panose="02040503050406030204" pitchFamily="18" charset="0"/>
                      </a:rPr>
                      <m:t>𝑅𝐸𝑆𝑈𝐿𝑇</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𝑅𝐸𝑆𝑈𝐿𝑇</m:t>
                    </m:r>
                    <m:r>
                      <a:rPr lang="en-US" b="0" i="1" smtClean="0">
                        <a:latin typeface="Cambria Math" panose="02040503050406030204" pitchFamily="18" charset="0"/>
                        <a:ea typeface="Cambria Math" panose="02040503050406030204" pitchFamily="18" charset="0"/>
                      </a:rPr>
                      <m:t>2</m:t>
                    </m:r>
                  </m:oMath>
                </a14:m>
                <a:endParaRPr lang="en-ID" dirty="0"/>
              </a:p>
              <a:p>
                <a:pPr marL="0" indent="0">
                  <a:buNone/>
                </a:pPr>
                <a:endParaRPr lang="en-ID" dirty="0"/>
              </a:p>
              <a:p>
                <a:pPr marL="0" indent="0">
                  <a:buNone/>
                </a:pPr>
                <a:endParaRPr lang="en-ID" dirty="0"/>
              </a:p>
              <a:p>
                <a:pPr marL="0" indent="0">
                  <a:buNone/>
                </a:pPr>
                <a:endParaRPr lang="en-ID" dirty="0"/>
              </a:p>
              <a:p>
                <a:pPr marL="0" indent="0">
                  <a:buNone/>
                </a:pPr>
                <a:r>
                  <a:rPr lang="en-ID" b="1" dirty="0"/>
                  <a:t>INTERSECTION: </a:t>
                </a:r>
                <a14:m>
                  <m:oMath xmlns:m="http://schemas.openxmlformats.org/officeDocument/2006/math">
                    <m:r>
                      <a:rPr lang="en-US" i="1">
                        <a:latin typeface="Cambria Math" panose="02040503050406030204" pitchFamily="18" charset="0"/>
                      </a:rPr>
                      <m:t>𝑅𝐸𝑆𝑈𝐿𝑇</m:t>
                    </m:r>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𝑅𝐸𝑆𝑈𝐿𝑇</m:t>
                    </m:r>
                    <m:r>
                      <a:rPr lang="en-US" i="1">
                        <a:latin typeface="Cambria Math" panose="02040503050406030204" pitchFamily="18" charset="0"/>
                        <a:ea typeface="Cambria Math" panose="02040503050406030204" pitchFamily="18" charset="0"/>
                      </a:rPr>
                      <m:t>2</m:t>
                    </m:r>
                  </m:oMath>
                </a14:m>
                <a:endParaRPr lang="en-ID" dirty="0"/>
              </a:p>
              <a:p>
                <a:pPr marL="0" indent="0">
                  <a:buNone/>
                </a:pPr>
                <a:endParaRPr lang="en-ID" dirty="0"/>
              </a:p>
              <a:p>
                <a:pPr marL="0" indent="0">
                  <a:buNone/>
                </a:pPr>
                <a:endParaRPr lang="en-ID" dirty="0"/>
              </a:p>
            </p:txBody>
          </p:sp>
        </mc:Choice>
        <mc:Fallback xmlns="">
          <p:sp>
            <p:nvSpPr>
              <p:cNvPr id="4" name="Content Placeholder 3">
                <a:extLst>
                  <a:ext uri="{FF2B5EF4-FFF2-40B4-BE49-F238E27FC236}">
                    <a16:creationId xmlns:a16="http://schemas.microsoft.com/office/drawing/2014/main" id="{15BF2C2B-99C7-7DBE-106D-B26E8EF3FF1D}"/>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a:stretch>
              </a:blipFill>
            </p:spPr>
            <p:txBody>
              <a:bodyPr/>
              <a:lstStyle/>
              <a:p>
                <a:r>
                  <a:rPr lang="en-ID">
                    <a:noFill/>
                  </a:rPr>
                  <a:t> </a:t>
                </a:r>
              </a:p>
            </p:txBody>
          </p:sp>
        </mc:Fallback>
      </mc:AlternateContent>
      <p:pic>
        <p:nvPicPr>
          <p:cNvPr id="10" name="Picture 9">
            <a:extLst>
              <a:ext uri="{FF2B5EF4-FFF2-40B4-BE49-F238E27FC236}">
                <a16:creationId xmlns:a16="http://schemas.microsoft.com/office/drawing/2014/main" id="{F2D124B2-67F2-271F-5466-6161231933C0}"/>
              </a:ext>
            </a:extLst>
          </p:cNvPr>
          <p:cNvPicPr>
            <a:picLocks noChangeAspect="1"/>
          </p:cNvPicPr>
          <p:nvPr/>
        </p:nvPicPr>
        <p:blipFill>
          <a:blip r:embed="rId4"/>
          <a:stretch>
            <a:fillRect/>
          </a:stretch>
        </p:blipFill>
        <p:spPr>
          <a:xfrm>
            <a:off x="2163188" y="5267325"/>
            <a:ext cx="13887450" cy="3181350"/>
          </a:xfrm>
          <a:prstGeom prst="rect">
            <a:avLst/>
          </a:prstGeom>
        </p:spPr>
      </p:pic>
      <p:pic>
        <p:nvPicPr>
          <p:cNvPr id="12" name="Picture 11">
            <a:extLst>
              <a:ext uri="{FF2B5EF4-FFF2-40B4-BE49-F238E27FC236}">
                <a16:creationId xmlns:a16="http://schemas.microsoft.com/office/drawing/2014/main" id="{44151D0A-C506-C4DF-737A-9F2597C973DA}"/>
              </a:ext>
            </a:extLst>
          </p:cNvPr>
          <p:cNvPicPr>
            <a:picLocks noChangeAspect="1"/>
          </p:cNvPicPr>
          <p:nvPr/>
        </p:nvPicPr>
        <p:blipFill>
          <a:blip r:embed="rId5"/>
          <a:stretch>
            <a:fillRect/>
          </a:stretch>
        </p:blipFill>
        <p:spPr>
          <a:xfrm>
            <a:off x="2163188" y="9531830"/>
            <a:ext cx="9773064" cy="3168325"/>
          </a:xfrm>
          <a:prstGeom prst="rect">
            <a:avLst/>
          </a:prstGeom>
        </p:spPr>
      </p:pic>
    </p:spTree>
    <p:extLst>
      <p:ext uri="{BB962C8B-B14F-4D97-AF65-F5344CB8AC3E}">
        <p14:creationId xmlns:p14="http://schemas.microsoft.com/office/powerpoint/2010/main" val="271638542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09FA5-F723-C7EF-16C9-13E328F4B3D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0CC5DD-89C2-03DB-177E-6CDEEF5E7949}"/>
              </a:ext>
            </a:extLst>
          </p:cNvPr>
          <p:cNvSpPr>
            <a:spLocks noGrp="1"/>
          </p:cNvSpPr>
          <p:nvPr>
            <p:ph type="title"/>
          </p:nvPr>
        </p:nvSpPr>
        <p:spPr/>
        <p:txBody>
          <a:bodyPr>
            <a:normAutofit fontScale="90000"/>
          </a:bodyPr>
          <a:lstStyle/>
          <a:p>
            <a:r>
              <a:rPr lang="en-ID" dirty="0"/>
              <a:t>Set Operations</a:t>
            </a:r>
          </a:p>
        </p:txBody>
      </p:sp>
      <p:sp>
        <p:nvSpPr>
          <p:cNvPr id="8" name="Text Placeholder 7">
            <a:extLst>
              <a:ext uri="{FF2B5EF4-FFF2-40B4-BE49-F238E27FC236}">
                <a16:creationId xmlns:a16="http://schemas.microsoft.com/office/drawing/2014/main" id="{D00BA0B9-99D5-875E-4EB4-C1C81E684A99}"/>
              </a:ext>
            </a:extLst>
          </p:cNvPr>
          <p:cNvSpPr>
            <a:spLocks noGrp="1"/>
          </p:cNvSpPr>
          <p:nvPr>
            <p:ph type="body" sz="quarter" idx="10"/>
          </p:nvPr>
        </p:nvSpPr>
        <p:spPr/>
        <p:txBody>
          <a:bodyPr>
            <a:normAutofit/>
          </a:bodyPr>
          <a:lstStyle/>
          <a:p>
            <a:r>
              <a:rPr lang="en-ID" dirty="0"/>
              <a:t>SQL Equivalent</a:t>
            </a:r>
          </a:p>
        </p:txBody>
      </p:sp>
      <p:sp>
        <p:nvSpPr>
          <p:cNvPr id="19" name="AutoShape 4" descr="undefined">
            <a:extLst>
              <a:ext uri="{FF2B5EF4-FFF2-40B4-BE49-F238E27FC236}">
                <a16:creationId xmlns:a16="http://schemas.microsoft.com/office/drawing/2014/main" id="{F23A4B1F-5975-2396-4ECD-1289C73C38BA}"/>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B5D9E241-A30C-9620-0A8E-6DEB38A56E4E}"/>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A2C9B51-42A3-17DD-38EC-2C40F71A6608}"/>
                  </a:ext>
                </a:extLst>
              </p:cNvPr>
              <p:cNvSpPr>
                <a:spLocks noGrp="1"/>
              </p:cNvSpPr>
              <p:nvPr>
                <p:ph sz="quarter" idx="11"/>
              </p:nvPr>
            </p:nvSpPr>
            <p:spPr/>
            <p:txBody>
              <a:bodyPr/>
              <a:lstStyle/>
              <a:p>
                <a:pPr marL="0" indent="0">
                  <a:buNone/>
                </a:pPr>
                <a:r>
                  <a:rPr lang="en-US" dirty="0"/>
                  <a:t>Each set operation in relational algebra has a direct SQL equivalent:</a:t>
                </a:r>
              </a:p>
              <a:p>
                <a:pPr marL="0" indent="0">
                  <a:buNone/>
                </a:pPr>
                <a:r>
                  <a:rPr lang="en-ID" b="1" dirty="0"/>
                  <a:t>SET DIFFERENCE: </a:t>
                </a:r>
                <a14:m>
                  <m:oMath xmlns:m="http://schemas.openxmlformats.org/officeDocument/2006/math">
                    <m:r>
                      <a:rPr lang="en-US" b="0" i="1" smtClean="0">
                        <a:latin typeface="Cambria Math" panose="02040503050406030204" pitchFamily="18" charset="0"/>
                      </a:rPr>
                      <m:t>𝑅𝐸𝑆𝑈𝐿𝑇</m:t>
                    </m:r>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𝑅𝐸𝑆𝑈𝐿𝑇</m:t>
                    </m:r>
                    <m:r>
                      <a:rPr lang="en-US" b="0" i="1" smtClean="0">
                        <a:latin typeface="Cambria Math" panose="02040503050406030204" pitchFamily="18" charset="0"/>
                        <a:ea typeface="Cambria Math" panose="02040503050406030204" pitchFamily="18" charset="0"/>
                      </a:rPr>
                      <m:t>2</m:t>
                    </m:r>
                  </m:oMath>
                </a14:m>
                <a:endParaRPr lang="en-ID" dirty="0"/>
              </a:p>
              <a:p>
                <a:pPr marL="0" indent="0">
                  <a:buNone/>
                </a:pPr>
                <a:endParaRPr lang="en-ID" dirty="0"/>
              </a:p>
              <a:p>
                <a:pPr marL="0" indent="0">
                  <a:buNone/>
                </a:pPr>
                <a:endParaRPr lang="en-ID" dirty="0"/>
              </a:p>
              <a:p>
                <a:pPr marL="0" indent="0">
                  <a:buNone/>
                </a:pPr>
                <a:endParaRPr lang="en-ID" dirty="0"/>
              </a:p>
              <a:p>
                <a:pPr marL="0" indent="0">
                  <a:buNone/>
                </a:pPr>
                <a:r>
                  <a:rPr lang="en-ID" b="1" dirty="0"/>
                  <a:t>CARTESIAN PRODUCT: </a:t>
                </a:r>
                <a14:m>
                  <m:oMath xmlns:m="http://schemas.openxmlformats.org/officeDocument/2006/math">
                    <m:r>
                      <a:rPr lang="en-US" i="1">
                        <a:latin typeface="Cambria Math" panose="02040503050406030204" pitchFamily="18" charset="0"/>
                      </a:rPr>
                      <m:t>𝑅𝐸𝑆𝑈𝐿𝑇</m:t>
                    </m:r>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𝑅𝐸𝑆𝑈𝐿𝑇</m:t>
                    </m:r>
                    <m:r>
                      <a:rPr lang="en-US" i="1">
                        <a:latin typeface="Cambria Math" panose="02040503050406030204" pitchFamily="18" charset="0"/>
                        <a:ea typeface="Cambria Math" panose="02040503050406030204" pitchFamily="18" charset="0"/>
                      </a:rPr>
                      <m:t>2</m:t>
                    </m:r>
                  </m:oMath>
                </a14:m>
                <a:endParaRPr lang="en-ID" dirty="0"/>
              </a:p>
              <a:p>
                <a:pPr marL="0" indent="0">
                  <a:buNone/>
                </a:pPr>
                <a:endParaRPr lang="en-ID" dirty="0"/>
              </a:p>
              <a:p>
                <a:pPr marL="0" indent="0">
                  <a:buNone/>
                </a:pPr>
                <a:endParaRPr lang="en-ID" dirty="0"/>
              </a:p>
              <a:p>
                <a:pPr marL="0" indent="0">
                  <a:buNone/>
                </a:pPr>
                <a:endParaRPr lang="en-ID" dirty="0"/>
              </a:p>
            </p:txBody>
          </p:sp>
        </mc:Choice>
        <mc:Fallback xmlns="">
          <p:sp>
            <p:nvSpPr>
              <p:cNvPr id="4" name="Content Placeholder 3">
                <a:extLst>
                  <a:ext uri="{FF2B5EF4-FFF2-40B4-BE49-F238E27FC236}">
                    <a16:creationId xmlns:a16="http://schemas.microsoft.com/office/drawing/2014/main" id="{EA2C9B51-42A3-17DD-38EC-2C40F71A6608}"/>
                  </a:ext>
                </a:extLst>
              </p:cNvPr>
              <p:cNvSpPr>
                <a:spLocks noGrp="1" noRot="1" noChangeAspect="1" noMove="1" noResize="1" noEditPoints="1" noAdjustHandles="1" noChangeArrowheads="1" noChangeShapeType="1" noTextEdit="1"/>
              </p:cNvSpPr>
              <p:nvPr>
                <p:ph sz="quarter" idx="11"/>
              </p:nvPr>
            </p:nvSpPr>
            <p:spPr>
              <a:blipFill>
                <a:blip r:embed="rId3"/>
                <a:stretch>
                  <a:fillRect l="-1429" t="-1420"/>
                </a:stretch>
              </a:blipFill>
            </p:spPr>
            <p:txBody>
              <a:bodyPr/>
              <a:lstStyle/>
              <a:p>
                <a:r>
                  <a:rPr lang="en-ID">
                    <a:noFill/>
                  </a:rPr>
                  <a:t> </a:t>
                </a:r>
              </a:p>
            </p:txBody>
          </p:sp>
        </mc:Fallback>
      </mc:AlternateContent>
      <p:pic>
        <p:nvPicPr>
          <p:cNvPr id="5" name="Picture 4">
            <a:extLst>
              <a:ext uri="{FF2B5EF4-FFF2-40B4-BE49-F238E27FC236}">
                <a16:creationId xmlns:a16="http://schemas.microsoft.com/office/drawing/2014/main" id="{C76D8C6B-AD93-31D5-4BD7-69EAAA5A0493}"/>
              </a:ext>
            </a:extLst>
          </p:cNvPr>
          <p:cNvPicPr>
            <a:picLocks noChangeAspect="1"/>
          </p:cNvPicPr>
          <p:nvPr/>
        </p:nvPicPr>
        <p:blipFill>
          <a:blip r:embed="rId4"/>
          <a:stretch>
            <a:fillRect/>
          </a:stretch>
        </p:blipFill>
        <p:spPr>
          <a:xfrm>
            <a:off x="2167377" y="5114925"/>
            <a:ext cx="19030950" cy="3181350"/>
          </a:xfrm>
          <a:prstGeom prst="rect">
            <a:avLst/>
          </a:prstGeom>
        </p:spPr>
      </p:pic>
      <p:pic>
        <p:nvPicPr>
          <p:cNvPr id="9" name="Picture 8">
            <a:extLst>
              <a:ext uri="{FF2B5EF4-FFF2-40B4-BE49-F238E27FC236}">
                <a16:creationId xmlns:a16="http://schemas.microsoft.com/office/drawing/2014/main" id="{62812E5A-D218-87B0-636F-D312FC243F8D}"/>
              </a:ext>
            </a:extLst>
          </p:cNvPr>
          <p:cNvPicPr>
            <a:picLocks noChangeAspect="1"/>
          </p:cNvPicPr>
          <p:nvPr/>
        </p:nvPicPr>
        <p:blipFill>
          <a:blip r:embed="rId5"/>
          <a:stretch>
            <a:fillRect/>
          </a:stretch>
        </p:blipFill>
        <p:spPr>
          <a:xfrm>
            <a:off x="2167376" y="9569512"/>
            <a:ext cx="10507223" cy="2544718"/>
          </a:xfrm>
          <a:prstGeom prst="rect">
            <a:avLst/>
          </a:prstGeom>
        </p:spPr>
      </p:pic>
    </p:spTree>
    <p:extLst>
      <p:ext uri="{BB962C8B-B14F-4D97-AF65-F5344CB8AC3E}">
        <p14:creationId xmlns:p14="http://schemas.microsoft.com/office/powerpoint/2010/main" val="343815756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1293-CAAF-B135-F2DF-B9EB15ECC6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3FB661F-63C6-D5DF-46E5-DC5032B9A06B}"/>
              </a:ext>
            </a:extLst>
          </p:cNvPr>
          <p:cNvSpPr>
            <a:spLocks noGrp="1"/>
          </p:cNvSpPr>
          <p:nvPr>
            <p:ph type="title"/>
          </p:nvPr>
        </p:nvSpPr>
        <p:spPr/>
        <p:txBody>
          <a:bodyPr>
            <a:normAutofit fontScale="90000"/>
          </a:bodyPr>
          <a:lstStyle/>
          <a:p>
            <a:r>
              <a:rPr lang="en-ID" dirty="0"/>
              <a:t>DIVISION </a:t>
            </a:r>
          </a:p>
        </p:txBody>
      </p:sp>
      <p:sp>
        <p:nvSpPr>
          <p:cNvPr id="8" name="Text Placeholder 7">
            <a:extLst>
              <a:ext uri="{FF2B5EF4-FFF2-40B4-BE49-F238E27FC236}">
                <a16:creationId xmlns:a16="http://schemas.microsoft.com/office/drawing/2014/main" id="{5CDFA08C-DF1C-D1AE-3D2F-2DBAF08A66C7}"/>
              </a:ext>
            </a:extLst>
          </p:cNvPr>
          <p:cNvSpPr>
            <a:spLocks noGrp="1"/>
          </p:cNvSpPr>
          <p:nvPr>
            <p:ph type="body" sz="quarter" idx="10"/>
          </p:nvPr>
        </p:nvSpPr>
        <p:spPr/>
        <p:txBody>
          <a:bodyPr>
            <a:normAutofit/>
          </a:bodyPr>
          <a:lstStyle/>
          <a:p>
            <a:r>
              <a:rPr lang="en-ID" dirty="0"/>
              <a:t>Concept</a:t>
            </a:r>
          </a:p>
        </p:txBody>
      </p:sp>
      <p:sp>
        <p:nvSpPr>
          <p:cNvPr id="19" name="AutoShape 4" descr="undefined">
            <a:extLst>
              <a:ext uri="{FF2B5EF4-FFF2-40B4-BE49-F238E27FC236}">
                <a16:creationId xmlns:a16="http://schemas.microsoft.com/office/drawing/2014/main" id="{AA1654BF-08FD-26D2-6C78-175AD0C865FD}"/>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2F55E9DB-ABCD-169D-ACA2-27A0ED67299E}"/>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FB618BF-5EE0-481F-414A-009E623B9F9F}"/>
                  </a:ext>
                </a:extLst>
              </p:cNvPr>
              <p:cNvSpPr>
                <a:spLocks noGrp="1"/>
              </p:cNvSpPr>
              <p:nvPr>
                <p:ph sz="quarter" idx="11"/>
              </p:nvPr>
            </p:nvSpPr>
            <p:spPr/>
            <p:txBody>
              <a:bodyPr/>
              <a:lstStyle/>
              <a:p>
                <a:r>
                  <a:rPr lang="en-US" dirty="0"/>
                  <a:t>The DIVISION operation is used for a special kind of query: "find tuples that are associated with ALL values in another relation.“</a:t>
                </a:r>
              </a:p>
              <a:p>
                <a:r>
                  <a:rPr lang="en-ID" dirty="0"/>
                  <a:t>Notation: </a:t>
                </a:r>
                <a14:m>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𝑤h𝑒𝑟𝑒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endParaRPr lang="en-ID" dirty="0"/>
              </a:p>
              <a:p>
                <a:r>
                  <a:rPr lang="en-US" dirty="0"/>
                  <a:t>Most RDBMS do not directly implement DIVISION in SQL — it must be simulated using other operations</a:t>
                </a:r>
              </a:p>
              <a:p>
                <a:r>
                  <a:rPr lang="en-US" dirty="0"/>
                  <a:t>Typically answers questions like: "Which employees work on ALL projects that John Smith works on?"</a:t>
                </a:r>
                <a:endParaRPr lang="en-ID" dirty="0"/>
              </a:p>
            </p:txBody>
          </p:sp>
        </mc:Choice>
        <mc:Fallback xmlns="">
          <p:sp>
            <p:nvSpPr>
              <p:cNvPr id="4" name="Content Placeholder 3">
                <a:extLst>
                  <a:ext uri="{FF2B5EF4-FFF2-40B4-BE49-F238E27FC236}">
                    <a16:creationId xmlns:a16="http://schemas.microsoft.com/office/drawing/2014/main" id="{EFB618BF-5EE0-481F-414A-009E623B9F9F}"/>
                  </a:ext>
                </a:extLst>
              </p:cNvPr>
              <p:cNvSpPr>
                <a:spLocks noGrp="1" noRot="1" noChangeAspect="1" noMove="1" noResize="1" noEditPoints="1" noAdjustHandles="1" noChangeArrowheads="1" noChangeShapeType="1" noTextEdit="1"/>
              </p:cNvSpPr>
              <p:nvPr>
                <p:ph sz="quarter" idx="11"/>
              </p:nvPr>
            </p:nvSpPr>
            <p:spPr>
              <a:blipFill>
                <a:blip r:embed="rId3"/>
                <a:stretch>
                  <a:fillRect l="-1307" t="-1420" r="-790"/>
                </a:stretch>
              </a:blipFill>
            </p:spPr>
            <p:txBody>
              <a:bodyPr/>
              <a:lstStyle/>
              <a:p>
                <a:r>
                  <a:rPr lang="en-ID">
                    <a:noFill/>
                  </a:rPr>
                  <a:t> </a:t>
                </a:r>
              </a:p>
            </p:txBody>
          </p:sp>
        </mc:Fallback>
      </mc:AlternateContent>
    </p:spTree>
    <p:extLst>
      <p:ext uri="{BB962C8B-B14F-4D97-AF65-F5344CB8AC3E}">
        <p14:creationId xmlns:p14="http://schemas.microsoft.com/office/powerpoint/2010/main" val="261429546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D9EB-784D-DB52-AE64-46E30FD6E6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EB6406-8867-B270-4E9A-F2192822BD30}"/>
              </a:ext>
            </a:extLst>
          </p:cNvPr>
          <p:cNvSpPr>
            <a:spLocks noGrp="1"/>
          </p:cNvSpPr>
          <p:nvPr>
            <p:ph type="title"/>
          </p:nvPr>
        </p:nvSpPr>
        <p:spPr/>
        <p:txBody>
          <a:bodyPr>
            <a:normAutofit fontScale="90000"/>
          </a:bodyPr>
          <a:lstStyle/>
          <a:p>
            <a:r>
              <a:rPr lang="en-ID" dirty="0"/>
              <a:t>DIVISION </a:t>
            </a:r>
          </a:p>
        </p:txBody>
      </p:sp>
      <p:sp>
        <p:nvSpPr>
          <p:cNvPr id="8" name="Text Placeholder 7">
            <a:extLst>
              <a:ext uri="{FF2B5EF4-FFF2-40B4-BE49-F238E27FC236}">
                <a16:creationId xmlns:a16="http://schemas.microsoft.com/office/drawing/2014/main" id="{C3F5FD49-73A3-325F-C521-9B868F92137E}"/>
              </a:ext>
            </a:extLst>
          </p:cNvPr>
          <p:cNvSpPr>
            <a:spLocks noGrp="1"/>
          </p:cNvSpPr>
          <p:nvPr>
            <p:ph type="body" sz="quarter" idx="10"/>
          </p:nvPr>
        </p:nvSpPr>
        <p:spPr/>
        <p:txBody>
          <a:bodyPr>
            <a:normAutofit/>
          </a:bodyPr>
          <a:lstStyle/>
          <a:p>
            <a:r>
              <a:rPr lang="en-ID" dirty="0"/>
              <a:t>Example</a:t>
            </a:r>
          </a:p>
        </p:txBody>
      </p:sp>
      <p:sp>
        <p:nvSpPr>
          <p:cNvPr id="19" name="AutoShape 4" descr="undefined">
            <a:extLst>
              <a:ext uri="{FF2B5EF4-FFF2-40B4-BE49-F238E27FC236}">
                <a16:creationId xmlns:a16="http://schemas.microsoft.com/office/drawing/2014/main" id="{930396EB-42B1-201C-426F-778D2B95D9E7}"/>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B63BF49E-F95D-59E9-A97F-894956E84790}"/>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4" name="Content Placeholder 3">
            <a:extLst>
              <a:ext uri="{FF2B5EF4-FFF2-40B4-BE49-F238E27FC236}">
                <a16:creationId xmlns:a16="http://schemas.microsoft.com/office/drawing/2014/main" id="{D269B3B9-C985-2B60-8F4D-D78BF4C84E19}"/>
              </a:ext>
            </a:extLst>
          </p:cNvPr>
          <p:cNvSpPr>
            <a:spLocks noGrp="1"/>
          </p:cNvSpPr>
          <p:nvPr>
            <p:ph sz="quarter" idx="11"/>
          </p:nvPr>
        </p:nvSpPr>
        <p:spPr/>
        <p:txBody>
          <a:bodyPr/>
          <a:lstStyle/>
          <a:p>
            <a:pPr marL="0" indent="0">
              <a:buNone/>
            </a:pPr>
            <a:r>
              <a:rPr lang="en-US" dirty="0"/>
              <a:t>Given the following relations:</a:t>
            </a:r>
          </a:p>
          <a:p>
            <a:r>
              <a:rPr lang="en-US" b="1" dirty="0"/>
              <a:t>SUPPLY</a:t>
            </a:r>
            <a:r>
              <a:rPr lang="en-US" dirty="0"/>
              <a:t> (Supplier, Part) — records which supplier supplies which part</a:t>
            </a:r>
          </a:p>
          <a:p>
            <a:r>
              <a:rPr lang="en-US" b="1" dirty="0"/>
              <a:t>ALL_PARTS</a:t>
            </a:r>
            <a:r>
              <a:rPr lang="en-US" dirty="0"/>
              <a:t> (Part) — the list of all parts we need supplied</a:t>
            </a:r>
          </a:p>
          <a:p>
            <a:pPr marL="0" indent="0">
              <a:buNone/>
            </a:pPr>
            <a:endParaRPr lang="en-US" dirty="0"/>
          </a:p>
          <a:p>
            <a:pPr marL="0" indent="0">
              <a:buNone/>
            </a:pPr>
            <a:r>
              <a:rPr lang="en-US" dirty="0"/>
              <a:t>Question: </a:t>
            </a:r>
            <a:r>
              <a:rPr lang="en-US" i="1" dirty="0"/>
              <a:t>"Which suppliers supply ALL the parts?"</a:t>
            </a:r>
          </a:p>
        </p:txBody>
      </p:sp>
    </p:spTree>
    <p:extLst>
      <p:ext uri="{BB962C8B-B14F-4D97-AF65-F5344CB8AC3E}">
        <p14:creationId xmlns:p14="http://schemas.microsoft.com/office/powerpoint/2010/main" val="423520659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4E692-26A9-C49A-29ED-87EC435F08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842CDC4-1970-744F-AE84-8E3E3DF39396}"/>
              </a:ext>
            </a:extLst>
          </p:cNvPr>
          <p:cNvSpPr>
            <a:spLocks noGrp="1"/>
          </p:cNvSpPr>
          <p:nvPr>
            <p:ph type="title"/>
          </p:nvPr>
        </p:nvSpPr>
        <p:spPr/>
        <p:txBody>
          <a:bodyPr>
            <a:normAutofit fontScale="90000"/>
          </a:bodyPr>
          <a:lstStyle/>
          <a:p>
            <a:r>
              <a:rPr lang="en-ID" dirty="0"/>
              <a:t>DIVISION </a:t>
            </a:r>
          </a:p>
        </p:txBody>
      </p:sp>
      <p:sp>
        <p:nvSpPr>
          <p:cNvPr id="8" name="Text Placeholder 7">
            <a:extLst>
              <a:ext uri="{FF2B5EF4-FFF2-40B4-BE49-F238E27FC236}">
                <a16:creationId xmlns:a16="http://schemas.microsoft.com/office/drawing/2014/main" id="{291ADE6C-2162-E017-30A9-D8CD78EE4EBA}"/>
              </a:ext>
            </a:extLst>
          </p:cNvPr>
          <p:cNvSpPr>
            <a:spLocks noGrp="1"/>
          </p:cNvSpPr>
          <p:nvPr>
            <p:ph type="body" sz="quarter" idx="10"/>
          </p:nvPr>
        </p:nvSpPr>
        <p:spPr/>
        <p:txBody>
          <a:bodyPr>
            <a:normAutofit/>
          </a:bodyPr>
          <a:lstStyle/>
          <a:p>
            <a:r>
              <a:rPr lang="en-ID" dirty="0"/>
              <a:t>Example</a:t>
            </a:r>
          </a:p>
        </p:txBody>
      </p:sp>
      <p:sp>
        <p:nvSpPr>
          <p:cNvPr id="19" name="AutoShape 4" descr="undefined">
            <a:extLst>
              <a:ext uri="{FF2B5EF4-FFF2-40B4-BE49-F238E27FC236}">
                <a16:creationId xmlns:a16="http://schemas.microsoft.com/office/drawing/2014/main" id="{E631931B-C654-2DCD-508A-926A78EB2789}"/>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EAE2F179-ECAB-A0E0-5BE5-79260665717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4" name="Content Placeholder 3">
            <a:extLst>
              <a:ext uri="{FF2B5EF4-FFF2-40B4-BE49-F238E27FC236}">
                <a16:creationId xmlns:a16="http://schemas.microsoft.com/office/drawing/2014/main" id="{6F2A7A69-595A-EEA5-0937-2CCE6BA2C838}"/>
              </a:ext>
            </a:extLst>
          </p:cNvPr>
          <p:cNvSpPr>
            <a:spLocks noGrp="1"/>
          </p:cNvSpPr>
          <p:nvPr>
            <p:ph sz="quarter" idx="11"/>
          </p:nvPr>
        </p:nvSpPr>
        <p:spPr/>
        <p:txBody>
          <a:bodyPr/>
          <a:lstStyle/>
          <a:p>
            <a:pPr marL="0" indent="0">
              <a:buNone/>
            </a:pPr>
            <a:r>
              <a:rPr lang="en-ID" dirty="0"/>
              <a:t>How it works:</a:t>
            </a:r>
          </a:p>
          <a:p>
            <a:pPr>
              <a:buFont typeface="+mj-lt"/>
              <a:buAutoNum type="arabicPeriod"/>
            </a:pPr>
            <a:r>
              <a:rPr lang="en-US" dirty="0"/>
              <a:t>Look at each supplier in SUPPLY.</a:t>
            </a:r>
          </a:p>
          <a:p>
            <a:pPr>
              <a:buFont typeface="+mj-lt"/>
              <a:buAutoNum type="arabicPeriod"/>
            </a:pPr>
            <a:r>
              <a:rPr lang="en-US" dirty="0"/>
              <a:t>Check if that supplier has rows for EVERY part listed in ALL_PARTS (P1, P2, P3).</a:t>
            </a:r>
          </a:p>
          <a:p>
            <a:pPr>
              <a:buFont typeface="+mj-lt"/>
              <a:buAutoNum type="arabicPeriod"/>
            </a:pPr>
            <a:r>
              <a:rPr lang="en-US" dirty="0"/>
              <a:t>If yes → include in result. If missing any → exclude.</a:t>
            </a:r>
          </a:p>
          <a:p>
            <a:pPr marL="0" indent="0">
              <a:buNone/>
            </a:pPr>
            <a:r>
              <a:rPr lang="en-US" dirty="0"/>
              <a:t>Result: Only S1 and S4 supply all three parts.</a:t>
            </a:r>
            <a:endParaRPr lang="en-ID" dirty="0"/>
          </a:p>
        </p:txBody>
      </p:sp>
    </p:spTree>
    <p:extLst>
      <p:ext uri="{BB962C8B-B14F-4D97-AF65-F5344CB8AC3E}">
        <p14:creationId xmlns:p14="http://schemas.microsoft.com/office/powerpoint/2010/main" val="22998056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F2277-FD83-06CB-A953-C1106653DD3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905BCED-5FE1-12BF-5FBD-04B8B660382A}"/>
              </a:ext>
            </a:extLst>
          </p:cNvPr>
          <p:cNvSpPr>
            <a:spLocks noGrp="1"/>
          </p:cNvSpPr>
          <p:nvPr>
            <p:ph type="title"/>
          </p:nvPr>
        </p:nvSpPr>
        <p:spPr/>
        <p:txBody>
          <a:bodyPr>
            <a:normAutofit fontScale="90000"/>
          </a:bodyPr>
          <a:lstStyle/>
          <a:p>
            <a:r>
              <a:rPr lang="en-ID" dirty="0"/>
              <a:t>DIVISION </a:t>
            </a:r>
          </a:p>
        </p:txBody>
      </p:sp>
      <p:sp>
        <p:nvSpPr>
          <p:cNvPr id="8" name="Text Placeholder 7">
            <a:extLst>
              <a:ext uri="{FF2B5EF4-FFF2-40B4-BE49-F238E27FC236}">
                <a16:creationId xmlns:a16="http://schemas.microsoft.com/office/drawing/2014/main" id="{EBC8877F-4F73-D2F5-00E9-FEC29C666333}"/>
              </a:ext>
            </a:extLst>
          </p:cNvPr>
          <p:cNvSpPr>
            <a:spLocks noGrp="1"/>
          </p:cNvSpPr>
          <p:nvPr>
            <p:ph type="body" sz="quarter" idx="10"/>
          </p:nvPr>
        </p:nvSpPr>
        <p:spPr/>
        <p:txBody>
          <a:bodyPr>
            <a:normAutofit/>
          </a:bodyPr>
          <a:lstStyle/>
          <a:p>
            <a:r>
              <a:rPr lang="en-ID" dirty="0"/>
              <a:t>Example</a:t>
            </a:r>
          </a:p>
        </p:txBody>
      </p:sp>
      <p:sp>
        <p:nvSpPr>
          <p:cNvPr id="19" name="AutoShape 4" descr="undefined">
            <a:extLst>
              <a:ext uri="{FF2B5EF4-FFF2-40B4-BE49-F238E27FC236}">
                <a16:creationId xmlns:a16="http://schemas.microsoft.com/office/drawing/2014/main" id="{2217B9EB-4D49-FD32-74D6-CEB174666FA5}"/>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2" name="AutoShape 2">
            <a:extLst>
              <a:ext uri="{FF2B5EF4-FFF2-40B4-BE49-F238E27FC236}">
                <a16:creationId xmlns:a16="http://schemas.microsoft.com/office/drawing/2014/main" id="{50F9DA44-C81B-1C0C-3A52-B5C83442BADF}"/>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pic>
        <p:nvPicPr>
          <p:cNvPr id="5" name="Content Placeholder 4">
            <a:extLst>
              <a:ext uri="{FF2B5EF4-FFF2-40B4-BE49-F238E27FC236}">
                <a16:creationId xmlns:a16="http://schemas.microsoft.com/office/drawing/2014/main" id="{769901D8-1131-9955-401F-0F7F7820D0D3}"/>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2167377" y="3311463"/>
            <a:ext cx="20626754" cy="89567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21948371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E3C8A-5F3C-BF81-8736-3F35E7D853C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EEEBC43-F68B-07CE-204C-3E72E18A27DA}"/>
              </a:ext>
            </a:extLst>
          </p:cNvPr>
          <p:cNvSpPr>
            <a:spLocks noGrp="1"/>
          </p:cNvSpPr>
          <p:nvPr>
            <p:ph type="title"/>
          </p:nvPr>
        </p:nvSpPr>
        <p:spPr>
          <a:xfrm>
            <a:off x="2167377" y="1872058"/>
            <a:ext cx="17822423" cy="510281"/>
          </a:xfrm>
        </p:spPr>
        <p:txBody>
          <a:bodyPr>
            <a:normAutofit fontScale="90000"/>
          </a:bodyPr>
          <a:lstStyle/>
          <a:p>
            <a:r>
              <a:rPr lang="en-ID" dirty="0"/>
              <a:t>Summary </a:t>
            </a:r>
          </a:p>
        </p:txBody>
      </p:sp>
      <p:sp>
        <p:nvSpPr>
          <p:cNvPr id="19" name="AutoShape 4" descr="undefined">
            <a:extLst>
              <a:ext uri="{FF2B5EF4-FFF2-40B4-BE49-F238E27FC236}">
                <a16:creationId xmlns:a16="http://schemas.microsoft.com/office/drawing/2014/main" id="{EC7B874D-285D-72DF-CE59-F3CA8ABEFA29}"/>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D"/>
          </a:p>
        </p:txBody>
      </p:sp>
      <p:sp>
        <p:nvSpPr>
          <p:cNvPr id="5" name="Content Placeholder 3">
            <a:extLst>
              <a:ext uri="{FF2B5EF4-FFF2-40B4-BE49-F238E27FC236}">
                <a16:creationId xmlns:a16="http://schemas.microsoft.com/office/drawing/2014/main" id="{16D70CE6-8905-FA20-4424-B5730B8F2F20}"/>
              </a:ext>
            </a:extLst>
          </p:cNvPr>
          <p:cNvSpPr txBox="1">
            <a:spLocks/>
          </p:cNvSpPr>
          <p:nvPr/>
        </p:nvSpPr>
        <p:spPr>
          <a:xfrm>
            <a:off x="2167377" y="3260663"/>
            <a:ext cx="21342270" cy="90713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r>
              <a:rPr lang="en-US" sz="3600" b="1" dirty="0"/>
              <a:t>Why Relational Algebra?</a:t>
            </a:r>
            <a:r>
              <a:rPr lang="en-US" sz="3600" dirty="0"/>
              <a:t> — Relational algebra is the formal language behind SQL. The query optimizer translates SQL into relational algebra expressions to find the most efficient execution plan. Operations are divided into two groups: relational operations and set operations.</a:t>
            </a:r>
          </a:p>
          <a:p>
            <a:pPr algn="just"/>
            <a:r>
              <a:rPr lang="en-US" sz="3600" b="1" dirty="0"/>
              <a:t>Unary Operations</a:t>
            </a:r>
            <a:r>
              <a:rPr lang="en-US" sz="3600" dirty="0"/>
              <a:t> — SELECT (σ) filters rows by condition, equivalent to SQL WHERE. PROJECT (π) chooses specific columns and removes duplicates, equivalent to SQL SELECT DISTINCT. RENAME (ρ) renames relations or attributes. Multiple operations can be combined in sequence.</a:t>
            </a:r>
          </a:p>
          <a:p>
            <a:pPr algn="just"/>
            <a:r>
              <a:rPr lang="en-US" sz="3600" b="1" dirty="0"/>
              <a:t>JOIN Operations</a:t>
            </a:r>
            <a:r>
              <a:rPr lang="en-US" sz="3600" dirty="0"/>
              <a:t> — Theta Join uses any comparison operator. Equijoin uses only equality (=) and produces pairs of identical attributes. Natural Join removes the duplicate attributes automatically. SQL equivalent: INNER JOIN ... ON.</a:t>
            </a:r>
          </a:p>
          <a:p>
            <a:pPr algn="just"/>
            <a:r>
              <a:rPr lang="en-US" sz="3600" b="1" dirty="0"/>
              <a:t>Set Operations</a:t>
            </a:r>
            <a:r>
              <a:rPr lang="en-US" sz="3600" dirty="0"/>
              <a:t> — UNION (∪) returns all tuples from both relations. INTERSECTION (∩) returns only common tuples. SET DIFFERENCE (−) returns tuples in R but not in S. CARTESIAN PRODUCT (×) produces all possible combinations. All except × require union compatibility.</a:t>
            </a:r>
          </a:p>
          <a:p>
            <a:pPr algn="just"/>
            <a:r>
              <a:rPr lang="en-US" sz="3600" b="1" dirty="0"/>
              <a:t>DIVISION</a:t>
            </a:r>
            <a:r>
              <a:rPr lang="en-US" sz="3600" dirty="0"/>
              <a:t> — The DIVISION operation (÷) finds values in R that are associated with ALL values in S. It is not directly available in SQL and must be simulated. Useful for queries containing the word "ALL."</a:t>
            </a:r>
          </a:p>
        </p:txBody>
      </p:sp>
      <p:sp>
        <p:nvSpPr>
          <p:cNvPr id="3" name="Text Placeholder 2">
            <a:extLst>
              <a:ext uri="{FF2B5EF4-FFF2-40B4-BE49-F238E27FC236}">
                <a16:creationId xmlns:a16="http://schemas.microsoft.com/office/drawing/2014/main" id="{99FD55A0-B849-871F-3305-46A27E9E5B11}"/>
              </a:ext>
            </a:extLst>
          </p:cNvPr>
          <p:cNvSpPr>
            <a:spLocks noGrp="1"/>
          </p:cNvSpPr>
          <p:nvPr>
            <p:ph type="body" sz="quarter" idx="10"/>
          </p:nvPr>
        </p:nvSpPr>
        <p:spPr/>
        <p:txBody>
          <a:bodyPr/>
          <a:lstStyle/>
          <a:p>
            <a:endParaRPr lang="en-ID"/>
          </a:p>
        </p:txBody>
      </p:sp>
    </p:spTree>
    <p:extLst>
      <p:ext uri="{BB962C8B-B14F-4D97-AF65-F5344CB8AC3E}">
        <p14:creationId xmlns:p14="http://schemas.microsoft.com/office/powerpoint/2010/main" val="274359515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A6DDD-127D-ACAD-EFEC-B2FF93AEE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D6B5E-AD4E-F170-8DE5-639EDDF69A7C}"/>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0DC89EDA-AE25-91E4-B1AA-7C44BADF3E9A}"/>
              </a:ext>
            </a:extLst>
          </p:cNvPr>
          <p:cNvSpPr>
            <a:spLocks noGrp="1"/>
          </p:cNvSpPr>
          <p:nvPr>
            <p:ph type="body" sz="quarter" idx="10"/>
          </p:nvPr>
        </p:nvSpPr>
        <p:spPr/>
        <p:txBody>
          <a:bodyPr/>
          <a:lstStyle/>
          <a:p>
            <a:endParaRPr lang="en-US" dirty="0"/>
          </a:p>
        </p:txBody>
      </p:sp>
      <p:pic>
        <p:nvPicPr>
          <p:cNvPr id="6" name="Content Placeholder 5">
            <a:extLst>
              <a:ext uri="{FF2B5EF4-FFF2-40B4-BE49-F238E27FC236}">
                <a16:creationId xmlns:a16="http://schemas.microsoft.com/office/drawing/2014/main" id="{4869A999-EEB7-DE43-725A-FA9AA7C838B8}"/>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rcRect t="15680"/>
          <a:stretch>
            <a:fillRect/>
          </a:stretch>
        </p:blipFill>
        <p:spPr>
          <a:xfrm>
            <a:off x="1170612" y="4724400"/>
            <a:ext cx="22042776" cy="5469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4" name="Rectangle 1">
            <a:extLst>
              <a:ext uri="{FF2B5EF4-FFF2-40B4-BE49-F238E27FC236}">
                <a16:creationId xmlns:a16="http://schemas.microsoft.com/office/drawing/2014/main" id="{DD169EB7-325E-C183-8929-6F7E73EC8593}"/>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621246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5E2C-1D06-3BBB-3EBF-E7E384AF1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E71CC-EC96-DAE1-6EFA-5B54A813F93B}"/>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3D36093-4C4E-5447-3C50-BD50E0BC1290}"/>
              </a:ext>
            </a:extLst>
          </p:cNvPr>
          <p:cNvSpPr>
            <a:spLocks noGrp="1"/>
          </p:cNvSpPr>
          <p:nvPr>
            <p:ph type="body" sz="quarter" idx="10"/>
          </p:nvPr>
        </p:nvSpPr>
        <p:spPr/>
        <p:txBody>
          <a:bodyPr/>
          <a:lstStyle/>
          <a:p>
            <a:endParaRPr lang="en-US" dirty="0"/>
          </a:p>
        </p:txBody>
      </p:sp>
      <p:sp>
        <p:nvSpPr>
          <p:cNvPr id="17" name="Content Placeholder 16">
            <a:extLst>
              <a:ext uri="{FF2B5EF4-FFF2-40B4-BE49-F238E27FC236}">
                <a16:creationId xmlns:a16="http://schemas.microsoft.com/office/drawing/2014/main" id="{49F5AF5E-A6CC-E36F-83FC-63355D1D5C1C}"/>
              </a:ext>
            </a:extLst>
          </p:cNvPr>
          <p:cNvSpPr>
            <a:spLocks noGrp="1"/>
          </p:cNvSpPr>
          <p:nvPr>
            <p:ph sz="quarter" idx="11"/>
          </p:nvPr>
        </p:nvSpPr>
        <p:spPr>
          <a:xfrm>
            <a:off x="2163189" y="3260663"/>
            <a:ext cx="20938858" cy="10053893"/>
          </a:xfrm>
        </p:spPr>
        <p:txBody>
          <a:bodyPr>
            <a:normAutofit/>
          </a:bodyPr>
          <a:lstStyle/>
          <a:p>
            <a:pPr>
              <a:buFont typeface="+mj-lt"/>
              <a:buAutoNum type="arabicPeriod"/>
            </a:pPr>
            <a:r>
              <a:rPr lang="en-US" b="1" dirty="0"/>
              <a:t>(RA only):</a:t>
            </a:r>
            <a:r>
              <a:rPr lang="en-US" dirty="0"/>
              <a:t> Retrieve the name and price of all products that cost more than 100,000.</a:t>
            </a:r>
          </a:p>
          <a:p>
            <a:pPr>
              <a:buFont typeface="+mj-lt"/>
              <a:buAutoNum type="arabicPeriod"/>
            </a:pPr>
            <a:r>
              <a:rPr lang="en-US" b="1" dirty="0"/>
              <a:t>(RA + SQL):</a:t>
            </a:r>
            <a:r>
              <a:rPr lang="en-US" dirty="0"/>
              <a:t> Retrieve the names of all customers who live in "Jakarta.“</a:t>
            </a:r>
          </a:p>
          <a:p>
            <a:pPr>
              <a:buFont typeface="+mj-lt"/>
              <a:buAutoNum type="arabicPeriod"/>
            </a:pPr>
            <a:r>
              <a:rPr lang="en-US" b="1" dirty="0"/>
              <a:t>(RA + SQL):</a:t>
            </a:r>
            <a:r>
              <a:rPr lang="en-US" dirty="0"/>
              <a:t> Retrieve the </a:t>
            </a:r>
            <a:r>
              <a:rPr lang="en-US" dirty="0" err="1"/>
              <a:t>OrderID</a:t>
            </a:r>
            <a:r>
              <a:rPr lang="en-US" dirty="0"/>
              <a:t> and Product Names for all products in each order.</a:t>
            </a:r>
          </a:p>
          <a:p>
            <a:pPr>
              <a:buFont typeface="+mj-lt"/>
              <a:buAutoNum type="arabicPeriod"/>
            </a:pPr>
            <a:r>
              <a:rPr lang="en-US" b="1" dirty="0"/>
              <a:t>(RA only):</a:t>
            </a:r>
            <a:r>
              <a:rPr lang="en-US" dirty="0"/>
              <a:t> Retrieve the names of customers who have ordered a product with a price greater than 500,000.</a:t>
            </a:r>
            <a:endParaRPr lang="en-US" b="1" dirty="0"/>
          </a:p>
        </p:txBody>
      </p:sp>
      <p:sp>
        <p:nvSpPr>
          <p:cNvPr id="4" name="Rectangle 1">
            <a:extLst>
              <a:ext uri="{FF2B5EF4-FFF2-40B4-BE49-F238E27FC236}">
                <a16:creationId xmlns:a16="http://schemas.microsoft.com/office/drawing/2014/main" id="{1348EEC5-2E82-5842-33F8-4BD46983133E}"/>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893372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8372537"/>
          </a:xfrm>
        </p:spPr>
        <p:txBody>
          <a:bodyPr>
            <a:normAutofit/>
          </a:bodyPr>
          <a:lstStyle/>
          <a:p>
            <a:r>
              <a:rPr lang="en-US" sz="4000" dirty="0"/>
              <a:t>Elmasri, R. &amp; Navathe, S. (2015). Fundamentals of Database Systems, 7th Edition. Pearson. </a:t>
            </a:r>
            <a:r>
              <a:rPr lang="en-US" sz="4000"/>
              <a:t>Chapter 8.</a:t>
            </a: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CEC7D9-36FC-4F8D-A2F6-7347A79A0DE0}">
  <we:reference id="WA200010001" version="1.0.0.1" store="Omex" storeType="OMEX"/>
  <we:alternateReferences>
    <we:reference id="WA200010001" version="1.0.0.1" store="WA200010001" storeType="OMEX"/>
  </we:alternateReferences>
  <we:properties>
    <we:property name="claude.fileId" value="&quot;fc0e8bd1-1a70-4341-aed0-630484e5dafa&quot;"/>
  </we:properties>
  <we:bindings/>
  <we:snapshot xmlns:r="http://schemas.openxmlformats.org/officeDocument/2006/relationships"/>
</we:webextension>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6878</TotalTime>
  <Words>1757</Words>
  <Application>Microsoft Office PowerPoint</Application>
  <PresentationFormat>Custom</PresentationFormat>
  <Paragraphs>195</Paragraphs>
  <Slides>37</Slides>
  <Notes>36</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21_BasicWhite</vt:lpstr>
      <vt:lpstr>Relational  Algebra</vt:lpstr>
      <vt:lpstr>Learning Outcomes</vt:lpstr>
      <vt:lpstr>outline</vt:lpstr>
      <vt:lpstr>What is Relational Algebra?</vt:lpstr>
      <vt:lpstr>What is Relational Algebra?</vt:lpstr>
      <vt:lpstr>PowerPoint Presentation</vt:lpstr>
      <vt:lpstr>Unary Operations</vt:lpstr>
      <vt:lpstr>Unary Operations</vt:lpstr>
      <vt:lpstr>Unary Operations</vt:lpstr>
      <vt:lpstr>Unary Operations</vt:lpstr>
      <vt:lpstr>Unary Operations</vt:lpstr>
      <vt:lpstr>Unary Operations</vt:lpstr>
      <vt:lpstr>Unary Operations</vt:lpstr>
      <vt:lpstr>JOIN Operations</vt:lpstr>
      <vt:lpstr>JOIN Operations</vt:lpstr>
      <vt:lpstr>JOIN Operations</vt:lpstr>
      <vt:lpstr>JOIN Operations</vt:lpstr>
      <vt:lpstr>JOIN Operations</vt:lpstr>
      <vt:lpstr>JOIN Operations</vt:lpstr>
      <vt:lpstr>JOIN Operations</vt:lpstr>
      <vt:lpstr>JOIN Operations</vt:lpstr>
      <vt:lpstr>JOIN Operations</vt:lpstr>
      <vt:lpstr>Set Operations</vt:lpstr>
      <vt:lpstr>Set Operations</vt:lpstr>
      <vt:lpstr>Set Operations</vt:lpstr>
      <vt:lpstr>Set Operations</vt:lpstr>
      <vt:lpstr>Set Operations</vt:lpstr>
      <vt:lpstr>Set Operations</vt:lpstr>
      <vt:lpstr>Set Operations</vt:lpstr>
      <vt:lpstr>DIVISION </vt:lpstr>
      <vt:lpstr>DIVISION </vt:lpstr>
      <vt:lpstr>DIVISION </vt:lpstr>
      <vt:lpstr>DIVISION </vt:lpstr>
      <vt:lpstr>Summary </vt:lpstr>
      <vt:lpstr>exercise</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Rico Halim</cp:lastModifiedBy>
  <cp:revision>82</cp:revision>
  <dcterms:created xsi:type="dcterms:W3CDTF">2023-11-17T02:51:40Z</dcterms:created>
  <dcterms:modified xsi:type="dcterms:W3CDTF">2026-04-09T07:16:49Z</dcterms:modified>
</cp:coreProperties>
</file>