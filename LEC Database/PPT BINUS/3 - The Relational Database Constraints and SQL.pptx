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90" r:id="rId2"/>
    <p:sldId id="257" r:id="rId3"/>
    <p:sldId id="258" r:id="rId4"/>
    <p:sldId id="353" r:id="rId5"/>
    <p:sldId id="459" r:id="rId6"/>
    <p:sldId id="460" r:id="rId7"/>
    <p:sldId id="461" r:id="rId8"/>
    <p:sldId id="463" r:id="rId9"/>
    <p:sldId id="464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6" r:id="rId22"/>
    <p:sldId id="477" r:id="rId23"/>
    <p:sldId id="478" r:id="rId24"/>
    <p:sldId id="480" r:id="rId25"/>
    <p:sldId id="481" r:id="rId26"/>
    <p:sldId id="482" r:id="rId27"/>
    <p:sldId id="483" r:id="rId28"/>
    <p:sldId id="484" r:id="rId29"/>
    <p:sldId id="431" r:id="rId30"/>
    <p:sldId id="424" r:id="rId31"/>
    <p:sldId id="458" r:id="rId32"/>
    <p:sldId id="278" r:id="rId33"/>
  </p:sldIdLst>
  <p:sldSz cx="24384000" cy="13716000"/>
  <p:notesSz cx="6858000" cy="9144000"/>
  <p:embeddedFontLst>
    <p:embeddedFont>
      <p:font typeface="OCRB" panose="020B0609020202020204" pitchFamily="49" charset="0"/>
      <p:regular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Open Sans ExtraBold" panose="020B0906030804020204" pitchFamily="34" charset="0"/>
      <p:bold r:id="rId40"/>
      <p:italic r:id="rId41"/>
      <p:boldItalic r:id="rId42"/>
    </p:embeddedFont>
    <p:embeddedFont>
      <p:font typeface="Open Sans Light" panose="020B0306030504020204" pitchFamily="34" charset="0"/>
      <p:regular r:id="rId43"/>
      <p:italic r:id="rId44"/>
    </p:embeddedFont>
    <p:embeddedFont>
      <p:font typeface="Open Sans Semibold" panose="020B0706030804020204" pitchFamily="34" charset="0"/>
      <p:regular r:id="rId45"/>
      <p:bold r:id="rId46"/>
      <p:italic r:id="rId47"/>
      <p:boldItalic r:id="rId4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7033E-EF22-4A75-A1B1-8E42A4B27B98}" v="18" dt="2026-03-20T11:27:34.70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641" autoAdjust="0"/>
  </p:normalViewPr>
  <p:slideViewPr>
    <p:cSldViewPr snapToGrid="0" snapToObjects="1">
      <p:cViewPr>
        <p:scale>
          <a:sx n="25" d="100"/>
          <a:sy n="25" d="100"/>
        </p:scale>
        <p:origin x="1212" y="80"/>
      </p:cViewPr>
      <p:guideLst>
        <p:guide orient="horz" pos="4320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o Halim" userId="e67b7075-521d-4436-9593-c3b020a99b57" providerId="ADAL" clId="{51BE432B-4882-44AA-B011-DD88D23C88BA}"/>
    <pc:docChg chg="undo redo custSel addSld delSld modSld sldOrd">
      <pc:chgData name="Rico Halim" userId="e67b7075-521d-4436-9593-c3b020a99b57" providerId="ADAL" clId="{51BE432B-4882-44AA-B011-DD88D23C88BA}" dt="2026-03-20T11:27:36.183" v="3016" actId="20577"/>
      <pc:docMkLst>
        <pc:docMk/>
      </pc:docMkLst>
      <pc:sldChg chg="modSp mod modNotesTx">
        <pc:chgData name="Rico Halim" userId="e67b7075-521d-4436-9593-c3b020a99b57" providerId="ADAL" clId="{51BE432B-4882-44AA-B011-DD88D23C88BA}" dt="2026-03-18T11:23:25.484" v="2116" actId="20577"/>
        <pc:sldMkLst>
          <pc:docMk/>
          <pc:sldMk cId="2766454393" sldId="257"/>
        </pc:sldMkLst>
        <pc:spChg chg="mod">
          <ac:chgData name="Rico Halim" userId="e67b7075-521d-4436-9593-c3b020a99b57" providerId="ADAL" clId="{51BE432B-4882-44AA-B011-DD88D23C88BA}" dt="2026-03-18T11:23:25.484" v="2116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Rico Halim" userId="e67b7075-521d-4436-9593-c3b020a99b57" providerId="ADAL" clId="{51BE432B-4882-44AA-B011-DD88D23C88BA}" dt="2026-03-17T08:51:19.019" v="831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delSp modSp mod">
        <pc:chgData name="Rico Halim" userId="e67b7075-521d-4436-9593-c3b020a99b57" providerId="ADAL" clId="{51BE432B-4882-44AA-B011-DD88D23C88BA}" dt="2026-03-20T11:22:36.569" v="2973" actId="20577"/>
        <pc:sldMkLst>
          <pc:docMk/>
          <pc:sldMk cId="1889462471" sldId="258"/>
        </pc:sldMkLst>
        <pc:spChg chg="mod">
          <ac:chgData name="Rico Halim" userId="e67b7075-521d-4436-9593-c3b020a99b57" providerId="ADAL" clId="{51BE432B-4882-44AA-B011-DD88D23C88BA}" dt="2026-03-18T11:23:29.628" v="2117" actId="20577"/>
          <ac:spMkLst>
            <pc:docMk/>
            <pc:sldMk cId="1889462471" sldId="258"/>
            <ac:spMk id="3" creationId="{0002D373-5BC5-C51D-92C2-C090C3857861}"/>
          </ac:spMkLst>
        </pc:spChg>
        <pc:spChg chg="add del mod">
          <ac:chgData name="Rico Halim" userId="e67b7075-521d-4436-9593-c3b020a99b57" providerId="ADAL" clId="{51BE432B-4882-44AA-B011-DD88D23C88BA}" dt="2026-03-20T11:22:36.569" v="2973" actId="20577"/>
          <ac:spMkLst>
            <pc:docMk/>
            <pc:sldMk cId="1889462471" sldId="258"/>
            <ac:spMk id="4" creationId="{72B426B6-A02E-F758-7A2B-554FFF354A1A}"/>
          </ac:spMkLst>
        </pc:spChg>
      </pc:sldChg>
      <pc:sldChg chg="addSp delSp modSp mod modShow">
        <pc:chgData name="Rico Halim" userId="e67b7075-521d-4436-9593-c3b020a99b57" providerId="ADAL" clId="{51BE432B-4882-44AA-B011-DD88D23C88BA}" dt="2026-03-20T11:27:36.183" v="3016" actId="20577"/>
        <pc:sldMkLst>
          <pc:docMk/>
          <pc:sldMk cId="3774771954" sldId="278"/>
        </pc:sldMkLst>
        <pc:spChg chg="mod">
          <ac:chgData name="Rico Halim" userId="e67b7075-521d-4436-9593-c3b020a99b57" providerId="ADAL" clId="{51BE432B-4882-44AA-B011-DD88D23C88BA}" dt="2026-03-18T11:23:39.818" v="2118" actId="20577"/>
          <ac:spMkLst>
            <pc:docMk/>
            <pc:sldMk cId="3774771954" sldId="278"/>
            <ac:spMk id="3" creationId="{C9FD4B36-DB29-EC9E-2767-9ED5EA04575E}"/>
          </ac:spMkLst>
        </pc:spChg>
        <pc:spChg chg="add del mod">
          <ac:chgData name="Rico Halim" userId="e67b7075-521d-4436-9593-c3b020a99b57" providerId="ADAL" clId="{51BE432B-4882-44AA-B011-DD88D23C88BA}" dt="2026-03-20T11:27:36.183" v="3016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modSp mod">
        <pc:chgData name="Rico Halim" userId="e67b7075-521d-4436-9593-c3b020a99b57" providerId="ADAL" clId="{51BE432B-4882-44AA-B011-DD88D23C88BA}" dt="2026-03-18T11:23:21.492" v="2112" actId="20577"/>
        <pc:sldMkLst>
          <pc:docMk/>
          <pc:sldMk cId="4205779256" sldId="290"/>
        </pc:sldMkLst>
        <pc:spChg chg="mod">
          <ac:chgData name="Rico Halim" userId="e67b7075-521d-4436-9593-c3b020a99b57" providerId="ADAL" clId="{51BE432B-4882-44AA-B011-DD88D23C88BA}" dt="2026-03-18T11:23:21.492" v="2112" actId="20577"/>
          <ac:spMkLst>
            <pc:docMk/>
            <pc:sldMk cId="4205779256" sldId="290"/>
            <ac:spMk id="2" creationId="{50F9371B-F92F-AED8-457A-F4BAE6779B8C}"/>
          </ac:spMkLst>
        </pc:spChg>
        <pc:spChg chg="mod">
          <ac:chgData name="Rico Halim" userId="e67b7075-521d-4436-9593-c3b020a99b57" providerId="ADAL" clId="{51BE432B-4882-44AA-B011-DD88D23C88BA}" dt="2026-03-18T11:23:19.155" v="2110"/>
          <ac:spMkLst>
            <pc:docMk/>
            <pc:sldMk cId="4205779256" sldId="290"/>
            <ac:spMk id="3" creationId="{05C0E2BF-BBBC-BF27-4255-C5149D193112}"/>
          </ac:spMkLst>
        </pc:spChg>
      </pc:sldChg>
      <pc:sldChg chg="addSp delSp modSp mod">
        <pc:chgData name="Rico Halim" userId="e67b7075-521d-4436-9593-c3b020a99b57" providerId="ADAL" clId="{51BE432B-4882-44AA-B011-DD88D23C88BA}" dt="2026-03-18T11:29:37.481" v="2167" actId="27636"/>
        <pc:sldMkLst>
          <pc:docMk/>
          <pc:sldMk cId="60833931" sldId="353"/>
        </pc:sldMkLst>
        <pc:spChg chg="mod">
          <ac:chgData name="Rico Halim" userId="e67b7075-521d-4436-9593-c3b020a99b57" providerId="ADAL" clId="{51BE432B-4882-44AA-B011-DD88D23C88BA}" dt="2026-03-18T11:29:37.481" v="2167" actId="27636"/>
          <ac:spMkLst>
            <pc:docMk/>
            <pc:sldMk cId="60833931" sldId="353"/>
            <ac:spMk id="4" creationId="{E25F03C2-AB0D-6794-B60F-46FAB7775C86}"/>
          </ac:spMkLst>
        </pc:spChg>
        <pc:spChg chg="mod">
          <ac:chgData name="Rico Halim" userId="e67b7075-521d-4436-9593-c3b020a99b57" providerId="ADAL" clId="{51BE432B-4882-44AA-B011-DD88D23C88BA}" dt="2026-03-18T11:27:38.580" v="2133"/>
          <ac:spMkLst>
            <pc:docMk/>
            <pc:sldMk cId="60833931" sldId="353"/>
            <ac:spMk id="6" creationId="{45267CAF-4E6D-359B-2142-2B42E0F585BC}"/>
          </ac:spMkLst>
        </pc:spChg>
        <pc:spChg chg="mod">
          <ac:chgData name="Rico Halim" userId="e67b7075-521d-4436-9593-c3b020a99b57" providerId="ADAL" clId="{51BE432B-4882-44AA-B011-DD88D23C88BA}" dt="2026-03-18T11:27:44.996" v="2134"/>
          <ac:spMkLst>
            <pc:docMk/>
            <pc:sldMk cId="60833931" sldId="353"/>
            <ac:spMk id="8" creationId="{FBB7E9DD-F947-A1FF-98E2-678F0FB367E0}"/>
          </ac:spMkLst>
        </pc:spChg>
      </pc:sldChg>
      <pc:sldChg chg="addSp modSp mod modShow modNotesTx">
        <pc:chgData name="Rico Halim" userId="e67b7075-521d-4436-9593-c3b020a99b57" providerId="ADAL" clId="{51BE432B-4882-44AA-B011-DD88D23C88BA}" dt="2026-03-20T11:25:53.112" v="2986" actId="5793"/>
        <pc:sldMkLst>
          <pc:docMk/>
          <pc:sldMk cId="2666212466" sldId="424"/>
        </pc:sldMkLst>
        <pc:spChg chg="mod">
          <ac:chgData name="Rico Halim" userId="e67b7075-521d-4436-9593-c3b020a99b57" providerId="ADAL" clId="{51BE432B-4882-44AA-B011-DD88D23C88BA}" dt="2026-03-20T11:25:53.112" v="2986" actId="5793"/>
          <ac:spMkLst>
            <pc:docMk/>
            <pc:sldMk cId="2666212466" sldId="424"/>
            <ac:spMk id="17" creationId="{C93DEF3D-A124-7238-984E-DA54423494E1}"/>
          </ac:spMkLst>
        </pc:spChg>
      </pc:sldChg>
      <pc:sldChg chg="addSp modSp add del mod modShow modNotesTx">
        <pc:chgData name="Rico Halim" userId="e67b7075-521d-4436-9593-c3b020a99b57" providerId="ADAL" clId="{51BE432B-4882-44AA-B011-DD88D23C88BA}" dt="2026-03-20T11:23:09.255" v="2979"/>
        <pc:sldMkLst>
          <pc:docMk/>
          <pc:sldMk cId="2743595152" sldId="431"/>
        </pc:sldMkLst>
        <pc:spChg chg="mod">
          <ac:chgData name="Rico Halim" userId="e67b7075-521d-4436-9593-c3b020a99b57" providerId="ADAL" clId="{51BE432B-4882-44AA-B011-DD88D23C88BA}" dt="2026-03-20T11:23:09.255" v="2979"/>
          <ac:spMkLst>
            <pc:docMk/>
            <pc:sldMk cId="2743595152" sldId="431"/>
            <ac:spMk id="5" creationId="{16D70CE6-8905-FA20-4424-B5730B8F2F20}"/>
          </ac:spMkLst>
        </pc:spChg>
      </pc:sldChg>
      <pc:sldChg chg="modSp add mod modShow">
        <pc:chgData name="Rico Halim" userId="e67b7075-521d-4436-9593-c3b020a99b57" providerId="ADAL" clId="{51BE432B-4882-44AA-B011-DD88D23C88BA}" dt="2026-03-20T11:26:56.748" v="3012" actId="15"/>
        <pc:sldMkLst>
          <pc:docMk/>
          <pc:sldMk cId="1618933723" sldId="458"/>
        </pc:sldMkLst>
        <pc:spChg chg="mod">
          <ac:chgData name="Rico Halim" userId="e67b7075-521d-4436-9593-c3b020a99b57" providerId="ADAL" clId="{51BE432B-4882-44AA-B011-DD88D23C88BA}" dt="2026-03-20T11:26:56.748" v="3012" actId="15"/>
          <ac:spMkLst>
            <pc:docMk/>
            <pc:sldMk cId="1618933723" sldId="458"/>
            <ac:spMk id="17" creationId="{49F5AF5E-A6CC-E36F-83FC-63355D1D5C1C}"/>
          </ac:spMkLst>
        </pc:spChg>
      </pc:sldChg>
      <pc:sldChg chg="addSp modSp add mod">
        <pc:chgData name="Rico Halim" userId="e67b7075-521d-4436-9593-c3b020a99b57" providerId="ADAL" clId="{51BE432B-4882-44AA-B011-DD88D23C88BA}" dt="2026-03-18T11:31:02.967" v="2196" actId="114"/>
        <pc:sldMkLst>
          <pc:docMk/>
          <pc:sldMk cId="3715260584" sldId="459"/>
        </pc:sldMkLst>
        <pc:spChg chg="mod">
          <ac:chgData name="Rico Halim" userId="e67b7075-521d-4436-9593-c3b020a99b57" providerId="ADAL" clId="{51BE432B-4882-44AA-B011-DD88D23C88BA}" dt="2026-03-18T11:31:02.967" v="2196" actId="114"/>
          <ac:spMkLst>
            <pc:docMk/>
            <pc:sldMk cId="3715260584" sldId="459"/>
            <ac:spMk id="4" creationId="{5D00B702-5A9F-EE06-1288-967A7B2A7685}"/>
          </ac:spMkLst>
        </pc:spChg>
        <pc:spChg chg="mod">
          <ac:chgData name="Rico Halim" userId="e67b7075-521d-4436-9593-c3b020a99b57" providerId="ADAL" clId="{51BE432B-4882-44AA-B011-DD88D23C88BA}" dt="2026-03-18T11:29:49.209" v="2169"/>
          <ac:spMkLst>
            <pc:docMk/>
            <pc:sldMk cId="3715260584" sldId="459"/>
            <ac:spMk id="8" creationId="{67D6E597-00E6-0A80-AE33-A546F9B6770A}"/>
          </ac:spMkLst>
        </pc:spChg>
      </pc:sldChg>
      <pc:sldChg chg="addSp modSp add mod">
        <pc:chgData name="Rico Halim" userId="e67b7075-521d-4436-9593-c3b020a99b57" providerId="ADAL" clId="{51BE432B-4882-44AA-B011-DD88D23C88BA}" dt="2026-03-18T11:35:16.990" v="2245"/>
        <pc:sldMkLst>
          <pc:docMk/>
          <pc:sldMk cId="1104701937" sldId="460"/>
        </pc:sldMkLst>
        <pc:spChg chg="mod">
          <ac:chgData name="Rico Halim" userId="e67b7075-521d-4436-9593-c3b020a99b57" providerId="ADAL" clId="{51BE432B-4882-44AA-B011-DD88D23C88BA}" dt="2026-03-18T11:33:54.845" v="2236" actId="114"/>
          <ac:spMkLst>
            <pc:docMk/>
            <pc:sldMk cId="1104701937" sldId="460"/>
            <ac:spMk id="4" creationId="{14D256A7-FFB3-58F0-5CEA-EC5F277EEFC3}"/>
          </ac:spMkLst>
        </pc:spChg>
        <pc:spChg chg="mod">
          <ac:chgData name="Rico Halim" userId="e67b7075-521d-4436-9593-c3b020a99b57" providerId="ADAL" clId="{51BE432B-4882-44AA-B011-DD88D23C88BA}" dt="2026-03-18T11:35:16.990" v="2245"/>
          <ac:spMkLst>
            <pc:docMk/>
            <pc:sldMk cId="1104701937" sldId="460"/>
            <ac:spMk id="8" creationId="{4D56114C-AFB1-1BB0-3DAD-33EF2F384889}"/>
          </ac:spMkLst>
        </pc:spChg>
        <pc:graphicFrameChg chg="add mod modGraphic">
          <ac:chgData name="Rico Halim" userId="e67b7075-521d-4436-9593-c3b020a99b57" providerId="ADAL" clId="{51BE432B-4882-44AA-B011-DD88D23C88BA}" dt="2026-03-18T11:34:36.708" v="2244" actId="1036"/>
          <ac:graphicFrameMkLst>
            <pc:docMk/>
            <pc:sldMk cId="1104701937" sldId="460"/>
            <ac:graphicFrameMk id="2" creationId="{5D56A734-1E5B-871F-61DC-E6F110959001}"/>
          </ac:graphicFrameMkLst>
        </pc:graphicFrameChg>
      </pc:sldChg>
      <pc:sldChg chg="addSp delSp modSp add mod ord">
        <pc:chgData name="Rico Halim" userId="e67b7075-521d-4436-9593-c3b020a99b57" providerId="ADAL" clId="{51BE432B-4882-44AA-B011-DD88D23C88BA}" dt="2026-03-18T11:38:54.550" v="2320" actId="1036"/>
        <pc:sldMkLst>
          <pc:docMk/>
          <pc:sldMk cId="3940971236" sldId="461"/>
        </pc:sldMkLst>
        <pc:spChg chg="mod">
          <ac:chgData name="Rico Halim" userId="e67b7075-521d-4436-9593-c3b020a99b57" providerId="ADAL" clId="{51BE432B-4882-44AA-B011-DD88D23C88BA}" dt="2026-03-18T11:38:38.242" v="2304"/>
          <ac:spMkLst>
            <pc:docMk/>
            <pc:sldMk cId="3940971236" sldId="461"/>
            <ac:spMk id="4" creationId="{DDDB83CF-A987-A404-EF7B-102DB59C98FE}"/>
          </ac:spMkLst>
        </pc:spChg>
        <pc:spChg chg="mod">
          <ac:chgData name="Rico Halim" userId="e67b7075-521d-4436-9593-c3b020a99b57" providerId="ADAL" clId="{51BE432B-4882-44AA-B011-DD88D23C88BA}" dt="2026-03-18T11:35:28.005" v="2249"/>
          <ac:spMkLst>
            <pc:docMk/>
            <pc:sldMk cId="3940971236" sldId="461"/>
            <ac:spMk id="8" creationId="{C82DAB32-7373-A7AD-4C51-E99A4941EA07}"/>
          </ac:spMkLst>
        </pc:spChg>
        <pc:picChg chg="add mod">
          <ac:chgData name="Rico Halim" userId="e67b7075-521d-4436-9593-c3b020a99b57" providerId="ADAL" clId="{51BE432B-4882-44AA-B011-DD88D23C88BA}" dt="2026-03-18T11:38:54.550" v="2320" actId="1036"/>
          <ac:picMkLst>
            <pc:docMk/>
            <pc:sldMk cId="3940971236" sldId="461"/>
            <ac:picMk id="10" creationId="{BF00F6BE-E192-9343-8CBB-58A6EC722B02}"/>
          </ac:picMkLst>
        </pc:picChg>
      </pc:sldChg>
      <pc:sldChg chg="add">
        <pc:chgData name="Rico Halim" userId="e67b7075-521d-4436-9593-c3b020a99b57" providerId="ADAL" clId="{51BE432B-4882-44AA-B011-DD88D23C88BA}" dt="2026-03-18T11:38:28.055" v="2301" actId="2890"/>
        <pc:sldMkLst>
          <pc:docMk/>
          <pc:sldMk cId="2473132280" sldId="463"/>
        </pc:sldMkLst>
      </pc:sldChg>
      <pc:sldChg chg="addSp modSp add mod ord">
        <pc:chgData name="Rico Halim" userId="e67b7075-521d-4436-9593-c3b020a99b57" providerId="ADAL" clId="{51BE432B-4882-44AA-B011-DD88D23C88BA}" dt="2026-03-18T11:43:16.987" v="2339" actId="1076"/>
        <pc:sldMkLst>
          <pc:docMk/>
          <pc:sldMk cId="698004735" sldId="464"/>
        </pc:sldMkLst>
        <pc:spChg chg="mod">
          <ac:chgData name="Rico Halim" userId="e67b7075-521d-4436-9593-c3b020a99b57" providerId="ADAL" clId="{51BE432B-4882-44AA-B011-DD88D23C88BA}" dt="2026-03-18T11:41:53.878" v="2327"/>
          <ac:spMkLst>
            <pc:docMk/>
            <pc:sldMk cId="698004735" sldId="464"/>
            <ac:spMk id="4" creationId="{C58BDB99-35B3-C5A5-731F-622540E8F1DF}"/>
          </ac:spMkLst>
        </pc:spChg>
        <pc:spChg chg="mod">
          <ac:chgData name="Rico Halim" userId="e67b7075-521d-4436-9593-c3b020a99b57" providerId="ADAL" clId="{51BE432B-4882-44AA-B011-DD88D23C88BA}" dt="2026-03-18T11:39:38.217" v="2324"/>
          <ac:spMkLst>
            <pc:docMk/>
            <pc:sldMk cId="698004735" sldId="464"/>
            <ac:spMk id="6" creationId="{407B5C85-6C19-794D-CDAD-61C42017633F}"/>
          </ac:spMkLst>
        </pc:spChg>
        <pc:spChg chg="mod">
          <ac:chgData name="Rico Halim" userId="e67b7075-521d-4436-9593-c3b020a99b57" providerId="ADAL" clId="{51BE432B-4882-44AA-B011-DD88D23C88BA}" dt="2026-03-18T11:39:45.281" v="2325"/>
          <ac:spMkLst>
            <pc:docMk/>
            <pc:sldMk cId="698004735" sldId="464"/>
            <ac:spMk id="8" creationId="{9BE2A887-9CBB-2300-EB76-683217D5A7EA}"/>
          </ac:spMkLst>
        </pc:spChg>
        <pc:picChg chg="add mod">
          <ac:chgData name="Rico Halim" userId="e67b7075-521d-4436-9593-c3b020a99b57" providerId="ADAL" clId="{51BE432B-4882-44AA-B011-DD88D23C88BA}" dt="2026-03-18T11:43:16.987" v="2339" actId="1076"/>
          <ac:picMkLst>
            <pc:docMk/>
            <pc:sldMk cId="698004735" sldId="464"/>
            <ac:picMk id="3" creationId="{BB5EDD37-0736-0367-D50D-89D3B3C0F89A}"/>
          </ac:picMkLst>
        </pc:picChg>
      </pc:sldChg>
      <pc:sldChg chg="modSp add mod">
        <pc:chgData name="Rico Halim" userId="e67b7075-521d-4436-9593-c3b020a99b57" providerId="ADAL" clId="{51BE432B-4882-44AA-B011-DD88D23C88BA}" dt="2026-03-18T11:44:10.695" v="2353" actId="114"/>
        <pc:sldMkLst>
          <pc:docMk/>
          <pc:sldMk cId="1548922276" sldId="465"/>
        </pc:sldMkLst>
        <pc:spChg chg="mod">
          <ac:chgData name="Rico Halim" userId="e67b7075-521d-4436-9593-c3b020a99b57" providerId="ADAL" clId="{51BE432B-4882-44AA-B011-DD88D23C88BA}" dt="2026-03-18T11:44:10.695" v="2353" actId="114"/>
          <ac:spMkLst>
            <pc:docMk/>
            <pc:sldMk cId="1548922276" sldId="465"/>
            <ac:spMk id="4" creationId="{E8308781-C0B4-6120-7960-ED2BD2BE688A}"/>
          </ac:spMkLst>
        </pc:spChg>
      </pc:sldChg>
      <pc:sldChg chg="modSp add mod">
        <pc:chgData name="Rico Halim" userId="e67b7075-521d-4436-9593-c3b020a99b57" providerId="ADAL" clId="{51BE432B-4882-44AA-B011-DD88D23C88BA}" dt="2026-03-18T11:46:12.330" v="2365" actId="27636"/>
        <pc:sldMkLst>
          <pc:docMk/>
          <pc:sldMk cId="4042049507" sldId="466"/>
        </pc:sldMkLst>
        <pc:spChg chg="mod">
          <ac:chgData name="Rico Halim" userId="e67b7075-521d-4436-9593-c3b020a99b57" providerId="ADAL" clId="{51BE432B-4882-44AA-B011-DD88D23C88BA}" dt="2026-03-18T11:46:12.330" v="2365" actId="27636"/>
          <ac:spMkLst>
            <pc:docMk/>
            <pc:sldMk cId="4042049507" sldId="466"/>
            <ac:spMk id="4" creationId="{4DEFA719-D5AE-5FB1-06A4-C2F7E9642667}"/>
          </ac:spMkLst>
        </pc:spChg>
        <pc:spChg chg="mod">
          <ac:chgData name="Rico Halim" userId="e67b7075-521d-4436-9593-c3b020a99b57" providerId="ADAL" clId="{51BE432B-4882-44AA-B011-DD88D23C88BA}" dt="2026-03-18T11:45:19.505" v="2355"/>
          <ac:spMkLst>
            <pc:docMk/>
            <pc:sldMk cId="4042049507" sldId="466"/>
            <ac:spMk id="8" creationId="{48B0C28E-F8F7-E500-F092-D2979E881541}"/>
          </ac:spMkLst>
        </pc:spChg>
      </pc:sldChg>
      <pc:sldChg chg="addSp delSp modSp add mod">
        <pc:chgData name="Rico Halim" userId="e67b7075-521d-4436-9593-c3b020a99b57" providerId="ADAL" clId="{51BE432B-4882-44AA-B011-DD88D23C88BA}" dt="2026-03-18T11:47:10.437" v="2392" actId="20577"/>
        <pc:sldMkLst>
          <pc:docMk/>
          <pc:sldMk cId="1081543557" sldId="467"/>
        </pc:sldMkLst>
        <pc:spChg chg="add del mod">
          <ac:chgData name="Rico Halim" userId="e67b7075-521d-4436-9593-c3b020a99b57" providerId="ADAL" clId="{51BE432B-4882-44AA-B011-DD88D23C88BA}" dt="2026-03-18T11:47:10.437" v="2392" actId="20577"/>
          <ac:spMkLst>
            <pc:docMk/>
            <pc:sldMk cId="1081543557" sldId="467"/>
            <ac:spMk id="4" creationId="{17114731-B132-6289-5B20-AFF9A47B394A}"/>
          </ac:spMkLst>
        </pc:spChg>
        <pc:picChg chg="add mod">
          <ac:chgData name="Rico Halim" userId="e67b7075-521d-4436-9593-c3b020a99b57" providerId="ADAL" clId="{51BE432B-4882-44AA-B011-DD88D23C88BA}" dt="2026-03-18T11:46:58.152" v="2388" actId="14100"/>
          <ac:picMkLst>
            <pc:docMk/>
            <pc:sldMk cId="1081543557" sldId="467"/>
            <ac:picMk id="7" creationId="{B0529CC4-5D08-3F1D-38B5-4FAE968F722F}"/>
          </ac:picMkLst>
        </pc:picChg>
      </pc:sldChg>
      <pc:sldChg chg="addSp modSp add mod ord">
        <pc:chgData name="Rico Halim" userId="e67b7075-521d-4436-9593-c3b020a99b57" providerId="ADAL" clId="{51BE432B-4882-44AA-B011-DD88D23C88BA}" dt="2026-03-18T11:48:32.002" v="2409" actId="20577"/>
        <pc:sldMkLst>
          <pc:docMk/>
          <pc:sldMk cId="1471205187" sldId="468"/>
        </pc:sldMkLst>
        <pc:spChg chg="mod">
          <ac:chgData name="Rico Halim" userId="e67b7075-521d-4436-9593-c3b020a99b57" providerId="ADAL" clId="{51BE432B-4882-44AA-B011-DD88D23C88BA}" dt="2026-03-18T11:48:32.002" v="2409" actId="20577"/>
          <ac:spMkLst>
            <pc:docMk/>
            <pc:sldMk cId="1471205187" sldId="468"/>
            <ac:spMk id="4" creationId="{E52F9A5C-F85B-C445-AC2F-467C52EB743F}"/>
          </ac:spMkLst>
        </pc:spChg>
        <pc:spChg chg="mod">
          <ac:chgData name="Rico Halim" userId="e67b7075-521d-4436-9593-c3b020a99b57" providerId="ADAL" clId="{51BE432B-4882-44AA-B011-DD88D23C88BA}" dt="2026-03-18T11:47:37.943" v="2396"/>
          <ac:spMkLst>
            <pc:docMk/>
            <pc:sldMk cId="1471205187" sldId="468"/>
            <ac:spMk id="8" creationId="{9DA306D5-084D-0446-15C2-1DF66D978729}"/>
          </ac:spMkLst>
        </pc:spChg>
        <pc:picChg chg="add mod">
          <ac:chgData name="Rico Halim" userId="e67b7075-521d-4436-9593-c3b020a99b57" providerId="ADAL" clId="{51BE432B-4882-44AA-B011-DD88D23C88BA}" dt="2026-03-18T11:48:30.357" v="2408" actId="1076"/>
          <ac:picMkLst>
            <pc:docMk/>
            <pc:sldMk cId="1471205187" sldId="468"/>
            <ac:picMk id="3" creationId="{07FC6119-1264-820C-0313-E67D5D6CF090}"/>
          </ac:picMkLst>
        </pc:picChg>
      </pc:sldChg>
      <pc:sldChg chg="add">
        <pc:chgData name="Rico Halim" userId="e67b7075-521d-4436-9593-c3b020a99b57" providerId="ADAL" clId="{51BE432B-4882-44AA-B011-DD88D23C88BA}" dt="2026-03-18T11:48:36.379" v="2410" actId="2890"/>
        <pc:sldMkLst>
          <pc:docMk/>
          <pc:sldMk cId="2220152287" sldId="469"/>
        </pc:sldMkLst>
      </pc:sldChg>
      <pc:sldChg chg="addSp delSp modSp add mod">
        <pc:chgData name="Rico Halim" userId="e67b7075-521d-4436-9593-c3b020a99b57" providerId="ADAL" clId="{51BE432B-4882-44AA-B011-DD88D23C88BA}" dt="2026-03-19T08:59:50.188" v="2429"/>
        <pc:sldMkLst>
          <pc:docMk/>
          <pc:sldMk cId="509797924" sldId="470"/>
        </pc:sldMkLst>
        <pc:spChg chg="mod">
          <ac:chgData name="Rico Halim" userId="e67b7075-521d-4436-9593-c3b020a99b57" providerId="ADAL" clId="{51BE432B-4882-44AA-B011-DD88D23C88BA}" dt="2026-03-19T08:59:50.188" v="2429"/>
          <ac:spMkLst>
            <pc:docMk/>
            <pc:sldMk cId="509797924" sldId="470"/>
            <ac:spMk id="4" creationId="{79E72D2D-64D7-5D6B-40BB-75E6B5E4EE23}"/>
          </ac:spMkLst>
        </pc:spChg>
        <pc:spChg chg="mod">
          <ac:chgData name="Rico Halim" userId="e67b7075-521d-4436-9593-c3b020a99b57" providerId="ADAL" clId="{51BE432B-4882-44AA-B011-DD88D23C88BA}" dt="2026-03-19T08:57:21.342" v="2412"/>
          <ac:spMkLst>
            <pc:docMk/>
            <pc:sldMk cId="509797924" sldId="470"/>
            <ac:spMk id="6" creationId="{46258048-9D17-4DD9-A84D-ABF461D07FEA}"/>
          </ac:spMkLst>
        </pc:spChg>
        <pc:spChg chg="add">
          <ac:chgData name="Rico Halim" userId="e67b7075-521d-4436-9593-c3b020a99b57" providerId="ADAL" clId="{51BE432B-4882-44AA-B011-DD88D23C88BA}" dt="2026-03-19T08:59:36.362" v="2426"/>
          <ac:spMkLst>
            <pc:docMk/>
            <pc:sldMk cId="509797924" sldId="470"/>
            <ac:spMk id="7" creationId="{FC24ABA2-E5FD-C4FE-F6AE-711EAC0190E4}"/>
          </ac:spMkLst>
        </pc:spChg>
        <pc:spChg chg="mod">
          <ac:chgData name="Rico Halim" userId="e67b7075-521d-4436-9593-c3b020a99b57" providerId="ADAL" clId="{51BE432B-4882-44AA-B011-DD88D23C88BA}" dt="2026-03-19T08:57:29.952" v="2413"/>
          <ac:spMkLst>
            <pc:docMk/>
            <pc:sldMk cId="509797924" sldId="470"/>
            <ac:spMk id="8" creationId="{0C671FB2-D88E-DD45-9308-135F7DA831AC}"/>
          </ac:spMkLst>
        </pc:spChg>
        <pc:picChg chg="del">
          <ac:chgData name="Rico Halim" userId="e67b7075-521d-4436-9593-c3b020a99b57" providerId="ADAL" clId="{51BE432B-4882-44AA-B011-DD88D23C88BA}" dt="2026-03-19T08:58:49.212" v="2415" actId="478"/>
          <ac:picMkLst>
            <pc:docMk/>
            <pc:sldMk cId="509797924" sldId="470"/>
            <ac:picMk id="3" creationId="{0F5ED536-7CE8-5F5D-EDF4-555FAFD77F5D}"/>
          </ac:picMkLst>
        </pc:picChg>
        <pc:picChg chg="add mod">
          <ac:chgData name="Rico Halim" userId="e67b7075-521d-4436-9593-c3b020a99b57" providerId="ADAL" clId="{51BE432B-4882-44AA-B011-DD88D23C88BA}" dt="2026-03-19T08:59:21.003" v="2419" actId="1076"/>
          <ac:picMkLst>
            <pc:docMk/>
            <pc:sldMk cId="509797924" sldId="470"/>
            <ac:picMk id="5" creationId="{B96CF8D7-7506-3BCA-3A60-151BAE61A344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19T09:00:48.920" v="2435" actId="1076"/>
        <pc:sldMkLst>
          <pc:docMk/>
          <pc:sldMk cId="112396537" sldId="471"/>
        </pc:sldMkLst>
        <pc:spChg chg="mod">
          <ac:chgData name="Rico Halim" userId="e67b7075-521d-4436-9593-c3b020a99b57" providerId="ADAL" clId="{51BE432B-4882-44AA-B011-DD88D23C88BA}" dt="2026-03-19T09:00:20.774" v="2431"/>
          <ac:spMkLst>
            <pc:docMk/>
            <pc:sldMk cId="112396537" sldId="471"/>
            <ac:spMk id="4" creationId="{576BA936-C754-51C4-776A-615A1945CC6D}"/>
          </ac:spMkLst>
        </pc:spChg>
        <pc:picChg chg="add mod">
          <ac:chgData name="Rico Halim" userId="e67b7075-521d-4436-9593-c3b020a99b57" providerId="ADAL" clId="{51BE432B-4882-44AA-B011-DD88D23C88BA}" dt="2026-03-19T09:00:48.920" v="2435" actId="1076"/>
          <ac:picMkLst>
            <pc:docMk/>
            <pc:sldMk cId="112396537" sldId="471"/>
            <ac:picMk id="3" creationId="{E9A4592C-9629-3D7D-907C-0D1FF32949C6}"/>
          </ac:picMkLst>
        </pc:picChg>
        <pc:picChg chg="del">
          <ac:chgData name="Rico Halim" userId="e67b7075-521d-4436-9593-c3b020a99b57" providerId="ADAL" clId="{51BE432B-4882-44AA-B011-DD88D23C88BA}" dt="2026-03-19T09:00:23.472" v="2432" actId="478"/>
          <ac:picMkLst>
            <pc:docMk/>
            <pc:sldMk cId="112396537" sldId="471"/>
            <ac:picMk id="5" creationId="{26BCCFBD-CDB4-C788-C7AB-ED7A963E2FAE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0:56:29.957" v="2836" actId="14100"/>
        <pc:sldMkLst>
          <pc:docMk/>
          <pc:sldMk cId="772719525" sldId="472"/>
        </pc:sldMkLst>
        <pc:spChg chg="mod">
          <ac:chgData name="Rico Halim" userId="e67b7075-521d-4436-9593-c3b020a99b57" providerId="ADAL" clId="{51BE432B-4882-44AA-B011-DD88D23C88BA}" dt="2026-03-20T10:56:25.305" v="2833" actId="20577"/>
          <ac:spMkLst>
            <pc:docMk/>
            <pc:sldMk cId="772719525" sldId="472"/>
            <ac:spMk id="4" creationId="{A1C3B588-037F-5B3C-87CC-5F08C4770AB8}"/>
          </ac:spMkLst>
        </pc:spChg>
        <pc:spChg chg="mod">
          <ac:chgData name="Rico Halim" userId="e67b7075-521d-4436-9593-c3b020a99b57" providerId="ADAL" clId="{51BE432B-4882-44AA-B011-DD88D23C88BA}" dt="2026-03-19T09:01:57.569" v="2437"/>
          <ac:spMkLst>
            <pc:docMk/>
            <pc:sldMk cId="772719525" sldId="472"/>
            <ac:spMk id="8" creationId="{22B952B3-593B-860C-1D48-CEDC206156B1}"/>
          </ac:spMkLst>
        </pc:spChg>
        <pc:picChg chg="add mod">
          <ac:chgData name="Rico Halim" userId="e67b7075-521d-4436-9593-c3b020a99b57" providerId="ADAL" clId="{51BE432B-4882-44AA-B011-DD88D23C88BA}" dt="2026-03-20T10:56:29.957" v="2836" actId="14100"/>
          <ac:picMkLst>
            <pc:docMk/>
            <pc:sldMk cId="772719525" sldId="472"/>
            <ac:picMk id="3" creationId="{55807EA8-7842-FA88-D8C7-382E6AA100DB}"/>
          </ac:picMkLst>
        </pc:picChg>
        <pc:picChg chg="del">
          <ac:chgData name="Rico Halim" userId="e67b7075-521d-4436-9593-c3b020a99b57" providerId="ADAL" clId="{51BE432B-4882-44AA-B011-DD88D23C88BA}" dt="2026-03-19T09:02:07.685" v="2440" actId="478"/>
          <ac:picMkLst>
            <pc:docMk/>
            <pc:sldMk cId="772719525" sldId="472"/>
            <ac:picMk id="3" creationId="{8AF9D954-3A35-4372-D580-5175EC33626C}"/>
          </ac:picMkLst>
        </pc:picChg>
        <pc:picChg chg="add del mod">
          <ac:chgData name="Rico Halim" userId="e67b7075-521d-4436-9593-c3b020a99b57" providerId="ADAL" clId="{51BE432B-4882-44AA-B011-DD88D23C88BA}" dt="2026-03-20T10:56:21.692" v="2831" actId="478"/>
          <ac:picMkLst>
            <pc:docMk/>
            <pc:sldMk cId="772719525" sldId="472"/>
            <ac:picMk id="5" creationId="{76F68D84-87E4-E0CF-3AD2-DA0A686CDCE1}"/>
          </ac:picMkLst>
        </pc:picChg>
        <pc:picChg chg="add del mod">
          <ac:chgData name="Rico Halim" userId="e67b7075-521d-4436-9593-c3b020a99b57" providerId="ADAL" clId="{51BE432B-4882-44AA-B011-DD88D23C88BA}" dt="2026-03-20T10:56:22.759" v="2832" actId="478"/>
          <ac:picMkLst>
            <pc:docMk/>
            <pc:sldMk cId="772719525" sldId="472"/>
            <ac:picMk id="9" creationId="{C5A7D328-6939-78A3-5268-21D73E0A9501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0:57:10.817" v="2843" actId="14100"/>
        <pc:sldMkLst>
          <pc:docMk/>
          <pc:sldMk cId="1140796307" sldId="473"/>
        </pc:sldMkLst>
        <pc:spChg chg="mod">
          <ac:chgData name="Rico Halim" userId="e67b7075-521d-4436-9593-c3b020a99b57" providerId="ADAL" clId="{51BE432B-4882-44AA-B011-DD88D23C88BA}" dt="2026-03-20T10:57:03.746" v="2840" actId="20577"/>
          <ac:spMkLst>
            <pc:docMk/>
            <pc:sldMk cId="1140796307" sldId="473"/>
            <ac:spMk id="4" creationId="{1C753E83-311C-C024-4D70-764ABCE314D8}"/>
          </ac:spMkLst>
        </pc:spChg>
        <pc:picChg chg="add del mod">
          <ac:chgData name="Rico Halim" userId="e67b7075-521d-4436-9593-c3b020a99b57" providerId="ADAL" clId="{51BE432B-4882-44AA-B011-DD88D23C88BA}" dt="2026-03-20T10:57:00.690" v="2837" actId="478"/>
          <ac:picMkLst>
            <pc:docMk/>
            <pc:sldMk cId="1140796307" sldId="473"/>
            <ac:picMk id="3" creationId="{75E12B99-463E-009E-B436-546DA147F9AB}"/>
          </ac:picMkLst>
        </pc:picChg>
        <pc:picChg chg="del">
          <ac:chgData name="Rico Halim" userId="e67b7075-521d-4436-9593-c3b020a99b57" providerId="ADAL" clId="{51BE432B-4882-44AA-B011-DD88D23C88BA}" dt="2026-03-19T09:07:13.695" v="2488" actId="478"/>
          <ac:picMkLst>
            <pc:docMk/>
            <pc:sldMk cId="1140796307" sldId="473"/>
            <ac:picMk id="5" creationId="{A185AAAC-52BA-9071-8F27-392F88D33937}"/>
          </ac:picMkLst>
        </pc:picChg>
        <pc:picChg chg="add mod">
          <ac:chgData name="Rico Halim" userId="e67b7075-521d-4436-9593-c3b020a99b57" providerId="ADAL" clId="{51BE432B-4882-44AA-B011-DD88D23C88BA}" dt="2026-03-20T10:57:10.817" v="2843" actId="14100"/>
          <ac:picMkLst>
            <pc:docMk/>
            <pc:sldMk cId="1140796307" sldId="473"/>
            <ac:picMk id="5" creationId="{B36C59B6-14FB-C265-320A-646FB46C0367}"/>
          </ac:picMkLst>
        </pc:picChg>
        <pc:picChg chg="del">
          <ac:chgData name="Rico Halim" userId="e67b7075-521d-4436-9593-c3b020a99b57" providerId="ADAL" clId="{51BE432B-4882-44AA-B011-DD88D23C88BA}" dt="2026-03-19T09:07:37.868" v="2498" actId="478"/>
          <ac:picMkLst>
            <pc:docMk/>
            <pc:sldMk cId="1140796307" sldId="473"/>
            <ac:picMk id="9" creationId="{25AE6FA3-B3A0-01FA-CB5F-B5EEC76CCCD7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00:25.365" v="2849" actId="14100"/>
        <pc:sldMkLst>
          <pc:docMk/>
          <pc:sldMk cId="2597714730" sldId="474"/>
        </pc:sldMkLst>
        <pc:spChg chg="add">
          <ac:chgData name="Rico Halim" userId="e67b7075-521d-4436-9593-c3b020a99b57" providerId="ADAL" clId="{51BE432B-4882-44AA-B011-DD88D23C88BA}" dt="2026-03-19T09:09:47.988" v="2525"/>
          <ac:spMkLst>
            <pc:docMk/>
            <pc:sldMk cId="2597714730" sldId="474"/>
            <ac:spMk id="2" creationId="{A6F5987E-0567-0B7E-F7A5-7CBEA9690A63}"/>
          </ac:spMkLst>
        </pc:spChg>
        <pc:spChg chg="del mod">
          <ac:chgData name="Rico Halim" userId="e67b7075-521d-4436-9593-c3b020a99b57" providerId="ADAL" clId="{51BE432B-4882-44AA-B011-DD88D23C88BA}" dt="2026-03-20T11:00:20.935" v="2847" actId="22"/>
          <ac:spMkLst>
            <pc:docMk/>
            <pc:sldMk cId="2597714730" sldId="474"/>
            <ac:spMk id="4" creationId="{177CFEE5-C8A2-65F8-1E67-8740F99F2E6A}"/>
          </ac:spMkLst>
        </pc:spChg>
        <pc:spChg chg="mod">
          <ac:chgData name="Rico Halim" userId="e67b7075-521d-4436-9593-c3b020a99b57" providerId="ADAL" clId="{51BE432B-4882-44AA-B011-DD88D23C88BA}" dt="2026-03-19T09:09:21.155" v="2510"/>
          <ac:spMkLst>
            <pc:docMk/>
            <pc:sldMk cId="2597714730" sldId="474"/>
            <ac:spMk id="8" creationId="{2AF3511B-F1B2-3572-0AAF-CB84F1CF0E09}"/>
          </ac:spMkLst>
        </pc:spChg>
        <pc:picChg chg="add mod ord">
          <ac:chgData name="Rico Halim" userId="e67b7075-521d-4436-9593-c3b020a99b57" providerId="ADAL" clId="{51BE432B-4882-44AA-B011-DD88D23C88BA}" dt="2026-03-20T11:00:25.365" v="2849" actId="14100"/>
          <ac:picMkLst>
            <pc:docMk/>
            <pc:sldMk cId="2597714730" sldId="474"/>
            <ac:picMk id="3" creationId="{32F0F4FA-06F2-B4D1-33FF-3064617E07D6}"/>
          </ac:picMkLst>
        </pc:picChg>
        <pc:picChg chg="del">
          <ac:chgData name="Rico Halim" userId="e67b7075-521d-4436-9593-c3b020a99b57" providerId="ADAL" clId="{51BE432B-4882-44AA-B011-DD88D23C88BA}" dt="2026-03-19T09:09:32.258" v="2515" actId="478"/>
          <ac:picMkLst>
            <pc:docMk/>
            <pc:sldMk cId="2597714730" sldId="474"/>
            <ac:picMk id="3" creationId="{5A2976EC-B8F9-D8A8-680C-F1F745E0417E}"/>
          </ac:picMkLst>
        </pc:picChg>
        <pc:picChg chg="add del mod">
          <ac:chgData name="Rico Halim" userId="e67b7075-521d-4436-9593-c3b020a99b57" providerId="ADAL" clId="{51BE432B-4882-44AA-B011-DD88D23C88BA}" dt="2026-03-20T11:00:19.020" v="2845" actId="478"/>
          <ac:picMkLst>
            <pc:docMk/>
            <pc:sldMk cId="2597714730" sldId="474"/>
            <ac:picMk id="7" creationId="{FEFDFB79-3406-E7BD-A9E4-258BCBA636C6}"/>
          </ac:picMkLst>
        </pc:picChg>
        <pc:picChg chg="add del mod">
          <ac:chgData name="Rico Halim" userId="e67b7075-521d-4436-9593-c3b020a99b57" providerId="ADAL" clId="{51BE432B-4882-44AA-B011-DD88D23C88BA}" dt="2026-03-20T11:00:17.967" v="2844" actId="478"/>
          <ac:picMkLst>
            <pc:docMk/>
            <pc:sldMk cId="2597714730" sldId="474"/>
            <ac:picMk id="10" creationId="{9BAF32D3-0E27-61B1-43F0-1D16D8155E99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01:42.396" v="2855" actId="14100"/>
        <pc:sldMkLst>
          <pc:docMk/>
          <pc:sldMk cId="1028488387" sldId="475"/>
        </pc:sldMkLst>
        <pc:spChg chg="del mod">
          <ac:chgData name="Rico Halim" userId="e67b7075-521d-4436-9593-c3b020a99b57" providerId="ADAL" clId="{51BE432B-4882-44AA-B011-DD88D23C88BA}" dt="2026-03-20T11:01:34.846" v="2851" actId="478"/>
          <ac:spMkLst>
            <pc:docMk/>
            <pc:sldMk cId="1028488387" sldId="475"/>
            <ac:spMk id="4" creationId="{D545EF82-40A3-1461-9976-F1228EF2BA3F}"/>
          </ac:spMkLst>
        </pc:spChg>
        <pc:spChg chg="add mod">
          <ac:chgData name="Rico Halim" userId="e67b7075-521d-4436-9593-c3b020a99b57" providerId="ADAL" clId="{51BE432B-4882-44AA-B011-DD88D23C88BA}" dt="2026-03-20T11:01:34.846" v="2851" actId="478"/>
          <ac:spMkLst>
            <pc:docMk/>
            <pc:sldMk cId="1028488387" sldId="475"/>
            <ac:spMk id="5" creationId="{D47DAD59-D4F5-CEF0-5BF8-308423362710}"/>
          </ac:spMkLst>
        </pc:spChg>
        <pc:spChg chg="del">
          <ac:chgData name="Rico Halim" userId="e67b7075-521d-4436-9593-c3b020a99b57" providerId="ADAL" clId="{51BE432B-4882-44AA-B011-DD88D23C88BA}" dt="2026-03-20T11:01:32.747" v="2850" actId="478"/>
          <ac:spMkLst>
            <pc:docMk/>
            <pc:sldMk cId="1028488387" sldId="475"/>
            <ac:spMk id="19" creationId="{25A9D6D2-E03C-80DB-0A48-5E8F23AD652D}"/>
          </ac:spMkLst>
        </pc:spChg>
        <pc:picChg chg="add del mod">
          <ac:chgData name="Rico Halim" userId="e67b7075-521d-4436-9593-c3b020a99b57" providerId="ADAL" clId="{51BE432B-4882-44AA-B011-DD88D23C88BA}" dt="2026-03-20T11:01:32.747" v="2850" actId="478"/>
          <ac:picMkLst>
            <pc:docMk/>
            <pc:sldMk cId="1028488387" sldId="475"/>
            <ac:picMk id="3" creationId="{6955D299-5143-B7E7-71B6-C5135A4ADB54}"/>
          </ac:picMkLst>
        </pc:picChg>
        <pc:picChg chg="del">
          <ac:chgData name="Rico Halim" userId="e67b7075-521d-4436-9593-c3b020a99b57" providerId="ADAL" clId="{51BE432B-4882-44AA-B011-DD88D23C88BA}" dt="2026-03-19T09:12:13.667" v="2555" actId="478"/>
          <ac:picMkLst>
            <pc:docMk/>
            <pc:sldMk cId="1028488387" sldId="475"/>
            <ac:picMk id="7" creationId="{68366D07-97F1-E4F6-319C-3BCE0558E54E}"/>
          </ac:picMkLst>
        </pc:picChg>
        <pc:picChg chg="add mod">
          <ac:chgData name="Rico Halim" userId="e67b7075-521d-4436-9593-c3b020a99b57" providerId="ADAL" clId="{51BE432B-4882-44AA-B011-DD88D23C88BA}" dt="2026-03-20T11:01:42.396" v="2855" actId="14100"/>
          <ac:picMkLst>
            <pc:docMk/>
            <pc:sldMk cId="1028488387" sldId="475"/>
            <ac:picMk id="9" creationId="{AE91E1CD-667E-4197-3FC0-E897D3B09838}"/>
          </ac:picMkLst>
        </pc:picChg>
        <pc:picChg chg="del">
          <ac:chgData name="Rico Halim" userId="e67b7075-521d-4436-9593-c3b020a99b57" providerId="ADAL" clId="{51BE432B-4882-44AA-B011-DD88D23C88BA}" dt="2026-03-19T09:12:43.201" v="2558" actId="478"/>
          <ac:picMkLst>
            <pc:docMk/>
            <pc:sldMk cId="1028488387" sldId="475"/>
            <ac:picMk id="10" creationId="{97D00437-2C2C-ADA0-6640-C32E95C40601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03:00.595" v="2877" actId="1076"/>
        <pc:sldMkLst>
          <pc:docMk/>
          <pc:sldMk cId="3436212793" sldId="476"/>
        </pc:sldMkLst>
        <pc:spChg chg="mod">
          <ac:chgData name="Rico Halim" userId="e67b7075-521d-4436-9593-c3b020a99b57" providerId="ADAL" clId="{51BE432B-4882-44AA-B011-DD88D23C88BA}" dt="2026-03-20T11:02:52.774" v="2875" actId="27636"/>
          <ac:spMkLst>
            <pc:docMk/>
            <pc:sldMk cId="3436212793" sldId="476"/>
            <ac:spMk id="4" creationId="{E2B0DCC8-7CA9-E380-F858-EE5490E9DBEF}"/>
          </ac:spMkLst>
        </pc:spChg>
        <pc:spChg chg="mod">
          <ac:chgData name="Rico Halim" userId="e67b7075-521d-4436-9593-c3b020a99b57" providerId="ADAL" clId="{51BE432B-4882-44AA-B011-DD88D23C88BA}" dt="2026-03-19T09:13:53.659" v="2565"/>
          <ac:spMkLst>
            <pc:docMk/>
            <pc:sldMk cId="3436212793" sldId="476"/>
            <ac:spMk id="8" creationId="{C5EF16F7-D3A2-2EB1-8716-0BB9787A269E}"/>
          </ac:spMkLst>
        </pc:spChg>
        <pc:picChg chg="add mod">
          <ac:chgData name="Rico Halim" userId="e67b7075-521d-4436-9593-c3b020a99b57" providerId="ADAL" clId="{51BE432B-4882-44AA-B011-DD88D23C88BA}" dt="2026-03-20T11:03:00.595" v="2877" actId="1076"/>
          <ac:picMkLst>
            <pc:docMk/>
            <pc:sldMk cId="3436212793" sldId="476"/>
            <ac:picMk id="3" creationId="{D34119E2-3CBF-D250-6353-E0EC133A34F4}"/>
          </ac:picMkLst>
        </pc:picChg>
        <pc:picChg chg="del">
          <ac:chgData name="Rico Halim" userId="e67b7075-521d-4436-9593-c3b020a99b57" providerId="ADAL" clId="{51BE432B-4882-44AA-B011-DD88D23C88BA}" dt="2026-03-19T09:14:08.125" v="2566" actId="478"/>
          <ac:picMkLst>
            <pc:docMk/>
            <pc:sldMk cId="3436212793" sldId="476"/>
            <ac:picMk id="3" creationId="{F769958B-60A1-35A4-1F8A-48DA6B3AAF21}"/>
          </ac:picMkLst>
        </pc:picChg>
        <pc:picChg chg="add del mod">
          <ac:chgData name="Rico Halim" userId="e67b7075-521d-4436-9593-c3b020a99b57" providerId="ADAL" clId="{51BE432B-4882-44AA-B011-DD88D23C88BA}" dt="2026-03-20T11:02:38.288" v="2856" actId="478"/>
          <ac:picMkLst>
            <pc:docMk/>
            <pc:sldMk cId="3436212793" sldId="476"/>
            <ac:picMk id="5" creationId="{BE00D8EA-EFD0-6C4C-73D7-C051B80A6398}"/>
          </ac:picMkLst>
        </pc:picChg>
        <pc:picChg chg="add del mod">
          <ac:chgData name="Rico Halim" userId="e67b7075-521d-4436-9593-c3b020a99b57" providerId="ADAL" clId="{51BE432B-4882-44AA-B011-DD88D23C88BA}" dt="2026-03-20T11:02:38.288" v="2856" actId="478"/>
          <ac:picMkLst>
            <pc:docMk/>
            <pc:sldMk cId="3436212793" sldId="476"/>
            <ac:picMk id="9" creationId="{527F4476-929B-9A34-B01A-9307F432B346}"/>
          </ac:picMkLst>
        </pc:picChg>
        <pc:picChg chg="add mod">
          <ac:chgData name="Rico Halim" userId="e67b7075-521d-4436-9593-c3b020a99b57" providerId="ADAL" clId="{51BE432B-4882-44AA-B011-DD88D23C88BA}" dt="2026-03-19T09:22:38.266" v="2659"/>
          <ac:picMkLst>
            <pc:docMk/>
            <pc:sldMk cId="3436212793" sldId="476"/>
            <ac:picMk id="10" creationId="{3BC98DC3-3B80-F757-BBB9-B82665EA4EEA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19T09:26:09.316" v="2693" actId="1076"/>
        <pc:sldMkLst>
          <pc:docMk/>
          <pc:sldMk cId="512712689" sldId="477"/>
        </pc:sldMkLst>
        <pc:spChg chg="mod">
          <ac:chgData name="Rico Halim" userId="e67b7075-521d-4436-9593-c3b020a99b57" providerId="ADAL" clId="{51BE432B-4882-44AA-B011-DD88D23C88BA}" dt="2026-03-19T09:23:20.533" v="2675" actId="404"/>
          <ac:spMkLst>
            <pc:docMk/>
            <pc:sldMk cId="512712689" sldId="477"/>
            <ac:spMk id="4" creationId="{6E119748-53C0-1FBB-B68B-70FC69779A3D}"/>
          </ac:spMkLst>
        </pc:spChg>
        <pc:spChg chg="mod">
          <ac:chgData name="Rico Halim" userId="e67b7075-521d-4436-9593-c3b020a99b57" providerId="ADAL" clId="{51BE432B-4882-44AA-B011-DD88D23C88BA}" dt="2026-03-19T09:22:58.977" v="2665" actId="14100"/>
          <ac:spMkLst>
            <pc:docMk/>
            <pc:sldMk cId="512712689" sldId="477"/>
            <ac:spMk id="8" creationId="{7B844064-DD5E-2472-61F4-962CB1F6C83D}"/>
          </ac:spMkLst>
        </pc:spChg>
        <pc:graphicFrameChg chg="add mod modGraphic">
          <ac:chgData name="Rico Halim" userId="e67b7075-521d-4436-9593-c3b020a99b57" providerId="ADAL" clId="{51BE432B-4882-44AA-B011-DD88D23C88BA}" dt="2026-03-19T09:26:09.316" v="2693" actId="1076"/>
          <ac:graphicFrameMkLst>
            <pc:docMk/>
            <pc:sldMk cId="512712689" sldId="477"/>
            <ac:graphicFrameMk id="2" creationId="{BC8AEA0C-78D5-6B0C-34EA-70DA52BC0A90}"/>
          </ac:graphicFrameMkLst>
        </pc:graphicFrameChg>
        <pc:picChg chg="del">
          <ac:chgData name="Rico Halim" userId="e67b7075-521d-4436-9593-c3b020a99b57" providerId="ADAL" clId="{51BE432B-4882-44AA-B011-DD88D23C88BA}" dt="2026-03-19T09:23:11.296" v="2668" actId="478"/>
          <ac:picMkLst>
            <pc:docMk/>
            <pc:sldMk cId="512712689" sldId="477"/>
            <ac:picMk id="5" creationId="{AB3D0CAC-5DDC-ABCC-7936-A0285828DCD9}"/>
          </ac:picMkLst>
        </pc:picChg>
        <pc:picChg chg="del">
          <ac:chgData name="Rico Halim" userId="e67b7075-521d-4436-9593-c3b020a99b57" providerId="ADAL" clId="{51BE432B-4882-44AA-B011-DD88D23C88BA}" dt="2026-03-19T09:23:11.296" v="2668" actId="478"/>
          <ac:picMkLst>
            <pc:docMk/>
            <pc:sldMk cId="512712689" sldId="477"/>
            <ac:picMk id="9" creationId="{21A33FC7-551E-380A-A50A-FAE7288733E5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19T09:38:23.911" v="2738" actId="122"/>
        <pc:sldMkLst>
          <pc:docMk/>
          <pc:sldMk cId="1849507374" sldId="478"/>
        </pc:sldMkLst>
        <pc:spChg chg="mod">
          <ac:chgData name="Rico Halim" userId="e67b7075-521d-4436-9593-c3b020a99b57" providerId="ADAL" clId="{51BE432B-4882-44AA-B011-DD88D23C88BA}" dt="2026-03-19T09:36:16.193" v="2725" actId="20577"/>
          <ac:spMkLst>
            <pc:docMk/>
            <pc:sldMk cId="1849507374" sldId="478"/>
            <ac:spMk id="4" creationId="{AD5FA2CE-B4C6-684A-9193-62A42EA964B8}"/>
          </ac:spMkLst>
        </pc:spChg>
        <pc:spChg chg="mod">
          <ac:chgData name="Rico Halim" userId="e67b7075-521d-4436-9593-c3b020a99b57" providerId="ADAL" clId="{51BE432B-4882-44AA-B011-DD88D23C88BA}" dt="2026-03-19T09:33:32.898" v="2715"/>
          <ac:spMkLst>
            <pc:docMk/>
            <pc:sldMk cId="1849507374" sldId="478"/>
            <ac:spMk id="6" creationId="{FD4DCE34-D813-02C6-D32E-E5E326F8E968}"/>
          </ac:spMkLst>
        </pc:spChg>
        <pc:spChg chg="mod">
          <ac:chgData name="Rico Halim" userId="e67b7075-521d-4436-9593-c3b020a99b57" providerId="ADAL" clId="{51BE432B-4882-44AA-B011-DD88D23C88BA}" dt="2026-03-19T09:33:39.903" v="2716"/>
          <ac:spMkLst>
            <pc:docMk/>
            <pc:sldMk cId="1849507374" sldId="478"/>
            <ac:spMk id="8" creationId="{4C4CEA95-E3A5-261B-D584-52EECD6D2AF7}"/>
          </ac:spMkLst>
        </pc:spChg>
        <pc:graphicFrameChg chg="del">
          <ac:chgData name="Rico Halim" userId="e67b7075-521d-4436-9593-c3b020a99b57" providerId="ADAL" clId="{51BE432B-4882-44AA-B011-DD88D23C88BA}" dt="2026-03-19T09:26:17.535" v="2695" actId="478"/>
          <ac:graphicFrameMkLst>
            <pc:docMk/>
            <pc:sldMk cId="1849507374" sldId="478"/>
            <ac:graphicFrameMk id="2" creationId="{E2F0C4E8-A443-9059-9E05-E1A6B536729D}"/>
          </ac:graphicFrameMkLst>
        </pc:graphicFrameChg>
        <pc:graphicFrameChg chg="add mod modGraphic">
          <ac:chgData name="Rico Halim" userId="e67b7075-521d-4436-9593-c3b020a99b57" providerId="ADAL" clId="{51BE432B-4882-44AA-B011-DD88D23C88BA}" dt="2026-03-19T09:38:23.911" v="2738" actId="122"/>
          <ac:graphicFrameMkLst>
            <pc:docMk/>
            <pc:sldMk cId="1849507374" sldId="478"/>
            <ac:graphicFrameMk id="10" creationId="{BCF2B8D4-027B-21E7-0B52-E6A1AE268398}"/>
          </ac:graphicFrameMkLst>
        </pc:graphicFrameChg>
        <pc:picChg chg="add del mod">
          <ac:chgData name="Rico Halim" userId="e67b7075-521d-4436-9593-c3b020a99b57" providerId="ADAL" clId="{51BE432B-4882-44AA-B011-DD88D23C88BA}" dt="2026-03-19T09:35:29.777" v="2719" actId="478"/>
          <ac:picMkLst>
            <pc:docMk/>
            <pc:sldMk cId="1849507374" sldId="478"/>
            <ac:picMk id="5" creationId="{37FC03EC-DFE2-EB98-D181-5DF8D65BC31B}"/>
          </ac:picMkLst>
        </pc:picChg>
        <pc:picChg chg="add mod">
          <ac:chgData name="Rico Halim" userId="e67b7075-521d-4436-9593-c3b020a99b57" providerId="ADAL" clId="{51BE432B-4882-44AA-B011-DD88D23C88BA}" dt="2026-03-19T09:35:59.785" v="2724" actId="1076"/>
          <ac:picMkLst>
            <pc:docMk/>
            <pc:sldMk cId="1849507374" sldId="478"/>
            <ac:picMk id="9" creationId="{A4C699A0-645D-AD15-62CE-3E7644689C05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20T11:05:22.714" v="2886" actId="47"/>
        <pc:sldMkLst>
          <pc:docMk/>
          <pc:sldMk cId="474517118" sldId="479"/>
        </pc:sldMkLst>
        <pc:spChg chg="add mod">
          <ac:chgData name="Rico Halim" userId="e67b7075-521d-4436-9593-c3b020a99b57" providerId="ADAL" clId="{51BE432B-4882-44AA-B011-DD88D23C88BA}" dt="2026-03-19T09:41:02.223" v="2744"/>
          <ac:spMkLst>
            <pc:docMk/>
            <pc:sldMk cId="474517118" sldId="479"/>
            <ac:spMk id="3" creationId="{2232E683-F436-959F-3471-C35150F3356C}"/>
          </ac:spMkLst>
        </pc:spChg>
        <pc:spChg chg="add del mod">
          <ac:chgData name="Rico Halim" userId="e67b7075-521d-4436-9593-c3b020a99b57" providerId="ADAL" clId="{51BE432B-4882-44AA-B011-DD88D23C88BA}" dt="2026-03-20T10:54:37.311" v="2827" actId="22"/>
          <ac:spMkLst>
            <pc:docMk/>
            <pc:sldMk cId="474517118" sldId="479"/>
            <ac:spMk id="4" creationId="{92A1EBCA-DE73-9586-4AD7-7CA4B2B1F943}"/>
          </ac:spMkLst>
        </pc:spChg>
        <pc:spChg chg="add mod">
          <ac:chgData name="Rico Halim" userId="e67b7075-521d-4436-9593-c3b020a99b57" providerId="ADAL" clId="{51BE432B-4882-44AA-B011-DD88D23C88BA}" dt="2026-03-19T09:41:10.470" v="2747"/>
          <ac:spMkLst>
            <pc:docMk/>
            <pc:sldMk cId="474517118" sldId="479"/>
            <ac:spMk id="5" creationId="{D4FFC82D-5486-631D-6B4E-6F14D4C76FC9}"/>
          </ac:spMkLst>
        </pc:spChg>
        <pc:spChg chg="del mod">
          <ac:chgData name="Rico Halim" userId="e67b7075-521d-4436-9593-c3b020a99b57" providerId="ADAL" clId="{51BE432B-4882-44AA-B011-DD88D23C88BA}" dt="2026-03-19T09:40:48.192" v="2741" actId="478"/>
          <ac:spMkLst>
            <pc:docMk/>
            <pc:sldMk cId="474517118" sldId="479"/>
            <ac:spMk id="8" creationId="{2F3C6E5A-CDEE-B0BA-9AC3-D325609B240A}"/>
          </ac:spMkLst>
        </pc:spChg>
        <pc:spChg chg="add mod">
          <ac:chgData name="Rico Halim" userId="e67b7075-521d-4436-9593-c3b020a99b57" providerId="ADAL" clId="{51BE432B-4882-44AA-B011-DD88D23C88BA}" dt="2026-03-19T09:44:16.816" v="2761"/>
          <ac:spMkLst>
            <pc:docMk/>
            <pc:sldMk cId="474517118" sldId="479"/>
            <ac:spMk id="14" creationId="{F5392348-7DB1-F3DA-B76B-FC9C4118B6B0}"/>
          </ac:spMkLst>
        </pc:spChg>
        <pc:graphicFrameChg chg="del">
          <ac:chgData name="Rico Halim" userId="e67b7075-521d-4436-9593-c3b020a99b57" providerId="ADAL" clId="{51BE432B-4882-44AA-B011-DD88D23C88BA}" dt="2026-03-19T09:40:51.724" v="2742" actId="478"/>
          <ac:graphicFrameMkLst>
            <pc:docMk/>
            <pc:sldMk cId="474517118" sldId="479"/>
            <ac:graphicFrameMk id="10" creationId="{341A648D-359D-F127-A59B-88464786CAD4}"/>
          </ac:graphicFrameMkLst>
        </pc:graphicFrameChg>
        <pc:picChg chg="add del mod ord">
          <ac:chgData name="Rico Halim" userId="e67b7075-521d-4436-9593-c3b020a99b57" providerId="ADAL" clId="{51BE432B-4882-44AA-B011-DD88D23C88BA}" dt="2026-03-20T10:54:39.221" v="2828" actId="478"/>
          <ac:picMkLst>
            <pc:docMk/>
            <pc:sldMk cId="474517118" sldId="479"/>
            <ac:picMk id="5" creationId="{11A07E77-34D9-7E96-D6FC-B0A6460C2C91}"/>
          </ac:picMkLst>
        </pc:picChg>
        <pc:picChg chg="add del mod">
          <ac:chgData name="Rico Halim" userId="e67b7075-521d-4436-9593-c3b020a99b57" providerId="ADAL" clId="{51BE432B-4882-44AA-B011-DD88D23C88BA}" dt="2026-03-20T10:54:39.221" v="2828" actId="478"/>
          <ac:picMkLst>
            <pc:docMk/>
            <pc:sldMk cId="474517118" sldId="479"/>
            <ac:picMk id="8" creationId="{9A615643-2213-EAF6-E5DC-70401CADF31F}"/>
          </ac:picMkLst>
        </pc:picChg>
        <pc:picChg chg="del">
          <ac:chgData name="Rico Halim" userId="e67b7075-521d-4436-9593-c3b020a99b57" providerId="ADAL" clId="{51BE432B-4882-44AA-B011-DD88D23C88BA}" dt="2026-03-19T09:40:48.192" v="2741" actId="478"/>
          <ac:picMkLst>
            <pc:docMk/>
            <pc:sldMk cId="474517118" sldId="479"/>
            <ac:picMk id="9" creationId="{E5616DD1-C9EC-DDBB-9254-8D6CED18FFFC}"/>
          </ac:picMkLst>
        </pc:picChg>
        <pc:picChg chg="add mod ord">
          <ac:chgData name="Rico Halim" userId="e67b7075-521d-4436-9593-c3b020a99b57" providerId="ADAL" clId="{51BE432B-4882-44AA-B011-DD88D23C88BA}" dt="2026-03-20T10:54:46.689" v="2830" actId="1076"/>
          <ac:picMkLst>
            <pc:docMk/>
            <pc:sldMk cId="474517118" sldId="479"/>
            <ac:picMk id="10" creationId="{EE397260-9DC4-238B-E28A-F931F0834803}"/>
          </ac:picMkLst>
        </pc:picChg>
        <pc:picChg chg="add del mod">
          <ac:chgData name="Rico Halim" userId="e67b7075-521d-4436-9593-c3b020a99b57" providerId="ADAL" clId="{51BE432B-4882-44AA-B011-DD88D23C88BA}" dt="2026-03-20T10:52:29.354" v="2810" actId="478"/>
          <ac:picMkLst>
            <pc:docMk/>
            <pc:sldMk cId="474517118" sldId="479"/>
            <ac:picMk id="11" creationId="{F5E5DC72-2379-5B54-14C9-067B2C470E1D}"/>
          </ac:picMkLst>
        </pc:picChg>
        <pc:picChg chg="add del mod">
          <ac:chgData name="Rico Halim" userId="e67b7075-521d-4436-9593-c3b020a99b57" providerId="ADAL" clId="{51BE432B-4882-44AA-B011-DD88D23C88BA}" dt="2026-03-20T10:52:33.481" v="2812" actId="478"/>
          <ac:picMkLst>
            <pc:docMk/>
            <pc:sldMk cId="474517118" sldId="479"/>
            <ac:picMk id="13" creationId="{58776D93-0B5D-A4AD-1936-EBE94773E905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20T11:05:21.121" v="2885" actId="47"/>
        <pc:sldMkLst>
          <pc:docMk/>
          <pc:sldMk cId="3880199408" sldId="480"/>
        </pc:sldMkLst>
        <pc:spChg chg="del mod">
          <ac:chgData name="Rico Halim" userId="e67b7075-521d-4436-9593-c3b020a99b57" providerId="ADAL" clId="{51BE432B-4882-44AA-B011-DD88D23C88BA}" dt="2026-03-20T10:53:42.930" v="2817" actId="478"/>
          <ac:spMkLst>
            <pc:docMk/>
            <pc:sldMk cId="3880199408" sldId="480"/>
            <ac:spMk id="4" creationId="{0646CD77-D1F8-C30A-453C-E36890737C40}"/>
          </ac:spMkLst>
        </pc:spChg>
        <pc:spChg chg="add del mod">
          <ac:chgData name="Rico Halim" userId="e67b7075-521d-4436-9593-c3b020a99b57" providerId="ADAL" clId="{51BE432B-4882-44AA-B011-DD88D23C88BA}" dt="2026-03-20T10:53:44.354" v="2818" actId="22"/>
          <ac:spMkLst>
            <pc:docMk/>
            <pc:sldMk cId="3880199408" sldId="480"/>
            <ac:spMk id="7" creationId="{31E256F1-E137-50CC-DB83-F6A633F38538}"/>
          </ac:spMkLst>
        </pc:spChg>
        <pc:spChg chg="add mod">
          <ac:chgData name="Rico Halim" userId="e67b7075-521d-4436-9593-c3b020a99b57" providerId="ADAL" clId="{51BE432B-4882-44AA-B011-DD88D23C88BA}" dt="2026-03-20T11:04:42.443" v="2879" actId="478"/>
          <ac:spMkLst>
            <pc:docMk/>
            <pc:sldMk cId="3880199408" sldId="480"/>
            <ac:spMk id="12" creationId="{E23DBB5B-AC80-167E-7AB4-EFD61052E612}"/>
          </ac:spMkLst>
        </pc:spChg>
        <pc:picChg chg="add del mod">
          <ac:chgData name="Rico Halim" userId="e67b7075-521d-4436-9593-c3b020a99b57" providerId="ADAL" clId="{51BE432B-4882-44AA-B011-DD88D23C88BA}" dt="2026-03-20T10:53:42.930" v="2817" actId="478"/>
          <ac:picMkLst>
            <pc:docMk/>
            <pc:sldMk cId="3880199408" sldId="480"/>
            <ac:picMk id="5" creationId="{D0D683D8-0EE7-F9AD-F93D-2331DA085F23}"/>
          </ac:picMkLst>
        </pc:picChg>
        <pc:picChg chg="add del mod">
          <ac:chgData name="Rico Halim" userId="e67b7075-521d-4436-9593-c3b020a99b57" providerId="ADAL" clId="{51BE432B-4882-44AA-B011-DD88D23C88BA}" dt="2026-03-20T10:53:42.930" v="2817" actId="478"/>
          <ac:picMkLst>
            <pc:docMk/>
            <pc:sldMk cId="3880199408" sldId="480"/>
            <ac:picMk id="8" creationId="{666E82F9-DF68-D267-FACF-3FC7D7C23BE0}"/>
          </ac:picMkLst>
        </pc:picChg>
        <pc:picChg chg="add del mod ord">
          <ac:chgData name="Rico Halim" userId="e67b7075-521d-4436-9593-c3b020a99b57" providerId="ADAL" clId="{51BE432B-4882-44AA-B011-DD88D23C88BA}" dt="2026-03-20T11:04:42.443" v="2879" actId="478"/>
          <ac:picMkLst>
            <pc:docMk/>
            <pc:sldMk cId="3880199408" sldId="480"/>
            <ac:picMk id="10" creationId="{5FA2DE88-1FC0-B679-90E1-5574C4F37800}"/>
          </ac:picMkLst>
        </pc:picChg>
        <pc:picChg chg="del">
          <ac:chgData name="Rico Halim" userId="e67b7075-521d-4436-9593-c3b020a99b57" providerId="ADAL" clId="{51BE432B-4882-44AA-B011-DD88D23C88BA}" dt="2026-03-19T09:44:31.733" v="2765" actId="478"/>
          <ac:picMkLst>
            <pc:docMk/>
            <pc:sldMk cId="3880199408" sldId="480"/>
            <ac:picMk id="11" creationId="{F85558AC-B83B-0B31-43C3-17AE7C5F5EA6}"/>
          </ac:picMkLst>
        </pc:picChg>
        <pc:picChg chg="del">
          <ac:chgData name="Rico Halim" userId="e67b7075-521d-4436-9593-c3b020a99b57" providerId="ADAL" clId="{51BE432B-4882-44AA-B011-DD88D23C88BA}" dt="2026-03-19T09:44:32.928" v="2766" actId="478"/>
          <ac:picMkLst>
            <pc:docMk/>
            <pc:sldMk cId="3880199408" sldId="480"/>
            <ac:picMk id="13" creationId="{945F12E4-4F5E-043B-22B5-7DA69D9203FF}"/>
          </ac:picMkLst>
        </pc:picChg>
        <pc:picChg chg="add mod">
          <ac:chgData name="Rico Halim" userId="e67b7075-521d-4436-9593-c3b020a99b57" providerId="ADAL" clId="{51BE432B-4882-44AA-B011-DD88D23C88BA}" dt="2026-03-20T11:04:48.907" v="2882" actId="14100"/>
          <ac:picMkLst>
            <pc:docMk/>
            <pc:sldMk cId="3880199408" sldId="480"/>
            <ac:picMk id="14" creationId="{2B7CABA0-B3C7-E395-840B-291ABA7EA729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08:20.400" v="2902" actId="14100"/>
        <pc:sldMkLst>
          <pc:docMk/>
          <pc:sldMk cId="2053105513" sldId="481"/>
        </pc:sldMkLst>
        <pc:spChg chg="mod">
          <ac:chgData name="Rico Halim" userId="e67b7075-521d-4436-9593-c3b020a99b57" providerId="ADAL" clId="{51BE432B-4882-44AA-B011-DD88D23C88BA}" dt="2026-03-20T11:05:27.558" v="2893" actId="20577"/>
          <ac:spMkLst>
            <pc:docMk/>
            <pc:sldMk cId="2053105513" sldId="481"/>
            <ac:spMk id="3" creationId="{EF830A3A-71A6-139D-D62A-5B8A141BBCB2}"/>
          </ac:spMkLst>
        </pc:spChg>
        <pc:spChg chg="del">
          <ac:chgData name="Rico Halim" userId="e67b7075-521d-4436-9593-c3b020a99b57" providerId="ADAL" clId="{51BE432B-4882-44AA-B011-DD88D23C88BA}" dt="2026-03-20T11:08:13.739" v="2900" actId="22"/>
          <ac:spMkLst>
            <pc:docMk/>
            <pc:sldMk cId="2053105513" sldId="481"/>
            <ac:spMk id="12" creationId="{4CE8C766-419F-FCD6-3592-EE8B92880EF4}"/>
          </ac:spMkLst>
        </pc:spChg>
        <pc:picChg chg="add del">
          <ac:chgData name="Rico Halim" userId="e67b7075-521d-4436-9593-c3b020a99b57" providerId="ADAL" clId="{51BE432B-4882-44AA-B011-DD88D23C88BA}" dt="2026-03-20T11:07:59.484" v="2896" actId="478"/>
          <ac:picMkLst>
            <pc:docMk/>
            <pc:sldMk cId="2053105513" sldId="481"/>
            <ac:picMk id="4" creationId="{27560263-0506-BEF0-1C67-C7AFA2835A33}"/>
          </ac:picMkLst>
        </pc:picChg>
        <pc:picChg chg="add mod">
          <ac:chgData name="Rico Halim" userId="e67b7075-521d-4436-9593-c3b020a99b57" providerId="ADAL" clId="{51BE432B-4882-44AA-B011-DD88D23C88BA}" dt="2026-03-20T11:08:05.364" v="2899" actId="14100"/>
          <ac:picMkLst>
            <pc:docMk/>
            <pc:sldMk cId="2053105513" sldId="481"/>
            <ac:picMk id="7" creationId="{E5475992-55B5-6B7A-75DC-DCF3BF9B62FF}"/>
          </ac:picMkLst>
        </pc:picChg>
        <pc:picChg chg="add mod ord">
          <ac:chgData name="Rico Halim" userId="e67b7075-521d-4436-9593-c3b020a99b57" providerId="ADAL" clId="{51BE432B-4882-44AA-B011-DD88D23C88BA}" dt="2026-03-20T11:08:20.400" v="2902" actId="14100"/>
          <ac:picMkLst>
            <pc:docMk/>
            <pc:sldMk cId="2053105513" sldId="481"/>
            <ac:picMk id="9" creationId="{0EADF30B-E6A4-FA22-8BC9-BC77BEFEF3CD}"/>
          </ac:picMkLst>
        </pc:picChg>
        <pc:picChg chg="del">
          <ac:chgData name="Rico Halim" userId="e67b7075-521d-4436-9593-c3b020a99b57" providerId="ADAL" clId="{51BE432B-4882-44AA-B011-DD88D23C88BA}" dt="2026-03-20T11:07:03.672" v="2894" actId="478"/>
          <ac:picMkLst>
            <pc:docMk/>
            <pc:sldMk cId="2053105513" sldId="481"/>
            <ac:picMk id="14" creationId="{F6981D02-44B7-0B72-B6E8-26844491F02D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20T11:04:52.401" v="2883" actId="47"/>
        <pc:sldMkLst>
          <pc:docMk/>
          <pc:sldMk cId="2395804203" sldId="481"/>
        </pc:sldMkLst>
        <pc:spChg chg="add mod">
          <ac:chgData name="Rico Halim" userId="e67b7075-521d-4436-9593-c3b020a99b57" providerId="ADAL" clId="{51BE432B-4882-44AA-B011-DD88D23C88BA}" dt="2026-03-20T10:23:13.757" v="2792"/>
          <ac:spMkLst>
            <pc:docMk/>
            <pc:sldMk cId="2395804203" sldId="481"/>
            <ac:spMk id="2" creationId="{68954A1D-364A-5464-FE2D-F13D1380035E}"/>
          </ac:spMkLst>
        </pc:spChg>
        <pc:spChg chg="mod">
          <ac:chgData name="Rico Halim" userId="e67b7075-521d-4436-9593-c3b020a99b57" providerId="ADAL" clId="{51BE432B-4882-44AA-B011-DD88D23C88BA}" dt="2026-03-20T10:14:29.095" v="2789"/>
          <ac:spMkLst>
            <pc:docMk/>
            <pc:sldMk cId="2395804203" sldId="481"/>
            <ac:spMk id="3" creationId="{F67F4873-BD45-2C44-8013-99E009DCCF49}"/>
          </ac:spMkLst>
        </pc:spChg>
        <pc:spChg chg="add del mod">
          <ac:chgData name="Rico Halim" userId="e67b7075-521d-4436-9593-c3b020a99b57" providerId="ADAL" clId="{51BE432B-4882-44AA-B011-DD88D23C88BA}" dt="2026-03-20T10:41:56.722" v="2806" actId="478"/>
          <ac:spMkLst>
            <pc:docMk/>
            <pc:sldMk cId="2395804203" sldId="481"/>
            <ac:spMk id="4" creationId="{1B0C1068-48F9-295B-755F-D07F4A4C6D6E}"/>
          </ac:spMkLst>
        </pc:spChg>
        <pc:spChg chg="add del mod">
          <ac:chgData name="Rico Halim" userId="e67b7075-521d-4436-9593-c3b020a99b57" providerId="ADAL" clId="{51BE432B-4882-44AA-B011-DD88D23C88BA}" dt="2026-03-20T10:41:56.722" v="2806" actId="478"/>
          <ac:spMkLst>
            <pc:docMk/>
            <pc:sldMk cId="2395804203" sldId="481"/>
            <ac:spMk id="11" creationId="{D4D3196E-69DA-9173-FA8F-128BE0511133}"/>
          </ac:spMkLst>
        </pc:spChg>
        <pc:picChg chg="del">
          <ac:chgData name="Rico Halim" userId="e67b7075-521d-4436-9593-c3b020a99b57" providerId="ADAL" clId="{51BE432B-4882-44AA-B011-DD88D23C88BA}" dt="2026-03-20T10:23:20.353" v="2794" actId="478"/>
          <ac:picMkLst>
            <pc:docMk/>
            <pc:sldMk cId="2395804203" sldId="481"/>
            <ac:picMk id="5" creationId="{0607FA3B-A1A5-56EE-5226-CB10E2EFD6B6}"/>
          </ac:picMkLst>
        </pc:picChg>
        <pc:picChg chg="add del">
          <ac:chgData name="Rico Halim" userId="e67b7075-521d-4436-9593-c3b020a99b57" providerId="ADAL" clId="{51BE432B-4882-44AA-B011-DD88D23C88BA}" dt="2026-03-20T10:41:58.805" v="2807" actId="478"/>
          <ac:picMkLst>
            <pc:docMk/>
            <pc:sldMk cId="2395804203" sldId="481"/>
            <ac:picMk id="8" creationId="{2D0D837C-5D4D-9DF8-A257-89BF1BCBA91D}"/>
          </ac:picMkLst>
        </pc:picChg>
        <pc:picChg chg="add mod">
          <ac:chgData name="Rico Halim" userId="e67b7075-521d-4436-9593-c3b020a99b57" providerId="ADAL" clId="{51BE432B-4882-44AA-B011-DD88D23C88BA}" dt="2026-03-20T10:23:51.843" v="2796" actId="1076"/>
          <ac:picMkLst>
            <pc:docMk/>
            <pc:sldMk cId="2395804203" sldId="481"/>
            <ac:picMk id="9" creationId="{6D2775BC-58C7-3362-8A5B-88C10A5EA25B}"/>
          </ac:picMkLst>
        </pc:picChg>
        <pc:picChg chg="add del">
          <ac:chgData name="Rico Halim" userId="e67b7075-521d-4436-9593-c3b020a99b57" providerId="ADAL" clId="{51BE432B-4882-44AA-B011-DD88D23C88BA}" dt="2026-03-20T10:41:56.162" v="2805" actId="22"/>
          <ac:picMkLst>
            <pc:docMk/>
            <pc:sldMk cId="2395804203" sldId="481"/>
            <ac:picMk id="13" creationId="{3768E776-AB81-51D3-09AC-7D350E20987D}"/>
          </ac:picMkLst>
        </pc:picChg>
        <pc:picChg chg="add mod">
          <ac:chgData name="Rico Halim" userId="e67b7075-521d-4436-9593-c3b020a99b57" providerId="ADAL" clId="{51BE432B-4882-44AA-B011-DD88D23C88BA}" dt="2026-03-20T10:42:01.842" v="2809" actId="1076"/>
          <ac:picMkLst>
            <pc:docMk/>
            <pc:sldMk cId="2395804203" sldId="481"/>
            <ac:picMk id="15" creationId="{C4ABB7E1-B777-6EDE-EA1A-94B97F48261E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12:56.277" v="2935" actId="114"/>
        <pc:sldMkLst>
          <pc:docMk/>
          <pc:sldMk cId="3889296971" sldId="482"/>
        </pc:sldMkLst>
        <pc:spChg chg="mod">
          <ac:chgData name="Rico Halim" userId="e67b7075-521d-4436-9593-c3b020a99b57" providerId="ADAL" clId="{51BE432B-4882-44AA-B011-DD88D23C88BA}" dt="2026-03-20T11:09:43.295" v="2904"/>
          <ac:spMkLst>
            <pc:docMk/>
            <pc:sldMk cId="3889296971" sldId="482"/>
            <ac:spMk id="3" creationId="{A25E0DAE-5CD8-E4CD-EF20-5BA3A9C896DE}"/>
          </ac:spMkLst>
        </pc:spChg>
        <pc:spChg chg="add mod">
          <ac:chgData name="Rico Halim" userId="e67b7075-521d-4436-9593-c3b020a99b57" providerId="ADAL" clId="{51BE432B-4882-44AA-B011-DD88D23C88BA}" dt="2026-03-20T11:12:56.277" v="2935" actId="114"/>
          <ac:spMkLst>
            <pc:docMk/>
            <pc:sldMk cId="3889296971" sldId="482"/>
            <ac:spMk id="4" creationId="{FAD6F429-B057-8C1D-0C26-EE0A8FD43608}"/>
          </ac:spMkLst>
        </pc:spChg>
        <pc:picChg chg="del">
          <ac:chgData name="Rico Halim" userId="e67b7075-521d-4436-9593-c3b020a99b57" providerId="ADAL" clId="{51BE432B-4882-44AA-B011-DD88D23C88BA}" dt="2026-03-20T11:09:46.631" v="2905" actId="478"/>
          <ac:picMkLst>
            <pc:docMk/>
            <pc:sldMk cId="3889296971" sldId="482"/>
            <ac:picMk id="7" creationId="{E80B0273-45EE-41E5-EC15-E0B7690108C9}"/>
          </ac:picMkLst>
        </pc:picChg>
        <pc:picChg chg="add del mod">
          <ac:chgData name="Rico Halim" userId="e67b7075-521d-4436-9593-c3b020a99b57" providerId="ADAL" clId="{51BE432B-4882-44AA-B011-DD88D23C88BA}" dt="2026-03-20T11:11:47.073" v="2912" actId="478"/>
          <ac:picMkLst>
            <pc:docMk/>
            <pc:sldMk cId="3889296971" sldId="482"/>
            <ac:picMk id="8" creationId="{6F9AF392-FBC3-EA6E-A429-D15A9106150F}"/>
          </ac:picMkLst>
        </pc:picChg>
        <pc:picChg chg="del">
          <ac:chgData name="Rico Halim" userId="e67b7075-521d-4436-9593-c3b020a99b57" providerId="ADAL" clId="{51BE432B-4882-44AA-B011-DD88D23C88BA}" dt="2026-03-20T11:09:46.631" v="2905" actId="478"/>
          <ac:picMkLst>
            <pc:docMk/>
            <pc:sldMk cId="3889296971" sldId="482"/>
            <ac:picMk id="9" creationId="{472E339A-D2A2-0096-9FE2-18BC6EC26A9F}"/>
          </ac:picMkLst>
        </pc:picChg>
        <pc:picChg chg="add del mod">
          <ac:chgData name="Rico Halim" userId="e67b7075-521d-4436-9593-c3b020a99b57" providerId="ADAL" clId="{51BE432B-4882-44AA-B011-DD88D23C88BA}" dt="2026-03-20T11:11:48.439" v="2913" actId="478"/>
          <ac:picMkLst>
            <pc:docMk/>
            <pc:sldMk cId="3889296971" sldId="482"/>
            <ac:picMk id="10" creationId="{02D69E2F-9A83-D96D-F41B-2D79C53834B8}"/>
          </ac:picMkLst>
        </pc:picChg>
        <pc:picChg chg="add mod">
          <ac:chgData name="Rico Halim" userId="e67b7075-521d-4436-9593-c3b020a99b57" providerId="ADAL" clId="{51BE432B-4882-44AA-B011-DD88D23C88BA}" dt="2026-03-20T11:12:11.958" v="2916" actId="14100"/>
          <ac:picMkLst>
            <pc:docMk/>
            <pc:sldMk cId="3889296971" sldId="482"/>
            <ac:picMk id="12" creationId="{DAEE52A0-2730-381C-2756-1E8E2E613FF1}"/>
          </ac:picMkLst>
        </pc:picChg>
        <pc:picChg chg="add mod">
          <ac:chgData name="Rico Halim" userId="e67b7075-521d-4436-9593-c3b020a99b57" providerId="ADAL" clId="{51BE432B-4882-44AA-B011-DD88D23C88BA}" dt="2026-03-20T11:12:38.047" v="2920" actId="14100"/>
          <ac:picMkLst>
            <pc:docMk/>
            <pc:sldMk cId="3889296971" sldId="482"/>
            <ac:picMk id="14" creationId="{AC13A8F9-89A3-2256-AB1F-C9012A3CBAB9}"/>
          </ac:picMkLst>
        </pc:picChg>
        <pc:picChg chg="add del">
          <ac:chgData name="Rico Halim" userId="e67b7075-521d-4436-9593-c3b020a99b57" providerId="ADAL" clId="{51BE432B-4882-44AA-B011-DD88D23C88BA}" dt="2026-03-20T11:12:42.806" v="2928" actId="22"/>
          <ac:picMkLst>
            <pc:docMk/>
            <pc:sldMk cId="3889296971" sldId="482"/>
            <ac:picMk id="16" creationId="{64F4230E-3BFC-E8A3-C5AC-8A55052D1B7B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18:05.144" v="2953" actId="14100"/>
        <pc:sldMkLst>
          <pc:docMk/>
          <pc:sldMk cId="3779670057" sldId="483"/>
        </pc:sldMkLst>
        <pc:spChg chg="mod">
          <ac:chgData name="Rico Halim" userId="e67b7075-521d-4436-9593-c3b020a99b57" providerId="ADAL" clId="{51BE432B-4882-44AA-B011-DD88D23C88BA}" dt="2026-03-20T11:14:55.216" v="2937"/>
          <ac:spMkLst>
            <pc:docMk/>
            <pc:sldMk cId="3779670057" sldId="483"/>
            <ac:spMk id="3" creationId="{0B78A14F-17A6-3BB1-6715-4503A2A9C840}"/>
          </ac:spMkLst>
        </pc:spChg>
        <pc:spChg chg="mod">
          <ac:chgData name="Rico Halim" userId="e67b7075-521d-4436-9593-c3b020a99b57" providerId="ADAL" clId="{51BE432B-4882-44AA-B011-DD88D23C88BA}" dt="2026-03-20T11:17:50.901" v="2948" actId="20577"/>
          <ac:spMkLst>
            <pc:docMk/>
            <pc:sldMk cId="3779670057" sldId="483"/>
            <ac:spMk id="4" creationId="{2FFEC377-2723-3114-9435-120B35995516}"/>
          </ac:spMkLst>
        </pc:spChg>
        <pc:picChg chg="add mod">
          <ac:chgData name="Rico Halim" userId="e67b7075-521d-4436-9593-c3b020a99b57" providerId="ADAL" clId="{51BE432B-4882-44AA-B011-DD88D23C88BA}" dt="2026-03-20T11:18:01.004" v="2952" actId="14100"/>
          <ac:picMkLst>
            <pc:docMk/>
            <pc:sldMk cId="3779670057" sldId="483"/>
            <ac:picMk id="5" creationId="{534488C2-6E75-0544-F5A5-8FDE37811634}"/>
          </ac:picMkLst>
        </pc:picChg>
        <pc:picChg chg="add mod">
          <ac:chgData name="Rico Halim" userId="e67b7075-521d-4436-9593-c3b020a99b57" providerId="ADAL" clId="{51BE432B-4882-44AA-B011-DD88D23C88BA}" dt="2026-03-20T11:18:05.144" v="2953" actId="14100"/>
          <ac:picMkLst>
            <pc:docMk/>
            <pc:sldMk cId="3779670057" sldId="483"/>
            <ac:picMk id="8" creationId="{C95A39FB-BC98-AE50-6E81-3F592BCFD6E7}"/>
          </ac:picMkLst>
        </pc:picChg>
        <pc:picChg chg="del">
          <ac:chgData name="Rico Halim" userId="e67b7075-521d-4436-9593-c3b020a99b57" providerId="ADAL" clId="{51BE432B-4882-44AA-B011-DD88D23C88BA}" dt="2026-03-20T11:16:14.462" v="2938" actId="478"/>
          <ac:picMkLst>
            <pc:docMk/>
            <pc:sldMk cId="3779670057" sldId="483"/>
            <ac:picMk id="12" creationId="{807681AF-60AF-7774-5160-EEA30637BCD8}"/>
          </ac:picMkLst>
        </pc:picChg>
        <pc:picChg chg="del">
          <ac:chgData name="Rico Halim" userId="e67b7075-521d-4436-9593-c3b020a99b57" providerId="ADAL" clId="{51BE432B-4882-44AA-B011-DD88D23C88BA}" dt="2026-03-20T11:16:14.462" v="2938" actId="478"/>
          <ac:picMkLst>
            <pc:docMk/>
            <pc:sldMk cId="3779670057" sldId="483"/>
            <ac:picMk id="14" creationId="{31950246-C978-CC4D-8FA8-C1A3CD752E19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0T11:19:07.911" v="2971" actId="120"/>
        <pc:sldMkLst>
          <pc:docMk/>
          <pc:sldMk cId="434230600" sldId="484"/>
        </pc:sldMkLst>
        <pc:graphicFrameChg chg="add mod modGraphic">
          <ac:chgData name="Rico Halim" userId="e67b7075-521d-4436-9593-c3b020a99b57" providerId="ADAL" clId="{51BE432B-4882-44AA-B011-DD88D23C88BA}" dt="2026-03-20T11:19:07.911" v="2971" actId="120"/>
          <ac:graphicFrameMkLst>
            <pc:docMk/>
            <pc:sldMk cId="434230600" sldId="484"/>
            <ac:graphicFrameMk id="2" creationId="{8B73932E-5F24-8D9E-2D13-2991653EB3F6}"/>
          </ac:graphicFrameMkLst>
        </pc:graphicFrameChg>
        <pc:picChg chg="del">
          <ac:chgData name="Rico Halim" userId="e67b7075-521d-4436-9593-c3b020a99b57" providerId="ADAL" clId="{51BE432B-4882-44AA-B011-DD88D23C88BA}" dt="2026-03-20T11:18:14.737" v="2955" actId="478"/>
          <ac:picMkLst>
            <pc:docMk/>
            <pc:sldMk cId="434230600" sldId="484"/>
            <ac:picMk id="5" creationId="{ACDE2384-1524-A7E8-7121-2239EEE40D57}"/>
          </ac:picMkLst>
        </pc:picChg>
        <pc:picChg chg="del">
          <ac:chgData name="Rico Halim" userId="e67b7075-521d-4436-9593-c3b020a99b57" providerId="ADAL" clId="{51BE432B-4882-44AA-B011-DD88D23C88BA}" dt="2026-03-20T11:18:14.737" v="2955" actId="478"/>
          <ac:picMkLst>
            <pc:docMk/>
            <pc:sldMk cId="434230600" sldId="484"/>
            <ac:picMk id="8" creationId="{0AC29380-BE6E-F3CA-4256-1FE5DF8EC179}"/>
          </ac:picMkLst>
        </pc:picChg>
      </pc:sldChg>
      <pc:sldChg chg="delSp modSp add del mod">
        <pc:chgData name="Rico Halim" userId="e67b7075-521d-4436-9593-c3b020a99b57" providerId="ADAL" clId="{51BE432B-4882-44AA-B011-DD88D23C88BA}" dt="2026-03-20T11:22:56.758" v="2977" actId="47"/>
        <pc:sldMkLst>
          <pc:docMk/>
          <pc:sldMk cId="571265388" sldId="485"/>
        </pc:sldMkLst>
        <pc:spChg chg="mod">
          <ac:chgData name="Rico Halim" userId="e67b7075-521d-4436-9593-c3b020a99b57" providerId="ADAL" clId="{51BE432B-4882-44AA-B011-DD88D23C88BA}" dt="2026-03-20T11:22:51.314" v="2976"/>
          <ac:spMkLst>
            <pc:docMk/>
            <pc:sldMk cId="571265388" sldId="485"/>
            <ac:spMk id="3" creationId="{D47F4208-65EE-81A2-E2F1-57B8ABA0F0B7}"/>
          </ac:spMkLst>
        </pc:spChg>
        <pc:spChg chg="mod">
          <ac:chgData name="Rico Halim" userId="e67b7075-521d-4436-9593-c3b020a99b57" providerId="ADAL" clId="{51BE432B-4882-44AA-B011-DD88D23C88BA}" dt="2026-03-20T11:22:44.870" v="2974" actId="20577"/>
          <ac:spMkLst>
            <pc:docMk/>
            <pc:sldMk cId="571265388" sldId="485"/>
            <ac:spMk id="4" creationId="{B405E038-5EF8-A0D1-DA5B-9FF51E67D274}"/>
          </ac:spMkLst>
        </pc:spChg>
        <pc:graphicFrameChg chg="del">
          <ac:chgData name="Rico Halim" userId="e67b7075-521d-4436-9593-c3b020a99b57" providerId="ADAL" clId="{51BE432B-4882-44AA-B011-DD88D23C88BA}" dt="2026-03-20T11:22:46.709" v="2975" actId="478"/>
          <ac:graphicFrameMkLst>
            <pc:docMk/>
            <pc:sldMk cId="571265388" sldId="485"/>
            <ac:graphicFrameMk id="2" creationId="{35EB0E7B-9E7B-6C02-184D-FA13C08A525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422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590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259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8CEF0-513D-9FFA-AF02-7CB609DC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5D8B7-EA01-FDB3-BE1E-E7747C03C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4F41B-8888-3EE7-42A5-1AED26CB1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693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1EB5-10AE-2BC3-1CF6-70E1DB397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95043-7F22-B760-9B82-9AC6CDDF4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FA763-50CF-067D-FA5F-2BEDE4AD2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40943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09FE-96EE-9948-1A34-62E9B178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A9689-7A5D-3C63-128C-B347BA33F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5E1A8-9583-6063-BFF0-FBF063352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88214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945E-8717-EF16-7140-4495DD65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930A-C42C-A690-BA14-42DC0B8D9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FB56D-249D-D3AA-ECC0-90EC88DC8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09287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569F-6EF6-223B-5003-89B76325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26F9B-3287-0BDA-5FD0-A87086B10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EBC6E-B953-0E4E-919C-35F529096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34832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2E87B-DC8C-9303-72DC-992CF76B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0DC7F-7FE6-076A-3CE6-96A365648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0771C-A91D-4EF6-C0EF-99A1A65C8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7063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17A12-1F42-E03C-359C-7AC635A4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5BBD01-2C64-52BE-2D0E-82E07B95C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EEEF9-1A17-43D6-9B74-2F26CE5CB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68161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8BAC-DB91-91BF-84D4-1E94BB13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91979-FDED-B999-BDB0-53F3408E2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8824D-5D9D-BE83-4E72-C969A1738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95554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DD38-F110-FA76-CB89-7BD08104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3E750-5FAB-F541-4067-7BB765D2B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22B32-7D80-E469-AAC4-9067AE3EF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0743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4A1D-E9EC-5FFC-5054-17E6FC60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A3435-DE4A-4344-5E36-D1EFD4911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1FEAC-DC5A-72A4-37D9-BBC1A1A25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10206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10C3-2414-DBC2-585C-FCAE6CC6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479B4-A3A9-2EE8-2EE4-0E964192A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758F4-6EF0-8060-4B4D-8BE28E210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8505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09034-445D-1244-8B3E-568A0B0E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469ED-E92D-2991-CF55-202CAFEFE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635B2-15FE-D4B3-9E5C-32F7685CD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69383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157E0-BAE6-C3FA-0EDB-249DE210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586C9-11F3-650E-4F92-46F101B48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6005-D6F3-A408-25DE-3CBD0E91B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3974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D42C6-3176-3118-DD55-9169C10F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C8DE8-D123-7FC6-F4E5-A7053D0D8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4E98-ADE7-03E4-7B97-774D3B69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4105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40FE6-D2D4-57E4-8DBD-FC59A033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832D5-A80E-826B-7380-AD10D1518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10A1D-FA93-94C4-AAA2-C4D6B16FB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9226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479E-4AF6-2527-BCC5-F272B51A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64B68-92D9-34CE-0858-931DF616D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BA156-585A-D7B9-0A78-0AE6D2EBD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86192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7A30-9B13-9D68-36B6-F251812B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5498C-B8C5-6015-43BB-872DA6166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7A562-34FB-4345-3625-45F492538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02049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4976-0B67-3D53-DB82-C2AFBA55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C7A8B-028B-2559-15E7-E7F696161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9299E-46BC-C363-2AF4-2BB4E92FD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31017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DEBF-D191-B222-ED7B-43BAEDAF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7E59D-A11A-047B-5D73-BA5BA6488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18B68-5AA3-817F-E3C9-776DCC9E2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44627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2FAE-A4C8-E5F5-2AC4-82975785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23260-A6FB-7A48-916A-D41B20942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9FDE1-5D1E-7D62-07EF-7CA6718C2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45684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73E03-77CF-A590-DD7B-B2C2449F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A4EF5-5B05-0139-17F4-1F223240D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6A899-56CE-73DB-4D6E-B346E9308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256628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A630-1223-A1E6-4FB6-702EACE0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665DC-C099-95B4-5313-00652A17F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FFECB-DB87-57D5-2AEC-252B96ACA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208058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02A9-BA64-C0C6-0AF8-6CCDB406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04AAE-93B0-D991-C044-326F219B9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AB1B2-FC78-E51F-15F3-6D03866D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40707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8FBF-BF12-2B54-8431-2B81082E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89251-AF71-F1AF-344A-C2FD7C03D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57DBC-B4BE-281A-5B99-856EEBFF6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3205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8DD8-54D9-7EC2-BA27-AE79089B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DBD7-823B-EAE7-C2FE-5986E034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68D5-B2B9-CEC9-8069-AD3AD29D4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62234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18D5-6733-E3F6-BFF3-DFFA89F3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3D5C-3EEF-D542-4446-4664259C3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E893C-4838-820B-B6D6-E0296617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22792851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5C3B-B97C-65E1-E969-E779D327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B51DE-2950-7AC0-1C59-C0AF0A4AF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A4AA3-4303-5E1B-FA91-CA2D627AD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11651960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200" b="1" i="0" dirty="0">
              <a:effectLst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3943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DB Constraints &amp; SQL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Rico Halim,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dirty="0"/>
              <a:t>LO-1 : Define model data and information in the form of conceptual and apply them to the DBMS, both individually and in teamwork.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3</a:t>
            </a:r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Integrity Constraints</a:t>
            </a:r>
          </a:p>
          <a:p>
            <a:r>
              <a:rPr lang="en-ID" dirty="0"/>
              <a:t>Keys in Relational Database</a:t>
            </a:r>
          </a:p>
          <a:p>
            <a:r>
              <a:rPr lang="en-ID" dirty="0"/>
              <a:t>Foreign Key &amp; Referential Integrity</a:t>
            </a:r>
          </a:p>
          <a:p>
            <a:r>
              <a:rPr lang="en-ID" dirty="0"/>
              <a:t>SQL Data Manipulation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database without constraints is like a bank without rules — anyone can withdraw unlimited money, and transfers can go to non-existent accounts.</a:t>
            </a:r>
          </a:p>
          <a:p>
            <a:pPr marL="0" indent="0">
              <a:buNone/>
            </a:pPr>
            <a:r>
              <a:rPr lang="en-US" dirty="0"/>
              <a:t>Constraints are rules enforced by the DBMS to ensure:</a:t>
            </a:r>
          </a:p>
          <a:p>
            <a:r>
              <a:rPr lang="en-US" b="1" dirty="0"/>
              <a:t>Accuracy</a:t>
            </a:r>
            <a:r>
              <a:rPr lang="en-US" dirty="0"/>
              <a:t> — only valid data can be stored</a:t>
            </a:r>
          </a:p>
          <a:p>
            <a:r>
              <a:rPr lang="en-US" b="1" dirty="0"/>
              <a:t>Consistency</a:t>
            </a:r>
            <a:r>
              <a:rPr lang="en-US" dirty="0"/>
              <a:t> — data across tables stays in sync</a:t>
            </a:r>
          </a:p>
          <a:p>
            <a:r>
              <a:rPr lang="en-US" b="1" dirty="0"/>
              <a:t>Reliability</a:t>
            </a:r>
            <a:r>
              <a:rPr lang="en-US" dirty="0"/>
              <a:t> — prevents accidental corruption from bad INSERT, UPDATE, or DELETE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The DBMS rejects any operation that violates a constraint — before the data is saved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267CAF-4E6D-359B-2142-2B42E0F5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INTEGRITY CONSTRAINTS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B7E9DD-F947-A1FF-98E2-678F0FB36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Why Constraints Matter?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3C07DE-4386-328B-BEC0-B9BC28FBB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1010-3770-9E43-A752-3321252D5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0B702-5A9F-EE06-1288-967A7B2A76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Without constraints, these could happen:</a:t>
            </a:r>
          </a:p>
          <a:p>
            <a:r>
              <a:rPr lang="en-US" dirty="0"/>
              <a:t>A student enrolls in a course that </a:t>
            </a:r>
            <a:r>
              <a:rPr lang="en-US" b="1" dirty="0"/>
              <a:t>doesn't exist</a:t>
            </a:r>
          </a:p>
          <a:p>
            <a:r>
              <a:rPr lang="en-US" dirty="0"/>
              <a:t>An order references a </a:t>
            </a:r>
            <a:r>
              <a:rPr lang="en-US" dirty="0" err="1"/>
              <a:t>customer_id</a:t>
            </a:r>
            <a:r>
              <a:rPr lang="en-US" dirty="0"/>
              <a:t> that was </a:t>
            </a:r>
            <a:r>
              <a:rPr lang="en-US" b="1" dirty="0"/>
              <a:t>never created</a:t>
            </a:r>
          </a:p>
          <a:p>
            <a:r>
              <a:rPr lang="en-US" dirty="0"/>
              <a:t>Two employees share the </a:t>
            </a:r>
            <a:r>
              <a:rPr lang="en-US" b="1" dirty="0"/>
              <a:t>same </a:t>
            </a:r>
            <a:r>
              <a:rPr lang="en-US" b="1" dirty="0" err="1"/>
              <a:t>employee_id</a:t>
            </a:r>
            <a:endParaRPr lang="en-US" b="1" dirty="0"/>
          </a:p>
          <a:p>
            <a:r>
              <a:rPr lang="en-US" dirty="0"/>
              <a:t>A product price is set to </a:t>
            </a:r>
            <a:r>
              <a:rPr lang="en-US" b="1" dirty="0"/>
              <a:t>negative value</a:t>
            </a:r>
          </a:p>
          <a:p>
            <a:r>
              <a:rPr lang="en-US" dirty="0"/>
              <a:t>A required field like email is left </a:t>
            </a:r>
            <a:r>
              <a:rPr lang="en-US" b="1" dirty="0"/>
              <a:t>empty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i="1" dirty="0"/>
              <a:t>These are not hypothetical — they happen in real systems without proper constraints.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7AE69F-4E03-2CF7-72E2-664E56E5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INTEGRITY CONSTRAINTS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D6E597-00E6-0A80-AE33-A546F9B677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What Could Go Wrong?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8DE57B6-68F3-4525-F0AF-77985D8829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52605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2A7EF-1009-7B32-6186-6BA472C5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256A7-FFB3-58F0-5CEA-EC5F277EEF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br>
              <a:rPr lang="en-US" dirty="0"/>
            </a:br>
            <a:r>
              <a:rPr lang="en-US" i="1" dirty="0"/>
              <a:t>Every constraint has one job: </a:t>
            </a:r>
            <a:r>
              <a:rPr lang="en-US" b="1" i="1" dirty="0"/>
              <a:t>prevent bad data from entering the database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6B658D-96CC-C470-F18F-C94518F0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INTEGRITY CONSTRAINTS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56114C-AFB1-1BB0-3DAD-33EF2F3848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Types of Constraints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18CEAF34-0DAB-643C-8EAE-010591D5C7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56A734-1E5B-871F-61DC-E6F110959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746464"/>
              </p:ext>
            </p:extLst>
          </p:nvPr>
        </p:nvGraphicFramePr>
        <p:xfrm>
          <a:off x="2167377" y="3236233"/>
          <a:ext cx="20943947" cy="801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7931">
                  <a:extLst>
                    <a:ext uri="{9D8B030D-6E8A-4147-A177-3AD203B41FA5}">
                      <a16:colId xmlns:a16="http://schemas.microsoft.com/office/drawing/2014/main" val="386887061"/>
                    </a:ext>
                  </a:extLst>
                </a:gridCol>
                <a:gridCol w="7628008">
                  <a:extLst>
                    <a:ext uri="{9D8B030D-6E8A-4147-A177-3AD203B41FA5}">
                      <a16:colId xmlns:a16="http://schemas.microsoft.com/office/drawing/2014/main" val="1114839755"/>
                    </a:ext>
                  </a:extLst>
                </a:gridCol>
                <a:gridCol w="7628008">
                  <a:extLst>
                    <a:ext uri="{9D8B030D-6E8A-4147-A177-3AD203B41FA5}">
                      <a16:colId xmlns:a16="http://schemas.microsoft.com/office/drawing/2014/main" val="2127667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81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NOT NULL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Column cannot be 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name cannot be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8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UNIQUE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No duplicate values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email must be unique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71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>
                          <a:latin typeface="+mj-lt"/>
                        </a:rPr>
                        <a:t>PRIMARY KEY</a:t>
                      </a: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>
                          <a:latin typeface="+mj-lt"/>
                        </a:rPr>
                        <a:t>Uniquely identifies each row (NOT NULL + UNIQUE)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 err="1">
                          <a:latin typeface="+mj-lt"/>
                        </a:rPr>
                        <a:t>student_id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61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>
                          <a:latin typeface="+mj-lt"/>
                        </a:rPr>
                        <a:t>FOREIGN KEY</a:t>
                      </a: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>
                          <a:latin typeface="+mj-lt"/>
                        </a:rPr>
                        <a:t>References a row in another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 err="1">
                          <a:latin typeface="+mj-lt"/>
                        </a:rPr>
                        <a:t>order.customer_id</a:t>
                      </a:r>
                      <a:r>
                        <a:rPr lang="en-US" sz="4400" dirty="0">
                          <a:latin typeface="+mj-lt"/>
                        </a:rPr>
                        <a:t> → </a:t>
                      </a:r>
                      <a:r>
                        <a:rPr lang="en-US" sz="4400" dirty="0" err="1">
                          <a:latin typeface="+mj-lt"/>
                        </a:rPr>
                        <a:t>customer.customer_id</a:t>
                      </a:r>
                      <a:endParaRPr lang="en-US" sz="4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93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>
                          <a:latin typeface="+mj-lt"/>
                        </a:rPr>
                        <a:t>CHECK</a:t>
                      </a: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>
                          <a:latin typeface="+mj-lt"/>
                        </a:rPr>
                        <a:t>Value must satisfy a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price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53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DEFAULT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>
                          <a:latin typeface="+mj-lt"/>
                        </a:rPr>
                        <a:t>Auto-fills a value if none is given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status = 'active'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199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70193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3F10-4F94-7CCC-0421-2DC565236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B83CF-A987-A404-EF7B-102DB59C98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NOT NULL</a:t>
            </a:r>
            <a:r>
              <a:rPr lang="en-US" dirty="0"/>
              <a:t> — the column must always have a value.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Key difference:</a:t>
            </a:r>
            <a:r>
              <a:rPr lang="en-US" i="1" dirty="0"/>
              <a:t> NOT NULL = "must have a value", UNIQUE = "must be different from others". PRIMARY KEY = both combined</a:t>
            </a:r>
            <a:endParaRPr lang="en-US" b="1" i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672E1E-4C6B-4A4E-F4A6-216D7973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INTEGRITY CONSTRAINTS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DAB32-7373-A7AD-4C51-E99A4941E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NOT NULL &amp; UNIQUE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6081452-B450-E86D-BCB8-E921A00A30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00F6BE-E192-9343-8CBB-58A6EC722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345" y="3780320"/>
            <a:ext cx="14744957" cy="689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712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9AA8-8AC1-42E2-6E85-C05CD1B5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D5D48-BA3C-A343-0D3C-5691C044D1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UNIQUE</a:t>
            </a:r>
            <a:r>
              <a:rPr lang="en-US" dirty="0"/>
              <a:t> — no two rows can have the same value in this column.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Key difference:</a:t>
            </a:r>
            <a:r>
              <a:rPr lang="en-US" i="1" dirty="0"/>
              <a:t> NOT NULL = "must have a value", UNIQUE = "must be different from others". PRIMARY KEY = both combined</a:t>
            </a:r>
            <a:endParaRPr lang="en-US" b="1" i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2C1857-15CE-BAB7-7382-01447564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INTEGRITY CONSTRAINTS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3C2B71-0B26-51E0-F1E8-05A1D2B86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NOT NULL &amp; UNIQUE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EAD684-7770-CF3B-A4C5-AD14A3B418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43A19-7592-A365-C93E-2FF60F2CA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345" y="4002740"/>
            <a:ext cx="14794385" cy="655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3228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9CB59-63DA-4036-FEE9-9FD35A3AE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BDB99-35B3-C5A5-731F-622540E8F1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Consider this Student table:</a:t>
            </a:r>
            <a:endParaRPr lang="en-US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7B5C85-6C19-794D-CDAD-61C42017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KEYS IN RELATIONAL DATABASE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BE2A887-9CBB-2300-EB76-683217D5A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Super Key, Candidate Key &amp; Primary Key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98B50572-AF58-8B15-138A-336369F547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EDD37-0736-0367-D50D-89D3B3C0F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340" y="4602321"/>
            <a:ext cx="17276073" cy="595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047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5BB3-844D-9347-9F75-3649C72B2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08781-C0B4-6120-7960-ED2BD2BE68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Super Key</a:t>
            </a:r>
            <a:r>
              <a:rPr lang="en-US" dirty="0"/>
              <a:t> — any set of columns that can uniquely identify a row.</a:t>
            </a:r>
          </a:p>
          <a:p>
            <a:r>
              <a:rPr lang="en-ID" dirty="0"/>
              <a:t>{</a:t>
            </a:r>
            <a:r>
              <a:rPr lang="en-ID" dirty="0" err="1"/>
              <a:t>student_id</a:t>
            </a:r>
            <a:r>
              <a:rPr lang="en-ID" dirty="0"/>
              <a:t>}, {email}, {</a:t>
            </a:r>
            <a:r>
              <a:rPr lang="en-ID" dirty="0" err="1"/>
              <a:t>student_id</a:t>
            </a:r>
            <a:r>
              <a:rPr lang="en-ID" dirty="0"/>
              <a:t>, name}, {</a:t>
            </a:r>
            <a:r>
              <a:rPr lang="en-ID" dirty="0" err="1"/>
              <a:t>student_id</a:t>
            </a:r>
            <a:r>
              <a:rPr lang="en-ID" dirty="0"/>
              <a:t>, email, name, department}</a:t>
            </a:r>
          </a:p>
          <a:p>
            <a:pPr marL="0" indent="0">
              <a:buNone/>
            </a:pPr>
            <a:r>
              <a:rPr lang="en-US" b="1" dirty="0"/>
              <a:t>Candidate Key</a:t>
            </a:r>
            <a:r>
              <a:rPr lang="en-US" dirty="0"/>
              <a:t> — a </a:t>
            </a:r>
            <a:r>
              <a:rPr lang="en-US" i="1" dirty="0"/>
              <a:t>minimal</a:t>
            </a:r>
            <a:r>
              <a:rPr lang="en-US" dirty="0"/>
              <a:t> super key (remove any column and it loses uniqueness).</a:t>
            </a:r>
          </a:p>
          <a:p>
            <a:r>
              <a:rPr lang="en-US" dirty="0"/>
              <a:t>{</a:t>
            </a:r>
            <a:r>
              <a:rPr lang="en-US" dirty="0" err="1"/>
              <a:t>student_id</a:t>
            </a:r>
            <a:r>
              <a:rPr lang="en-US" dirty="0"/>
              <a:t>}, {email}</a:t>
            </a:r>
          </a:p>
          <a:p>
            <a:pPr marL="0" indent="0">
              <a:buNone/>
            </a:pPr>
            <a:r>
              <a:rPr lang="en-US" b="1" dirty="0"/>
              <a:t>Primary Key</a:t>
            </a:r>
            <a:r>
              <a:rPr lang="en-US" dirty="0"/>
              <a:t> — the ONE candidate key chosen to officially identify each row.</a:t>
            </a:r>
          </a:p>
          <a:p>
            <a:r>
              <a:rPr lang="en-US" dirty="0"/>
              <a:t>We choose: </a:t>
            </a:r>
            <a:r>
              <a:rPr lang="en-US" b="1" dirty="0" err="1"/>
              <a:t>student_id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Think of it as: Super Key → filter out non-minimal → Candidate Keys → pick one → Primary Key.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AF08F0-A100-9402-7835-58EC78F0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KEYS IN RELATIONAL DATABASE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DE6D85-FBA2-A7BF-63EE-206AD507A3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Super Key, Candidate Key &amp; Primary Key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A52E0686-3334-271D-C5B8-E1F1A2699D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92227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A44C-A1BE-B676-EE4E-61FD8843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FA719-D5AE-5FB1-06A4-C2F7E96426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Natural Key</a:t>
            </a:r>
            <a:r>
              <a:rPr lang="en-US" dirty="0"/>
              <a:t> — uses existing real-world data.</a:t>
            </a:r>
          </a:p>
          <a:p>
            <a:r>
              <a:rPr lang="en-US" dirty="0"/>
              <a:t>Example: email, </a:t>
            </a:r>
            <a:r>
              <a:rPr lang="en-US" dirty="0" err="1"/>
              <a:t>national_id</a:t>
            </a:r>
            <a:r>
              <a:rPr lang="en-US" dirty="0"/>
              <a:t>, ISBN</a:t>
            </a:r>
          </a:p>
          <a:p>
            <a:r>
              <a:rPr lang="en-US" dirty="0"/>
              <a:t>Pros: meaningful, no extra column needed</a:t>
            </a:r>
          </a:p>
          <a:p>
            <a:r>
              <a:rPr lang="en-US" dirty="0"/>
              <a:t>Cons: can change (email), may be long (ISBN), privacy concern (</a:t>
            </a:r>
            <a:r>
              <a:rPr lang="en-US" dirty="0" err="1"/>
              <a:t>national_id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Surrogate Key</a:t>
            </a:r>
            <a:r>
              <a:rPr lang="en-US" dirty="0"/>
              <a:t> — system-generated, has no business meaning.</a:t>
            </a:r>
          </a:p>
          <a:p>
            <a:r>
              <a:rPr lang="en-US" dirty="0"/>
              <a:t>Example: AUTO_INCREMENT id, UUID</a:t>
            </a:r>
          </a:p>
          <a:p>
            <a:r>
              <a:rPr lang="en-US" dirty="0"/>
              <a:t>Pros: never changes, short, guaranteed unique</a:t>
            </a:r>
          </a:p>
          <a:p>
            <a:r>
              <a:rPr lang="en-US" dirty="0"/>
              <a:t>Cons: meaningless to humans, extra column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15B9C1-9CB4-B5CB-13B9-8E6D3E32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KEYS IN RELATIONAL DATABASE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B0C28E-F8F7-E500-F092-D2979E881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Choosing a Primary Key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1CED6D-BF0E-5F02-AD30-E1D9FA20A1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20495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1312A-270E-5276-B7F9-58775555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14731-B132-6289-5B20-AFF9A47B39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Best practice:</a:t>
            </a:r>
            <a:r>
              <a:rPr lang="en-US" i="1" dirty="0"/>
              <a:t> Use surrogate key as PRIMARY KEY, and add UNIQUE constraint on natural key (like email) for business-level uniqueness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04AA9E-22D4-E687-F2C4-AF84D156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KEYS IN RELATIONAL DATABASE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FCB130-F52F-EDD9-EAB7-BE2932169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Choosing a Primary Key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61CB395A-A546-0B5C-03A2-060D7E983D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529CC4-5D08-3F1D-38B5-4FAE968F7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6" y="3223274"/>
            <a:ext cx="11845185" cy="483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4355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7A07-98CA-FB62-FB26-8AB241DA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F9A5C-F85B-C445-AC2F-467C52EB74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composite key uses </a:t>
            </a:r>
            <a:r>
              <a:rPr lang="en-US" b="1" dirty="0"/>
              <a:t>two or more columns together</a:t>
            </a:r>
            <a:r>
              <a:rPr lang="en-US" dirty="0"/>
              <a:t> to uniquely identify a row. Neither column is unique on its own. 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A student can enroll in many courses, and a course can have many students.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C73A267-6E85-4820-F47B-69B02D2E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KEYS IN RELATIONAL DATABASE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A306D5-084D-0446-15C2-1DF66D978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Composite Key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529CBA51-CF95-F902-D7A1-BE819D0C2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C6119-1264-820C-0313-E67D5D6CF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64" y="6504349"/>
            <a:ext cx="11820472" cy="533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0518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8C5F3-199D-3A03-7D46-48402103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1ABD5-1CB2-143B-F021-25092CC4A3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composite key uses </a:t>
            </a:r>
            <a:r>
              <a:rPr lang="en-US" b="1" dirty="0"/>
              <a:t>two or more columns together</a:t>
            </a:r>
            <a:r>
              <a:rPr lang="en-US" dirty="0"/>
              <a:t> to uniquely identify a row. Neither column is unique on its own. 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A student can enroll in many courses, and a course can have many students.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C9ADC5-FBD0-343F-28B4-F42D9E98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KEYS IN RELATIONAL DATABASE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6DA252-7004-5D0B-39E9-DE4108439F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Composite Key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AAB3D32F-8B6F-9310-3E85-92F880C0FB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22694-2138-8B9C-A9A1-8BF3FD26B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64" y="6504349"/>
            <a:ext cx="11820472" cy="533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5228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544F-29F3-2DAC-E6BB-F2ADC3DA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72D2D-64D7-5D6B-40BB-75E6B5E4EE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Foreign Key (FK) is a column in one table that </a:t>
            </a:r>
            <a:r>
              <a:rPr lang="en-US" b="1" dirty="0"/>
              <a:t>references the Primary Key</a:t>
            </a:r>
            <a:r>
              <a:rPr lang="en-US" dirty="0"/>
              <a:t> of another table. It acts as a "logical pointer" that connects two tables.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Parent table</a:t>
            </a:r>
            <a:r>
              <a:rPr lang="en-US" dirty="0"/>
              <a:t> (referenced): Customer — has the Primary Key</a:t>
            </a:r>
          </a:p>
          <a:p>
            <a:r>
              <a:rPr lang="en-US" b="1" dirty="0"/>
              <a:t>Child table</a:t>
            </a:r>
            <a:r>
              <a:rPr lang="en-US" dirty="0"/>
              <a:t> (referencing): Order — has the Foreign Key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258048-9D17-4DD9-A84D-ABF461D0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671FB2-D88E-DD45-9308-135F7DA831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a Foreign Key?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CFE9F02-FF96-14D2-11A5-0B0FA3D3B0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CF8D7-7506-3BCA-3A60-151BAE61A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683" y="5524500"/>
            <a:ext cx="15121138" cy="441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9792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7C7D-3D78-B451-5215-7AD55D53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BA936-C754-51C4-776A-615A1945CC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FK in Order </a:t>
            </a:r>
            <a:r>
              <a:rPr lang="en-US" b="1" dirty="0"/>
              <a:t>must match</a:t>
            </a:r>
            <a:r>
              <a:rPr lang="en-US" dirty="0"/>
              <a:t> an existing PK in Customer. You cannot create an order for a customer that doesn't exist.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82A10AA-57C6-940A-FEF9-BF27D87F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C7E15C-0CB6-C869-A8CC-4B1B95E8A7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a Foreign Key?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CE0E417-B7EF-5370-041E-0D8F820F4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4592C-9629-3D7D-907C-0D1FF3294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7" y="5238749"/>
            <a:ext cx="12361315" cy="385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653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F7EE-354A-5477-41B6-5A4B3AD9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3B588-037F-5B3C-87CC-5F08C4770A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referential integrity rule: </a:t>
            </a:r>
            <a:r>
              <a:rPr lang="en-US" b="1" dirty="0"/>
              <a:t>every Foreign Key value must match an existing Primary Key value in the referenced table, or be NULL.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BC9E66-A6D7-54C7-2207-16C4AE03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B952B3-593B-860C-1D48-CEDC20615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Referential Integrity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5643ACB-0A6C-79B1-AA31-8F45DE454E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807EA8-7842-FA88-D8C7-382E6AA10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6" y="4898940"/>
            <a:ext cx="12561877" cy="585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195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5AE1-ED6E-B260-CC43-62E9576A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53E83-311C-C024-4D70-764ABCE314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referential integrity rule: </a:t>
            </a:r>
            <a:r>
              <a:rPr lang="en-US" b="1" dirty="0"/>
              <a:t>every Foreign Key value must match an existing Primary Key value in the referenced table, or be NULL.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Two directions of protection:</a:t>
            </a:r>
            <a:endParaRPr lang="en-US" dirty="0"/>
          </a:p>
          <a:p>
            <a:r>
              <a:rPr lang="en-US" b="1" dirty="0"/>
              <a:t>Insert/Update child:</a:t>
            </a:r>
            <a:r>
              <a:rPr lang="en-US" dirty="0"/>
              <a:t> FK value must exist in parent table</a:t>
            </a:r>
          </a:p>
          <a:p>
            <a:r>
              <a:rPr lang="en-US" b="1" dirty="0"/>
              <a:t>Delete/Update parent:</a:t>
            </a:r>
            <a:r>
              <a:rPr lang="en-US" dirty="0"/>
              <a:t> cannot remove if child rows reference it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A3C5EA-5174-D636-82F5-C786FA2B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AA0CC7-E630-E2BA-AD06-068C5C3182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Referential Integrity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AD67AF2-20F5-BB48-6DC5-01DEEF0401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C59B6-14FB-C265-320A-646FB46C0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7" y="4706090"/>
            <a:ext cx="11772420" cy="443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9630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1493-4A2A-6FCB-3E7A-BD4BDD3D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2F0F4FA-06F2-B4D1-33FF-3064617E07D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2167376" y="3223274"/>
            <a:ext cx="13673985" cy="9274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F0E4C85-BE8F-A218-9C4E-6D7E55CF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F3511B-F1B2-3572-0AAF-CB84F1CF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Live Coding: CREATE TABLE with PK &amp; FK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680AF1E1-542D-39EE-C5FB-5C6B5BD0B3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771473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B9022-FCCB-FF02-1965-0AB4F41F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C0F60C-315D-D54D-17B3-9AC5EFD3B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1A26A9-BEAC-0DB1-2921-2699B143B2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Live Coding: CREATE TABLE with PK &amp; FK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7DAD59-D4F5-CEF0-5BF8-30842336271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91E1CD-667E-4197-3FC0-E897D3B09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000" y="3223274"/>
            <a:ext cx="14894454" cy="826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8838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AB75-4675-D775-6C3B-821F0194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0DCC8-7CA9-E380-F858-EE5490E9DB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500" b="1" dirty="0"/>
              <a:t>The DBMS protects your data automatically.</a:t>
            </a:r>
            <a:r>
              <a:rPr lang="en-US" sz="3500" dirty="0"/>
              <a:t> No bad data gets in, no referenced data gets accidentally deleted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2DD725-8B8F-7F10-8070-6D2FC692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EF16F7-D3A2-2EB1-8716-0BB9787A2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FK Violation Demo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1DCF2BB9-57A4-37CA-AFC9-8BA588511F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4119E2-3CBF-D250-6353-E0EC133A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89" y="2933700"/>
            <a:ext cx="11163300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1279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BDBB-43FE-C7EC-AC1D-45CEEE66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19748-53C0-1FBB-B68B-70FC69779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should happen to child rows when the parent row is deleted or updated?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4EFCC3-82D2-ABF9-734D-7AFDC46B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FOREIGN KEY &amp; REFERENTIAL 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844064-DD5E-2472-61F4-962CB1F6C8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424923" cy="803546"/>
          </a:xfrm>
        </p:spPr>
        <p:txBody>
          <a:bodyPr>
            <a:normAutofit/>
          </a:bodyPr>
          <a:lstStyle/>
          <a:p>
            <a:r>
              <a:rPr lang="en-US" dirty="0"/>
              <a:t>Enforcing Constraints: ON DELETE / ON UPDATE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42A23A9-3CE9-A6E3-75FF-8A1961822B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8AEA0C-78D5-6B0C-34EA-70DA52BC0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338869"/>
              </p:ext>
            </p:extLst>
          </p:nvPr>
        </p:nvGraphicFramePr>
        <p:xfrm>
          <a:off x="2163189" y="4132261"/>
          <a:ext cx="21685351" cy="716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346">
                  <a:extLst>
                    <a:ext uri="{9D8B030D-6E8A-4147-A177-3AD203B41FA5}">
                      <a16:colId xmlns:a16="http://schemas.microsoft.com/office/drawing/2014/main" val="4146539859"/>
                    </a:ext>
                  </a:extLst>
                </a:gridCol>
                <a:gridCol w="5085715">
                  <a:extLst>
                    <a:ext uri="{9D8B030D-6E8A-4147-A177-3AD203B41FA5}">
                      <a16:colId xmlns:a16="http://schemas.microsoft.com/office/drawing/2014/main" val="3230450406"/>
                    </a:ext>
                  </a:extLst>
                </a:gridCol>
                <a:gridCol w="5183517">
                  <a:extLst>
                    <a:ext uri="{9D8B030D-6E8A-4147-A177-3AD203B41FA5}">
                      <a16:colId xmlns:a16="http://schemas.microsoft.com/office/drawing/2014/main" val="2005834803"/>
                    </a:ext>
                  </a:extLst>
                </a:gridCol>
                <a:gridCol w="6469773">
                  <a:extLst>
                    <a:ext uri="{9D8B030D-6E8A-4147-A177-3AD203B41FA5}">
                      <a16:colId xmlns:a16="http://schemas.microsoft.com/office/drawing/2014/main" val="2389283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On DELETE parent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On UPDATE parent 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When to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60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NO ACTION</a:t>
                      </a:r>
                      <a:r>
                        <a:rPr lang="en-ID" sz="4400" dirty="0">
                          <a:latin typeface="+mj-lt"/>
                        </a:rPr>
                        <a:t>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Block 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Block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>
                          <a:latin typeface="+mj-lt"/>
                        </a:rPr>
                        <a:t>Orders must keep their 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3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>
                          <a:latin typeface="+mj-lt"/>
                        </a:rPr>
                        <a:t>CASCADE</a:t>
                      </a: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latin typeface="+mj-lt"/>
                        </a:rPr>
                        <a:t>Delete child rows too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Update FK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>
                          <a:latin typeface="+mj-lt"/>
                        </a:rPr>
                        <a:t>Log entries tied to a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339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>
                          <a:latin typeface="+mj-lt"/>
                        </a:rPr>
                        <a:t>SET NULL</a:t>
                      </a: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Set FK to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latin typeface="+mj-lt"/>
                        </a:rPr>
                        <a:t>Set FK to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 dirty="0">
                          <a:latin typeface="+mj-lt"/>
                        </a:rPr>
                        <a:t>Employee leaves, keep the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969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>
                          <a:latin typeface="+mj-lt"/>
                        </a:rPr>
                        <a:t>SET DEFAULT</a:t>
                      </a: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>
                          <a:latin typeface="+mj-lt"/>
                        </a:rPr>
                        <a:t>Set FK to default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400">
                          <a:latin typeface="+mj-lt"/>
                        </a:rPr>
                        <a:t>Set FK to default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Rarely used in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4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71268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B18A9-EB7B-52AF-AF03-A3B9241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FA2CE-B4C6-684A-9193-62A42EA964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Putting all constraints together in one statement:</a:t>
            </a:r>
          </a:p>
          <a:p>
            <a:pPr marL="0" indent="0">
              <a:buNone/>
            </a:pP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4DCE34-D813-02C6-D32E-E5E326F8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DATA MANIPULATION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4CEA95-E3A5-261B-D584-52EECD6D2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424923" cy="803546"/>
          </a:xfrm>
        </p:spPr>
        <p:txBody>
          <a:bodyPr>
            <a:normAutofit/>
          </a:bodyPr>
          <a:lstStyle/>
          <a:p>
            <a:r>
              <a:rPr lang="en-ID" dirty="0"/>
              <a:t>CREATE TABLE with Constraints</a:t>
            </a:r>
            <a:endParaRPr lang="en-US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2D1810F-5D20-4C59-BF4E-B298B0FD14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C699A0-645D-AD15-62CE-3E764468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89" y="3952328"/>
            <a:ext cx="8610600" cy="394335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F2B8D4-027B-21E7-0B52-E6A1AE268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260468"/>
              </p:ext>
            </p:extLst>
          </p:nvPr>
        </p:nvGraphicFramePr>
        <p:xfrm>
          <a:off x="2167377" y="8211533"/>
          <a:ext cx="16412453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7017">
                  <a:extLst>
                    <a:ext uri="{9D8B030D-6E8A-4147-A177-3AD203B41FA5}">
                      <a16:colId xmlns:a16="http://schemas.microsoft.com/office/drawing/2014/main" val="2275653829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839118721"/>
                    </a:ext>
                  </a:extLst>
                </a:gridCol>
                <a:gridCol w="8186769">
                  <a:extLst>
                    <a:ext uri="{9D8B030D-6E8A-4147-A177-3AD203B41FA5}">
                      <a16:colId xmlns:a16="http://schemas.microsoft.com/office/drawing/2014/main" val="95259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3200" b="1" dirty="0"/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3200" b="1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3200" b="1" dirty="0"/>
                        <a:t>What it does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022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Unique identifier, auto-generated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6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name, price,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Cannot be empty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31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Must be greater than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00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Set to 0 if not 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882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UNIQUE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/>
                        <a:t>sku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3200" dirty="0"/>
                        <a:t>No duplicate SKU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168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50737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CDFD-D3DF-9944-52F1-8FA56B0D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2F2A3D-0D2B-F9EC-0DE5-63A346BE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DATA MANIPULATION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98849B9B-CF02-E83E-D46A-459A779B55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A9A7F-28A5-F6A1-7D21-7733393A3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INSERT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23DBB5B-AC80-167E-7AB4-EFD61052E61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7CABA0-B3C7-E395-840B-291ABA7EA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87" y="3223273"/>
            <a:ext cx="11997655" cy="875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9940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E3DF-7F61-2151-7AEA-E5A67869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210568-FAAD-7531-921B-15381353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DATA MANIPULATION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C1630705-0974-534C-B453-53587E22FA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30A3A-71A6-139D-D62A-5B8A141BBC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SELECT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EADF30B-E6A4-FA22-8BC9-BC77BEFEF3C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11390097" y="3260661"/>
            <a:ext cx="8859039" cy="8086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475992-55B5-6B7A-75DC-DCF3BF9B6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87" y="3260662"/>
            <a:ext cx="8859039" cy="808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0551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D2439-9AA8-8F4F-0D20-9D47FADE5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D62A1F-7AFF-8750-7716-2BC7745C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DATA MANIPULATION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6D035CD3-BE6E-CE5B-3CF7-376A46F784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E0DAE-5CD8-E4CD-EF20-5BA3A9C89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UPDATE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6F429-B057-8C1D-0C26-EE0A8FD4360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Always double-check your WHERE clause before running UPDATE.</a:t>
            </a:r>
            <a:endParaRPr lang="en-ID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EE52A0-2730-381C-2756-1E8E2E61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88" y="3223273"/>
            <a:ext cx="7398098" cy="5278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13A8F9-89A3-2256-AB1F-C9012A3CB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4770" y="3223272"/>
            <a:ext cx="9972481" cy="527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9697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B2E0F-E48A-8EF6-9C10-BBF93EA1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35BE2C-5505-3FEB-F1C8-AF6011A6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DATA MANIPULATION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F0D79AAE-94FD-6DA5-BF19-75D5BD7CF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8A14F-17A6-3BB1-6715-4503A2A9C8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DELETE vs TRUNCATE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EC377-2723-3114-9435-120B3599551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Best practice:</a:t>
            </a:r>
            <a:r>
              <a:rPr lang="en-US" i="1" dirty="0"/>
              <a:t> Use DELETE with WHERE for specific rows. Use TRUNCATE only when you want a fresh start and no FK references exist.</a:t>
            </a:r>
            <a:endParaRPr lang="en-ID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488C2-6E75-0544-F5A5-8FDE3781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6" y="3223274"/>
            <a:ext cx="9499786" cy="4388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A39FB-BC98-AE50-6E81-3F592BCFD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6252" y="3223273"/>
            <a:ext cx="11022852" cy="438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7005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EA6CA-3214-105E-013A-4B1E7603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DBAB08-634F-538E-7CCF-9AE3D42B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DATA MANIPULATION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5051E2E3-BE31-0979-257B-7B001C3DC8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E4FC8-E21C-716E-E87D-E2DFCA138A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DELETE vs TRUNCATE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3FB47-67D8-1A9E-CDA4-53AAAE5796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Best practice:</a:t>
            </a:r>
            <a:r>
              <a:rPr lang="en-US" i="1" dirty="0"/>
              <a:t> Use DELETE with WHERE for specific rows. Use TRUNCATE only when you want a fresh start and no FK references exist.</a:t>
            </a:r>
            <a:endParaRPr lang="en-ID" i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73932E-5F24-8D9E-2D13-2991653EB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467195"/>
              </p:ext>
            </p:extLst>
          </p:nvPr>
        </p:nvGraphicFramePr>
        <p:xfrm>
          <a:off x="2167377" y="3253937"/>
          <a:ext cx="1849554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7980">
                  <a:extLst>
                    <a:ext uri="{9D8B030D-6E8A-4147-A177-3AD203B41FA5}">
                      <a16:colId xmlns:a16="http://schemas.microsoft.com/office/drawing/2014/main" val="3509491659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3685782953"/>
                    </a:ext>
                  </a:extLst>
                </a:gridCol>
                <a:gridCol w="7648893">
                  <a:extLst>
                    <a:ext uri="{9D8B030D-6E8A-4147-A177-3AD203B41FA5}">
                      <a16:colId xmlns:a16="http://schemas.microsoft.com/office/drawing/2014/main" val="3628024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sz="4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400">
                          <a:latin typeface="+mj-lt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400">
                          <a:latin typeface="+mj-lt"/>
                        </a:rPr>
                        <a:t>TRUNCATE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02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Filter rows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Yes (WHERE)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latin typeface="+mj-lt"/>
                        </a:rPr>
                        <a:t>No (all rows)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431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Speed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Slower (row by row)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latin typeface="+mj-lt"/>
                        </a:rPr>
                        <a:t>Faster (drops and recreates)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40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AUTO_INCREMENT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Keeps counter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Resets to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776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Rollback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latin typeface="+mj-lt"/>
                        </a:rPr>
                        <a:t>Can rollback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Cannot rollback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462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b="1" dirty="0">
                          <a:latin typeface="+mj-lt"/>
                        </a:rPr>
                        <a:t>FK constraint</a:t>
                      </a:r>
                      <a:endParaRPr lang="en-ID" sz="4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latin typeface="+mj-lt"/>
                        </a:rPr>
                        <a:t>Checked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latin typeface="+mj-lt"/>
                        </a:rPr>
                        <a:t>Blocked if FK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75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23060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3C8A-5F3C-BF81-8736-3F35E7D8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EEBC43-F68B-07CE-204C-3E72E18A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822423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Summary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C7B874D-285D-72DF-CE59-F3CA8ABEF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D70CE6-8905-FA20-4424-B5730B8F2F20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21342270" cy="907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600" b="1" dirty="0"/>
              <a:t>Integrity Constraints</a:t>
            </a:r>
            <a:r>
              <a:rPr lang="en-US" sz="3600" dirty="0"/>
              <a:t> — Constraints are rules enforced by the DBMS to keep data accurate, consistent, and reliable. Types include NOT NULL, UNIQUE, CHECK, DEFAULT, PRIMARY KEY, and FOREIGN KEY.</a:t>
            </a:r>
          </a:p>
          <a:p>
            <a:r>
              <a:rPr lang="en-US" sz="3600" b="1" dirty="0"/>
              <a:t>Keys in Relational Database</a:t>
            </a:r>
            <a:r>
              <a:rPr lang="en-US" sz="3600" dirty="0"/>
              <a:t> — Super Key → Candidate Key → Primary Key. Use surrogate keys for most cases. Composite keys are used when no single column is unique (e.g., junction tables).</a:t>
            </a:r>
          </a:p>
          <a:p>
            <a:r>
              <a:rPr lang="en-US" sz="3600" b="1" dirty="0"/>
              <a:t>Foreign Key &amp; Referential Integrity</a:t>
            </a:r>
            <a:r>
              <a:rPr lang="en-US" sz="3600" dirty="0"/>
              <a:t> — A Foreign Key references a Primary Key in another table. The DBMS blocks invalid inserts and protects parent rows from accidental deletion. Use ON DELETE/ON UPDATE to control behavior (NO ACTION, CASCADE, SET NULL).</a:t>
            </a:r>
          </a:p>
          <a:p>
            <a:r>
              <a:rPr lang="en-US" sz="3600" b="1" dirty="0"/>
              <a:t>SQL Data Manipulation</a:t>
            </a:r>
            <a:r>
              <a:rPr lang="en-US" sz="3600" dirty="0"/>
              <a:t> — CREATE TABLE defines structure with constraints. INSERT adds data, SELECT retrieves, UPDATE modifies, DELETE removes. Always use WHERE with UPDATE and DELETE.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55A0-B849-871F-3305-46A27E9E5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59515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DDD-127D-ACAD-EFEC-B2FF93A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6B5E-AD4E-F170-8DE5-639EDDF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89EDA-AE25-91E4-B1AA-7C44BADF3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93DEF3D-A124-7238-984E-DA54423494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</a:t>
            </a:r>
            <a:r>
              <a:rPr lang="en-US" dirty="0"/>
              <a:t> </a:t>
            </a:r>
            <a:r>
              <a:rPr lang="en-US" dirty="0" err="1"/>
              <a:t>FitZone</a:t>
            </a:r>
            <a:r>
              <a:rPr lang="en-US" dirty="0"/>
              <a:t> is a gym that needs a database to manage members and their membership plans.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Each member has an id, name, email (unique), and phone number</a:t>
            </a:r>
          </a:p>
          <a:p>
            <a:r>
              <a:rPr lang="en-US" dirty="0"/>
              <a:t>The gym offers several membership plans (monthly, yearly, etc.) with a plan name and price</a:t>
            </a:r>
          </a:p>
          <a:p>
            <a:r>
              <a:rPr lang="en-US" dirty="0"/>
              <a:t>Each member subscribes to one plan, but a plan can have many members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169EB7-325E-C183-8929-6F7E73EC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1246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5E2C-1D06-3BBB-3EBF-E7E384AF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71CC-EC96-DAE1-6EFA-5B54A813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6093-4C4E-5447-3C50-BD50E0BC1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9F5AF5E-A6CC-E36F-83FC-63355D1D5C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/>
          </a:bodyPr>
          <a:lstStyle/>
          <a:p>
            <a:r>
              <a:rPr lang="en-US" b="1" dirty="0"/>
              <a:t>Question 1:</a:t>
            </a:r>
            <a:r>
              <a:rPr lang="en-US" dirty="0"/>
              <a:t> Write the CREATE TABLE statements for both tables. Include appropriate constraints: PRIMARY KEY, NOT NULL, UNIQUE, CHECK (price &gt; 0), and FOREIGN KEY.</a:t>
            </a:r>
          </a:p>
          <a:p>
            <a:r>
              <a:rPr lang="en-US" b="1" dirty="0"/>
              <a:t>Question 2:</a:t>
            </a:r>
            <a:r>
              <a:rPr lang="en-US" dirty="0"/>
              <a:t> Choose the ON DELETE and ON UPDATE behavior for the Foreign Key. Justify your choice: what should happen to member records if a plan is deleted or its id is updated?</a:t>
            </a:r>
          </a:p>
          <a:p>
            <a:r>
              <a:rPr lang="en-US" b="1" dirty="0"/>
              <a:t>Question 3:</a:t>
            </a:r>
            <a:r>
              <a:rPr lang="en-US" dirty="0"/>
              <a:t> Insert at least 3 membership plans and 5 members. Then write:</a:t>
            </a:r>
          </a:p>
          <a:p>
            <a:pPr lvl="1"/>
            <a:r>
              <a:rPr lang="en-US" dirty="0"/>
              <a:t>A SELECT query to show all members and their plan names</a:t>
            </a:r>
          </a:p>
          <a:p>
            <a:pPr lvl="1"/>
            <a:r>
              <a:rPr lang="en-US" dirty="0"/>
              <a:t>An UPDATE to change a member's plan</a:t>
            </a:r>
          </a:p>
          <a:p>
            <a:pPr lvl="1"/>
            <a:r>
              <a:rPr lang="en-US" dirty="0"/>
              <a:t>A DELETE to remove a member who cancelled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48EEC5-2E82-5842-33F8-4BD469831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93372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r>
              <a:rPr lang="en-US" sz="4000" dirty="0"/>
              <a:t>Murach, J. (2023). Murach's MySQL, 4th Edition. Mike Murach &amp; Associates. Chapter 1, 5, 11.</a:t>
            </a:r>
          </a:p>
          <a:p>
            <a:r>
              <a:rPr lang="en-US" sz="4000" dirty="0"/>
              <a:t>Elmasri, R. &amp; Navathe, S. (2015). Fundamentals of Database Systems, 7th Edition. Pearson. </a:t>
            </a:r>
            <a:r>
              <a:rPr lang="en-US" sz="4000"/>
              <a:t>Chapter 5.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CEC7D9-36FC-4F8D-A2F6-7347A79A0DE0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6590</TotalTime>
  <Words>1711</Words>
  <Application>Microsoft Office PowerPoint</Application>
  <PresentationFormat>Custom</PresentationFormat>
  <Paragraphs>278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Open Sans</vt:lpstr>
      <vt:lpstr>Open Sans Light</vt:lpstr>
      <vt:lpstr>Open Sans Semibold</vt:lpstr>
      <vt:lpstr>OCRB</vt:lpstr>
      <vt:lpstr>Arial</vt:lpstr>
      <vt:lpstr>Open Sans ExtraBold</vt:lpstr>
      <vt:lpstr>21_BasicWhite</vt:lpstr>
      <vt:lpstr>Relational DB Constraints &amp; SQL</vt:lpstr>
      <vt:lpstr>Learning Outcomes</vt:lpstr>
      <vt:lpstr>outline</vt:lpstr>
      <vt:lpstr>INTEGRITY CONSTRAINTS</vt:lpstr>
      <vt:lpstr>INTEGRITY CONSTRAINTS</vt:lpstr>
      <vt:lpstr>INTEGRITY CONSTRAINTS</vt:lpstr>
      <vt:lpstr>INTEGRITY CONSTRAINTS</vt:lpstr>
      <vt:lpstr>INTEGRITY CONSTRAINTS</vt:lpstr>
      <vt:lpstr>KEYS IN RELATIONAL DATABASE</vt:lpstr>
      <vt:lpstr>KEYS IN RELATIONAL DATABASE</vt:lpstr>
      <vt:lpstr>KEYS IN RELATIONAL DATABASE</vt:lpstr>
      <vt:lpstr>KEYS IN RELATIONAL DATABASE</vt:lpstr>
      <vt:lpstr>KEYS IN RELATIONAL DATABASE</vt:lpstr>
      <vt:lpstr>KEYS IN RELATIONAL DATABASE</vt:lpstr>
      <vt:lpstr>FOREIGN KEY &amp; REFERENTIAL INTEGRITY</vt:lpstr>
      <vt:lpstr>FOREIGN KEY &amp; REFERENTIAL INTEGRITY</vt:lpstr>
      <vt:lpstr>FOREIGN KEY &amp; REFERENTIAL INTEGRITY</vt:lpstr>
      <vt:lpstr>FOREIGN KEY &amp; REFERENTIAL INTEGRITY</vt:lpstr>
      <vt:lpstr>FOREIGN KEY &amp; REFERENTIAL INTEGRITY</vt:lpstr>
      <vt:lpstr>FOREIGN KEY &amp; REFERENTIAL INTEGRITY</vt:lpstr>
      <vt:lpstr>FOREIGN KEY &amp; REFERENTIAL INTEGRITY</vt:lpstr>
      <vt:lpstr>FOREIGN KEY &amp; REFERENTIAL INTEGRITY</vt:lpstr>
      <vt:lpstr>SQL DATA MANIPULATION</vt:lpstr>
      <vt:lpstr>SQL DATA MANIPULATION</vt:lpstr>
      <vt:lpstr>SQL DATA MANIPULATION</vt:lpstr>
      <vt:lpstr>SQL DATA MANIPULATION</vt:lpstr>
      <vt:lpstr>SQL DATA MANIPULATION</vt:lpstr>
      <vt:lpstr>SQL DATA MANIPULATION</vt:lpstr>
      <vt:lpstr>Summary 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Rico Halim</cp:lastModifiedBy>
  <cp:revision>81</cp:revision>
  <dcterms:created xsi:type="dcterms:W3CDTF">2023-11-17T02:51:40Z</dcterms:created>
  <dcterms:modified xsi:type="dcterms:W3CDTF">2026-03-20T11:27:37Z</dcterms:modified>
</cp:coreProperties>
</file>