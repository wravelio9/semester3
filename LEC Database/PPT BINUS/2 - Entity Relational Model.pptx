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9"/>
  </p:notesMasterIdLst>
  <p:sldIdLst>
    <p:sldId id="290" r:id="rId2"/>
    <p:sldId id="257" r:id="rId3"/>
    <p:sldId id="258" r:id="rId4"/>
    <p:sldId id="353" r:id="rId5"/>
    <p:sldId id="433" r:id="rId6"/>
    <p:sldId id="432" r:id="rId7"/>
    <p:sldId id="438" r:id="rId8"/>
    <p:sldId id="439" r:id="rId9"/>
    <p:sldId id="441" r:id="rId10"/>
    <p:sldId id="442" r:id="rId11"/>
    <p:sldId id="443" r:id="rId12"/>
    <p:sldId id="452" r:id="rId13"/>
    <p:sldId id="450" r:id="rId14"/>
    <p:sldId id="445" r:id="rId15"/>
    <p:sldId id="444" r:id="rId16"/>
    <p:sldId id="446" r:id="rId17"/>
    <p:sldId id="448" r:id="rId18"/>
    <p:sldId id="449" r:id="rId19"/>
    <p:sldId id="453" r:id="rId20"/>
    <p:sldId id="454" r:id="rId21"/>
    <p:sldId id="455" r:id="rId22"/>
    <p:sldId id="456" r:id="rId23"/>
    <p:sldId id="457" r:id="rId24"/>
    <p:sldId id="431" r:id="rId25"/>
    <p:sldId id="424" r:id="rId26"/>
    <p:sldId id="458" r:id="rId27"/>
    <p:sldId id="278" r:id="rId28"/>
  </p:sldIdLst>
  <p:sldSz cx="24384000" cy="13716000"/>
  <p:notesSz cx="6858000" cy="9144000"/>
  <p:embeddedFontLst>
    <p:embeddedFont>
      <p:font typeface="OCRB" panose="020B0609020202020204" pitchFamily="49" charset="0"/>
      <p:regular r:id="rId30"/>
    </p:embeddedFont>
    <p:embeddedFont>
      <p:font typeface="Open Sans" panose="020B0606030504020204" pitchFamily="34" charset="0"/>
      <p:regular r:id="rId31"/>
      <p:bold r:id="rId32"/>
      <p:italic r:id="rId33"/>
      <p:boldItalic r:id="rId34"/>
    </p:embeddedFont>
    <p:embeddedFont>
      <p:font typeface="Open Sans ExtraBold" panose="020B0906030804020204" pitchFamily="34" charset="0"/>
      <p:bold r:id="rId35"/>
      <p:italic r:id="rId36"/>
      <p:boldItalic r:id="rId37"/>
    </p:embeddedFont>
    <p:embeddedFont>
      <p:font typeface="Open Sans Light" panose="020B0306030504020204" pitchFamily="34" charset="0"/>
      <p:regular r:id="rId38"/>
      <p:italic r:id="rId39"/>
    </p:embeddedFont>
    <p:embeddedFont>
      <p:font typeface="Open Sans Semibold" panose="020B0706030804020204" pitchFamily="34" charset="0"/>
      <p:regular r:id="rId40"/>
      <p:bold r:id="rId41"/>
      <p:italic r:id="rId42"/>
      <p:boldItalic r:id="rId43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B4D533-E6F3-4B67-A8AA-78F216E50F9C}" v="184" dt="2026-03-17T12:26:39.632"/>
    <p1510:client id="{B0220968-DB59-4274-AF5A-CB2C887B34AA}" v="161" dt="2026-03-18T11:10:23.84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641" autoAdjust="0"/>
  </p:normalViewPr>
  <p:slideViewPr>
    <p:cSldViewPr snapToGrid="0" snapToObjects="1">
      <p:cViewPr varScale="1">
        <p:scale>
          <a:sx n="26" d="100"/>
          <a:sy n="26" d="100"/>
        </p:scale>
        <p:origin x="268" y="48"/>
      </p:cViewPr>
      <p:guideLst>
        <p:guide orient="horz" pos="4320"/>
        <p:guide pos="76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o Halim" userId="e67b7075-521d-4436-9593-c3b020a99b57" providerId="ADAL" clId="{51BE432B-4882-44AA-B011-DD88D23C88BA}"/>
    <pc:docChg chg="undo redo custSel addSld delSld modSld sldOrd">
      <pc:chgData name="Rico Halim" userId="e67b7075-521d-4436-9593-c3b020a99b57" providerId="ADAL" clId="{51BE432B-4882-44AA-B011-DD88D23C88BA}" dt="2026-03-18T11:10:43.775" v="2109" actId="20577"/>
      <pc:docMkLst>
        <pc:docMk/>
      </pc:docMkLst>
      <pc:sldChg chg="modSp mod modNotesTx">
        <pc:chgData name="Rico Halim" userId="e67b7075-521d-4436-9593-c3b020a99b57" providerId="ADAL" clId="{51BE432B-4882-44AA-B011-DD88D23C88BA}" dt="2026-03-18T09:17:38.748" v="1413" actId="20577"/>
        <pc:sldMkLst>
          <pc:docMk/>
          <pc:sldMk cId="2766454393" sldId="257"/>
        </pc:sldMkLst>
        <pc:spChg chg="mod">
          <ac:chgData name="Rico Halim" userId="e67b7075-521d-4436-9593-c3b020a99b57" providerId="ADAL" clId="{51BE432B-4882-44AA-B011-DD88D23C88BA}" dt="2026-03-18T09:17:38.748" v="1413" actId="20577"/>
          <ac:spMkLst>
            <pc:docMk/>
            <pc:sldMk cId="2766454393" sldId="257"/>
            <ac:spMk id="3" creationId="{0002D373-5BC5-C51D-92C2-C090C3857861}"/>
          </ac:spMkLst>
        </pc:spChg>
        <pc:spChg chg="mod">
          <ac:chgData name="Rico Halim" userId="e67b7075-521d-4436-9593-c3b020a99b57" providerId="ADAL" clId="{51BE432B-4882-44AA-B011-DD88D23C88BA}" dt="2026-03-17T08:51:19.019" v="831" actId="20577"/>
          <ac:spMkLst>
            <pc:docMk/>
            <pc:sldMk cId="2766454393" sldId="257"/>
            <ac:spMk id="4" creationId="{72B426B6-A02E-F758-7A2B-554FFF354A1A}"/>
          </ac:spMkLst>
        </pc:spChg>
      </pc:sldChg>
      <pc:sldChg chg="addSp delSp modSp mod">
        <pc:chgData name="Rico Halim" userId="e67b7075-521d-4436-9593-c3b020a99b57" providerId="ADAL" clId="{51BE432B-4882-44AA-B011-DD88D23C88BA}" dt="2026-03-18T11:02:02.128" v="2058" actId="20577"/>
        <pc:sldMkLst>
          <pc:docMk/>
          <pc:sldMk cId="1889462471" sldId="258"/>
        </pc:sldMkLst>
        <pc:spChg chg="mod">
          <ac:chgData name="Rico Halim" userId="e67b7075-521d-4436-9593-c3b020a99b57" providerId="ADAL" clId="{51BE432B-4882-44AA-B011-DD88D23C88BA}" dt="2026-03-18T09:17:46.731" v="1416" actId="20577"/>
          <ac:spMkLst>
            <pc:docMk/>
            <pc:sldMk cId="1889462471" sldId="258"/>
            <ac:spMk id="3" creationId="{0002D373-5BC5-C51D-92C2-C090C3857861}"/>
          </ac:spMkLst>
        </pc:spChg>
        <pc:spChg chg="add del mod">
          <ac:chgData name="Rico Halim" userId="e67b7075-521d-4436-9593-c3b020a99b57" providerId="ADAL" clId="{51BE432B-4882-44AA-B011-DD88D23C88BA}" dt="2026-03-18T11:02:02.128" v="2058" actId="20577"/>
          <ac:spMkLst>
            <pc:docMk/>
            <pc:sldMk cId="1889462471" sldId="258"/>
            <ac:spMk id="4" creationId="{72B426B6-A02E-F758-7A2B-554FFF354A1A}"/>
          </ac:spMkLst>
        </pc:spChg>
        <pc:spChg chg="add">
          <ac:chgData name="Rico Halim" userId="e67b7075-521d-4436-9593-c3b020a99b57" providerId="ADAL" clId="{51BE432B-4882-44AA-B011-DD88D23C88BA}" dt="2026-03-17T09:05:22.254" v="832"/>
          <ac:spMkLst>
            <pc:docMk/>
            <pc:sldMk cId="1889462471" sldId="258"/>
            <ac:spMk id="5" creationId="{4415F440-CDD3-D9A7-E796-004ED40950DE}"/>
          </ac:spMkLst>
        </pc:spChg>
        <pc:spChg chg="add mod">
          <ac:chgData name="Rico Halim" userId="e67b7075-521d-4436-9593-c3b020a99b57" providerId="ADAL" clId="{51BE432B-4882-44AA-B011-DD88D23C88BA}" dt="2026-03-17T09:05:30.905" v="835"/>
          <ac:spMkLst>
            <pc:docMk/>
            <pc:sldMk cId="1889462471" sldId="258"/>
            <ac:spMk id="6" creationId="{B6395C2D-EEBF-ED92-BB0F-6E17AE05DA26}"/>
          </ac:spMkLst>
        </pc:spChg>
      </pc:sldChg>
      <pc:sldChg chg="addSp delSp modSp mod">
        <pc:chgData name="Rico Halim" userId="e67b7075-521d-4436-9593-c3b020a99b57" providerId="ADAL" clId="{51BE432B-4882-44AA-B011-DD88D23C88BA}" dt="2026-03-18T11:05:07.259" v="2102" actId="20577"/>
        <pc:sldMkLst>
          <pc:docMk/>
          <pc:sldMk cId="3774771954" sldId="278"/>
        </pc:sldMkLst>
        <pc:spChg chg="mod">
          <ac:chgData name="Rico Halim" userId="e67b7075-521d-4436-9593-c3b020a99b57" providerId="ADAL" clId="{51BE432B-4882-44AA-B011-DD88D23C88BA}" dt="2026-03-18T11:05:07.259" v="2102" actId="20577"/>
          <ac:spMkLst>
            <pc:docMk/>
            <pc:sldMk cId="3774771954" sldId="278"/>
            <ac:spMk id="3" creationId="{C9FD4B36-DB29-EC9E-2767-9ED5EA04575E}"/>
          </ac:spMkLst>
        </pc:spChg>
        <pc:spChg chg="add mod">
          <ac:chgData name="Rico Halim" userId="e67b7075-521d-4436-9593-c3b020a99b57" providerId="ADAL" clId="{51BE432B-4882-44AA-B011-DD88D23C88BA}" dt="2026-03-17T11:48:23.039" v="1194"/>
          <ac:spMkLst>
            <pc:docMk/>
            <pc:sldMk cId="3774771954" sldId="278"/>
            <ac:spMk id="4" creationId="{B5C331D1-7319-DD31-E48F-C2E24740EC3D}"/>
          </ac:spMkLst>
        </pc:spChg>
        <pc:spChg chg="add del mod">
          <ac:chgData name="Rico Halim" userId="e67b7075-521d-4436-9593-c3b020a99b57" providerId="ADAL" clId="{51BE432B-4882-44AA-B011-DD88D23C88BA}" dt="2026-03-18T11:05:00.652" v="2101"/>
          <ac:spMkLst>
            <pc:docMk/>
            <pc:sldMk cId="3774771954" sldId="278"/>
            <ac:spMk id="6" creationId="{CFC03F54-B3BC-80AB-98AC-C3ABDC8D86EE}"/>
          </ac:spMkLst>
        </pc:spChg>
      </pc:sldChg>
      <pc:sldChg chg="modSp mod">
        <pc:chgData name="Rico Halim" userId="e67b7075-521d-4436-9593-c3b020a99b57" providerId="ADAL" clId="{51BE432B-4882-44AA-B011-DD88D23C88BA}" dt="2026-03-18T09:15:29.536" v="1409" actId="20577"/>
        <pc:sldMkLst>
          <pc:docMk/>
          <pc:sldMk cId="4205779256" sldId="290"/>
        </pc:sldMkLst>
        <pc:spChg chg="mod">
          <ac:chgData name="Rico Halim" userId="e67b7075-521d-4436-9593-c3b020a99b57" providerId="ADAL" clId="{51BE432B-4882-44AA-B011-DD88D23C88BA}" dt="2026-03-18T09:15:29.536" v="1409" actId="20577"/>
          <ac:spMkLst>
            <pc:docMk/>
            <pc:sldMk cId="4205779256" sldId="290"/>
            <ac:spMk id="2" creationId="{50F9371B-F92F-AED8-457A-F4BAE6779B8C}"/>
          </ac:spMkLst>
        </pc:spChg>
        <pc:spChg chg="mod">
          <ac:chgData name="Rico Halim" userId="e67b7075-521d-4436-9593-c3b020a99b57" providerId="ADAL" clId="{51BE432B-4882-44AA-B011-DD88D23C88BA}" dt="2026-03-18T09:15:27.744" v="1407"/>
          <ac:spMkLst>
            <pc:docMk/>
            <pc:sldMk cId="4205779256" sldId="290"/>
            <ac:spMk id="3" creationId="{05C0E2BF-BBBC-BF27-4255-C5149D193112}"/>
          </ac:spMkLst>
        </pc:spChg>
      </pc:sldChg>
      <pc:sldChg chg="addSp delSp modSp mod">
        <pc:chgData name="Rico Halim" userId="e67b7075-521d-4436-9593-c3b020a99b57" providerId="ADAL" clId="{51BE432B-4882-44AA-B011-DD88D23C88BA}" dt="2026-03-18T09:33:44.942" v="1546" actId="20577"/>
        <pc:sldMkLst>
          <pc:docMk/>
          <pc:sldMk cId="60833931" sldId="353"/>
        </pc:sldMkLst>
        <pc:spChg chg="mod">
          <ac:chgData name="Rico Halim" userId="e67b7075-521d-4436-9593-c3b020a99b57" providerId="ADAL" clId="{51BE432B-4882-44AA-B011-DD88D23C88BA}" dt="2026-03-18T09:33:44.942" v="1546" actId="20577"/>
          <ac:spMkLst>
            <pc:docMk/>
            <pc:sldMk cId="60833931" sldId="353"/>
            <ac:spMk id="4" creationId="{E25F03C2-AB0D-6794-B60F-46FAB7775C86}"/>
          </ac:spMkLst>
        </pc:spChg>
        <pc:spChg chg="mod">
          <ac:chgData name="Rico Halim" userId="e67b7075-521d-4436-9593-c3b020a99b57" providerId="ADAL" clId="{51BE432B-4882-44AA-B011-DD88D23C88BA}" dt="2026-03-18T09:18:54.319" v="1439"/>
          <ac:spMkLst>
            <pc:docMk/>
            <pc:sldMk cId="60833931" sldId="353"/>
            <ac:spMk id="6" creationId="{45267CAF-4E6D-359B-2142-2B42E0F585BC}"/>
          </ac:spMkLst>
        </pc:spChg>
        <pc:spChg chg="mod">
          <ac:chgData name="Rico Halim" userId="e67b7075-521d-4436-9593-c3b020a99b57" providerId="ADAL" clId="{51BE432B-4882-44AA-B011-DD88D23C88BA}" dt="2026-03-18T09:19:01.860" v="1440"/>
          <ac:spMkLst>
            <pc:docMk/>
            <pc:sldMk cId="60833931" sldId="353"/>
            <ac:spMk id="8" creationId="{FBB7E9DD-F947-A1FF-98E2-678F0FB367E0}"/>
          </ac:spMkLst>
        </pc:spChg>
        <pc:picChg chg="add del mod">
          <ac:chgData name="Rico Halim" userId="e67b7075-521d-4436-9593-c3b020a99b57" providerId="ADAL" clId="{51BE432B-4882-44AA-B011-DD88D23C88BA}" dt="2026-03-18T09:19:10.735" v="1442" actId="478"/>
          <ac:picMkLst>
            <pc:docMk/>
            <pc:sldMk cId="60833931" sldId="353"/>
            <ac:picMk id="3" creationId="{77F9A0E4-8FD0-F1E9-EEE9-79D164E78C3F}"/>
          </ac:picMkLst>
        </pc:picChg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153146233" sldId="414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2194228046" sldId="415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11190280" sldId="416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1486468610" sldId="417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1471521661" sldId="418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1682670718" sldId="419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667923858" sldId="420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2899727463" sldId="421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4002308922" sldId="422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608685489" sldId="423"/>
        </pc:sldMkLst>
      </pc:sldChg>
      <pc:sldChg chg="addSp modSp mod modNotesTx">
        <pc:chgData name="Rico Halim" userId="e67b7075-521d-4436-9593-c3b020a99b57" providerId="ADAL" clId="{51BE432B-4882-44AA-B011-DD88D23C88BA}" dt="2026-03-18T11:03:41.485" v="2085" actId="27636"/>
        <pc:sldMkLst>
          <pc:docMk/>
          <pc:sldMk cId="2666212466" sldId="424"/>
        </pc:sldMkLst>
        <pc:spChg chg="add">
          <ac:chgData name="Rico Halim" userId="e67b7075-521d-4436-9593-c3b020a99b57" providerId="ADAL" clId="{51BE432B-4882-44AA-B011-DD88D23C88BA}" dt="2026-03-17T11:47:06.334" v="1180"/>
          <ac:spMkLst>
            <pc:docMk/>
            <pc:sldMk cId="2666212466" sldId="424"/>
            <ac:spMk id="5" creationId="{075FB589-9DE4-218B-4D98-3ED2F1CA5F33}"/>
          </ac:spMkLst>
        </pc:spChg>
        <pc:spChg chg="mod">
          <ac:chgData name="Rico Halim" userId="e67b7075-521d-4436-9593-c3b020a99b57" providerId="ADAL" clId="{51BE432B-4882-44AA-B011-DD88D23C88BA}" dt="2026-03-18T11:03:41.485" v="2085" actId="27636"/>
          <ac:spMkLst>
            <pc:docMk/>
            <pc:sldMk cId="2666212466" sldId="424"/>
            <ac:spMk id="17" creationId="{C93DEF3D-A124-7238-984E-DA54423494E1}"/>
          </ac:spMkLst>
        </pc:spChg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760218827" sldId="425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145941360" sldId="428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3204883340" sldId="429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1246276716" sldId="430"/>
        </pc:sldMkLst>
      </pc:sldChg>
      <pc:sldChg chg="addSp modSp add del mod modNotesTx">
        <pc:chgData name="Rico Halim" userId="e67b7075-521d-4436-9593-c3b020a99b57" providerId="ADAL" clId="{51BE432B-4882-44AA-B011-DD88D23C88BA}" dt="2026-03-18T11:10:43.775" v="2109" actId="20577"/>
        <pc:sldMkLst>
          <pc:docMk/>
          <pc:sldMk cId="2743595152" sldId="431"/>
        </pc:sldMkLst>
        <pc:spChg chg="add">
          <ac:chgData name="Rico Halim" userId="e67b7075-521d-4436-9593-c3b020a99b57" providerId="ADAL" clId="{51BE432B-4882-44AA-B011-DD88D23C88BA}" dt="2026-03-17T11:39:19.490" v="1145"/>
          <ac:spMkLst>
            <pc:docMk/>
            <pc:sldMk cId="2743595152" sldId="431"/>
            <ac:spMk id="2" creationId="{2AAFADF8-E594-ED7F-BC38-23F5DD8EF650}"/>
          </ac:spMkLst>
        </pc:spChg>
        <pc:spChg chg="mod">
          <ac:chgData name="Rico Halim" userId="e67b7075-521d-4436-9593-c3b020a99b57" providerId="ADAL" clId="{51BE432B-4882-44AA-B011-DD88D23C88BA}" dt="2026-03-18T11:10:43.775" v="2109" actId="20577"/>
          <ac:spMkLst>
            <pc:docMk/>
            <pc:sldMk cId="2743595152" sldId="431"/>
            <ac:spMk id="5" creationId="{16D70CE6-8905-FA20-4424-B5730B8F2F20}"/>
          </ac:spMkLst>
        </pc:spChg>
      </pc:sldChg>
      <pc:sldChg chg="addSp modSp add del mod">
        <pc:chgData name="Rico Halim" userId="e67b7075-521d-4436-9593-c3b020a99b57" providerId="ADAL" clId="{51BE432B-4882-44AA-B011-DD88D23C88BA}" dt="2026-03-18T09:18:12.630" v="1438" actId="47"/>
        <pc:sldMkLst>
          <pc:docMk/>
          <pc:sldMk cId="200390381" sldId="432"/>
        </pc:sldMkLst>
        <pc:spChg chg="mod">
          <ac:chgData name="Rico Halim" userId="e67b7075-521d-4436-9593-c3b020a99b57" providerId="ADAL" clId="{51BE432B-4882-44AA-B011-DD88D23C88BA}" dt="2026-03-17T10:10:11.944" v="882" actId="14100"/>
          <ac:spMkLst>
            <pc:docMk/>
            <pc:sldMk cId="200390381" sldId="432"/>
            <ac:spMk id="4" creationId="{1FAC9B57-1DE4-4C35-F3AA-2254FE2279E1}"/>
          </ac:spMkLst>
        </pc:spChg>
        <pc:spChg chg="mod">
          <ac:chgData name="Rico Halim" userId="e67b7075-521d-4436-9593-c3b020a99b57" providerId="ADAL" clId="{51BE432B-4882-44AA-B011-DD88D23C88BA}" dt="2026-03-17T09:55:34.537" v="870" actId="20577"/>
          <ac:spMkLst>
            <pc:docMk/>
            <pc:sldMk cId="200390381" sldId="432"/>
            <ac:spMk id="8" creationId="{D711577A-5AF4-7C87-947C-8A509FFB651A}"/>
          </ac:spMkLst>
        </pc:spChg>
        <pc:picChg chg="add mod">
          <ac:chgData name="Rico Halim" userId="e67b7075-521d-4436-9593-c3b020a99b57" providerId="ADAL" clId="{51BE432B-4882-44AA-B011-DD88D23C88BA}" dt="2026-03-17T10:10:08.544" v="881" actId="1076"/>
          <ac:picMkLst>
            <pc:docMk/>
            <pc:sldMk cId="200390381" sldId="432"/>
            <ac:picMk id="3" creationId="{F48B1DC9-DDFC-60D2-CE09-495DAD3C42C3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18T09:25:39.093" v="1489" actId="1076"/>
        <pc:sldMkLst>
          <pc:docMk/>
          <pc:sldMk cId="3891943730" sldId="432"/>
        </pc:sldMkLst>
        <pc:spChg chg="del mod">
          <ac:chgData name="Rico Halim" userId="e67b7075-521d-4436-9593-c3b020a99b57" providerId="ADAL" clId="{51BE432B-4882-44AA-B011-DD88D23C88BA}" dt="2026-03-18T09:25:32.558" v="1487" actId="931"/>
          <ac:spMkLst>
            <pc:docMk/>
            <pc:sldMk cId="3891943730" sldId="432"/>
            <ac:spMk id="4" creationId="{B8EF912A-DCED-464D-3036-6D28B27AF477}"/>
          </ac:spMkLst>
        </pc:spChg>
        <pc:spChg chg="mod">
          <ac:chgData name="Rico Halim" userId="e67b7075-521d-4436-9593-c3b020a99b57" providerId="ADAL" clId="{51BE432B-4882-44AA-B011-DD88D23C88BA}" dt="2026-03-18T09:23:53.082" v="1485"/>
          <ac:spMkLst>
            <pc:docMk/>
            <pc:sldMk cId="3891943730" sldId="432"/>
            <ac:spMk id="8" creationId="{BF00E95A-941E-DD86-A93C-B5089A3A1CEF}"/>
          </ac:spMkLst>
        </pc:spChg>
        <pc:picChg chg="add mod ord">
          <ac:chgData name="Rico Halim" userId="e67b7075-521d-4436-9593-c3b020a99b57" providerId="ADAL" clId="{51BE432B-4882-44AA-B011-DD88D23C88BA}" dt="2026-03-18T09:25:39.093" v="1489" actId="1076"/>
          <ac:picMkLst>
            <pc:docMk/>
            <pc:sldMk cId="3891943730" sldId="432"/>
            <ac:picMk id="3" creationId="{236D7A9E-C911-729D-C840-B3BC77AC8476}"/>
          </ac:picMkLst>
        </pc:picChg>
      </pc:sldChg>
      <pc:sldChg chg="modSp add mod">
        <pc:chgData name="Rico Halim" userId="e67b7075-521d-4436-9593-c3b020a99b57" providerId="ADAL" clId="{51BE432B-4882-44AA-B011-DD88D23C88BA}" dt="2026-03-18T09:35:33.136" v="1581" actId="113"/>
        <pc:sldMkLst>
          <pc:docMk/>
          <pc:sldMk cId="701056003" sldId="433"/>
        </pc:sldMkLst>
        <pc:spChg chg="mod">
          <ac:chgData name="Rico Halim" userId="e67b7075-521d-4436-9593-c3b020a99b57" providerId="ADAL" clId="{51BE432B-4882-44AA-B011-DD88D23C88BA}" dt="2026-03-18T09:35:33.136" v="1581" actId="113"/>
          <ac:spMkLst>
            <pc:docMk/>
            <pc:sldMk cId="701056003" sldId="433"/>
            <ac:spMk id="4" creationId="{A1BBDA0F-6281-F361-9319-CCB786C8CF23}"/>
          </ac:spMkLst>
        </pc:spChg>
        <pc:spChg chg="mod">
          <ac:chgData name="Rico Halim" userId="e67b7075-521d-4436-9593-c3b020a99b57" providerId="ADAL" clId="{51BE432B-4882-44AA-B011-DD88D23C88BA}" dt="2026-03-18T09:34:15.258" v="1547"/>
          <ac:spMkLst>
            <pc:docMk/>
            <pc:sldMk cId="701056003" sldId="433"/>
            <ac:spMk id="8" creationId="{58B5BF83-1FAF-DFBC-D114-B32D78F4985F}"/>
          </ac:spMkLst>
        </pc:spChg>
      </pc:sldChg>
      <pc:sldChg chg="addSp delSp modSp add del mod">
        <pc:chgData name="Rico Halim" userId="e67b7075-521d-4436-9593-c3b020a99b57" providerId="ADAL" clId="{51BE432B-4882-44AA-B011-DD88D23C88BA}" dt="2026-03-18T09:18:12.630" v="1438" actId="47"/>
        <pc:sldMkLst>
          <pc:docMk/>
          <pc:sldMk cId="1164742370" sldId="433"/>
        </pc:sldMkLst>
        <pc:spChg chg="mod">
          <ac:chgData name="Rico Halim" userId="e67b7075-521d-4436-9593-c3b020a99b57" providerId="ADAL" clId="{51BE432B-4882-44AA-B011-DD88D23C88BA}" dt="2026-03-17T11:54:20.635" v="1241" actId="20577"/>
          <ac:spMkLst>
            <pc:docMk/>
            <pc:sldMk cId="1164742370" sldId="433"/>
            <ac:spMk id="4" creationId="{C97AB138-3849-0723-2521-8D3081AF1E26}"/>
          </ac:spMkLst>
        </pc:spChg>
        <pc:spChg chg="mod">
          <ac:chgData name="Rico Halim" userId="e67b7075-521d-4436-9593-c3b020a99b57" providerId="ADAL" clId="{51BE432B-4882-44AA-B011-DD88D23C88BA}" dt="2026-03-17T10:12:42.035" v="884"/>
          <ac:spMkLst>
            <pc:docMk/>
            <pc:sldMk cId="1164742370" sldId="433"/>
            <ac:spMk id="8" creationId="{5752A490-9331-BF2E-54EE-2F4ADB087333}"/>
          </ac:spMkLst>
        </pc:spChg>
        <pc:picChg chg="del">
          <ac:chgData name="Rico Halim" userId="e67b7075-521d-4436-9593-c3b020a99b57" providerId="ADAL" clId="{51BE432B-4882-44AA-B011-DD88D23C88BA}" dt="2026-03-17T10:13:57.584" v="908" actId="478"/>
          <ac:picMkLst>
            <pc:docMk/>
            <pc:sldMk cId="1164742370" sldId="433"/>
            <ac:picMk id="3" creationId="{A8EBB923-BB65-1D5B-CAE1-5971FC4BB07A}"/>
          </ac:picMkLst>
        </pc:picChg>
        <pc:picChg chg="add del mod">
          <ac:chgData name="Rico Halim" userId="e67b7075-521d-4436-9593-c3b020a99b57" providerId="ADAL" clId="{51BE432B-4882-44AA-B011-DD88D23C88BA}" dt="2026-03-17T11:51:33.062" v="1200" actId="478"/>
          <ac:picMkLst>
            <pc:docMk/>
            <pc:sldMk cId="1164742370" sldId="433"/>
            <ac:picMk id="5" creationId="{2FA31589-159A-46D9-B093-012EC32E3F41}"/>
          </ac:picMkLst>
        </pc:picChg>
      </pc:sldChg>
      <pc:sldChg chg="delSp modSp add del mod">
        <pc:chgData name="Rico Halim" userId="e67b7075-521d-4436-9593-c3b020a99b57" providerId="ADAL" clId="{51BE432B-4882-44AA-B011-DD88D23C88BA}" dt="2026-03-17T11:57:52.026" v="1274" actId="47"/>
        <pc:sldMkLst>
          <pc:docMk/>
          <pc:sldMk cId="1332619718" sldId="434"/>
        </pc:sldMkLst>
        <pc:spChg chg="mod">
          <ac:chgData name="Rico Halim" userId="e67b7075-521d-4436-9593-c3b020a99b57" providerId="ADAL" clId="{51BE432B-4882-44AA-B011-DD88D23C88BA}" dt="2026-03-17T10:17:40.456" v="930" actId="20577"/>
          <ac:spMkLst>
            <pc:docMk/>
            <pc:sldMk cId="1332619718" sldId="434"/>
            <ac:spMk id="4" creationId="{D31226B3-BB76-9CC5-1CA0-5BBDD2AB4DCB}"/>
          </ac:spMkLst>
        </pc:spChg>
        <pc:spChg chg="mod">
          <ac:chgData name="Rico Halim" userId="e67b7075-521d-4436-9593-c3b020a99b57" providerId="ADAL" clId="{51BE432B-4882-44AA-B011-DD88D23C88BA}" dt="2026-03-17T10:16:55.793" v="917" actId="20577"/>
          <ac:spMkLst>
            <pc:docMk/>
            <pc:sldMk cId="1332619718" sldId="434"/>
            <ac:spMk id="8" creationId="{63BD7352-4BAF-BFF6-E408-49EACA13EF23}"/>
          </ac:spMkLst>
        </pc:spChg>
        <pc:picChg chg="del">
          <ac:chgData name="Rico Halim" userId="e67b7075-521d-4436-9593-c3b020a99b57" providerId="ADAL" clId="{51BE432B-4882-44AA-B011-DD88D23C88BA}" dt="2026-03-17T10:17:03.297" v="918" actId="478"/>
          <ac:picMkLst>
            <pc:docMk/>
            <pc:sldMk cId="1332619718" sldId="434"/>
            <ac:picMk id="5" creationId="{6B7B6588-7BF2-3756-A4FA-F328F726B2D0}"/>
          </ac:picMkLst>
        </pc:picChg>
      </pc:sldChg>
      <pc:sldChg chg="modSp add del mod ord">
        <pc:chgData name="Rico Halim" userId="e67b7075-521d-4436-9593-c3b020a99b57" providerId="ADAL" clId="{51BE432B-4882-44AA-B011-DD88D23C88BA}" dt="2026-03-18T09:41:02.157" v="1605"/>
        <pc:sldMkLst>
          <pc:docMk/>
          <pc:sldMk cId="3069427249" sldId="434"/>
        </pc:sldMkLst>
        <pc:spChg chg="mod">
          <ac:chgData name="Rico Halim" userId="e67b7075-521d-4436-9593-c3b020a99b57" providerId="ADAL" clId="{51BE432B-4882-44AA-B011-DD88D23C88BA}" dt="2026-03-18T09:37:54.376" v="1603" actId="113"/>
          <ac:spMkLst>
            <pc:docMk/>
            <pc:sldMk cId="3069427249" sldId="434"/>
            <ac:spMk id="4" creationId="{2FEBEB66-39EB-F2EB-DFCE-2345A24B18CF}"/>
          </ac:spMkLst>
        </pc:spChg>
        <pc:spChg chg="mod">
          <ac:chgData name="Rico Halim" userId="e67b7075-521d-4436-9593-c3b020a99b57" providerId="ADAL" clId="{51BE432B-4882-44AA-B011-DD88D23C88BA}" dt="2026-03-18T09:36:50.606" v="1585"/>
          <ac:spMkLst>
            <pc:docMk/>
            <pc:sldMk cId="3069427249" sldId="434"/>
            <ac:spMk id="8" creationId="{A6F9D39B-5234-7506-12E6-05CBAF97B017}"/>
          </ac:spMkLst>
        </pc:spChg>
      </pc:sldChg>
      <pc:sldChg chg="addSp modSp add del mod ord">
        <pc:chgData name="Rico Halim" userId="e67b7075-521d-4436-9593-c3b020a99b57" providerId="ADAL" clId="{51BE432B-4882-44AA-B011-DD88D23C88BA}" dt="2026-03-18T09:18:12.630" v="1438" actId="47"/>
        <pc:sldMkLst>
          <pc:docMk/>
          <pc:sldMk cId="1706760817" sldId="435"/>
        </pc:sldMkLst>
        <pc:spChg chg="add">
          <ac:chgData name="Rico Halim" userId="e67b7075-521d-4436-9593-c3b020a99b57" providerId="ADAL" clId="{51BE432B-4882-44AA-B011-DD88D23C88BA}" dt="2026-03-17T11:56:32.775" v="1257"/>
          <ac:spMkLst>
            <pc:docMk/>
            <pc:sldMk cId="1706760817" sldId="435"/>
            <ac:spMk id="2" creationId="{52553F2F-755A-9D34-49C1-96C3B84C5586}"/>
          </ac:spMkLst>
        </pc:spChg>
        <pc:spChg chg="add">
          <ac:chgData name="Rico Halim" userId="e67b7075-521d-4436-9593-c3b020a99b57" providerId="ADAL" clId="{51BE432B-4882-44AA-B011-DD88D23C88BA}" dt="2026-03-17T11:56:46.140" v="1260"/>
          <ac:spMkLst>
            <pc:docMk/>
            <pc:sldMk cId="1706760817" sldId="435"/>
            <ac:spMk id="3" creationId="{8129ED49-6367-FA6A-E31A-42FDF276A658}"/>
          </ac:spMkLst>
        </pc:spChg>
        <pc:spChg chg="mod">
          <ac:chgData name="Rico Halim" userId="e67b7075-521d-4436-9593-c3b020a99b57" providerId="ADAL" clId="{51BE432B-4882-44AA-B011-DD88D23C88BA}" dt="2026-03-17T12:25:06.336" v="1403" actId="20577"/>
          <ac:spMkLst>
            <pc:docMk/>
            <pc:sldMk cId="1706760817" sldId="435"/>
            <ac:spMk id="4" creationId="{D628F78D-BA99-D8A9-B728-29CE9F17538F}"/>
          </ac:spMkLst>
        </pc:spChg>
        <pc:spChg chg="mod">
          <ac:chgData name="Rico Halim" userId="e67b7075-521d-4436-9593-c3b020a99b57" providerId="ADAL" clId="{51BE432B-4882-44AA-B011-DD88D23C88BA}" dt="2026-03-17T12:01:33.043" v="1278"/>
          <ac:spMkLst>
            <pc:docMk/>
            <pc:sldMk cId="1706760817" sldId="435"/>
            <ac:spMk id="6" creationId="{3824DDB5-6052-C026-0958-0914E2091482}"/>
          </ac:spMkLst>
        </pc:spChg>
        <pc:spChg chg="mod">
          <ac:chgData name="Rico Halim" userId="e67b7075-521d-4436-9593-c3b020a99b57" providerId="ADAL" clId="{51BE432B-4882-44AA-B011-DD88D23C88BA}" dt="2026-03-17T11:55:45.178" v="1245" actId="27636"/>
          <ac:spMkLst>
            <pc:docMk/>
            <pc:sldMk cId="1706760817" sldId="435"/>
            <ac:spMk id="8" creationId="{300F75A3-5D12-4A25-E511-936450D71BCE}"/>
          </ac:spMkLst>
        </pc:spChg>
      </pc:sldChg>
      <pc:sldChg chg="add del">
        <pc:chgData name="Rico Halim" userId="e67b7075-521d-4436-9593-c3b020a99b57" providerId="ADAL" clId="{51BE432B-4882-44AA-B011-DD88D23C88BA}" dt="2026-03-18T09:41:10.913" v="1607"/>
        <pc:sldMkLst>
          <pc:docMk/>
          <pc:sldMk cId="2566763874" sldId="435"/>
        </pc:sldMkLst>
      </pc:sldChg>
      <pc:sldChg chg="add del">
        <pc:chgData name="Rico Halim" userId="e67b7075-521d-4436-9593-c3b020a99b57" providerId="ADAL" clId="{51BE432B-4882-44AA-B011-DD88D23C88BA}" dt="2026-03-18T09:41:12.347" v="1609"/>
        <pc:sldMkLst>
          <pc:docMk/>
          <pc:sldMk cId="607943855" sldId="436"/>
        </pc:sldMkLst>
      </pc:sldChg>
      <pc:sldChg chg="addSp delSp modSp add del mod">
        <pc:chgData name="Rico Halim" userId="e67b7075-521d-4436-9593-c3b020a99b57" providerId="ADAL" clId="{51BE432B-4882-44AA-B011-DD88D23C88BA}" dt="2026-03-17T11:57:56.592" v="1275" actId="47"/>
        <pc:sldMkLst>
          <pc:docMk/>
          <pc:sldMk cId="4046913931" sldId="436"/>
        </pc:sldMkLst>
        <pc:spChg chg="mod">
          <ac:chgData name="Rico Halim" userId="e67b7075-521d-4436-9593-c3b020a99b57" providerId="ADAL" clId="{51BE432B-4882-44AA-B011-DD88D23C88BA}" dt="2026-03-17T10:31:15.363" v="980" actId="20577"/>
          <ac:spMkLst>
            <pc:docMk/>
            <pc:sldMk cId="4046913931" sldId="436"/>
            <ac:spMk id="4" creationId="{45D7958E-1102-9A3B-FF6A-DB81A7E82169}"/>
          </ac:spMkLst>
        </pc:spChg>
        <pc:spChg chg="mod">
          <ac:chgData name="Rico Halim" userId="e67b7075-521d-4436-9593-c3b020a99b57" providerId="ADAL" clId="{51BE432B-4882-44AA-B011-DD88D23C88BA}" dt="2026-03-17T10:29:57.948" v="961"/>
          <ac:spMkLst>
            <pc:docMk/>
            <pc:sldMk cId="4046913931" sldId="436"/>
            <ac:spMk id="8" creationId="{31C2030E-79DD-2022-AB2F-8EB8CEF51F09}"/>
          </ac:spMkLst>
        </pc:spChg>
        <pc:picChg chg="add del">
          <ac:chgData name="Rico Halim" userId="e67b7075-521d-4436-9593-c3b020a99b57" providerId="ADAL" clId="{51BE432B-4882-44AA-B011-DD88D23C88BA}" dt="2026-03-17T10:35:25.665" v="982" actId="22"/>
          <ac:picMkLst>
            <pc:docMk/>
            <pc:sldMk cId="4046913931" sldId="436"/>
            <ac:picMk id="3" creationId="{DDAC1152-01FD-F143-4B39-341A54753646}"/>
          </ac:picMkLst>
        </pc:picChg>
      </pc:sldChg>
      <pc:sldChg chg="addSp delSp modSp add del mod">
        <pc:chgData name="Rico Halim" userId="e67b7075-521d-4436-9593-c3b020a99b57" providerId="ADAL" clId="{51BE432B-4882-44AA-B011-DD88D23C88BA}" dt="2026-03-18T09:18:12.630" v="1438" actId="47"/>
        <pc:sldMkLst>
          <pc:docMk/>
          <pc:sldMk cId="823415553" sldId="437"/>
        </pc:sldMkLst>
        <pc:spChg chg="add del mod">
          <ac:chgData name="Rico Halim" userId="e67b7075-521d-4436-9593-c3b020a99b57" providerId="ADAL" clId="{51BE432B-4882-44AA-B011-DD88D23C88BA}" dt="2026-03-17T10:36:10.104" v="989" actId="478"/>
          <ac:spMkLst>
            <pc:docMk/>
            <pc:sldMk cId="823415553" sldId="437"/>
            <ac:spMk id="4" creationId="{D1EBC1A0-D2A4-D062-65DF-E33C51F1685F}"/>
          </ac:spMkLst>
        </pc:spChg>
        <pc:spChg chg="mod">
          <ac:chgData name="Rico Halim" userId="e67b7075-521d-4436-9593-c3b020a99b57" providerId="ADAL" clId="{51BE432B-4882-44AA-B011-DD88D23C88BA}" dt="2026-03-17T12:01:40.054" v="1279"/>
          <ac:spMkLst>
            <pc:docMk/>
            <pc:sldMk cId="823415553" sldId="437"/>
            <ac:spMk id="6" creationId="{A4B173D2-A356-9FB4-2CD6-5CBC06189E8E}"/>
          </ac:spMkLst>
        </pc:spChg>
        <pc:spChg chg="mod">
          <ac:chgData name="Rico Halim" userId="e67b7075-521d-4436-9593-c3b020a99b57" providerId="ADAL" clId="{51BE432B-4882-44AA-B011-DD88D23C88BA}" dt="2026-03-17T10:41:51.213" v="997"/>
          <ac:spMkLst>
            <pc:docMk/>
            <pc:sldMk cId="823415553" sldId="437"/>
            <ac:spMk id="8" creationId="{90D49ED9-C930-1A93-9443-29EDCA95E92C}"/>
          </ac:spMkLst>
        </pc:spChg>
        <pc:picChg chg="add del">
          <ac:chgData name="Rico Halim" userId="e67b7075-521d-4436-9593-c3b020a99b57" providerId="ADAL" clId="{51BE432B-4882-44AA-B011-DD88D23C88BA}" dt="2026-03-17T10:36:12.180" v="990" actId="478"/>
          <ac:picMkLst>
            <pc:docMk/>
            <pc:sldMk cId="823415553" sldId="437"/>
            <ac:picMk id="3" creationId="{8C8BBA3F-4D17-5D88-8383-1EB7D72AC238}"/>
          </ac:picMkLst>
        </pc:picChg>
        <pc:picChg chg="add mod">
          <ac:chgData name="Rico Halim" userId="e67b7075-521d-4436-9593-c3b020a99b57" providerId="ADAL" clId="{51BE432B-4882-44AA-B011-DD88D23C88BA}" dt="2026-03-17T10:41:19.901" v="996" actId="1076"/>
          <ac:picMkLst>
            <pc:docMk/>
            <pc:sldMk cId="823415553" sldId="437"/>
            <ac:picMk id="7" creationId="{78C2EBAA-27D5-3ADF-2653-6F2F92CCA95C}"/>
          </ac:picMkLst>
        </pc:picChg>
      </pc:sldChg>
      <pc:sldChg chg="add del">
        <pc:chgData name="Rico Halim" userId="e67b7075-521d-4436-9593-c3b020a99b57" providerId="ADAL" clId="{51BE432B-4882-44AA-B011-DD88D23C88BA}" dt="2026-03-18T09:41:13.657" v="1611"/>
        <pc:sldMkLst>
          <pc:docMk/>
          <pc:sldMk cId="1658248532" sldId="437"/>
        </pc:sldMkLst>
      </pc:sldChg>
      <pc:sldChg chg="modSp add del mod ord">
        <pc:chgData name="Rico Halim" userId="e67b7075-521d-4436-9593-c3b020a99b57" providerId="ADAL" clId="{51BE432B-4882-44AA-B011-DD88D23C88BA}" dt="2026-03-18T09:18:12.630" v="1438" actId="47"/>
        <pc:sldMkLst>
          <pc:docMk/>
          <pc:sldMk cId="78878911" sldId="438"/>
        </pc:sldMkLst>
        <pc:spChg chg="mod">
          <ac:chgData name="Rico Halim" userId="e67b7075-521d-4436-9593-c3b020a99b57" providerId="ADAL" clId="{51BE432B-4882-44AA-B011-DD88D23C88BA}" dt="2026-03-17T12:07:51.674" v="1316" actId="20577"/>
          <ac:spMkLst>
            <pc:docMk/>
            <pc:sldMk cId="78878911" sldId="438"/>
            <ac:spMk id="4" creationId="{911607CC-5C07-4D19-0D0A-4C90D993FF19}"/>
          </ac:spMkLst>
        </pc:spChg>
        <pc:spChg chg="mod">
          <ac:chgData name="Rico Halim" userId="e67b7075-521d-4436-9593-c3b020a99b57" providerId="ADAL" clId="{51BE432B-4882-44AA-B011-DD88D23C88BA}" dt="2026-03-17T10:51:42.730" v="1008"/>
          <ac:spMkLst>
            <pc:docMk/>
            <pc:sldMk cId="78878911" sldId="438"/>
            <ac:spMk id="6" creationId="{E5BAA466-CE61-3C01-588F-D32E84EF0C4F}"/>
          </ac:spMkLst>
        </pc:spChg>
        <pc:spChg chg="mod">
          <ac:chgData name="Rico Halim" userId="e67b7075-521d-4436-9593-c3b020a99b57" providerId="ADAL" clId="{51BE432B-4882-44AA-B011-DD88D23C88BA}" dt="2026-03-17T12:06:41.552" v="1302"/>
          <ac:spMkLst>
            <pc:docMk/>
            <pc:sldMk cId="78878911" sldId="438"/>
            <ac:spMk id="8" creationId="{D646D186-B49E-866B-7D23-EB8B54E06C6F}"/>
          </ac:spMkLst>
        </pc:spChg>
      </pc:sldChg>
      <pc:sldChg chg="modSp add del mod">
        <pc:chgData name="Rico Halim" userId="e67b7075-521d-4436-9593-c3b020a99b57" providerId="ADAL" clId="{51BE432B-4882-44AA-B011-DD88D23C88BA}" dt="2026-03-17T10:51:21.132" v="1003" actId="47"/>
        <pc:sldMkLst>
          <pc:docMk/>
          <pc:sldMk cId="993361399" sldId="438"/>
        </pc:sldMkLst>
        <pc:spChg chg="mod">
          <ac:chgData name="Rico Halim" userId="e67b7075-521d-4436-9593-c3b020a99b57" providerId="ADAL" clId="{51BE432B-4882-44AA-B011-DD88D23C88BA}" dt="2026-03-17T10:42:12.555" v="999"/>
          <ac:spMkLst>
            <pc:docMk/>
            <pc:sldMk cId="993361399" sldId="438"/>
            <ac:spMk id="6" creationId="{2CC0061C-5430-4F43-3CA9-C2B94A9B11BA}"/>
          </ac:spMkLst>
        </pc:spChg>
        <pc:spChg chg="mod">
          <ac:chgData name="Rico Halim" userId="e67b7075-521d-4436-9593-c3b020a99b57" providerId="ADAL" clId="{51BE432B-4882-44AA-B011-DD88D23C88BA}" dt="2026-03-17T10:51:18.529" v="1002" actId="20577"/>
          <ac:spMkLst>
            <pc:docMk/>
            <pc:sldMk cId="993361399" sldId="438"/>
            <ac:spMk id="8" creationId="{B3604BF3-9720-3EE3-1745-A8A2CF0EDB4D}"/>
          </ac:spMkLst>
        </pc:spChg>
      </pc:sldChg>
      <pc:sldChg chg="delSp add mod">
        <pc:chgData name="Rico Halim" userId="e67b7075-521d-4436-9593-c3b020a99b57" providerId="ADAL" clId="{51BE432B-4882-44AA-B011-DD88D23C88BA}" dt="2026-03-18T09:41:26.545" v="1612" actId="478"/>
        <pc:sldMkLst>
          <pc:docMk/>
          <pc:sldMk cId="1693438532" sldId="438"/>
        </pc:sldMkLst>
        <pc:spChg chg="del">
          <ac:chgData name="Rico Halim" userId="e67b7075-521d-4436-9593-c3b020a99b57" providerId="ADAL" clId="{51BE432B-4882-44AA-B011-DD88D23C88BA}" dt="2026-03-18T09:41:26.545" v="1612" actId="478"/>
          <ac:spMkLst>
            <pc:docMk/>
            <pc:sldMk cId="1693438532" sldId="438"/>
            <ac:spMk id="123" creationId="{00000000-0000-0000-0000-000000000000}"/>
          </ac:spMkLst>
        </pc:spChg>
        <pc:spChg chg="del">
          <ac:chgData name="Rico Halim" userId="e67b7075-521d-4436-9593-c3b020a99b57" providerId="ADAL" clId="{51BE432B-4882-44AA-B011-DD88D23C88BA}" dt="2026-03-18T09:41:26.545" v="1612" actId="478"/>
          <ac:spMkLst>
            <pc:docMk/>
            <pc:sldMk cId="1693438532" sldId="438"/>
            <ac:spMk id="310" creationId="{00000000-0000-0000-0000-000000000000}"/>
          </ac:spMkLst>
        </pc:spChg>
        <pc:spChg chg="del">
          <ac:chgData name="Rico Halim" userId="e67b7075-521d-4436-9593-c3b020a99b57" providerId="ADAL" clId="{51BE432B-4882-44AA-B011-DD88D23C88BA}" dt="2026-03-18T09:41:26.545" v="1612" actId="478"/>
          <ac:spMkLst>
            <pc:docMk/>
            <pc:sldMk cId="1693438532" sldId="438"/>
            <ac:spMk id="319" creationId="{00000000-0000-0000-0000-000000000000}"/>
          </ac:spMkLst>
        </pc:spChg>
        <pc:spChg chg="del">
          <ac:chgData name="Rico Halim" userId="e67b7075-521d-4436-9593-c3b020a99b57" providerId="ADAL" clId="{51BE432B-4882-44AA-B011-DD88D23C88BA}" dt="2026-03-18T09:41:26.545" v="1612" actId="478"/>
          <ac:spMkLst>
            <pc:docMk/>
            <pc:sldMk cId="1693438532" sldId="438"/>
            <ac:spMk id="645" creationId="{00000000-0000-0000-0000-000000000000}"/>
          </ac:spMkLst>
        </pc:spChg>
        <pc:spChg chg="del">
          <ac:chgData name="Rico Halim" userId="e67b7075-521d-4436-9593-c3b020a99b57" providerId="ADAL" clId="{51BE432B-4882-44AA-B011-DD88D23C88BA}" dt="2026-03-18T09:41:26.545" v="1612" actId="478"/>
          <ac:spMkLst>
            <pc:docMk/>
            <pc:sldMk cId="1693438532" sldId="438"/>
            <ac:spMk id="773" creationId="{00000000-0000-0000-0000-000000000000}"/>
          </ac:spMkLst>
        </pc:spChg>
        <pc:spChg chg="del">
          <ac:chgData name="Rico Halim" userId="e67b7075-521d-4436-9593-c3b020a99b57" providerId="ADAL" clId="{51BE432B-4882-44AA-B011-DD88D23C88BA}" dt="2026-03-18T09:41:26.545" v="1612" actId="478"/>
          <ac:spMkLst>
            <pc:docMk/>
            <pc:sldMk cId="1693438532" sldId="438"/>
            <ac:spMk id="803" creationId="{00000000-0000-0000-0000-000000000000}"/>
          </ac:spMkLst>
        </pc:spChg>
        <pc:spChg chg="del">
          <ac:chgData name="Rico Halim" userId="e67b7075-521d-4436-9593-c3b020a99b57" providerId="ADAL" clId="{51BE432B-4882-44AA-B011-DD88D23C88BA}" dt="2026-03-18T09:41:26.545" v="1612" actId="478"/>
          <ac:spMkLst>
            <pc:docMk/>
            <pc:sldMk cId="1693438532" sldId="438"/>
            <ac:spMk id="939" creationId="{00000000-0000-0000-0000-000000000000}"/>
          </ac:spMkLst>
        </pc:spChg>
        <pc:spChg chg="del">
          <ac:chgData name="Rico Halim" userId="e67b7075-521d-4436-9593-c3b020a99b57" providerId="ADAL" clId="{51BE432B-4882-44AA-B011-DD88D23C88BA}" dt="2026-03-18T09:41:26.545" v="1612" actId="478"/>
          <ac:spMkLst>
            <pc:docMk/>
            <pc:sldMk cId="1693438532" sldId="438"/>
            <ac:spMk id="1004" creationId="{00000000-0000-0000-0000-000000000000}"/>
          </ac:spMkLst>
        </pc:spChg>
        <pc:picChg chg="del">
          <ac:chgData name="Rico Halim" userId="e67b7075-521d-4436-9593-c3b020a99b57" providerId="ADAL" clId="{51BE432B-4882-44AA-B011-DD88D23C88BA}" dt="2026-03-18T09:41:26.545" v="1612" actId="478"/>
          <ac:picMkLst>
            <pc:docMk/>
            <pc:sldMk cId="1693438532" sldId="438"/>
            <ac:picMk id="1005" creationId="{00000000-0000-0000-0000-000000000000}"/>
          </ac:picMkLst>
        </pc:picChg>
        <pc:picChg chg="del">
          <ac:chgData name="Rico Halim" userId="e67b7075-521d-4436-9593-c3b020a99b57" providerId="ADAL" clId="{51BE432B-4882-44AA-B011-DD88D23C88BA}" dt="2026-03-18T09:41:26.545" v="1612" actId="478"/>
          <ac:picMkLst>
            <pc:docMk/>
            <pc:sldMk cId="1693438532" sldId="438"/>
            <ac:picMk id="1006" creationId="{00000000-0000-0000-0000-000000000000}"/>
          </ac:picMkLst>
        </pc:picChg>
      </pc:sldChg>
      <pc:sldChg chg="addSp modSp add mod modShow">
        <pc:chgData name="Rico Halim" userId="e67b7075-521d-4436-9593-c3b020a99b57" providerId="ADAL" clId="{51BE432B-4882-44AA-B011-DD88D23C88BA}" dt="2026-03-18T10:33:17.441" v="1899" actId="729"/>
        <pc:sldMkLst>
          <pc:docMk/>
          <pc:sldMk cId="2847703437" sldId="439"/>
        </pc:sldMkLst>
        <pc:spChg chg="mod">
          <ac:chgData name="Rico Halim" userId="e67b7075-521d-4436-9593-c3b020a99b57" providerId="ADAL" clId="{51BE432B-4882-44AA-B011-DD88D23C88BA}" dt="2026-03-18T09:48:32.214" v="1638" actId="14100"/>
          <ac:spMkLst>
            <pc:docMk/>
            <pc:sldMk cId="2847703437" sldId="439"/>
            <ac:spMk id="4" creationId="{1929123A-7483-0716-5EE6-4FAE6EBCBDF7}"/>
          </ac:spMkLst>
        </pc:spChg>
        <pc:spChg chg="mod">
          <ac:chgData name="Rico Halim" userId="e67b7075-521d-4436-9593-c3b020a99b57" providerId="ADAL" clId="{51BE432B-4882-44AA-B011-DD88D23C88BA}" dt="2026-03-18T09:41:40.900" v="1614"/>
          <ac:spMkLst>
            <pc:docMk/>
            <pc:sldMk cId="2847703437" sldId="439"/>
            <ac:spMk id="6" creationId="{2FDD9A16-D109-CE59-1C02-477A1E5A921D}"/>
          </ac:spMkLst>
        </pc:spChg>
        <pc:spChg chg="mod">
          <ac:chgData name="Rico Halim" userId="e67b7075-521d-4436-9593-c3b020a99b57" providerId="ADAL" clId="{51BE432B-4882-44AA-B011-DD88D23C88BA}" dt="2026-03-18T09:41:46.599" v="1615"/>
          <ac:spMkLst>
            <pc:docMk/>
            <pc:sldMk cId="2847703437" sldId="439"/>
            <ac:spMk id="8" creationId="{27AD3249-E94E-DF15-C2CB-C5E3D97AF3BD}"/>
          </ac:spMkLst>
        </pc:spChg>
        <pc:picChg chg="add mod">
          <ac:chgData name="Rico Halim" userId="e67b7075-521d-4436-9593-c3b020a99b57" providerId="ADAL" clId="{51BE432B-4882-44AA-B011-DD88D23C88BA}" dt="2026-03-18T09:48:53.316" v="1643" actId="1076"/>
          <ac:picMkLst>
            <pc:docMk/>
            <pc:sldMk cId="2847703437" sldId="439"/>
            <ac:picMk id="3" creationId="{5E7AFED3-A04F-591E-4DFC-922E94D24D04}"/>
          </ac:picMkLst>
        </pc:picChg>
      </pc:sldChg>
      <pc:sldChg chg="addSp delSp modSp add del mod">
        <pc:chgData name="Rico Halim" userId="e67b7075-521d-4436-9593-c3b020a99b57" providerId="ADAL" clId="{51BE432B-4882-44AA-B011-DD88D23C88BA}" dt="2026-03-18T09:18:12.630" v="1438" actId="47"/>
        <pc:sldMkLst>
          <pc:docMk/>
          <pc:sldMk cId="4239441356" sldId="439"/>
        </pc:sldMkLst>
        <pc:spChg chg="del mod">
          <ac:chgData name="Rico Halim" userId="e67b7075-521d-4436-9593-c3b020a99b57" providerId="ADAL" clId="{51BE432B-4882-44AA-B011-DD88D23C88BA}" dt="2026-03-17T11:14:09.347" v="1038" actId="22"/>
          <ac:spMkLst>
            <pc:docMk/>
            <pc:sldMk cId="4239441356" sldId="439"/>
            <ac:spMk id="4" creationId="{7B5036C6-3853-5164-A046-2179C6C7511D}"/>
          </ac:spMkLst>
        </pc:spChg>
        <pc:spChg chg="mod">
          <ac:chgData name="Rico Halim" userId="e67b7075-521d-4436-9593-c3b020a99b57" providerId="ADAL" clId="{51BE432B-4882-44AA-B011-DD88D23C88BA}" dt="2026-03-17T11:14:21.231" v="1040"/>
          <ac:spMkLst>
            <pc:docMk/>
            <pc:sldMk cId="4239441356" sldId="439"/>
            <ac:spMk id="6" creationId="{936A72FB-29BF-E42E-1BC7-4336318BDBE6}"/>
          </ac:spMkLst>
        </pc:spChg>
        <pc:spChg chg="add del mod">
          <ac:chgData name="Rico Halim" userId="e67b7075-521d-4436-9593-c3b020a99b57" providerId="ADAL" clId="{51BE432B-4882-44AA-B011-DD88D23C88BA}" dt="2026-03-17T11:18:42.525" v="1079" actId="20577"/>
          <ac:spMkLst>
            <pc:docMk/>
            <pc:sldMk cId="4239441356" sldId="439"/>
            <ac:spMk id="7" creationId="{79988AEE-43F4-1BEF-DCAB-6D88E3E90011}"/>
          </ac:spMkLst>
        </pc:spChg>
        <pc:spChg chg="mod">
          <ac:chgData name="Rico Halim" userId="e67b7075-521d-4436-9593-c3b020a99b57" providerId="ADAL" clId="{51BE432B-4882-44AA-B011-DD88D23C88BA}" dt="2026-03-17T11:14:41.407" v="1041"/>
          <ac:spMkLst>
            <pc:docMk/>
            <pc:sldMk cId="4239441356" sldId="439"/>
            <ac:spMk id="8" creationId="{6CEAB5AB-6CA4-4EC3-C6FA-4D0DC977026B}"/>
          </ac:spMkLst>
        </pc:spChg>
        <pc:spChg chg="add">
          <ac:chgData name="Rico Halim" userId="e67b7075-521d-4436-9593-c3b020a99b57" providerId="ADAL" clId="{51BE432B-4882-44AA-B011-DD88D23C88BA}" dt="2026-03-17T11:14:49.587" v="1042"/>
          <ac:spMkLst>
            <pc:docMk/>
            <pc:sldMk cId="4239441356" sldId="439"/>
            <ac:spMk id="10" creationId="{37412B82-8F13-B531-4A13-3DEB47435D19}"/>
          </ac:spMkLst>
        </pc:spChg>
        <pc:spChg chg="add mod">
          <ac:chgData name="Rico Halim" userId="e67b7075-521d-4436-9593-c3b020a99b57" providerId="ADAL" clId="{51BE432B-4882-44AA-B011-DD88D23C88BA}" dt="2026-03-17T11:22:47.242" v="1124" actId="1036"/>
          <ac:spMkLst>
            <pc:docMk/>
            <pc:sldMk cId="4239441356" sldId="439"/>
            <ac:spMk id="14" creationId="{CAB9F839-5852-91C3-7DD6-504D09D6C5F8}"/>
          </ac:spMkLst>
        </pc:spChg>
        <pc:graphicFrameChg chg="add mod">
          <ac:chgData name="Rico Halim" userId="e67b7075-521d-4436-9593-c3b020a99b57" providerId="ADAL" clId="{51BE432B-4882-44AA-B011-DD88D23C88BA}" dt="2026-03-17T11:14:50.684" v="1043"/>
          <ac:graphicFrameMkLst>
            <pc:docMk/>
            <pc:sldMk cId="4239441356" sldId="439"/>
            <ac:graphicFrameMk id="9" creationId="{FBBB649D-A617-7A77-F1F3-1D35FCE6D3E4}"/>
          </ac:graphicFrameMkLst>
        </pc:graphicFrameChg>
        <pc:graphicFrameChg chg="add mod modGraphic">
          <ac:chgData name="Rico Halim" userId="e67b7075-521d-4436-9593-c3b020a99b57" providerId="ADAL" clId="{51BE432B-4882-44AA-B011-DD88D23C88BA}" dt="2026-03-17T11:18:53.052" v="1082" actId="14734"/>
          <ac:graphicFrameMkLst>
            <pc:docMk/>
            <pc:sldMk cId="4239441356" sldId="439"/>
            <ac:graphicFrameMk id="11" creationId="{3B86C5B9-BE49-2554-6F80-004F1FB282C6}"/>
          </ac:graphicFrameMkLst>
        </pc:graphicFrameChg>
        <pc:graphicFrameChg chg="add mod">
          <ac:chgData name="Rico Halim" userId="e67b7075-521d-4436-9593-c3b020a99b57" providerId="ADAL" clId="{51BE432B-4882-44AA-B011-DD88D23C88BA}" dt="2026-03-17T11:21:57.769" v="1105" actId="1076"/>
          <ac:graphicFrameMkLst>
            <pc:docMk/>
            <pc:sldMk cId="4239441356" sldId="439"/>
            <ac:graphicFrameMk id="12" creationId="{56D22773-6FB9-349E-B3D4-FED29341EAB3}"/>
          </ac:graphicFrameMkLst>
        </pc:graphicFrameChg>
        <pc:picChg chg="add del mod ord">
          <ac:chgData name="Rico Halim" userId="e67b7075-521d-4436-9593-c3b020a99b57" providerId="ADAL" clId="{51BE432B-4882-44AA-B011-DD88D23C88BA}" dt="2026-03-17T11:14:11.227" v="1039" actId="478"/>
          <ac:picMkLst>
            <pc:docMk/>
            <pc:sldMk cId="4239441356" sldId="439"/>
            <ac:picMk id="3" creationId="{7D1D1F4A-923A-4A38-7205-EBE908274BE8}"/>
          </ac:picMkLst>
        </pc:picChg>
      </pc:sldChg>
      <pc:sldChg chg="addSp delSp modSp add del mod">
        <pc:chgData name="Rico Halim" userId="e67b7075-521d-4436-9593-c3b020a99b57" providerId="ADAL" clId="{51BE432B-4882-44AA-B011-DD88D23C88BA}" dt="2026-03-17T11:25:25.247" v="1125" actId="47"/>
        <pc:sldMkLst>
          <pc:docMk/>
          <pc:sldMk cId="269373747" sldId="440"/>
        </pc:sldMkLst>
        <pc:spChg chg="add del mod">
          <ac:chgData name="Rico Halim" userId="e67b7075-521d-4436-9593-c3b020a99b57" providerId="ADAL" clId="{51BE432B-4882-44AA-B011-DD88D23C88BA}" dt="2026-03-17T11:19:20.186" v="1083" actId="3680"/>
          <ac:spMkLst>
            <pc:docMk/>
            <pc:sldMk cId="269373747" sldId="440"/>
            <ac:spMk id="4" creationId="{E12BAD3E-95C1-469A-F248-765386CE66B9}"/>
          </ac:spMkLst>
        </pc:spChg>
        <pc:spChg chg="del">
          <ac:chgData name="Rico Halim" userId="e67b7075-521d-4436-9593-c3b020a99b57" providerId="ADAL" clId="{51BE432B-4882-44AA-B011-DD88D23C88BA}" dt="2026-03-17T11:16:55.841" v="1045" actId="3680"/>
          <ac:spMkLst>
            <pc:docMk/>
            <pc:sldMk cId="269373747" sldId="440"/>
            <ac:spMk id="7" creationId="{00E28C1D-06C1-C1D3-9E74-B7CBF33ADE5C}"/>
          </ac:spMkLst>
        </pc:spChg>
        <pc:spChg chg="add mod">
          <ac:chgData name="Rico Halim" userId="e67b7075-521d-4436-9593-c3b020a99b57" providerId="ADAL" clId="{51BE432B-4882-44AA-B011-DD88D23C88BA}" dt="2026-03-17T11:21:47.574" v="1103" actId="21"/>
          <ac:spMkLst>
            <pc:docMk/>
            <pc:sldMk cId="269373747" sldId="440"/>
            <ac:spMk id="15" creationId="{C7428883-5685-FC3B-D3F1-CC2152F45D71}"/>
          </ac:spMkLst>
        </pc:spChg>
        <pc:spChg chg="del">
          <ac:chgData name="Rico Halim" userId="e67b7075-521d-4436-9593-c3b020a99b57" providerId="ADAL" clId="{51BE432B-4882-44AA-B011-DD88D23C88BA}" dt="2026-03-17T11:19:53.629" v="1086" actId="478"/>
          <ac:spMkLst>
            <pc:docMk/>
            <pc:sldMk cId="269373747" sldId="440"/>
            <ac:spMk id="19" creationId="{EFBB4A81-9E72-EA8C-B895-EDD7BED7A9AE}"/>
          </ac:spMkLst>
        </pc:spChg>
        <pc:graphicFrameChg chg="add del mod ord modGraphic">
          <ac:chgData name="Rico Halim" userId="e67b7075-521d-4436-9593-c3b020a99b57" providerId="ADAL" clId="{51BE432B-4882-44AA-B011-DD88D23C88BA}" dt="2026-03-17T11:18:29.789" v="1075" actId="21"/>
          <ac:graphicFrameMkLst>
            <pc:docMk/>
            <pc:sldMk cId="269373747" sldId="440"/>
            <ac:graphicFrameMk id="2" creationId="{3B86C5B9-BE49-2554-6F80-004F1FB282C6}"/>
          </ac:graphicFrameMkLst>
        </pc:graphicFrameChg>
        <pc:graphicFrameChg chg="add del mod ord modGraphic">
          <ac:chgData name="Rico Halim" userId="e67b7075-521d-4436-9593-c3b020a99b57" providerId="ADAL" clId="{51BE432B-4882-44AA-B011-DD88D23C88BA}" dt="2026-03-17T11:21:47.574" v="1103" actId="21"/>
          <ac:graphicFrameMkLst>
            <pc:docMk/>
            <pc:sldMk cId="269373747" sldId="440"/>
            <ac:graphicFrameMk id="5" creationId="{56D22773-6FB9-349E-B3D4-FED29341EAB3}"/>
          </ac:graphicFrameMkLst>
        </pc:graphicFrameChg>
        <pc:graphicFrameChg chg="add mod">
          <ac:chgData name="Rico Halim" userId="e67b7075-521d-4436-9593-c3b020a99b57" providerId="ADAL" clId="{51BE432B-4882-44AA-B011-DD88D23C88BA}" dt="2026-03-17T11:19:36.614" v="1084"/>
          <ac:graphicFrameMkLst>
            <pc:docMk/>
            <pc:sldMk cId="269373747" sldId="440"/>
            <ac:graphicFrameMk id="9" creationId="{8F856C13-11E7-D1F9-69A4-BCA1BA655FE2}"/>
          </ac:graphicFrameMkLst>
        </pc:graphicFrameChg>
        <pc:graphicFrameChg chg="add mod">
          <ac:chgData name="Rico Halim" userId="e67b7075-521d-4436-9593-c3b020a99b57" providerId="ADAL" clId="{51BE432B-4882-44AA-B011-DD88D23C88BA}" dt="2026-03-17T11:19:48.818" v="1085"/>
          <ac:graphicFrameMkLst>
            <pc:docMk/>
            <pc:sldMk cId="269373747" sldId="440"/>
            <ac:graphicFrameMk id="10" creationId="{BAF8DF14-8E17-0764-E043-ABAC7942225B}"/>
          </ac:graphicFrameMkLst>
        </pc:graphicFrameChg>
        <pc:graphicFrameChg chg="add del mod">
          <ac:chgData name="Rico Halim" userId="e67b7075-521d-4436-9593-c3b020a99b57" providerId="ADAL" clId="{51BE432B-4882-44AA-B011-DD88D23C88BA}" dt="2026-03-17T11:20:10.196" v="1088" actId="478"/>
          <ac:graphicFrameMkLst>
            <pc:docMk/>
            <pc:sldMk cId="269373747" sldId="440"/>
            <ac:graphicFrameMk id="11" creationId="{2DD11899-F173-15D2-A478-132499C6C09C}"/>
          </ac:graphicFrameMkLst>
        </pc:graphicFrameChg>
        <pc:graphicFrameChg chg="add mod">
          <ac:chgData name="Rico Halim" userId="e67b7075-521d-4436-9593-c3b020a99b57" providerId="ADAL" clId="{51BE432B-4882-44AA-B011-DD88D23C88BA}" dt="2026-03-17T11:20:35.948" v="1089"/>
          <ac:graphicFrameMkLst>
            <pc:docMk/>
            <pc:sldMk cId="269373747" sldId="440"/>
            <ac:graphicFrameMk id="12" creationId="{8F59CBBD-CC89-F44C-AFB1-FA01AE23F7AF}"/>
          </ac:graphicFrameMkLst>
        </pc:graphicFrameChg>
        <pc:graphicFrameChg chg="add mod">
          <ac:chgData name="Rico Halim" userId="e67b7075-521d-4436-9593-c3b020a99b57" providerId="ADAL" clId="{51BE432B-4882-44AA-B011-DD88D23C88BA}" dt="2026-03-17T11:20:39.511" v="1090"/>
          <ac:graphicFrameMkLst>
            <pc:docMk/>
            <pc:sldMk cId="269373747" sldId="440"/>
            <ac:graphicFrameMk id="13" creationId="{650A6653-1E67-079B-E589-DEED636989C2}"/>
          </ac:graphicFrameMkLst>
        </pc:graphicFrameChg>
      </pc:sldChg>
      <pc:sldChg chg="modSp add del">
        <pc:chgData name="Rico Halim" userId="e67b7075-521d-4436-9593-c3b020a99b57" providerId="ADAL" clId="{51BE432B-4882-44AA-B011-DD88D23C88BA}" dt="2026-03-18T09:50:31.862" v="1649" actId="47"/>
        <pc:sldMkLst>
          <pc:docMk/>
          <pc:sldMk cId="841953364" sldId="440"/>
        </pc:sldMkLst>
        <pc:spChg chg="mod">
          <ac:chgData name="Rico Halim" userId="e67b7075-521d-4436-9593-c3b020a99b57" providerId="ADAL" clId="{51BE432B-4882-44AA-B011-DD88D23C88BA}" dt="2026-03-18T09:50:21.702" v="1645"/>
          <ac:spMkLst>
            <pc:docMk/>
            <pc:sldMk cId="841953364" sldId="440"/>
            <ac:spMk id="8" creationId="{3C8902F2-D665-0935-F38D-BE220E5A55C9}"/>
          </ac:spMkLst>
        </pc:spChg>
      </pc:sldChg>
      <pc:sldChg chg="addSp delSp modSp add del mod">
        <pc:chgData name="Rico Halim" userId="e67b7075-521d-4436-9593-c3b020a99b57" providerId="ADAL" clId="{51BE432B-4882-44AA-B011-DD88D23C88BA}" dt="2026-03-18T09:18:12.630" v="1438" actId="47"/>
        <pc:sldMkLst>
          <pc:docMk/>
          <pc:sldMk cId="4229947342" sldId="440"/>
        </pc:sldMkLst>
        <pc:spChg chg="add mod">
          <ac:chgData name="Rico Halim" userId="e67b7075-521d-4436-9593-c3b020a99b57" providerId="ADAL" clId="{51BE432B-4882-44AA-B011-DD88D23C88BA}" dt="2026-03-17T11:32:22.745" v="1134"/>
          <ac:spMkLst>
            <pc:docMk/>
            <pc:sldMk cId="4229947342" sldId="440"/>
            <ac:spMk id="2" creationId="{2DDB7164-F776-8010-D7EF-C2AACD2DCC53}"/>
          </ac:spMkLst>
        </pc:spChg>
        <pc:spChg chg="add mod">
          <ac:chgData name="Rico Halim" userId="e67b7075-521d-4436-9593-c3b020a99b57" providerId="ADAL" clId="{51BE432B-4882-44AA-B011-DD88D23C88BA}" dt="2026-03-17T11:32:24.138" v="1136"/>
          <ac:spMkLst>
            <pc:docMk/>
            <pc:sldMk cId="4229947342" sldId="440"/>
            <ac:spMk id="3" creationId="{48B9100E-61BF-7900-C31A-471A53F7AFD5}"/>
          </ac:spMkLst>
        </pc:spChg>
        <pc:spChg chg="add del mod">
          <ac:chgData name="Rico Halim" userId="e67b7075-521d-4436-9593-c3b020a99b57" providerId="ADAL" clId="{51BE432B-4882-44AA-B011-DD88D23C88BA}" dt="2026-03-17T11:32:44.090" v="1138"/>
          <ac:spMkLst>
            <pc:docMk/>
            <pc:sldMk cId="4229947342" sldId="440"/>
            <ac:spMk id="7" creationId="{444E5B1C-D6B2-0E31-D778-39619E9120DC}"/>
          </ac:spMkLst>
        </pc:spChg>
        <pc:spChg chg="mod">
          <ac:chgData name="Rico Halim" userId="e67b7075-521d-4436-9593-c3b020a99b57" providerId="ADAL" clId="{51BE432B-4882-44AA-B011-DD88D23C88BA}" dt="2026-03-17T11:32:06.803" v="1127"/>
          <ac:spMkLst>
            <pc:docMk/>
            <pc:sldMk cId="4229947342" sldId="440"/>
            <ac:spMk id="8" creationId="{19CA67BD-A686-F874-72CF-AE533ED09BB2}"/>
          </ac:spMkLst>
        </pc:spChg>
        <pc:spChg chg="del">
          <ac:chgData name="Rico Halim" userId="e67b7075-521d-4436-9593-c3b020a99b57" providerId="ADAL" clId="{51BE432B-4882-44AA-B011-DD88D23C88BA}" dt="2026-03-17T11:33:01.471" v="1142" actId="478"/>
          <ac:spMkLst>
            <pc:docMk/>
            <pc:sldMk cId="4229947342" sldId="440"/>
            <ac:spMk id="14" creationId="{99306BD2-C87E-980E-70DB-E25680356B04}"/>
          </ac:spMkLst>
        </pc:spChg>
        <pc:graphicFrameChg chg="del">
          <ac:chgData name="Rico Halim" userId="e67b7075-521d-4436-9593-c3b020a99b57" providerId="ADAL" clId="{51BE432B-4882-44AA-B011-DD88D23C88BA}" dt="2026-03-17T11:32:14.393" v="1128" actId="478"/>
          <ac:graphicFrameMkLst>
            <pc:docMk/>
            <pc:sldMk cId="4229947342" sldId="440"/>
            <ac:graphicFrameMk id="11" creationId="{E6CC8BC1-6845-52C0-6F6E-F9C79DA30EC8}"/>
          </ac:graphicFrameMkLst>
        </pc:graphicFrameChg>
        <pc:graphicFrameChg chg="del modGraphic">
          <ac:chgData name="Rico Halim" userId="e67b7075-521d-4436-9593-c3b020a99b57" providerId="ADAL" clId="{51BE432B-4882-44AA-B011-DD88D23C88BA}" dt="2026-03-17T11:32:17.850" v="1130" actId="478"/>
          <ac:graphicFrameMkLst>
            <pc:docMk/>
            <pc:sldMk cId="4229947342" sldId="440"/>
            <ac:graphicFrameMk id="12" creationId="{76715769-E92A-22DB-EEFC-95AAAB36529B}"/>
          </ac:graphicFrameMkLst>
        </pc:graphicFrameChg>
        <pc:picChg chg="add mod ord modCrop">
          <ac:chgData name="Rico Halim" userId="e67b7075-521d-4436-9593-c3b020a99b57" providerId="ADAL" clId="{51BE432B-4882-44AA-B011-DD88D23C88BA}" dt="2026-03-17T11:33:05.676" v="1144" actId="1076"/>
          <ac:picMkLst>
            <pc:docMk/>
            <pc:sldMk cId="4229947342" sldId="440"/>
            <ac:picMk id="5" creationId="{C9DE0E19-FF8B-7AA7-6B7E-8909F8D9E801}"/>
          </ac:picMkLst>
        </pc:picChg>
      </pc:sldChg>
      <pc:sldChg chg="modSp add del mod ord">
        <pc:chgData name="Rico Halim" userId="e67b7075-521d-4436-9593-c3b020a99b57" providerId="ADAL" clId="{51BE432B-4882-44AA-B011-DD88D23C88BA}" dt="2026-03-18T09:18:12.630" v="1438" actId="47"/>
        <pc:sldMkLst>
          <pc:docMk/>
          <pc:sldMk cId="895642440" sldId="441"/>
        </pc:sldMkLst>
        <pc:spChg chg="mod">
          <ac:chgData name="Rico Halim" userId="e67b7075-521d-4436-9593-c3b020a99b57" providerId="ADAL" clId="{51BE432B-4882-44AA-B011-DD88D23C88BA}" dt="2026-03-17T11:52:59.807" v="1215" actId="20577"/>
          <ac:spMkLst>
            <pc:docMk/>
            <pc:sldMk cId="895642440" sldId="441"/>
            <ac:spMk id="4" creationId="{DE278383-31CD-8BD8-E1BC-DFD3EB51BF9C}"/>
          </ac:spMkLst>
        </pc:spChg>
      </pc:sldChg>
      <pc:sldChg chg="modSp add mod ord modShow">
        <pc:chgData name="Rico Halim" userId="e67b7075-521d-4436-9593-c3b020a99b57" providerId="ADAL" clId="{51BE432B-4882-44AA-B011-DD88D23C88BA}" dt="2026-03-18T11:08:41.722" v="2103"/>
        <pc:sldMkLst>
          <pc:docMk/>
          <pc:sldMk cId="4063451521" sldId="441"/>
        </pc:sldMkLst>
        <pc:spChg chg="mod">
          <ac:chgData name="Rico Halim" userId="e67b7075-521d-4436-9593-c3b020a99b57" providerId="ADAL" clId="{51BE432B-4882-44AA-B011-DD88D23C88BA}" dt="2026-03-18T09:53:01.698" v="1707" actId="20577"/>
          <ac:spMkLst>
            <pc:docMk/>
            <pc:sldMk cId="4063451521" sldId="441"/>
            <ac:spMk id="4" creationId="{A605AFF4-3E6E-F57E-F417-44FB864871B1}"/>
          </ac:spMkLst>
        </pc:spChg>
        <pc:spChg chg="mod">
          <ac:chgData name="Rico Halim" userId="e67b7075-521d-4436-9593-c3b020a99b57" providerId="ADAL" clId="{51BE432B-4882-44AA-B011-DD88D23C88BA}" dt="2026-03-18T11:08:41.722" v="2103"/>
          <ac:spMkLst>
            <pc:docMk/>
            <pc:sldMk cId="4063451521" sldId="441"/>
            <ac:spMk id="6" creationId="{B1EC6FDC-5E84-0704-B5BD-E07828027919}"/>
          </ac:spMkLst>
        </pc:spChg>
        <pc:spChg chg="mod">
          <ac:chgData name="Rico Halim" userId="e67b7075-521d-4436-9593-c3b020a99b57" providerId="ADAL" clId="{51BE432B-4882-44AA-B011-DD88D23C88BA}" dt="2026-03-18T09:50:37.313" v="1650"/>
          <ac:spMkLst>
            <pc:docMk/>
            <pc:sldMk cId="4063451521" sldId="441"/>
            <ac:spMk id="8" creationId="{C73D0289-5E13-66A5-3AAD-A6A072AA0E9C}"/>
          </ac:spMkLst>
        </pc:spChg>
      </pc:sldChg>
      <pc:sldChg chg="modSp add del">
        <pc:chgData name="Rico Halim" userId="e67b7075-521d-4436-9593-c3b020a99b57" providerId="ADAL" clId="{51BE432B-4882-44AA-B011-DD88D23C88BA}" dt="2026-03-17T12:01:57.331" v="1286" actId="47"/>
        <pc:sldMkLst>
          <pc:docMk/>
          <pc:sldMk cId="1380302411" sldId="442"/>
        </pc:sldMkLst>
        <pc:spChg chg="mod">
          <ac:chgData name="Rico Halim" userId="e67b7075-521d-4436-9593-c3b020a99b57" providerId="ADAL" clId="{51BE432B-4882-44AA-B011-DD88D23C88BA}" dt="2026-03-17T12:01:45.604" v="1281"/>
          <ac:spMkLst>
            <pc:docMk/>
            <pc:sldMk cId="1380302411" sldId="442"/>
            <ac:spMk id="6" creationId="{77D1EF70-06C1-0AD5-DE09-8966BBBE1A8D}"/>
          </ac:spMkLst>
        </pc:spChg>
        <pc:spChg chg="mod">
          <ac:chgData name="Rico Halim" userId="e67b7075-521d-4436-9593-c3b020a99b57" providerId="ADAL" clId="{51BE432B-4882-44AA-B011-DD88D23C88BA}" dt="2026-03-17T12:01:51.535" v="1282"/>
          <ac:spMkLst>
            <pc:docMk/>
            <pc:sldMk cId="1380302411" sldId="442"/>
            <ac:spMk id="8" creationId="{E2BF8C0B-D1F9-4FDA-5855-9D06DCFDDBCE}"/>
          </ac:spMkLst>
        </pc:spChg>
      </pc:sldChg>
      <pc:sldChg chg="addSp delSp modSp add mod modShow">
        <pc:chgData name="Rico Halim" userId="e67b7075-521d-4436-9593-c3b020a99b57" providerId="ADAL" clId="{51BE432B-4882-44AA-B011-DD88D23C88BA}" dt="2026-03-18T11:08:46.929" v="2104"/>
        <pc:sldMkLst>
          <pc:docMk/>
          <pc:sldMk cId="1832550105" sldId="442"/>
        </pc:sldMkLst>
        <pc:spChg chg="del mod">
          <ac:chgData name="Rico Halim" userId="e67b7075-521d-4436-9593-c3b020a99b57" providerId="ADAL" clId="{51BE432B-4882-44AA-B011-DD88D23C88BA}" dt="2026-03-18T09:54:38.241" v="1711" actId="931"/>
          <ac:spMkLst>
            <pc:docMk/>
            <pc:sldMk cId="1832550105" sldId="442"/>
            <ac:spMk id="4" creationId="{26956DF7-6025-46BC-5423-2F7A23ABB55C}"/>
          </ac:spMkLst>
        </pc:spChg>
        <pc:spChg chg="mod">
          <ac:chgData name="Rico Halim" userId="e67b7075-521d-4436-9593-c3b020a99b57" providerId="ADAL" clId="{51BE432B-4882-44AA-B011-DD88D23C88BA}" dt="2026-03-18T11:08:46.929" v="2104"/>
          <ac:spMkLst>
            <pc:docMk/>
            <pc:sldMk cId="1832550105" sldId="442"/>
            <ac:spMk id="6" creationId="{D97760F9-115A-C6F1-5430-C2BA730EE0A6}"/>
          </ac:spMkLst>
        </pc:spChg>
        <pc:picChg chg="add mod ord">
          <ac:chgData name="Rico Halim" userId="e67b7075-521d-4436-9593-c3b020a99b57" providerId="ADAL" clId="{51BE432B-4882-44AA-B011-DD88D23C88BA}" dt="2026-03-18T09:54:44.229" v="1713" actId="1076"/>
          <ac:picMkLst>
            <pc:docMk/>
            <pc:sldMk cId="1832550105" sldId="442"/>
            <ac:picMk id="3" creationId="{FF2B3C00-40F8-67E9-DA46-E30CC4EE2FE9}"/>
          </ac:picMkLst>
        </pc:picChg>
      </pc:sldChg>
      <pc:sldChg chg="addSp modSp add mod ord modShow">
        <pc:chgData name="Rico Halim" userId="e67b7075-521d-4436-9593-c3b020a99b57" providerId="ADAL" clId="{51BE432B-4882-44AA-B011-DD88D23C88BA}" dt="2026-03-18T10:37:06.215" v="1932" actId="1076"/>
        <pc:sldMkLst>
          <pc:docMk/>
          <pc:sldMk cId="2175571631" sldId="443"/>
        </pc:sldMkLst>
        <pc:spChg chg="mod">
          <ac:chgData name="Rico Halim" userId="e67b7075-521d-4436-9593-c3b020a99b57" providerId="ADAL" clId="{51BE432B-4882-44AA-B011-DD88D23C88BA}" dt="2026-03-18T10:36:57.186" v="1929" actId="20577"/>
          <ac:spMkLst>
            <pc:docMk/>
            <pc:sldMk cId="2175571631" sldId="443"/>
            <ac:spMk id="4" creationId="{9CB2E064-A98F-5BFE-032D-C58F639FA8EF}"/>
          </ac:spMkLst>
        </pc:spChg>
        <pc:spChg chg="mod">
          <ac:chgData name="Rico Halim" userId="e67b7075-521d-4436-9593-c3b020a99b57" providerId="ADAL" clId="{51BE432B-4882-44AA-B011-DD88D23C88BA}" dt="2026-03-18T10:34:23.135" v="1906"/>
          <ac:spMkLst>
            <pc:docMk/>
            <pc:sldMk cId="2175571631" sldId="443"/>
            <ac:spMk id="6" creationId="{600481C5-D2CB-0FA6-044E-AD3FFE428F7B}"/>
          </ac:spMkLst>
        </pc:spChg>
        <pc:spChg chg="mod">
          <ac:chgData name="Rico Halim" userId="e67b7075-521d-4436-9593-c3b020a99b57" providerId="ADAL" clId="{51BE432B-4882-44AA-B011-DD88D23C88BA}" dt="2026-03-18T10:34:28.883" v="1907"/>
          <ac:spMkLst>
            <pc:docMk/>
            <pc:sldMk cId="2175571631" sldId="443"/>
            <ac:spMk id="8" creationId="{E78B3714-DE4D-B368-4117-A9E4B4AC5656}"/>
          </ac:spMkLst>
        </pc:spChg>
        <pc:picChg chg="add mod modCrop">
          <ac:chgData name="Rico Halim" userId="e67b7075-521d-4436-9593-c3b020a99b57" providerId="ADAL" clId="{51BE432B-4882-44AA-B011-DD88D23C88BA}" dt="2026-03-18T10:37:06.215" v="1932" actId="1076"/>
          <ac:picMkLst>
            <pc:docMk/>
            <pc:sldMk cId="2175571631" sldId="443"/>
            <ac:picMk id="3" creationId="{C303DFE2-048C-8F02-40EB-0CF29139A959}"/>
          </ac:picMkLst>
        </pc:picChg>
      </pc:sldChg>
      <pc:sldChg chg="addSp modSp add del mod ord">
        <pc:chgData name="Rico Halim" userId="e67b7075-521d-4436-9593-c3b020a99b57" providerId="ADAL" clId="{51BE432B-4882-44AA-B011-DD88D23C88BA}" dt="2026-03-18T09:18:12.630" v="1438" actId="47"/>
        <pc:sldMkLst>
          <pc:docMk/>
          <pc:sldMk cId="2709407830" sldId="443"/>
        </pc:sldMkLst>
        <pc:spChg chg="add">
          <ac:chgData name="Rico Halim" userId="e67b7075-521d-4436-9593-c3b020a99b57" providerId="ADAL" clId="{51BE432B-4882-44AA-B011-DD88D23C88BA}" dt="2026-03-17T12:02:15.471" v="1288"/>
          <ac:spMkLst>
            <pc:docMk/>
            <pc:sldMk cId="2709407830" sldId="443"/>
            <ac:spMk id="2" creationId="{30E70896-63A6-3447-2162-38F605515129}"/>
          </ac:spMkLst>
        </pc:spChg>
        <pc:spChg chg="add">
          <ac:chgData name="Rico Halim" userId="e67b7075-521d-4436-9593-c3b020a99b57" providerId="ADAL" clId="{51BE432B-4882-44AA-B011-DD88D23C88BA}" dt="2026-03-17T12:02:22.573" v="1289"/>
          <ac:spMkLst>
            <pc:docMk/>
            <pc:sldMk cId="2709407830" sldId="443"/>
            <ac:spMk id="3" creationId="{46ADBAE3-07EC-A533-F725-55BBD1EF5946}"/>
          </ac:spMkLst>
        </pc:spChg>
        <pc:spChg chg="mod">
          <ac:chgData name="Rico Halim" userId="e67b7075-521d-4436-9593-c3b020a99b57" providerId="ADAL" clId="{51BE432B-4882-44AA-B011-DD88D23C88BA}" dt="2026-03-17T12:02:58.059" v="1301"/>
          <ac:spMkLst>
            <pc:docMk/>
            <pc:sldMk cId="2709407830" sldId="443"/>
            <ac:spMk id="4" creationId="{E5B65ED8-262C-AA34-B040-2E78F80AE952}"/>
          </ac:spMkLst>
        </pc:spChg>
        <pc:spChg chg="add">
          <ac:chgData name="Rico Halim" userId="e67b7075-521d-4436-9593-c3b020a99b57" providerId="ADAL" clId="{51BE432B-4882-44AA-B011-DD88D23C88BA}" dt="2026-03-17T12:02:38.928" v="1295"/>
          <ac:spMkLst>
            <pc:docMk/>
            <pc:sldMk cId="2709407830" sldId="443"/>
            <ac:spMk id="5" creationId="{4105B202-0FE2-0065-51FC-F9BD937FEF42}"/>
          </ac:spMkLst>
        </pc:spChg>
        <pc:spChg chg="add">
          <ac:chgData name="Rico Halim" userId="e67b7075-521d-4436-9593-c3b020a99b57" providerId="ADAL" clId="{51BE432B-4882-44AA-B011-DD88D23C88BA}" dt="2026-03-17T12:02:48.253" v="1298"/>
          <ac:spMkLst>
            <pc:docMk/>
            <pc:sldMk cId="2709407830" sldId="443"/>
            <ac:spMk id="7" creationId="{3578F818-1413-53AE-428C-097DF16887E3}"/>
          </ac:spMkLst>
        </pc:spChg>
        <pc:spChg chg="mod">
          <ac:chgData name="Rico Halim" userId="e67b7075-521d-4436-9593-c3b020a99b57" providerId="ADAL" clId="{51BE432B-4882-44AA-B011-DD88D23C88BA}" dt="2026-03-17T12:02:02.963" v="1287"/>
          <ac:spMkLst>
            <pc:docMk/>
            <pc:sldMk cId="2709407830" sldId="443"/>
            <ac:spMk id="8" creationId="{F74B5EE9-A21E-C92A-96DD-6EF0C88F3806}"/>
          </ac:spMkLst>
        </pc:spChg>
      </pc:sldChg>
      <pc:sldChg chg="add del">
        <pc:chgData name="Rico Halim" userId="e67b7075-521d-4436-9593-c3b020a99b57" providerId="ADAL" clId="{51BE432B-4882-44AA-B011-DD88D23C88BA}" dt="2026-03-18T09:59:25.892" v="1715" actId="47"/>
        <pc:sldMkLst>
          <pc:docMk/>
          <pc:sldMk cId="4003210925" sldId="443"/>
        </pc:sldMkLst>
      </pc:sldChg>
      <pc:sldChg chg="modSp add mod modShow">
        <pc:chgData name="Rico Halim" userId="e67b7075-521d-4436-9593-c3b020a99b57" providerId="ADAL" clId="{51BE432B-4882-44AA-B011-DD88D23C88BA}" dt="2026-03-18T10:41:12.508" v="1940" actId="729"/>
        <pc:sldMkLst>
          <pc:docMk/>
          <pc:sldMk cId="1171913970" sldId="444"/>
        </pc:sldMkLst>
        <pc:spChg chg="mod">
          <ac:chgData name="Rico Halim" userId="e67b7075-521d-4436-9593-c3b020a99b57" providerId="ADAL" clId="{51BE432B-4882-44AA-B011-DD88D23C88BA}" dt="2026-03-18T10:06:22.525" v="1803" actId="20577"/>
          <ac:spMkLst>
            <pc:docMk/>
            <pc:sldMk cId="1171913970" sldId="444"/>
            <ac:spMk id="4" creationId="{471B56D5-9AD0-5AFE-4865-C07CB7132BEC}"/>
          </ac:spMkLst>
        </pc:spChg>
        <pc:spChg chg="mod">
          <ac:chgData name="Rico Halim" userId="e67b7075-521d-4436-9593-c3b020a99b57" providerId="ADAL" clId="{51BE432B-4882-44AA-B011-DD88D23C88BA}" dt="2026-03-18T10:05:40.203" v="1780"/>
          <ac:spMkLst>
            <pc:docMk/>
            <pc:sldMk cId="1171913970" sldId="444"/>
            <ac:spMk id="8" creationId="{8D1505D0-CCDA-1B79-D381-F33EED9CA2B1}"/>
          </ac:spMkLst>
        </pc:spChg>
      </pc:sldChg>
      <pc:sldChg chg="modSp add del mod">
        <pc:chgData name="Rico Halim" userId="e67b7075-521d-4436-9593-c3b020a99b57" providerId="ADAL" clId="{51BE432B-4882-44AA-B011-DD88D23C88BA}" dt="2026-03-18T09:18:12.630" v="1438" actId="47"/>
        <pc:sldMkLst>
          <pc:docMk/>
          <pc:sldMk cId="3379097955" sldId="444"/>
        </pc:sldMkLst>
        <pc:spChg chg="mod">
          <ac:chgData name="Rico Halim" userId="e67b7075-521d-4436-9593-c3b020a99b57" providerId="ADAL" clId="{51BE432B-4882-44AA-B011-DD88D23C88BA}" dt="2026-03-17T12:08:57.143" v="1324"/>
          <ac:spMkLst>
            <pc:docMk/>
            <pc:sldMk cId="3379097955" sldId="444"/>
            <ac:spMk id="4" creationId="{2AB6F8E5-54BE-B8DA-49CA-9903A59EF6F4}"/>
          </ac:spMkLst>
        </pc:spChg>
        <pc:spChg chg="mod">
          <ac:chgData name="Rico Halim" userId="e67b7075-521d-4436-9593-c3b020a99b57" providerId="ADAL" clId="{51BE432B-4882-44AA-B011-DD88D23C88BA}" dt="2026-03-17T12:08:16.913" v="1318"/>
          <ac:spMkLst>
            <pc:docMk/>
            <pc:sldMk cId="3379097955" sldId="444"/>
            <ac:spMk id="8" creationId="{F38F3895-CD1A-6941-9D1B-AF7527BE02B5}"/>
          </ac:spMkLst>
        </pc:spChg>
      </pc:sldChg>
      <pc:sldChg chg="addSp modSp add del mod">
        <pc:chgData name="Rico Halim" userId="e67b7075-521d-4436-9593-c3b020a99b57" providerId="ADAL" clId="{51BE432B-4882-44AA-B011-DD88D23C88BA}" dt="2026-03-18T09:18:12.630" v="1438" actId="47"/>
        <pc:sldMkLst>
          <pc:docMk/>
          <pc:sldMk cId="3527595488" sldId="445"/>
        </pc:sldMkLst>
        <pc:spChg chg="add">
          <ac:chgData name="Rico Halim" userId="e67b7075-521d-4436-9593-c3b020a99b57" providerId="ADAL" clId="{51BE432B-4882-44AA-B011-DD88D23C88BA}" dt="2026-03-17T12:12:35.940" v="1375"/>
          <ac:spMkLst>
            <pc:docMk/>
            <pc:sldMk cId="3527595488" sldId="445"/>
            <ac:spMk id="2" creationId="{184B0E86-9B8A-38D1-7DCC-10BFBFE346E7}"/>
          </ac:spMkLst>
        </pc:spChg>
        <pc:spChg chg="mod">
          <ac:chgData name="Rico Halim" userId="e67b7075-521d-4436-9593-c3b020a99b57" providerId="ADAL" clId="{51BE432B-4882-44AA-B011-DD88D23C88BA}" dt="2026-03-17T12:26:39.632" v="1406"/>
          <ac:spMkLst>
            <pc:docMk/>
            <pc:sldMk cId="3527595488" sldId="445"/>
            <ac:spMk id="4" creationId="{811469AC-5FC4-3709-A7FC-87D9A8367E53}"/>
          </ac:spMkLst>
        </pc:spChg>
        <pc:spChg chg="mod">
          <ac:chgData name="Rico Halim" userId="e67b7075-521d-4436-9593-c3b020a99b57" providerId="ADAL" clId="{51BE432B-4882-44AA-B011-DD88D23C88BA}" dt="2026-03-17T12:11:53.172" v="1350" actId="20577"/>
          <ac:spMkLst>
            <pc:docMk/>
            <pc:sldMk cId="3527595488" sldId="445"/>
            <ac:spMk id="8" creationId="{D0769C9D-1834-07C1-558B-C57758993DFA}"/>
          </ac:spMkLst>
        </pc:spChg>
      </pc:sldChg>
      <pc:sldChg chg="addSp delSp modSp add mod modShow">
        <pc:chgData name="Rico Halim" userId="e67b7075-521d-4436-9593-c3b020a99b57" providerId="ADAL" clId="{51BE432B-4882-44AA-B011-DD88D23C88BA}" dt="2026-03-18T10:41:12.508" v="1940" actId="729"/>
        <pc:sldMkLst>
          <pc:docMk/>
          <pc:sldMk cId="4051593575" sldId="445"/>
        </pc:sldMkLst>
        <pc:spChg chg="del mod">
          <ac:chgData name="Rico Halim" userId="e67b7075-521d-4436-9593-c3b020a99b57" providerId="ADAL" clId="{51BE432B-4882-44AA-B011-DD88D23C88BA}" dt="2026-03-18T10:11:06.709" v="1806" actId="931"/>
          <ac:spMkLst>
            <pc:docMk/>
            <pc:sldMk cId="4051593575" sldId="445"/>
            <ac:spMk id="4" creationId="{FA9D48A9-8457-9DDC-3EB3-82D2716D5A33}"/>
          </ac:spMkLst>
        </pc:spChg>
        <pc:picChg chg="add mod ord">
          <ac:chgData name="Rico Halim" userId="e67b7075-521d-4436-9593-c3b020a99b57" providerId="ADAL" clId="{51BE432B-4882-44AA-B011-DD88D23C88BA}" dt="2026-03-18T10:11:18.218" v="1808" actId="1076"/>
          <ac:picMkLst>
            <pc:docMk/>
            <pc:sldMk cId="4051593575" sldId="445"/>
            <ac:picMk id="3" creationId="{B1473D72-13C2-7B30-A4C2-EE38EA3B5ADC}"/>
          </ac:picMkLst>
        </pc:picChg>
      </pc:sldChg>
      <pc:sldChg chg="addSp modSp add mod modShow">
        <pc:chgData name="Rico Halim" userId="e67b7075-521d-4436-9593-c3b020a99b57" providerId="ADAL" clId="{51BE432B-4882-44AA-B011-DD88D23C88BA}" dt="2026-03-18T10:41:12.508" v="1940" actId="729"/>
        <pc:sldMkLst>
          <pc:docMk/>
          <pc:sldMk cId="2207391234" sldId="446"/>
        </pc:sldMkLst>
        <pc:spChg chg="add mod">
          <ac:chgData name="Rico Halim" userId="e67b7075-521d-4436-9593-c3b020a99b57" providerId="ADAL" clId="{51BE432B-4882-44AA-B011-DD88D23C88BA}" dt="2026-03-18T10:14:33.667" v="1819"/>
          <ac:spMkLst>
            <pc:docMk/>
            <pc:sldMk cId="2207391234" sldId="446"/>
            <ac:spMk id="2" creationId="{91E0D3F0-5C91-E286-515B-195A0FF983FE}"/>
          </ac:spMkLst>
        </pc:spChg>
        <pc:spChg chg="mod">
          <ac:chgData name="Rico Halim" userId="e67b7075-521d-4436-9593-c3b020a99b57" providerId="ADAL" clId="{51BE432B-4882-44AA-B011-DD88D23C88BA}" dt="2026-03-18T10:19:17.963" v="1881" actId="113"/>
          <ac:spMkLst>
            <pc:docMk/>
            <pc:sldMk cId="2207391234" sldId="446"/>
            <ac:spMk id="4" creationId="{FA68FEEF-F054-980B-0F57-B9C021530EE7}"/>
          </ac:spMkLst>
        </pc:spChg>
        <pc:spChg chg="mod">
          <ac:chgData name="Rico Halim" userId="e67b7075-521d-4436-9593-c3b020a99b57" providerId="ADAL" clId="{51BE432B-4882-44AA-B011-DD88D23C88BA}" dt="2026-03-18T10:12:13.335" v="1811" actId="20577"/>
          <ac:spMkLst>
            <pc:docMk/>
            <pc:sldMk cId="2207391234" sldId="446"/>
            <ac:spMk id="8" creationId="{2A998519-5616-A290-7EB4-EF8A143C040A}"/>
          </ac:spMkLst>
        </pc:spChg>
        <pc:picChg chg="add mod">
          <ac:chgData name="Rico Halim" userId="e67b7075-521d-4436-9593-c3b020a99b57" providerId="ADAL" clId="{51BE432B-4882-44AA-B011-DD88D23C88BA}" dt="2026-03-18T10:18:30.218" v="1867" actId="1076"/>
          <ac:picMkLst>
            <pc:docMk/>
            <pc:sldMk cId="2207391234" sldId="446"/>
            <ac:picMk id="5" creationId="{E1BE1142-8A69-577D-3F19-992D4B8E1C8B}"/>
          </ac:picMkLst>
        </pc:picChg>
      </pc:sldChg>
      <pc:sldChg chg="addSp delSp modSp add del mod">
        <pc:chgData name="Rico Halim" userId="e67b7075-521d-4436-9593-c3b020a99b57" providerId="ADAL" clId="{51BE432B-4882-44AA-B011-DD88D23C88BA}" dt="2026-03-18T09:18:12.630" v="1438" actId="47"/>
        <pc:sldMkLst>
          <pc:docMk/>
          <pc:sldMk cId="3589339345" sldId="446"/>
        </pc:sldMkLst>
        <pc:spChg chg="del mod">
          <ac:chgData name="Rico Halim" userId="e67b7075-521d-4436-9593-c3b020a99b57" providerId="ADAL" clId="{51BE432B-4882-44AA-B011-DD88D23C88BA}" dt="2026-03-17T12:19:12.797" v="1383"/>
          <ac:spMkLst>
            <pc:docMk/>
            <pc:sldMk cId="3589339345" sldId="446"/>
            <ac:spMk id="4" creationId="{3B712E60-B5ED-B14A-2AA9-E23D0B03298C}"/>
          </ac:spMkLst>
        </pc:spChg>
        <pc:spChg chg="mod">
          <ac:chgData name="Rico Halim" userId="e67b7075-521d-4436-9593-c3b020a99b57" providerId="ADAL" clId="{51BE432B-4882-44AA-B011-DD88D23C88BA}" dt="2026-03-17T12:18:53.907" v="1381" actId="20577"/>
          <ac:spMkLst>
            <pc:docMk/>
            <pc:sldMk cId="3589339345" sldId="446"/>
            <ac:spMk id="8" creationId="{D47E2921-8476-72FB-4D29-FF9FF2E2CB2B}"/>
          </ac:spMkLst>
        </pc:spChg>
        <pc:picChg chg="add mod ord modCrop">
          <ac:chgData name="Rico Halim" userId="e67b7075-521d-4436-9593-c3b020a99b57" providerId="ADAL" clId="{51BE432B-4882-44AA-B011-DD88D23C88BA}" dt="2026-03-17T12:20:19.430" v="1397" actId="1076"/>
          <ac:picMkLst>
            <pc:docMk/>
            <pc:sldMk cId="3589339345" sldId="446"/>
            <ac:picMk id="3" creationId="{2AA776EC-5FBE-625E-2E66-2BF79BCB3EF5}"/>
          </ac:picMkLst>
        </pc:picChg>
      </pc:sldChg>
      <pc:sldChg chg="modSp add del mod">
        <pc:chgData name="Rico Halim" userId="e67b7075-521d-4436-9593-c3b020a99b57" providerId="ADAL" clId="{51BE432B-4882-44AA-B011-DD88D23C88BA}" dt="2026-03-18T10:17:04.495" v="1847" actId="47"/>
        <pc:sldMkLst>
          <pc:docMk/>
          <pc:sldMk cId="1230985420" sldId="447"/>
        </pc:sldMkLst>
        <pc:spChg chg="mod">
          <ac:chgData name="Rico Halim" userId="e67b7075-521d-4436-9593-c3b020a99b57" providerId="ADAL" clId="{51BE432B-4882-44AA-B011-DD88D23C88BA}" dt="2026-03-18T10:16:46.395" v="1844" actId="21"/>
          <ac:spMkLst>
            <pc:docMk/>
            <pc:sldMk cId="1230985420" sldId="447"/>
            <ac:spMk id="4" creationId="{15BB1DCD-F9B1-6F3A-C337-C05F361BFE97}"/>
          </ac:spMkLst>
        </pc:spChg>
        <pc:spChg chg="mod">
          <ac:chgData name="Rico Halim" userId="e67b7075-521d-4436-9593-c3b020a99b57" providerId="ADAL" clId="{51BE432B-4882-44AA-B011-DD88D23C88BA}" dt="2026-03-18T10:16:08.215" v="1835" actId="20577"/>
          <ac:spMkLst>
            <pc:docMk/>
            <pc:sldMk cId="1230985420" sldId="447"/>
            <ac:spMk id="8" creationId="{88CFD545-4A05-5424-A3FB-AE53E4AFF48D}"/>
          </ac:spMkLst>
        </pc:spChg>
      </pc:sldChg>
      <pc:sldChg chg="addSp delSp modSp add mod modShow">
        <pc:chgData name="Rico Halim" userId="e67b7075-521d-4436-9593-c3b020a99b57" providerId="ADAL" clId="{51BE432B-4882-44AA-B011-DD88D23C88BA}" dt="2026-03-18T10:41:12.508" v="1940" actId="729"/>
        <pc:sldMkLst>
          <pc:docMk/>
          <pc:sldMk cId="850749162" sldId="448"/>
        </pc:sldMkLst>
        <pc:spChg chg="mod">
          <ac:chgData name="Rico Halim" userId="e67b7075-521d-4436-9593-c3b020a99b57" providerId="ADAL" clId="{51BE432B-4882-44AA-B011-DD88D23C88BA}" dt="2026-03-18T10:19:20.550" v="1882" actId="20577"/>
          <ac:spMkLst>
            <pc:docMk/>
            <pc:sldMk cId="850749162" sldId="448"/>
            <ac:spMk id="4" creationId="{D1A05A0F-BB9C-EB91-B8EA-10444FC24922}"/>
          </ac:spMkLst>
        </pc:spChg>
        <pc:spChg chg="mod">
          <ac:chgData name="Rico Halim" userId="e67b7075-521d-4436-9593-c3b020a99b57" providerId="ADAL" clId="{51BE432B-4882-44AA-B011-DD88D23C88BA}" dt="2026-03-18T10:16:56.599" v="1846"/>
          <ac:spMkLst>
            <pc:docMk/>
            <pc:sldMk cId="850749162" sldId="448"/>
            <ac:spMk id="8" creationId="{740DC2B4-7995-6381-6624-4B82EEE48DD2}"/>
          </ac:spMkLst>
        </pc:spChg>
        <pc:picChg chg="add del mod">
          <ac:chgData name="Rico Halim" userId="e67b7075-521d-4436-9593-c3b020a99b57" providerId="ADAL" clId="{51BE432B-4882-44AA-B011-DD88D23C88BA}" dt="2026-03-18T10:19:27.585" v="1884" actId="478"/>
          <ac:picMkLst>
            <pc:docMk/>
            <pc:sldMk cId="850749162" sldId="448"/>
            <ac:picMk id="2" creationId="{D4177600-BB0B-B1B3-3AC1-4580FD591A75}"/>
          </ac:picMkLst>
        </pc:picChg>
        <pc:picChg chg="add del mod">
          <ac:chgData name="Rico Halim" userId="e67b7075-521d-4436-9593-c3b020a99b57" providerId="ADAL" clId="{51BE432B-4882-44AA-B011-DD88D23C88BA}" dt="2026-03-18T10:19:43.950" v="1889" actId="1076"/>
          <ac:picMkLst>
            <pc:docMk/>
            <pc:sldMk cId="850749162" sldId="448"/>
            <ac:picMk id="5" creationId="{34C9CC33-8413-7B76-45EE-3B22EF1C073C}"/>
          </ac:picMkLst>
        </pc:picChg>
      </pc:sldChg>
      <pc:sldChg chg="delSp modSp add mod modShow">
        <pc:chgData name="Rico Halim" userId="e67b7075-521d-4436-9593-c3b020a99b57" providerId="ADAL" clId="{51BE432B-4882-44AA-B011-DD88D23C88BA}" dt="2026-03-18T10:41:12.508" v="1940" actId="729"/>
        <pc:sldMkLst>
          <pc:docMk/>
          <pc:sldMk cId="3586736593" sldId="449"/>
        </pc:sldMkLst>
        <pc:spChg chg="mod">
          <ac:chgData name="Rico Halim" userId="e67b7075-521d-4436-9593-c3b020a99b57" providerId="ADAL" clId="{51BE432B-4882-44AA-B011-DD88D23C88BA}" dt="2026-03-18T10:23:18.628" v="1895" actId="20577"/>
          <ac:spMkLst>
            <pc:docMk/>
            <pc:sldMk cId="3586736593" sldId="449"/>
            <ac:spMk id="4" creationId="{EC74B903-2BB8-45B9-E3CE-FDF639C264F6}"/>
          </ac:spMkLst>
        </pc:spChg>
        <pc:spChg chg="mod">
          <ac:chgData name="Rico Halim" userId="e67b7075-521d-4436-9593-c3b020a99b57" providerId="ADAL" clId="{51BE432B-4882-44AA-B011-DD88D23C88BA}" dt="2026-03-18T10:17:50.594" v="1857" actId="20577"/>
          <ac:spMkLst>
            <pc:docMk/>
            <pc:sldMk cId="3586736593" sldId="449"/>
            <ac:spMk id="8" creationId="{B21146CC-0B92-4789-8EB1-E6595E0B6098}"/>
          </ac:spMkLst>
        </pc:spChg>
        <pc:picChg chg="del mod">
          <ac:chgData name="Rico Halim" userId="e67b7075-521d-4436-9593-c3b020a99b57" providerId="ADAL" clId="{51BE432B-4882-44AA-B011-DD88D23C88BA}" dt="2026-03-18T10:18:41.774" v="1872" actId="478"/>
          <ac:picMkLst>
            <pc:docMk/>
            <pc:sldMk cId="3586736593" sldId="449"/>
            <ac:picMk id="2" creationId="{1BB0E4E1-365E-7E6E-5545-E8A8C8287BAB}"/>
          </ac:picMkLst>
        </pc:picChg>
        <pc:picChg chg="mod">
          <ac:chgData name="Rico Halim" userId="e67b7075-521d-4436-9593-c3b020a99b57" providerId="ADAL" clId="{51BE432B-4882-44AA-B011-DD88D23C88BA}" dt="2026-03-18T10:23:23.351" v="1897" actId="1076"/>
          <ac:picMkLst>
            <pc:docMk/>
            <pc:sldMk cId="3586736593" sldId="449"/>
            <ac:picMk id="5" creationId="{AA3E7B85-ACBF-3E4D-B991-A5C4F435899D}"/>
          </ac:picMkLst>
        </pc:picChg>
      </pc:sldChg>
      <pc:sldChg chg="add mod modShow">
        <pc:chgData name="Rico Halim" userId="e67b7075-521d-4436-9593-c3b020a99b57" providerId="ADAL" clId="{51BE432B-4882-44AA-B011-DD88D23C88BA}" dt="2026-03-18T10:40:55.206" v="1939" actId="729"/>
        <pc:sldMkLst>
          <pc:docMk/>
          <pc:sldMk cId="2774589877" sldId="450"/>
        </pc:sldMkLst>
      </pc:sldChg>
      <pc:sldChg chg="add del">
        <pc:chgData name="Rico Halim" userId="e67b7075-521d-4436-9593-c3b020a99b57" providerId="ADAL" clId="{51BE432B-4882-44AA-B011-DD88D23C88BA}" dt="2026-03-18T10:33:31.976" v="1903" actId="2890"/>
        <pc:sldMkLst>
          <pc:docMk/>
          <pc:sldMk cId="2819571629" sldId="450"/>
        </pc:sldMkLst>
      </pc:sldChg>
      <pc:sldChg chg="add del">
        <pc:chgData name="Rico Halim" userId="e67b7075-521d-4436-9593-c3b020a99b57" providerId="ADAL" clId="{51BE432B-4882-44AA-B011-DD88D23C88BA}" dt="2026-03-18T11:08:57.691" v="2105" actId="47"/>
        <pc:sldMkLst>
          <pc:docMk/>
          <pc:sldMk cId="520265901" sldId="451"/>
        </pc:sldMkLst>
      </pc:sldChg>
      <pc:sldChg chg="modSp add mod">
        <pc:chgData name="Rico Halim" userId="e67b7075-521d-4436-9593-c3b020a99b57" providerId="ADAL" clId="{51BE432B-4882-44AA-B011-DD88D23C88BA}" dt="2026-03-18T10:39:28.267" v="1938" actId="18131"/>
        <pc:sldMkLst>
          <pc:docMk/>
          <pc:sldMk cId="1008392081" sldId="452"/>
        </pc:sldMkLst>
        <pc:spChg chg="mod">
          <ac:chgData name="Rico Halim" userId="e67b7075-521d-4436-9593-c3b020a99b57" providerId="ADAL" clId="{51BE432B-4882-44AA-B011-DD88D23C88BA}" dt="2026-03-18T10:39:02.799" v="1936"/>
          <ac:spMkLst>
            <pc:docMk/>
            <pc:sldMk cId="1008392081" sldId="452"/>
            <ac:spMk id="4" creationId="{0B9DDC83-D3E0-54E4-1FBE-CB93F1DB736D}"/>
          </ac:spMkLst>
        </pc:spChg>
        <pc:spChg chg="mod">
          <ac:chgData name="Rico Halim" userId="e67b7075-521d-4436-9593-c3b020a99b57" providerId="ADAL" clId="{51BE432B-4882-44AA-B011-DD88D23C88BA}" dt="2026-03-18T10:38:53.347" v="1935"/>
          <ac:spMkLst>
            <pc:docMk/>
            <pc:sldMk cId="1008392081" sldId="452"/>
            <ac:spMk id="8" creationId="{B344851B-D63D-1F98-A951-1CE894C04149}"/>
          </ac:spMkLst>
        </pc:spChg>
        <pc:picChg chg="mod modCrop">
          <ac:chgData name="Rico Halim" userId="e67b7075-521d-4436-9593-c3b020a99b57" providerId="ADAL" clId="{51BE432B-4882-44AA-B011-DD88D23C88BA}" dt="2026-03-18T10:39:28.267" v="1938" actId="18131"/>
          <ac:picMkLst>
            <pc:docMk/>
            <pc:sldMk cId="1008392081" sldId="452"/>
            <ac:picMk id="3" creationId="{2D77668C-B030-53D1-30DE-A3D20A63E6F8}"/>
          </ac:picMkLst>
        </pc:picChg>
      </pc:sldChg>
      <pc:sldChg chg="modSp add mod ord">
        <pc:chgData name="Rico Halim" userId="e67b7075-521d-4436-9593-c3b020a99b57" providerId="ADAL" clId="{51BE432B-4882-44AA-B011-DD88D23C88BA}" dt="2026-03-18T10:45:21.748" v="1955" actId="15"/>
        <pc:sldMkLst>
          <pc:docMk/>
          <pc:sldMk cId="3237130649" sldId="453"/>
        </pc:sldMkLst>
        <pc:spChg chg="mod">
          <ac:chgData name="Rico Halim" userId="e67b7075-521d-4436-9593-c3b020a99b57" providerId="ADAL" clId="{51BE432B-4882-44AA-B011-DD88D23C88BA}" dt="2026-03-18T10:45:21.748" v="1955" actId="15"/>
          <ac:spMkLst>
            <pc:docMk/>
            <pc:sldMk cId="3237130649" sldId="453"/>
            <ac:spMk id="4" creationId="{74DBFED7-B6F8-E6C9-B16B-F89888B04411}"/>
          </ac:spMkLst>
        </pc:spChg>
        <pc:spChg chg="mod">
          <ac:chgData name="Rico Halim" userId="e67b7075-521d-4436-9593-c3b020a99b57" providerId="ADAL" clId="{51BE432B-4882-44AA-B011-DD88D23C88BA}" dt="2026-03-18T10:42:53.313" v="1944"/>
          <ac:spMkLst>
            <pc:docMk/>
            <pc:sldMk cId="3237130649" sldId="453"/>
            <ac:spMk id="8" creationId="{00DABE54-76A0-C1EE-6880-6FBFE7541AD7}"/>
          </ac:spMkLst>
        </pc:spChg>
      </pc:sldChg>
      <pc:sldChg chg="addSp delSp modSp add mod">
        <pc:chgData name="Rico Halim" userId="e67b7075-521d-4436-9593-c3b020a99b57" providerId="ADAL" clId="{51BE432B-4882-44AA-B011-DD88D23C88BA}" dt="2026-03-18T10:49:24.225" v="1961" actId="1076"/>
        <pc:sldMkLst>
          <pc:docMk/>
          <pc:sldMk cId="1572034199" sldId="454"/>
        </pc:sldMkLst>
        <pc:spChg chg="del mod">
          <ac:chgData name="Rico Halim" userId="e67b7075-521d-4436-9593-c3b020a99b57" providerId="ADAL" clId="{51BE432B-4882-44AA-B011-DD88D23C88BA}" dt="2026-03-18T10:49:16.232" v="1958" actId="931"/>
          <ac:spMkLst>
            <pc:docMk/>
            <pc:sldMk cId="1572034199" sldId="454"/>
            <ac:spMk id="4" creationId="{77B5AB43-E943-052C-B070-D46FA8543F22}"/>
          </ac:spMkLst>
        </pc:spChg>
        <pc:picChg chg="add mod ord">
          <ac:chgData name="Rico Halim" userId="e67b7075-521d-4436-9593-c3b020a99b57" providerId="ADAL" clId="{51BE432B-4882-44AA-B011-DD88D23C88BA}" dt="2026-03-18T10:49:24.225" v="1961" actId="1076"/>
          <ac:picMkLst>
            <pc:docMk/>
            <pc:sldMk cId="1572034199" sldId="454"/>
            <ac:picMk id="3" creationId="{8980F898-6A93-0D7A-5330-97BA16B93C60}"/>
          </ac:picMkLst>
        </pc:picChg>
      </pc:sldChg>
      <pc:sldChg chg="modSp add mod ord">
        <pc:chgData name="Rico Halim" userId="e67b7075-521d-4436-9593-c3b020a99b57" providerId="ADAL" clId="{51BE432B-4882-44AA-B011-DD88D23C88BA}" dt="2026-03-18T10:54:59.211" v="1983" actId="20577"/>
        <pc:sldMkLst>
          <pc:docMk/>
          <pc:sldMk cId="2752266049" sldId="455"/>
        </pc:sldMkLst>
        <pc:spChg chg="mod">
          <ac:chgData name="Rico Halim" userId="e67b7075-521d-4436-9593-c3b020a99b57" providerId="ADAL" clId="{51BE432B-4882-44AA-B011-DD88D23C88BA}" dt="2026-03-18T10:54:59.211" v="1983" actId="20577"/>
          <ac:spMkLst>
            <pc:docMk/>
            <pc:sldMk cId="2752266049" sldId="455"/>
            <ac:spMk id="4" creationId="{9AF33C7D-1BB4-464F-3FA1-1FCB989F4631}"/>
          </ac:spMkLst>
        </pc:spChg>
        <pc:spChg chg="mod">
          <ac:chgData name="Rico Halim" userId="e67b7075-521d-4436-9593-c3b020a99b57" providerId="ADAL" clId="{51BE432B-4882-44AA-B011-DD88D23C88BA}" dt="2026-03-18T10:53:26.372" v="1965"/>
          <ac:spMkLst>
            <pc:docMk/>
            <pc:sldMk cId="2752266049" sldId="455"/>
            <ac:spMk id="6" creationId="{1DD18785-8AB4-D655-6FB7-1F76F151208E}"/>
          </ac:spMkLst>
        </pc:spChg>
        <pc:spChg chg="mod">
          <ac:chgData name="Rico Halim" userId="e67b7075-521d-4436-9593-c3b020a99b57" providerId="ADAL" clId="{51BE432B-4882-44AA-B011-DD88D23C88BA}" dt="2026-03-18T10:53:34.266" v="1966"/>
          <ac:spMkLst>
            <pc:docMk/>
            <pc:sldMk cId="2752266049" sldId="455"/>
            <ac:spMk id="8" creationId="{472971A7-32BC-9D86-69EC-DD34860E6904}"/>
          </ac:spMkLst>
        </pc:spChg>
      </pc:sldChg>
      <pc:sldChg chg="modSp add mod">
        <pc:chgData name="Rico Halim" userId="e67b7075-521d-4436-9593-c3b020a99b57" providerId="ADAL" clId="{51BE432B-4882-44AA-B011-DD88D23C88BA}" dt="2026-03-18T10:55:18.429" v="1988" actId="20577"/>
        <pc:sldMkLst>
          <pc:docMk/>
          <pc:sldMk cId="3818893758" sldId="456"/>
        </pc:sldMkLst>
        <pc:spChg chg="mod">
          <ac:chgData name="Rico Halim" userId="e67b7075-521d-4436-9593-c3b020a99b57" providerId="ADAL" clId="{51BE432B-4882-44AA-B011-DD88D23C88BA}" dt="2026-03-18T10:55:18.429" v="1988" actId="20577"/>
          <ac:spMkLst>
            <pc:docMk/>
            <pc:sldMk cId="3818893758" sldId="456"/>
            <ac:spMk id="4" creationId="{97991E97-3C99-5F3E-0A48-32BB4A72BEC0}"/>
          </ac:spMkLst>
        </pc:spChg>
        <pc:spChg chg="mod">
          <ac:chgData name="Rico Halim" userId="e67b7075-521d-4436-9593-c3b020a99b57" providerId="ADAL" clId="{51BE432B-4882-44AA-B011-DD88D23C88BA}" dt="2026-03-18T10:54:38.645" v="1979"/>
          <ac:spMkLst>
            <pc:docMk/>
            <pc:sldMk cId="3818893758" sldId="456"/>
            <ac:spMk id="8" creationId="{C83412F1-ECC8-E1BA-C398-EA0B6B83D2A8}"/>
          </ac:spMkLst>
        </pc:spChg>
      </pc:sldChg>
      <pc:sldChg chg="modSp add mod">
        <pc:chgData name="Rico Halim" userId="e67b7075-521d-4436-9593-c3b020a99b57" providerId="ADAL" clId="{51BE432B-4882-44AA-B011-DD88D23C88BA}" dt="2026-03-18T10:56:35.929" v="1993" actId="20577"/>
        <pc:sldMkLst>
          <pc:docMk/>
          <pc:sldMk cId="2875414022" sldId="457"/>
        </pc:sldMkLst>
        <pc:spChg chg="mod">
          <ac:chgData name="Rico Halim" userId="e67b7075-521d-4436-9593-c3b020a99b57" providerId="ADAL" clId="{51BE432B-4882-44AA-B011-DD88D23C88BA}" dt="2026-03-18T10:56:35.929" v="1993" actId="20577"/>
          <ac:spMkLst>
            <pc:docMk/>
            <pc:sldMk cId="2875414022" sldId="457"/>
            <ac:spMk id="4" creationId="{C879520F-5DA0-ADC9-955B-DBADAC66523D}"/>
          </ac:spMkLst>
        </pc:spChg>
        <pc:spChg chg="mod">
          <ac:chgData name="Rico Halim" userId="e67b7075-521d-4436-9593-c3b020a99b57" providerId="ADAL" clId="{51BE432B-4882-44AA-B011-DD88D23C88BA}" dt="2026-03-18T10:55:55.716" v="1990"/>
          <ac:spMkLst>
            <pc:docMk/>
            <pc:sldMk cId="2875414022" sldId="457"/>
            <ac:spMk id="8" creationId="{5BAFB578-E526-1C1D-A442-FEFCB20F74E6}"/>
          </ac:spMkLst>
        </pc:spChg>
      </pc:sldChg>
      <pc:sldChg chg="modSp add mod">
        <pc:chgData name="Rico Halim" userId="e67b7075-521d-4436-9593-c3b020a99b57" providerId="ADAL" clId="{51BE432B-4882-44AA-B011-DD88D23C88BA}" dt="2026-03-18T11:04:02.678" v="2099" actId="20577"/>
        <pc:sldMkLst>
          <pc:docMk/>
          <pc:sldMk cId="1618933723" sldId="458"/>
        </pc:sldMkLst>
        <pc:spChg chg="mod">
          <ac:chgData name="Rico Halim" userId="e67b7075-521d-4436-9593-c3b020a99b57" providerId="ADAL" clId="{51BE432B-4882-44AA-B011-DD88D23C88BA}" dt="2026-03-18T11:04:02.678" v="2099" actId="20577"/>
          <ac:spMkLst>
            <pc:docMk/>
            <pc:sldMk cId="1618933723" sldId="458"/>
            <ac:spMk id="17" creationId="{49F5AF5E-A6CC-E36F-83FC-63355D1D5C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34222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45903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12590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079C-F3A2-534D-F834-B4091A733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65572-7301-7D1E-DDE6-E0499E9C4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3C482-1BC2-91BA-75B8-1FA22637A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38389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6221B-6F1F-1DE0-3295-C2931F69F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93B633-B82E-CCA1-D02A-60F916CCF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71861-6738-0432-10D7-45AD902D8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01466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D6BCC-E73C-6DF1-B9FB-4334C3DC1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4DCB1-5366-2FB8-78BA-A7610AC90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EA81F-E6F5-7439-7BA7-55088BE86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6784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AE505-D162-4E49-0885-1CFDEC3F3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3C455-84E9-D406-0CAB-38C4C5E44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97FBCB-5154-65B7-70AF-DF78EF520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82828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EA28A-E78E-1A62-26CE-30AFC0995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DA9A5-5319-6972-72DE-E071FB43C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96E2CC-A7B5-E618-5CD7-A782C1B5E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53776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7F7E-18B8-27C8-FE8C-10EAC95A5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E31CA-580B-9C41-DDFD-36EBDCAC9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57C39-DDFB-BB43-DA4B-1D4B05035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85500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9F4DC-A3B8-0D50-CDA7-D541B07E2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F97C9-735A-8E90-4D24-0A8FB59E4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DC0AA-8436-299D-965B-231AACEA1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05767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B75DB-B7D3-40DC-157A-5FB3EB964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435FD-3CC6-FB77-07DC-263867676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6A82F-9FA7-3AF4-6DC2-D869A7A7F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21284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FE4F3-96D3-FA61-0889-21D0A79F0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F3B87-22BE-6A36-1273-8FA59B02E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1B7E1-98CE-976A-D7C7-AE02669A1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38010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BF02A-177E-B2D6-8B5B-D03974C8A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199526-9092-BA57-5D55-90BC0A2C2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DB855F-5B38-8C85-6E47-EE1D4A9FF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550072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02BDD-CE5A-08A2-3E5A-4FE60015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8B63C-A8D3-1D69-2D1B-CD803175C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011D2-59CC-9805-BFF1-5CB91820A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14305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8E560-8CF0-36D8-52D6-C8B8ED128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0DE52-F6B2-5681-2DE3-41633A994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BB374-5FE4-504F-9D48-605ABD373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085687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9D3EB-672F-0BD4-32F7-0B3DD04FD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8B3BE-4FA3-0CD4-5EEA-8D44CB871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B4290-350E-B572-4921-BB31B19A8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968310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F6F11-5A7A-D49E-D1F8-E3C194810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A1A7A-E547-1BB9-0E76-56B2B2EE3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B4109-880E-7C93-D691-27EA07C67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18463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11344-62EE-C359-E31A-53B28A072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98DBC-4E46-ACCE-F971-1663B189B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DFFA6-0C92-737B-A0AE-39A476640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867170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B0979-4DEA-C234-6FB1-09316C09B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868359-8B74-0FAA-950B-26FDD18D5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25210A-3CE2-5D07-05FD-5EE0053BC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566021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0BABA-E3EF-33FB-61AB-D56D05992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8E553-9D41-179D-4E5C-46C14F2AB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FF21E-0547-0BC8-A472-CD2F51E3D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609933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9BAE0-24ED-69DE-09B6-982041C2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10D9D-E4D9-29A6-7420-05BB4A746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F4BB1-2ED6-AD3B-DB98-787CB479F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444450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7AC08-C5D3-DD57-2BB5-9782DF0E0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B49A80-BD88-ED82-B5F1-ED2C491F1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35EC8-D085-8E34-4DD3-0AE5764FC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450693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F8DD8-54D9-7EC2-BA27-AE79089B1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FDBD7-823B-EAE7-C2FE-5986E034B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C68D5-B2B9-CEC9-8069-AD3AD29D4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562234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18D5-6733-E3F6-BFF3-DFFA89F37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E3D5C-3EEF-D542-4446-4664259C3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E893C-4838-820B-B6D6-E0296617F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b="0" dirty="0"/>
          </a:p>
        </p:txBody>
      </p:sp>
    </p:spTree>
    <p:extLst>
      <p:ext uri="{BB962C8B-B14F-4D97-AF65-F5344CB8AC3E}">
        <p14:creationId xmlns:p14="http://schemas.microsoft.com/office/powerpoint/2010/main" val="22792851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25C3B-B97C-65E1-E969-E779D3278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B51DE-2950-7AC0-1C59-C0AF0A4AF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A4AA3-4303-5E1B-FA91-CA2D627AD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b="0" dirty="0"/>
          </a:p>
        </p:txBody>
      </p:sp>
    </p:spTree>
    <p:extLst>
      <p:ext uri="{BB962C8B-B14F-4D97-AF65-F5344CB8AC3E}">
        <p14:creationId xmlns:p14="http://schemas.microsoft.com/office/powerpoint/2010/main" val="11651960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D" sz="2200" b="1" i="0" dirty="0">
              <a:effectLst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39430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Entity Relational Model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Rico Halim,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US" dirty="0"/>
              <a:t>LO-1 : Define model data and information in the form of conceptual and apply them to the DBMS, both individually and in teamwork.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</a:t>
            </a:r>
          </a:p>
          <a:p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Model</a:t>
            </a:r>
          </a:p>
          <a:p>
            <a:r>
              <a:rPr lang="en-US" dirty="0"/>
              <a:t>Entity &amp; Attributes</a:t>
            </a:r>
          </a:p>
          <a:p>
            <a:r>
              <a:rPr lang="en-US" dirty="0"/>
              <a:t>ERD Notation</a:t>
            </a:r>
          </a:p>
          <a:p>
            <a:r>
              <a:rPr lang="en-US" dirty="0"/>
              <a:t>Relationships &amp; Cardinality</a:t>
            </a:r>
          </a:p>
          <a:p>
            <a:r>
              <a:rPr lang="en-US" dirty="0"/>
              <a:t>SQL Overview (Preview)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F03C2-AB0D-6794-B60F-46FAB7775C8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data model is a collection of concepts used to describe the structure of a database, including data types, relationships, and constraints.</a:t>
            </a:r>
          </a:p>
          <a:p>
            <a:pPr marL="0" indent="0">
              <a:buNone/>
            </a:pPr>
            <a:r>
              <a:rPr lang="en-US" dirty="0"/>
              <a:t>Think of it this way: </a:t>
            </a:r>
          </a:p>
          <a:p>
            <a:r>
              <a:rPr lang="en-US" dirty="0"/>
              <a:t>An architect draws a blueprint before building a house. </a:t>
            </a:r>
          </a:p>
          <a:p>
            <a:r>
              <a:rPr lang="en-US" dirty="0"/>
              <a:t>A data model is the blueprint for your database.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267CAF-4E6D-359B-2142-2B42E0F5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DATA MODEL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BB7E9DD-F947-A1FF-98E2-678F0FB36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a Data Model?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D23C07DE-4386-328B-BEC0-B9BC28FBB7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83393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1225C-0310-35E6-BABC-60BD80528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BDA0F-6281-F361-9319-CCB786C8CF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 lnSpcReduction="10000"/>
          </a:bodyPr>
          <a:lstStyle/>
          <a:p>
            <a:r>
              <a:rPr lang="en-ID" b="1" dirty="0"/>
              <a:t>Conceptual</a:t>
            </a:r>
          </a:p>
          <a:p>
            <a:pPr lvl="1"/>
            <a:r>
              <a:rPr lang="en-US" dirty="0"/>
              <a:t>Describes WHAT data is stored.</a:t>
            </a:r>
          </a:p>
          <a:p>
            <a:pPr lvl="1"/>
            <a:r>
              <a:rPr lang="en-US" dirty="0"/>
              <a:t>Entities and relationships only, no technical detail.</a:t>
            </a:r>
            <a:endParaRPr lang="en-ID" dirty="0"/>
          </a:p>
          <a:p>
            <a:r>
              <a:rPr lang="en-ID" b="1" dirty="0"/>
              <a:t>Logical</a:t>
            </a:r>
          </a:p>
          <a:p>
            <a:pPr lvl="1"/>
            <a:r>
              <a:rPr lang="en-US" dirty="0"/>
              <a:t>Describes HOW data is structured.</a:t>
            </a:r>
          </a:p>
          <a:p>
            <a:pPr lvl="1"/>
            <a:r>
              <a:rPr lang="en-ID" dirty="0"/>
              <a:t>Tables, columns, keys. DBMS-independent.</a:t>
            </a:r>
          </a:p>
          <a:p>
            <a:r>
              <a:rPr lang="en-ID" b="1" dirty="0"/>
              <a:t>Physical</a:t>
            </a:r>
          </a:p>
          <a:p>
            <a:pPr lvl="1"/>
            <a:r>
              <a:rPr lang="en-US" dirty="0"/>
              <a:t>Describes WHERE data is stored.</a:t>
            </a:r>
          </a:p>
          <a:p>
            <a:pPr lvl="1"/>
            <a:r>
              <a:rPr lang="en-US" dirty="0"/>
              <a:t>Data types, indexes, storage. DBMS-specific.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CE5E147-2BB1-9F68-77A5-CF755A36B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DATA MODEL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B5BF83-1FAF-DFBC-D114-B32D78F498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Three Levels of Data Model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68978CA6-2122-3BAE-CDE5-43D97913BF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105600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754C0-C1AB-BD1E-4FAD-0A80DF1F9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36D7A9E-C911-729D-C840-B3BC77AC8476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310" y="1036932"/>
            <a:ext cx="12693619" cy="11946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2B4CD31-D801-F2CB-4298-CD25AEF25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DATA MODEL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F00E95A-941E-DD86-A93C-B5089A3A1C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Three Levels in Action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D5859959-9BE5-453E-0AB9-8D9417EF1D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194373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AD4A3-AE56-25CE-A815-4B96C6935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BEB66-39EB-F2EB-DFCE-2345A24B18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 lnSpcReduction="10000"/>
          </a:bodyPr>
          <a:lstStyle/>
          <a:p>
            <a:r>
              <a:rPr lang="en-ID" b="1" dirty="0"/>
              <a:t>Entity</a:t>
            </a:r>
          </a:p>
          <a:p>
            <a:pPr lvl="1"/>
            <a:r>
              <a:rPr lang="en-US" dirty="0"/>
              <a:t>A real-world object or concept. </a:t>
            </a:r>
          </a:p>
          <a:p>
            <a:pPr lvl="1"/>
            <a:r>
              <a:rPr lang="en-US" dirty="0"/>
              <a:t>Example: Student, Course, Employee.</a:t>
            </a:r>
            <a:endParaRPr lang="en-ID" dirty="0"/>
          </a:p>
          <a:p>
            <a:r>
              <a:rPr lang="en-ID" b="1" dirty="0"/>
              <a:t>Attribute</a:t>
            </a:r>
            <a:r>
              <a:rPr lang="en-ID" dirty="0"/>
              <a:t> </a:t>
            </a:r>
            <a:endParaRPr lang="en-ID" b="1" dirty="0"/>
          </a:p>
          <a:p>
            <a:pPr lvl="1"/>
            <a:r>
              <a:rPr lang="en-US" dirty="0"/>
              <a:t>A property that describes an entity. </a:t>
            </a:r>
          </a:p>
          <a:p>
            <a:pPr lvl="1"/>
            <a:r>
              <a:rPr lang="en-US" dirty="0"/>
              <a:t>Example: </a:t>
            </a:r>
            <a:r>
              <a:rPr lang="en-US" dirty="0" err="1"/>
              <a:t>student_id</a:t>
            </a:r>
            <a:r>
              <a:rPr lang="en-US" dirty="0"/>
              <a:t>, name, </a:t>
            </a:r>
            <a:r>
              <a:rPr lang="en-US" dirty="0" err="1"/>
              <a:t>birth_date</a:t>
            </a:r>
            <a:endParaRPr lang="en-ID" dirty="0"/>
          </a:p>
          <a:p>
            <a:r>
              <a:rPr lang="en-ID" b="1" dirty="0"/>
              <a:t>Relationship</a:t>
            </a:r>
          </a:p>
          <a:p>
            <a:pPr lvl="1"/>
            <a:r>
              <a:rPr lang="en-US" dirty="0"/>
              <a:t>An association between two or more entities. </a:t>
            </a:r>
          </a:p>
          <a:p>
            <a:pPr lvl="1"/>
            <a:r>
              <a:rPr lang="en-US" dirty="0"/>
              <a:t>Example: a Student "enrolls in" a Course.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36BEC36-37D5-836D-23B2-7795F81E5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DATA MODEL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F9D39B-5234-7506-12E6-05CBAF97B0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Components of a Data Model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5068C2E4-17DB-B734-9F24-D6EB0CD29A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343853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11D40-0845-DDE6-6DDB-61F9E5A0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9123A-7483-0716-5EE6-4FAE6EBCBDF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60637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Entity type: a collection of entities that share the same attributes. </a:t>
            </a:r>
          </a:p>
          <a:p>
            <a:pPr marL="0" indent="0">
              <a:buNone/>
            </a:pPr>
            <a:r>
              <a:rPr lang="en-US" dirty="0"/>
              <a:t>Entity: a specific instance of an entity type.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DD9A16-D109-CE59-1C02-477A1E5A9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ENTITY &amp; ATTRIBUTES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AD3249-E94E-DF15-C2CB-C5E3D97AF3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Entity and Entity Type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F340C543-C16B-089F-FA07-3BC99271D9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7AFED3-A04F-591E-4DFC-922E94D24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270" y="5784300"/>
            <a:ext cx="16112259" cy="671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70343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B55BF-C10B-00AF-FF72-64ADF5DBD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5AFF4-3E6E-F57E-F417-44FB864871B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r>
              <a:rPr lang="en-ID" dirty="0"/>
              <a:t>Key</a:t>
            </a:r>
            <a:endParaRPr lang="en-ID" b="1" dirty="0"/>
          </a:p>
          <a:p>
            <a:pPr lvl="1"/>
            <a:r>
              <a:rPr lang="en-ID" dirty="0"/>
              <a:t>Uniquely identifies each entity. Example: </a:t>
            </a:r>
            <a:r>
              <a:rPr lang="en-ID" dirty="0" err="1"/>
              <a:t>student_id</a:t>
            </a:r>
            <a:r>
              <a:rPr lang="en-ID" dirty="0"/>
              <a:t> </a:t>
            </a:r>
          </a:p>
          <a:p>
            <a:r>
              <a:rPr lang="en-ID" dirty="0"/>
              <a:t>Composite </a:t>
            </a:r>
            <a:endParaRPr lang="en-ID" b="1" dirty="0"/>
          </a:p>
          <a:p>
            <a:pPr lvl="1"/>
            <a:r>
              <a:rPr lang="en-US" dirty="0"/>
              <a:t>Can be divided into smaller subparts. Example: name -&gt; first, middle, last</a:t>
            </a:r>
            <a:endParaRPr lang="en-ID" dirty="0"/>
          </a:p>
          <a:p>
            <a:r>
              <a:rPr lang="en-ID" dirty="0"/>
              <a:t>Multivalued</a:t>
            </a:r>
            <a:endParaRPr lang="en-ID" b="1" dirty="0"/>
          </a:p>
          <a:p>
            <a:pPr lvl="1"/>
            <a:r>
              <a:rPr lang="en-US" dirty="0"/>
              <a:t>Can hold multiple values for one entity. Example: skills, </a:t>
            </a:r>
            <a:r>
              <a:rPr lang="en-US" dirty="0" err="1"/>
              <a:t>phone_numbers</a:t>
            </a:r>
            <a:endParaRPr lang="en-US" dirty="0"/>
          </a:p>
          <a:p>
            <a:r>
              <a:rPr lang="en-ID" dirty="0"/>
              <a:t>Derived</a:t>
            </a:r>
            <a:endParaRPr lang="en-ID" b="1" dirty="0"/>
          </a:p>
          <a:p>
            <a:pPr lvl="1"/>
            <a:r>
              <a:rPr lang="en-US" dirty="0"/>
              <a:t>Calculated from other attributes, not stored. Example: age (from </a:t>
            </a:r>
            <a:r>
              <a:rPr lang="en-US" dirty="0" err="1"/>
              <a:t>birth_date</a:t>
            </a:r>
            <a:r>
              <a:rPr lang="en-US" dirty="0"/>
              <a:t>)</a:t>
            </a:r>
          </a:p>
          <a:p>
            <a:pPr marL="7560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EC6FDC-5E84-0704-B5BD-E07828027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ENTITY &amp; ATTRIBUTES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3D0289-5E13-66A5-3AAD-A6A072AA0E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Attribute Types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E78931E7-3457-14B1-4DE6-8F9C21C6BD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345152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7E390-DB19-5904-F5B2-776A6194B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F2B3C00-40F8-67E9-DA46-E30CC4EE2FE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534" y="2419728"/>
            <a:ext cx="15271435" cy="9817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97760F9-115A-C6F1-5430-C2BA730EE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ENTITY &amp; ATTRIBUTES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DB67C2-6FC6-C65C-0289-C8B4B3147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Attribute Types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2A709357-33A5-E243-5DB1-CBADF03851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255010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B7E09-367E-BB80-F211-20F00A68E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B2E064-A98F-5BFE-032D-C58F639FA8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173038" lvl="1" indent="0">
              <a:buNone/>
            </a:pPr>
            <a:r>
              <a:rPr lang="en-US" dirty="0"/>
              <a:t>Developed by Peter Chen (1976). Uses a diagrammatic approach to represent ER models.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0481C5-D2CB-0FA6-044E-AD3FFE428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ERD NOTATION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78B3714-DE4D-B368-4117-A9E4B4AC56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Chen Notation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75F185A1-77DA-D3B4-EA91-E2F0644236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03DFE2-048C-8F02-40EB-0CF29139A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6"/>
          <a:stretch>
            <a:fillRect/>
          </a:stretch>
        </p:blipFill>
        <p:spPr>
          <a:xfrm>
            <a:off x="3406602" y="5203324"/>
            <a:ext cx="17570795" cy="757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7163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86318-0D5F-4ACC-D474-FA0B5C618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DDC83-D3E0-54E4-1FBE-CB93F1DB736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173038" lvl="1" indent="0">
              <a:buNone/>
            </a:pPr>
            <a:r>
              <a:rPr lang="en-US" dirty="0"/>
              <a:t>Attributes are listed inside the entity box. PK and FK are clearly marked. Relationships are shown as lines with symbols at each end.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71823E1-1F90-F80E-4DFE-EDB9919BD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ERD NOTATION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344851B-D63D-1F98-A951-1CE894C041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Crow's Foot Notation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A9D7C3A1-E616-1C4A-6EB0-BA16942A2C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77668C-B030-53D1-30DE-A3D20A63E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67" t="19448" r="867" b="-5622"/>
          <a:stretch>
            <a:fillRect/>
          </a:stretch>
        </p:blipFill>
        <p:spPr>
          <a:xfrm>
            <a:off x="3406602" y="5203324"/>
            <a:ext cx="17570795" cy="757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9208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2C30-A718-BF17-FF1E-DCE33EF1E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6253A4-43F1-AE2A-FFDF-D18E70E0764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173038" lvl="1" indent="0">
              <a:buNone/>
            </a:pPr>
            <a:r>
              <a:rPr lang="en-US" dirty="0"/>
              <a:t>A relationship is an association between two or more entities. </a:t>
            </a:r>
            <a:r>
              <a:rPr lang="en-ID" dirty="0"/>
              <a:t>Example:</a:t>
            </a:r>
          </a:p>
          <a:p>
            <a:pPr marL="744538" lvl="1" indent="-571500"/>
            <a:r>
              <a:rPr lang="en-US" dirty="0"/>
              <a:t>a Student "</a:t>
            </a:r>
            <a:r>
              <a:rPr lang="en-US" b="1" dirty="0"/>
              <a:t>enrolls in</a:t>
            </a:r>
            <a:r>
              <a:rPr lang="en-US" dirty="0"/>
              <a:t>" a Course</a:t>
            </a:r>
          </a:p>
          <a:p>
            <a:pPr marL="744538" lvl="1" indent="-571500"/>
            <a:r>
              <a:rPr lang="en-US" dirty="0"/>
              <a:t>an Employee "</a:t>
            </a:r>
            <a:r>
              <a:rPr lang="en-US" b="1" dirty="0"/>
              <a:t>works in</a:t>
            </a:r>
            <a:r>
              <a:rPr lang="en-US" dirty="0"/>
              <a:t>" a Department</a:t>
            </a:r>
          </a:p>
          <a:p>
            <a:pPr marL="173038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D" dirty="0"/>
              <a:t>Degree of a relationship:</a:t>
            </a:r>
          </a:p>
          <a:p>
            <a:pPr indent="-644525"/>
            <a:r>
              <a:rPr lang="en-US" dirty="0"/>
              <a:t>Binary: between 2 entities (most common)</a:t>
            </a:r>
          </a:p>
          <a:p>
            <a:pPr indent="-644525"/>
            <a:r>
              <a:rPr lang="en-US" dirty="0"/>
              <a:t>Unary: an entity related to itself. e.g. an Employee "supervises" another Employee</a:t>
            </a:r>
          </a:p>
          <a:p>
            <a:pPr indent="-569913"/>
            <a:r>
              <a:rPr lang="en-US" dirty="0"/>
              <a:t>Ternary: between 3 entities (rare)</a:t>
            </a:r>
          </a:p>
          <a:p>
            <a:pPr marL="173038" lvl="1" indent="0">
              <a:buNone/>
            </a:pPr>
            <a:endParaRPr lang="en-US" dirty="0"/>
          </a:p>
          <a:p>
            <a:pPr marL="173038" lvl="1" indent="0">
              <a:buNone/>
            </a:pP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62AAC7-EBF3-E8E8-A057-F64D467FA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RELATIONSHIPS &amp; CARDINALITY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BF37A4-5279-16A1-DA66-9B2244D958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Relationship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5B521A7A-5072-F742-B058-01048B133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458987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EE947-AA86-B7D5-3246-8E23F96FF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1473D72-13C2-7B30-A4C2-EE38EA3B5AD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106" y="3443049"/>
            <a:ext cx="18717787" cy="935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66A92BD-ECF6-7F6E-A718-BDCBC50A7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RELATIONSHIPS &amp; CARDINALITY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B55532-5CD2-0F5B-DA70-4E9E0754D8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Relationship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E3FDD2CB-04F1-F5FD-E22E-BB6686D0E6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5159357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FCEF3-8257-C81D-022D-AC13F7268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B56D5-9AD0-5AFE-4865-C07CB7132BE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173038" lvl="1" indent="0">
              <a:buNone/>
            </a:pPr>
            <a:r>
              <a:rPr lang="en-US" dirty="0"/>
              <a:t>Cardinality defines how many instances of one entity can be associated with instances of another entity.</a:t>
            </a:r>
          </a:p>
          <a:p>
            <a:pPr marL="173038" lvl="1" indent="0">
              <a:buNone/>
            </a:pPr>
            <a:r>
              <a:rPr lang="en-ID" dirty="0"/>
              <a:t>Three types:</a:t>
            </a:r>
          </a:p>
          <a:p>
            <a:pPr marL="744538" lvl="1" indent="-571500"/>
            <a:r>
              <a:rPr lang="en-US" dirty="0"/>
              <a:t>One-to-One (1:1) </a:t>
            </a:r>
          </a:p>
          <a:p>
            <a:pPr marL="744538" lvl="1" indent="-571500"/>
            <a:r>
              <a:rPr lang="en-US" dirty="0"/>
              <a:t>One-to-Many (1:N) </a:t>
            </a:r>
          </a:p>
          <a:p>
            <a:pPr marL="744538" lvl="1" indent="-571500"/>
            <a:r>
              <a:rPr lang="en-US" dirty="0"/>
              <a:t>Many-to-Many (M:N)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4EAA884-CDEA-75D7-9B9E-1511C63A5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RELATIONSHIPS &amp; CARDINALITY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1505D0-CCDA-1B79-D381-F33EED9CA2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Cardinality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86E6F0ED-8895-82AB-2D47-D6F538EAA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191397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C39E1-EF10-4F04-8823-DE4D64750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8FEEF-F054-980B-0F57-B9C021530E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One instance of entity A is associated with exactly one instance of entity B. </a:t>
            </a:r>
            <a:r>
              <a:rPr lang="en-US" b="1" dirty="0"/>
              <a:t>Example</a:t>
            </a:r>
            <a:r>
              <a:rPr lang="en-US" dirty="0"/>
              <a:t>: In a university, each faculty is managed by exactly one dean (lecturer).</a:t>
            </a:r>
          </a:p>
          <a:p>
            <a:pPr marL="173038" lvl="1" indent="0">
              <a:buNone/>
            </a:pP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59E0597-4173-3CD7-0160-6F1BE702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RELATIONSHIPS &amp; CARDINALITY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998519-5616-A290-7EB4-EF8A143C0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One-to-One Relationship (1:1)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1AF83A9A-7569-1BE5-0788-6254E26E83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BE1142-8A69-577D-3F19-992D4B8E1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306" y="5684109"/>
            <a:ext cx="15110588" cy="593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9123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E140-4C57-F6B4-3161-279D77A0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05A0F-BB9C-EB91-B8EA-10444FC2492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One instance of entity A can be associated with many instances of entity B, but each instance of B is associated with exactly one instance of A. </a:t>
            </a: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In a university, one lecturer can teach many course sections. Each section is taught by exactly one lecturer.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4CE203-D865-16AE-C0C4-7C15673B7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RELATIONSHIPS &amp; CARDINALITY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0DC2B4-7995-6381-6624-4B82EEE48D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One-to-many Relationship (1:N)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8F2E8C29-2600-CC77-83B8-13BBF0052B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C9CC33-8413-7B76-45EE-3B22EF1C0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7142" y="6858000"/>
            <a:ext cx="14009715" cy="550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74916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F2494-E8CB-B7F7-2B19-0B9FA0BF2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4B903-2BB8-45B9-E3CE-FDF639C264F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instances of entity A can be associated with many instances of entity B. </a:t>
            </a:r>
            <a:r>
              <a:rPr lang="en-US" b="1" dirty="0"/>
              <a:t>Example</a:t>
            </a:r>
            <a:r>
              <a:rPr lang="en-US" dirty="0"/>
              <a:t>: In a university, each student can take many course sections, and each section can be taken by many students.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23E8F7-6FB9-D552-C0FA-A1E9A4F6C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RELATIONSHIPS &amp; CARDINALITY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1146CC-0B92-4789-8EB1-E6595E0B60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Many-to-Many Relationship (M:N)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2B3429DD-53E5-189F-4957-8520618601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3E7B85-ACBF-3E4D-B991-A5C4F4358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0201" y="5634681"/>
            <a:ext cx="15463597" cy="721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3659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47B31-65D3-D695-91B1-D2FE07B6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BFED7-B6F8-E6C9-B16B-F89888B0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173038" lvl="1" indent="0">
              <a:buNone/>
            </a:pPr>
            <a:r>
              <a:rPr lang="en-US" dirty="0"/>
              <a:t>Participation defines whether ALL or SOME instances of an entity must participate in a relationship.</a:t>
            </a:r>
          </a:p>
          <a:p>
            <a:pPr marL="744538" lvl="1" indent="-571500"/>
            <a:r>
              <a:rPr lang="en-US" dirty="0"/>
              <a:t>Total participation (mandatory)</a:t>
            </a:r>
          </a:p>
          <a:p>
            <a:pPr marL="1500538" lvl="2" indent="-571500"/>
            <a:r>
              <a:rPr lang="en-US" dirty="0"/>
              <a:t>Every instance MUST participate. Example: Every section MUST be taught by a lecturer. Symbol: || (double bar) </a:t>
            </a:r>
          </a:p>
          <a:p>
            <a:pPr marL="744538" lvl="1" indent="-571500"/>
            <a:r>
              <a:rPr lang="en-US" dirty="0"/>
              <a:t>Partial participation (optional) </a:t>
            </a:r>
          </a:p>
          <a:p>
            <a:pPr marL="1500538" lvl="2" indent="-571500"/>
            <a:r>
              <a:rPr lang="en-US" dirty="0"/>
              <a:t>Some instances MAY NOT participate. Example: Not every lecturer teaches a section. Symbol: O (circle)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361D2D3-0348-AEA4-FB4B-14D250030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RELATIONSHIPS &amp; CARDINALITY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DABE54-76A0-C1EE-6880-6FBFE7541A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Participation Constraint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6DD0EFDB-E142-4468-6806-8596D5E887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713064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743B8-F807-27F1-FA70-F4AFB76A9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8980F898-6A93-0D7A-5330-97BA16B93C6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015" y="3755098"/>
            <a:ext cx="18873970" cy="8088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A99E009-B416-CB1C-F8E9-8DBADCAC1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RELATIONSHIPS &amp; CARDINALITY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0B15DC-F513-2515-2204-17CAE20439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Participation Constraint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FD7AD34F-F95C-F255-988D-99D896C3D2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203419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A5822-B59D-8A6E-D0C7-6DAB35B98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33C7D-1BB4-464F-3FA1-1FCB989F463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173038" lvl="1" indent="0">
              <a:buNone/>
            </a:pPr>
            <a:r>
              <a:rPr lang="en-US" dirty="0"/>
              <a:t>Used to define and modify database structure.</a:t>
            </a:r>
          </a:p>
          <a:p>
            <a:pPr marL="173038" lvl="1" indent="0">
              <a:buNone/>
            </a:pPr>
            <a:endParaRPr lang="en-US" dirty="0"/>
          </a:p>
          <a:p>
            <a:pPr marL="173038" lvl="1" indent="0">
              <a:buNone/>
            </a:pPr>
            <a:r>
              <a:rPr lang="en-ID" dirty="0"/>
              <a:t>Commands:</a:t>
            </a:r>
          </a:p>
          <a:p>
            <a:pPr marL="744538" lvl="1" indent="-571500"/>
            <a:r>
              <a:rPr lang="en-US" dirty="0"/>
              <a:t>CREATE - create database or its objects (tables, indexes, views)</a:t>
            </a:r>
          </a:p>
          <a:p>
            <a:pPr marL="744538" lvl="1" indent="-571500"/>
            <a:r>
              <a:rPr lang="en-US" dirty="0"/>
              <a:t>ALTER - modify the structure of an existing object </a:t>
            </a:r>
          </a:p>
          <a:p>
            <a:pPr marL="744538" lvl="1" indent="-571500"/>
            <a:r>
              <a:rPr lang="en-US" dirty="0"/>
              <a:t>DROP - delete an object from the database </a:t>
            </a:r>
          </a:p>
          <a:p>
            <a:pPr marL="744538" lvl="1" indent="-571500"/>
            <a:r>
              <a:rPr lang="en-US" dirty="0"/>
              <a:t>TRUNCATE - remove all records from a table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D18785-8AB4-D655-6FB7-1F76F1512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SQL OVERVIEW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971A7-32BC-9D86-69EC-DD34860E69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Data Definition Language (DDL) 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CFC62B95-679C-C40A-B381-69A54A91C8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226604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B3191-F435-A588-34EE-7D67A5B97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91E97-3C99-5F3E-0A48-32BB4A72BEC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173038" lvl="1" indent="0">
              <a:buNone/>
            </a:pPr>
            <a:r>
              <a:rPr lang="en-US" dirty="0"/>
              <a:t>Used to manipulate data stored in the database.</a:t>
            </a:r>
          </a:p>
          <a:p>
            <a:pPr marL="173038" lvl="1" indent="0">
              <a:buNone/>
            </a:pPr>
            <a:endParaRPr lang="en-US" dirty="0"/>
          </a:p>
          <a:p>
            <a:pPr marL="173038" lvl="1" indent="0">
              <a:buNone/>
            </a:pPr>
            <a:r>
              <a:rPr lang="en-ID" dirty="0"/>
              <a:t>Commands:</a:t>
            </a:r>
          </a:p>
          <a:p>
            <a:pPr marL="744538" lvl="1" indent="-571500"/>
            <a:r>
              <a:rPr lang="en-US" dirty="0"/>
              <a:t>INSERT - add new data into a table </a:t>
            </a:r>
          </a:p>
          <a:p>
            <a:pPr marL="744538" lvl="1" indent="-571500"/>
            <a:r>
              <a:rPr lang="en-US" dirty="0"/>
              <a:t>SELECT - retrieve data from a table </a:t>
            </a:r>
          </a:p>
          <a:p>
            <a:pPr marL="744538" lvl="1" indent="-571500"/>
            <a:r>
              <a:rPr lang="en-US" dirty="0"/>
              <a:t>UPDATE - modify existing data </a:t>
            </a:r>
          </a:p>
          <a:p>
            <a:pPr marL="744538" lvl="1" indent="-571500"/>
            <a:r>
              <a:rPr lang="en-US" dirty="0"/>
              <a:t>DELETE - remove data from a table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7624D4B-EE5F-984F-73B1-B9EA7945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SQL OVERVIEW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3412F1-ECC8-E1BA-C398-EA0B6B83D2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Data Manipulation Language (DML)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DFC433DB-00AB-EC35-923E-ADB9F1C5B9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1889375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C7BD-935C-CCC2-64DE-7AEF691F4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79520F-5DA0-ADC9-955B-DBADAC6652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pPr marL="173038" lvl="1" indent="0">
              <a:buNone/>
            </a:pPr>
            <a:r>
              <a:rPr lang="en-US" dirty="0"/>
              <a:t>Used to control user access rights to the database.</a:t>
            </a:r>
          </a:p>
          <a:p>
            <a:pPr marL="173038" lvl="1" indent="0">
              <a:buNone/>
            </a:pPr>
            <a:endParaRPr lang="en-US" dirty="0"/>
          </a:p>
          <a:p>
            <a:pPr marL="173038" lvl="1" indent="0">
              <a:buNone/>
            </a:pPr>
            <a:r>
              <a:rPr lang="en-ID" dirty="0"/>
              <a:t>Commands:</a:t>
            </a:r>
          </a:p>
          <a:p>
            <a:pPr marL="744538" lvl="1" indent="-571500"/>
            <a:r>
              <a:rPr lang="en-US" dirty="0"/>
              <a:t>GRANT - give users access privileges </a:t>
            </a:r>
          </a:p>
          <a:p>
            <a:pPr marL="744538" lvl="1" indent="-571500"/>
            <a:r>
              <a:rPr lang="en-US" dirty="0"/>
              <a:t>REVOKE - withdraw access privileges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72EECA4-7220-76A4-E610-9B7E78EB1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SQL OVERVIEW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BAFB578-E526-1C1D-A442-FEFCB20F74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Data Control Language (DCL) 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D566D379-75AE-C267-5556-40AD27FD52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541402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3C8A-5F3C-BF81-8736-3F35E7D85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EEBC43-F68B-07CE-204C-3E72E18A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822423" cy="510281"/>
          </a:xfrm>
        </p:spPr>
        <p:txBody>
          <a:bodyPr>
            <a:normAutofit fontScale="90000"/>
          </a:bodyPr>
          <a:lstStyle/>
          <a:p>
            <a:r>
              <a:rPr lang="en-ID" dirty="0"/>
              <a:t>Summary 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EC7B874D-285D-72DF-CE59-F3CA8ABEFA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6D70CE6-8905-FA20-4424-B5730B8F2F20}"/>
              </a:ext>
            </a:extLst>
          </p:cNvPr>
          <p:cNvSpPr txBox="1">
            <a:spLocks/>
          </p:cNvSpPr>
          <p:nvPr/>
        </p:nvSpPr>
        <p:spPr>
          <a:xfrm>
            <a:off x="2167377" y="3260663"/>
            <a:ext cx="21342270" cy="9071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/>
            <a:r>
              <a:rPr lang="en-ID" sz="3600" b="1" dirty="0"/>
              <a:t>Data Model </a:t>
            </a:r>
            <a:r>
              <a:rPr lang="en-ID" sz="3600" dirty="0"/>
              <a:t>-</a:t>
            </a:r>
            <a:r>
              <a:rPr lang="en-US" sz="3600" dirty="0"/>
              <a:t> A data model is a collection of concepts to describe database structure. Three levels: conceptual (WHAT), logical (HOW), physical (WHERE).</a:t>
            </a:r>
          </a:p>
          <a:p>
            <a:pPr algn="just"/>
            <a:r>
              <a:rPr lang="en-ID" sz="3600" b="1" dirty="0"/>
              <a:t>Entity &amp; Attributes</a:t>
            </a:r>
            <a:r>
              <a:rPr lang="en-ID" sz="3600" dirty="0"/>
              <a:t> - </a:t>
            </a:r>
            <a:r>
              <a:rPr lang="en-US" sz="3600" dirty="0"/>
              <a:t>An entity represents a real-world object. Attributes describe entities and come in four types: key, composite, multivalued, and derived.</a:t>
            </a:r>
          </a:p>
          <a:p>
            <a:pPr algn="just"/>
            <a:r>
              <a:rPr lang="en-ID" sz="3600" b="1" dirty="0"/>
              <a:t>ERD Notation </a:t>
            </a:r>
            <a:r>
              <a:rPr lang="en-ID" sz="3600" dirty="0"/>
              <a:t>-</a:t>
            </a:r>
            <a:r>
              <a:rPr lang="en-US" sz="3600" dirty="0"/>
              <a:t> Chen uses rectangles, ovals, diamonds. Crow's Foot lists attributes inside boxes and uses line symbols. Crow's Foot is the industry standard.</a:t>
            </a:r>
          </a:p>
          <a:p>
            <a:pPr algn="just"/>
            <a:r>
              <a:rPr lang="en-ID" sz="3600" b="1" dirty="0"/>
              <a:t>Relationships &amp; Cardinality</a:t>
            </a:r>
            <a:r>
              <a:rPr lang="en-ID" sz="3600" dirty="0"/>
              <a:t> -</a:t>
            </a:r>
            <a:r>
              <a:rPr lang="en-US" sz="3600" dirty="0"/>
              <a:t> Relationships connect entities with three cardinality types (1:1, 1:N, M:N). M:N requires a junction table. Participation can be total or partial.</a:t>
            </a:r>
          </a:p>
          <a:p>
            <a:pPr algn="just"/>
            <a:r>
              <a:rPr lang="en-ID" sz="3600" b="1" dirty="0"/>
              <a:t>SQL Overview </a:t>
            </a:r>
            <a:r>
              <a:rPr lang="en-ID" sz="3600" dirty="0"/>
              <a:t>- </a:t>
            </a:r>
            <a:r>
              <a:rPr lang="en-US" sz="3600" dirty="0"/>
              <a:t>SQL has three categories: DDL (define </a:t>
            </a:r>
            <a:r>
              <a:rPr lang="en-ID" sz="3600" dirty="0"/>
              <a:t>structure), DML (manipulate data), DCL (control </a:t>
            </a:r>
            <a:r>
              <a:rPr lang="en-ID" sz="3600"/>
              <a:t>access)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D55A0-B849-871F-3305-46A27E9E5B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3595152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6DDD-127D-ACAD-EFEC-B2FF93AEE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6B5E-AD4E-F170-8DE5-639EDDF69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89EDA-AE25-91E4-B1AA-7C44BADF3E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93DEF3D-A124-7238-984E-DA54423494E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0938858" cy="1005389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UniLibrary</a:t>
            </a:r>
            <a:r>
              <a:rPr lang="en-US" dirty="0"/>
              <a:t> is a university library system. Your task is to design the Entity-Relationship Diagram.</a:t>
            </a:r>
          </a:p>
          <a:p>
            <a:pPr marL="0" indent="0">
              <a:buNone/>
            </a:pPr>
            <a:r>
              <a:rPr lang="en-US" dirty="0"/>
              <a:t>Requirements: </a:t>
            </a:r>
          </a:p>
          <a:p>
            <a:r>
              <a:rPr lang="en-US" dirty="0"/>
              <a:t>Students can borrow books from the library. Each student has a student ID, name, and department. </a:t>
            </a:r>
          </a:p>
          <a:p>
            <a:r>
              <a:rPr lang="en-US" dirty="0"/>
              <a:t>The library has a collection of books. Each book has an ISBN, title, author, and year published. </a:t>
            </a:r>
          </a:p>
          <a:p>
            <a:r>
              <a:rPr lang="en-US" dirty="0"/>
              <a:t>A student can borrow many books, and each book can be borrowed by many students (at different times). </a:t>
            </a:r>
          </a:p>
          <a:p>
            <a:r>
              <a:rPr lang="en-US" dirty="0"/>
              <a:t>Each borrowing record tracks the borrow date, due date, and return date. </a:t>
            </a:r>
          </a:p>
          <a:p>
            <a:r>
              <a:rPr lang="en-US" dirty="0"/>
              <a:t>The library has multiple branches. Each branch has a name and location. Each book belongs to one branch.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169EB7-325E-C183-8929-6F7E73EC8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21246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15E2C-1D06-3BBB-3EBF-E7E384AF1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E71CC-EC96-DAE1-6EFA-5B54A813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36093-4C4E-5447-3C50-BD50E0BC1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9F5AF5E-A6CC-E36F-83FC-63355D1D5C1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0938858" cy="100538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Your Tasks:</a:t>
            </a:r>
          </a:p>
          <a:p>
            <a:pPr>
              <a:buFont typeface="+mj-lt"/>
              <a:buAutoNum type="arabicPeriod"/>
            </a:pPr>
            <a:r>
              <a:rPr lang="en-US" dirty="0"/>
              <a:t>Identify all entities and their attributes.</a:t>
            </a:r>
          </a:p>
          <a:p>
            <a:pPr>
              <a:buFont typeface="+mj-lt"/>
              <a:buAutoNum type="arabicPeriod"/>
            </a:pPr>
            <a:r>
              <a:rPr lang="en-US" dirty="0"/>
              <a:t>Determine the relationships and cardinality.</a:t>
            </a:r>
          </a:p>
          <a:p>
            <a:pPr>
              <a:buFont typeface="+mj-lt"/>
              <a:buAutoNum type="arabicPeriod"/>
            </a:pPr>
            <a:r>
              <a:rPr lang="en-US" dirty="0"/>
              <a:t>Draw the ERD using Crow's Foot notation.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48EEC5-2E82-5842-33F8-4BD469831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933723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837253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4000" dirty="0"/>
              <a:t>Murach, J. (2023). Murach's MySQL, 4th Edition. Mike Murach &amp; Associates. </a:t>
            </a:r>
            <a:r>
              <a:rPr lang="en-ID" sz="4000" dirty="0"/>
              <a:t>Chapter 10</a:t>
            </a:r>
            <a:r>
              <a:rPr lang="en-US" sz="4000" dirty="0"/>
              <a:t>. </a:t>
            </a:r>
          </a:p>
          <a:p>
            <a:pPr>
              <a:spcBef>
                <a:spcPts val="600"/>
              </a:spcBef>
            </a:pPr>
            <a:r>
              <a:rPr lang="en-US" sz="4000" dirty="0"/>
              <a:t>Elmasri, R. &amp; Navathe, S. (2015). Fundamentals of Database Systems, 7th Edition. Pearson. </a:t>
            </a:r>
            <a:r>
              <a:rPr lang="en-ID" sz="4000" dirty="0"/>
              <a:t>Chapter 3</a:t>
            </a:r>
            <a:r>
              <a:rPr lang="en-US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0CEC7D9-36FC-4F8D-A2F6-7347A79A0DE0}">
  <we:reference id="WA200010001" version="1.0.0.1" store="Omex" storeType="OMEX"/>
  <we:alternateReferences>
    <we:reference id="WA200010001" version="1.0.0.1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6438</TotalTime>
  <Words>1235</Words>
  <Application>Microsoft Office PowerPoint</Application>
  <PresentationFormat>Custom</PresentationFormat>
  <Paragraphs>152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Open Sans ExtraBold</vt:lpstr>
      <vt:lpstr>OCRB</vt:lpstr>
      <vt:lpstr>Arial</vt:lpstr>
      <vt:lpstr>Open Sans Semibold</vt:lpstr>
      <vt:lpstr>Open Sans Light</vt:lpstr>
      <vt:lpstr>Open Sans</vt:lpstr>
      <vt:lpstr>21_BasicWhite</vt:lpstr>
      <vt:lpstr>Entity Relational Model</vt:lpstr>
      <vt:lpstr>Learning Outcomes</vt:lpstr>
      <vt:lpstr>outline</vt:lpstr>
      <vt:lpstr>DATA MODEL</vt:lpstr>
      <vt:lpstr>DATA MODEL</vt:lpstr>
      <vt:lpstr>DATA MODEL</vt:lpstr>
      <vt:lpstr>DATA MODEL</vt:lpstr>
      <vt:lpstr>ENTITY &amp; ATTRIBUTES</vt:lpstr>
      <vt:lpstr>ENTITY &amp; ATTRIBUTES</vt:lpstr>
      <vt:lpstr>ENTITY &amp; ATTRIBUTES</vt:lpstr>
      <vt:lpstr>ERD NOTATION</vt:lpstr>
      <vt:lpstr>ERD NOTATION</vt:lpstr>
      <vt:lpstr>RELATIONSHIPS &amp; CARDINALITY</vt:lpstr>
      <vt:lpstr>RELATIONSHIPS &amp; CARDINALITY</vt:lpstr>
      <vt:lpstr>RELATIONSHIPS &amp; CARDINALITY</vt:lpstr>
      <vt:lpstr>RELATIONSHIPS &amp; CARDINALITY</vt:lpstr>
      <vt:lpstr>RELATIONSHIPS &amp; CARDINALITY</vt:lpstr>
      <vt:lpstr>RELATIONSHIPS &amp; CARDINALITY</vt:lpstr>
      <vt:lpstr>RELATIONSHIPS &amp; CARDINALITY</vt:lpstr>
      <vt:lpstr>RELATIONSHIPS &amp; CARDINALITY</vt:lpstr>
      <vt:lpstr>SQL OVERVIEW</vt:lpstr>
      <vt:lpstr>SQL OVERVIEW</vt:lpstr>
      <vt:lpstr>SQL OVERVIEW</vt:lpstr>
      <vt:lpstr>Summary </vt:lpstr>
      <vt:lpstr>exercise</vt:lpstr>
      <vt:lpstr>exercise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Rico Halim</cp:lastModifiedBy>
  <cp:revision>81</cp:revision>
  <dcterms:created xsi:type="dcterms:W3CDTF">2023-11-17T02:51:40Z</dcterms:created>
  <dcterms:modified xsi:type="dcterms:W3CDTF">2026-03-18T11:10:44Z</dcterms:modified>
</cp:coreProperties>
</file>