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3"/>
  </p:notesMasterIdLst>
  <p:sldIdLst>
    <p:sldId id="290" r:id="rId2"/>
    <p:sldId id="257" r:id="rId3"/>
    <p:sldId id="258" r:id="rId4"/>
    <p:sldId id="353" r:id="rId5"/>
    <p:sldId id="459" r:id="rId6"/>
    <p:sldId id="460" r:id="rId7"/>
    <p:sldId id="461" r:id="rId8"/>
    <p:sldId id="462" r:id="rId9"/>
    <p:sldId id="463" r:id="rId10"/>
    <p:sldId id="464" r:id="rId11"/>
    <p:sldId id="465" r:id="rId12"/>
    <p:sldId id="466" r:id="rId13"/>
    <p:sldId id="467" r:id="rId14"/>
    <p:sldId id="468" r:id="rId15"/>
    <p:sldId id="469" r:id="rId16"/>
    <p:sldId id="470" r:id="rId17"/>
    <p:sldId id="471" r:id="rId18"/>
    <p:sldId id="472" r:id="rId19"/>
    <p:sldId id="473" r:id="rId20"/>
    <p:sldId id="475" r:id="rId21"/>
    <p:sldId id="476" r:id="rId22"/>
    <p:sldId id="479" r:id="rId23"/>
    <p:sldId id="477" r:id="rId24"/>
    <p:sldId id="480" r:id="rId25"/>
    <p:sldId id="478" r:id="rId26"/>
    <p:sldId id="481" r:id="rId27"/>
    <p:sldId id="482" r:id="rId28"/>
    <p:sldId id="431" r:id="rId29"/>
    <p:sldId id="424" r:id="rId30"/>
    <p:sldId id="458" r:id="rId31"/>
    <p:sldId id="278" r:id="rId32"/>
  </p:sldIdLst>
  <p:sldSz cx="24384000" cy="13716000"/>
  <p:notesSz cx="6858000" cy="9144000"/>
  <p:embeddedFontLst>
    <p:embeddedFont>
      <p:font typeface="OCRB" panose="020B0609020202020204" pitchFamily="49" charset="0"/>
      <p:regular r:id="rId34"/>
    </p:embeddedFont>
    <p:embeddedFont>
      <p:font typeface="Open Sans ExtraBold" panose="020B0906030804020204" pitchFamily="34" charset="0"/>
      <p:bold r:id="rId35"/>
      <p:italic r:id="rId36"/>
      <p:boldItalic r:id="rId37"/>
    </p:embeddedFont>
    <p:embeddedFont>
      <p:font typeface="Open Sans Light" panose="020B0306030504020204" pitchFamily="34" charset="0"/>
      <p:regular r:id="rId38"/>
      <p:italic r:id="rId39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CA94BA-F162-480E-9390-0F6A6EAB4B78}" v="1" dt="2026-04-09T07:17:35.63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4641" autoAdjust="0"/>
  </p:normalViewPr>
  <p:slideViewPr>
    <p:cSldViewPr snapToGrid="0" snapToObjects="1">
      <p:cViewPr varScale="1">
        <p:scale>
          <a:sx n="26" d="100"/>
          <a:sy n="26" d="100"/>
        </p:scale>
        <p:origin x="268" y="48"/>
      </p:cViewPr>
      <p:guideLst>
        <p:guide orient="horz" pos="4320"/>
        <p:guide pos="76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o Halim" userId="e67b7075-521d-4436-9593-c3b020a99b57" providerId="ADAL" clId="{51BE432B-4882-44AA-B011-DD88D23C88BA}"/>
    <pc:docChg chg="undo redo custSel addSld delSld modSld sldOrd">
      <pc:chgData name="Rico Halim" userId="e67b7075-521d-4436-9593-c3b020a99b57" providerId="ADAL" clId="{51BE432B-4882-44AA-B011-DD88D23C88BA}" dt="2026-03-21T17:06:36.869" v="5524" actId="729"/>
      <pc:docMkLst>
        <pc:docMk/>
      </pc:docMkLst>
      <pc:sldChg chg="modSp mod modNotesTx">
        <pc:chgData name="Rico Halim" userId="e67b7075-521d-4436-9593-c3b020a99b57" providerId="ADAL" clId="{51BE432B-4882-44AA-B011-DD88D23C88BA}" dt="2026-03-21T09:38:32.439" v="5220"/>
        <pc:sldMkLst>
          <pc:docMk/>
          <pc:sldMk cId="2766454393" sldId="257"/>
        </pc:sldMkLst>
        <pc:spChg chg="mod">
          <ac:chgData name="Rico Halim" userId="e67b7075-521d-4436-9593-c3b020a99b57" providerId="ADAL" clId="{51BE432B-4882-44AA-B011-DD88D23C88BA}" dt="2026-03-21T09:32:38.312" v="5213" actId="20577"/>
          <ac:spMkLst>
            <pc:docMk/>
            <pc:sldMk cId="2766454393" sldId="257"/>
            <ac:spMk id="3" creationId="{0002D373-5BC5-C51D-92C2-C090C3857861}"/>
          </ac:spMkLst>
        </pc:spChg>
        <pc:spChg chg="mod">
          <ac:chgData name="Rico Halim" userId="e67b7075-521d-4436-9593-c3b020a99b57" providerId="ADAL" clId="{51BE432B-4882-44AA-B011-DD88D23C88BA}" dt="2026-03-21T09:38:32.439" v="5220"/>
          <ac:spMkLst>
            <pc:docMk/>
            <pc:sldMk cId="2766454393" sldId="257"/>
            <ac:spMk id="4" creationId="{72B426B6-A02E-F758-7A2B-554FFF354A1A}"/>
          </ac:spMkLst>
        </pc:spChg>
      </pc:sldChg>
      <pc:sldChg chg="addSp delSp modSp mod">
        <pc:chgData name="Rico Halim" userId="e67b7075-521d-4436-9593-c3b020a99b57" providerId="ADAL" clId="{51BE432B-4882-44AA-B011-DD88D23C88BA}" dt="2026-03-21T10:25:27.302" v="5231" actId="20577"/>
        <pc:sldMkLst>
          <pc:docMk/>
          <pc:sldMk cId="1889462471" sldId="258"/>
        </pc:sldMkLst>
        <pc:spChg chg="mod">
          <ac:chgData name="Rico Halim" userId="e67b7075-521d-4436-9593-c3b020a99b57" providerId="ADAL" clId="{51BE432B-4882-44AA-B011-DD88D23C88BA}" dt="2026-03-21T09:32:42.567" v="5215" actId="20577"/>
          <ac:spMkLst>
            <pc:docMk/>
            <pc:sldMk cId="1889462471" sldId="258"/>
            <ac:spMk id="3" creationId="{0002D373-5BC5-C51D-92C2-C090C3857861}"/>
          </ac:spMkLst>
        </pc:spChg>
        <pc:spChg chg="add del mod">
          <ac:chgData name="Rico Halim" userId="e67b7075-521d-4436-9593-c3b020a99b57" providerId="ADAL" clId="{51BE432B-4882-44AA-B011-DD88D23C88BA}" dt="2026-03-21T10:25:27.302" v="5231" actId="20577"/>
          <ac:spMkLst>
            <pc:docMk/>
            <pc:sldMk cId="1889462471" sldId="258"/>
            <ac:spMk id="4" creationId="{72B426B6-A02E-F758-7A2B-554FFF354A1A}"/>
          </ac:spMkLst>
        </pc:spChg>
      </pc:sldChg>
      <pc:sldChg chg="addSp delSp modSp mod modShow">
        <pc:chgData name="Rico Halim" userId="e67b7075-521d-4436-9593-c3b020a99b57" providerId="ADAL" clId="{51BE432B-4882-44AA-B011-DD88D23C88BA}" dt="2026-03-21T17:06:36.869" v="5524" actId="729"/>
        <pc:sldMkLst>
          <pc:docMk/>
          <pc:sldMk cId="3774771954" sldId="278"/>
        </pc:sldMkLst>
        <pc:spChg chg="mod">
          <ac:chgData name="Rico Halim" userId="e67b7075-521d-4436-9593-c3b020a99b57" providerId="ADAL" clId="{51BE432B-4882-44AA-B011-DD88D23C88BA}" dt="2026-03-21T09:33:42.037" v="5219" actId="20577"/>
          <ac:spMkLst>
            <pc:docMk/>
            <pc:sldMk cId="3774771954" sldId="278"/>
            <ac:spMk id="3" creationId="{C9FD4B36-DB29-EC9E-2767-9ED5EA04575E}"/>
          </ac:spMkLst>
        </pc:spChg>
        <pc:spChg chg="add del mod">
          <ac:chgData name="Rico Halim" userId="e67b7075-521d-4436-9593-c3b020a99b57" providerId="ADAL" clId="{51BE432B-4882-44AA-B011-DD88D23C88BA}" dt="2026-03-21T17:06:32.856" v="5523"/>
          <ac:spMkLst>
            <pc:docMk/>
            <pc:sldMk cId="3774771954" sldId="278"/>
            <ac:spMk id="6" creationId="{CFC03F54-B3BC-80AB-98AC-C3ABDC8D86EE}"/>
          </ac:spMkLst>
        </pc:spChg>
      </pc:sldChg>
      <pc:sldChg chg="modSp mod">
        <pc:chgData name="Rico Halim" userId="e67b7075-521d-4436-9593-c3b020a99b57" providerId="ADAL" clId="{51BE432B-4882-44AA-B011-DD88D23C88BA}" dt="2026-03-21T09:32:33.267" v="5211"/>
        <pc:sldMkLst>
          <pc:docMk/>
          <pc:sldMk cId="4205779256" sldId="290"/>
        </pc:sldMkLst>
        <pc:spChg chg="mod">
          <ac:chgData name="Rico Halim" userId="e67b7075-521d-4436-9593-c3b020a99b57" providerId="ADAL" clId="{51BE432B-4882-44AA-B011-DD88D23C88BA}" dt="2026-03-21T09:32:31.439" v="5210" actId="20577"/>
          <ac:spMkLst>
            <pc:docMk/>
            <pc:sldMk cId="4205779256" sldId="290"/>
            <ac:spMk id="2" creationId="{50F9371B-F92F-AED8-457A-F4BAE6779B8C}"/>
          </ac:spMkLst>
        </pc:spChg>
        <pc:spChg chg="mod">
          <ac:chgData name="Rico Halim" userId="e67b7075-521d-4436-9593-c3b020a99b57" providerId="ADAL" clId="{51BE432B-4882-44AA-B011-DD88D23C88BA}" dt="2026-03-21T09:32:33.267" v="5211"/>
          <ac:spMkLst>
            <pc:docMk/>
            <pc:sldMk cId="4205779256" sldId="290"/>
            <ac:spMk id="3" creationId="{05C0E2BF-BBBC-BF27-4255-C5149D193112}"/>
          </ac:spMkLst>
        </pc:spChg>
      </pc:sldChg>
      <pc:sldChg chg="addSp delSp modSp mod">
        <pc:chgData name="Rico Halim" userId="e67b7075-521d-4436-9593-c3b020a99b57" providerId="ADAL" clId="{51BE432B-4882-44AA-B011-DD88D23C88BA}" dt="2026-03-21T10:35:07.423" v="5248" actId="1076"/>
        <pc:sldMkLst>
          <pc:docMk/>
          <pc:sldMk cId="60833931" sldId="353"/>
        </pc:sldMkLst>
        <pc:spChg chg="mod">
          <ac:chgData name="Rico Halim" userId="e67b7075-521d-4436-9593-c3b020a99b57" providerId="ADAL" clId="{51BE432B-4882-44AA-B011-DD88D23C88BA}" dt="2026-03-21T10:29:58.068" v="5235"/>
          <ac:spMkLst>
            <pc:docMk/>
            <pc:sldMk cId="60833931" sldId="353"/>
            <ac:spMk id="4" creationId="{E25F03C2-AB0D-6794-B60F-46FAB7775C86}"/>
          </ac:spMkLst>
        </pc:spChg>
        <pc:spChg chg="mod">
          <ac:chgData name="Rico Halim" userId="e67b7075-521d-4436-9593-c3b020a99b57" providerId="ADAL" clId="{51BE432B-4882-44AA-B011-DD88D23C88BA}" dt="2026-03-21T10:29:12.658" v="5232"/>
          <ac:spMkLst>
            <pc:docMk/>
            <pc:sldMk cId="60833931" sldId="353"/>
            <ac:spMk id="6" creationId="{45267CAF-4E6D-359B-2142-2B42E0F585BC}"/>
          </ac:spMkLst>
        </pc:spChg>
        <pc:spChg chg="mod">
          <ac:chgData name="Rico Halim" userId="e67b7075-521d-4436-9593-c3b020a99b57" providerId="ADAL" clId="{51BE432B-4882-44AA-B011-DD88D23C88BA}" dt="2026-03-21T10:29:28.818" v="5233"/>
          <ac:spMkLst>
            <pc:docMk/>
            <pc:sldMk cId="60833931" sldId="353"/>
            <ac:spMk id="8" creationId="{FBB7E9DD-F947-A1FF-98E2-678F0FB367E0}"/>
          </ac:spMkLst>
        </pc:spChg>
        <pc:picChg chg="add mod modCrop">
          <ac:chgData name="Rico Halim" userId="e67b7075-521d-4436-9593-c3b020a99b57" providerId="ADAL" clId="{51BE432B-4882-44AA-B011-DD88D23C88BA}" dt="2026-03-21T10:35:07.423" v="5248" actId="1076"/>
          <ac:picMkLst>
            <pc:docMk/>
            <pc:sldMk cId="60833931" sldId="353"/>
            <ac:picMk id="5" creationId="{D3AE824C-4F41-E7A8-C567-44243CFE816A}"/>
          </ac:picMkLst>
        </pc:picChg>
      </pc:sldChg>
      <pc:sldChg chg="addSp delSp modSp mod modShow modNotesTx">
        <pc:chgData name="Rico Halim" userId="e67b7075-521d-4436-9593-c3b020a99b57" providerId="ADAL" clId="{51BE432B-4882-44AA-B011-DD88D23C88BA}" dt="2026-03-21T17:04:31.603" v="5516" actId="729"/>
        <pc:sldMkLst>
          <pc:docMk/>
          <pc:sldMk cId="2666212466" sldId="424"/>
        </pc:sldMkLst>
        <pc:picChg chg="add mod ord modCrop">
          <ac:chgData name="Rico Halim" userId="e67b7075-521d-4436-9593-c3b020a99b57" providerId="ADAL" clId="{51BE432B-4882-44AA-B011-DD88D23C88BA}" dt="2026-03-21T17:04:04.495" v="5515" actId="14100"/>
          <ac:picMkLst>
            <pc:docMk/>
            <pc:sldMk cId="2666212466" sldId="424"/>
            <ac:picMk id="9" creationId="{700506E3-8883-DFAF-CB3A-CD0689909B0A}"/>
          </ac:picMkLst>
        </pc:picChg>
      </pc:sldChg>
      <pc:sldChg chg="addSp modSp add del mod modShow modNotesTx">
        <pc:chgData name="Rico Halim" userId="e67b7075-521d-4436-9593-c3b020a99b57" providerId="ADAL" clId="{51BE432B-4882-44AA-B011-DD88D23C88BA}" dt="2026-03-21T16:58:57.644" v="5506" actId="729"/>
        <pc:sldMkLst>
          <pc:docMk/>
          <pc:sldMk cId="2743595152" sldId="431"/>
        </pc:sldMkLst>
        <pc:spChg chg="mod">
          <ac:chgData name="Rico Halim" userId="e67b7075-521d-4436-9593-c3b020a99b57" providerId="ADAL" clId="{51BE432B-4882-44AA-B011-DD88D23C88BA}" dt="2026-03-21T16:58:52.806" v="5505"/>
          <ac:spMkLst>
            <pc:docMk/>
            <pc:sldMk cId="2743595152" sldId="431"/>
            <ac:spMk id="5" creationId="{16D70CE6-8905-FA20-4424-B5730B8F2F20}"/>
          </ac:spMkLst>
        </pc:spChg>
      </pc:sldChg>
      <pc:sldChg chg="addSp modSp add mod modShow">
        <pc:chgData name="Rico Halim" userId="e67b7075-521d-4436-9593-c3b020a99b57" providerId="ADAL" clId="{51BE432B-4882-44AA-B011-DD88D23C88BA}" dt="2026-03-21T17:05:16.694" v="5520" actId="729"/>
        <pc:sldMkLst>
          <pc:docMk/>
          <pc:sldMk cId="1618933723" sldId="458"/>
        </pc:sldMkLst>
        <pc:spChg chg="mod">
          <ac:chgData name="Rico Halim" userId="e67b7075-521d-4436-9593-c3b020a99b57" providerId="ADAL" clId="{51BE432B-4882-44AA-B011-DD88D23C88BA}" dt="2026-03-21T17:04:52.925" v="5519" actId="12"/>
          <ac:spMkLst>
            <pc:docMk/>
            <pc:sldMk cId="1618933723" sldId="458"/>
            <ac:spMk id="17" creationId="{49F5AF5E-A6CC-E36F-83FC-63355D1D5C1C}"/>
          </ac:spMkLst>
        </pc:spChg>
      </pc:sldChg>
      <pc:sldChg chg="addSp delSp modSp add mod">
        <pc:chgData name="Rico Halim" userId="e67b7075-521d-4436-9593-c3b020a99b57" providerId="ADAL" clId="{51BE432B-4882-44AA-B011-DD88D23C88BA}" dt="2026-03-21T13:02:23.534" v="5263" actId="1076"/>
        <pc:sldMkLst>
          <pc:docMk/>
          <pc:sldMk cId="4138278641" sldId="459"/>
        </pc:sldMkLst>
        <pc:picChg chg="add mod ord modCrop">
          <ac:chgData name="Rico Halim" userId="e67b7075-521d-4436-9593-c3b020a99b57" providerId="ADAL" clId="{51BE432B-4882-44AA-B011-DD88D23C88BA}" dt="2026-03-21T13:02:23.534" v="5263" actId="1076"/>
          <ac:picMkLst>
            <pc:docMk/>
            <pc:sldMk cId="4138278641" sldId="459"/>
            <ac:picMk id="11" creationId="{489B6372-A411-5618-F503-1E25FB3E2CBA}"/>
          </ac:picMkLst>
        </pc:picChg>
      </pc:sldChg>
      <pc:sldChg chg="delSp modSp add mod ord">
        <pc:chgData name="Rico Halim" userId="e67b7075-521d-4436-9593-c3b020a99b57" providerId="ADAL" clId="{51BE432B-4882-44AA-B011-DD88D23C88BA}" dt="2026-03-21T13:13:44.237" v="5269"/>
        <pc:sldMkLst>
          <pc:docMk/>
          <pc:sldMk cId="2805134774" sldId="460"/>
        </pc:sldMkLst>
        <pc:spChg chg="mod">
          <ac:chgData name="Rico Halim" userId="e67b7075-521d-4436-9593-c3b020a99b57" providerId="ADAL" clId="{51BE432B-4882-44AA-B011-DD88D23C88BA}" dt="2026-03-21T13:13:44.237" v="5269"/>
          <ac:spMkLst>
            <pc:docMk/>
            <pc:sldMk cId="2805134774" sldId="460"/>
            <ac:spMk id="4" creationId="{B2C8A910-1ABC-047F-3D68-92DDE9C3FD5C}"/>
          </ac:spMkLst>
        </pc:spChg>
        <pc:spChg chg="mod">
          <ac:chgData name="Rico Halim" userId="e67b7075-521d-4436-9593-c3b020a99b57" providerId="ADAL" clId="{51BE432B-4882-44AA-B011-DD88D23C88BA}" dt="2026-03-21T13:12:28.015" v="5267"/>
          <ac:spMkLst>
            <pc:docMk/>
            <pc:sldMk cId="2805134774" sldId="460"/>
            <ac:spMk id="8" creationId="{2495E94F-42D3-0DB0-22E7-BADFB7271F14}"/>
          </ac:spMkLst>
        </pc:spChg>
      </pc:sldChg>
      <pc:sldChg chg="modSp add mod">
        <pc:chgData name="Rico Halim" userId="e67b7075-521d-4436-9593-c3b020a99b57" providerId="ADAL" clId="{51BE432B-4882-44AA-B011-DD88D23C88BA}" dt="2026-03-21T13:19:46.076" v="5285" actId="5793"/>
        <pc:sldMkLst>
          <pc:docMk/>
          <pc:sldMk cId="3377723248" sldId="461"/>
        </pc:sldMkLst>
        <pc:spChg chg="mod">
          <ac:chgData name="Rico Halim" userId="e67b7075-521d-4436-9593-c3b020a99b57" providerId="ADAL" clId="{51BE432B-4882-44AA-B011-DD88D23C88BA}" dt="2026-03-21T13:19:46.076" v="5285" actId="5793"/>
          <ac:spMkLst>
            <pc:docMk/>
            <pc:sldMk cId="3377723248" sldId="461"/>
            <ac:spMk id="4" creationId="{A3966CCF-0F21-4E00-3116-063D6311CDC5}"/>
          </ac:spMkLst>
        </pc:spChg>
        <pc:spChg chg="mod">
          <ac:chgData name="Rico Halim" userId="e67b7075-521d-4436-9593-c3b020a99b57" providerId="ADAL" clId="{51BE432B-4882-44AA-B011-DD88D23C88BA}" dt="2026-03-21T13:16:44.432" v="5271"/>
          <ac:spMkLst>
            <pc:docMk/>
            <pc:sldMk cId="3377723248" sldId="461"/>
            <ac:spMk id="8" creationId="{58C7D767-6CF4-A5C0-436B-ADE7D2A8FCC1}"/>
          </ac:spMkLst>
        </pc:spChg>
      </pc:sldChg>
      <pc:sldChg chg="addSp delSp modSp add mod">
        <pc:chgData name="Rico Halim" userId="e67b7075-521d-4436-9593-c3b020a99b57" providerId="ADAL" clId="{51BE432B-4882-44AA-B011-DD88D23C88BA}" dt="2026-03-21T13:21:45.168" v="5297" actId="1076"/>
        <pc:sldMkLst>
          <pc:docMk/>
          <pc:sldMk cId="2297092230" sldId="462"/>
        </pc:sldMkLst>
        <pc:picChg chg="add mod ord modCrop">
          <ac:chgData name="Rico Halim" userId="e67b7075-521d-4436-9593-c3b020a99b57" providerId="ADAL" clId="{51BE432B-4882-44AA-B011-DD88D23C88BA}" dt="2026-03-21T13:21:45.168" v="5297" actId="1076"/>
          <ac:picMkLst>
            <pc:docMk/>
            <pc:sldMk cId="2297092230" sldId="462"/>
            <ac:picMk id="3" creationId="{41F4BCB3-02F2-A4AB-9A9D-A49773E39B8C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1T13:25:36.755" v="5303" actId="20577"/>
        <pc:sldMkLst>
          <pc:docMk/>
          <pc:sldMk cId="2090200518" sldId="463"/>
        </pc:sldMkLst>
        <pc:spChg chg="add mod">
          <ac:chgData name="Rico Halim" userId="e67b7075-521d-4436-9593-c3b020a99b57" providerId="ADAL" clId="{51BE432B-4882-44AA-B011-DD88D23C88BA}" dt="2026-03-21T13:25:36.755" v="5303" actId="20577"/>
          <ac:spMkLst>
            <pc:docMk/>
            <pc:sldMk cId="2090200518" sldId="463"/>
            <ac:spMk id="4" creationId="{A46614BD-52F2-4C67-E264-A75284CAD19D}"/>
          </ac:spMkLst>
        </pc:spChg>
        <pc:spChg chg="mod">
          <ac:chgData name="Rico Halim" userId="e67b7075-521d-4436-9593-c3b020a99b57" providerId="ADAL" clId="{51BE432B-4882-44AA-B011-DD88D23C88BA}" dt="2026-03-21T13:25:22.912" v="5299"/>
          <ac:spMkLst>
            <pc:docMk/>
            <pc:sldMk cId="2090200518" sldId="463"/>
            <ac:spMk id="8" creationId="{A5AA8880-B890-C80F-38D6-40F34AABD2EF}"/>
          </ac:spMkLst>
        </pc:spChg>
      </pc:sldChg>
      <pc:sldChg chg="addSp delSp modSp add mod">
        <pc:chgData name="Rico Halim" userId="e67b7075-521d-4436-9593-c3b020a99b57" providerId="ADAL" clId="{51BE432B-4882-44AA-B011-DD88D23C88BA}" dt="2026-03-21T13:30:58.889" v="5314" actId="1076"/>
        <pc:sldMkLst>
          <pc:docMk/>
          <pc:sldMk cId="3815856329" sldId="464"/>
        </pc:sldMkLst>
        <pc:picChg chg="add mod ord modCrop">
          <ac:chgData name="Rico Halim" userId="e67b7075-521d-4436-9593-c3b020a99b57" providerId="ADAL" clId="{51BE432B-4882-44AA-B011-DD88D23C88BA}" dt="2026-03-21T13:30:58.889" v="5314" actId="1076"/>
          <ac:picMkLst>
            <pc:docMk/>
            <pc:sldMk cId="3815856329" sldId="464"/>
            <ac:picMk id="3" creationId="{742D3EC8-A0BF-C796-F7C1-CE02278F8710}"/>
          </ac:picMkLst>
        </pc:picChg>
      </pc:sldChg>
      <pc:sldChg chg="modSp add">
        <pc:chgData name="Rico Halim" userId="e67b7075-521d-4436-9593-c3b020a99b57" providerId="ADAL" clId="{51BE432B-4882-44AA-B011-DD88D23C88BA}" dt="2026-03-21T13:31:55.791" v="5318"/>
        <pc:sldMkLst>
          <pc:docMk/>
          <pc:sldMk cId="341657871" sldId="465"/>
        </pc:sldMkLst>
        <pc:spChg chg="mod">
          <ac:chgData name="Rico Halim" userId="e67b7075-521d-4436-9593-c3b020a99b57" providerId="ADAL" clId="{51BE432B-4882-44AA-B011-DD88D23C88BA}" dt="2026-03-21T13:31:55.791" v="5318"/>
          <ac:spMkLst>
            <pc:docMk/>
            <pc:sldMk cId="341657871" sldId="465"/>
            <ac:spMk id="4" creationId="{6023475F-7C59-D9AF-41D9-65A7897E1B9D}"/>
          </ac:spMkLst>
        </pc:spChg>
        <pc:spChg chg="mod">
          <ac:chgData name="Rico Halim" userId="e67b7075-521d-4436-9593-c3b020a99b57" providerId="ADAL" clId="{51BE432B-4882-44AA-B011-DD88D23C88BA}" dt="2026-03-21T13:31:37.449" v="5316"/>
          <ac:spMkLst>
            <pc:docMk/>
            <pc:sldMk cId="341657871" sldId="465"/>
            <ac:spMk id="8" creationId="{CC3BB999-2EF9-DAF0-EF90-68F457B5326F}"/>
          </ac:spMkLst>
        </pc:spChg>
      </pc:sldChg>
      <pc:sldChg chg="addSp delSp modSp add mod replId">
        <pc:chgData name="Rico Halim" userId="e67b7075-521d-4436-9593-c3b020a99b57" providerId="ADAL" clId="{51BE432B-4882-44AA-B011-DD88D23C88BA}" dt="2026-03-21T13:32:48.485" v="5328" actId="1076"/>
        <pc:sldMkLst>
          <pc:docMk/>
          <pc:sldMk cId="2420396979" sldId="466"/>
        </pc:sldMkLst>
        <pc:spChg chg="mod">
          <ac:chgData name="Rico Halim" userId="e67b7075-521d-4436-9593-c3b020a99b57" providerId="ADAL" clId="{51BE432B-4882-44AA-B011-DD88D23C88BA}" dt="2026-03-21T13:31:40.479" v="5317"/>
          <ac:spMkLst>
            <pc:docMk/>
            <pc:sldMk cId="2420396979" sldId="466"/>
            <ac:spMk id="8" creationId="{F849DAAA-A6AA-53AA-099C-A72830163DF7}"/>
          </ac:spMkLst>
        </pc:spChg>
        <pc:picChg chg="add mod ord modCrop">
          <ac:chgData name="Rico Halim" userId="e67b7075-521d-4436-9593-c3b020a99b57" providerId="ADAL" clId="{51BE432B-4882-44AA-B011-DD88D23C88BA}" dt="2026-03-21T13:32:48.485" v="5328" actId="1076"/>
          <ac:picMkLst>
            <pc:docMk/>
            <pc:sldMk cId="2420396979" sldId="466"/>
            <ac:picMk id="7" creationId="{B028D4D2-7FC5-2291-01F7-7DD61B798030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1T15:26:05.254" v="5347"/>
        <pc:sldMkLst>
          <pc:docMk/>
          <pc:sldMk cId="3172798143" sldId="467"/>
        </pc:sldMkLst>
        <pc:spChg chg="add mod">
          <ac:chgData name="Rico Halim" userId="e67b7075-521d-4436-9593-c3b020a99b57" providerId="ADAL" clId="{51BE432B-4882-44AA-B011-DD88D23C88BA}" dt="2026-03-21T15:26:05.254" v="5347"/>
          <ac:spMkLst>
            <pc:docMk/>
            <pc:sldMk cId="3172798143" sldId="467"/>
            <ac:spMk id="3" creationId="{B913FA43-A99D-FD95-0E8E-438C4256AA02}"/>
          </ac:spMkLst>
        </pc:spChg>
        <pc:spChg chg="mod">
          <ac:chgData name="Rico Halim" userId="e67b7075-521d-4436-9593-c3b020a99b57" providerId="ADAL" clId="{51BE432B-4882-44AA-B011-DD88D23C88BA}" dt="2026-03-21T15:12:24.150" v="5331"/>
          <ac:spMkLst>
            <pc:docMk/>
            <pc:sldMk cId="3172798143" sldId="467"/>
            <ac:spMk id="6" creationId="{3854D8EA-C79B-CC75-729A-1285880AA875}"/>
          </ac:spMkLst>
        </pc:spChg>
        <pc:spChg chg="mod">
          <ac:chgData name="Rico Halim" userId="e67b7075-521d-4436-9593-c3b020a99b57" providerId="ADAL" clId="{51BE432B-4882-44AA-B011-DD88D23C88BA}" dt="2026-03-21T15:12:31.242" v="5333"/>
          <ac:spMkLst>
            <pc:docMk/>
            <pc:sldMk cId="3172798143" sldId="467"/>
            <ac:spMk id="8" creationId="{C357E04C-FB61-B9D6-4015-E53425ADE000}"/>
          </ac:spMkLst>
        </pc:spChg>
      </pc:sldChg>
      <pc:sldChg chg="modSp add mod">
        <pc:chgData name="Rico Halim" userId="e67b7075-521d-4436-9593-c3b020a99b57" providerId="ADAL" clId="{51BE432B-4882-44AA-B011-DD88D23C88BA}" dt="2026-03-21T15:29:11.845" v="5351" actId="27636"/>
        <pc:sldMkLst>
          <pc:docMk/>
          <pc:sldMk cId="4130495108" sldId="468"/>
        </pc:sldMkLst>
        <pc:spChg chg="mod">
          <ac:chgData name="Rico Halim" userId="e67b7075-521d-4436-9593-c3b020a99b57" providerId="ADAL" clId="{51BE432B-4882-44AA-B011-DD88D23C88BA}" dt="2026-03-21T15:29:11.845" v="5351" actId="27636"/>
          <ac:spMkLst>
            <pc:docMk/>
            <pc:sldMk cId="4130495108" sldId="468"/>
            <ac:spMk id="3" creationId="{EC12BFD7-B3F7-69D8-961C-E1AE3DA11F4E}"/>
          </ac:spMkLst>
        </pc:spChg>
        <pc:spChg chg="mod">
          <ac:chgData name="Rico Halim" userId="e67b7075-521d-4436-9593-c3b020a99b57" providerId="ADAL" clId="{51BE432B-4882-44AA-B011-DD88D23C88BA}" dt="2026-03-21T15:29:03.158" v="5349"/>
          <ac:spMkLst>
            <pc:docMk/>
            <pc:sldMk cId="4130495108" sldId="468"/>
            <ac:spMk id="8" creationId="{8ACC8951-93A9-F229-D747-D49528A7CB2B}"/>
          </ac:spMkLst>
        </pc:spChg>
      </pc:sldChg>
      <pc:sldChg chg="addSp delSp modSp add mod">
        <pc:chgData name="Rico Halim" userId="e67b7075-521d-4436-9593-c3b020a99b57" providerId="ADAL" clId="{51BE432B-4882-44AA-B011-DD88D23C88BA}" dt="2026-03-21T15:48:58.196" v="5369" actId="1076"/>
        <pc:sldMkLst>
          <pc:docMk/>
          <pc:sldMk cId="3681176478" sldId="469"/>
        </pc:sldMkLst>
        <pc:picChg chg="add mod ord modCrop">
          <ac:chgData name="Rico Halim" userId="e67b7075-521d-4436-9593-c3b020a99b57" providerId="ADAL" clId="{51BE432B-4882-44AA-B011-DD88D23C88BA}" dt="2026-03-21T15:48:58.196" v="5369" actId="1076"/>
          <ac:picMkLst>
            <pc:docMk/>
            <pc:sldMk cId="3681176478" sldId="469"/>
            <ac:picMk id="10" creationId="{E934E44B-C30F-E6D9-8596-BAE4093F123E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1T15:58:47.338" v="5376" actId="20577"/>
        <pc:sldMkLst>
          <pc:docMk/>
          <pc:sldMk cId="282172941" sldId="470"/>
        </pc:sldMkLst>
        <pc:spChg chg="add mod">
          <ac:chgData name="Rico Halim" userId="e67b7075-521d-4436-9593-c3b020a99b57" providerId="ADAL" clId="{51BE432B-4882-44AA-B011-DD88D23C88BA}" dt="2026-03-21T15:58:47.338" v="5376" actId="20577"/>
          <ac:spMkLst>
            <pc:docMk/>
            <pc:sldMk cId="282172941" sldId="470"/>
            <ac:spMk id="3" creationId="{02C56C67-E00B-FC42-8A41-B51EC05E1D87}"/>
          </ac:spMkLst>
        </pc:spChg>
        <pc:spChg chg="mod">
          <ac:chgData name="Rico Halim" userId="e67b7075-521d-4436-9593-c3b020a99b57" providerId="ADAL" clId="{51BE432B-4882-44AA-B011-DD88D23C88BA}" dt="2026-03-21T15:56:38.436" v="5371"/>
          <ac:spMkLst>
            <pc:docMk/>
            <pc:sldMk cId="282172941" sldId="470"/>
            <ac:spMk id="6" creationId="{D85EE503-E91B-1882-CF99-34C7F7A268EF}"/>
          </ac:spMkLst>
        </pc:spChg>
        <pc:spChg chg="mod">
          <ac:chgData name="Rico Halim" userId="e67b7075-521d-4436-9593-c3b020a99b57" providerId="ADAL" clId="{51BE432B-4882-44AA-B011-DD88D23C88BA}" dt="2026-03-21T15:56:44.745" v="5372"/>
          <ac:spMkLst>
            <pc:docMk/>
            <pc:sldMk cId="282172941" sldId="470"/>
            <ac:spMk id="8" creationId="{424EDEC2-4FEE-57C8-0E92-DC5F7303935C}"/>
          </ac:spMkLst>
        </pc:spChg>
      </pc:sldChg>
      <pc:sldChg chg="addSp delSp modSp add mod">
        <pc:chgData name="Rico Halim" userId="e67b7075-521d-4436-9593-c3b020a99b57" providerId="ADAL" clId="{51BE432B-4882-44AA-B011-DD88D23C88BA}" dt="2026-03-21T16:12:42.516" v="5387" actId="1076"/>
        <pc:sldMkLst>
          <pc:docMk/>
          <pc:sldMk cId="2141685474" sldId="471"/>
        </pc:sldMkLst>
        <pc:picChg chg="add mod ord modCrop">
          <ac:chgData name="Rico Halim" userId="e67b7075-521d-4436-9593-c3b020a99b57" providerId="ADAL" clId="{51BE432B-4882-44AA-B011-DD88D23C88BA}" dt="2026-03-21T16:12:42.516" v="5387" actId="1076"/>
          <ac:picMkLst>
            <pc:docMk/>
            <pc:sldMk cId="2141685474" sldId="471"/>
            <ac:picMk id="4" creationId="{517FF978-0B26-0396-52B3-663D3D35F84A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1T16:18:37.046" v="5395" actId="21"/>
        <pc:sldMkLst>
          <pc:docMk/>
          <pc:sldMk cId="2237656801" sldId="472"/>
        </pc:sldMkLst>
        <pc:spChg chg="add mod">
          <ac:chgData name="Rico Halim" userId="e67b7075-521d-4436-9593-c3b020a99b57" providerId="ADAL" clId="{51BE432B-4882-44AA-B011-DD88D23C88BA}" dt="2026-03-21T16:18:37.046" v="5395" actId="21"/>
          <ac:spMkLst>
            <pc:docMk/>
            <pc:sldMk cId="2237656801" sldId="472"/>
            <ac:spMk id="3" creationId="{8263A1A0-3B5E-9C4A-556C-B61CA8963918}"/>
          </ac:spMkLst>
        </pc:spChg>
        <pc:spChg chg="mod">
          <ac:chgData name="Rico Halim" userId="e67b7075-521d-4436-9593-c3b020a99b57" providerId="ADAL" clId="{51BE432B-4882-44AA-B011-DD88D23C88BA}" dt="2026-03-21T16:18:26.142" v="5392" actId="27636"/>
          <ac:spMkLst>
            <pc:docMk/>
            <pc:sldMk cId="2237656801" sldId="472"/>
            <ac:spMk id="8" creationId="{0438138E-9E32-2A01-7917-4BBC8DA2B471}"/>
          </ac:spMkLst>
        </pc:spChg>
      </pc:sldChg>
      <pc:sldChg chg="addSp modSp add mod">
        <pc:chgData name="Rico Halim" userId="e67b7075-521d-4436-9593-c3b020a99b57" providerId="ADAL" clId="{51BE432B-4882-44AA-B011-DD88D23C88BA}" dt="2026-03-21T16:25:00.233" v="5414" actId="1076"/>
        <pc:sldMkLst>
          <pc:docMk/>
          <pc:sldMk cId="1125106333" sldId="473"/>
        </pc:sldMkLst>
        <pc:spChg chg="mod">
          <ac:chgData name="Rico Halim" userId="e67b7075-521d-4436-9593-c3b020a99b57" providerId="ADAL" clId="{51BE432B-4882-44AA-B011-DD88D23C88BA}" dt="2026-03-21T16:24:57.978" v="5413" actId="27636"/>
          <ac:spMkLst>
            <pc:docMk/>
            <pc:sldMk cId="1125106333" sldId="473"/>
            <ac:spMk id="3" creationId="{1332D2B1-47D2-D5A0-9747-D89EF255574F}"/>
          </ac:spMkLst>
        </pc:spChg>
        <pc:picChg chg="add mod modCrop">
          <ac:chgData name="Rico Halim" userId="e67b7075-521d-4436-9593-c3b020a99b57" providerId="ADAL" clId="{51BE432B-4882-44AA-B011-DD88D23C88BA}" dt="2026-03-21T16:25:00.233" v="5414" actId="1076"/>
          <ac:picMkLst>
            <pc:docMk/>
            <pc:sldMk cId="1125106333" sldId="473"/>
            <ac:picMk id="4" creationId="{05CD1861-A3A1-D0C9-5EBF-F0CD62BD3919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1T16:35:48.575" v="5450" actId="14100"/>
        <pc:sldMkLst>
          <pc:docMk/>
          <pc:sldMk cId="2981116865" sldId="475"/>
        </pc:sldMkLst>
        <pc:spChg chg="add mod">
          <ac:chgData name="Rico Halim" userId="e67b7075-521d-4436-9593-c3b020a99b57" providerId="ADAL" clId="{51BE432B-4882-44AA-B011-DD88D23C88BA}" dt="2026-03-21T16:35:21.372" v="5443" actId="27636"/>
          <ac:spMkLst>
            <pc:docMk/>
            <pc:sldMk cId="2981116865" sldId="475"/>
            <ac:spMk id="3" creationId="{ADA3ECBC-9CD6-200E-8962-F5CB0261D2EF}"/>
          </ac:spMkLst>
        </pc:spChg>
        <pc:picChg chg="add mod">
          <ac:chgData name="Rico Halim" userId="e67b7075-521d-4436-9593-c3b020a99b57" providerId="ADAL" clId="{51BE432B-4882-44AA-B011-DD88D23C88BA}" dt="2026-03-21T16:35:48.575" v="5450" actId="14100"/>
          <ac:picMkLst>
            <pc:docMk/>
            <pc:sldMk cId="2981116865" sldId="475"/>
            <ac:picMk id="9" creationId="{BC54B0CE-8891-B94B-AF8D-03F579954E73}"/>
          </ac:picMkLst>
        </pc:picChg>
      </pc:sldChg>
      <pc:sldChg chg="delSp modSp add mod">
        <pc:chgData name="Rico Halim" userId="e67b7075-521d-4436-9593-c3b020a99b57" providerId="ADAL" clId="{51BE432B-4882-44AA-B011-DD88D23C88BA}" dt="2026-03-21T16:38:17.535" v="5457" actId="27636"/>
        <pc:sldMkLst>
          <pc:docMk/>
          <pc:sldMk cId="518661078" sldId="476"/>
        </pc:sldMkLst>
        <pc:spChg chg="mod">
          <ac:chgData name="Rico Halim" userId="e67b7075-521d-4436-9593-c3b020a99b57" providerId="ADAL" clId="{51BE432B-4882-44AA-B011-DD88D23C88BA}" dt="2026-03-21T16:38:17.535" v="5457" actId="27636"/>
          <ac:spMkLst>
            <pc:docMk/>
            <pc:sldMk cId="518661078" sldId="476"/>
            <ac:spMk id="3" creationId="{1FA5843D-3DB3-A70E-88C0-3F2F7D362B11}"/>
          </ac:spMkLst>
        </pc:spChg>
        <pc:spChg chg="mod">
          <ac:chgData name="Rico Halim" userId="e67b7075-521d-4436-9593-c3b020a99b57" providerId="ADAL" clId="{51BE432B-4882-44AA-B011-DD88D23C88BA}" dt="2026-03-21T16:37:50.057" v="5453"/>
          <ac:spMkLst>
            <pc:docMk/>
            <pc:sldMk cId="518661078" sldId="476"/>
            <ac:spMk id="6" creationId="{2A367806-3C05-715C-FF10-16E83F58B11F}"/>
          </ac:spMkLst>
        </pc:spChg>
        <pc:spChg chg="mod">
          <ac:chgData name="Rico Halim" userId="e67b7075-521d-4436-9593-c3b020a99b57" providerId="ADAL" clId="{51BE432B-4882-44AA-B011-DD88D23C88BA}" dt="2026-03-21T16:38:01.923" v="5455"/>
          <ac:spMkLst>
            <pc:docMk/>
            <pc:sldMk cId="518661078" sldId="476"/>
            <ac:spMk id="8" creationId="{F368F6FA-3B6D-BF39-F080-EDAE33DC714A}"/>
          </ac:spMkLst>
        </pc:spChg>
      </pc:sldChg>
      <pc:sldChg chg="modSp add">
        <pc:chgData name="Rico Halim" userId="e67b7075-521d-4436-9593-c3b020a99b57" providerId="ADAL" clId="{51BE432B-4882-44AA-B011-DD88D23C88BA}" dt="2026-03-21T16:38:50.596" v="5461"/>
        <pc:sldMkLst>
          <pc:docMk/>
          <pc:sldMk cId="1169913032" sldId="477"/>
        </pc:sldMkLst>
        <pc:spChg chg="mod">
          <ac:chgData name="Rico Halim" userId="e67b7075-521d-4436-9593-c3b020a99b57" providerId="ADAL" clId="{51BE432B-4882-44AA-B011-DD88D23C88BA}" dt="2026-03-21T16:38:50.596" v="5461"/>
          <ac:spMkLst>
            <pc:docMk/>
            <pc:sldMk cId="1169913032" sldId="477"/>
            <ac:spMk id="3" creationId="{D1680227-E861-D47F-C482-FC3D63D9AEC8}"/>
          </ac:spMkLst>
        </pc:spChg>
        <pc:spChg chg="mod">
          <ac:chgData name="Rico Halim" userId="e67b7075-521d-4436-9593-c3b020a99b57" providerId="ADAL" clId="{51BE432B-4882-44AA-B011-DD88D23C88BA}" dt="2026-03-21T16:38:39.413" v="5460"/>
          <ac:spMkLst>
            <pc:docMk/>
            <pc:sldMk cId="1169913032" sldId="477"/>
            <ac:spMk id="8" creationId="{6DC5245F-0119-1146-58FC-9E988F9CDA67}"/>
          </ac:spMkLst>
        </pc:spChg>
      </pc:sldChg>
      <pc:sldChg chg="modSp add">
        <pc:chgData name="Rico Halim" userId="e67b7075-521d-4436-9593-c3b020a99b57" providerId="ADAL" clId="{51BE432B-4882-44AA-B011-DD88D23C88BA}" dt="2026-03-21T16:39:07.910" v="5464"/>
        <pc:sldMkLst>
          <pc:docMk/>
          <pc:sldMk cId="816469097" sldId="478"/>
        </pc:sldMkLst>
        <pc:spChg chg="mod">
          <ac:chgData name="Rico Halim" userId="e67b7075-521d-4436-9593-c3b020a99b57" providerId="ADAL" clId="{51BE432B-4882-44AA-B011-DD88D23C88BA}" dt="2026-03-21T16:39:07.910" v="5464"/>
          <ac:spMkLst>
            <pc:docMk/>
            <pc:sldMk cId="816469097" sldId="478"/>
            <ac:spMk id="3" creationId="{5EE9C3EA-A97D-5BB4-1FDF-B78F3144A68A}"/>
          </ac:spMkLst>
        </pc:spChg>
        <pc:spChg chg="mod">
          <ac:chgData name="Rico Halim" userId="e67b7075-521d-4436-9593-c3b020a99b57" providerId="ADAL" clId="{51BE432B-4882-44AA-B011-DD88D23C88BA}" dt="2026-03-21T16:38:59.502" v="5463"/>
          <ac:spMkLst>
            <pc:docMk/>
            <pc:sldMk cId="816469097" sldId="478"/>
            <ac:spMk id="8" creationId="{7AF6EC20-4FCA-7A8B-0E56-D6F761ABD798}"/>
          </ac:spMkLst>
        </pc:spChg>
      </pc:sldChg>
      <pc:sldChg chg="addSp delSp modSp add mod">
        <pc:chgData name="Rico Halim" userId="e67b7075-521d-4436-9593-c3b020a99b57" providerId="ADAL" clId="{51BE432B-4882-44AA-B011-DD88D23C88BA}" dt="2026-03-21T16:53:34.886" v="5475" actId="1076"/>
        <pc:sldMkLst>
          <pc:docMk/>
          <pc:sldMk cId="682288043" sldId="479"/>
        </pc:sldMkLst>
        <pc:picChg chg="add mod ord modCrop">
          <ac:chgData name="Rico Halim" userId="e67b7075-521d-4436-9593-c3b020a99b57" providerId="ADAL" clId="{51BE432B-4882-44AA-B011-DD88D23C88BA}" dt="2026-03-21T16:53:34.886" v="5475" actId="1076"/>
          <ac:picMkLst>
            <pc:docMk/>
            <pc:sldMk cId="682288043" sldId="479"/>
            <ac:picMk id="10" creationId="{C87AB0B8-3D91-51C5-78BD-714CEBFA3BAD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1T16:54:17.144" v="5482" actId="1076"/>
        <pc:sldMkLst>
          <pc:docMk/>
          <pc:sldMk cId="1456191843" sldId="480"/>
        </pc:sldMkLst>
        <pc:picChg chg="add mod ord modCrop">
          <ac:chgData name="Rico Halim" userId="e67b7075-521d-4436-9593-c3b020a99b57" providerId="ADAL" clId="{51BE432B-4882-44AA-B011-DD88D23C88BA}" dt="2026-03-21T16:54:17.144" v="5482" actId="1076"/>
          <ac:picMkLst>
            <pc:docMk/>
            <pc:sldMk cId="1456191843" sldId="480"/>
            <ac:picMk id="4" creationId="{7CF76A53-AC52-0F66-92E7-05FDC50DC725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1T16:55:11.214" v="5490" actId="1076"/>
        <pc:sldMkLst>
          <pc:docMk/>
          <pc:sldMk cId="533727214" sldId="481"/>
        </pc:sldMkLst>
        <pc:picChg chg="add mod ord modCrop">
          <ac:chgData name="Rico Halim" userId="e67b7075-521d-4436-9593-c3b020a99b57" providerId="ADAL" clId="{51BE432B-4882-44AA-B011-DD88D23C88BA}" dt="2026-03-21T16:55:11.214" v="5490" actId="1076"/>
          <ac:picMkLst>
            <pc:docMk/>
            <pc:sldMk cId="533727214" sldId="481"/>
            <ac:picMk id="4" creationId="{5F7448F3-02BA-30CF-9218-C8546D8C7AC4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1T16:56:53.848" v="5504" actId="27636"/>
        <pc:sldMkLst>
          <pc:docMk/>
          <pc:sldMk cId="1868752164" sldId="482"/>
        </pc:sldMkLst>
        <pc:spChg chg="mod">
          <ac:chgData name="Rico Halim" userId="e67b7075-521d-4436-9593-c3b020a99b57" providerId="ADAL" clId="{51BE432B-4882-44AA-B011-DD88D23C88BA}" dt="2026-03-21T16:56:16.471" v="5495"/>
          <ac:spMkLst>
            <pc:docMk/>
            <pc:sldMk cId="1868752164" sldId="482"/>
            <ac:spMk id="6" creationId="{E33A6D1E-D2BE-93B5-5F87-0FA080F11285}"/>
          </ac:spMkLst>
        </pc:spChg>
        <pc:spChg chg="add mod">
          <ac:chgData name="Rico Halim" userId="e67b7075-521d-4436-9593-c3b020a99b57" providerId="ADAL" clId="{51BE432B-4882-44AA-B011-DD88D23C88BA}" dt="2026-03-21T16:56:53.848" v="5504" actId="27636"/>
          <ac:spMkLst>
            <pc:docMk/>
            <pc:sldMk cId="1868752164" sldId="482"/>
            <ac:spMk id="7" creationId="{CCA8D2F6-9A20-FFF1-FA43-25EDC7BEA7A1}"/>
          </ac:spMkLst>
        </pc:spChg>
        <pc:spChg chg="mod">
          <ac:chgData name="Rico Halim" userId="e67b7075-521d-4436-9593-c3b020a99b57" providerId="ADAL" clId="{51BE432B-4882-44AA-B011-DD88D23C88BA}" dt="2026-03-21T16:56:31.699" v="5497" actId="20577"/>
          <ac:spMkLst>
            <pc:docMk/>
            <pc:sldMk cId="1868752164" sldId="482"/>
            <ac:spMk id="8" creationId="{6ACC56C3-D5B1-3114-4639-879EC89A5AA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34222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45903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12590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28D2F-AF4D-43F0-EF78-FFA98395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2A767-4242-92C4-08D9-16909F140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3DD89-7ECC-5C99-F204-C4B9EA1AA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7447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9EE12-455C-C092-CB43-3F71CD919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0CB473-5E98-6FB8-56E5-D7312EC03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8E4C0-B105-C136-8863-3D69E239B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56779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5C657-39B3-56E1-D21C-3BA2AB523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2E161-4287-B02A-F7AB-97CCFD30A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417C60-444E-E195-F0B2-01C16D8B6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03791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14C2F-150C-DFC4-159B-D6674534A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062F7-F301-65B8-EB6D-831DCDBC2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54147-8145-7546-8F30-F34E9814F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63307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A6234-EA3A-9F01-471E-91C2C519F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B63FE-1673-4BEE-4ED6-23E96525C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72C2A-0D4F-42E3-B3BC-B1C6978D6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0283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FD29C-9279-D596-70AA-7D7891815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247CD-8D55-1967-A4C3-8CDA7C133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7AB88-DE23-9C86-F7DF-98D92604A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35843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4A526-0D32-2F4E-542B-5BBC8B8AE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BD9B37-2F15-AAC3-AA43-BCF708826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119971-A32C-4D6B-6ED1-F1E0825AA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974540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452CC-D270-56D7-291A-DD7A2333D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DF307-618E-A477-7F0E-E972DEB88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0E4BC-9FF6-821B-8AA7-7C87832E2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56322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F2652-9330-8C8C-0FF8-C6269881F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A23E32-176C-F35C-5631-2987C6FED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ABBF5-03A3-BBBA-0ADE-6D8D75E47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52691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B9B49-AFAC-F029-3B32-30100E23E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16C08C-D992-4429-3292-E284CA1A5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6842D4-6E12-1DE1-3CF8-DA51EA272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90116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9D01D-4C7F-18D2-78AB-828169954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33642-29D5-C76F-0FF0-7F7D1D0910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96F6C-30CC-7644-77D4-B329CFC9E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115902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63D32-7F06-F7FA-5F02-BFA0BBBD5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D28E4-F180-042E-5934-9178604F6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5C2C13-EEF8-1D34-D82E-083F1C3B8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85652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7AB00-9ECB-89E9-771C-A5248646F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394F4-B58F-FCAE-268F-8768454B0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2EC5BE-85FB-70D2-A2F7-FFF81B448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268470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7CBCB-022C-0C88-DBCD-712A17946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0B5D0-3BEE-A64D-7C78-DADD224B8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7A1DF-34AF-886D-2881-0329D7F0B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366515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F5C14-2E50-EB37-F3ED-402D08C14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4FA6F-1CB0-82D1-B377-40A71D622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37F50-1E8F-A02D-B109-C8FC8E5D3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575198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FF712-874A-06A0-B8A2-26579F39A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642AB8-427C-1452-B7BD-1BEE0FDBA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A2A50-12D7-3EB6-2F3B-C5CC538DA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568470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295B0-F9DE-D5EF-2834-BA1BA93C3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AA9C1-FDD9-8D70-AC1E-CBFE221A1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55C27-1BC7-265A-6822-8918BF8EA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444023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3E23D-D68F-357E-FD54-E61BA39B4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B19A3-E56A-B884-5F89-EE68D8DF0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032AF-9703-D149-9DE7-A1EE47BE2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843541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761F1-803C-D216-CE93-37D02FF3C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7BC6A-22FA-E83A-AE1A-BAF1C0716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2D14E-89AB-58AF-86C5-BDD5EA752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54163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9EF50-83A2-A933-413F-C909556E8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2198F8-3D50-9237-8136-8A1D24B64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24FF24-11CF-5ED4-76C3-952594C93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473870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86F69-8AEF-4142-23D8-481A8DDC2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CC499-7550-D7D3-B009-6525D1FD07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0986AF-5C94-28D8-687A-DC1C12E50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695759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DA92E-1F9F-0788-9855-B0C8F0EF2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2DF04-E36D-7C39-4C87-E259361A4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25E4B-EC66-F9F9-07B6-3AEE11274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479367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50357-F2C4-8CD4-647D-F6F986391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ADF7EE-6CDB-007E-F36C-589E34C44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354BAE-412D-0A0D-C8AB-C5E6DA645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759976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F8DD8-54D9-7EC2-BA27-AE79089B1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FDBD7-823B-EAE7-C2FE-5986E034B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C68D5-B2B9-CEC9-8069-AD3AD29D4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562234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D18D5-6733-E3F6-BFF3-DFFA89F37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E3D5C-3EEF-D542-4446-4664259C3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E893C-4838-820B-B6D6-E0296617F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b="0" dirty="0"/>
          </a:p>
        </p:txBody>
      </p:sp>
    </p:spTree>
    <p:extLst>
      <p:ext uri="{BB962C8B-B14F-4D97-AF65-F5344CB8AC3E}">
        <p14:creationId xmlns:p14="http://schemas.microsoft.com/office/powerpoint/2010/main" val="22792851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25C3B-B97C-65E1-E969-E779D3278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B51DE-2950-7AC0-1C59-C0AF0A4AF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A4AA3-4303-5E1B-FA91-CA2D627AD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b="0" dirty="0"/>
          </a:p>
        </p:txBody>
      </p:sp>
    </p:spTree>
    <p:extLst>
      <p:ext uri="{BB962C8B-B14F-4D97-AF65-F5344CB8AC3E}">
        <p14:creationId xmlns:p14="http://schemas.microsoft.com/office/powerpoint/2010/main" val="11651960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D" sz="2200" b="1" i="0" dirty="0">
              <a:effectLst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39430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Schema Refinement &amp; Functional Dependencies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Rico Halim,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US" dirty="0"/>
              <a:t>LO 2</a:t>
            </a:r>
            <a:r>
              <a:rPr lang="en-US" b="1" dirty="0"/>
              <a:t>:</a:t>
            </a:r>
            <a:r>
              <a:rPr lang="en-US" dirty="0"/>
              <a:t> Explain the concepts of relational algebra, data manipulation language, and transaction management on database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5</a:t>
            </a:r>
          </a:p>
          <a:p>
            <a:endParaRPr lang="en-ID" dirty="0"/>
          </a:p>
          <a:p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Problem of Redundancy &amp; Anomalies</a:t>
            </a:r>
          </a:p>
          <a:p>
            <a:r>
              <a:rPr lang="en-ID" dirty="0"/>
              <a:t>NULL Values &amp; Spurious Tuples</a:t>
            </a:r>
          </a:p>
          <a:p>
            <a:r>
              <a:rPr lang="en-ID" dirty="0"/>
              <a:t>Functional Dependencies</a:t>
            </a:r>
          </a:p>
          <a:p>
            <a:r>
              <a:rPr lang="en-ID" dirty="0"/>
              <a:t>Types of Functional Dependencies</a:t>
            </a:r>
          </a:p>
          <a:p>
            <a:r>
              <a:rPr lang="en-US" dirty="0"/>
              <a:t>From Problem to Solution (Bridge to Normalization)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F03C2-AB0D-6794-B60F-46FAB7775C8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r>
              <a:rPr lang="en-US" dirty="0"/>
              <a:t>Redundancy refers to the repetition of the same data across multiple rows in a relation</a:t>
            </a:r>
          </a:p>
          <a:p>
            <a:r>
              <a:rPr lang="en-US" dirty="0"/>
              <a:t>One major goal of schema design: </a:t>
            </a:r>
            <a:r>
              <a:rPr lang="en-US" b="1" dirty="0"/>
              <a:t>minimize storage space</a:t>
            </a:r>
            <a:r>
              <a:rPr lang="en-US" dirty="0"/>
              <a:t> and </a:t>
            </a:r>
            <a:r>
              <a:rPr lang="en-US" b="1" dirty="0"/>
              <a:t>avoid data inconsistency</a:t>
            </a:r>
            <a:endParaRPr lang="en-US" dirty="0"/>
          </a:p>
          <a:p>
            <a:r>
              <a:rPr lang="en-US" dirty="0"/>
              <a:t>Grouping attributes into relation schemas has a significant effect on both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267CAF-4E6D-359B-2142-2B42E0F5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Problem of Redundancy &amp; Anomalies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BB7E9DD-F947-A1FF-98E2-678F0FB36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Redundancy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D23C07DE-4386-328B-BEC0-B9BC28FBB7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AE824C-4F41-E7A8-C567-44243CFE81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6" t="9215" r="7293" b="11203"/>
          <a:stretch>
            <a:fillRect/>
          </a:stretch>
        </p:blipFill>
        <p:spPr>
          <a:xfrm>
            <a:off x="5898292" y="7749207"/>
            <a:ext cx="13451828" cy="541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3393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C3CC1-5AE7-8A89-536F-0653E246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F66F89A-96C1-38E8-9F94-6D856147A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Problem of Redundancy &amp; Anomalies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A1DBC0-C269-8E44-EC29-02BE0B4E22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Redundancy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793DA00A-DABA-9C22-46CB-AC03D1594C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89B6372-A411-5618-F503-1E25FB3E2CBA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" r="3262" b="27761"/>
          <a:stretch>
            <a:fillRect/>
          </a:stretch>
        </p:blipFill>
        <p:spPr>
          <a:xfrm>
            <a:off x="3221129" y="3504623"/>
            <a:ext cx="18246542" cy="7011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413827864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EFACF-1532-B6EC-FFBC-AA4E6E1E3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8A910-1ABC-047F-3D68-92DDE9C3FD5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r>
              <a:rPr lang="en-ID" dirty="0"/>
              <a:t>An additional problem caused by poor schema design</a:t>
            </a:r>
          </a:p>
          <a:p>
            <a:r>
              <a:rPr lang="en-ID" dirty="0"/>
              <a:t>Anomalies = situations where data operations (INSERT, DELETE, UPDATE) cause undesirable results or inconsistencies</a:t>
            </a:r>
          </a:p>
          <a:p>
            <a:r>
              <a:rPr lang="en-ID" dirty="0"/>
              <a:t>Three types: </a:t>
            </a:r>
          </a:p>
          <a:p>
            <a:pPr lvl="1"/>
            <a:r>
              <a:rPr lang="en-ID" b="1" dirty="0"/>
              <a:t>Insertion anomaly</a:t>
            </a:r>
            <a:r>
              <a:rPr lang="en-ID" dirty="0"/>
              <a:t> — cannot add new data without unrelated data</a:t>
            </a:r>
          </a:p>
          <a:p>
            <a:pPr lvl="1"/>
            <a:r>
              <a:rPr lang="en-ID" b="1" dirty="0"/>
              <a:t>Deletion anomaly</a:t>
            </a:r>
            <a:r>
              <a:rPr lang="en-ID" dirty="0"/>
              <a:t> — removing data causes unintended loss of other data</a:t>
            </a:r>
          </a:p>
          <a:p>
            <a:pPr lvl="1"/>
            <a:r>
              <a:rPr lang="en-ID" b="1" dirty="0"/>
              <a:t>Update anomaly</a:t>
            </a:r>
            <a:r>
              <a:rPr lang="en-ID" dirty="0"/>
              <a:t> — changing one fact requires updating many rows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78A210-E133-C42A-05FC-751E3D697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Problem of Redundancy &amp; Anomalies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495E94F-42D3-0DB0-22E7-BADFB7271F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Anomalies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2E58BBB5-755D-BA1B-75BB-93835485FF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513477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F30CE-56AB-B8AB-EC67-1A92CC5A7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966CCF-0F21-4E00-3116-063D6311CD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r>
              <a:rPr lang="en-US" dirty="0"/>
              <a:t>Occurs when we cannot insert new data due to the table structure</a:t>
            </a:r>
          </a:p>
          <a:p>
            <a:r>
              <a:rPr lang="en-US" dirty="0"/>
              <a:t>Example: we want to add a new department "Marketing" that has no employees yet</a:t>
            </a:r>
          </a:p>
          <a:p>
            <a:r>
              <a:rPr lang="en-US" dirty="0"/>
              <a:t>But </a:t>
            </a:r>
            <a:r>
              <a:rPr lang="en-US" dirty="0" err="1"/>
              <a:t>Ssn</a:t>
            </a:r>
            <a:r>
              <a:rPr lang="en-US" dirty="0"/>
              <a:t> is the primary key — it cannot be NULL</a:t>
            </a:r>
          </a:p>
          <a:p>
            <a:r>
              <a:rPr lang="en-US" dirty="0"/>
              <a:t>Result: we cannot store department info without having at least one employee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C37B98E-7EF6-A7E9-64DF-439C4DAFB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Problem of Redundancy &amp; Anomalies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C7D767-6CF4-A5C0-436B-ADE7D2A8FC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Insertion anomaly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5E8D1C3D-AA62-5939-49A3-5E40FFD0C8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772324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36703-4DE3-C3C3-0042-43F832765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1F4BCB3-02F2-A4AB-9A9D-A49773E39B8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4" t="15386" r="19959" b="7167"/>
          <a:stretch>
            <a:fillRect/>
          </a:stretch>
        </p:blipFill>
        <p:spPr>
          <a:xfrm>
            <a:off x="2446637" y="3550233"/>
            <a:ext cx="17867871" cy="8536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2EE7CCB-A8D3-ED7B-F330-9BF3834B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Problem of Redundancy &amp; Anomalies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478EE0-EABE-28BB-E032-E34FDDCA5C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Insertion anomaly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DB34ABE5-CC39-F65A-6EC1-13C6928DD2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709223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AFFC3-EE8A-1177-A361-DC3A891D0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7B8D5B1-BA3E-AB4B-DE0D-0503FF641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Problem of Redundancy &amp; Anomalies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AA8880-B890-C80F-38D6-40F34AABD2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Deletion anomaly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88E2479A-9970-5C62-9C7B-91D8A0A89B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614BD-52F2-4C67-E264-A75284CAD19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Occurs when deleting a row causes unintended loss of other data</a:t>
            </a:r>
          </a:p>
          <a:p>
            <a:r>
              <a:rPr lang="en-US" dirty="0"/>
              <a:t>Example: Zelaya is the last employee in Dept 4 "Admin"</a:t>
            </a:r>
          </a:p>
          <a:p>
            <a:r>
              <a:rPr lang="en-US" dirty="0"/>
              <a:t>If we delete Zelaya, all information about the Admin department is lost</a:t>
            </a:r>
          </a:p>
          <a:p>
            <a:r>
              <a:rPr lang="en-US" dirty="0"/>
              <a:t>The department still exists in real life, but the database has no record of it</a:t>
            </a:r>
          </a:p>
        </p:txBody>
      </p:sp>
    </p:spTree>
    <p:extLst>
      <p:ext uri="{BB962C8B-B14F-4D97-AF65-F5344CB8AC3E}">
        <p14:creationId xmlns:p14="http://schemas.microsoft.com/office/powerpoint/2010/main" val="209020051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70CE8-B555-5EEC-6D8C-36423A196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8C47A16-DF38-9128-9166-C4662F098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Problem of Redundancy &amp; Anomalies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B1E323D-C451-B0A6-BC53-438C3E0AB9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Deletion anomaly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2FA28449-745C-82C3-4DB3-AEA741A549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742D3EC8-A0BF-C796-F7C1-CE02278F871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04" r="19854" b="24453"/>
          <a:stretch>
            <a:fillRect/>
          </a:stretch>
        </p:blipFill>
        <p:spPr>
          <a:xfrm>
            <a:off x="1468571" y="4162388"/>
            <a:ext cx="19155987" cy="6884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381585632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B75EA-984A-F2F5-275B-472154A6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C65418D-F2FC-1427-1CEC-96C04386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Problem of Redundancy &amp; Anomalies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BB999-2EF9-DAF0-EF90-68F457B532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Update anomaly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44A813E1-82D1-8E3A-C06E-85B5458199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3475F-7C59-D9AF-41D9-65A7897E1B9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Occurs when updating a value requires changes in many places</a:t>
            </a:r>
          </a:p>
          <a:p>
            <a:r>
              <a:rPr lang="en-US" dirty="0"/>
              <a:t>Example: Dept 5 renamed from "Research" to "R&amp;D"</a:t>
            </a:r>
          </a:p>
          <a:p>
            <a:r>
              <a:rPr lang="en-US" dirty="0"/>
              <a:t>We must update ALL rows where </a:t>
            </a:r>
            <a:r>
              <a:rPr lang="en-US" dirty="0" err="1"/>
              <a:t>Dnumber</a:t>
            </a:r>
            <a:r>
              <a:rPr lang="en-US" dirty="0"/>
              <a:t> = 5</a:t>
            </a:r>
          </a:p>
          <a:p>
            <a:r>
              <a:rPr lang="en-US" dirty="0"/>
              <a:t>If we miss even one row → database is inconsistent (same dept, two different names)</a:t>
            </a:r>
          </a:p>
        </p:txBody>
      </p:sp>
    </p:spTree>
    <p:extLst>
      <p:ext uri="{BB962C8B-B14F-4D97-AF65-F5344CB8AC3E}">
        <p14:creationId xmlns:p14="http://schemas.microsoft.com/office/powerpoint/2010/main" val="34165787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E7965-D450-E1D2-9C37-E5CF9D36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A48287-E566-2632-831B-7FD5EE5A1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Problem of Redundancy &amp; Anomalies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849DAAA-A6AA-53AA-099C-A72830163D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Update anomaly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FF212EDE-17F0-3624-B422-702FBD9D66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028D4D2-7FC5-2291-01F7-7DD61B79803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98" t="13928" r="10731" b="15656"/>
          <a:stretch>
            <a:fillRect/>
          </a:stretch>
        </p:blipFill>
        <p:spPr>
          <a:xfrm>
            <a:off x="2718487" y="3673610"/>
            <a:ext cx="20095539" cy="8170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242039697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B967C-56DF-EB6B-BA26-527197BB3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54D8EA-C79B-CC75-729A-1285880AA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NULL Values &amp; Spurious Tuples.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357E04C-FB61-B9D6-4015-E53425ADE0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NULL Values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2F36A5B5-276D-BFB8-E597-EE8D3B9AA6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3FA43-A99D-FD95-0E8E-438C4256AA0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When we design a schema poorly (e.g., grouping too many attributes in one table), many attributes will have no meaningful value for certain rows → NULL</a:t>
            </a:r>
          </a:p>
          <a:p>
            <a:r>
              <a:rPr lang="en-US" dirty="0"/>
              <a:t>NULL has three possible interpretations: </a:t>
            </a:r>
          </a:p>
          <a:p>
            <a:pPr lvl="1"/>
            <a:r>
              <a:rPr lang="en-US" b="1" dirty="0"/>
              <a:t>Not applicable</a:t>
            </a:r>
            <a:r>
              <a:rPr lang="en-US" dirty="0"/>
              <a:t> — the attribute does not apply to this tuple (e.g., </a:t>
            </a:r>
            <a:r>
              <a:rPr lang="en-US" dirty="0" err="1"/>
              <a:t>Visa_status</a:t>
            </a:r>
            <a:r>
              <a:rPr lang="en-US" dirty="0"/>
              <a:t> for domestic students)</a:t>
            </a:r>
          </a:p>
          <a:p>
            <a:pPr lvl="1"/>
            <a:r>
              <a:rPr lang="en-US" b="1" dirty="0"/>
              <a:t>Unknown</a:t>
            </a:r>
            <a:r>
              <a:rPr lang="en-US" dirty="0"/>
              <a:t> — the value exists but we don't know it (e.g., </a:t>
            </a:r>
            <a:r>
              <a:rPr lang="en-US" dirty="0" err="1"/>
              <a:t>Date_of_birth</a:t>
            </a:r>
            <a:r>
              <a:rPr lang="en-US" dirty="0"/>
              <a:t> unknown)</a:t>
            </a:r>
          </a:p>
          <a:p>
            <a:pPr lvl="1"/>
            <a:r>
              <a:rPr lang="en-US" b="1" dirty="0"/>
              <a:t>Not yet recorded</a:t>
            </a:r>
            <a:r>
              <a:rPr lang="en-US" dirty="0"/>
              <a:t> — the value is known to exist but hasn't been entered yet (e.g., </a:t>
            </a:r>
            <a:r>
              <a:rPr lang="en-US" dirty="0" err="1"/>
              <a:t>Home_Phone_Number</a:t>
            </a:r>
            <a:r>
              <a:rPr lang="en-US" dirty="0"/>
              <a:t>)</a:t>
            </a:r>
          </a:p>
          <a:p>
            <a:r>
              <a:rPr lang="en-US" dirty="0"/>
              <a:t>NULLs cause problems in SELECT and JOIN because comparisons with NULL return UNKNOWN, not TRUE or FALSE</a:t>
            </a:r>
          </a:p>
        </p:txBody>
      </p:sp>
    </p:spTree>
    <p:extLst>
      <p:ext uri="{BB962C8B-B14F-4D97-AF65-F5344CB8AC3E}">
        <p14:creationId xmlns:p14="http://schemas.microsoft.com/office/powerpoint/2010/main" val="317279814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A11D7-3B7A-0143-6C38-4B170FF7F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7D1A30-95F2-6C44-45DA-3ADB2374A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NULL Values &amp; Spurious Tuples.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CC8951-93A9-F229-D747-D49528A7C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Spurious tuples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95B2081A-7F8E-C485-2E57-00B2D417A6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2BFD7-B3F7-69D8-961C-E1AE3DA11F4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Spurious tuples = invalid/meaningless rows that appear in the result of a JOIN operation</a:t>
            </a:r>
          </a:p>
          <a:p>
            <a:r>
              <a:rPr lang="en-US" dirty="0"/>
              <a:t>This happens when we join two tables on attributes that are NOT a (primary key, foreign key) pair</a:t>
            </a:r>
          </a:p>
          <a:p>
            <a:r>
              <a:rPr lang="en-US" dirty="0"/>
              <a:t>Example: if we decompose EMP_DEPT incorrectly and later join on a non-key attribute like </a:t>
            </a:r>
            <a:r>
              <a:rPr lang="en-US" dirty="0" err="1"/>
              <a:t>Dname</a:t>
            </a:r>
            <a:r>
              <a:rPr lang="en-US" dirty="0"/>
              <a:t> or Address, the result may contain rows that never existed in the original data</a:t>
            </a:r>
          </a:p>
          <a:p>
            <a:r>
              <a:rPr lang="en-US" dirty="0"/>
              <a:t>Guideline: always join on properly related (PK, FK) pairs to guarantee no spurious tuples are generated</a:t>
            </a:r>
          </a:p>
        </p:txBody>
      </p:sp>
    </p:spTree>
    <p:extLst>
      <p:ext uri="{BB962C8B-B14F-4D97-AF65-F5344CB8AC3E}">
        <p14:creationId xmlns:p14="http://schemas.microsoft.com/office/powerpoint/2010/main" val="413049510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6EBB9-1FE0-6673-31EB-72BE7387B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2D951FB-A7EF-062C-E751-E050C8B25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NULL Values &amp; Spurious Tuples.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E37384-F88F-C6C9-F580-E9E83B46A4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Spurious tuples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B819689D-DF20-F896-5D0B-CC623467EE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934E44B-C30F-E6D9-8596-BAE4093F123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6" t="7215" r="13958" b="2667"/>
          <a:stretch>
            <a:fillRect/>
          </a:stretch>
        </p:blipFill>
        <p:spPr>
          <a:xfrm>
            <a:off x="7022071" y="2476012"/>
            <a:ext cx="10339858" cy="964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368117647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0C785-533C-4221-9230-7E7EED092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5EE503-E91B-1882-CF99-34C7F7A26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Functional Dependencies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4EDEC2-4FEE-57C8-0E92-DC5F730393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is a Functional Dependency?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863C8F98-C26D-EA74-A390-3B1D5A4D59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56C67-E00B-FC42-8A41-B51EC05E1D8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A formal tool for analyzing relational schemas — helps us detect and describe problems like redundancy and anomalies</a:t>
            </a:r>
          </a:p>
          <a:p>
            <a:r>
              <a:rPr lang="en-US" dirty="0"/>
              <a:t>A functional dependency is denoted by </a:t>
            </a:r>
            <a:r>
              <a:rPr lang="en-US" b="1" dirty="0"/>
              <a:t>X → Y</a:t>
            </a:r>
            <a:r>
              <a:rPr lang="en-US" dirty="0"/>
              <a:t> (read: "X functionally determines Y")</a:t>
            </a:r>
          </a:p>
          <a:p>
            <a:r>
              <a:rPr lang="en-US" dirty="0"/>
              <a:t>Meaning: if two tuples have the same value of X, they </a:t>
            </a:r>
            <a:r>
              <a:rPr lang="en-US" b="1" dirty="0"/>
              <a:t>must</a:t>
            </a:r>
            <a:r>
              <a:rPr lang="en-US" dirty="0"/>
              <a:t> have the same value of Y</a:t>
            </a:r>
          </a:p>
          <a:p>
            <a:r>
              <a:rPr lang="en-US" dirty="0"/>
              <a:t>Example: </a:t>
            </a:r>
            <a:r>
              <a:rPr lang="en-US" dirty="0" err="1"/>
              <a:t>Ssn</a:t>
            </a:r>
            <a:r>
              <a:rPr lang="en-US" dirty="0"/>
              <a:t> → </a:t>
            </a:r>
            <a:r>
              <a:rPr lang="en-US" dirty="0" err="1"/>
              <a:t>Ename</a:t>
            </a:r>
            <a:r>
              <a:rPr lang="en-US" dirty="0"/>
              <a:t> — if two rows have the same </a:t>
            </a:r>
            <a:r>
              <a:rPr lang="en-US" dirty="0" err="1"/>
              <a:t>Ssn</a:t>
            </a:r>
            <a:r>
              <a:rPr lang="en-US" dirty="0"/>
              <a:t>, they must have the same </a:t>
            </a:r>
            <a:r>
              <a:rPr lang="en-US" dirty="0" err="1"/>
              <a:t>Ename</a:t>
            </a:r>
            <a:endParaRPr lang="en-US" dirty="0"/>
          </a:p>
          <a:p>
            <a:r>
              <a:rPr lang="en-US" dirty="0"/>
              <a:t>X = left-hand side (determinant), Y = right-hand side (dependent)</a:t>
            </a:r>
          </a:p>
        </p:txBody>
      </p:sp>
    </p:spTree>
    <p:extLst>
      <p:ext uri="{BB962C8B-B14F-4D97-AF65-F5344CB8AC3E}">
        <p14:creationId xmlns:p14="http://schemas.microsoft.com/office/powerpoint/2010/main" val="28217294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99395-1BDF-7C35-527F-2ECFB4BE7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D747C97-A9DC-BF22-7F94-271DA262E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Functional Dependencies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B8D9803-BA59-676C-5A32-B4805FDB60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is a Functional Dependency?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3599C7DA-41DC-6DA4-81DD-C505BA0D7F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7FF978-0B26-0396-52B3-663D3D35F84A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0" t="12520" r="27106"/>
          <a:stretch>
            <a:fillRect/>
          </a:stretch>
        </p:blipFill>
        <p:spPr>
          <a:xfrm>
            <a:off x="3113903" y="3223274"/>
            <a:ext cx="17345950" cy="9717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214168547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57D57-C3DA-CE05-CEC4-D614232D4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EA8AF7-4A8B-F68A-A919-B90DB24D0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Functional Dependencies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38138E-9E32-2A01-7917-4BBC8DA2B4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3494155" cy="803546"/>
          </a:xfrm>
        </p:spPr>
        <p:txBody>
          <a:bodyPr>
            <a:normAutofit/>
          </a:bodyPr>
          <a:lstStyle/>
          <a:p>
            <a:r>
              <a:rPr lang="en-US" dirty="0"/>
              <a:t>How to prove / disprove a functional dependency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3590EC70-B97D-4649-DD10-B3DA438461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3A1A0-3B5E-9C4A-556C-B61CA896391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FD cannot be confirmed just by looking at data — it must be defined by someone who knows the </a:t>
            </a:r>
            <a:r>
              <a:rPr lang="en-US" b="1" dirty="0"/>
              <a:t>semantics</a:t>
            </a:r>
            <a:r>
              <a:rPr lang="en-US" dirty="0"/>
              <a:t> (business rules) of the attributes</a:t>
            </a:r>
          </a:p>
          <a:p>
            <a:r>
              <a:rPr lang="en-US" dirty="0"/>
              <a:t>From data, we can only say "this FD </a:t>
            </a:r>
            <a:r>
              <a:rPr lang="en-US" b="1" dirty="0"/>
              <a:t>may</a:t>
            </a:r>
            <a:r>
              <a:rPr lang="en-US" dirty="0"/>
              <a:t> hold" if no violation is found</a:t>
            </a:r>
          </a:p>
          <a:p>
            <a:r>
              <a:rPr lang="en-US" dirty="0"/>
              <a:t>But we </a:t>
            </a:r>
            <a:r>
              <a:rPr lang="en-US" b="1" dirty="0"/>
              <a:t>can</a:t>
            </a:r>
            <a:r>
              <a:rPr lang="en-US" dirty="0"/>
              <a:t> disprove a FD — one counterexample is enough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3765680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40CAF-C067-7794-CBB7-C4C3C4A35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71C346F-06E3-F9F8-7025-0631ED548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Functional Dependencies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25DF6D-F1BB-259D-C9EE-F75A078E3D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3494155" cy="803546"/>
          </a:xfrm>
        </p:spPr>
        <p:txBody>
          <a:bodyPr>
            <a:normAutofit/>
          </a:bodyPr>
          <a:lstStyle/>
          <a:p>
            <a:r>
              <a:rPr lang="en-US" dirty="0"/>
              <a:t>How to prove / disprove a functional dependency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3311C186-BFC4-4CEE-5191-E8EA0A6264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2D2B1-47D2-D5A0-9747-D89EF255574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Example from TEACH table: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we say Teacher → Course? </a:t>
            </a:r>
            <a:r>
              <a:rPr lang="en-US" b="1" dirty="0"/>
              <a:t>No</a:t>
            </a:r>
            <a:r>
              <a:rPr lang="en-US" dirty="0"/>
              <a:t> — Smith teaches two different courses (counterexample found)</a:t>
            </a:r>
          </a:p>
          <a:p>
            <a:r>
              <a:rPr lang="en-US" dirty="0"/>
              <a:t>Can we say Course → Text? </a:t>
            </a:r>
            <a:r>
              <a:rPr lang="en-US" b="1" dirty="0"/>
              <a:t>Maybe</a:t>
            </a:r>
            <a:r>
              <a:rPr lang="en-US" dirty="0"/>
              <a:t> — no violation yet, but we can't be sure until we know the business rule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CD1861-A3A1-D0C9-5EBF-F0CD62BD3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19" t="16847" r="15518" b="22218"/>
          <a:stretch>
            <a:fillRect/>
          </a:stretch>
        </p:blipFill>
        <p:spPr>
          <a:xfrm>
            <a:off x="6833286" y="4101598"/>
            <a:ext cx="11022227" cy="397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0633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CC901-607A-E507-F163-E8166F180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08EE9F6-3484-B3DF-57A2-B908118E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Functional Dependencies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B3AE77-BCF6-1CE3-3DE5-28E6101CE5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3494155" cy="803546"/>
          </a:xfrm>
        </p:spPr>
        <p:txBody>
          <a:bodyPr>
            <a:normAutofit/>
          </a:bodyPr>
          <a:lstStyle/>
          <a:p>
            <a:r>
              <a:rPr lang="en-ID" dirty="0"/>
              <a:t>Identifying FD from data</a:t>
            </a:r>
            <a:endParaRPr lang="en-US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31E06311-808D-B867-2CE2-33F5CF1E0F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3ECBC-9CD6-200E-8962-F5CB0261D2E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8" y="3260663"/>
            <a:ext cx="20053434" cy="858327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May hold</a:t>
            </a:r>
            <a:r>
              <a:rPr lang="en-US" dirty="0"/>
              <a:t> (no violation found):</a:t>
            </a:r>
          </a:p>
          <a:p>
            <a:r>
              <a:rPr lang="en-US" dirty="0"/>
              <a:t>B → C</a:t>
            </a:r>
          </a:p>
          <a:p>
            <a:r>
              <a:rPr lang="en-US" dirty="0"/>
              <a:t>B → D</a:t>
            </a:r>
          </a:p>
          <a:p>
            <a:r>
              <a:rPr lang="en-US" dirty="0"/>
              <a:t>{A, B} → C</a:t>
            </a:r>
          </a:p>
          <a:p>
            <a:r>
              <a:rPr lang="en-US" dirty="0"/>
              <a:t>{A, B} → D</a:t>
            </a:r>
          </a:p>
          <a:p>
            <a:pPr marL="0" indent="0">
              <a:buNone/>
            </a:pPr>
            <a:r>
              <a:rPr lang="en-US" b="1" dirty="0"/>
              <a:t>Does NOT hold</a:t>
            </a:r>
            <a:r>
              <a:rPr lang="en-US" dirty="0"/>
              <a:t> (counterexample exists):</a:t>
            </a:r>
          </a:p>
          <a:p>
            <a:r>
              <a:rPr lang="en-US" dirty="0"/>
              <a:t>A → B — tuples 1 &amp; 2 violate (same A, different B)</a:t>
            </a:r>
          </a:p>
          <a:p>
            <a:r>
              <a:rPr lang="en-US" dirty="0"/>
              <a:t>B → A — tuples 2 &amp; 3 violate (same B, different A)</a:t>
            </a:r>
          </a:p>
          <a:p>
            <a:r>
              <a:rPr lang="en-US" dirty="0"/>
              <a:t>D → C — tuples 3 &amp; 4 violate (same D... wait, d2 and d3 are different)</a:t>
            </a:r>
          </a:p>
          <a:p>
            <a:endParaRPr lang="en-ID" dirty="0"/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BC54B0CE-8891-B94B-AF8D-03F579954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09" t="17091" r="13556" b="9340"/>
          <a:stretch>
            <a:fillRect/>
          </a:stretch>
        </p:blipFill>
        <p:spPr>
          <a:xfrm>
            <a:off x="12645442" y="3223274"/>
            <a:ext cx="10074920" cy="5535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298111686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88AF5-84F2-3DB9-D07D-85DBF8FDA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367806-3C05-715C-FF10-16E83F58B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Types of Functional Dependencies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68F6FA-3B6D-BF39-F080-EDAE33DC71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3494155" cy="803546"/>
          </a:xfrm>
        </p:spPr>
        <p:txBody>
          <a:bodyPr>
            <a:normAutofit/>
          </a:bodyPr>
          <a:lstStyle/>
          <a:p>
            <a:r>
              <a:rPr lang="en-ID" dirty="0"/>
              <a:t>Full Functional Dependency</a:t>
            </a:r>
            <a:endParaRPr lang="en-US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84BE2CD9-F349-E920-3C23-0D96E72819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5843D-3DB3-A70E-88C0-3F2F7D362B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8" y="3260663"/>
            <a:ext cx="20053434" cy="8583279"/>
          </a:xfrm>
        </p:spPr>
        <p:txBody>
          <a:bodyPr>
            <a:normAutofit/>
          </a:bodyPr>
          <a:lstStyle/>
          <a:p>
            <a:r>
              <a:rPr lang="en-US" dirty="0"/>
              <a:t>A functional dependency X → Y is </a:t>
            </a:r>
            <a:r>
              <a:rPr lang="en-US" b="1" dirty="0"/>
              <a:t>full</a:t>
            </a:r>
            <a:r>
              <a:rPr lang="en-US" dirty="0"/>
              <a:t> if removing any attribute from X causes the dependency to no longer hold</a:t>
            </a:r>
          </a:p>
          <a:p>
            <a:r>
              <a:rPr lang="en-US" dirty="0"/>
              <a:t>Example from EMP_PROJ: </a:t>
            </a:r>
          </a:p>
          <a:p>
            <a:pPr lvl="1"/>
            <a:r>
              <a:rPr lang="en-US" dirty="0"/>
              <a:t>{</a:t>
            </a:r>
            <a:r>
              <a:rPr lang="en-US" dirty="0" err="1"/>
              <a:t>Ssn</a:t>
            </a:r>
            <a:r>
              <a:rPr lang="en-US" dirty="0"/>
              <a:t>, </a:t>
            </a:r>
            <a:r>
              <a:rPr lang="en-US" dirty="0" err="1"/>
              <a:t>Pnumber</a:t>
            </a:r>
            <a:r>
              <a:rPr lang="en-US" dirty="0"/>
              <a:t>} → Hours is a </a:t>
            </a:r>
            <a:r>
              <a:rPr lang="en-US" b="1" dirty="0"/>
              <a:t>full FD</a:t>
            </a:r>
            <a:endParaRPr lang="en-US" dirty="0"/>
          </a:p>
          <a:p>
            <a:pPr lvl="1"/>
            <a:r>
              <a:rPr lang="en-US" dirty="0"/>
              <a:t>Because neither </a:t>
            </a:r>
            <a:r>
              <a:rPr lang="en-US" dirty="0" err="1"/>
              <a:t>Ssn</a:t>
            </a:r>
            <a:r>
              <a:rPr lang="en-US" dirty="0"/>
              <a:t> → Hours nor </a:t>
            </a:r>
            <a:r>
              <a:rPr lang="en-US" dirty="0" err="1"/>
              <a:t>Pnumber</a:t>
            </a:r>
            <a:r>
              <a:rPr lang="en-US" dirty="0"/>
              <a:t> → Hours holds on its own</a:t>
            </a:r>
          </a:p>
          <a:p>
            <a:pPr lvl="1"/>
            <a:r>
              <a:rPr lang="en-US" dirty="0"/>
              <a:t>You need </a:t>
            </a:r>
            <a:r>
              <a:rPr lang="en-US" b="1" dirty="0"/>
              <a:t>both</a:t>
            </a:r>
            <a:r>
              <a:rPr lang="en-US" dirty="0"/>
              <a:t> </a:t>
            </a:r>
            <a:r>
              <a:rPr lang="en-US" dirty="0" err="1"/>
              <a:t>Ssn</a:t>
            </a:r>
            <a:r>
              <a:rPr lang="en-US" dirty="0"/>
              <a:t> AND </a:t>
            </a:r>
            <a:r>
              <a:rPr lang="en-US" dirty="0" err="1"/>
              <a:t>Pnumber</a:t>
            </a:r>
            <a:r>
              <a:rPr lang="en-US" dirty="0"/>
              <a:t> to determine Hours</a:t>
            </a:r>
          </a:p>
        </p:txBody>
      </p:sp>
    </p:spTree>
    <p:extLst>
      <p:ext uri="{BB962C8B-B14F-4D97-AF65-F5344CB8AC3E}">
        <p14:creationId xmlns:p14="http://schemas.microsoft.com/office/powerpoint/2010/main" val="51866107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5A450-781A-EC83-78E5-9AD1CD858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C8AAD67-58D5-3BDB-2EDF-82C1CE997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Types of Functional Dependencies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CBFCFB-0D09-8FCD-D15B-2A3308ECA8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3494155" cy="803546"/>
          </a:xfrm>
        </p:spPr>
        <p:txBody>
          <a:bodyPr>
            <a:normAutofit/>
          </a:bodyPr>
          <a:lstStyle/>
          <a:p>
            <a:r>
              <a:rPr lang="en-ID" dirty="0"/>
              <a:t>Full Functional Dependency</a:t>
            </a:r>
            <a:endParaRPr lang="en-US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C90AF0F2-43CA-84C0-F285-14A7ECB8D9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87AB0B8-3D91-51C5-78BD-714CEBFA3BA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5" t="13457" r="25027" b="5735"/>
          <a:stretch>
            <a:fillRect/>
          </a:stretch>
        </p:blipFill>
        <p:spPr>
          <a:xfrm>
            <a:off x="4834215" y="3725659"/>
            <a:ext cx="14715569" cy="7570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68228804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7D3-783E-77E9-7AB5-08E15F7DA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5A972F7-F180-2C70-1951-8DF16D388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Types of Functional Dependencies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DC5245F-0119-1146-58FC-9E988F9CDA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3494155" cy="803546"/>
          </a:xfrm>
        </p:spPr>
        <p:txBody>
          <a:bodyPr>
            <a:normAutofit/>
          </a:bodyPr>
          <a:lstStyle/>
          <a:p>
            <a:r>
              <a:rPr lang="en-ID" dirty="0"/>
              <a:t>Partial dependency</a:t>
            </a:r>
            <a:endParaRPr lang="en-US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9266C68E-5FFF-A204-63C6-1FFB62BF8D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80227-E861-D47F-C482-FC3D63D9AEC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8" y="3260663"/>
            <a:ext cx="20053434" cy="8583279"/>
          </a:xfrm>
        </p:spPr>
        <p:txBody>
          <a:bodyPr>
            <a:normAutofit/>
          </a:bodyPr>
          <a:lstStyle/>
          <a:p>
            <a:r>
              <a:rPr lang="en-US" dirty="0"/>
              <a:t>A functional dependency X → Y is </a:t>
            </a:r>
            <a:r>
              <a:rPr lang="en-US" b="1" dirty="0"/>
              <a:t>partial</a:t>
            </a:r>
            <a:r>
              <a:rPr lang="en-US" dirty="0"/>
              <a:t> if some attribute can be removed from X and the dependency still holds</a:t>
            </a:r>
          </a:p>
          <a:p>
            <a:r>
              <a:rPr lang="en-US" dirty="0"/>
              <a:t>Example from EMP_PROJ: </a:t>
            </a:r>
          </a:p>
          <a:p>
            <a:pPr lvl="1"/>
            <a:r>
              <a:rPr lang="en-US" dirty="0"/>
              <a:t>{</a:t>
            </a:r>
            <a:r>
              <a:rPr lang="en-US" dirty="0" err="1"/>
              <a:t>Ssn</a:t>
            </a:r>
            <a:r>
              <a:rPr lang="en-US" dirty="0"/>
              <a:t>, </a:t>
            </a:r>
            <a:r>
              <a:rPr lang="en-US" dirty="0" err="1"/>
              <a:t>Pnumber</a:t>
            </a:r>
            <a:r>
              <a:rPr lang="en-US" dirty="0"/>
              <a:t>} → </a:t>
            </a:r>
            <a:r>
              <a:rPr lang="en-US" dirty="0" err="1"/>
              <a:t>Ename</a:t>
            </a:r>
            <a:r>
              <a:rPr lang="en-US" dirty="0"/>
              <a:t> is </a:t>
            </a:r>
            <a:r>
              <a:rPr lang="en-US" b="1" dirty="0"/>
              <a:t>partial</a:t>
            </a:r>
            <a:endParaRPr lang="en-US" dirty="0"/>
          </a:p>
          <a:p>
            <a:pPr lvl="1"/>
            <a:r>
              <a:rPr lang="en-US" dirty="0"/>
              <a:t>Because </a:t>
            </a:r>
            <a:r>
              <a:rPr lang="en-US" dirty="0" err="1"/>
              <a:t>Ssn</a:t>
            </a:r>
            <a:r>
              <a:rPr lang="en-US" dirty="0"/>
              <a:t> → </a:t>
            </a:r>
            <a:r>
              <a:rPr lang="en-US" dirty="0" err="1"/>
              <a:t>Ename</a:t>
            </a:r>
            <a:r>
              <a:rPr lang="en-US" dirty="0"/>
              <a:t> already holds — </a:t>
            </a:r>
            <a:r>
              <a:rPr lang="en-US" dirty="0" err="1"/>
              <a:t>Pnumber</a:t>
            </a:r>
            <a:r>
              <a:rPr lang="en-US" dirty="0"/>
              <a:t> is not needed</a:t>
            </a:r>
          </a:p>
          <a:p>
            <a:pPr lvl="1"/>
            <a:r>
              <a:rPr lang="en-US" dirty="0"/>
              <a:t>Partial dependencies cause redundancy (</a:t>
            </a:r>
            <a:r>
              <a:rPr lang="en-US" dirty="0" err="1"/>
              <a:t>Ename</a:t>
            </a:r>
            <a:r>
              <a:rPr lang="en-US" dirty="0"/>
              <a:t> repeated for every project)</a:t>
            </a:r>
          </a:p>
        </p:txBody>
      </p:sp>
    </p:spTree>
    <p:extLst>
      <p:ext uri="{BB962C8B-B14F-4D97-AF65-F5344CB8AC3E}">
        <p14:creationId xmlns:p14="http://schemas.microsoft.com/office/powerpoint/2010/main" val="116991303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1184F-2DAF-68D4-0E7A-802AF1BC0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395B95-F6F3-9ABF-F0D3-737701940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Types of Functional Dependencies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A287B8-FF68-A62E-7D7F-99AA8611B4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3494155" cy="803546"/>
          </a:xfrm>
        </p:spPr>
        <p:txBody>
          <a:bodyPr>
            <a:normAutofit/>
          </a:bodyPr>
          <a:lstStyle/>
          <a:p>
            <a:r>
              <a:rPr lang="en-ID" dirty="0"/>
              <a:t>Partial dependency</a:t>
            </a:r>
            <a:endParaRPr lang="en-US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21E84710-B22A-E066-E6F3-83BCB2A22B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CF76A53-AC52-0F66-92E7-05FDC50DC72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67" t="13127" r="25154" b="6703"/>
          <a:stretch>
            <a:fillRect/>
          </a:stretch>
        </p:blipFill>
        <p:spPr>
          <a:xfrm>
            <a:off x="4955529" y="3260663"/>
            <a:ext cx="14777742" cy="7588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145619184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5E2E8-DB33-9218-F2B9-58B3874DD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91EA861-17C8-C9EF-81D3-F9C196EEF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Types of Functional Dependencies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F6EC20-4FCA-7A8B-0E56-D6F761ABD7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3494155" cy="803546"/>
          </a:xfrm>
        </p:spPr>
        <p:txBody>
          <a:bodyPr>
            <a:normAutofit/>
          </a:bodyPr>
          <a:lstStyle/>
          <a:p>
            <a:r>
              <a:rPr lang="en-ID" dirty="0"/>
              <a:t>Transitive dependency</a:t>
            </a:r>
            <a:endParaRPr lang="en-US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A3FCBB37-D135-BBEC-36DC-B531E9EE3B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C3EA-A97D-5BB4-1FDF-B78F3144A68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8" y="3260663"/>
            <a:ext cx="20053434" cy="8583279"/>
          </a:xfrm>
        </p:spPr>
        <p:txBody>
          <a:bodyPr>
            <a:normAutofit/>
          </a:bodyPr>
          <a:lstStyle/>
          <a:p>
            <a:r>
              <a:rPr lang="en-US" dirty="0"/>
              <a:t>A functional dependency X → Z is </a:t>
            </a:r>
            <a:r>
              <a:rPr lang="en-US" b="1" dirty="0"/>
              <a:t>transitive</a:t>
            </a:r>
            <a:r>
              <a:rPr lang="en-US" dirty="0"/>
              <a:t> if there exists Y such that X → Y and Y → Z both hold</a:t>
            </a:r>
          </a:p>
          <a:p>
            <a:r>
              <a:rPr lang="en-US" dirty="0"/>
              <a:t>The dependency from X to Z is indirect — it goes through Y</a:t>
            </a:r>
          </a:p>
          <a:p>
            <a:r>
              <a:rPr lang="en-US" dirty="0"/>
              <a:t>Example from EMP_DEPT: </a:t>
            </a:r>
          </a:p>
          <a:p>
            <a:pPr lvl="1"/>
            <a:r>
              <a:rPr lang="en-US" dirty="0" err="1"/>
              <a:t>Ssn</a:t>
            </a:r>
            <a:r>
              <a:rPr lang="en-US" dirty="0"/>
              <a:t> → </a:t>
            </a:r>
            <a:r>
              <a:rPr lang="en-US" dirty="0" err="1"/>
              <a:t>Dmgr_ssn</a:t>
            </a:r>
            <a:r>
              <a:rPr lang="en-US" dirty="0"/>
              <a:t> is transitive through </a:t>
            </a:r>
            <a:r>
              <a:rPr lang="en-US" dirty="0" err="1"/>
              <a:t>Dnumber</a:t>
            </a:r>
            <a:endParaRPr lang="en-US" dirty="0"/>
          </a:p>
          <a:p>
            <a:pPr lvl="1"/>
            <a:r>
              <a:rPr lang="en-US" dirty="0"/>
              <a:t>Because </a:t>
            </a:r>
            <a:r>
              <a:rPr lang="en-US" dirty="0" err="1"/>
              <a:t>Ssn</a:t>
            </a:r>
            <a:r>
              <a:rPr lang="en-US" dirty="0"/>
              <a:t> → </a:t>
            </a:r>
            <a:r>
              <a:rPr lang="en-US" dirty="0" err="1"/>
              <a:t>Dnumber</a:t>
            </a:r>
            <a:r>
              <a:rPr lang="en-US" dirty="0"/>
              <a:t> and </a:t>
            </a:r>
            <a:r>
              <a:rPr lang="en-US" dirty="0" err="1"/>
              <a:t>Dnumber</a:t>
            </a:r>
            <a:r>
              <a:rPr lang="en-US" dirty="0"/>
              <a:t> → </a:t>
            </a:r>
            <a:r>
              <a:rPr lang="en-US" dirty="0" err="1"/>
              <a:t>Dmgr_ssn</a:t>
            </a:r>
            <a:endParaRPr lang="en-US" dirty="0"/>
          </a:p>
          <a:p>
            <a:pPr lvl="1"/>
            <a:r>
              <a:rPr lang="en-US" dirty="0"/>
              <a:t>Transitive dependencies cause update anomalies</a:t>
            </a:r>
          </a:p>
        </p:txBody>
      </p:sp>
    </p:spTree>
    <p:extLst>
      <p:ext uri="{BB962C8B-B14F-4D97-AF65-F5344CB8AC3E}">
        <p14:creationId xmlns:p14="http://schemas.microsoft.com/office/powerpoint/2010/main" val="81646909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71409-3A76-6F87-ABAF-29A57137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4CC1649-FE91-D7A3-840D-CD33A6817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Types of Functional Dependencies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D0AD0F-69E6-415A-EE12-2D9DB88D12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3494155" cy="803546"/>
          </a:xfrm>
        </p:spPr>
        <p:txBody>
          <a:bodyPr>
            <a:normAutofit/>
          </a:bodyPr>
          <a:lstStyle/>
          <a:p>
            <a:r>
              <a:rPr lang="en-ID" dirty="0"/>
              <a:t>Transitive dependency</a:t>
            </a:r>
            <a:endParaRPr lang="en-US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176D4413-F07A-B8B3-721D-9C51587775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7448F3-02BA-30CF-9218-C8546D8C7AC4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0" t="13452" r="24908" b="6703"/>
          <a:stretch>
            <a:fillRect/>
          </a:stretch>
        </p:blipFill>
        <p:spPr>
          <a:xfrm>
            <a:off x="3987113" y="3834527"/>
            <a:ext cx="16409773" cy="7461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533727214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BCE85-5A0D-B273-7215-1EEB9D16A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33A6D1E-D2BE-93B5-5F87-0FA080F11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From Problem to Solution (Bridge to Normalization)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CC56C3-D5B1-3114-4639-879EC89A5A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3494155" cy="803546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96CF1701-6546-4366-A424-52E07E38E2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A8D2F6-9A20-FFF1-FA43-25EDC7BEA7A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D" dirty="0"/>
              <a:t>Poor schema design causes: </a:t>
            </a:r>
          </a:p>
          <a:p>
            <a:pPr lvl="1"/>
            <a:r>
              <a:rPr lang="en-ID" dirty="0"/>
              <a:t>Redundancy → wasted storage, data inconsistency</a:t>
            </a:r>
          </a:p>
          <a:p>
            <a:pPr lvl="1"/>
            <a:r>
              <a:rPr lang="en-ID" dirty="0"/>
              <a:t>Anomalies → insertion, deletion, update problems</a:t>
            </a:r>
          </a:p>
          <a:p>
            <a:pPr lvl="1"/>
            <a:r>
              <a:rPr lang="en-ID" dirty="0"/>
              <a:t>NULL values → unpredictable query results</a:t>
            </a:r>
          </a:p>
          <a:p>
            <a:pPr lvl="1"/>
            <a:r>
              <a:rPr lang="en-ID" dirty="0"/>
              <a:t>Spurious tuples → invalid data from bad joins</a:t>
            </a:r>
          </a:p>
          <a:p>
            <a:r>
              <a:rPr lang="en-ID" dirty="0"/>
              <a:t>Functional dependencies are the </a:t>
            </a:r>
            <a:r>
              <a:rPr lang="en-ID" b="1" dirty="0"/>
              <a:t>tool</a:t>
            </a:r>
            <a:r>
              <a:rPr lang="en-ID" dirty="0"/>
              <a:t> to detect these problems: </a:t>
            </a:r>
          </a:p>
          <a:p>
            <a:pPr lvl="1"/>
            <a:r>
              <a:rPr lang="en-ID" dirty="0"/>
              <a:t>Partial FD → causes redundancy (same data repeated)</a:t>
            </a:r>
          </a:p>
          <a:p>
            <a:pPr lvl="1"/>
            <a:r>
              <a:rPr lang="en-ID" dirty="0"/>
              <a:t>Transitive FD → causes update anomalies (indirect dependencies)</a:t>
            </a:r>
          </a:p>
          <a:p>
            <a:r>
              <a:rPr lang="en-ID" dirty="0"/>
              <a:t>The solution: </a:t>
            </a:r>
            <a:r>
              <a:rPr lang="en-ID" b="1" dirty="0"/>
              <a:t>Normalization</a:t>
            </a:r>
            <a:r>
              <a:rPr lang="en-ID" dirty="0"/>
              <a:t> — a systematic process to decompose tables by removing partial and transitive dependencies</a:t>
            </a:r>
          </a:p>
        </p:txBody>
      </p:sp>
    </p:spTree>
    <p:extLst>
      <p:ext uri="{BB962C8B-B14F-4D97-AF65-F5344CB8AC3E}">
        <p14:creationId xmlns:p14="http://schemas.microsoft.com/office/powerpoint/2010/main" val="1868752164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E3C8A-5F3C-BF81-8736-3F35E7D85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EEBC43-F68B-07CE-204C-3E72E18A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822423" cy="510281"/>
          </a:xfrm>
        </p:spPr>
        <p:txBody>
          <a:bodyPr>
            <a:normAutofit fontScale="90000"/>
          </a:bodyPr>
          <a:lstStyle/>
          <a:p>
            <a:r>
              <a:rPr lang="en-ID" dirty="0"/>
              <a:t>Summary 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EC7B874D-285D-72DF-CE59-F3CA8ABEFA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6D70CE6-8905-FA20-4424-B5730B8F2F20}"/>
              </a:ext>
            </a:extLst>
          </p:cNvPr>
          <p:cNvSpPr txBox="1">
            <a:spLocks/>
          </p:cNvSpPr>
          <p:nvPr/>
        </p:nvSpPr>
        <p:spPr>
          <a:xfrm>
            <a:off x="2167377" y="3260663"/>
            <a:ext cx="21342270" cy="9071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ID" sz="3600" b="1" dirty="0"/>
              <a:t>The Problem of Redundancy &amp; Anomalies</a:t>
            </a:r>
            <a:r>
              <a:rPr lang="en-ID" sz="3600" dirty="0"/>
              <a:t> — Redundancy causes insertion, deletion, and update anomalies. Poor schema design leads to data inconsistency.</a:t>
            </a:r>
          </a:p>
          <a:p>
            <a:r>
              <a:rPr lang="en-ID" sz="3600" b="1" dirty="0"/>
              <a:t>NULL Values &amp; Spurious Tuples</a:t>
            </a:r>
            <a:r>
              <a:rPr lang="en-ID" sz="3600" dirty="0"/>
              <a:t> — NULLs have three interpretations and cause unpredictable query results. Spurious tuples appear from joining on non PK-FK attributes.</a:t>
            </a:r>
          </a:p>
          <a:p>
            <a:r>
              <a:rPr lang="en-ID" sz="3600" b="1" dirty="0"/>
              <a:t>Functional Dependencies</a:t>
            </a:r>
            <a:r>
              <a:rPr lang="en-ID" sz="3600" dirty="0"/>
              <a:t> — X → Y means X uniquely determines Y. One counterexample disproves an FD, but data alone cannot confirm one.</a:t>
            </a:r>
          </a:p>
          <a:p>
            <a:r>
              <a:rPr lang="en-ID" sz="3600" b="1" dirty="0"/>
              <a:t>Types of FD</a:t>
            </a:r>
            <a:r>
              <a:rPr lang="en-ID" sz="3600" dirty="0"/>
              <a:t> — Full: all attributes needed. Partial: some removable → causes redundancy. Transitive: indirect path X → Y → Z → causes anomalies.</a:t>
            </a:r>
          </a:p>
          <a:p>
            <a:r>
              <a:rPr lang="en-ID" sz="3600" b="1" dirty="0"/>
              <a:t>From Problem to Solution</a:t>
            </a:r>
            <a:r>
              <a:rPr lang="en-ID" sz="3600" dirty="0"/>
              <a:t> — FDs detect schema problems. Normalization (Session 6) fixes them systematically.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D55A0-B849-871F-3305-46A27E9E5B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359515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6DDD-127D-ACAD-EFEC-B2FF93AEE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6B5E-AD4E-F170-8DE5-639EDDF69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89EDA-AE25-91E4-B1AA-7C44BADF3E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169EB7-325E-C183-8929-6F7E73EC8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00506E3-8883-DFAF-CB3A-CD0689909B0A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0" r="9486" b="27189"/>
          <a:stretch>
            <a:fillRect/>
          </a:stretch>
        </p:blipFill>
        <p:spPr>
          <a:xfrm>
            <a:off x="2167376" y="3682314"/>
            <a:ext cx="20788317" cy="7613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2666212466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15E2C-1D06-3BBB-3EBF-E7E384AF1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E71CC-EC96-DAE1-6EFA-5B54A813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36093-4C4E-5447-3C50-BD50E0BC1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9F5AF5E-A6CC-E36F-83FC-63355D1D5C1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0938858" cy="10053893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Identify the functional dependencies</a:t>
            </a:r>
            <a:r>
              <a:rPr lang="en-US" dirty="0"/>
              <a:t> that hold in this table. List at least 3 FDs.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Classify each FD</a:t>
            </a:r>
            <a:r>
              <a:rPr lang="en-US" dirty="0"/>
              <a:t> you found as Full, Partial, or Transitive dependency. Explain why.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Identify the anomalies</a:t>
            </a:r>
            <a:r>
              <a:rPr lang="en-US" dirty="0"/>
              <a:t> in this table: </a:t>
            </a:r>
          </a:p>
          <a:p>
            <a:pPr lvl="1"/>
            <a:r>
              <a:rPr lang="en-US" dirty="0"/>
              <a:t>Give an example of an insertion anomaly</a:t>
            </a:r>
          </a:p>
          <a:p>
            <a:pPr lvl="1"/>
            <a:r>
              <a:rPr lang="en-US" dirty="0"/>
              <a:t>Give an example of a deletion anomaly</a:t>
            </a:r>
          </a:p>
          <a:p>
            <a:pPr lvl="1"/>
            <a:r>
              <a:rPr lang="en-US" dirty="0"/>
              <a:t>Give an example of an update anomaly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Propose a solution</a:t>
            </a:r>
            <a:r>
              <a:rPr lang="en-US" dirty="0"/>
              <a:t>: how would you decompose this table to eliminate the redundancy? (Hint: what separate tables would you create?)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48EEC5-2E82-5842-33F8-4BD469831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93372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8372537"/>
          </a:xfrm>
        </p:spPr>
        <p:txBody>
          <a:bodyPr>
            <a:normAutofit/>
          </a:bodyPr>
          <a:lstStyle/>
          <a:p>
            <a:r>
              <a:rPr lang="en-US" sz="4000" dirty="0"/>
              <a:t>Elmasri, R. &amp; Navathe, S. (2015). </a:t>
            </a:r>
            <a:r>
              <a:rPr lang="en-US" sz="4000" i="1" dirty="0"/>
              <a:t>Fundamentals of Database Systems</a:t>
            </a:r>
            <a:r>
              <a:rPr lang="en-US" sz="4000" dirty="0"/>
              <a:t>, 7th Edition. Pearson. Chapter 14.</a:t>
            </a:r>
          </a:p>
          <a:p>
            <a:r>
              <a:rPr lang="en-US" sz="4000" dirty="0"/>
              <a:t>Murach, J. (2023). </a:t>
            </a:r>
            <a:r>
              <a:rPr lang="en-US" sz="4000" i="1" dirty="0"/>
              <a:t>Murach's MySQL</a:t>
            </a:r>
            <a:r>
              <a:rPr lang="en-US" sz="4000" dirty="0"/>
              <a:t>, 4th Edition. Mike Murach &amp; Associates. Chapter 10.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0CEC7D9-36FC-4F8D-A2F6-7347A79A0DE0}">
  <we:reference id="WA200010001" version="1.0.0.1" store="Omex" storeType="OMEX"/>
  <we:alternateReferences>
    <we:reference id="WA200010001" version="1.0.0.1" store="WA200010001" storeType="OMEX"/>
  </we:alternateReferences>
  <we:properties>
    <we:property name="Office.AutoShowTaskpaneWithDocument" value="true"/>
    <we:property name="claude.fileId" value="&quot;6dd540c6-4303-49bb-b291-c8a5fa1bf8bc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7332</TotalTime>
  <Words>1548</Words>
  <Application>Microsoft Office PowerPoint</Application>
  <PresentationFormat>Custom</PresentationFormat>
  <Paragraphs>160</Paragraphs>
  <Slides>31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21_BasicWhite</vt:lpstr>
      <vt:lpstr>Schema Refinement &amp; Functional Dependencies</vt:lpstr>
      <vt:lpstr>Learning Outcomes</vt:lpstr>
      <vt:lpstr>outline</vt:lpstr>
      <vt:lpstr>The Problem of Redundancy &amp; Anomalies</vt:lpstr>
      <vt:lpstr>The Problem of Redundancy &amp; Anomalies</vt:lpstr>
      <vt:lpstr>The Problem of Redundancy &amp; Anomalies</vt:lpstr>
      <vt:lpstr>The Problem of Redundancy &amp; Anomalies</vt:lpstr>
      <vt:lpstr>The Problem of Redundancy &amp; Anomalies</vt:lpstr>
      <vt:lpstr>The Problem of Redundancy &amp; Anomalies</vt:lpstr>
      <vt:lpstr>The Problem of Redundancy &amp; Anomalies</vt:lpstr>
      <vt:lpstr>The Problem of Redundancy &amp; Anomalies</vt:lpstr>
      <vt:lpstr>The Problem of Redundancy &amp; Anomalies</vt:lpstr>
      <vt:lpstr>NULL Values &amp; Spurious Tuples.</vt:lpstr>
      <vt:lpstr>NULL Values &amp; Spurious Tuples.</vt:lpstr>
      <vt:lpstr>NULL Values &amp; Spurious Tuples.</vt:lpstr>
      <vt:lpstr>Functional Dependencies</vt:lpstr>
      <vt:lpstr>Functional Dependencies</vt:lpstr>
      <vt:lpstr>Functional Dependencies</vt:lpstr>
      <vt:lpstr>Functional Dependencies</vt:lpstr>
      <vt:lpstr>Functional Dependencies</vt:lpstr>
      <vt:lpstr>Types of Functional Dependencies</vt:lpstr>
      <vt:lpstr>Types of Functional Dependencies</vt:lpstr>
      <vt:lpstr>Types of Functional Dependencies</vt:lpstr>
      <vt:lpstr>Types of Functional Dependencies</vt:lpstr>
      <vt:lpstr>Types of Functional Dependencies</vt:lpstr>
      <vt:lpstr>Types of Functional Dependencies</vt:lpstr>
      <vt:lpstr>From Problem to Solution (Bridge to Normalization)</vt:lpstr>
      <vt:lpstr>Summary </vt:lpstr>
      <vt:lpstr>exercise</vt:lpstr>
      <vt:lpstr>exercise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Rico Halim</cp:lastModifiedBy>
  <cp:revision>82</cp:revision>
  <dcterms:created xsi:type="dcterms:W3CDTF">2023-11-17T02:51:40Z</dcterms:created>
  <dcterms:modified xsi:type="dcterms:W3CDTF">2026-04-09T07:17:36Z</dcterms:modified>
</cp:coreProperties>
</file>